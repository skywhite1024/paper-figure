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2bcd512f3f4595" /><Relationship Type="http://schemas.openxmlformats.org/officeDocument/2006/relationships/extended-properties" Target="/docProps/app.xml" Id="R43f9131561124307" /><Relationship Type="http://schemas.openxmlformats.org/officeDocument/2006/relationships/officeDocument" Target="/ppt/presentation.xml" Id="R3f5c8cb256ee4b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3ff92cc74448e4"/>
  </p:sldMasterIdLst>
  <p:notesMasterIdLst>
    <p:notesMasterId xmlns:r="http://schemas.openxmlformats.org/officeDocument/2006/relationships" r:id="R2c69819d67da4b0b"/>
  </p:notesMasterIdLst>
  <p:sldIdLst>
    <p:sldId xmlns:r="http://schemas.openxmlformats.org/officeDocument/2006/relationships" id="256" r:id="Ra8c0e90f374942b9"/>
  </p:sldIdLst>
  <p:sldSz cx="11201400" cy="6457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a8fdb8b51942ae" /><Relationship Type="http://schemas.openxmlformats.org/officeDocument/2006/relationships/slideMaster" Target="/ppt/slideMasters/slideMaster1.xml" Id="R5e3ff92cc74448e4" /><Relationship Type="http://schemas.openxmlformats.org/officeDocument/2006/relationships/notesMaster" Target="/ppt/notesMasters/notesMaster1.xml" Id="R2c69819d67da4b0b" /><Relationship Type="http://schemas.openxmlformats.org/officeDocument/2006/relationships/presProps" Target="/ppt/presProps.xml" Id="Rdad7f7c5a0ef4265" /><Relationship Type="http://schemas.openxmlformats.org/officeDocument/2006/relationships/tableStyles" Target="/ppt/tableStyles.xml" Id="R042e8088d9c341ec" /><Relationship Type="http://schemas.openxmlformats.org/officeDocument/2006/relationships/slide" Target="/ppt/slides/slide1.xml" Id="Ra8c0e90f374942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de8ca2b059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42bc7ed4764ec2" /><Relationship Type="http://schemas.openxmlformats.org/officeDocument/2006/relationships/notesMaster" Target="/ppt/notesMasters/notesMaster1.xml" Id="Re36ec95b72f74b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"DiffSkill: Skill Abstraction from Differentiable Physics for Deformable Object Manipulations with Tools",</a:t>
            </a:r>
          </a:p>
          <a:p xmlns:a="http://schemas.openxmlformats.org/drawingml/2006/main">
            <a:r>
              <a:t>  "paper_url": "https://arxiv.org/pdf/2203.17275v1",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"notes": "Original differentiable demonstration collection, neural skill abstraction and latent skill planning method. Native workflow geometry, networks, formula glyph outlines and ordinary labels; ten original simulation observation frames remain discrete raster images.",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"40a6a7e1a8f021ea1016cdac2f7ff38740ec833fbd696adf994f08d61f3074d1",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107,</a:t>
            </a:r>
          </a:p>
          <a:p xmlns:a="http://schemas.openxmlformats.org/drawingml/2006/main">
            <a:r>
              <a:t>    83,</a:t>
            </a:r>
          </a:p>
          <a:p xmlns:a="http://schemas.openxmlformats.org/drawingml/2006/main">
            <a:r>
              <a:t>    499,</a:t>
            </a:r>
          </a:p>
          <a:p xmlns:a="http://schemas.openxmlformats.org/drawingml/2006/main">
            <a:r>
              <a:t>    309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"CMMI",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"CMEX"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"38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"path crosses crop boundary: 3",</a:t>
            </a:r>
          </a:p>
          <a:p xmlns:a="http://schemas.openxmlformats.org/drawingml/2006/main">
            <a:r>
              <a:t>    "path partially intersects raster inset: 113",</a:t>
            </a:r>
          </a:p>
          <a:p xmlns:a="http://schemas.openxmlformats.org/drawingml/2006/main">
            <a:r>
              <a:t>    "path partially intersects raster inset: 116",</a:t>
            </a:r>
          </a:p>
          <a:p xmlns:a="http://schemas.openxmlformats.org/drawingml/2006/main">
            <a:r>
              <a:t>    "path partially intersects raster inset: 117"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038d006b348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04b29888c4e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daf7106234e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69ce316cd44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39c0ab8244b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e0024287f47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9F8045-9EC1-4396-AF85-4C880BA4A0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20140" y="2439670"/>
            <a:ext cx="8961120" cy="932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D89E82-D388-4529-BEB6-CD2ECB991F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80210" y="3551873"/>
            <a:ext cx="7840980" cy="71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2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4C2806-DDE7-442D-9A06-632456D2AA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20140" y="2690813"/>
            <a:ext cx="896112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82C250-F3BE-48B1-A4B0-DD041D42AD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0079" y="502285"/>
            <a:ext cx="9941243" cy="789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587068-EB31-4C74-83F0-0EC006AE0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0079" y="1793875"/>
            <a:ext cx="9941243" cy="401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002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1pPr>
            <a:lvl2pPr marL="49006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2pPr>
            <a:lvl3pPr marL="77009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3pPr>
            <a:lvl4pPr marL="105013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4pPr>
            <a:lvl5pPr marL="133016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5pPr>
            <a:lvl6pPr marL="161020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6pPr>
            <a:lvl7pPr marL="189023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7pPr>
            <a:lvl8pPr marL="217027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8pPr>
            <a:lvl9pPr marL="245030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2C1419-FA2E-4C81-A38B-C98B6DC2B9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0079" y="502285"/>
            <a:ext cx="9941243" cy="789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4598F1-9EF1-49D7-92CE-47E249BD27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0079" y="1793875"/>
            <a:ext cx="4620578" cy="401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002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1pPr>
            <a:lvl2pPr marL="49006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2pPr>
            <a:lvl3pPr marL="77009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3pPr>
            <a:lvl4pPr marL="105013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4pPr>
            <a:lvl5pPr marL="133016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5pPr>
            <a:lvl6pPr marL="161020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6pPr>
            <a:lvl7pPr marL="189023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7pPr>
            <a:lvl8pPr marL="217027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8pPr>
            <a:lvl9pPr marL="245030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A353E8-400B-4FDA-A4B6-5647A94D4B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50744" y="1793875"/>
            <a:ext cx="4620578" cy="401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002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1pPr>
            <a:lvl2pPr marL="49006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2pPr>
            <a:lvl3pPr marL="77009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3pPr>
            <a:lvl4pPr marL="105013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4pPr>
            <a:lvl5pPr marL="133016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5pPr>
            <a:lvl6pPr marL="161020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6pPr>
            <a:lvl7pPr marL="189023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7pPr>
            <a:lvl8pPr marL="217027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8pPr>
            <a:lvl9pPr marL="245030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7CCA9D-AEDC-4BF4-B87E-2F2B12909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0079" y="502285"/>
            <a:ext cx="9941243" cy="789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F4DE62-6D08-4563-9699-4E70986148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0079" y="1793875"/>
            <a:ext cx="4620578" cy="401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002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1pPr>
            <a:lvl2pPr marL="49006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2pPr>
            <a:lvl3pPr marL="77009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3pPr>
            <a:lvl4pPr marL="105013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4pPr>
            <a:lvl5pPr marL="133016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5pPr>
            <a:lvl6pPr marL="161020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6pPr>
            <a:lvl7pPr marL="189023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7pPr>
            <a:lvl8pPr marL="2170271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8pPr>
            <a:lvl9pPr marL="2450306" indent="-210026">
              <a:lnSpc>
                <a:spcPct val="110000"/>
              </a:lnSpc>
              <a:spcBef>
                <a:spcPts val="0"/>
              </a:spcBef>
              <a:spcAft>
                <a:spcPts val="110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d5377b3fcc49c2" /><Relationship Type="http://schemas.openxmlformats.org/officeDocument/2006/relationships/slideLayout" Target="/ppt/slideLayouts/slideLayout1.xml" Id="R750e162dc44a443c" /><Relationship Type="http://schemas.openxmlformats.org/officeDocument/2006/relationships/slideLayout" Target="/ppt/slideLayouts/slideLayout2.xml" Id="R786c76eb42f545e9" /><Relationship Type="http://schemas.openxmlformats.org/officeDocument/2006/relationships/slideLayout" Target="/ppt/slideLayouts/slideLayout3.xml" Id="R0f78ce07d9e84386" /><Relationship Type="http://schemas.openxmlformats.org/officeDocument/2006/relationships/slideLayout" Target="/ppt/slideLayouts/slideLayout4.xml" Id="R56e67b019c3b4f3e" /><Relationship Type="http://schemas.openxmlformats.org/officeDocument/2006/relationships/slideLayout" Target="/ppt/slideLayouts/slideLayout5.xml" Id="Ra05b11bf77a0459a" /><Relationship Type="http://schemas.openxmlformats.org/officeDocument/2006/relationships/slideLayout" Target="/ppt/slideLayouts/slideLayout6.xml" Id="Rdb9189ad35b24d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0e162dc44a443c"/>
    <p:sldLayoutId xmlns:r="http://schemas.openxmlformats.org/officeDocument/2006/relationships" id="2147483650" r:id="R786c76eb42f545e9"/>
    <p:sldLayoutId xmlns:r="http://schemas.openxmlformats.org/officeDocument/2006/relationships" id="2147483651" r:id="R0f78ce07d9e84386"/>
    <p:sldLayoutId xmlns:r="http://schemas.openxmlformats.org/officeDocument/2006/relationships" id="2147483652" r:id="R56e67b019c3b4f3e"/>
    <p:sldLayoutId xmlns:r="http://schemas.openxmlformats.org/officeDocument/2006/relationships" id="2147483653" r:id="Ra05b11bf77a0459a"/>
    <p:sldLayoutId xmlns:r="http://schemas.openxmlformats.org/officeDocument/2006/relationships" id="2147483654" r:id="Rdb9189ad35b24d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7b211f77543c5" /><Relationship Type="http://schemas.openxmlformats.org/officeDocument/2006/relationships/image" Target="/ppt/media/image.png" Id="R7ef701fe19a54fe8" /><Relationship Type="http://schemas.openxmlformats.org/officeDocument/2006/relationships/image" Target="/ppt/media/image2.png" Id="R0571af9a98104857" /><Relationship Type="http://schemas.openxmlformats.org/officeDocument/2006/relationships/image" Target="/ppt/media/image3.png" Id="R4b1ad0c8079046ed" /><Relationship Type="http://schemas.openxmlformats.org/officeDocument/2006/relationships/image" Target="/ppt/media/image4.png" Id="Rdeb6657a11b14d21" /><Relationship Type="http://schemas.openxmlformats.org/officeDocument/2006/relationships/image" Target="/ppt/media/image5.png" Id="R19744167c6124fee" /><Relationship Type="http://schemas.openxmlformats.org/officeDocument/2006/relationships/image" Target="/ppt/media/image6.png" Id="R85defdbe58df47fa" /><Relationship Type="http://schemas.openxmlformats.org/officeDocument/2006/relationships/image" Target="/ppt/media/image7.png" Id="Raf1ed7308c504812" /><Relationship Type="http://schemas.openxmlformats.org/officeDocument/2006/relationships/image" Target="/ppt/media/image8.png" Id="R0fc600c977184eef" /><Relationship Type="http://schemas.openxmlformats.org/officeDocument/2006/relationships/image" Target="/ppt/media/image9.png" Id="R8bd4e95f7c814e75" /><Relationship Type="http://schemas.openxmlformats.org/officeDocument/2006/relationships/image" Target="/ppt/media/image10.png" Id="R22758c884cc94642" /><Relationship Type="http://schemas.openxmlformats.org/officeDocument/2006/relationships/notesSlide" Target="/ppt/notesSlides/notesSlide1.xml" Id="Ra1dd7d551cc549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1" name="pdf-path-4">
            <a:extLst xmlns:a="http://schemas.openxmlformats.org/drawingml/2006/main">
              <a:ext uri="{FF2B5EF4-FFF2-40B4-BE49-F238E27FC236}">
                <a16:creationId xmlns:a16="http://schemas.microsoft.com/office/drawing/2014/main" id="{3945F02B-3D27-474B-B94D-53FE612B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3645" y="5761795"/>
            <a:ext cx="1630337" cy="491772"/>
          </a:xfrm>
          <a:custGeom xmlns:a="http://schemas.openxmlformats.org/drawingml/2006/main">
            <a:pathLst>
              <a:path w="1630337" h="491772">
                <a:moveTo>
                  <a:pt x="0" y="81963"/>
                </a:moveTo>
                <a:cubicBezTo>
                  <a:pt x="0" y="36696"/>
                  <a:pt x="36695" y="0"/>
                  <a:pt x="81963" y="0"/>
                </a:cubicBezTo>
                <a:lnTo>
                  <a:pt x="1548375" y="0"/>
                </a:lnTo>
                <a:cubicBezTo>
                  <a:pt x="1593641" y="0"/>
                  <a:pt x="1630337" y="36696"/>
                  <a:pt x="1630337" y="81963"/>
                </a:cubicBezTo>
                <a:lnTo>
                  <a:pt x="1630337" y="409809"/>
                </a:lnTo>
                <a:cubicBezTo>
                  <a:pt x="1630337" y="455076"/>
                  <a:pt x="1593641" y="491772"/>
                  <a:pt x="1548375" y="491772"/>
                </a:cubicBezTo>
                <a:lnTo>
                  <a:pt x="81963" y="491772"/>
                </a:lnTo>
                <a:cubicBezTo>
                  <a:pt x="36695" y="491772"/>
                  <a:pt x="0" y="455076"/>
                  <a:pt x="0" y="409809"/>
                </a:cubicBezTo>
                <a:lnTo>
                  <a:pt x="0" y="81963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8632E9C8-34D2-464B-8254-7BB99E2A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8968" y="5891364"/>
            <a:ext cx="362357" cy="256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f(o,</a:t>
            </a:r>
          </a:p>
        </p:txBody>
      </p:sp>
      <p:sp>
        <p:nvSpPr>
          <p:cNvPr id="3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2BA131EF-B729-44FE-96F3-A6C05D15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5429" y="5891364"/>
            <a:ext cx="213681" cy="256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g)</a:t>
            </a:r>
          </a:p>
        </p:txBody>
      </p:sp>
      <p:sp>
        <p:nvSpPr>
          <p:cNvPr id="4" name="pdf-path-7">
            <a:extLst xmlns:a="http://schemas.openxmlformats.org/drawingml/2006/main">
              <a:ext uri="{FF2B5EF4-FFF2-40B4-BE49-F238E27FC236}">
                <a16:creationId xmlns:a16="http://schemas.microsoft.com/office/drawing/2014/main" id="{47F7BED5-D3C5-4DEB-AB08-6015256F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0877" y="296955"/>
            <a:ext cx="5561818" cy="2574622"/>
          </a:xfrm>
          <a:custGeom xmlns:a="http://schemas.openxmlformats.org/drawingml/2006/main">
            <a:pathLst>
              <a:path w="5561818" h="2574622">
                <a:moveTo>
                  <a:pt x="0" y="2574622"/>
                </a:moveTo>
                <a:lnTo>
                  <a:pt x="5561818" y="2574622"/>
                </a:lnTo>
                <a:lnTo>
                  <a:pt x="556181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8">
            <a:extLst xmlns:a="http://schemas.openxmlformats.org/drawingml/2006/main">
              <a:ext uri="{FF2B5EF4-FFF2-40B4-BE49-F238E27FC236}">
                <a16:creationId xmlns:a16="http://schemas.microsoft.com/office/drawing/2014/main" id="{BCEB6F16-DC87-48FE-A167-94A1CA77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0877" y="296955"/>
            <a:ext cx="5561818" cy="2574622"/>
          </a:xfrm>
          <a:custGeom xmlns:a="http://schemas.openxmlformats.org/drawingml/2006/main">
            <a:pathLst>
              <a:path w="5561818" h="2574622">
                <a:moveTo>
                  <a:pt x="0" y="0"/>
                </a:moveTo>
                <a:lnTo>
                  <a:pt x="5561818" y="0"/>
                </a:lnTo>
                <a:lnTo>
                  <a:pt x="5561818" y="2574622"/>
                </a:lnTo>
                <a:lnTo>
                  <a:pt x="0" y="2574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652">
            <a:solidFill>
              <a:srgbClr val="ED7D31"/>
            </a:solidFill>
            <a:prstDash val="solid"/>
          </a:ln>
        </p:spPr>
      </p:sp>
      <p:sp>
        <p:nvSpPr>
          <p:cNvPr id="6" name="pdf-path-9">
            <a:extLst xmlns:a="http://schemas.openxmlformats.org/drawingml/2006/main">
              <a:ext uri="{FF2B5EF4-FFF2-40B4-BE49-F238E27FC236}">
                <a16:creationId xmlns:a16="http://schemas.microsoft.com/office/drawing/2014/main" id="{F7754FD3-868B-4734-A114-0C54E438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122" y="697147"/>
            <a:ext cx="4203237" cy="1314919"/>
          </a:xfrm>
          <a:custGeom xmlns:a="http://schemas.openxmlformats.org/drawingml/2006/main">
            <a:pathLst>
              <a:path w="4203237" h="1314919">
                <a:moveTo>
                  <a:pt x="0" y="1314919"/>
                </a:moveTo>
                <a:lnTo>
                  <a:pt x="4203237" y="1314919"/>
                </a:lnTo>
                <a:lnTo>
                  <a:pt x="42032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10">
            <a:extLst xmlns:a="http://schemas.openxmlformats.org/drawingml/2006/main">
              <a:ext uri="{FF2B5EF4-FFF2-40B4-BE49-F238E27FC236}">
                <a16:creationId xmlns:a16="http://schemas.microsoft.com/office/drawing/2014/main" id="{7B5100E3-A5BA-47C5-AF31-30FD6237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122" y="697147"/>
            <a:ext cx="4203238" cy="1314919"/>
          </a:xfrm>
          <a:custGeom xmlns:a="http://schemas.openxmlformats.org/drawingml/2006/main">
            <a:pathLst>
              <a:path w="4203238" h="1314919">
                <a:moveTo>
                  <a:pt x="0" y="0"/>
                </a:moveTo>
                <a:lnTo>
                  <a:pt x="4203238" y="0"/>
                </a:lnTo>
                <a:lnTo>
                  <a:pt x="4203238" y="1314919"/>
                </a:lnTo>
                <a:lnTo>
                  <a:pt x="0" y="131491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652">
            <a:solidFill>
              <a:srgbClr val="A5A5A5"/>
            </a:solidFill>
            <a:prstDash val="solid"/>
          </a:ln>
        </p:spPr>
      </p:sp>
      <p:sp>
        <p:nvSpPr>
          <p:cNvPr id="8" name="pdf-path-11">
            <a:extLst xmlns:a="http://schemas.openxmlformats.org/drawingml/2006/main">
              <a:ext uri="{FF2B5EF4-FFF2-40B4-BE49-F238E27FC236}">
                <a16:creationId xmlns:a16="http://schemas.microsoft.com/office/drawing/2014/main" id="{3EA362A4-C799-4468-BEB9-6819F7EB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894" y="835024"/>
            <a:ext cx="4203237" cy="1364994"/>
          </a:xfrm>
          <a:custGeom xmlns:a="http://schemas.openxmlformats.org/drawingml/2006/main">
            <a:pathLst>
              <a:path w="4203237" h="1364994">
                <a:moveTo>
                  <a:pt x="0" y="1364994"/>
                </a:moveTo>
                <a:lnTo>
                  <a:pt x="4203237" y="1364994"/>
                </a:lnTo>
                <a:lnTo>
                  <a:pt x="42032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12">
            <a:extLst xmlns:a="http://schemas.openxmlformats.org/drawingml/2006/main">
              <a:ext uri="{FF2B5EF4-FFF2-40B4-BE49-F238E27FC236}">
                <a16:creationId xmlns:a16="http://schemas.microsoft.com/office/drawing/2014/main" id="{B98B8005-76E0-4F33-AEA6-D9758E44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894" y="835024"/>
            <a:ext cx="4203238" cy="1364994"/>
          </a:xfrm>
          <a:custGeom xmlns:a="http://schemas.openxmlformats.org/drawingml/2006/main">
            <a:pathLst>
              <a:path w="4203238" h="1364994">
                <a:moveTo>
                  <a:pt x="0" y="0"/>
                </a:moveTo>
                <a:lnTo>
                  <a:pt x="4203238" y="0"/>
                </a:lnTo>
                <a:lnTo>
                  <a:pt x="4203238" y="1364994"/>
                </a:lnTo>
                <a:lnTo>
                  <a:pt x="0" y="13649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652">
            <a:solidFill>
              <a:srgbClr val="A5A5A5"/>
            </a:solidFill>
            <a:prstDash val="solid"/>
          </a:ln>
        </p:spPr>
      </p:sp>
      <p:sp>
        <p:nvSpPr>
          <p:cNvPr id="10" name="pdf-path-13">
            <a:extLst xmlns:a="http://schemas.openxmlformats.org/drawingml/2006/main">
              <a:ext uri="{FF2B5EF4-FFF2-40B4-BE49-F238E27FC236}">
                <a16:creationId xmlns:a16="http://schemas.microsoft.com/office/drawing/2014/main" id="{9C81D44D-BCED-40CC-9498-1F34B685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481" y="972901"/>
            <a:ext cx="4203239" cy="1422398"/>
          </a:xfrm>
          <a:custGeom xmlns:a="http://schemas.openxmlformats.org/drawingml/2006/main">
            <a:pathLst>
              <a:path w="4203239" h="1422398">
                <a:moveTo>
                  <a:pt x="0" y="1422398"/>
                </a:moveTo>
                <a:lnTo>
                  <a:pt x="4203239" y="1422398"/>
                </a:lnTo>
                <a:lnTo>
                  <a:pt x="42032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14">
            <a:extLst xmlns:a="http://schemas.openxmlformats.org/drawingml/2006/main">
              <a:ext uri="{FF2B5EF4-FFF2-40B4-BE49-F238E27FC236}">
                <a16:creationId xmlns:a16="http://schemas.microsoft.com/office/drawing/2014/main" id="{CEFD81BF-5188-4CA3-86D7-3EE58999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481" y="972901"/>
            <a:ext cx="4203238" cy="1422399"/>
          </a:xfrm>
          <a:custGeom xmlns:a="http://schemas.openxmlformats.org/drawingml/2006/main">
            <a:pathLst>
              <a:path w="4203238" h="1422399">
                <a:moveTo>
                  <a:pt x="0" y="0"/>
                </a:moveTo>
                <a:lnTo>
                  <a:pt x="4203238" y="0"/>
                </a:lnTo>
                <a:lnTo>
                  <a:pt x="4203238" y="1422399"/>
                </a:lnTo>
                <a:lnTo>
                  <a:pt x="0" y="14223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652">
            <a:solidFill>
              <a:srgbClr val="A5A5A5"/>
            </a:solidFill>
            <a:prstDash val="solid"/>
          </a:ln>
        </p:spPr>
      </p:sp>
      <p:sp>
        <p:nvSpPr>
          <p:cNvPr id="12" name="pdf-path-15">
            <a:extLst xmlns:a="http://schemas.openxmlformats.org/drawingml/2006/main">
              <a:ext uri="{FF2B5EF4-FFF2-40B4-BE49-F238E27FC236}">
                <a16:creationId xmlns:a16="http://schemas.microsoft.com/office/drawing/2014/main" id="{2CEC36DE-C736-4488-AC9A-29105636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159" y="1432643"/>
            <a:ext cx="384776" cy="384777"/>
          </a:xfrm>
          <a:custGeom xmlns:a="http://schemas.openxmlformats.org/drawingml/2006/main">
            <a:pathLst>
              <a:path w="384776" h="384777">
                <a:moveTo>
                  <a:pt x="0" y="192388"/>
                </a:moveTo>
                <a:cubicBezTo>
                  <a:pt x="0" y="86136"/>
                  <a:pt x="86135" y="0"/>
                  <a:pt x="192388" y="0"/>
                </a:cubicBezTo>
                <a:cubicBezTo>
                  <a:pt x="298641" y="0"/>
                  <a:pt x="384776" y="86136"/>
                  <a:pt x="384776" y="192388"/>
                </a:cubicBezTo>
                <a:cubicBezTo>
                  <a:pt x="384776" y="298642"/>
                  <a:pt x="298641" y="384777"/>
                  <a:pt x="192388" y="384777"/>
                </a:cubicBezTo>
                <a:cubicBezTo>
                  <a:pt x="86135" y="384777"/>
                  <a:pt x="0" y="298642"/>
                  <a:pt x="0" y="19238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6">
            <a:extLst xmlns:a="http://schemas.openxmlformats.org/drawingml/2006/main">
              <a:ext uri="{FF2B5EF4-FFF2-40B4-BE49-F238E27FC236}">
                <a16:creationId xmlns:a16="http://schemas.microsoft.com/office/drawing/2014/main" id="{3001946C-00F7-4482-8385-9E324CA5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159" y="1432643"/>
            <a:ext cx="384777" cy="384777"/>
          </a:xfrm>
          <a:custGeom xmlns:a="http://schemas.openxmlformats.org/drawingml/2006/main">
            <a:pathLst>
              <a:path w="384777" h="384777">
                <a:moveTo>
                  <a:pt x="0" y="192389"/>
                </a:moveTo>
                <a:cubicBezTo>
                  <a:pt x="0" y="86135"/>
                  <a:pt x="86135" y="0"/>
                  <a:pt x="192389" y="0"/>
                </a:cubicBezTo>
                <a:cubicBezTo>
                  <a:pt x="298641" y="0"/>
                  <a:pt x="384777" y="86135"/>
                  <a:pt x="384777" y="192389"/>
                </a:cubicBezTo>
                <a:cubicBezTo>
                  <a:pt x="384777" y="298641"/>
                  <a:pt x="298641" y="384777"/>
                  <a:pt x="192389" y="384777"/>
                </a:cubicBezTo>
                <a:cubicBezTo>
                  <a:pt x="86135" y="384777"/>
                  <a:pt x="0" y="298641"/>
                  <a:pt x="0" y="19238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239">
            <a:solidFill>
              <a:srgbClr val="000000"/>
            </a:solidFill>
            <a:prstDash val="solid"/>
          </a:ln>
        </p:spPr>
      </p:sp>
      <p:sp>
        <p:nvSpPr>
          <p:cNvPr id="14" name="pdf-path-19-part-0">
            <a:extLst xmlns:a="http://schemas.openxmlformats.org/drawingml/2006/main">
              <a:ext uri="{FF2B5EF4-FFF2-40B4-BE49-F238E27FC236}">
                <a16:creationId xmlns:a16="http://schemas.microsoft.com/office/drawing/2014/main" id="{85AD9970-EED5-4560-B4C0-9FC9EF9C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935" y="1586553"/>
            <a:ext cx="233543" cy="48097"/>
          </a:xfrm>
          <a:custGeom xmlns:a="http://schemas.openxmlformats.org/drawingml/2006/main">
            <a:pathLst>
              <a:path w="233543" h="48097">
                <a:moveTo>
                  <a:pt x="0" y="48097"/>
                </a:moveTo>
                <a:lnTo>
                  <a:pt x="169413" y="48097"/>
                </a:lnTo>
                <a:lnTo>
                  <a:pt x="169413" y="28858"/>
                </a:lnTo>
                <a:lnTo>
                  <a:pt x="0" y="288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9-part-1">
            <a:extLst xmlns:a="http://schemas.openxmlformats.org/drawingml/2006/main">
              <a:ext uri="{FF2B5EF4-FFF2-40B4-BE49-F238E27FC236}">
                <a16:creationId xmlns:a16="http://schemas.microsoft.com/office/drawing/2014/main" id="{68CC9615-9669-484C-8EAE-D82BD472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935" y="1586553"/>
            <a:ext cx="233543" cy="48097"/>
          </a:xfrm>
          <a:custGeom xmlns:a="http://schemas.openxmlformats.org/drawingml/2006/main">
            <a:pathLst>
              <a:path w="233543" h="48097">
                <a:moveTo>
                  <a:pt x="156587" y="76955"/>
                </a:moveTo>
                <a:lnTo>
                  <a:pt x="233543" y="38477"/>
                </a:lnTo>
                <a:lnTo>
                  <a:pt x="156587" y="0"/>
                </a:lnTo>
                <a:lnTo>
                  <a:pt x="156587" y="769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20">
            <a:extLst xmlns:a="http://schemas.openxmlformats.org/drawingml/2006/main">
              <a:ext uri="{FF2B5EF4-FFF2-40B4-BE49-F238E27FC236}">
                <a16:creationId xmlns:a16="http://schemas.microsoft.com/office/drawing/2014/main" id="{FE0EEB65-D2A0-4061-9EF4-5D1E2FE3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478" y="1487153"/>
            <a:ext cx="489838" cy="275756"/>
          </a:xfrm>
          <a:custGeom xmlns:a="http://schemas.openxmlformats.org/drawingml/2006/main">
            <a:pathLst>
              <a:path w="489838" h="275756">
                <a:moveTo>
                  <a:pt x="0" y="0"/>
                </a:moveTo>
                <a:lnTo>
                  <a:pt x="489838" y="0"/>
                </a:lnTo>
                <a:lnTo>
                  <a:pt x="489838" y="275756"/>
                </a:lnTo>
                <a:lnTo>
                  <a:pt x="0" y="275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239">
            <a:solidFill>
              <a:srgbClr val="000000"/>
            </a:solidFill>
            <a:prstDash val="solid"/>
          </a:ln>
        </p:spPr>
      </p:sp>
      <p:sp>
        <p:nvSpPr>
          <p:cNvPr id="17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E4C0BD1E-9875-4988-9B7A-3AB85BF4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0534" y="1551458"/>
            <a:ext cx="259940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</a:t>
            </a:r>
          </a:p>
        </p:txBody>
      </p:sp>
      <p:sp>
        <p:nvSpPr>
          <p:cNvPr id="18" name="pdf-path-22">
            <a:extLst xmlns:a="http://schemas.openxmlformats.org/drawingml/2006/main">
              <a:ext uri="{FF2B5EF4-FFF2-40B4-BE49-F238E27FC236}">
                <a16:creationId xmlns:a16="http://schemas.microsoft.com/office/drawing/2014/main" id="{8D2EDBCB-6C2F-4F70-B17E-3923DCD3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3729" y="1432643"/>
            <a:ext cx="384776" cy="384777"/>
          </a:xfrm>
          <a:custGeom xmlns:a="http://schemas.openxmlformats.org/drawingml/2006/main">
            <a:pathLst>
              <a:path w="384776" h="384777">
                <a:moveTo>
                  <a:pt x="0" y="192388"/>
                </a:moveTo>
                <a:cubicBezTo>
                  <a:pt x="0" y="86136"/>
                  <a:pt x="86134" y="0"/>
                  <a:pt x="192388" y="0"/>
                </a:cubicBezTo>
                <a:cubicBezTo>
                  <a:pt x="298641" y="0"/>
                  <a:pt x="384776" y="86136"/>
                  <a:pt x="384776" y="192388"/>
                </a:cubicBezTo>
                <a:cubicBezTo>
                  <a:pt x="384776" y="298642"/>
                  <a:pt x="298641" y="384777"/>
                  <a:pt x="192388" y="384777"/>
                </a:cubicBezTo>
                <a:cubicBezTo>
                  <a:pt x="86134" y="384777"/>
                  <a:pt x="0" y="298642"/>
                  <a:pt x="0" y="19238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23">
            <a:extLst xmlns:a="http://schemas.openxmlformats.org/drawingml/2006/main">
              <a:ext uri="{FF2B5EF4-FFF2-40B4-BE49-F238E27FC236}">
                <a16:creationId xmlns:a16="http://schemas.microsoft.com/office/drawing/2014/main" id="{05025E8C-44ED-4B98-9B62-1CFC4A8E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3729" y="1432643"/>
            <a:ext cx="384777" cy="384777"/>
          </a:xfrm>
          <a:custGeom xmlns:a="http://schemas.openxmlformats.org/drawingml/2006/main">
            <a:pathLst>
              <a:path w="384777" h="384777">
                <a:moveTo>
                  <a:pt x="0" y="192389"/>
                </a:moveTo>
                <a:cubicBezTo>
                  <a:pt x="0" y="86135"/>
                  <a:pt x="86135" y="0"/>
                  <a:pt x="192389" y="0"/>
                </a:cubicBezTo>
                <a:cubicBezTo>
                  <a:pt x="298641" y="0"/>
                  <a:pt x="384777" y="86135"/>
                  <a:pt x="384777" y="192389"/>
                </a:cubicBezTo>
                <a:cubicBezTo>
                  <a:pt x="384777" y="298641"/>
                  <a:pt x="298641" y="384777"/>
                  <a:pt x="192389" y="384777"/>
                </a:cubicBezTo>
                <a:cubicBezTo>
                  <a:pt x="86135" y="384777"/>
                  <a:pt x="0" y="298641"/>
                  <a:pt x="0" y="19238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239">
            <a:solidFill>
              <a:srgbClr val="000000"/>
            </a:solidFill>
            <a:prstDash val="solid"/>
          </a:ln>
        </p:spPr>
      </p:sp>
      <p:sp>
        <p:nvSpPr>
          <p:cNvPr id="20" name="pdf-path-24-part-0">
            <a:extLst xmlns:a="http://schemas.openxmlformats.org/drawingml/2006/main">
              <a:ext uri="{FF2B5EF4-FFF2-40B4-BE49-F238E27FC236}">
                <a16:creationId xmlns:a16="http://schemas.microsoft.com/office/drawing/2014/main" id="{0513B3FA-CE47-48DB-8CA5-6C00DC5B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7750" y="1586552"/>
            <a:ext cx="233543" cy="48099"/>
          </a:xfrm>
          <a:custGeom xmlns:a="http://schemas.openxmlformats.org/drawingml/2006/main">
            <a:pathLst>
              <a:path w="233543" h="48099">
                <a:moveTo>
                  <a:pt x="0" y="48099"/>
                </a:moveTo>
                <a:lnTo>
                  <a:pt x="169413" y="48097"/>
                </a:lnTo>
                <a:lnTo>
                  <a:pt x="169413" y="28858"/>
                </a:lnTo>
                <a:lnTo>
                  <a:pt x="0" y="28860"/>
                </a:lnTo>
                <a:lnTo>
                  <a:pt x="0" y="480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24-part-1">
            <a:extLst xmlns:a="http://schemas.openxmlformats.org/drawingml/2006/main">
              <a:ext uri="{FF2B5EF4-FFF2-40B4-BE49-F238E27FC236}">
                <a16:creationId xmlns:a16="http://schemas.microsoft.com/office/drawing/2014/main" id="{BE2751A0-A4EB-4438-9E76-DC853681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7750" y="1586552"/>
            <a:ext cx="233543" cy="48099"/>
          </a:xfrm>
          <a:custGeom xmlns:a="http://schemas.openxmlformats.org/drawingml/2006/main">
            <a:pathLst>
              <a:path w="233543" h="48099">
                <a:moveTo>
                  <a:pt x="156587" y="76955"/>
                </a:moveTo>
                <a:lnTo>
                  <a:pt x="233543" y="38478"/>
                </a:lnTo>
                <a:lnTo>
                  <a:pt x="156587" y="0"/>
                </a:lnTo>
                <a:lnTo>
                  <a:pt x="156587" y="769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27">
            <a:extLst xmlns:a="http://schemas.openxmlformats.org/drawingml/2006/main">
              <a:ext uri="{FF2B5EF4-FFF2-40B4-BE49-F238E27FC236}">
                <a16:creationId xmlns:a16="http://schemas.microsoft.com/office/drawing/2014/main" id="{E22CCF8D-2758-4DA0-89EF-6BED49F8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159" y="1926439"/>
            <a:ext cx="384776" cy="384777"/>
          </a:xfrm>
          <a:custGeom xmlns:a="http://schemas.openxmlformats.org/drawingml/2006/main">
            <a:pathLst>
              <a:path w="384776" h="384777">
                <a:moveTo>
                  <a:pt x="0" y="192389"/>
                </a:moveTo>
                <a:cubicBezTo>
                  <a:pt x="0" y="86136"/>
                  <a:pt x="86135" y="0"/>
                  <a:pt x="192388" y="0"/>
                </a:cubicBezTo>
                <a:cubicBezTo>
                  <a:pt x="298641" y="0"/>
                  <a:pt x="384776" y="86136"/>
                  <a:pt x="384776" y="192389"/>
                </a:cubicBezTo>
                <a:cubicBezTo>
                  <a:pt x="384776" y="298642"/>
                  <a:pt x="298641" y="384777"/>
                  <a:pt x="192388" y="384777"/>
                </a:cubicBezTo>
                <a:cubicBezTo>
                  <a:pt x="86135" y="384777"/>
                  <a:pt x="0" y="298642"/>
                  <a:pt x="0" y="1923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28">
            <a:extLst xmlns:a="http://schemas.openxmlformats.org/drawingml/2006/main">
              <a:ext uri="{FF2B5EF4-FFF2-40B4-BE49-F238E27FC236}">
                <a16:creationId xmlns:a16="http://schemas.microsoft.com/office/drawing/2014/main" id="{5424E5BF-3732-411A-85F6-655EF1D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159" y="1926439"/>
            <a:ext cx="384777" cy="384777"/>
          </a:xfrm>
          <a:custGeom xmlns:a="http://schemas.openxmlformats.org/drawingml/2006/main">
            <a:pathLst>
              <a:path w="384777" h="384777">
                <a:moveTo>
                  <a:pt x="0" y="192388"/>
                </a:moveTo>
                <a:cubicBezTo>
                  <a:pt x="0" y="86135"/>
                  <a:pt x="86135" y="0"/>
                  <a:pt x="192389" y="0"/>
                </a:cubicBezTo>
                <a:cubicBezTo>
                  <a:pt x="298641" y="0"/>
                  <a:pt x="384777" y="86135"/>
                  <a:pt x="384777" y="192388"/>
                </a:cubicBezTo>
                <a:cubicBezTo>
                  <a:pt x="384777" y="298641"/>
                  <a:pt x="298641" y="384777"/>
                  <a:pt x="192389" y="384777"/>
                </a:cubicBezTo>
                <a:cubicBezTo>
                  <a:pt x="86135" y="384777"/>
                  <a:pt x="0" y="298641"/>
                  <a:pt x="0" y="19238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239">
            <a:solidFill>
              <a:srgbClr val="C00000"/>
            </a:solidFill>
            <a:prstDash val="solid"/>
          </a:ln>
        </p:spPr>
      </p:sp>
      <p:sp>
        <p:nvSpPr>
          <p:cNvPr id="24" name="pdf-path-31-part-0">
            <a:extLst xmlns:a="http://schemas.openxmlformats.org/drawingml/2006/main">
              <a:ext uri="{FF2B5EF4-FFF2-40B4-BE49-F238E27FC236}">
                <a16:creationId xmlns:a16="http://schemas.microsoft.com/office/drawing/2014/main" id="{C23ABBB4-9D62-444D-93BB-C225EE1B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322" y="1734051"/>
            <a:ext cx="296156" cy="256038"/>
          </a:xfrm>
          <a:custGeom xmlns:a="http://schemas.openxmlformats.org/drawingml/2006/main">
            <a:pathLst>
              <a:path w="296156" h="256038">
                <a:moveTo>
                  <a:pt x="12528" y="256038"/>
                </a:moveTo>
                <a:lnTo>
                  <a:pt x="253751" y="49060"/>
                </a:lnTo>
                <a:lnTo>
                  <a:pt x="241223" y="34459"/>
                </a:lnTo>
                <a:lnTo>
                  <a:pt x="0" y="241437"/>
                </a:lnTo>
                <a:lnTo>
                  <a:pt x="12528" y="256038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31-part-1">
            <a:extLst xmlns:a="http://schemas.openxmlformats.org/drawingml/2006/main">
              <a:ext uri="{FF2B5EF4-FFF2-40B4-BE49-F238E27FC236}">
                <a16:creationId xmlns:a16="http://schemas.microsoft.com/office/drawing/2014/main" id="{1FD85371-88A6-4318-9EA2-0BEB3123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322" y="1734051"/>
            <a:ext cx="296156" cy="256038"/>
          </a:xfrm>
          <a:custGeom xmlns:a="http://schemas.openxmlformats.org/drawingml/2006/main">
            <a:pathLst>
              <a:path w="296156" h="256038">
                <a:moveTo>
                  <a:pt x="262809" y="79314"/>
                </a:moveTo>
                <a:lnTo>
                  <a:pt x="296156" y="0"/>
                </a:lnTo>
                <a:lnTo>
                  <a:pt x="212697" y="20911"/>
                </a:lnTo>
                <a:lnTo>
                  <a:pt x="262809" y="79314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df-path-32">
            <a:extLst xmlns:a="http://schemas.openxmlformats.org/drawingml/2006/main">
              <a:ext uri="{FF2B5EF4-FFF2-40B4-BE49-F238E27FC236}">
                <a16:creationId xmlns:a16="http://schemas.microsoft.com/office/drawing/2014/main" id="{B91CD0DE-059F-45DA-849F-A20138B1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1293" y="1926438"/>
            <a:ext cx="384776" cy="384777"/>
          </a:xfrm>
          <a:custGeom xmlns:a="http://schemas.openxmlformats.org/drawingml/2006/main">
            <a:pathLst>
              <a:path w="384776" h="384777">
                <a:moveTo>
                  <a:pt x="0" y="192388"/>
                </a:moveTo>
                <a:cubicBezTo>
                  <a:pt x="0" y="86135"/>
                  <a:pt x="86135" y="0"/>
                  <a:pt x="192388" y="0"/>
                </a:cubicBezTo>
                <a:cubicBezTo>
                  <a:pt x="298642" y="0"/>
                  <a:pt x="384776" y="86135"/>
                  <a:pt x="384776" y="192388"/>
                </a:cubicBezTo>
                <a:cubicBezTo>
                  <a:pt x="384776" y="298640"/>
                  <a:pt x="298642" y="384777"/>
                  <a:pt x="192388" y="384777"/>
                </a:cubicBezTo>
                <a:cubicBezTo>
                  <a:pt x="86135" y="384777"/>
                  <a:pt x="0" y="298640"/>
                  <a:pt x="0" y="19238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33">
            <a:extLst xmlns:a="http://schemas.openxmlformats.org/drawingml/2006/main">
              <a:ext uri="{FF2B5EF4-FFF2-40B4-BE49-F238E27FC236}">
                <a16:creationId xmlns:a16="http://schemas.microsoft.com/office/drawing/2014/main" id="{D22A39EF-CA5C-490B-8A76-69AAC097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1293" y="1926438"/>
            <a:ext cx="384777" cy="384777"/>
          </a:xfrm>
          <a:custGeom xmlns:a="http://schemas.openxmlformats.org/drawingml/2006/main">
            <a:pathLst>
              <a:path w="384777" h="384777">
                <a:moveTo>
                  <a:pt x="0" y="192389"/>
                </a:moveTo>
                <a:cubicBezTo>
                  <a:pt x="0" y="86135"/>
                  <a:pt x="86135" y="0"/>
                  <a:pt x="192389" y="0"/>
                </a:cubicBezTo>
                <a:cubicBezTo>
                  <a:pt x="298641" y="0"/>
                  <a:pt x="384777" y="86135"/>
                  <a:pt x="384777" y="192389"/>
                </a:cubicBezTo>
                <a:cubicBezTo>
                  <a:pt x="384777" y="298641"/>
                  <a:pt x="298641" y="384777"/>
                  <a:pt x="192389" y="384777"/>
                </a:cubicBezTo>
                <a:cubicBezTo>
                  <a:pt x="86135" y="384777"/>
                  <a:pt x="0" y="298641"/>
                  <a:pt x="0" y="19238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239">
            <a:solidFill>
              <a:srgbClr val="C00000"/>
            </a:solidFill>
            <a:prstDash val="solid"/>
          </a:ln>
        </p:spPr>
      </p:sp>
      <p:sp>
        <p:nvSpPr>
          <p:cNvPr id="28" name="pdf-path-34-part-0">
            <a:extLst xmlns:a="http://schemas.openxmlformats.org/drawingml/2006/main">
              <a:ext uri="{FF2B5EF4-FFF2-40B4-BE49-F238E27FC236}">
                <a16:creationId xmlns:a16="http://schemas.microsoft.com/office/drawing/2014/main" id="{85568427-BB97-4AF5-A1D3-7038BFE9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3456" y="1734049"/>
            <a:ext cx="296156" cy="256038"/>
          </a:xfrm>
          <a:custGeom xmlns:a="http://schemas.openxmlformats.org/drawingml/2006/main">
            <a:pathLst>
              <a:path w="296156" h="256038">
                <a:moveTo>
                  <a:pt x="12529" y="256038"/>
                </a:moveTo>
                <a:lnTo>
                  <a:pt x="253750" y="49061"/>
                </a:lnTo>
                <a:lnTo>
                  <a:pt x="241223" y="34460"/>
                </a:lnTo>
                <a:lnTo>
                  <a:pt x="0" y="241437"/>
                </a:lnTo>
                <a:lnTo>
                  <a:pt x="12529" y="256038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34-part-1">
            <a:extLst xmlns:a="http://schemas.openxmlformats.org/drawingml/2006/main">
              <a:ext uri="{FF2B5EF4-FFF2-40B4-BE49-F238E27FC236}">
                <a16:creationId xmlns:a16="http://schemas.microsoft.com/office/drawing/2014/main" id="{61C88D6E-1B98-45B7-B9C0-E7446C76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3456" y="1734049"/>
            <a:ext cx="296156" cy="256038"/>
          </a:xfrm>
          <a:custGeom xmlns:a="http://schemas.openxmlformats.org/drawingml/2006/main">
            <a:pathLst>
              <a:path w="296156" h="256038">
                <a:moveTo>
                  <a:pt x="262809" y="79313"/>
                </a:moveTo>
                <a:lnTo>
                  <a:pt x="296156" y="0"/>
                </a:lnTo>
                <a:lnTo>
                  <a:pt x="212697" y="20910"/>
                </a:lnTo>
                <a:lnTo>
                  <a:pt x="262809" y="79313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35-part-0">
            <a:extLst xmlns:a="http://schemas.openxmlformats.org/drawingml/2006/main">
              <a:ext uri="{FF2B5EF4-FFF2-40B4-BE49-F238E27FC236}">
                <a16:creationId xmlns:a16="http://schemas.microsoft.com/office/drawing/2014/main" id="{91D609BF-47B1-48B8-9B65-1365AA60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8505" y="1586552"/>
            <a:ext cx="233543" cy="48099"/>
          </a:xfrm>
          <a:custGeom xmlns:a="http://schemas.openxmlformats.org/drawingml/2006/main">
            <a:pathLst>
              <a:path w="233543" h="48099">
                <a:moveTo>
                  <a:pt x="0" y="48099"/>
                </a:moveTo>
                <a:lnTo>
                  <a:pt x="169413" y="48097"/>
                </a:lnTo>
                <a:lnTo>
                  <a:pt x="169413" y="28858"/>
                </a:lnTo>
                <a:lnTo>
                  <a:pt x="0" y="28860"/>
                </a:lnTo>
                <a:lnTo>
                  <a:pt x="0" y="480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35-part-1">
            <a:extLst xmlns:a="http://schemas.openxmlformats.org/drawingml/2006/main">
              <a:ext uri="{FF2B5EF4-FFF2-40B4-BE49-F238E27FC236}">
                <a16:creationId xmlns:a16="http://schemas.microsoft.com/office/drawing/2014/main" id="{E51CBB91-635E-4D6C-8079-C62A5AF7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8505" y="1586552"/>
            <a:ext cx="233543" cy="48099"/>
          </a:xfrm>
          <a:custGeom xmlns:a="http://schemas.openxmlformats.org/drawingml/2006/main">
            <a:pathLst>
              <a:path w="233543" h="48099">
                <a:moveTo>
                  <a:pt x="156588" y="76955"/>
                </a:moveTo>
                <a:lnTo>
                  <a:pt x="233543" y="38478"/>
                </a:lnTo>
                <a:lnTo>
                  <a:pt x="156588" y="0"/>
                </a:lnTo>
                <a:lnTo>
                  <a:pt x="156588" y="769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36">
            <a:extLst xmlns:a="http://schemas.openxmlformats.org/drawingml/2006/main">
              <a:ext uri="{FF2B5EF4-FFF2-40B4-BE49-F238E27FC236}">
                <a16:creationId xmlns:a16="http://schemas.microsoft.com/office/drawing/2014/main" id="{9A5793EB-197E-4F8D-8FF1-EDB377A6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8716" y="1432641"/>
            <a:ext cx="384777" cy="384777"/>
          </a:xfrm>
          <a:custGeom xmlns:a="http://schemas.openxmlformats.org/drawingml/2006/main">
            <a:pathLst>
              <a:path w="384777" h="384777">
                <a:moveTo>
                  <a:pt x="0" y="192389"/>
                </a:moveTo>
                <a:cubicBezTo>
                  <a:pt x="0" y="86135"/>
                  <a:pt x="86135" y="0"/>
                  <a:pt x="192389" y="0"/>
                </a:cubicBezTo>
                <a:cubicBezTo>
                  <a:pt x="298642" y="0"/>
                  <a:pt x="384777" y="86135"/>
                  <a:pt x="384777" y="192389"/>
                </a:cubicBezTo>
                <a:cubicBezTo>
                  <a:pt x="384777" y="298641"/>
                  <a:pt x="298642" y="384777"/>
                  <a:pt x="192389" y="384777"/>
                </a:cubicBezTo>
                <a:cubicBezTo>
                  <a:pt x="86135" y="384777"/>
                  <a:pt x="0" y="298641"/>
                  <a:pt x="0" y="1923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df-path-37">
            <a:extLst xmlns:a="http://schemas.openxmlformats.org/drawingml/2006/main">
              <a:ext uri="{FF2B5EF4-FFF2-40B4-BE49-F238E27FC236}">
                <a16:creationId xmlns:a16="http://schemas.microsoft.com/office/drawing/2014/main" id="{8271D9FD-61EA-4581-A0DB-B520C83C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8716" y="1432641"/>
            <a:ext cx="384777" cy="384777"/>
          </a:xfrm>
          <a:custGeom xmlns:a="http://schemas.openxmlformats.org/drawingml/2006/main">
            <a:pathLst>
              <a:path w="384777" h="384777">
                <a:moveTo>
                  <a:pt x="0" y="192389"/>
                </a:moveTo>
                <a:cubicBezTo>
                  <a:pt x="0" y="86135"/>
                  <a:pt x="86135" y="0"/>
                  <a:pt x="192388" y="0"/>
                </a:cubicBezTo>
                <a:cubicBezTo>
                  <a:pt x="298641" y="0"/>
                  <a:pt x="384777" y="86135"/>
                  <a:pt x="384777" y="192389"/>
                </a:cubicBezTo>
                <a:cubicBezTo>
                  <a:pt x="384777" y="298641"/>
                  <a:pt x="298641" y="384777"/>
                  <a:pt x="192388" y="384777"/>
                </a:cubicBezTo>
                <a:cubicBezTo>
                  <a:pt x="86135" y="384777"/>
                  <a:pt x="0" y="298641"/>
                  <a:pt x="0" y="19238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239">
            <a:solidFill>
              <a:srgbClr val="000000"/>
            </a:solidFill>
            <a:prstDash val="solid"/>
          </a:ln>
        </p:spPr>
      </p:sp>
      <p:sp>
        <p:nvSpPr>
          <p:cNvPr id="34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F6D26303-64AA-45CB-915F-C5CBA17E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300" y="1452580"/>
            <a:ext cx="192388" cy="256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35" name="pdf-path-41">
            <a:extLst xmlns:a="http://schemas.openxmlformats.org/drawingml/2006/main">
              <a:ext uri="{FF2B5EF4-FFF2-40B4-BE49-F238E27FC236}">
                <a16:creationId xmlns:a16="http://schemas.microsoft.com/office/drawing/2014/main" id="{2E4F84F0-CF51-4CFB-8957-0246A61E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3405" y="1487153"/>
            <a:ext cx="489838" cy="275756"/>
          </a:xfrm>
          <a:custGeom xmlns:a="http://schemas.openxmlformats.org/drawingml/2006/main">
            <a:pathLst>
              <a:path w="489838" h="275756">
                <a:moveTo>
                  <a:pt x="0" y="0"/>
                </a:moveTo>
                <a:lnTo>
                  <a:pt x="489838" y="0"/>
                </a:lnTo>
                <a:lnTo>
                  <a:pt x="489838" y="275756"/>
                </a:lnTo>
                <a:lnTo>
                  <a:pt x="0" y="275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239">
            <a:solidFill>
              <a:srgbClr val="000000"/>
            </a:solidFill>
            <a:prstDash val="solid"/>
          </a:ln>
        </p:spPr>
      </p:sp>
      <p:sp>
        <p:nvSpPr>
          <p:cNvPr id="36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A6885F96-8E83-4993-A28D-816A4908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8462" y="1551458"/>
            <a:ext cx="259940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</a:t>
            </a:r>
          </a:p>
        </p:txBody>
      </p:sp>
      <p:sp>
        <p:nvSpPr>
          <p:cNvPr id="37" name="pdf-path-43-part-0">
            <a:extLst xmlns:a="http://schemas.openxmlformats.org/drawingml/2006/main">
              <a:ext uri="{FF2B5EF4-FFF2-40B4-BE49-F238E27FC236}">
                <a16:creationId xmlns:a16="http://schemas.microsoft.com/office/drawing/2014/main" id="{238304C0-254E-43C8-9382-105790E3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5677" y="1586552"/>
            <a:ext cx="233543" cy="48099"/>
          </a:xfrm>
          <a:custGeom xmlns:a="http://schemas.openxmlformats.org/drawingml/2006/main">
            <a:pathLst>
              <a:path w="233543" h="48099">
                <a:moveTo>
                  <a:pt x="0" y="48099"/>
                </a:moveTo>
                <a:lnTo>
                  <a:pt x="169414" y="48097"/>
                </a:lnTo>
                <a:lnTo>
                  <a:pt x="169414" y="28858"/>
                </a:lnTo>
                <a:lnTo>
                  <a:pt x="0" y="28860"/>
                </a:lnTo>
                <a:lnTo>
                  <a:pt x="0" y="480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43-part-1">
            <a:extLst xmlns:a="http://schemas.openxmlformats.org/drawingml/2006/main">
              <a:ext uri="{FF2B5EF4-FFF2-40B4-BE49-F238E27FC236}">
                <a16:creationId xmlns:a16="http://schemas.microsoft.com/office/drawing/2014/main" id="{F3E30B62-74FF-4D85-81F9-FCEF2E93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5677" y="1586552"/>
            <a:ext cx="233543" cy="48099"/>
          </a:xfrm>
          <a:custGeom xmlns:a="http://schemas.openxmlformats.org/drawingml/2006/main">
            <a:pathLst>
              <a:path w="233543" h="48099">
                <a:moveTo>
                  <a:pt x="156588" y="76955"/>
                </a:moveTo>
                <a:lnTo>
                  <a:pt x="233543" y="38478"/>
                </a:lnTo>
                <a:lnTo>
                  <a:pt x="156588" y="0"/>
                </a:lnTo>
                <a:lnTo>
                  <a:pt x="156588" y="769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44-part-0">
            <a:extLst xmlns:a="http://schemas.openxmlformats.org/drawingml/2006/main">
              <a:ext uri="{FF2B5EF4-FFF2-40B4-BE49-F238E27FC236}">
                <a16:creationId xmlns:a16="http://schemas.microsoft.com/office/drawing/2014/main" id="{9EF34709-27B7-4E3F-A04E-633A24F5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531" y="1264303"/>
            <a:ext cx="2674385" cy="57718"/>
          </a:xfrm>
          <a:custGeom xmlns:a="http://schemas.openxmlformats.org/drawingml/2006/main">
            <a:pathLst>
              <a:path w="2674385" h="57718">
                <a:moveTo>
                  <a:pt x="2674385" y="0"/>
                </a:moveTo>
                <a:lnTo>
                  <a:pt x="72147" y="1"/>
                </a:lnTo>
                <a:lnTo>
                  <a:pt x="72147" y="28859"/>
                </a:lnTo>
                <a:lnTo>
                  <a:pt x="2674385" y="28858"/>
                </a:lnTo>
                <a:lnTo>
                  <a:pt x="2674385" y="0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44-part-1">
            <a:extLst xmlns:a="http://schemas.openxmlformats.org/drawingml/2006/main">
              <a:ext uri="{FF2B5EF4-FFF2-40B4-BE49-F238E27FC236}">
                <a16:creationId xmlns:a16="http://schemas.microsoft.com/office/drawing/2014/main" id="{BA7AF0F3-9CCB-45B1-97E2-45063973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531" y="1264303"/>
            <a:ext cx="2674385" cy="57718"/>
          </a:xfrm>
          <a:custGeom xmlns:a="http://schemas.openxmlformats.org/drawingml/2006/main">
            <a:pathLst>
              <a:path w="2674385" h="57718">
                <a:moveTo>
                  <a:pt x="86575" y="-28857"/>
                </a:moveTo>
                <a:lnTo>
                  <a:pt x="0" y="14430"/>
                </a:lnTo>
                <a:lnTo>
                  <a:pt x="86575" y="57718"/>
                </a:lnTo>
                <a:lnTo>
                  <a:pt x="86575" y="-28857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117F1319-4261-469D-9BC0-ABB76275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308" y="1003536"/>
            <a:ext cx="339876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back</a:t>
            </a:r>
          </a:p>
        </p:txBody>
      </p:sp>
      <p:sp>
        <p:nvSpPr>
          <p:cNvPr id="42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4CF98045-B30B-47C0-BD82-8553A58C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9085" y="1003536"/>
            <a:ext cx="857734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propagation</a:t>
            </a:r>
          </a:p>
        </p:txBody>
      </p:sp>
      <p:sp>
        <p:nvSpPr>
          <p:cNvPr id="43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3C283CCA-057D-4ACF-A5D1-A06459D0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8930" y="1160525"/>
            <a:ext cx="339222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Loss</a:t>
            </a:r>
          </a:p>
        </p:txBody>
      </p:sp>
      <p:sp>
        <p:nvSpPr>
          <p:cNvPr id="44" name="pdf-path-50">
            <a:extLst xmlns:a="http://schemas.openxmlformats.org/drawingml/2006/main">
              <a:ext uri="{FF2B5EF4-FFF2-40B4-BE49-F238E27FC236}">
                <a16:creationId xmlns:a16="http://schemas.microsoft.com/office/drawing/2014/main" id="{DA9DC7AD-3FB3-4154-BA42-403D019A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0516" y="564371"/>
            <a:ext cx="5520173" cy="2532382"/>
          </a:xfrm>
          <a:custGeom xmlns:a="http://schemas.openxmlformats.org/drawingml/2006/main">
            <a:pathLst>
              <a:path w="5520173" h="2532382">
                <a:moveTo>
                  <a:pt x="0" y="2532382"/>
                </a:moveTo>
                <a:lnTo>
                  <a:pt x="5520173" y="2532382"/>
                </a:lnTo>
                <a:lnTo>
                  <a:pt x="55201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51">
            <a:extLst xmlns:a="http://schemas.openxmlformats.org/drawingml/2006/main">
              <a:ext uri="{FF2B5EF4-FFF2-40B4-BE49-F238E27FC236}">
                <a16:creationId xmlns:a16="http://schemas.microsoft.com/office/drawing/2014/main" id="{15412DAA-BC7B-469B-B3F1-96369F9C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0516" y="564371"/>
            <a:ext cx="5520174" cy="2532382"/>
          </a:xfrm>
          <a:custGeom xmlns:a="http://schemas.openxmlformats.org/drawingml/2006/main">
            <a:pathLst>
              <a:path w="5520174" h="2532382">
                <a:moveTo>
                  <a:pt x="0" y="0"/>
                </a:moveTo>
                <a:lnTo>
                  <a:pt x="5520174" y="0"/>
                </a:lnTo>
                <a:lnTo>
                  <a:pt x="5520174" y="2532382"/>
                </a:lnTo>
                <a:lnTo>
                  <a:pt x="0" y="25323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652">
            <a:solidFill>
              <a:srgbClr val="4472C4"/>
            </a:solidFill>
            <a:prstDash val="solid"/>
          </a:ln>
        </p:spPr>
      </p:sp>
      <p:sp>
        <p:nvSpPr>
          <p:cNvPr id="46" name="pdf-path-52">
            <a:extLst xmlns:a="http://schemas.openxmlformats.org/drawingml/2006/main">
              <a:ext uri="{FF2B5EF4-FFF2-40B4-BE49-F238E27FC236}">
                <a16:creationId xmlns:a16="http://schemas.microsoft.com/office/drawing/2014/main" id="{DB427A49-5DE4-4C9E-8CC5-370CC075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9603" y="752323"/>
            <a:ext cx="1874608" cy="622387"/>
          </a:xfrm>
          <a:custGeom xmlns:a="http://schemas.openxmlformats.org/drawingml/2006/main">
            <a:pathLst>
              <a:path w="1874608" h="622387">
                <a:moveTo>
                  <a:pt x="0" y="103732"/>
                </a:moveTo>
                <a:cubicBezTo>
                  <a:pt x="0" y="46443"/>
                  <a:pt x="46444" y="0"/>
                  <a:pt x="103733" y="0"/>
                </a:cubicBezTo>
                <a:lnTo>
                  <a:pt x="1770877" y="0"/>
                </a:lnTo>
                <a:cubicBezTo>
                  <a:pt x="1828165" y="0"/>
                  <a:pt x="1874608" y="46443"/>
                  <a:pt x="1874608" y="103732"/>
                </a:cubicBezTo>
                <a:lnTo>
                  <a:pt x="1874608" y="518654"/>
                </a:lnTo>
                <a:cubicBezTo>
                  <a:pt x="1874608" y="575944"/>
                  <a:pt x="1828165" y="622387"/>
                  <a:pt x="1770877" y="622387"/>
                </a:cubicBezTo>
                <a:lnTo>
                  <a:pt x="103733" y="622387"/>
                </a:lnTo>
                <a:cubicBezTo>
                  <a:pt x="46444" y="622387"/>
                  <a:pt x="0" y="575944"/>
                  <a:pt x="0" y="518654"/>
                </a:cubicBezTo>
                <a:lnTo>
                  <a:pt x="0" y="103732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648F3C6E-EF04-4655-BD88-23B081F0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2455" y="991223"/>
            <a:ext cx="448906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48" name="pdf-path-54">
            <a:extLst xmlns:a="http://schemas.openxmlformats.org/drawingml/2006/main">
              <a:ext uri="{FF2B5EF4-FFF2-40B4-BE49-F238E27FC236}">
                <a16:creationId xmlns:a16="http://schemas.microsoft.com/office/drawing/2014/main" id="{DC275EB1-98C1-449A-B840-31BAE39E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6818" y="1560506"/>
            <a:ext cx="1874608" cy="622387"/>
          </a:xfrm>
          <a:custGeom xmlns:a="http://schemas.openxmlformats.org/drawingml/2006/main">
            <a:pathLst>
              <a:path w="1874608" h="622387">
                <a:moveTo>
                  <a:pt x="0" y="103732"/>
                </a:moveTo>
                <a:cubicBezTo>
                  <a:pt x="0" y="46443"/>
                  <a:pt x="46443" y="0"/>
                  <a:pt x="103733" y="0"/>
                </a:cubicBezTo>
                <a:lnTo>
                  <a:pt x="1770875" y="0"/>
                </a:lnTo>
                <a:cubicBezTo>
                  <a:pt x="1828165" y="0"/>
                  <a:pt x="1874608" y="46443"/>
                  <a:pt x="1874608" y="103732"/>
                </a:cubicBezTo>
                <a:lnTo>
                  <a:pt x="1874608" y="518654"/>
                </a:lnTo>
                <a:cubicBezTo>
                  <a:pt x="1874608" y="575944"/>
                  <a:pt x="1828165" y="622387"/>
                  <a:pt x="1770875" y="622387"/>
                </a:cubicBezTo>
                <a:lnTo>
                  <a:pt x="103733" y="622387"/>
                </a:lnTo>
                <a:cubicBezTo>
                  <a:pt x="46443" y="622387"/>
                  <a:pt x="0" y="575944"/>
                  <a:pt x="0" y="518654"/>
                </a:cubicBezTo>
                <a:lnTo>
                  <a:pt x="0" y="103732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0D868EA3-4D22-4C0D-9658-04FAE311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8697" y="1797715"/>
            <a:ext cx="718267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feasibility</a:t>
            </a:r>
          </a:p>
        </p:txBody>
      </p:sp>
      <p:sp>
        <p:nvSpPr>
          <p:cNvPr id="50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58712181-CFEB-47BE-8AB2-4F1E700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1838" y="1797715"/>
            <a:ext cx="648186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predictor</a:t>
            </a:r>
          </a:p>
        </p:txBody>
      </p:sp>
      <p:sp>
        <p:nvSpPr>
          <p:cNvPr id="51" name="pdf-path-57">
            <a:extLst xmlns:a="http://schemas.openxmlformats.org/drawingml/2006/main">
              <a:ext uri="{FF2B5EF4-FFF2-40B4-BE49-F238E27FC236}">
                <a16:creationId xmlns:a16="http://schemas.microsoft.com/office/drawing/2014/main" id="{C8FB9DD5-CB0C-4275-92AB-4884C1F4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3805" y="825887"/>
            <a:ext cx="137734" cy="455785"/>
          </a:xfrm>
          <a:custGeom xmlns:a="http://schemas.openxmlformats.org/drawingml/2006/main">
            <a:pathLst>
              <a:path w="137734" h="455785">
                <a:moveTo>
                  <a:pt x="0" y="455785"/>
                </a:moveTo>
                <a:lnTo>
                  <a:pt x="137734" y="455785"/>
                </a:lnTo>
                <a:lnTo>
                  <a:pt x="13773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58">
            <a:extLst xmlns:a="http://schemas.openxmlformats.org/drawingml/2006/main">
              <a:ext uri="{FF2B5EF4-FFF2-40B4-BE49-F238E27FC236}">
                <a16:creationId xmlns:a16="http://schemas.microsoft.com/office/drawing/2014/main" id="{016F24AA-0BC2-4138-974F-81677EE7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3805" y="1688365"/>
            <a:ext cx="137734" cy="455785"/>
          </a:xfrm>
          <a:custGeom xmlns:a="http://schemas.openxmlformats.org/drawingml/2006/main">
            <a:pathLst>
              <a:path w="137734" h="455785">
                <a:moveTo>
                  <a:pt x="0" y="455785"/>
                </a:moveTo>
                <a:lnTo>
                  <a:pt x="137734" y="455785"/>
                </a:lnTo>
                <a:lnTo>
                  <a:pt x="13773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083CF754-9424-4001-A6C4-FB13FD40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3251" y="617802"/>
            <a:ext cx="299612" cy="17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4472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4472C4"/>
                </a:solidFill>
                <a:latin typeface="Arial"/>
                <a:ea typeface="Arial"/>
                <a:cs typeface="Arial"/>
              </a:defRPr>
            </a:pPr>
            <a:r>
              <a:rPr sz="1414" b="0" i="0">
                <a:solidFill>
                  <a:srgbClr val="4472C4"/>
                </a:solidFill>
                <a:latin typeface="Arial"/>
                <a:ea typeface="Arial"/>
                <a:cs typeface="Arial"/>
              </a:rPr>
              <a:t>skill</a:t>
            </a:r>
          </a:p>
        </p:txBody>
      </p:sp>
      <p:sp>
        <p:nvSpPr>
          <p:cNvPr id="54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384C5120-20D2-4A54-AF93-0BFDFFDA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2756" y="617802"/>
            <a:ext cx="99864" cy="17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4472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4472C4"/>
                </a:solidFill>
                <a:latin typeface="Arial"/>
                <a:ea typeface="Arial"/>
                <a:cs typeface="Arial"/>
              </a:defRPr>
            </a:pPr>
            <a:r>
              <a:rPr sz="1414" b="0" i="0">
                <a:solidFill>
                  <a:srgbClr val="4472C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5" name="pdf-path-61">
            <a:extLst xmlns:a="http://schemas.openxmlformats.org/drawingml/2006/main">
              <a:ext uri="{FF2B5EF4-FFF2-40B4-BE49-F238E27FC236}">
                <a16:creationId xmlns:a16="http://schemas.microsoft.com/office/drawing/2014/main" id="{BA729AD1-A3F6-46AA-831A-9EF64D50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4988" y="4254361"/>
            <a:ext cx="916221" cy="491773"/>
          </a:xfrm>
          <a:custGeom xmlns:a="http://schemas.openxmlformats.org/drawingml/2006/main">
            <a:pathLst>
              <a:path w="916221" h="491773">
                <a:moveTo>
                  <a:pt x="0" y="81964"/>
                </a:moveTo>
                <a:cubicBezTo>
                  <a:pt x="0" y="36696"/>
                  <a:pt x="36696" y="0"/>
                  <a:pt x="81962" y="0"/>
                </a:cubicBezTo>
                <a:lnTo>
                  <a:pt x="834259" y="0"/>
                </a:lnTo>
                <a:cubicBezTo>
                  <a:pt x="879525" y="0"/>
                  <a:pt x="916221" y="36696"/>
                  <a:pt x="916221" y="81964"/>
                </a:cubicBezTo>
                <a:lnTo>
                  <a:pt x="916221" y="409809"/>
                </a:lnTo>
                <a:cubicBezTo>
                  <a:pt x="916221" y="455077"/>
                  <a:pt x="879525" y="491773"/>
                  <a:pt x="834259" y="491773"/>
                </a:cubicBezTo>
                <a:lnTo>
                  <a:pt x="81962" y="491773"/>
                </a:lnTo>
                <a:cubicBezTo>
                  <a:pt x="36696" y="491773"/>
                  <a:pt x="0" y="455077"/>
                  <a:pt x="0" y="409809"/>
                </a:cubicBezTo>
                <a:lnTo>
                  <a:pt x="0" y="81964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A75CB79F-E63F-40ED-9E5D-0AE3AAEE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1050" y="4426509"/>
            <a:ext cx="309625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skill</a:t>
            </a:r>
          </a:p>
        </p:txBody>
      </p:sp>
      <p:sp>
        <p:nvSpPr>
          <p:cNvPr id="57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737FFF62-EC07-4118-AA23-57A8CCA8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5365" y="4426509"/>
            <a:ext cx="89781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8" name="pdf-path-64">
            <a:extLst xmlns:a="http://schemas.openxmlformats.org/drawingml/2006/main">
              <a:ext uri="{FF2B5EF4-FFF2-40B4-BE49-F238E27FC236}">
                <a16:creationId xmlns:a16="http://schemas.microsoft.com/office/drawing/2014/main" id="{6237BD16-820F-4DDA-9A25-F2F06302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7919" y="4258955"/>
            <a:ext cx="1029584" cy="491773"/>
          </a:xfrm>
          <a:custGeom xmlns:a="http://schemas.openxmlformats.org/drawingml/2006/main">
            <a:pathLst>
              <a:path w="1029584" h="491773">
                <a:moveTo>
                  <a:pt x="0" y="81964"/>
                </a:moveTo>
                <a:cubicBezTo>
                  <a:pt x="0" y="36698"/>
                  <a:pt x="36695" y="0"/>
                  <a:pt x="81963" y="0"/>
                </a:cubicBezTo>
                <a:lnTo>
                  <a:pt x="947619" y="0"/>
                </a:lnTo>
                <a:cubicBezTo>
                  <a:pt x="992887" y="0"/>
                  <a:pt x="1029584" y="36698"/>
                  <a:pt x="1029584" y="81964"/>
                </a:cubicBezTo>
                <a:lnTo>
                  <a:pt x="1029584" y="409809"/>
                </a:lnTo>
                <a:cubicBezTo>
                  <a:pt x="1029584" y="455076"/>
                  <a:pt x="992887" y="491773"/>
                  <a:pt x="947619" y="491773"/>
                </a:cubicBezTo>
                <a:lnTo>
                  <a:pt x="81963" y="491773"/>
                </a:lnTo>
                <a:cubicBezTo>
                  <a:pt x="36695" y="491773"/>
                  <a:pt x="0" y="455076"/>
                  <a:pt x="0" y="409809"/>
                </a:cubicBezTo>
                <a:lnTo>
                  <a:pt x="0" y="81964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702B9839-A899-41F4-B850-21DD9B18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0661" y="4432665"/>
            <a:ext cx="309626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skill</a:t>
            </a:r>
          </a:p>
        </p:txBody>
      </p:sp>
      <p:sp>
        <p:nvSpPr>
          <p:cNvPr id="60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FD56E7B1-0BD6-4DCC-8988-E188E230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976" y="4432665"/>
            <a:ext cx="89781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1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22BE67CC-A881-4F80-9028-EF7BCF07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398" y="4251201"/>
            <a:ext cx="269343" cy="35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82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82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2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62" name="pdf-path-68">
            <a:extLst xmlns:a="http://schemas.openxmlformats.org/drawingml/2006/main">
              <a:ext uri="{FF2B5EF4-FFF2-40B4-BE49-F238E27FC236}">
                <a16:creationId xmlns:a16="http://schemas.microsoft.com/office/drawing/2014/main" id="{70BB025F-9AD2-4ACE-AC55-CB5215D2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8595" y="5275552"/>
            <a:ext cx="1029584" cy="262065"/>
          </a:xfrm>
          <a:custGeom xmlns:a="http://schemas.openxmlformats.org/drawingml/2006/main">
            <a:pathLst>
              <a:path w="1029584" h="262065">
                <a:moveTo>
                  <a:pt x="0" y="262065"/>
                </a:moveTo>
                <a:lnTo>
                  <a:pt x="1029584" y="262065"/>
                </a:lnTo>
                <a:lnTo>
                  <a:pt x="102958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69">
            <a:extLst xmlns:a="http://schemas.openxmlformats.org/drawingml/2006/main">
              <a:ext uri="{FF2B5EF4-FFF2-40B4-BE49-F238E27FC236}">
                <a16:creationId xmlns:a16="http://schemas.microsoft.com/office/drawing/2014/main" id="{0E48EBC3-8BA4-44C2-B5AF-CF864B5B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018" y="5267960"/>
            <a:ext cx="1029583" cy="262065"/>
          </a:xfrm>
          <a:custGeom xmlns:a="http://schemas.openxmlformats.org/drawingml/2006/main">
            <a:pathLst>
              <a:path w="1029583" h="262065">
                <a:moveTo>
                  <a:pt x="0" y="262065"/>
                </a:moveTo>
                <a:lnTo>
                  <a:pt x="1029583" y="262065"/>
                </a:lnTo>
                <a:lnTo>
                  <a:pt x="102958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70">
            <a:extLst xmlns:a="http://schemas.openxmlformats.org/drawingml/2006/main">
              <a:ext uri="{FF2B5EF4-FFF2-40B4-BE49-F238E27FC236}">
                <a16:creationId xmlns:a16="http://schemas.microsoft.com/office/drawing/2014/main" id="{8D49F44C-FCB3-4471-AE9B-87EB89D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9537" y="5275552"/>
            <a:ext cx="1029583" cy="262065"/>
          </a:xfrm>
          <a:custGeom xmlns:a="http://schemas.openxmlformats.org/drawingml/2006/main">
            <a:pathLst>
              <a:path w="1029583" h="262065">
                <a:moveTo>
                  <a:pt x="0" y="262065"/>
                </a:moveTo>
                <a:lnTo>
                  <a:pt x="1029583" y="262065"/>
                </a:lnTo>
                <a:lnTo>
                  <a:pt x="102958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71">
            <a:extLst xmlns:a="http://schemas.openxmlformats.org/drawingml/2006/main">
              <a:ext uri="{FF2B5EF4-FFF2-40B4-BE49-F238E27FC236}">
                <a16:creationId xmlns:a16="http://schemas.microsoft.com/office/drawing/2014/main" id="{B5A1FDDD-56B1-4D8D-94FB-455DEB8E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8903" y="5910203"/>
            <a:ext cx="1630339" cy="491771"/>
          </a:xfrm>
          <a:custGeom xmlns:a="http://schemas.openxmlformats.org/drawingml/2006/main">
            <a:pathLst>
              <a:path w="1630339" h="491771">
                <a:moveTo>
                  <a:pt x="0" y="81962"/>
                </a:moveTo>
                <a:cubicBezTo>
                  <a:pt x="0" y="36695"/>
                  <a:pt x="36696" y="0"/>
                  <a:pt x="81964" y="0"/>
                </a:cubicBezTo>
                <a:lnTo>
                  <a:pt x="1548376" y="0"/>
                </a:lnTo>
                <a:cubicBezTo>
                  <a:pt x="1593643" y="0"/>
                  <a:pt x="1630339" y="36695"/>
                  <a:pt x="1630339" y="81962"/>
                </a:cubicBezTo>
                <a:lnTo>
                  <a:pt x="1630339" y="409808"/>
                </a:lnTo>
                <a:cubicBezTo>
                  <a:pt x="1630339" y="455076"/>
                  <a:pt x="1593643" y="491771"/>
                  <a:pt x="1548376" y="491771"/>
                </a:cubicBezTo>
                <a:lnTo>
                  <a:pt x="81964" y="491771"/>
                </a:lnTo>
                <a:cubicBezTo>
                  <a:pt x="36696" y="491771"/>
                  <a:pt x="0" y="455076"/>
                  <a:pt x="0" y="409808"/>
                </a:cubicBezTo>
                <a:lnTo>
                  <a:pt x="0" y="81962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72">
            <a:extLst xmlns:a="http://schemas.openxmlformats.org/drawingml/2006/main">
              <a:ext uri="{FF2B5EF4-FFF2-40B4-BE49-F238E27FC236}">
                <a16:creationId xmlns:a16="http://schemas.microsoft.com/office/drawing/2014/main" id="{30422693-1C08-458F-999D-A9879D29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0800" y="5761795"/>
            <a:ext cx="1405664" cy="491772"/>
          </a:xfrm>
          <a:custGeom xmlns:a="http://schemas.openxmlformats.org/drawingml/2006/main">
            <a:pathLst>
              <a:path w="1405664" h="491772">
                <a:moveTo>
                  <a:pt x="0" y="81963"/>
                </a:moveTo>
                <a:cubicBezTo>
                  <a:pt x="0" y="36696"/>
                  <a:pt x="36695" y="0"/>
                  <a:pt x="81962" y="0"/>
                </a:cubicBezTo>
                <a:lnTo>
                  <a:pt x="1323701" y="0"/>
                </a:lnTo>
                <a:cubicBezTo>
                  <a:pt x="1368968" y="0"/>
                  <a:pt x="1405664" y="36696"/>
                  <a:pt x="1405664" y="81963"/>
                </a:cubicBezTo>
                <a:lnTo>
                  <a:pt x="1405664" y="409808"/>
                </a:lnTo>
                <a:cubicBezTo>
                  <a:pt x="1405664" y="455076"/>
                  <a:pt x="1368968" y="491772"/>
                  <a:pt x="1323701" y="491772"/>
                </a:cubicBezTo>
                <a:lnTo>
                  <a:pt x="81962" y="491772"/>
                </a:lnTo>
                <a:cubicBezTo>
                  <a:pt x="36695" y="491772"/>
                  <a:pt x="0" y="455076"/>
                  <a:pt x="0" y="409808"/>
                </a:cubicBezTo>
                <a:lnTo>
                  <a:pt x="0" y="81963"/>
                </a:lnTo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73">
            <a:extLst xmlns:a="http://schemas.openxmlformats.org/drawingml/2006/main">
              <a:ext uri="{FF2B5EF4-FFF2-40B4-BE49-F238E27FC236}">
                <a16:creationId xmlns:a16="http://schemas.microsoft.com/office/drawing/2014/main" id="{30F96A0D-C453-488B-B11B-E82E8B64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8423" y="5282712"/>
            <a:ext cx="1029584" cy="262065"/>
          </a:xfrm>
          <a:custGeom xmlns:a="http://schemas.openxmlformats.org/drawingml/2006/main">
            <a:pathLst>
              <a:path w="1029584" h="262065">
                <a:moveTo>
                  <a:pt x="0" y="262065"/>
                </a:moveTo>
                <a:lnTo>
                  <a:pt x="1029584" y="262065"/>
                </a:lnTo>
                <a:lnTo>
                  <a:pt x="102958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74">
            <a:extLst xmlns:a="http://schemas.openxmlformats.org/drawingml/2006/main">
              <a:ext uri="{FF2B5EF4-FFF2-40B4-BE49-F238E27FC236}">
                <a16:creationId xmlns:a16="http://schemas.microsoft.com/office/drawing/2014/main" id="{DE67704C-6F43-4762-BCD1-9B262661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9607" y="5767130"/>
            <a:ext cx="1630339" cy="491772"/>
          </a:xfrm>
          <a:custGeom xmlns:a="http://schemas.openxmlformats.org/drawingml/2006/main">
            <a:pathLst>
              <a:path w="1630339" h="491772">
                <a:moveTo>
                  <a:pt x="0" y="81963"/>
                </a:moveTo>
                <a:cubicBezTo>
                  <a:pt x="0" y="36696"/>
                  <a:pt x="36696" y="0"/>
                  <a:pt x="81962" y="0"/>
                </a:cubicBezTo>
                <a:lnTo>
                  <a:pt x="1548376" y="0"/>
                </a:lnTo>
                <a:cubicBezTo>
                  <a:pt x="1593642" y="0"/>
                  <a:pt x="1630339" y="36696"/>
                  <a:pt x="1630339" y="81963"/>
                </a:cubicBezTo>
                <a:lnTo>
                  <a:pt x="1630339" y="409809"/>
                </a:lnTo>
                <a:cubicBezTo>
                  <a:pt x="1630339" y="455076"/>
                  <a:pt x="1593642" y="491772"/>
                  <a:pt x="1548376" y="491772"/>
                </a:cubicBezTo>
                <a:lnTo>
                  <a:pt x="81962" y="491772"/>
                </a:lnTo>
                <a:cubicBezTo>
                  <a:pt x="36696" y="491772"/>
                  <a:pt x="0" y="455076"/>
                  <a:pt x="0" y="409809"/>
                </a:cubicBezTo>
                <a:lnTo>
                  <a:pt x="0" y="81963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5D7BC23E-4E3B-4E18-8431-FCF4E63C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4930" y="5897519"/>
            <a:ext cx="362357" cy="256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f(o,</a:t>
            </a:r>
          </a:p>
        </p:txBody>
      </p:sp>
      <p:sp>
        <p:nvSpPr>
          <p:cNvPr id="70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014116DC-0873-414F-96E0-50E73E24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390" y="5897519"/>
            <a:ext cx="213681" cy="256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g)</a:t>
            </a:r>
          </a:p>
        </p:txBody>
      </p:sp>
      <p:sp>
        <p:nvSpPr>
          <p:cNvPr id="71" name="pdf-path-77">
            <a:extLst xmlns:a="http://schemas.openxmlformats.org/drawingml/2006/main">
              <a:ext uri="{FF2B5EF4-FFF2-40B4-BE49-F238E27FC236}">
                <a16:creationId xmlns:a16="http://schemas.microsoft.com/office/drawing/2014/main" id="{330EB5CC-D148-40FB-AB96-1906DAA8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4866" y="5915538"/>
            <a:ext cx="1630339" cy="491771"/>
          </a:xfrm>
          <a:custGeom xmlns:a="http://schemas.openxmlformats.org/drawingml/2006/main">
            <a:pathLst>
              <a:path w="1630339" h="491771">
                <a:moveTo>
                  <a:pt x="0" y="81962"/>
                </a:moveTo>
                <a:cubicBezTo>
                  <a:pt x="0" y="36695"/>
                  <a:pt x="36697" y="0"/>
                  <a:pt x="81963" y="0"/>
                </a:cubicBezTo>
                <a:lnTo>
                  <a:pt x="1548376" y="0"/>
                </a:lnTo>
                <a:cubicBezTo>
                  <a:pt x="1593642" y="0"/>
                  <a:pt x="1630339" y="36695"/>
                  <a:pt x="1630339" y="81962"/>
                </a:cubicBezTo>
                <a:lnTo>
                  <a:pt x="1630339" y="409808"/>
                </a:lnTo>
                <a:cubicBezTo>
                  <a:pt x="1630339" y="455076"/>
                  <a:pt x="1593642" y="491771"/>
                  <a:pt x="1548376" y="491771"/>
                </a:cubicBezTo>
                <a:lnTo>
                  <a:pt x="81963" y="491771"/>
                </a:lnTo>
                <a:cubicBezTo>
                  <a:pt x="36697" y="491771"/>
                  <a:pt x="0" y="455076"/>
                  <a:pt x="0" y="409808"/>
                </a:cubicBezTo>
                <a:lnTo>
                  <a:pt x="0" y="81962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78-part-0">
            <a:extLst xmlns:a="http://schemas.openxmlformats.org/drawingml/2006/main">
              <a:ext uri="{FF2B5EF4-FFF2-40B4-BE49-F238E27FC236}">
                <a16:creationId xmlns:a16="http://schemas.microsoft.com/office/drawing/2014/main" id="{4CA2CE8A-C6A9-405E-9138-775561BA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7991" y="5514242"/>
            <a:ext cx="1300822" cy="277993"/>
          </a:xfrm>
          <a:custGeom xmlns:a="http://schemas.openxmlformats.org/drawingml/2006/main">
            <a:pathLst>
              <a:path w="1300822" h="277993">
                <a:moveTo>
                  <a:pt x="5636" y="0"/>
                </a:moveTo>
                <a:lnTo>
                  <a:pt x="1224727" y="217680"/>
                </a:lnTo>
                <a:lnTo>
                  <a:pt x="1219091" y="249246"/>
                </a:lnTo>
                <a:lnTo>
                  <a:pt x="0" y="31565"/>
                </a:lnTo>
                <a:lnTo>
                  <a:pt x="563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78-part-1">
            <a:extLst xmlns:a="http://schemas.openxmlformats.org/drawingml/2006/main">
              <a:ext uri="{FF2B5EF4-FFF2-40B4-BE49-F238E27FC236}">
                <a16:creationId xmlns:a16="http://schemas.microsoft.com/office/drawing/2014/main" id="{185AEA3F-40F4-4119-8DD8-4E1BEFB3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7991" y="5514242"/>
            <a:ext cx="1300822" cy="277993"/>
          </a:xfrm>
          <a:custGeom xmlns:a="http://schemas.openxmlformats.org/drawingml/2006/main">
            <a:pathLst>
              <a:path w="1300822" h="277993">
                <a:moveTo>
                  <a:pt x="1214580" y="183297"/>
                </a:moveTo>
                <a:lnTo>
                  <a:pt x="1300822" y="247554"/>
                </a:lnTo>
                <a:lnTo>
                  <a:pt x="1197671" y="277993"/>
                </a:lnTo>
                <a:lnTo>
                  <a:pt x="1214580" y="1832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79-part-0">
            <a:extLst xmlns:a="http://schemas.openxmlformats.org/drawingml/2006/main">
              <a:ext uri="{FF2B5EF4-FFF2-40B4-BE49-F238E27FC236}">
                <a16:creationId xmlns:a16="http://schemas.microsoft.com/office/drawing/2014/main" id="{B3A393B8-90D2-4C1F-8E1A-763DE7A6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8814" y="5521855"/>
            <a:ext cx="1207506" cy="269625"/>
          </a:xfrm>
          <a:custGeom xmlns:a="http://schemas.openxmlformats.org/drawingml/2006/main">
            <a:pathLst>
              <a:path w="1207506" h="269625">
                <a:moveTo>
                  <a:pt x="1201640" y="0"/>
                </a:moveTo>
                <a:lnTo>
                  <a:pt x="75875" y="209512"/>
                </a:lnTo>
                <a:lnTo>
                  <a:pt x="81742" y="241035"/>
                </a:lnTo>
                <a:lnTo>
                  <a:pt x="1207506" y="31523"/>
                </a:lnTo>
                <a:lnTo>
                  <a:pt x="120164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79-part-1">
            <a:extLst xmlns:a="http://schemas.openxmlformats.org/drawingml/2006/main">
              <a:ext uri="{FF2B5EF4-FFF2-40B4-BE49-F238E27FC236}">
                <a16:creationId xmlns:a16="http://schemas.microsoft.com/office/drawing/2014/main" id="{B76AAB55-CDBA-49FB-A86F-80076DC9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8814" y="5521855"/>
            <a:ext cx="1207506" cy="269625"/>
          </a:xfrm>
          <a:custGeom xmlns:a="http://schemas.openxmlformats.org/drawingml/2006/main">
            <a:pathLst>
              <a:path w="1207506" h="269625">
                <a:moveTo>
                  <a:pt x="85770" y="175055"/>
                </a:moveTo>
                <a:lnTo>
                  <a:pt x="0" y="239940"/>
                </a:lnTo>
                <a:lnTo>
                  <a:pt x="103370" y="269625"/>
                </a:lnTo>
                <a:lnTo>
                  <a:pt x="85770" y="1750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80-part-0">
            <a:extLst xmlns:a="http://schemas.openxmlformats.org/drawingml/2006/main">
              <a:ext uri="{FF2B5EF4-FFF2-40B4-BE49-F238E27FC236}">
                <a16:creationId xmlns:a16="http://schemas.microsoft.com/office/drawing/2014/main" id="{AD2AEE2D-0FE8-49D3-B793-7917D3CD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0796" y="5521795"/>
            <a:ext cx="1403979" cy="277252"/>
          </a:xfrm>
          <a:custGeom xmlns:a="http://schemas.openxmlformats.org/drawingml/2006/main">
            <a:pathLst>
              <a:path w="1403979" h="277252">
                <a:moveTo>
                  <a:pt x="5182" y="0"/>
                </a:moveTo>
                <a:lnTo>
                  <a:pt x="1327463" y="216557"/>
                </a:lnTo>
                <a:lnTo>
                  <a:pt x="1322279" y="248200"/>
                </a:lnTo>
                <a:lnTo>
                  <a:pt x="0" y="31644"/>
                </a:lnTo>
                <a:lnTo>
                  <a:pt x="518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80-part-1">
            <a:extLst xmlns:a="http://schemas.openxmlformats.org/drawingml/2006/main">
              <a:ext uri="{FF2B5EF4-FFF2-40B4-BE49-F238E27FC236}">
                <a16:creationId xmlns:a16="http://schemas.microsoft.com/office/drawing/2014/main" id="{7CA27D4D-21DB-4232-B8B3-068A8FEF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0796" y="5521795"/>
            <a:ext cx="1403979" cy="277252"/>
          </a:xfrm>
          <a:custGeom xmlns:a="http://schemas.openxmlformats.org/drawingml/2006/main">
            <a:pathLst>
              <a:path w="1403979" h="277252">
                <a:moveTo>
                  <a:pt x="1316824" y="182323"/>
                </a:moveTo>
                <a:lnTo>
                  <a:pt x="1403979" y="245334"/>
                </a:lnTo>
                <a:lnTo>
                  <a:pt x="1301277" y="277252"/>
                </a:lnTo>
                <a:lnTo>
                  <a:pt x="1316824" y="1823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81-part-0">
            <a:extLst xmlns:a="http://schemas.openxmlformats.org/drawingml/2006/main">
              <a:ext uri="{FF2B5EF4-FFF2-40B4-BE49-F238E27FC236}">
                <a16:creationId xmlns:a16="http://schemas.microsoft.com/office/drawing/2014/main" id="{19394666-6492-4F5A-B4D0-FD9BA331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4775" y="5521880"/>
            <a:ext cx="1182617" cy="274089"/>
          </a:xfrm>
          <a:custGeom xmlns:a="http://schemas.openxmlformats.org/drawingml/2006/main">
            <a:pathLst>
              <a:path w="1182617" h="274089">
                <a:moveTo>
                  <a:pt x="1176492" y="0"/>
                </a:moveTo>
                <a:lnTo>
                  <a:pt x="75625" y="214203"/>
                </a:lnTo>
                <a:lnTo>
                  <a:pt x="81748" y="245677"/>
                </a:lnTo>
                <a:lnTo>
                  <a:pt x="1182617" y="31475"/>
                </a:lnTo>
                <a:lnTo>
                  <a:pt x="117649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81-part-1">
            <a:extLst xmlns:a="http://schemas.openxmlformats.org/drawingml/2006/main">
              <a:ext uri="{FF2B5EF4-FFF2-40B4-BE49-F238E27FC236}">
                <a16:creationId xmlns:a16="http://schemas.microsoft.com/office/drawing/2014/main" id="{CC7D7318-21A3-411C-857E-0C97DF29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4775" y="5521880"/>
            <a:ext cx="1182617" cy="274089"/>
          </a:xfrm>
          <a:custGeom xmlns:a="http://schemas.openxmlformats.org/drawingml/2006/main">
            <a:pathLst>
              <a:path w="1182617" h="274089">
                <a:moveTo>
                  <a:pt x="85238" y="179665"/>
                </a:moveTo>
                <a:lnTo>
                  <a:pt x="0" y="245250"/>
                </a:lnTo>
                <a:lnTo>
                  <a:pt x="103611" y="274089"/>
                </a:lnTo>
                <a:lnTo>
                  <a:pt x="85238" y="1796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82-part-0">
            <a:extLst xmlns:a="http://schemas.openxmlformats.org/drawingml/2006/main">
              <a:ext uri="{FF2B5EF4-FFF2-40B4-BE49-F238E27FC236}">
                <a16:creationId xmlns:a16="http://schemas.microsoft.com/office/drawing/2014/main" id="{9ED95D96-7D3D-4980-AE6E-652CECF8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1209" y="5521892"/>
            <a:ext cx="1132423" cy="268350"/>
          </a:xfrm>
          <a:custGeom xmlns:a="http://schemas.openxmlformats.org/drawingml/2006/main">
            <a:pathLst>
              <a:path w="1132423" h="268350">
                <a:moveTo>
                  <a:pt x="6242" y="0"/>
                </a:moveTo>
                <a:lnTo>
                  <a:pt x="1056917" y="208569"/>
                </a:lnTo>
                <a:lnTo>
                  <a:pt x="1050673" y="240020"/>
                </a:lnTo>
                <a:lnTo>
                  <a:pt x="0" y="31451"/>
                </a:lnTo>
                <a:lnTo>
                  <a:pt x="624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82-part-1">
            <a:extLst xmlns:a="http://schemas.openxmlformats.org/drawingml/2006/main">
              <a:ext uri="{FF2B5EF4-FFF2-40B4-BE49-F238E27FC236}">
                <a16:creationId xmlns:a16="http://schemas.microsoft.com/office/drawing/2014/main" id="{5DC1C27C-DB52-4E6E-BE68-D8C38F9B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1209" y="5521892"/>
            <a:ext cx="1132423" cy="268350"/>
          </a:xfrm>
          <a:custGeom xmlns:a="http://schemas.openxmlformats.org/drawingml/2006/main">
            <a:pathLst>
              <a:path w="1132423" h="268350">
                <a:moveTo>
                  <a:pt x="1047434" y="173997"/>
                </a:moveTo>
                <a:lnTo>
                  <a:pt x="1132423" y="239903"/>
                </a:lnTo>
                <a:lnTo>
                  <a:pt x="1028705" y="268350"/>
                </a:lnTo>
                <a:lnTo>
                  <a:pt x="1047434" y="1739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83-part-0">
            <a:extLst xmlns:a="http://schemas.openxmlformats.org/drawingml/2006/main">
              <a:ext uri="{FF2B5EF4-FFF2-40B4-BE49-F238E27FC236}">
                <a16:creationId xmlns:a16="http://schemas.microsoft.com/office/drawing/2014/main" id="{4E31C9C7-334B-48DF-893E-5BF981C9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3632" y="5529089"/>
            <a:ext cx="1032890" cy="259930"/>
          </a:xfrm>
          <a:custGeom xmlns:a="http://schemas.openxmlformats.org/drawingml/2006/main">
            <a:pathLst>
              <a:path w="1032890" h="259930">
                <a:moveTo>
                  <a:pt x="1026276" y="0"/>
                </a:moveTo>
                <a:lnTo>
                  <a:pt x="75131" y="200485"/>
                </a:lnTo>
                <a:lnTo>
                  <a:pt x="81744" y="231861"/>
                </a:lnTo>
                <a:lnTo>
                  <a:pt x="1032890" y="31375"/>
                </a:lnTo>
                <a:lnTo>
                  <a:pt x="102627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83-part-1">
            <a:extLst xmlns:a="http://schemas.openxmlformats.org/drawingml/2006/main">
              <a:ext uri="{FF2B5EF4-FFF2-40B4-BE49-F238E27FC236}">
                <a16:creationId xmlns:a16="http://schemas.microsoft.com/office/drawing/2014/main" id="{33F51C56-55C3-420F-9B3E-C1281A61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3632" y="5529089"/>
            <a:ext cx="1032890" cy="259930"/>
          </a:xfrm>
          <a:custGeom xmlns:a="http://schemas.openxmlformats.org/drawingml/2006/main">
            <a:pathLst>
              <a:path w="1032890" h="259930">
                <a:moveTo>
                  <a:pt x="84206" y="165804"/>
                </a:moveTo>
                <a:lnTo>
                  <a:pt x="0" y="232706"/>
                </a:lnTo>
                <a:lnTo>
                  <a:pt x="104046" y="259930"/>
                </a:lnTo>
                <a:lnTo>
                  <a:pt x="84206" y="1658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84">
            <a:extLst xmlns:a="http://schemas.openxmlformats.org/drawingml/2006/main">
              <a:ext uri="{FF2B5EF4-FFF2-40B4-BE49-F238E27FC236}">
                <a16:creationId xmlns:a16="http://schemas.microsoft.com/office/drawing/2014/main" id="{EEA5FE4D-C738-4F71-AFC4-D7D48369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0986" y="2510498"/>
            <a:ext cx="3379812" cy="1064484"/>
          </a:xfrm>
          <a:custGeom xmlns:a="http://schemas.openxmlformats.org/drawingml/2006/main">
            <a:pathLst>
              <a:path w="3379812" h="1064484">
                <a:moveTo>
                  <a:pt x="0" y="1064484"/>
                </a:moveTo>
                <a:lnTo>
                  <a:pt x="3379812" y="1064484"/>
                </a:lnTo>
                <a:lnTo>
                  <a:pt x="33798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85">
            <a:extLst xmlns:a="http://schemas.openxmlformats.org/drawingml/2006/main">
              <a:ext uri="{FF2B5EF4-FFF2-40B4-BE49-F238E27FC236}">
                <a16:creationId xmlns:a16="http://schemas.microsoft.com/office/drawing/2014/main" id="{37C725BD-25E5-46CF-A000-122A6109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0986" y="2510498"/>
            <a:ext cx="3379813" cy="1064483"/>
          </a:xfrm>
          <a:custGeom xmlns:a="http://schemas.openxmlformats.org/drawingml/2006/main">
            <a:pathLst>
              <a:path w="3379813" h="1064483">
                <a:moveTo>
                  <a:pt x="0" y="0"/>
                </a:moveTo>
                <a:lnTo>
                  <a:pt x="3379813" y="0"/>
                </a:lnTo>
                <a:lnTo>
                  <a:pt x="3379813" y="1064483"/>
                </a:lnTo>
                <a:lnTo>
                  <a:pt x="0" y="106448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652">
            <a:solidFill>
              <a:srgbClr val="70AD47"/>
            </a:solidFill>
            <a:prstDash val="solid"/>
          </a:ln>
        </p:spPr>
      </p:sp>
      <p:sp>
        <p:nvSpPr>
          <p:cNvPr id="86" name="pdf-path-86">
            <a:extLst xmlns:a="http://schemas.openxmlformats.org/drawingml/2006/main">
              <a:ext uri="{FF2B5EF4-FFF2-40B4-BE49-F238E27FC236}">
                <a16:creationId xmlns:a16="http://schemas.microsoft.com/office/drawing/2014/main" id="{94E37108-C739-4D77-ACDE-7928669A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0839" y="2752841"/>
            <a:ext cx="1874607" cy="622387"/>
          </a:xfrm>
          <a:custGeom xmlns:a="http://schemas.openxmlformats.org/drawingml/2006/main">
            <a:pathLst>
              <a:path w="1874607" h="622387">
                <a:moveTo>
                  <a:pt x="0" y="103733"/>
                </a:moveTo>
                <a:cubicBezTo>
                  <a:pt x="0" y="46442"/>
                  <a:pt x="46442" y="0"/>
                  <a:pt x="103732" y="0"/>
                </a:cubicBezTo>
                <a:lnTo>
                  <a:pt x="1770874" y="0"/>
                </a:lnTo>
                <a:cubicBezTo>
                  <a:pt x="1828163" y="0"/>
                  <a:pt x="1874607" y="46442"/>
                  <a:pt x="1874607" y="103733"/>
                </a:cubicBezTo>
                <a:lnTo>
                  <a:pt x="1874607" y="518655"/>
                </a:lnTo>
                <a:cubicBezTo>
                  <a:pt x="1874607" y="575944"/>
                  <a:pt x="1828163" y="622387"/>
                  <a:pt x="1770874" y="622387"/>
                </a:cubicBezTo>
                <a:lnTo>
                  <a:pt x="103732" y="622387"/>
                </a:lnTo>
                <a:cubicBezTo>
                  <a:pt x="46442" y="622387"/>
                  <a:pt x="0" y="575944"/>
                  <a:pt x="0" y="518655"/>
                </a:cubicBezTo>
                <a:lnTo>
                  <a:pt x="0" y="103733"/>
                </a:lnTo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1082CDFE-7370-4C9F-BD37-5A61F961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2539" y="2992062"/>
            <a:ext cx="498645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reward</a:t>
            </a:r>
          </a:p>
        </p:txBody>
      </p:sp>
      <p:sp>
        <p:nvSpPr>
          <p:cNvPr id="88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DD220B5C-0816-40C1-8008-6A2C5285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6036" y="2992062"/>
            <a:ext cx="648186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predictor</a:t>
            </a:r>
          </a:p>
        </p:txBody>
      </p:sp>
      <p:sp>
        <p:nvSpPr>
          <p:cNvPr id="89" name="pdf-path-89">
            <a:extLst xmlns:a="http://schemas.openxmlformats.org/drawingml/2006/main">
              <a:ext uri="{FF2B5EF4-FFF2-40B4-BE49-F238E27FC236}">
                <a16:creationId xmlns:a16="http://schemas.microsoft.com/office/drawing/2014/main" id="{00B5ACF2-5031-49C7-93E9-9B8ECD99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9428" y="2831136"/>
            <a:ext cx="137735" cy="455785"/>
          </a:xfrm>
          <a:custGeom xmlns:a="http://schemas.openxmlformats.org/drawingml/2006/main">
            <a:pathLst>
              <a:path w="137735" h="455785">
                <a:moveTo>
                  <a:pt x="0" y="455785"/>
                </a:moveTo>
                <a:lnTo>
                  <a:pt x="137735" y="455785"/>
                </a:lnTo>
                <a:lnTo>
                  <a:pt x="13773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4EFED4EC-E70F-4DA7-A48C-F3411293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82" y="33706"/>
            <a:ext cx="251143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(a)</a:t>
            </a:r>
          </a:p>
        </p:txBody>
      </p:sp>
      <p:sp>
        <p:nvSpPr>
          <p:cNvPr id="91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C0B9C286-07C4-4541-BE6C-1A50ADC8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207" y="33706"/>
            <a:ext cx="993060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Collecting</a:t>
            </a:r>
          </a:p>
        </p:txBody>
      </p:sp>
      <p:sp>
        <p:nvSpPr>
          <p:cNvPr id="92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FEDF64D7-ED80-4297-88A7-AF569684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9327" y="33706"/>
            <a:ext cx="1425549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sp>
        <p:nvSpPr>
          <p:cNvPr id="93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096619BE-6762-4FFA-95BA-C247D8DF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2320" y="33706"/>
            <a:ext cx="1108168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trajectories</a:t>
            </a:r>
          </a:p>
        </p:txBody>
      </p:sp>
      <p:sp>
        <p:nvSpPr>
          <p:cNvPr id="94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1D61F220-A901-4E6C-B00B-FD8EB431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7873" y="33706"/>
            <a:ext cx="183080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95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82775742-FF75-4F06-B823-46E18DAE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8358" y="33706"/>
            <a:ext cx="114130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6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00AB16CA-6676-45DE-8F60-22C11165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82" y="276885"/>
            <a:ext cx="1291075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differentiable</a:t>
            </a:r>
          </a:p>
        </p:txBody>
      </p:sp>
      <p:sp>
        <p:nvSpPr>
          <p:cNvPr id="97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C8EE78BD-B713-4E24-904A-0443BE55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104" y="276885"/>
            <a:ext cx="763305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physics</a:t>
            </a:r>
          </a:p>
        </p:txBody>
      </p:sp>
      <p:sp>
        <p:nvSpPr>
          <p:cNvPr id="98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E1290F06-96FB-459C-AD29-D09C10D2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8961" y="276885"/>
            <a:ext cx="925056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simulator</a:t>
            </a:r>
          </a:p>
        </p:txBody>
      </p:sp>
      <p:sp>
        <p:nvSpPr>
          <p:cNvPr id="99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A58063C3-CBF3-4C9C-8E25-03E702FA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1616" y="39863"/>
            <a:ext cx="262225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(b)</a:t>
            </a:r>
          </a:p>
        </p:txBody>
      </p:sp>
      <p:sp>
        <p:nvSpPr>
          <p:cNvPr id="100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F799A395-45FD-4131-98CB-817740E0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2263" y="39863"/>
            <a:ext cx="637463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101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B50199AB-A9C2-4A66-BCA1-A6FD56B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067" y="39863"/>
            <a:ext cx="400297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</a:t>
            </a:r>
          </a:p>
        </p:txBody>
      </p:sp>
      <p:sp>
        <p:nvSpPr>
          <p:cNvPr id="102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178E8ABF-D658-4EDD-A75B-9B54B174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6592" y="39863"/>
            <a:ext cx="1106687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abstraction</a:t>
            </a:r>
          </a:p>
        </p:txBody>
      </p:sp>
      <p:sp>
        <p:nvSpPr>
          <p:cNvPr id="103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04AAB8A9-0233-4EB5-851A-827A1059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6719" y="1588396"/>
            <a:ext cx="838502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</p:txBody>
      </p:sp>
      <p:sp>
        <p:nvSpPr>
          <p:cNvPr id="104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BFA0F256-FA34-4022-8FDA-92040C33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3837" y="2865855"/>
            <a:ext cx="309607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goal</a:t>
            </a:r>
          </a:p>
        </p:txBody>
      </p:sp>
      <p:sp>
        <p:nvSpPr>
          <p:cNvPr id="105" name="pdf-path-112-part-0">
            <a:extLst xmlns:a="http://schemas.openxmlformats.org/drawingml/2006/main">
              <a:ext uri="{FF2B5EF4-FFF2-40B4-BE49-F238E27FC236}">
                <a16:creationId xmlns:a16="http://schemas.microsoft.com/office/drawing/2014/main" id="{D9E8ED29-80E9-41C6-9174-60509607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4925" y="4484215"/>
            <a:ext cx="277583" cy="64131"/>
          </a:xfrm>
          <a:custGeom xmlns:a="http://schemas.openxmlformats.org/drawingml/2006/main">
            <a:pathLst>
              <a:path w="277583" h="64131">
                <a:moveTo>
                  <a:pt x="0" y="0"/>
                </a:moveTo>
                <a:lnTo>
                  <a:pt x="197422" y="1"/>
                </a:lnTo>
                <a:lnTo>
                  <a:pt x="197422" y="32066"/>
                </a:lnTo>
                <a:lnTo>
                  <a:pt x="0" y="3206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112-part-1">
            <a:extLst xmlns:a="http://schemas.openxmlformats.org/drawingml/2006/main">
              <a:ext uri="{FF2B5EF4-FFF2-40B4-BE49-F238E27FC236}">
                <a16:creationId xmlns:a16="http://schemas.microsoft.com/office/drawing/2014/main" id="{29DB2216-AC4F-4E6B-B66F-8C2C7BAE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4925" y="4484215"/>
            <a:ext cx="277583" cy="64131"/>
          </a:xfrm>
          <a:custGeom xmlns:a="http://schemas.openxmlformats.org/drawingml/2006/main">
            <a:pathLst>
              <a:path w="277583" h="64131">
                <a:moveTo>
                  <a:pt x="181390" y="-32063"/>
                </a:moveTo>
                <a:lnTo>
                  <a:pt x="277583" y="16033"/>
                </a:lnTo>
                <a:lnTo>
                  <a:pt x="181390" y="64131"/>
                </a:lnTo>
                <a:lnTo>
                  <a:pt x="181390" y="-320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113-part-0">
            <a:extLst xmlns:a="http://schemas.openxmlformats.org/drawingml/2006/main">
              <a:ext uri="{FF2B5EF4-FFF2-40B4-BE49-F238E27FC236}">
                <a16:creationId xmlns:a16="http://schemas.microsoft.com/office/drawing/2014/main" id="{F8A05D24-0640-487A-86B0-0809A22D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905" y="4484215"/>
            <a:ext cx="277583" cy="64130"/>
          </a:xfrm>
          <a:custGeom xmlns:a="http://schemas.openxmlformats.org/drawingml/2006/main">
            <a:pathLst>
              <a:path w="277583" h="64130">
                <a:moveTo>
                  <a:pt x="0" y="0"/>
                </a:moveTo>
                <a:lnTo>
                  <a:pt x="197421" y="0"/>
                </a:lnTo>
                <a:lnTo>
                  <a:pt x="197421" y="32065"/>
                </a:lnTo>
                <a:lnTo>
                  <a:pt x="0" y="32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113-part-1">
            <a:extLst xmlns:a="http://schemas.openxmlformats.org/drawingml/2006/main">
              <a:ext uri="{FF2B5EF4-FFF2-40B4-BE49-F238E27FC236}">
                <a16:creationId xmlns:a16="http://schemas.microsoft.com/office/drawing/2014/main" id="{3D44F05A-B281-4AE9-99D0-55445B8B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905" y="4484215"/>
            <a:ext cx="277583" cy="64130"/>
          </a:xfrm>
          <a:custGeom xmlns:a="http://schemas.openxmlformats.org/drawingml/2006/main">
            <a:pathLst>
              <a:path w="277583" h="64130">
                <a:moveTo>
                  <a:pt x="181389" y="-32065"/>
                </a:moveTo>
                <a:lnTo>
                  <a:pt x="277583" y="16032"/>
                </a:lnTo>
                <a:lnTo>
                  <a:pt x="181389" y="64130"/>
                </a:lnTo>
                <a:lnTo>
                  <a:pt x="181389" y="-320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114-part-0">
            <a:extLst xmlns:a="http://schemas.openxmlformats.org/drawingml/2006/main">
              <a:ext uri="{FF2B5EF4-FFF2-40B4-BE49-F238E27FC236}">
                <a16:creationId xmlns:a16="http://schemas.microsoft.com/office/drawing/2014/main" id="{21458126-FADE-4DC8-AE25-6ACEB794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4395" y="4484139"/>
            <a:ext cx="277581" cy="64130"/>
          </a:xfrm>
          <a:custGeom xmlns:a="http://schemas.openxmlformats.org/drawingml/2006/main">
            <a:pathLst>
              <a:path w="277581" h="64130">
                <a:moveTo>
                  <a:pt x="0" y="0"/>
                </a:moveTo>
                <a:lnTo>
                  <a:pt x="197419" y="0"/>
                </a:lnTo>
                <a:lnTo>
                  <a:pt x="197419" y="32065"/>
                </a:lnTo>
                <a:lnTo>
                  <a:pt x="0" y="32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114-part-1">
            <a:extLst xmlns:a="http://schemas.openxmlformats.org/drawingml/2006/main">
              <a:ext uri="{FF2B5EF4-FFF2-40B4-BE49-F238E27FC236}">
                <a16:creationId xmlns:a16="http://schemas.microsoft.com/office/drawing/2014/main" id="{5BA49334-411E-4944-BA49-62C0C908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4395" y="4484139"/>
            <a:ext cx="277581" cy="64130"/>
          </a:xfrm>
          <a:custGeom xmlns:a="http://schemas.openxmlformats.org/drawingml/2006/main">
            <a:pathLst>
              <a:path w="277581" h="64130">
                <a:moveTo>
                  <a:pt x="181389" y="-32064"/>
                </a:moveTo>
                <a:lnTo>
                  <a:pt x="277581" y="16032"/>
                </a:lnTo>
                <a:lnTo>
                  <a:pt x="181388" y="64130"/>
                </a:lnTo>
                <a:lnTo>
                  <a:pt x="181389" y="-320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15-part-0">
            <a:extLst xmlns:a="http://schemas.openxmlformats.org/drawingml/2006/main">
              <a:ext uri="{FF2B5EF4-FFF2-40B4-BE49-F238E27FC236}">
                <a16:creationId xmlns:a16="http://schemas.microsoft.com/office/drawing/2014/main" id="{7E1E9390-BEE6-4FED-B0D7-FF69F1E2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2946" y="4484139"/>
            <a:ext cx="277583" cy="64130"/>
          </a:xfrm>
          <a:custGeom xmlns:a="http://schemas.openxmlformats.org/drawingml/2006/main">
            <a:pathLst>
              <a:path w="277583" h="64130">
                <a:moveTo>
                  <a:pt x="0" y="0"/>
                </a:moveTo>
                <a:lnTo>
                  <a:pt x="197421" y="0"/>
                </a:lnTo>
                <a:lnTo>
                  <a:pt x="197421" y="32065"/>
                </a:lnTo>
                <a:lnTo>
                  <a:pt x="0" y="32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115-part-1">
            <a:extLst xmlns:a="http://schemas.openxmlformats.org/drawingml/2006/main">
              <a:ext uri="{FF2B5EF4-FFF2-40B4-BE49-F238E27FC236}">
                <a16:creationId xmlns:a16="http://schemas.microsoft.com/office/drawing/2014/main" id="{DEF2EFFF-B018-4533-B38D-868AEFCA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2946" y="4484139"/>
            <a:ext cx="277583" cy="64130"/>
          </a:xfrm>
          <a:custGeom xmlns:a="http://schemas.openxmlformats.org/drawingml/2006/main">
            <a:pathLst>
              <a:path w="277583" h="64130">
                <a:moveTo>
                  <a:pt x="181389" y="-32064"/>
                </a:moveTo>
                <a:lnTo>
                  <a:pt x="277583" y="16032"/>
                </a:lnTo>
                <a:lnTo>
                  <a:pt x="181389" y="64130"/>
                </a:lnTo>
                <a:lnTo>
                  <a:pt x="181389" y="-320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116-part-0">
            <a:extLst xmlns:a="http://schemas.openxmlformats.org/drawingml/2006/main">
              <a:ext uri="{FF2B5EF4-FFF2-40B4-BE49-F238E27FC236}">
                <a16:creationId xmlns:a16="http://schemas.microsoft.com/office/drawing/2014/main" id="{6204D0E8-F577-46D4-8A8D-0EEAAA6C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5494" y="4484139"/>
            <a:ext cx="277582" cy="64130"/>
          </a:xfrm>
          <a:custGeom xmlns:a="http://schemas.openxmlformats.org/drawingml/2006/main">
            <a:pathLst>
              <a:path w="277582" h="64130">
                <a:moveTo>
                  <a:pt x="0" y="0"/>
                </a:moveTo>
                <a:lnTo>
                  <a:pt x="197420" y="0"/>
                </a:lnTo>
                <a:lnTo>
                  <a:pt x="197420" y="32065"/>
                </a:lnTo>
                <a:lnTo>
                  <a:pt x="0" y="32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16-part-1">
            <a:extLst xmlns:a="http://schemas.openxmlformats.org/drawingml/2006/main">
              <a:ext uri="{FF2B5EF4-FFF2-40B4-BE49-F238E27FC236}">
                <a16:creationId xmlns:a16="http://schemas.microsoft.com/office/drawing/2014/main" id="{4556A38C-EF6B-4B6E-BB05-7D764FE4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5494" y="4484139"/>
            <a:ext cx="277582" cy="64130"/>
          </a:xfrm>
          <a:custGeom xmlns:a="http://schemas.openxmlformats.org/drawingml/2006/main">
            <a:pathLst>
              <a:path w="277582" h="64130">
                <a:moveTo>
                  <a:pt x="181389" y="-32064"/>
                </a:moveTo>
                <a:lnTo>
                  <a:pt x="277582" y="16032"/>
                </a:lnTo>
                <a:lnTo>
                  <a:pt x="181388" y="64130"/>
                </a:lnTo>
                <a:lnTo>
                  <a:pt x="181389" y="-320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17-part-0">
            <a:extLst xmlns:a="http://schemas.openxmlformats.org/drawingml/2006/main">
              <a:ext uri="{FF2B5EF4-FFF2-40B4-BE49-F238E27FC236}">
                <a16:creationId xmlns:a16="http://schemas.microsoft.com/office/drawing/2014/main" id="{3692112E-6809-4EAC-9AE2-571314D7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2265" y="4484139"/>
            <a:ext cx="277582" cy="64130"/>
          </a:xfrm>
          <a:custGeom xmlns:a="http://schemas.openxmlformats.org/drawingml/2006/main">
            <a:pathLst>
              <a:path w="277582" h="64130">
                <a:moveTo>
                  <a:pt x="0" y="0"/>
                </a:moveTo>
                <a:lnTo>
                  <a:pt x="197420" y="0"/>
                </a:lnTo>
                <a:lnTo>
                  <a:pt x="197420" y="32065"/>
                </a:lnTo>
                <a:lnTo>
                  <a:pt x="0" y="32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117-part-1">
            <a:extLst xmlns:a="http://schemas.openxmlformats.org/drawingml/2006/main">
              <a:ext uri="{FF2B5EF4-FFF2-40B4-BE49-F238E27FC236}">
                <a16:creationId xmlns:a16="http://schemas.microsoft.com/office/drawing/2014/main" id="{44E5D3C1-D33C-401C-B4B5-C5A4DEDD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2265" y="4484139"/>
            <a:ext cx="277582" cy="64130"/>
          </a:xfrm>
          <a:custGeom xmlns:a="http://schemas.openxmlformats.org/drawingml/2006/main">
            <a:pathLst>
              <a:path w="277582" h="64130">
                <a:moveTo>
                  <a:pt x="181388" y="-32064"/>
                </a:moveTo>
                <a:lnTo>
                  <a:pt x="277582" y="16032"/>
                </a:lnTo>
                <a:lnTo>
                  <a:pt x="181388" y="64130"/>
                </a:lnTo>
                <a:lnTo>
                  <a:pt x="181388" y="-320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DEE601C2-8613-4196-99F7-9C29C204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78" y="3533635"/>
            <a:ext cx="251143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(c)</a:t>
            </a:r>
          </a:p>
        </p:txBody>
      </p:sp>
      <p:sp>
        <p:nvSpPr>
          <p:cNvPr id="118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9555912E-D5C0-42D9-945E-667F56AB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803" y="3533635"/>
            <a:ext cx="865909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119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5AC7A2C4-CC28-47B1-951D-4CF2B72F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267" y="3533635"/>
            <a:ext cx="432460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</a:t>
            </a:r>
          </a:p>
        </p:txBody>
      </p:sp>
      <p:sp>
        <p:nvSpPr>
          <p:cNvPr id="120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CB695850-AEB2-4B83-8871-C9F1E92D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6858" y="3533635"/>
            <a:ext cx="308017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21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DEF7C88B-04EE-4949-9317-FC1782F1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2395" y="3533635"/>
            <a:ext cx="1037592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abstracted</a:t>
            </a:r>
          </a:p>
        </p:txBody>
      </p:sp>
      <p:sp>
        <p:nvSpPr>
          <p:cNvPr id="122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3B5F90B2-D93D-45BC-8BF4-C6D2C85D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7406" y="3533635"/>
            <a:ext cx="515222" cy="20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123" name="pdf-path-124-part-0">
            <a:extLst xmlns:a="http://schemas.openxmlformats.org/drawingml/2006/main">
              <a:ext uri="{FF2B5EF4-FFF2-40B4-BE49-F238E27FC236}">
                <a16:creationId xmlns:a16="http://schemas.microsoft.com/office/drawing/2014/main" id="{7219552C-469A-4A1A-8A80-156B18CB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4777" y="5022552"/>
            <a:ext cx="64129" cy="245409"/>
          </a:xfrm>
          <a:custGeom xmlns:a="http://schemas.openxmlformats.org/drawingml/2006/main">
            <a:pathLst>
              <a:path w="64129" h="245409">
                <a:moveTo>
                  <a:pt x="1" y="0"/>
                </a:moveTo>
                <a:lnTo>
                  <a:pt x="0" y="165247"/>
                </a:lnTo>
                <a:lnTo>
                  <a:pt x="32064" y="165247"/>
                </a:lnTo>
                <a:lnTo>
                  <a:pt x="32066" y="0"/>
                </a:lnTo>
                <a:lnTo>
                  <a:pt x="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124-part-1">
            <a:extLst xmlns:a="http://schemas.openxmlformats.org/drawingml/2006/main">
              <a:ext uri="{FF2B5EF4-FFF2-40B4-BE49-F238E27FC236}">
                <a16:creationId xmlns:a16="http://schemas.microsoft.com/office/drawing/2014/main" id="{EA42E8EB-2184-4884-B986-E31A9A7A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4777" y="5022552"/>
            <a:ext cx="64129" cy="245409"/>
          </a:xfrm>
          <a:custGeom xmlns:a="http://schemas.openxmlformats.org/drawingml/2006/main">
            <a:pathLst>
              <a:path w="64129" h="245409">
                <a:moveTo>
                  <a:pt x="-32065" y="149215"/>
                </a:moveTo>
                <a:lnTo>
                  <a:pt x="16032" y="245409"/>
                </a:lnTo>
                <a:lnTo>
                  <a:pt x="64129" y="149215"/>
                </a:lnTo>
                <a:lnTo>
                  <a:pt x="-32065" y="1492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25-part-0">
            <a:extLst xmlns:a="http://schemas.openxmlformats.org/drawingml/2006/main">
              <a:ext uri="{FF2B5EF4-FFF2-40B4-BE49-F238E27FC236}">
                <a16:creationId xmlns:a16="http://schemas.microsoft.com/office/drawing/2014/main" id="{4A9EDB26-5505-47B4-949E-234F9C09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7196" y="5034153"/>
            <a:ext cx="64134" cy="248558"/>
          </a:xfrm>
          <a:custGeom xmlns:a="http://schemas.openxmlformats.org/drawingml/2006/main">
            <a:pathLst>
              <a:path w="64134" h="248558">
                <a:moveTo>
                  <a:pt x="32" y="0"/>
                </a:moveTo>
                <a:lnTo>
                  <a:pt x="0" y="168394"/>
                </a:lnTo>
                <a:lnTo>
                  <a:pt x="32065" y="168400"/>
                </a:lnTo>
                <a:lnTo>
                  <a:pt x="32097" y="7"/>
                </a:lnTo>
                <a:lnTo>
                  <a:pt x="3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25-part-1">
            <a:extLst xmlns:a="http://schemas.openxmlformats.org/drawingml/2006/main">
              <a:ext uri="{FF2B5EF4-FFF2-40B4-BE49-F238E27FC236}">
                <a16:creationId xmlns:a16="http://schemas.microsoft.com/office/drawing/2014/main" id="{15BEF00A-63E1-406D-84A2-E35296FC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7196" y="5034153"/>
            <a:ext cx="64134" cy="248558"/>
          </a:xfrm>
          <a:custGeom xmlns:a="http://schemas.openxmlformats.org/drawingml/2006/main">
            <a:pathLst>
              <a:path w="64134" h="248558">
                <a:moveTo>
                  <a:pt x="-32061" y="152355"/>
                </a:moveTo>
                <a:lnTo>
                  <a:pt x="16018" y="248558"/>
                </a:lnTo>
                <a:lnTo>
                  <a:pt x="64134" y="152373"/>
                </a:lnTo>
                <a:lnTo>
                  <a:pt x="-32061" y="1523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142CA73E-8515-40B1-BC7A-E6271AA6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362" y="4444979"/>
            <a:ext cx="838503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</p:txBody>
      </p:sp>
      <p:sp>
        <p:nvSpPr>
          <p:cNvPr id="128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883C365F-423A-41AF-ADF8-D6991C08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2816" y="4426509"/>
            <a:ext cx="309607" cy="179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goal</a:t>
            </a:r>
          </a:p>
        </p:txBody>
      </p:sp>
      <p:sp>
        <p:nvSpPr>
          <p:cNvPr id="129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116D6935-F71D-4186-8CDF-873E2E13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693" y="2530867"/>
            <a:ext cx="1927405" cy="771390"/>
          </a:xfrm>
          <a:custGeom xmlns:a="http://schemas.openxmlformats.org/drawingml/2006/main">
            <a:pathLst>
              <a:path w="1927405" h="771390">
                <a:moveTo>
                  <a:pt x="0" y="771390"/>
                </a:moveTo>
                <a:lnTo>
                  <a:pt x="1927405" y="771390"/>
                </a:lnTo>
                <a:lnTo>
                  <a:pt x="19274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F4C772F3-BC37-4604-B7CF-B1C38C82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693" y="2530867"/>
            <a:ext cx="1927405" cy="771390"/>
          </a:xfrm>
          <a:custGeom xmlns:a="http://schemas.openxmlformats.org/drawingml/2006/main">
            <a:pathLst>
              <a:path w="1927405" h="771390">
                <a:moveTo>
                  <a:pt x="0" y="0"/>
                </a:moveTo>
                <a:lnTo>
                  <a:pt x="1927405" y="0"/>
                </a:lnTo>
                <a:lnTo>
                  <a:pt x="1927405" y="771390"/>
                </a:lnTo>
                <a:lnTo>
                  <a:pt x="0" y="7713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652">
            <a:solidFill>
              <a:srgbClr val="4472C4"/>
            </a:solidFill>
            <a:prstDash val="solid"/>
          </a:ln>
        </p:spPr>
      </p:sp>
      <p:sp>
        <p:nvSpPr>
          <p:cNvPr id="131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8BDCF161-39C3-44C5-9214-6A1C3914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993" y="2524408"/>
            <a:ext cx="1931337" cy="778418"/>
          </a:xfrm>
          <a:custGeom xmlns:a="http://schemas.openxmlformats.org/drawingml/2006/main">
            <a:pathLst>
              <a:path w="1931337" h="778418">
                <a:moveTo>
                  <a:pt x="0" y="778418"/>
                </a:moveTo>
                <a:lnTo>
                  <a:pt x="1931337" y="778418"/>
                </a:lnTo>
                <a:lnTo>
                  <a:pt x="19313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181072D9-84BA-4C56-A65D-47BFAEDD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993" y="2524408"/>
            <a:ext cx="1931336" cy="778418"/>
          </a:xfrm>
          <a:custGeom xmlns:a="http://schemas.openxmlformats.org/drawingml/2006/main">
            <a:pathLst>
              <a:path w="1931336" h="778418">
                <a:moveTo>
                  <a:pt x="0" y="0"/>
                </a:moveTo>
                <a:lnTo>
                  <a:pt x="1931336" y="0"/>
                </a:lnTo>
                <a:lnTo>
                  <a:pt x="1931336" y="778418"/>
                </a:lnTo>
                <a:lnTo>
                  <a:pt x="0" y="7784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652">
            <a:solidFill>
              <a:srgbClr val="ED7D31"/>
            </a:solidFill>
            <a:prstDash val="solid"/>
          </a:ln>
        </p:spPr>
      </p:sp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D247640-AF4D-4B8B-B873-8DEABA56D8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701fe19a54fe8"/>
          <a:srcRect xmlns:a="http://schemas.openxmlformats.org/drawingml/2006/main" l="459" t="0" r="4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71606" y="3995335"/>
            <a:ext cx="1023559" cy="1023559"/>
          </a:xfrm>
          <a:prstGeom xmlns:a="http://schemas.openxmlformats.org/drawingml/2006/main" prst="rect">
            <a:avLst/>
          </a:prstGeom>
        </p:spPr>
      </p:pic>
      <p:sp>
        <p:nvSpPr>
          <p:cNvPr id="134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1A7EE1A9-3663-4595-B6C4-13F352FE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606" y="3995335"/>
            <a:ext cx="1023559" cy="102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DEB11BD-DB7B-41E8-B4AE-BC3E04FC3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1af9a98104857"/>
          <a:srcRect xmlns:a="http://schemas.openxmlformats.org/drawingml/2006/main" l="0" t="459" r="0" b="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4618" y="3989723"/>
            <a:ext cx="1023553" cy="1023553"/>
          </a:xfrm>
          <a:prstGeom xmlns:a="http://schemas.openxmlformats.org/drawingml/2006/main" prst="rect">
            <a:avLst/>
          </a:prstGeom>
        </p:spPr>
      </p:pic>
      <p:sp>
        <p:nvSpPr>
          <p:cNvPr id="136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4C9237B3-A1D1-4073-9DA1-C9DA3961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618" y="3989723"/>
            <a:ext cx="1023553" cy="1023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CBDC07D-33EA-4D26-968C-E0046A7376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ad0c8079046ed"/>
          <a:srcRect xmlns:a="http://schemas.openxmlformats.org/drawingml/2006/main" l="0" t="459" r="0" b="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79027" y="3996328"/>
            <a:ext cx="1023419" cy="1023419"/>
          </a:xfrm>
          <a:prstGeom xmlns:a="http://schemas.openxmlformats.org/drawingml/2006/main" prst="rect">
            <a:avLst/>
          </a:prstGeom>
        </p:spPr>
      </p:pic>
      <p:sp>
        <p:nvSpPr>
          <p:cNvPr id="138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75AE9641-530E-4B51-AA7F-04B26D6F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9027" y="3996328"/>
            <a:ext cx="1023419" cy="102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43ECEE8-E174-4A35-B2E6-68F193889C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6657a11b14d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4450" y="3988391"/>
            <a:ext cx="1023557" cy="1023557"/>
          </a:xfrm>
          <a:prstGeom xmlns:a="http://schemas.openxmlformats.org/drawingml/2006/main" prst="rect">
            <a:avLst/>
          </a:prstGeom>
        </p:spPr>
      </p:pic>
      <p:sp>
        <p:nvSpPr>
          <p:cNvPr id="140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2E0CC82C-740A-4210-902B-C0CB7B5F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4450" y="3988391"/>
            <a:ext cx="1023557" cy="102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275A767-834C-4323-A441-2789874EFD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44167c6124fee"/>
          <a:srcRect xmlns:a="http://schemas.openxmlformats.org/drawingml/2006/main" l="0" t="714" r="0" b="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9810" y="2594125"/>
            <a:ext cx="654588" cy="654588"/>
          </a:xfrm>
          <a:prstGeom xmlns:a="http://schemas.openxmlformats.org/drawingml/2006/main" prst="rect">
            <a:avLst/>
          </a:prstGeom>
        </p:spPr>
      </p:pic>
      <p:sp>
        <p:nvSpPr>
          <p:cNvPr id="142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59E25DBB-7129-40A5-A6F6-44028F7F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9810" y="2594125"/>
            <a:ext cx="654588" cy="65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D1F2A61-81C0-4B4E-B3CA-6D5A3AD668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efdbe58df47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44111" y="2593136"/>
            <a:ext cx="649966" cy="649965"/>
          </a:xfrm>
          <a:prstGeom xmlns:a="http://schemas.openxmlformats.org/drawingml/2006/main" prst="rect">
            <a:avLst/>
          </a:prstGeom>
        </p:spPr>
      </p:pic>
      <p:sp>
        <p:nvSpPr>
          <p:cNvPr id="144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473F672E-434B-4688-9AA0-08B6EAFC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4111" y="2593136"/>
            <a:ext cx="649966" cy="649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pdf-path-145-part-0">
            <a:extLst xmlns:a="http://schemas.openxmlformats.org/drawingml/2006/main">
              <a:ext uri="{FF2B5EF4-FFF2-40B4-BE49-F238E27FC236}">
                <a16:creationId xmlns:a16="http://schemas.microsoft.com/office/drawing/2014/main" id="{31CDC17B-93CF-4A91-8889-1DF8A20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0841" y="2875140"/>
            <a:ext cx="233541" cy="48098"/>
          </a:xfrm>
          <a:custGeom xmlns:a="http://schemas.openxmlformats.org/drawingml/2006/main">
            <a:pathLst>
              <a:path w="233541" h="48098">
                <a:moveTo>
                  <a:pt x="0" y="48098"/>
                </a:moveTo>
                <a:lnTo>
                  <a:pt x="169412" y="48097"/>
                </a:lnTo>
                <a:lnTo>
                  <a:pt x="169412" y="28858"/>
                </a:lnTo>
                <a:lnTo>
                  <a:pt x="0" y="28859"/>
                </a:lnTo>
                <a:lnTo>
                  <a:pt x="0" y="480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45-part-1">
            <a:extLst xmlns:a="http://schemas.openxmlformats.org/drawingml/2006/main">
              <a:ext uri="{FF2B5EF4-FFF2-40B4-BE49-F238E27FC236}">
                <a16:creationId xmlns:a16="http://schemas.microsoft.com/office/drawing/2014/main" id="{B2903AF8-BB7A-49A3-9895-811E008A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0841" y="2875140"/>
            <a:ext cx="233541" cy="48098"/>
          </a:xfrm>
          <a:custGeom xmlns:a="http://schemas.openxmlformats.org/drawingml/2006/main">
            <a:pathLst>
              <a:path w="233541" h="48098">
                <a:moveTo>
                  <a:pt x="156586" y="76955"/>
                </a:moveTo>
                <a:lnTo>
                  <a:pt x="233541" y="38477"/>
                </a:lnTo>
                <a:lnTo>
                  <a:pt x="156586" y="0"/>
                </a:lnTo>
                <a:lnTo>
                  <a:pt x="156586" y="769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46-part-0">
            <a:extLst xmlns:a="http://schemas.openxmlformats.org/drawingml/2006/main">
              <a:ext uri="{FF2B5EF4-FFF2-40B4-BE49-F238E27FC236}">
                <a16:creationId xmlns:a16="http://schemas.microsoft.com/office/drawing/2014/main" id="{5BCE1D4E-CD3F-455F-8776-CC6A896F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992" y="2882940"/>
            <a:ext cx="233543" cy="48097"/>
          </a:xfrm>
          <a:custGeom xmlns:a="http://schemas.openxmlformats.org/drawingml/2006/main">
            <a:pathLst>
              <a:path w="233543" h="48097">
                <a:moveTo>
                  <a:pt x="0" y="48097"/>
                </a:moveTo>
                <a:lnTo>
                  <a:pt x="169413" y="48097"/>
                </a:lnTo>
                <a:lnTo>
                  <a:pt x="169413" y="28858"/>
                </a:lnTo>
                <a:lnTo>
                  <a:pt x="0" y="288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146-part-1">
            <a:extLst xmlns:a="http://schemas.openxmlformats.org/drawingml/2006/main">
              <a:ext uri="{FF2B5EF4-FFF2-40B4-BE49-F238E27FC236}">
                <a16:creationId xmlns:a16="http://schemas.microsoft.com/office/drawing/2014/main" id="{FEF9211C-8A31-48D2-A6A4-C82709A3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992" y="2882940"/>
            <a:ext cx="233543" cy="48097"/>
          </a:xfrm>
          <a:custGeom xmlns:a="http://schemas.openxmlformats.org/drawingml/2006/main">
            <a:pathLst>
              <a:path w="233543" h="48097">
                <a:moveTo>
                  <a:pt x="156587" y="76955"/>
                </a:moveTo>
                <a:lnTo>
                  <a:pt x="233543" y="38477"/>
                </a:lnTo>
                <a:lnTo>
                  <a:pt x="156586" y="0"/>
                </a:lnTo>
                <a:lnTo>
                  <a:pt x="156587" y="769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40A2629-9813-476D-93A0-B200169C90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ed7308c5048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7900" y="1923206"/>
            <a:ext cx="915047" cy="915047"/>
          </a:xfrm>
          <a:prstGeom xmlns:a="http://schemas.openxmlformats.org/drawingml/2006/main" prst="rect">
            <a:avLst/>
          </a:prstGeom>
        </p:spPr>
      </p:pic>
      <p:sp>
        <p:nvSpPr>
          <p:cNvPr id="150" name="pdf-raster-6">
            <a:extLst xmlns:a="http://schemas.openxmlformats.org/drawingml/2006/main">
              <a:ext uri="{FF2B5EF4-FFF2-40B4-BE49-F238E27FC236}">
                <a16:creationId xmlns:a16="http://schemas.microsoft.com/office/drawing/2014/main" id="{B733AF0D-3E03-431D-A7E5-0E977251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7900" y="1923206"/>
            <a:ext cx="915047" cy="915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130C7D4-7266-4DE7-8083-DF87D77AFF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600c977184e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96812" y="646231"/>
            <a:ext cx="910159" cy="910159"/>
          </a:xfrm>
          <a:prstGeom xmlns:a="http://schemas.openxmlformats.org/drawingml/2006/main" prst="rect">
            <a:avLst/>
          </a:prstGeom>
        </p:spPr>
      </p:pic>
      <p:sp>
        <p:nvSpPr>
          <p:cNvPr id="152" name="pdf-raster-7">
            <a:extLst xmlns:a="http://schemas.openxmlformats.org/drawingml/2006/main">
              <a:ext uri="{FF2B5EF4-FFF2-40B4-BE49-F238E27FC236}">
                <a16:creationId xmlns:a16="http://schemas.microsoft.com/office/drawing/2014/main" id="{137D11E0-0D4A-45ED-9F47-19703CD0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6812" y="646231"/>
            <a:ext cx="910159" cy="910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0A1AFB3-E395-49A4-96C1-4C79CCDAFE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4e95f7c814e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3016" y="2593136"/>
            <a:ext cx="663491" cy="663491"/>
          </a:xfrm>
          <a:prstGeom xmlns:a="http://schemas.openxmlformats.org/drawingml/2006/main" prst="rect">
            <a:avLst/>
          </a:prstGeom>
        </p:spPr>
      </p:pic>
      <p:sp>
        <p:nvSpPr>
          <p:cNvPr id="154" name="pdf-raster-8">
            <a:extLst xmlns:a="http://schemas.openxmlformats.org/drawingml/2006/main">
              <a:ext uri="{FF2B5EF4-FFF2-40B4-BE49-F238E27FC236}">
                <a16:creationId xmlns:a16="http://schemas.microsoft.com/office/drawing/2014/main" id="{214F6A55-F4AD-486D-AD00-756BA76B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016" y="2593136"/>
            <a:ext cx="663491" cy="663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9C813B5-7FC9-439A-B83D-AC12A7ABDA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58c884cc946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8463" y="2581889"/>
            <a:ext cx="660115" cy="660115"/>
          </a:xfrm>
          <a:prstGeom xmlns:a="http://schemas.openxmlformats.org/drawingml/2006/main" prst="rect">
            <a:avLst/>
          </a:prstGeom>
        </p:spPr>
      </p:pic>
      <p:sp>
        <p:nvSpPr>
          <p:cNvPr id="156" name="pdf-raster-9">
            <a:extLst xmlns:a="http://schemas.openxmlformats.org/drawingml/2006/main">
              <a:ext uri="{FF2B5EF4-FFF2-40B4-BE49-F238E27FC236}">
                <a16:creationId xmlns:a16="http://schemas.microsoft.com/office/drawing/2014/main" id="{F08F5324-A8BE-4CE6-BDD8-F0F977BF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8463" y="2581889"/>
            <a:ext cx="660115" cy="660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52250A52-1232-49F0-9A6A-824D34A9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499" y="5331505"/>
            <a:ext cx="399389" cy="17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latent</a:t>
            </a:r>
          </a:p>
        </p:txBody>
      </p:sp>
      <p:sp>
        <p:nvSpPr>
          <p:cNvPr id="158" name="pdf-text-79-0">
            <a:extLst xmlns:a="http://schemas.openxmlformats.org/drawingml/2006/main">
              <a:ext uri="{FF2B5EF4-FFF2-40B4-BE49-F238E27FC236}">
                <a16:creationId xmlns:a16="http://schemas.microsoft.com/office/drawing/2014/main" id="{89209369-D1C3-43B2-A672-D56195E4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8595" y="5331505"/>
            <a:ext cx="518784" cy="17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vectors</a:t>
            </a:r>
          </a:p>
        </p:txBody>
      </p:sp>
      <p:sp>
        <p:nvSpPr>
          <p:cNvPr id="159" name="pdf-text-112-0">
            <a:extLst xmlns:a="http://schemas.openxmlformats.org/drawingml/2006/main">
              <a:ext uri="{FF2B5EF4-FFF2-40B4-BE49-F238E27FC236}">
                <a16:creationId xmlns:a16="http://schemas.microsoft.com/office/drawing/2014/main" id="{4B4D4021-1FFE-427E-B5BC-34814DE5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8104" y="334607"/>
            <a:ext cx="299612" cy="17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414" b="0" i="0">
                <a:solidFill>
                  <a:srgbClr val="ED7D31"/>
                </a:solidFill>
                <a:latin typeface="Arial"/>
                <a:ea typeface="Arial"/>
                <a:cs typeface="Arial"/>
              </a:rPr>
              <a:t>skill</a:t>
            </a:r>
          </a:p>
        </p:txBody>
      </p:sp>
      <p:sp>
        <p:nvSpPr>
          <p:cNvPr id="160" name="pdf-text-113-0">
            <a:extLst xmlns:a="http://schemas.openxmlformats.org/drawingml/2006/main">
              <a:ext uri="{FF2B5EF4-FFF2-40B4-BE49-F238E27FC236}">
                <a16:creationId xmlns:a16="http://schemas.microsoft.com/office/drawing/2014/main" id="{4BA7E433-7C22-4E6B-9FBC-4E3FA31D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7609" y="334607"/>
            <a:ext cx="99864" cy="17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0" i="0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14" b="0" i="0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414" b="0" i="0">
                <a:solidFill>
                  <a:srgbClr val="ED7D3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1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3582BDE8-F574-48DA-AE99-B5A9D277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093" y="1548659"/>
            <a:ext cx="94049" cy="115800"/>
          </a:xfrm>
          <a:custGeom xmlns:a="http://schemas.openxmlformats.org/drawingml/2006/main">
            <a:pathLst>
              <a:path w="94049" h="115800">
                <a:moveTo>
                  <a:pt x="86635" y="17462"/>
                </a:moveTo>
                <a:cubicBezTo>
                  <a:pt x="79480" y="17719"/>
                  <a:pt x="74368" y="23343"/>
                  <a:pt x="74368" y="28966"/>
                </a:cubicBezTo>
                <a:cubicBezTo>
                  <a:pt x="74368" y="32545"/>
                  <a:pt x="76668" y="36378"/>
                  <a:pt x="82291" y="36378"/>
                </a:cubicBezTo>
                <a:cubicBezTo>
                  <a:pt x="87915" y="36378"/>
                  <a:pt x="94049" y="32034"/>
                  <a:pt x="94049" y="22067"/>
                </a:cubicBezTo>
                <a:cubicBezTo>
                  <a:pt x="94049" y="10513"/>
                  <a:pt x="83060" y="0"/>
                  <a:pt x="63636" y="0"/>
                </a:cubicBezTo>
                <a:cubicBezTo>
                  <a:pt x="29901" y="0"/>
                  <a:pt x="20445" y="26154"/>
                  <a:pt x="20445" y="37397"/>
                </a:cubicBezTo>
                <a:cubicBezTo>
                  <a:pt x="20445" y="57292"/>
                  <a:pt x="39358" y="61117"/>
                  <a:pt x="46767" y="62646"/>
                </a:cubicBezTo>
                <a:cubicBezTo>
                  <a:pt x="60057" y="65196"/>
                  <a:pt x="73346" y="68004"/>
                  <a:pt x="73346" y="82046"/>
                </a:cubicBezTo>
                <a:cubicBezTo>
                  <a:pt x="73346" y="88690"/>
                  <a:pt x="67469" y="110181"/>
                  <a:pt x="36804" y="110181"/>
                </a:cubicBezTo>
                <a:cubicBezTo>
                  <a:pt x="33224" y="110181"/>
                  <a:pt x="13547" y="110181"/>
                  <a:pt x="7667" y="96615"/>
                </a:cubicBezTo>
                <a:cubicBezTo>
                  <a:pt x="17380" y="97893"/>
                  <a:pt x="23767" y="90223"/>
                  <a:pt x="23767" y="83067"/>
                </a:cubicBezTo>
                <a:cubicBezTo>
                  <a:pt x="23767" y="77191"/>
                  <a:pt x="19681" y="74122"/>
                  <a:pt x="14311" y="74122"/>
                </a:cubicBezTo>
                <a:cubicBezTo>
                  <a:pt x="7667" y="74122"/>
                  <a:pt x="0" y="79492"/>
                  <a:pt x="0" y="90991"/>
                </a:cubicBezTo>
                <a:cubicBezTo>
                  <a:pt x="0" y="105572"/>
                  <a:pt x="14569" y="115800"/>
                  <a:pt x="36546" y="115800"/>
                </a:cubicBezTo>
                <a:cubicBezTo>
                  <a:pt x="77947" y="115800"/>
                  <a:pt x="87915" y="84857"/>
                  <a:pt x="87915" y="73358"/>
                </a:cubicBezTo>
                <a:cubicBezTo>
                  <a:pt x="87915" y="64178"/>
                  <a:pt x="83060" y="57803"/>
                  <a:pt x="79991" y="54741"/>
                </a:cubicBezTo>
                <a:cubicBezTo>
                  <a:pt x="73093" y="47598"/>
                  <a:pt x="65679" y="46322"/>
                  <a:pt x="54437" y="44029"/>
                </a:cubicBezTo>
                <a:cubicBezTo>
                  <a:pt x="45234" y="41990"/>
                  <a:pt x="35014" y="40204"/>
                  <a:pt x="35014" y="28712"/>
                </a:cubicBezTo>
                <a:cubicBezTo>
                  <a:pt x="35014" y="21299"/>
                  <a:pt x="41148" y="5623"/>
                  <a:pt x="63636" y="5623"/>
                </a:cubicBezTo>
                <a:cubicBezTo>
                  <a:pt x="70023" y="5623"/>
                  <a:pt x="82802" y="7425"/>
                  <a:pt x="86635" y="174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972C52D2-9356-4D28-B22E-D722FFFD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01" y="1581268"/>
            <a:ext cx="83006" cy="122288"/>
          </a:xfrm>
          <a:custGeom xmlns:a="http://schemas.openxmlformats.org/drawingml/2006/main">
            <a:pathLst>
              <a:path w="83006" h="122288">
                <a:moveTo>
                  <a:pt x="83006" y="61682"/>
                </a:moveTo>
                <a:cubicBezTo>
                  <a:pt x="83006" y="42017"/>
                  <a:pt x="80680" y="27894"/>
                  <a:pt x="72453" y="15379"/>
                </a:cubicBezTo>
                <a:cubicBezTo>
                  <a:pt x="66906" y="7157"/>
                  <a:pt x="55816" y="0"/>
                  <a:pt x="41504" y="0"/>
                </a:cubicBezTo>
                <a:cubicBezTo>
                  <a:pt x="0" y="0"/>
                  <a:pt x="0" y="48812"/>
                  <a:pt x="0" y="61682"/>
                </a:cubicBezTo>
                <a:cubicBezTo>
                  <a:pt x="0" y="74555"/>
                  <a:pt x="0" y="122288"/>
                  <a:pt x="41504" y="122288"/>
                </a:cubicBezTo>
                <a:cubicBezTo>
                  <a:pt x="83006" y="122288"/>
                  <a:pt x="83006" y="74555"/>
                  <a:pt x="83006" y="61682"/>
                </a:cubicBezTo>
                <a:moveTo>
                  <a:pt x="41504" y="117279"/>
                </a:moveTo>
                <a:cubicBezTo>
                  <a:pt x="33274" y="117279"/>
                  <a:pt x="22361" y="112453"/>
                  <a:pt x="18785" y="97795"/>
                </a:cubicBezTo>
                <a:cubicBezTo>
                  <a:pt x="16280" y="87248"/>
                  <a:pt x="16280" y="72587"/>
                  <a:pt x="16280" y="59359"/>
                </a:cubicBezTo>
                <a:cubicBezTo>
                  <a:pt x="16280" y="46309"/>
                  <a:pt x="16280" y="32720"/>
                  <a:pt x="18963" y="22888"/>
                </a:cubicBezTo>
                <a:cubicBezTo>
                  <a:pt x="22719" y="8765"/>
                  <a:pt x="34170" y="5012"/>
                  <a:pt x="41504" y="5012"/>
                </a:cubicBezTo>
                <a:cubicBezTo>
                  <a:pt x="51165" y="5012"/>
                  <a:pt x="60467" y="10911"/>
                  <a:pt x="63686" y="21280"/>
                </a:cubicBezTo>
                <a:cubicBezTo>
                  <a:pt x="66549" y="30933"/>
                  <a:pt x="66726" y="43806"/>
                  <a:pt x="66726" y="59359"/>
                </a:cubicBezTo>
                <a:cubicBezTo>
                  <a:pt x="66726" y="72587"/>
                  <a:pt x="66726" y="85817"/>
                  <a:pt x="64401" y="97080"/>
                </a:cubicBezTo>
                <a:cubicBezTo>
                  <a:pt x="60825" y="113349"/>
                  <a:pt x="48659" y="117279"/>
                  <a:pt x="41504" y="11727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EC40BD0E-D374-44EE-8364-31228729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1075" y="1548655"/>
            <a:ext cx="94049" cy="115800"/>
          </a:xfrm>
          <a:custGeom xmlns:a="http://schemas.openxmlformats.org/drawingml/2006/main">
            <a:pathLst>
              <a:path w="94049" h="115800">
                <a:moveTo>
                  <a:pt x="86635" y="17462"/>
                </a:moveTo>
                <a:cubicBezTo>
                  <a:pt x="79480" y="17719"/>
                  <a:pt x="74368" y="23343"/>
                  <a:pt x="74368" y="28966"/>
                </a:cubicBezTo>
                <a:cubicBezTo>
                  <a:pt x="74368" y="32545"/>
                  <a:pt x="76668" y="36378"/>
                  <a:pt x="82291" y="36378"/>
                </a:cubicBezTo>
                <a:cubicBezTo>
                  <a:pt x="87915" y="36378"/>
                  <a:pt x="94049" y="32034"/>
                  <a:pt x="94049" y="22067"/>
                </a:cubicBezTo>
                <a:cubicBezTo>
                  <a:pt x="94049" y="10513"/>
                  <a:pt x="83060" y="0"/>
                  <a:pt x="63636" y="0"/>
                </a:cubicBezTo>
                <a:cubicBezTo>
                  <a:pt x="29901" y="0"/>
                  <a:pt x="20445" y="26154"/>
                  <a:pt x="20445" y="37397"/>
                </a:cubicBezTo>
                <a:cubicBezTo>
                  <a:pt x="20445" y="57292"/>
                  <a:pt x="39358" y="61117"/>
                  <a:pt x="46767" y="62646"/>
                </a:cubicBezTo>
                <a:cubicBezTo>
                  <a:pt x="60057" y="65196"/>
                  <a:pt x="73346" y="68004"/>
                  <a:pt x="73346" y="82046"/>
                </a:cubicBezTo>
                <a:cubicBezTo>
                  <a:pt x="73346" y="88690"/>
                  <a:pt x="67469" y="110181"/>
                  <a:pt x="36804" y="110181"/>
                </a:cubicBezTo>
                <a:cubicBezTo>
                  <a:pt x="33224" y="110181"/>
                  <a:pt x="13547" y="110181"/>
                  <a:pt x="7667" y="96615"/>
                </a:cubicBezTo>
                <a:cubicBezTo>
                  <a:pt x="17380" y="97893"/>
                  <a:pt x="23767" y="90223"/>
                  <a:pt x="23767" y="83067"/>
                </a:cubicBezTo>
                <a:cubicBezTo>
                  <a:pt x="23767" y="77191"/>
                  <a:pt x="19681" y="74122"/>
                  <a:pt x="14311" y="74122"/>
                </a:cubicBezTo>
                <a:cubicBezTo>
                  <a:pt x="7667" y="74122"/>
                  <a:pt x="0" y="79492"/>
                  <a:pt x="0" y="90991"/>
                </a:cubicBezTo>
                <a:cubicBezTo>
                  <a:pt x="0" y="105572"/>
                  <a:pt x="14569" y="115800"/>
                  <a:pt x="36546" y="115800"/>
                </a:cubicBezTo>
                <a:cubicBezTo>
                  <a:pt x="77947" y="115800"/>
                  <a:pt x="87915" y="84857"/>
                  <a:pt x="87915" y="73358"/>
                </a:cubicBezTo>
                <a:cubicBezTo>
                  <a:pt x="87915" y="64178"/>
                  <a:pt x="83060" y="57803"/>
                  <a:pt x="79991" y="54741"/>
                </a:cubicBezTo>
                <a:cubicBezTo>
                  <a:pt x="73093" y="47598"/>
                  <a:pt x="65679" y="46322"/>
                  <a:pt x="54437" y="44029"/>
                </a:cubicBezTo>
                <a:cubicBezTo>
                  <a:pt x="45234" y="41990"/>
                  <a:pt x="35014" y="40204"/>
                  <a:pt x="35014" y="28712"/>
                </a:cubicBezTo>
                <a:cubicBezTo>
                  <a:pt x="35014" y="21299"/>
                  <a:pt x="41148" y="5623"/>
                  <a:pt x="63636" y="5623"/>
                </a:cubicBezTo>
                <a:cubicBezTo>
                  <a:pt x="70023" y="5623"/>
                  <a:pt x="82802" y="7425"/>
                  <a:pt x="86635" y="174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F4C76E5D-5600-4174-96B2-0279BF39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7081" y="1581265"/>
            <a:ext cx="65116" cy="118794"/>
          </a:xfrm>
          <a:custGeom xmlns:a="http://schemas.openxmlformats.org/drawingml/2006/main">
            <a:pathLst>
              <a:path w="65116" h="118794">
                <a:moveTo>
                  <a:pt x="40429" y="4998"/>
                </a:moveTo>
                <a:cubicBezTo>
                  <a:pt x="40429" y="180"/>
                  <a:pt x="40071" y="0"/>
                  <a:pt x="35063" y="0"/>
                </a:cubicBezTo>
                <a:cubicBezTo>
                  <a:pt x="23614" y="11203"/>
                  <a:pt x="7335" y="11380"/>
                  <a:pt x="0" y="11380"/>
                </a:cubicBezTo>
                <a:lnTo>
                  <a:pt x="0" y="17819"/>
                </a:lnTo>
                <a:cubicBezTo>
                  <a:pt x="4293" y="17819"/>
                  <a:pt x="16100" y="17819"/>
                  <a:pt x="25940" y="12810"/>
                </a:cubicBezTo>
                <a:lnTo>
                  <a:pt x="25940" y="104120"/>
                </a:lnTo>
                <a:cubicBezTo>
                  <a:pt x="25940" y="110030"/>
                  <a:pt x="25940" y="112355"/>
                  <a:pt x="8050" y="112355"/>
                </a:cubicBezTo>
                <a:lnTo>
                  <a:pt x="1253" y="112355"/>
                </a:lnTo>
                <a:lnTo>
                  <a:pt x="1253" y="118794"/>
                </a:lnTo>
                <a:cubicBezTo>
                  <a:pt x="4471" y="118617"/>
                  <a:pt x="26475" y="118079"/>
                  <a:pt x="33094" y="118079"/>
                </a:cubicBezTo>
                <a:cubicBezTo>
                  <a:pt x="38641" y="118079"/>
                  <a:pt x="61180" y="118617"/>
                  <a:pt x="65116" y="118794"/>
                </a:cubicBezTo>
                <a:lnTo>
                  <a:pt x="65116" y="112355"/>
                </a:lnTo>
                <a:lnTo>
                  <a:pt x="58319" y="112355"/>
                </a:lnTo>
                <a:cubicBezTo>
                  <a:pt x="40429" y="112355"/>
                  <a:pt x="40429" y="110030"/>
                  <a:pt x="40429" y="104120"/>
                </a:cubicBezTo>
                <a:lnTo>
                  <a:pt x="40429" y="49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BCA83D6F-E78F-40AA-B8F4-A3B8B0B3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075" y="2040277"/>
            <a:ext cx="117044" cy="115800"/>
          </a:xfrm>
          <a:custGeom xmlns:a="http://schemas.openxmlformats.org/drawingml/2006/main">
            <a:pathLst>
              <a:path w="117044" h="115800">
                <a:moveTo>
                  <a:pt x="85099" y="16363"/>
                </a:moveTo>
                <a:cubicBezTo>
                  <a:pt x="80501" y="6902"/>
                  <a:pt x="73088" y="0"/>
                  <a:pt x="61589" y="0"/>
                </a:cubicBezTo>
                <a:cubicBezTo>
                  <a:pt x="31687" y="0"/>
                  <a:pt x="0" y="37580"/>
                  <a:pt x="0" y="74902"/>
                </a:cubicBezTo>
                <a:cubicBezTo>
                  <a:pt x="0" y="98931"/>
                  <a:pt x="14054" y="115800"/>
                  <a:pt x="33988" y="115800"/>
                </a:cubicBezTo>
                <a:cubicBezTo>
                  <a:pt x="39100" y="115800"/>
                  <a:pt x="51879" y="114778"/>
                  <a:pt x="67212" y="96630"/>
                </a:cubicBezTo>
                <a:cubicBezTo>
                  <a:pt x="69255" y="107369"/>
                  <a:pt x="78201" y="115800"/>
                  <a:pt x="90468" y="115800"/>
                </a:cubicBezTo>
                <a:cubicBezTo>
                  <a:pt x="99414" y="115800"/>
                  <a:pt x="105291" y="109923"/>
                  <a:pt x="109377" y="101742"/>
                </a:cubicBezTo>
                <a:cubicBezTo>
                  <a:pt x="113725" y="92540"/>
                  <a:pt x="117044" y="76945"/>
                  <a:pt x="117044" y="76434"/>
                </a:cubicBezTo>
                <a:cubicBezTo>
                  <a:pt x="117044" y="73880"/>
                  <a:pt x="114747" y="73880"/>
                  <a:pt x="113979" y="73880"/>
                </a:cubicBezTo>
                <a:cubicBezTo>
                  <a:pt x="111424" y="73880"/>
                  <a:pt x="111167" y="74902"/>
                  <a:pt x="110403" y="78482"/>
                </a:cubicBezTo>
                <a:cubicBezTo>
                  <a:pt x="106055" y="95098"/>
                  <a:pt x="101457" y="110181"/>
                  <a:pt x="90979" y="110181"/>
                </a:cubicBezTo>
                <a:cubicBezTo>
                  <a:pt x="84077" y="110181"/>
                  <a:pt x="83313" y="103532"/>
                  <a:pt x="83313" y="98420"/>
                </a:cubicBezTo>
                <a:cubicBezTo>
                  <a:pt x="83313" y="92797"/>
                  <a:pt x="83824" y="90750"/>
                  <a:pt x="86635" y="79503"/>
                </a:cubicBezTo>
                <a:cubicBezTo>
                  <a:pt x="89447" y="68768"/>
                  <a:pt x="89958" y="66210"/>
                  <a:pt x="92254" y="56496"/>
                </a:cubicBezTo>
                <a:lnTo>
                  <a:pt x="101457" y="20707"/>
                </a:lnTo>
                <a:cubicBezTo>
                  <a:pt x="103247" y="13551"/>
                  <a:pt x="103247" y="13040"/>
                  <a:pt x="103247" y="12015"/>
                </a:cubicBezTo>
                <a:cubicBezTo>
                  <a:pt x="103247" y="7670"/>
                  <a:pt x="100178" y="5112"/>
                  <a:pt x="95834" y="5112"/>
                </a:cubicBezTo>
                <a:cubicBezTo>
                  <a:pt x="89700" y="5112"/>
                  <a:pt x="85867" y="10739"/>
                  <a:pt x="85099" y="16363"/>
                </a:cubicBezTo>
                <a:moveTo>
                  <a:pt x="68491" y="82572"/>
                </a:moveTo>
                <a:cubicBezTo>
                  <a:pt x="67212" y="87173"/>
                  <a:pt x="67212" y="87684"/>
                  <a:pt x="63379" y="92029"/>
                </a:cubicBezTo>
                <a:cubicBezTo>
                  <a:pt x="52132" y="106090"/>
                  <a:pt x="41654" y="110181"/>
                  <a:pt x="34499" y="110181"/>
                </a:cubicBezTo>
                <a:cubicBezTo>
                  <a:pt x="21724" y="110181"/>
                  <a:pt x="18144" y="96119"/>
                  <a:pt x="18144" y="86148"/>
                </a:cubicBezTo>
                <a:cubicBezTo>
                  <a:pt x="18144" y="73370"/>
                  <a:pt x="26322" y="41924"/>
                  <a:pt x="32198" y="30166"/>
                </a:cubicBezTo>
                <a:cubicBezTo>
                  <a:pt x="40122" y="15083"/>
                  <a:pt x="51622" y="5623"/>
                  <a:pt x="61846" y="5623"/>
                </a:cubicBezTo>
                <a:cubicBezTo>
                  <a:pt x="78458" y="5623"/>
                  <a:pt x="82034" y="26587"/>
                  <a:pt x="82034" y="28119"/>
                </a:cubicBezTo>
                <a:cubicBezTo>
                  <a:pt x="82034" y="29656"/>
                  <a:pt x="81523" y="31189"/>
                  <a:pt x="81266" y="32467"/>
                </a:cubicBezTo>
                <a:lnTo>
                  <a:pt x="68491" y="82572"/>
                </a:lnTo>
              </a:path>
            </a:pathLst>
          </a:custGeom>
          <a:solidFill xmlns:a="http://schemas.openxmlformats.org/drawingml/2006/main">
            <a:srgbClr val="B1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84AED1CF-DDE8-49B4-81D1-11C2E69B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35" y="2072886"/>
            <a:ext cx="83006" cy="122288"/>
          </a:xfrm>
          <a:custGeom xmlns:a="http://schemas.openxmlformats.org/drawingml/2006/main">
            <a:pathLst>
              <a:path w="83006" h="122288">
                <a:moveTo>
                  <a:pt x="83006" y="61682"/>
                </a:moveTo>
                <a:cubicBezTo>
                  <a:pt x="83006" y="42017"/>
                  <a:pt x="80680" y="27894"/>
                  <a:pt x="72453" y="15379"/>
                </a:cubicBezTo>
                <a:cubicBezTo>
                  <a:pt x="66906" y="7157"/>
                  <a:pt x="55816" y="0"/>
                  <a:pt x="41504" y="0"/>
                </a:cubicBezTo>
                <a:cubicBezTo>
                  <a:pt x="0" y="0"/>
                  <a:pt x="0" y="48812"/>
                  <a:pt x="0" y="61682"/>
                </a:cubicBezTo>
                <a:cubicBezTo>
                  <a:pt x="0" y="74555"/>
                  <a:pt x="0" y="122288"/>
                  <a:pt x="41504" y="122288"/>
                </a:cubicBezTo>
                <a:cubicBezTo>
                  <a:pt x="83006" y="122288"/>
                  <a:pt x="83006" y="74555"/>
                  <a:pt x="83006" y="61682"/>
                </a:cubicBezTo>
                <a:moveTo>
                  <a:pt x="41504" y="117279"/>
                </a:moveTo>
                <a:cubicBezTo>
                  <a:pt x="33274" y="117279"/>
                  <a:pt x="22361" y="112453"/>
                  <a:pt x="18785" y="97795"/>
                </a:cubicBezTo>
                <a:cubicBezTo>
                  <a:pt x="16280" y="87248"/>
                  <a:pt x="16280" y="72587"/>
                  <a:pt x="16280" y="59359"/>
                </a:cubicBezTo>
                <a:cubicBezTo>
                  <a:pt x="16280" y="46309"/>
                  <a:pt x="16280" y="32720"/>
                  <a:pt x="18963" y="22888"/>
                </a:cubicBezTo>
                <a:cubicBezTo>
                  <a:pt x="22719" y="8765"/>
                  <a:pt x="34170" y="5012"/>
                  <a:pt x="41504" y="5012"/>
                </a:cubicBezTo>
                <a:cubicBezTo>
                  <a:pt x="51165" y="5012"/>
                  <a:pt x="60467" y="10911"/>
                  <a:pt x="63686" y="21280"/>
                </a:cubicBezTo>
                <a:cubicBezTo>
                  <a:pt x="66549" y="30933"/>
                  <a:pt x="66726" y="43806"/>
                  <a:pt x="66726" y="59359"/>
                </a:cubicBezTo>
                <a:cubicBezTo>
                  <a:pt x="66726" y="72587"/>
                  <a:pt x="66726" y="85817"/>
                  <a:pt x="64401" y="97080"/>
                </a:cubicBezTo>
                <a:cubicBezTo>
                  <a:pt x="60825" y="113349"/>
                  <a:pt x="48659" y="117279"/>
                  <a:pt x="41504" y="117279"/>
                </a:cubicBezTo>
              </a:path>
            </a:pathLst>
          </a:custGeom>
          <a:solidFill xmlns:a="http://schemas.openxmlformats.org/drawingml/2006/main">
            <a:srgbClr val="B1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7A7B8C29-411B-45D6-8A05-AD4FCC96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2638" y="1548655"/>
            <a:ext cx="94049" cy="115800"/>
          </a:xfrm>
          <a:custGeom xmlns:a="http://schemas.openxmlformats.org/drawingml/2006/main">
            <a:pathLst>
              <a:path w="94049" h="115800">
                <a:moveTo>
                  <a:pt x="86635" y="17462"/>
                </a:moveTo>
                <a:cubicBezTo>
                  <a:pt x="79480" y="17719"/>
                  <a:pt x="74368" y="23342"/>
                  <a:pt x="74368" y="28966"/>
                </a:cubicBezTo>
                <a:cubicBezTo>
                  <a:pt x="74368" y="32545"/>
                  <a:pt x="76668" y="36378"/>
                  <a:pt x="82291" y="36378"/>
                </a:cubicBezTo>
                <a:cubicBezTo>
                  <a:pt x="87915" y="36378"/>
                  <a:pt x="94049" y="32034"/>
                  <a:pt x="94049" y="22067"/>
                </a:cubicBezTo>
                <a:cubicBezTo>
                  <a:pt x="94049" y="10513"/>
                  <a:pt x="83060" y="0"/>
                  <a:pt x="63636" y="0"/>
                </a:cubicBezTo>
                <a:cubicBezTo>
                  <a:pt x="29901" y="0"/>
                  <a:pt x="20445" y="26154"/>
                  <a:pt x="20445" y="37397"/>
                </a:cubicBezTo>
                <a:cubicBezTo>
                  <a:pt x="20445" y="57292"/>
                  <a:pt x="39358" y="61117"/>
                  <a:pt x="46767" y="62646"/>
                </a:cubicBezTo>
                <a:cubicBezTo>
                  <a:pt x="60057" y="65196"/>
                  <a:pt x="73346" y="68004"/>
                  <a:pt x="73346" y="82046"/>
                </a:cubicBezTo>
                <a:cubicBezTo>
                  <a:pt x="73346" y="88690"/>
                  <a:pt x="67469" y="110181"/>
                  <a:pt x="36804" y="110181"/>
                </a:cubicBezTo>
                <a:cubicBezTo>
                  <a:pt x="33224" y="110181"/>
                  <a:pt x="13547" y="110181"/>
                  <a:pt x="7667" y="96615"/>
                </a:cubicBezTo>
                <a:cubicBezTo>
                  <a:pt x="17380" y="97893"/>
                  <a:pt x="23767" y="90223"/>
                  <a:pt x="23767" y="83067"/>
                </a:cubicBezTo>
                <a:cubicBezTo>
                  <a:pt x="23767" y="77191"/>
                  <a:pt x="19681" y="74122"/>
                  <a:pt x="14311" y="74122"/>
                </a:cubicBezTo>
                <a:cubicBezTo>
                  <a:pt x="7667" y="74122"/>
                  <a:pt x="0" y="79492"/>
                  <a:pt x="0" y="90991"/>
                </a:cubicBezTo>
                <a:cubicBezTo>
                  <a:pt x="0" y="105572"/>
                  <a:pt x="14569" y="115800"/>
                  <a:pt x="36546" y="115800"/>
                </a:cubicBezTo>
                <a:cubicBezTo>
                  <a:pt x="77947" y="115800"/>
                  <a:pt x="87915" y="84857"/>
                  <a:pt x="87915" y="73358"/>
                </a:cubicBezTo>
                <a:cubicBezTo>
                  <a:pt x="87915" y="64178"/>
                  <a:pt x="83060" y="57803"/>
                  <a:pt x="79991" y="54741"/>
                </a:cubicBezTo>
                <a:cubicBezTo>
                  <a:pt x="73093" y="47598"/>
                  <a:pt x="65679" y="46322"/>
                  <a:pt x="54438" y="44029"/>
                </a:cubicBezTo>
                <a:cubicBezTo>
                  <a:pt x="45234" y="41990"/>
                  <a:pt x="35014" y="40204"/>
                  <a:pt x="35014" y="28712"/>
                </a:cubicBezTo>
                <a:cubicBezTo>
                  <a:pt x="35014" y="21299"/>
                  <a:pt x="41148" y="5623"/>
                  <a:pt x="63636" y="5623"/>
                </a:cubicBezTo>
                <a:cubicBezTo>
                  <a:pt x="70023" y="5623"/>
                  <a:pt x="82802" y="7425"/>
                  <a:pt x="86635" y="174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2564BDD8-EE92-4439-99DB-17240FFE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6838" y="1579198"/>
            <a:ext cx="133630" cy="120861"/>
          </a:xfrm>
          <a:custGeom xmlns:a="http://schemas.openxmlformats.org/drawingml/2006/main">
            <a:pathLst>
              <a:path w="133630" h="120861">
                <a:moveTo>
                  <a:pt x="79247" y="12698"/>
                </a:moveTo>
                <a:cubicBezTo>
                  <a:pt x="80500" y="7515"/>
                  <a:pt x="80858" y="6977"/>
                  <a:pt x="84794" y="6619"/>
                </a:cubicBezTo>
                <a:cubicBezTo>
                  <a:pt x="85686" y="6442"/>
                  <a:pt x="91948" y="6442"/>
                  <a:pt x="95527" y="6442"/>
                </a:cubicBezTo>
                <a:cubicBezTo>
                  <a:pt x="106440" y="6442"/>
                  <a:pt x="111089" y="6442"/>
                  <a:pt x="115562" y="7872"/>
                </a:cubicBezTo>
                <a:cubicBezTo>
                  <a:pt x="123612" y="10376"/>
                  <a:pt x="123970" y="15559"/>
                  <a:pt x="123970" y="21995"/>
                </a:cubicBezTo>
                <a:cubicBezTo>
                  <a:pt x="123970" y="24856"/>
                  <a:pt x="123970" y="27179"/>
                  <a:pt x="122717" y="36477"/>
                </a:cubicBezTo>
                <a:lnTo>
                  <a:pt x="122359" y="38442"/>
                </a:lnTo>
                <a:cubicBezTo>
                  <a:pt x="122359" y="40230"/>
                  <a:pt x="123612" y="41125"/>
                  <a:pt x="125400" y="41125"/>
                </a:cubicBezTo>
                <a:cubicBezTo>
                  <a:pt x="128083" y="41125"/>
                  <a:pt x="128441" y="39514"/>
                  <a:pt x="128801" y="36654"/>
                </a:cubicBezTo>
                <a:lnTo>
                  <a:pt x="133630" y="2506"/>
                </a:lnTo>
                <a:cubicBezTo>
                  <a:pt x="133630" y="0"/>
                  <a:pt x="131484" y="0"/>
                  <a:pt x="128264" y="0"/>
                </a:cubicBezTo>
                <a:lnTo>
                  <a:pt x="18245" y="0"/>
                </a:lnTo>
                <a:cubicBezTo>
                  <a:pt x="13774" y="0"/>
                  <a:pt x="13416" y="0"/>
                  <a:pt x="12163" y="3759"/>
                </a:cubicBezTo>
                <a:lnTo>
                  <a:pt x="893" y="35404"/>
                </a:lnTo>
                <a:cubicBezTo>
                  <a:pt x="715" y="36119"/>
                  <a:pt x="0" y="37727"/>
                  <a:pt x="0" y="38622"/>
                </a:cubicBezTo>
                <a:cubicBezTo>
                  <a:pt x="0" y="39337"/>
                  <a:pt x="358" y="41125"/>
                  <a:pt x="3041" y="41125"/>
                </a:cubicBezTo>
                <a:cubicBezTo>
                  <a:pt x="5367" y="41125"/>
                  <a:pt x="5724" y="40230"/>
                  <a:pt x="6797" y="36834"/>
                </a:cubicBezTo>
                <a:cubicBezTo>
                  <a:pt x="17172" y="8230"/>
                  <a:pt x="23076" y="6442"/>
                  <a:pt x="50267" y="6442"/>
                </a:cubicBezTo>
                <a:lnTo>
                  <a:pt x="57781" y="6442"/>
                </a:lnTo>
                <a:cubicBezTo>
                  <a:pt x="63147" y="6442"/>
                  <a:pt x="63325" y="6619"/>
                  <a:pt x="63325" y="8230"/>
                </a:cubicBezTo>
                <a:cubicBezTo>
                  <a:pt x="63325" y="8407"/>
                  <a:pt x="63325" y="9302"/>
                  <a:pt x="62610" y="11983"/>
                </a:cubicBezTo>
                <a:lnTo>
                  <a:pt x="38996" y="106020"/>
                </a:lnTo>
                <a:cubicBezTo>
                  <a:pt x="37388" y="112634"/>
                  <a:pt x="36850" y="114422"/>
                  <a:pt x="18067" y="114422"/>
                </a:cubicBezTo>
                <a:cubicBezTo>
                  <a:pt x="11626" y="114422"/>
                  <a:pt x="10018" y="114422"/>
                  <a:pt x="10018" y="118358"/>
                </a:cubicBezTo>
                <a:cubicBezTo>
                  <a:pt x="10018" y="118896"/>
                  <a:pt x="10375" y="120861"/>
                  <a:pt x="13058" y="120861"/>
                </a:cubicBezTo>
                <a:cubicBezTo>
                  <a:pt x="18067" y="120861"/>
                  <a:pt x="23434" y="120326"/>
                  <a:pt x="28443" y="120326"/>
                </a:cubicBezTo>
                <a:cubicBezTo>
                  <a:pt x="33452" y="120326"/>
                  <a:pt x="38818" y="120146"/>
                  <a:pt x="43827" y="120146"/>
                </a:cubicBezTo>
                <a:cubicBezTo>
                  <a:pt x="48836" y="120146"/>
                  <a:pt x="54918" y="120146"/>
                  <a:pt x="59927" y="120326"/>
                </a:cubicBezTo>
                <a:cubicBezTo>
                  <a:pt x="64758" y="120503"/>
                  <a:pt x="70125" y="120861"/>
                  <a:pt x="74954" y="120861"/>
                </a:cubicBezTo>
                <a:cubicBezTo>
                  <a:pt x="76384" y="120861"/>
                  <a:pt x="79070" y="120861"/>
                  <a:pt x="79070" y="116927"/>
                </a:cubicBezTo>
                <a:cubicBezTo>
                  <a:pt x="79070" y="114422"/>
                  <a:pt x="77279" y="114422"/>
                  <a:pt x="71735" y="114422"/>
                </a:cubicBezTo>
                <a:cubicBezTo>
                  <a:pt x="68334" y="114422"/>
                  <a:pt x="64758" y="114244"/>
                  <a:pt x="61357" y="114064"/>
                </a:cubicBezTo>
                <a:cubicBezTo>
                  <a:pt x="55276" y="113529"/>
                  <a:pt x="54918" y="112814"/>
                  <a:pt x="54918" y="110668"/>
                </a:cubicBezTo>
                <a:cubicBezTo>
                  <a:pt x="54918" y="109415"/>
                  <a:pt x="54918" y="109058"/>
                  <a:pt x="55633" y="106555"/>
                </a:cubicBezTo>
                <a:lnTo>
                  <a:pt x="79247" y="126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3A4CC933-8F2E-43E3-9272-EB5329C7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7929" y="2040277"/>
            <a:ext cx="117044" cy="115800"/>
          </a:xfrm>
          <a:custGeom xmlns:a="http://schemas.openxmlformats.org/drawingml/2006/main">
            <a:pathLst>
              <a:path w="117044" h="115800">
                <a:moveTo>
                  <a:pt x="85099" y="16363"/>
                </a:moveTo>
                <a:cubicBezTo>
                  <a:pt x="80501" y="6902"/>
                  <a:pt x="73088" y="0"/>
                  <a:pt x="61589" y="0"/>
                </a:cubicBezTo>
                <a:cubicBezTo>
                  <a:pt x="31687" y="0"/>
                  <a:pt x="0" y="37580"/>
                  <a:pt x="0" y="74902"/>
                </a:cubicBezTo>
                <a:cubicBezTo>
                  <a:pt x="0" y="98931"/>
                  <a:pt x="14054" y="115800"/>
                  <a:pt x="33988" y="115800"/>
                </a:cubicBezTo>
                <a:cubicBezTo>
                  <a:pt x="39101" y="115800"/>
                  <a:pt x="51879" y="114778"/>
                  <a:pt x="67212" y="96630"/>
                </a:cubicBezTo>
                <a:cubicBezTo>
                  <a:pt x="69255" y="107369"/>
                  <a:pt x="78201" y="115800"/>
                  <a:pt x="90468" y="115800"/>
                </a:cubicBezTo>
                <a:cubicBezTo>
                  <a:pt x="99414" y="115800"/>
                  <a:pt x="105291" y="109923"/>
                  <a:pt x="109377" y="101742"/>
                </a:cubicBezTo>
                <a:cubicBezTo>
                  <a:pt x="113725" y="92540"/>
                  <a:pt x="117044" y="76945"/>
                  <a:pt x="117044" y="76434"/>
                </a:cubicBezTo>
                <a:cubicBezTo>
                  <a:pt x="117044" y="73880"/>
                  <a:pt x="114747" y="73880"/>
                  <a:pt x="113979" y="73880"/>
                </a:cubicBezTo>
                <a:cubicBezTo>
                  <a:pt x="111424" y="73880"/>
                  <a:pt x="111167" y="74902"/>
                  <a:pt x="110403" y="78482"/>
                </a:cubicBezTo>
                <a:cubicBezTo>
                  <a:pt x="106055" y="95098"/>
                  <a:pt x="101457" y="110181"/>
                  <a:pt x="90979" y="110181"/>
                </a:cubicBezTo>
                <a:cubicBezTo>
                  <a:pt x="84077" y="110181"/>
                  <a:pt x="83313" y="103532"/>
                  <a:pt x="83313" y="98420"/>
                </a:cubicBezTo>
                <a:cubicBezTo>
                  <a:pt x="83313" y="92797"/>
                  <a:pt x="83824" y="90750"/>
                  <a:pt x="86635" y="79503"/>
                </a:cubicBezTo>
                <a:cubicBezTo>
                  <a:pt x="89447" y="68768"/>
                  <a:pt x="89958" y="66210"/>
                  <a:pt x="92254" y="56496"/>
                </a:cubicBezTo>
                <a:lnTo>
                  <a:pt x="101457" y="20707"/>
                </a:lnTo>
                <a:cubicBezTo>
                  <a:pt x="103247" y="13551"/>
                  <a:pt x="103247" y="13040"/>
                  <a:pt x="103247" y="12015"/>
                </a:cubicBezTo>
                <a:cubicBezTo>
                  <a:pt x="103247" y="7670"/>
                  <a:pt x="100178" y="5112"/>
                  <a:pt x="95834" y="5112"/>
                </a:cubicBezTo>
                <a:cubicBezTo>
                  <a:pt x="89700" y="5112"/>
                  <a:pt x="85867" y="10739"/>
                  <a:pt x="85099" y="16363"/>
                </a:cubicBezTo>
                <a:moveTo>
                  <a:pt x="68491" y="82572"/>
                </a:moveTo>
                <a:cubicBezTo>
                  <a:pt x="67212" y="87173"/>
                  <a:pt x="67212" y="87684"/>
                  <a:pt x="63379" y="92029"/>
                </a:cubicBezTo>
                <a:cubicBezTo>
                  <a:pt x="52132" y="106090"/>
                  <a:pt x="41654" y="110181"/>
                  <a:pt x="34499" y="110181"/>
                </a:cubicBezTo>
                <a:cubicBezTo>
                  <a:pt x="21724" y="110181"/>
                  <a:pt x="18145" y="96119"/>
                  <a:pt x="18145" y="86148"/>
                </a:cubicBezTo>
                <a:cubicBezTo>
                  <a:pt x="18145" y="73370"/>
                  <a:pt x="26322" y="41924"/>
                  <a:pt x="32198" y="30166"/>
                </a:cubicBezTo>
                <a:cubicBezTo>
                  <a:pt x="40122" y="15083"/>
                  <a:pt x="51622" y="5623"/>
                  <a:pt x="61846" y="5623"/>
                </a:cubicBezTo>
                <a:cubicBezTo>
                  <a:pt x="78458" y="5623"/>
                  <a:pt x="82034" y="26587"/>
                  <a:pt x="82034" y="28119"/>
                </a:cubicBezTo>
                <a:cubicBezTo>
                  <a:pt x="82034" y="29656"/>
                  <a:pt x="81523" y="31189"/>
                  <a:pt x="81266" y="32467"/>
                </a:cubicBezTo>
                <a:lnTo>
                  <a:pt x="68491" y="82572"/>
                </a:lnTo>
              </a:path>
            </a:pathLst>
          </a:custGeom>
          <a:solidFill xmlns:a="http://schemas.openxmlformats.org/drawingml/2006/main">
            <a:srgbClr val="B1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138860EC-EDA6-4BE4-9926-7F5817E8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2288" y="2072886"/>
            <a:ext cx="65116" cy="118794"/>
          </a:xfrm>
          <a:custGeom xmlns:a="http://schemas.openxmlformats.org/drawingml/2006/main">
            <a:pathLst>
              <a:path w="65116" h="118794">
                <a:moveTo>
                  <a:pt x="40429" y="4998"/>
                </a:moveTo>
                <a:cubicBezTo>
                  <a:pt x="40429" y="180"/>
                  <a:pt x="40071" y="0"/>
                  <a:pt x="35063" y="0"/>
                </a:cubicBezTo>
                <a:cubicBezTo>
                  <a:pt x="23614" y="11203"/>
                  <a:pt x="7335" y="11380"/>
                  <a:pt x="0" y="11380"/>
                </a:cubicBezTo>
                <a:lnTo>
                  <a:pt x="0" y="17819"/>
                </a:lnTo>
                <a:cubicBezTo>
                  <a:pt x="4293" y="17819"/>
                  <a:pt x="16100" y="17819"/>
                  <a:pt x="25940" y="12810"/>
                </a:cubicBezTo>
                <a:lnTo>
                  <a:pt x="25940" y="104120"/>
                </a:lnTo>
                <a:cubicBezTo>
                  <a:pt x="25940" y="110030"/>
                  <a:pt x="25940" y="112355"/>
                  <a:pt x="8050" y="112355"/>
                </a:cubicBezTo>
                <a:lnTo>
                  <a:pt x="1253" y="112355"/>
                </a:lnTo>
                <a:lnTo>
                  <a:pt x="1253" y="118794"/>
                </a:lnTo>
                <a:cubicBezTo>
                  <a:pt x="4471" y="118617"/>
                  <a:pt x="26475" y="118079"/>
                  <a:pt x="33094" y="118079"/>
                </a:cubicBezTo>
                <a:cubicBezTo>
                  <a:pt x="38641" y="118079"/>
                  <a:pt x="61180" y="118617"/>
                  <a:pt x="65116" y="118794"/>
                </a:cubicBezTo>
                <a:lnTo>
                  <a:pt x="65116" y="112355"/>
                </a:lnTo>
                <a:lnTo>
                  <a:pt x="58319" y="112355"/>
                </a:lnTo>
                <a:cubicBezTo>
                  <a:pt x="40429" y="112355"/>
                  <a:pt x="40429" y="110030"/>
                  <a:pt x="40429" y="104120"/>
                </a:cubicBezTo>
                <a:lnTo>
                  <a:pt x="40429" y="4998"/>
                </a:lnTo>
              </a:path>
            </a:pathLst>
          </a:custGeom>
          <a:solidFill xmlns:a="http://schemas.openxmlformats.org/drawingml/2006/main">
            <a:srgbClr val="B1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A23762AB-E87C-4DF0-A831-2DA0E59E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3883" y="2968567"/>
            <a:ext cx="104012" cy="115800"/>
          </a:xfrm>
          <a:custGeom xmlns:a="http://schemas.openxmlformats.org/drawingml/2006/main">
            <a:pathLst>
              <a:path w="104012" h="115800">
                <a:moveTo>
                  <a:pt x="15079" y="97909"/>
                </a:moveTo>
                <a:cubicBezTo>
                  <a:pt x="14311" y="101742"/>
                  <a:pt x="12779" y="107623"/>
                  <a:pt x="12779" y="108902"/>
                </a:cubicBezTo>
                <a:cubicBezTo>
                  <a:pt x="12779" y="113503"/>
                  <a:pt x="16355" y="115800"/>
                  <a:pt x="20188" y="115800"/>
                </a:cubicBezTo>
                <a:cubicBezTo>
                  <a:pt x="23257" y="115800"/>
                  <a:pt x="27855" y="113757"/>
                  <a:pt x="29644" y="108644"/>
                </a:cubicBezTo>
                <a:cubicBezTo>
                  <a:pt x="30155" y="107623"/>
                  <a:pt x="38847" y="72855"/>
                  <a:pt x="39869" y="68253"/>
                </a:cubicBezTo>
                <a:cubicBezTo>
                  <a:pt x="41912" y="59818"/>
                  <a:pt x="46514" y="41924"/>
                  <a:pt x="48046" y="35022"/>
                </a:cubicBezTo>
                <a:cubicBezTo>
                  <a:pt x="49068" y="31695"/>
                  <a:pt x="56223" y="19685"/>
                  <a:pt x="62357" y="14066"/>
                </a:cubicBezTo>
                <a:cubicBezTo>
                  <a:pt x="64401" y="12276"/>
                  <a:pt x="71813" y="5623"/>
                  <a:pt x="82803" y="5623"/>
                </a:cubicBezTo>
                <a:cubicBezTo>
                  <a:pt x="89447" y="5623"/>
                  <a:pt x="93280" y="8696"/>
                  <a:pt x="93534" y="8696"/>
                </a:cubicBezTo>
                <a:cubicBezTo>
                  <a:pt x="85867" y="9975"/>
                  <a:pt x="80244" y="16109"/>
                  <a:pt x="80244" y="22754"/>
                </a:cubicBezTo>
                <a:cubicBezTo>
                  <a:pt x="80244" y="26841"/>
                  <a:pt x="83056" y="31695"/>
                  <a:pt x="89958" y="31695"/>
                </a:cubicBezTo>
                <a:cubicBezTo>
                  <a:pt x="96857" y="31695"/>
                  <a:pt x="104012" y="25819"/>
                  <a:pt x="104012" y="16620"/>
                </a:cubicBezTo>
                <a:cubicBezTo>
                  <a:pt x="104012" y="7674"/>
                  <a:pt x="95835" y="0"/>
                  <a:pt x="82803" y="0"/>
                </a:cubicBezTo>
                <a:cubicBezTo>
                  <a:pt x="66190" y="0"/>
                  <a:pt x="54945" y="12529"/>
                  <a:pt x="50089" y="19685"/>
                </a:cubicBezTo>
                <a:cubicBezTo>
                  <a:pt x="48046" y="8185"/>
                  <a:pt x="38847" y="0"/>
                  <a:pt x="26833" y="0"/>
                </a:cubicBezTo>
                <a:cubicBezTo>
                  <a:pt x="15079" y="0"/>
                  <a:pt x="10221" y="9975"/>
                  <a:pt x="7924" y="14577"/>
                </a:cubicBezTo>
                <a:cubicBezTo>
                  <a:pt x="3322" y="23265"/>
                  <a:pt x="0" y="38601"/>
                  <a:pt x="0" y="39366"/>
                </a:cubicBezTo>
                <a:cubicBezTo>
                  <a:pt x="0" y="41924"/>
                  <a:pt x="2554" y="41924"/>
                  <a:pt x="3065" y="41924"/>
                </a:cubicBezTo>
                <a:cubicBezTo>
                  <a:pt x="5623" y="41924"/>
                  <a:pt x="5877" y="41666"/>
                  <a:pt x="7413" y="36043"/>
                </a:cubicBezTo>
                <a:cubicBezTo>
                  <a:pt x="11757" y="17899"/>
                  <a:pt x="16865" y="5623"/>
                  <a:pt x="26069" y="5623"/>
                </a:cubicBezTo>
                <a:cubicBezTo>
                  <a:pt x="30412" y="5623"/>
                  <a:pt x="33989" y="7674"/>
                  <a:pt x="33989" y="17384"/>
                </a:cubicBezTo>
                <a:cubicBezTo>
                  <a:pt x="33989" y="22754"/>
                  <a:pt x="33224" y="25565"/>
                  <a:pt x="29901" y="38855"/>
                </a:cubicBezTo>
                <a:lnTo>
                  <a:pt x="15079" y="979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3DA801EA-19CB-43B9-8857-57820C20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4185" y="2889953"/>
            <a:ext cx="59288" cy="255558"/>
          </a:xfrm>
          <a:custGeom xmlns:a="http://schemas.openxmlformats.org/drawingml/2006/main">
            <a:pathLst>
              <a:path w="59288" h="255558">
                <a:moveTo>
                  <a:pt x="59288" y="253004"/>
                </a:moveTo>
                <a:cubicBezTo>
                  <a:pt x="59288" y="252240"/>
                  <a:pt x="59288" y="251725"/>
                  <a:pt x="54945" y="247381"/>
                </a:cubicBezTo>
                <a:cubicBezTo>
                  <a:pt x="23000" y="215183"/>
                  <a:pt x="14822" y="166880"/>
                  <a:pt x="14822" y="127779"/>
                </a:cubicBezTo>
                <a:cubicBezTo>
                  <a:pt x="14822" y="83313"/>
                  <a:pt x="24532" y="38847"/>
                  <a:pt x="55967" y="6902"/>
                </a:cubicBezTo>
                <a:cubicBezTo>
                  <a:pt x="59288" y="3837"/>
                  <a:pt x="59288" y="3322"/>
                  <a:pt x="59288" y="2558"/>
                </a:cubicBezTo>
                <a:cubicBezTo>
                  <a:pt x="59288" y="768"/>
                  <a:pt x="58267" y="0"/>
                  <a:pt x="56734" y="0"/>
                </a:cubicBezTo>
                <a:cubicBezTo>
                  <a:pt x="54176" y="0"/>
                  <a:pt x="31177" y="17380"/>
                  <a:pt x="16098" y="49836"/>
                </a:cubicBezTo>
                <a:cubicBezTo>
                  <a:pt x="3065" y="77947"/>
                  <a:pt x="0" y="106312"/>
                  <a:pt x="0" y="127779"/>
                </a:cubicBezTo>
                <a:cubicBezTo>
                  <a:pt x="0" y="147714"/>
                  <a:pt x="2808" y="178636"/>
                  <a:pt x="16866" y="207516"/>
                </a:cubicBezTo>
                <a:cubicBezTo>
                  <a:pt x="32198" y="238950"/>
                  <a:pt x="54176" y="255558"/>
                  <a:pt x="56734" y="255558"/>
                </a:cubicBezTo>
                <a:cubicBezTo>
                  <a:pt x="58267" y="255558"/>
                  <a:pt x="59288" y="254794"/>
                  <a:pt x="59288" y="2530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32D92428-2589-4A59-B38E-638149C6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8734" y="2968567"/>
            <a:ext cx="109382" cy="115800"/>
          </a:xfrm>
          <a:custGeom xmlns:a="http://schemas.openxmlformats.org/drawingml/2006/main">
            <a:pathLst>
              <a:path w="109382" h="115800">
                <a:moveTo>
                  <a:pt x="109382" y="43203"/>
                </a:moveTo>
                <a:cubicBezTo>
                  <a:pt x="109382" y="16616"/>
                  <a:pt x="91490" y="0"/>
                  <a:pt x="68491" y="0"/>
                </a:cubicBezTo>
                <a:cubicBezTo>
                  <a:pt x="34246" y="0"/>
                  <a:pt x="0" y="36300"/>
                  <a:pt x="0" y="72601"/>
                </a:cubicBezTo>
                <a:cubicBezTo>
                  <a:pt x="0" y="97909"/>
                  <a:pt x="17123" y="115800"/>
                  <a:pt x="40890" y="115800"/>
                </a:cubicBezTo>
                <a:cubicBezTo>
                  <a:pt x="74882" y="115800"/>
                  <a:pt x="109382" y="80525"/>
                  <a:pt x="109382" y="43203"/>
                </a:cubicBezTo>
                <a:moveTo>
                  <a:pt x="41148" y="110181"/>
                </a:moveTo>
                <a:cubicBezTo>
                  <a:pt x="30159" y="110181"/>
                  <a:pt x="18913" y="102253"/>
                  <a:pt x="18913" y="82315"/>
                </a:cubicBezTo>
                <a:cubicBezTo>
                  <a:pt x="18913" y="69790"/>
                  <a:pt x="25558" y="42181"/>
                  <a:pt x="33735" y="29145"/>
                </a:cubicBezTo>
                <a:cubicBezTo>
                  <a:pt x="46514" y="9460"/>
                  <a:pt x="61082" y="5623"/>
                  <a:pt x="68238" y="5623"/>
                </a:cubicBezTo>
                <a:cubicBezTo>
                  <a:pt x="83060" y="5623"/>
                  <a:pt x="90726" y="17895"/>
                  <a:pt x="90726" y="33232"/>
                </a:cubicBezTo>
                <a:cubicBezTo>
                  <a:pt x="90726" y="43203"/>
                  <a:pt x="85614" y="70043"/>
                  <a:pt x="75904" y="86663"/>
                </a:cubicBezTo>
                <a:cubicBezTo>
                  <a:pt x="66959" y="101489"/>
                  <a:pt x="52901" y="110181"/>
                  <a:pt x="41148" y="1101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A7C0A641-53D7-4F63-BB26-2EF4EC3F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9644" y="3008257"/>
            <a:ext cx="60465" cy="113461"/>
          </a:xfrm>
          <a:custGeom xmlns:a="http://schemas.openxmlformats.org/drawingml/2006/main">
            <a:pathLst>
              <a:path w="60465" h="113461">
                <a:moveTo>
                  <a:pt x="36493" y="41114"/>
                </a:moveTo>
                <a:lnTo>
                  <a:pt x="54741" y="41114"/>
                </a:lnTo>
                <a:cubicBezTo>
                  <a:pt x="58139" y="41114"/>
                  <a:pt x="60465" y="41114"/>
                  <a:pt x="60465" y="37178"/>
                </a:cubicBezTo>
                <a:cubicBezTo>
                  <a:pt x="60465" y="34672"/>
                  <a:pt x="58139" y="34672"/>
                  <a:pt x="55098" y="34672"/>
                </a:cubicBezTo>
                <a:lnTo>
                  <a:pt x="38104" y="34672"/>
                </a:lnTo>
                <a:lnTo>
                  <a:pt x="44723" y="8224"/>
                </a:lnTo>
                <a:cubicBezTo>
                  <a:pt x="44903" y="7329"/>
                  <a:pt x="45261" y="6436"/>
                  <a:pt x="45261" y="5721"/>
                </a:cubicBezTo>
                <a:cubicBezTo>
                  <a:pt x="45261" y="2503"/>
                  <a:pt x="42754" y="0"/>
                  <a:pt x="39176" y="0"/>
                </a:cubicBezTo>
                <a:cubicBezTo>
                  <a:pt x="34705" y="0"/>
                  <a:pt x="32022" y="3041"/>
                  <a:pt x="30769" y="7687"/>
                </a:cubicBezTo>
                <a:cubicBezTo>
                  <a:pt x="29516" y="12155"/>
                  <a:pt x="31842" y="3576"/>
                  <a:pt x="23972" y="34672"/>
                </a:cubicBezTo>
                <a:lnTo>
                  <a:pt x="5724" y="34672"/>
                </a:lnTo>
                <a:cubicBezTo>
                  <a:pt x="2326" y="34672"/>
                  <a:pt x="0" y="34672"/>
                  <a:pt x="0" y="38608"/>
                </a:cubicBezTo>
                <a:cubicBezTo>
                  <a:pt x="0" y="41114"/>
                  <a:pt x="2146" y="41114"/>
                  <a:pt x="5367" y="41114"/>
                </a:cubicBezTo>
                <a:lnTo>
                  <a:pt x="22362" y="41114"/>
                </a:lnTo>
                <a:lnTo>
                  <a:pt x="11806" y="83268"/>
                </a:lnTo>
                <a:cubicBezTo>
                  <a:pt x="10733" y="87734"/>
                  <a:pt x="9122" y="94165"/>
                  <a:pt x="9122" y="96485"/>
                </a:cubicBezTo>
                <a:cubicBezTo>
                  <a:pt x="9122" y="107024"/>
                  <a:pt x="18068" y="113461"/>
                  <a:pt x="28265" y="113461"/>
                </a:cubicBezTo>
                <a:cubicBezTo>
                  <a:pt x="48121" y="113461"/>
                  <a:pt x="59392" y="88449"/>
                  <a:pt x="59392" y="86126"/>
                </a:cubicBezTo>
                <a:cubicBezTo>
                  <a:pt x="59392" y="83803"/>
                  <a:pt x="57066" y="83803"/>
                  <a:pt x="56528" y="83803"/>
                </a:cubicBezTo>
                <a:cubicBezTo>
                  <a:pt x="54383" y="83803"/>
                  <a:pt x="54203" y="84161"/>
                  <a:pt x="52772" y="87198"/>
                </a:cubicBezTo>
                <a:cubicBezTo>
                  <a:pt x="47763" y="98450"/>
                  <a:pt x="38641" y="108452"/>
                  <a:pt x="28801" y="108452"/>
                </a:cubicBezTo>
                <a:cubicBezTo>
                  <a:pt x="25045" y="108452"/>
                  <a:pt x="22541" y="106132"/>
                  <a:pt x="22541" y="99700"/>
                </a:cubicBezTo>
                <a:cubicBezTo>
                  <a:pt x="22541" y="97915"/>
                  <a:pt x="23257" y="94165"/>
                  <a:pt x="23615" y="92376"/>
                </a:cubicBezTo>
                <a:lnTo>
                  <a:pt x="36493" y="411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D1FE40D9-1131-45B5-8B05-EF000A88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097" y="3054536"/>
            <a:ext cx="29897" cy="76501"/>
          </a:xfrm>
          <a:custGeom xmlns:a="http://schemas.openxmlformats.org/drawingml/2006/main">
            <a:pathLst>
              <a:path w="29897" h="76501">
                <a:moveTo>
                  <a:pt x="29897" y="26833"/>
                </a:moveTo>
                <a:cubicBezTo>
                  <a:pt x="29897" y="9967"/>
                  <a:pt x="23510" y="0"/>
                  <a:pt x="13543" y="0"/>
                </a:cubicBezTo>
                <a:cubicBezTo>
                  <a:pt x="5108" y="0"/>
                  <a:pt x="0" y="6387"/>
                  <a:pt x="0" y="13543"/>
                </a:cubicBezTo>
                <a:cubicBezTo>
                  <a:pt x="0" y="20445"/>
                  <a:pt x="5108" y="27086"/>
                  <a:pt x="13543" y="27086"/>
                </a:cubicBezTo>
                <a:cubicBezTo>
                  <a:pt x="16608" y="27086"/>
                  <a:pt x="19930" y="26064"/>
                  <a:pt x="22488" y="23767"/>
                </a:cubicBezTo>
                <a:cubicBezTo>
                  <a:pt x="23252" y="23253"/>
                  <a:pt x="23510" y="22999"/>
                  <a:pt x="23763" y="22999"/>
                </a:cubicBezTo>
                <a:cubicBezTo>
                  <a:pt x="24020" y="22999"/>
                  <a:pt x="24278" y="23253"/>
                  <a:pt x="24278" y="26833"/>
                </a:cubicBezTo>
                <a:cubicBezTo>
                  <a:pt x="24278" y="45784"/>
                  <a:pt x="15332" y="61148"/>
                  <a:pt x="6898" y="69598"/>
                </a:cubicBezTo>
                <a:cubicBezTo>
                  <a:pt x="4086" y="72414"/>
                  <a:pt x="4086" y="72925"/>
                  <a:pt x="4086" y="73693"/>
                </a:cubicBezTo>
                <a:cubicBezTo>
                  <a:pt x="4086" y="75479"/>
                  <a:pt x="5366" y="76501"/>
                  <a:pt x="6644" y="76501"/>
                </a:cubicBezTo>
                <a:cubicBezTo>
                  <a:pt x="9452" y="76501"/>
                  <a:pt x="29897" y="56796"/>
                  <a:pt x="29897" y="268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67DF65C6-B035-4EDC-84B5-1AFE930B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6265" y="2968567"/>
            <a:ext cx="109382" cy="115800"/>
          </a:xfrm>
          <a:custGeom xmlns:a="http://schemas.openxmlformats.org/drawingml/2006/main">
            <a:pathLst>
              <a:path w="109382" h="115800">
                <a:moveTo>
                  <a:pt x="109382" y="43203"/>
                </a:moveTo>
                <a:cubicBezTo>
                  <a:pt x="109382" y="16616"/>
                  <a:pt x="91490" y="0"/>
                  <a:pt x="68491" y="0"/>
                </a:cubicBezTo>
                <a:cubicBezTo>
                  <a:pt x="34246" y="0"/>
                  <a:pt x="0" y="36300"/>
                  <a:pt x="0" y="72601"/>
                </a:cubicBezTo>
                <a:cubicBezTo>
                  <a:pt x="0" y="97909"/>
                  <a:pt x="17123" y="115800"/>
                  <a:pt x="40890" y="115800"/>
                </a:cubicBezTo>
                <a:cubicBezTo>
                  <a:pt x="74882" y="115800"/>
                  <a:pt x="109382" y="80525"/>
                  <a:pt x="109382" y="43203"/>
                </a:cubicBezTo>
                <a:moveTo>
                  <a:pt x="41148" y="110181"/>
                </a:moveTo>
                <a:cubicBezTo>
                  <a:pt x="30159" y="110181"/>
                  <a:pt x="18913" y="102253"/>
                  <a:pt x="18913" y="82315"/>
                </a:cubicBezTo>
                <a:cubicBezTo>
                  <a:pt x="18913" y="69790"/>
                  <a:pt x="25558" y="42181"/>
                  <a:pt x="33735" y="29145"/>
                </a:cubicBezTo>
                <a:cubicBezTo>
                  <a:pt x="46514" y="9460"/>
                  <a:pt x="61082" y="5623"/>
                  <a:pt x="68238" y="5623"/>
                </a:cubicBezTo>
                <a:cubicBezTo>
                  <a:pt x="83060" y="5623"/>
                  <a:pt x="90726" y="17895"/>
                  <a:pt x="90726" y="33232"/>
                </a:cubicBezTo>
                <a:cubicBezTo>
                  <a:pt x="90726" y="43203"/>
                  <a:pt x="85614" y="70043"/>
                  <a:pt x="75904" y="86663"/>
                </a:cubicBezTo>
                <a:cubicBezTo>
                  <a:pt x="66959" y="101489"/>
                  <a:pt x="52901" y="110181"/>
                  <a:pt x="41148" y="1101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CFBD4108-7BFF-4304-9FF0-93A0677F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7270" y="3041007"/>
            <a:ext cx="88192" cy="115475"/>
          </a:xfrm>
          <a:custGeom xmlns:a="http://schemas.openxmlformats.org/drawingml/2006/main">
            <a:pathLst>
              <a:path w="88192" h="115475">
                <a:moveTo>
                  <a:pt x="87477" y="12889"/>
                </a:moveTo>
                <a:cubicBezTo>
                  <a:pt x="88192" y="10203"/>
                  <a:pt x="88192" y="9308"/>
                  <a:pt x="88192" y="9128"/>
                </a:cubicBezTo>
                <a:cubicBezTo>
                  <a:pt x="88192" y="5189"/>
                  <a:pt x="84972" y="3401"/>
                  <a:pt x="82110" y="3401"/>
                </a:cubicBezTo>
                <a:cubicBezTo>
                  <a:pt x="77994" y="3401"/>
                  <a:pt x="74596" y="6799"/>
                  <a:pt x="73881" y="10203"/>
                </a:cubicBezTo>
                <a:cubicBezTo>
                  <a:pt x="70840" y="5369"/>
                  <a:pt x="64759" y="0"/>
                  <a:pt x="55456" y="0"/>
                </a:cubicBezTo>
                <a:cubicBezTo>
                  <a:pt x="33094" y="0"/>
                  <a:pt x="9660" y="23993"/>
                  <a:pt x="9660" y="49600"/>
                </a:cubicBezTo>
                <a:cubicBezTo>
                  <a:pt x="9660" y="68047"/>
                  <a:pt x="22181" y="78963"/>
                  <a:pt x="36850" y="78963"/>
                </a:cubicBezTo>
                <a:cubicBezTo>
                  <a:pt x="45080" y="78963"/>
                  <a:pt x="52949" y="74850"/>
                  <a:pt x="59212" y="69300"/>
                </a:cubicBezTo>
                <a:lnTo>
                  <a:pt x="55275" y="85408"/>
                </a:lnTo>
                <a:cubicBezTo>
                  <a:pt x="53307" y="92923"/>
                  <a:pt x="52057" y="97754"/>
                  <a:pt x="45257" y="103836"/>
                </a:cubicBezTo>
                <a:cubicBezTo>
                  <a:pt x="37388" y="110466"/>
                  <a:pt x="29696" y="110466"/>
                  <a:pt x="25222" y="110466"/>
                </a:cubicBezTo>
                <a:cubicBezTo>
                  <a:pt x="16992" y="110466"/>
                  <a:pt x="14669" y="109926"/>
                  <a:pt x="11448" y="109202"/>
                </a:cubicBezTo>
                <a:cubicBezTo>
                  <a:pt x="15919" y="107057"/>
                  <a:pt x="17172" y="102763"/>
                  <a:pt x="17172" y="100257"/>
                </a:cubicBezTo>
                <a:cubicBezTo>
                  <a:pt x="17172" y="95964"/>
                  <a:pt x="13774" y="93638"/>
                  <a:pt x="10195" y="93638"/>
                </a:cubicBezTo>
                <a:cubicBezTo>
                  <a:pt x="5186" y="93638"/>
                  <a:pt x="0" y="97754"/>
                  <a:pt x="0" y="104551"/>
                </a:cubicBezTo>
                <a:cubicBezTo>
                  <a:pt x="0" y="115298"/>
                  <a:pt x="15385" y="115475"/>
                  <a:pt x="25402" y="115475"/>
                </a:cubicBezTo>
                <a:cubicBezTo>
                  <a:pt x="53487" y="115475"/>
                  <a:pt x="65474" y="101153"/>
                  <a:pt x="67976" y="90955"/>
                </a:cubicBezTo>
                <a:lnTo>
                  <a:pt x="87477" y="12889"/>
                </a:lnTo>
                <a:moveTo>
                  <a:pt x="62790" y="55153"/>
                </a:moveTo>
                <a:cubicBezTo>
                  <a:pt x="62075" y="57838"/>
                  <a:pt x="62075" y="58196"/>
                  <a:pt x="59031" y="61777"/>
                </a:cubicBezTo>
                <a:cubicBezTo>
                  <a:pt x="52772" y="69300"/>
                  <a:pt x="44185" y="73954"/>
                  <a:pt x="37388" y="73954"/>
                </a:cubicBezTo>
                <a:cubicBezTo>
                  <a:pt x="28263" y="73954"/>
                  <a:pt x="23969" y="66254"/>
                  <a:pt x="23969" y="56943"/>
                </a:cubicBezTo>
                <a:cubicBezTo>
                  <a:pt x="23969" y="49063"/>
                  <a:pt x="28801" y="29008"/>
                  <a:pt x="33451" y="21127"/>
                </a:cubicBezTo>
                <a:cubicBezTo>
                  <a:pt x="40964" y="8590"/>
                  <a:pt x="49374" y="5012"/>
                  <a:pt x="55456" y="5012"/>
                </a:cubicBezTo>
                <a:cubicBezTo>
                  <a:pt x="67976" y="5012"/>
                  <a:pt x="71375" y="18441"/>
                  <a:pt x="71375" y="20232"/>
                </a:cubicBezTo>
                <a:cubicBezTo>
                  <a:pt x="71375" y="20590"/>
                  <a:pt x="71375" y="20947"/>
                  <a:pt x="70840" y="22918"/>
                </a:cubicBezTo>
                <a:lnTo>
                  <a:pt x="62790" y="551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258DC542-F025-4871-A277-30DE8207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3038" y="2889953"/>
            <a:ext cx="59288" cy="255559"/>
          </a:xfrm>
          <a:custGeom xmlns:a="http://schemas.openxmlformats.org/drawingml/2006/main">
            <a:pathLst>
              <a:path w="59288" h="255559">
                <a:moveTo>
                  <a:pt x="59288" y="127780"/>
                </a:moveTo>
                <a:cubicBezTo>
                  <a:pt x="59288" y="107849"/>
                  <a:pt x="56480" y="76926"/>
                  <a:pt x="42423" y="48046"/>
                </a:cubicBezTo>
                <a:cubicBezTo>
                  <a:pt x="27090" y="16612"/>
                  <a:pt x="5112" y="0"/>
                  <a:pt x="2554" y="0"/>
                </a:cubicBezTo>
                <a:cubicBezTo>
                  <a:pt x="1021" y="0"/>
                  <a:pt x="0" y="1026"/>
                  <a:pt x="0" y="2558"/>
                </a:cubicBezTo>
                <a:cubicBezTo>
                  <a:pt x="0" y="3322"/>
                  <a:pt x="0" y="3837"/>
                  <a:pt x="4855" y="8435"/>
                </a:cubicBezTo>
                <a:cubicBezTo>
                  <a:pt x="29901" y="33735"/>
                  <a:pt x="44466" y="74368"/>
                  <a:pt x="44466" y="127780"/>
                </a:cubicBezTo>
                <a:cubicBezTo>
                  <a:pt x="44466" y="171481"/>
                  <a:pt x="35013" y="216458"/>
                  <a:pt x="3322" y="248660"/>
                </a:cubicBezTo>
                <a:cubicBezTo>
                  <a:pt x="0" y="251726"/>
                  <a:pt x="0" y="252240"/>
                  <a:pt x="0" y="253004"/>
                </a:cubicBezTo>
                <a:cubicBezTo>
                  <a:pt x="0" y="254537"/>
                  <a:pt x="1021" y="255559"/>
                  <a:pt x="2554" y="255559"/>
                </a:cubicBezTo>
                <a:cubicBezTo>
                  <a:pt x="5112" y="255559"/>
                  <a:pt x="28111" y="238182"/>
                  <a:pt x="43191" y="205727"/>
                </a:cubicBezTo>
                <a:cubicBezTo>
                  <a:pt x="56223" y="177615"/>
                  <a:pt x="59288" y="149246"/>
                  <a:pt x="59288" y="1277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75DD3890-9B36-45B1-ACA2-9B2A8B7E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1614" y="5957870"/>
            <a:ext cx="104012" cy="115800"/>
          </a:xfrm>
          <a:custGeom xmlns:a="http://schemas.openxmlformats.org/drawingml/2006/main">
            <a:pathLst>
              <a:path w="104012" h="115800">
                <a:moveTo>
                  <a:pt x="15079" y="97909"/>
                </a:moveTo>
                <a:cubicBezTo>
                  <a:pt x="14311" y="101743"/>
                  <a:pt x="12779" y="107623"/>
                  <a:pt x="12779" y="108902"/>
                </a:cubicBezTo>
                <a:cubicBezTo>
                  <a:pt x="12779" y="113503"/>
                  <a:pt x="16355" y="115800"/>
                  <a:pt x="20188" y="115800"/>
                </a:cubicBezTo>
                <a:cubicBezTo>
                  <a:pt x="23257" y="115800"/>
                  <a:pt x="27855" y="113757"/>
                  <a:pt x="29644" y="108644"/>
                </a:cubicBezTo>
                <a:cubicBezTo>
                  <a:pt x="30155" y="107623"/>
                  <a:pt x="38847" y="72855"/>
                  <a:pt x="39869" y="68253"/>
                </a:cubicBezTo>
                <a:cubicBezTo>
                  <a:pt x="41912" y="59818"/>
                  <a:pt x="46514" y="41923"/>
                  <a:pt x="48046" y="35021"/>
                </a:cubicBezTo>
                <a:cubicBezTo>
                  <a:pt x="49068" y="31695"/>
                  <a:pt x="56223" y="19685"/>
                  <a:pt x="62357" y="14065"/>
                </a:cubicBezTo>
                <a:cubicBezTo>
                  <a:pt x="64401" y="12276"/>
                  <a:pt x="71813" y="5623"/>
                  <a:pt x="82803" y="5623"/>
                </a:cubicBezTo>
                <a:cubicBezTo>
                  <a:pt x="89447" y="5623"/>
                  <a:pt x="93280" y="8696"/>
                  <a:pt x="93534" y="8696"/>
                </a:cubicBezTo>
                <a:cubicBezTo>
                  <a:pt x="85867" y="9975"/>
                  <a:pt x="80244" y="16109"/>
                  <a:pt x="80244" y="22753"/>
                </a:cubicBezTo>
                <a:cubicBezTo>
                  <a:pt x="80244" y="26841"/>
                  <a:pt x="83056" y="31695"/>
                  <a:pt x="89958" y="31695"/>
                </a:cubicBezTo>
                <a:cubicBezTo>
                  <a:pt x="96857" y="31695"/>
                  <a:pt x="104012" y="25818"/>
                  <a:pt x="104012" y="16619"/>
                </a:cubicBezTo>
                <a:cubicBezTo>
                  <a:pt x="104012" y="7674"/>
                  <a:pt x="95835" y="0"/>
                  <a:pt x="82803" y="0"/>
                </a:cubicBezTo>
                <a:cubicBezTo>
                  <a:pt x="66190" y="0"/>
                  <a:pt x="54945" y="12529"/>
                  <a:pt x="50089" y="19685"/>
                </a:cubicBezTo>
                <a:cubicBezTo>
                  <a:pt x="48046" y="8185"/>
                  <a:pt x="38847" y="0"/>
                  <a:pt x="26833" y="0"/>
                </a:cubicBezTo>
                <a:cubicBezTo>
                  <a:pt x="15079" y="0"/>
                  <a:pt x="10221" y="9975"/>
                  <a:pt x="7924" y="14576"/>
                </a:cubicBezTo>
                <a:cubicBezTo>
                  <a:pt x="3322" y="23264"/>
                  <a:pt x="0" y="38602"/>
                  <a:pt x="0" y="39366"/>
                </a:cubicBezTo>
                <a:cubicBezTo>
                  <a:pt x="0" y="41923"/>
                  <a:pt x="2554" y="41923"/>
                  <a:pt x="3065" y="41923"/>
                </a:cubicBezTo>
                <a:cubicBezTo>
                  <a:pt x="5623" y="41923"/>
                  <a:pt x="5877" y="41666"/>
                  <a:pt x="7413" y="36043"/>
                </a:cubicBezTo>
                <a:cubicBezTo>
                  <a:pt x="11757" y="17899"/>
                  <a:pt x="16865" y="5623"/>
                  <a:pt x="26069" y="5623"/>
                </a:cubicBezTo>
                <a:cubicBezTo>
                  <a:pt x="30412" y="5623"/>
                  <a:pt x="33989" y="7674"/>
                  <a:pt x="33989" y="17384"/>
                </a:cubicBezTo>
                <a:cubicBezTo>
                  <a:pt x="33989" y="22753"/>
                  <a:pt x="33224" y="25566"/>
                  <a:pt x="29901" y="38855"/>
                </a:cubicBezTo>
                <a:lnTo>
                  <a:pt x="15079" y="9790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813718B1-9CFA-45E6-916A-7E5FA844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1889" y="5879256"/>
            <a:ext cx="59288" cy="255559"/>
          </a:xfrm>
          <a:custGeom xmlns:a="http://schemas.openxmlformats.org/drawingml/2006/main">
            <a:pathLst>
              <a:path w="59288" h="255559">
                <a:moveTo>
                  <a:pt x="59288" y="253005"/>
                </a:moveTo>
                <a:cubicBezTo>
                  <a:pt x="59288" y="252240"/>
                  <a:pt x="59288" y="251726"/>
                  <a:pt x="54945" y="247381"/>
                </a:cubicBezTo>
                <a:cubicBezTo>
                  <a:pt x="23000" y="215183"/>
                  <a:pt x="14822" y="166880"/>
                  <a:pt x="14822" y="127779"/>
                </a:cubicBezTo>
                <a:cubicBezTo>
                  <a:pt x="14822" y="83313"/>
                  <a:pt x="24532" y="38847"/>
                  <a:pt x="55967" y="6902"/>
                </a:cubicBezTo>
                <a:cubicBezTo>
                  <a:pt x="59288" y="3837"/>
                  <a:pt x="59288" y="3322"/>
                  <a:pt x="59288" y="2559"/>
                </a:cubicBezTo>
                <a:cubicBezTo>
                  <a:pt x="59288" y="768"/>
                  <a:pt x="58267" y="0"/>
                  <a:pt x="56735" y="0"/>
                </a:cubicBezTo>
                <a:cubicBezTo>
                  <a:pt x="54176" y="0"/>
                  <a:pt x="31177" y="17381"/>
                  <a:pt x="16098" y="49836"/>
                </a:cubicBezTo>
                <a:cubicBezTo>
                  <a:pt x="3065" y="77947"/>
                  <a:pt x="0" y="106313"/>
                  <a:pt x="0" y="127779"/>
                </a:cubicBezTo>
                <a:cubicBezTo>
                  <a:pt x="0" y="147714"/>
                  <a:pt x="2808" y="178637"/>
                  <a:pt x="16866" y="207517"/>
                </a:cubicBezTo>
                <a:cubicBezTo>
                  <a:pt x="32198" y="238951"/>
                  <a:pt x="54176" y="255559"/>
                  <a:pt x="56735" y="255559"/>
                </a:cubicBezTo>
                <a:cubicBezTo>
                  <a:pt x="58267" y="255559"/>
                  <a:pt x="59288" y="254794"/>
                  <a:pt x="59288" y="25300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EF284B64-80AC-4C63-9510-0E2BBA3C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6953" y="5957870"/>
            <a:ext cx="108356" cy="115800"/>
          </a:xfrm>
          <a:custGeom xmlns:a="http://schemas.openxmlformats.org/drawingml/2006/main">
            <a:pathLst>
              <a:path w="108356" h="115800">
                <a:moveTo>
                  <a:pt x="22999" y="91728"/>
                </a:moveTo>
                <a:cubicBezTo>
                  <a:pt x="36800" y="76922"/>
                  <a:pt x="44209" y="70538"/>
                  <a:pt x="53412" y="62626"/>
                </a:cubicBezTo>
                <a:cubicBezTo>
                  <a:pt x="53412" y="62369"/>
                  <a:pt x="69256" y="48838"/>
                  <a:pt x="78455" y="39646"/>
                </a:cubicBezTo>
                <a:cubicBezTo>
                  <a:pt x="102733" y="15848"/>
                  <a:pt x="108356" y="3580"/>
                  <a:pt x="108356" y="2558"/>
                </a:cubicBezTo>
                <a:cubicBezTo>
                  <a:pt x="108356" y="0"/>
                  <a:pt x="106056" y="0"/>
                  <a:pt x="105545" y="0"/>
                </a:cubicBezTo>
                <a:cubicBezTo>
                  <a:pt x="103754" y="0"/>
                  <a:pt x="102991" y="515"/>
                  <a:pt x="101711" y="2811"/>
                </a:cubicBezTo>
                <a:cubicBezTo>
                  <a:pt x="94045" y="15079"/>
                  <a:pt x="88679" y="19217"/>
                  <a:pt x="82546" y="19217"/>
                </a:cubicBezTo>
                <a:cubicBezTo>
                  <a:pt x="76412" y="19217"/>
                  <a:pt x="73342" y="15337"/>
                  <a:pt x="69509" y="10993"/>
                </a:cubicBezTo>
                <a:cubicBezTo>
                  <a:pt x="64654" y="5112"/>
                  <a:pt x="60310" y="0"/>
                  <a:pt x="51876" y="0"/>
                </a:cubicBezTo>
                <a:cubicBezTo>
                  <a:pt x="32709" y="0"/>
                  <a:pt x="20956" y="23818"/>
                  <a:pt x="20956" y="29180"/>
                </a:cubicBezTo>
                <a:cubicBezTo>
                  <a:pt x="20956" y="30459"/>
                  <a:pt x="21721" y="31987"/>
                  <a:pt x="24021" y="31987"/>
                </a:cubicBezTo>
                <a:cubicBezTo>
                  <a:pt x="26322" y="31987"/>
                  <a:pt x="26833" y="30712"/>
                  <a:pt x="27344" y="29180"/>
                </a:cubicBezTo>
                <a:cubicBezTo>
                  <a:pt x="32198" y="17388"/>
                  <a:pt x="47020" y="17123"/>
                  <a:pt x="49064" y="17123"/>
                </a:cubicBezTo>
                <a:cubicBezTo>
                  <a:pt x="54434" y="17123"/>
                  <a:pt x="59288" y="18956"/>
                  <a:pt x="65165" y="21007"/>
                </a:cubicBezTo>
                <a:cubicBezTo>
                  <a:pt x="75390" y="24840"/>
                  <a:pt x="78201" y="24840"/>
                  <a:pt x="84846" y="24840"/>
                </a:cubicBezTo>
                <a:cubicBezTo>
                  <a:pt x="75643" y="35817"/>
                  <a:pt x="54176" y="54199"/>
                  <a:pt x="49322" y="58286"/>
                </a:cubicBezTo>
                <a:lnTo>
                  <a:pt x="26322" y="79730"/>
                </a:lnTo>
                <a:cubicBezTo>
                  <a:pt x="8942" y="96849"/>
                  <a:pt x="0" y="111456"/>
                  <a:pt x="0" y="113246"/>
                </a:cubicBezTo>
                <a:cubicBezTo>
                  <a:pt x="0" y="115800"/>
                  <a:pt x="2554" y="115800"/>
                  <a:pt x="3065" y="115800"/>
                </a:cubicBezTo>
                <a:cubicBezTo>
                  <a:pt x="5108" y="115800"/>
                  <a:pt x="5619" y="115289"/>
                  <a:pt x="7156" y="112482"/>
                </a:cubicBezTo>
                <a:cubicBezTo>
                  <a:pt x="13033" y="103536"/>
                  <a:pt x="20699" y="96583"/>
                  <a:pt x="28876" y="96583"/>
                </a:cubicBezTo>
                <a:cubicBezTo>
                  <a:pt x="34753" y="96583"/>
                  <a:pt x="37311" y="98935"/>
                  <a:pt x="43698" y="106348"/>
                </a:cubicBezTo>
                <a:cubicBezTo>
                  <a:pt x="48042" y="111714"/>
                  <a:pt x="52643" y="115800"/>
                  <a:pt x="60057" y="115800"/>
                </a:cubicBezTo>
                <a:cubicBezTo>
                  <a:pt x="85357" y="115800"/>
                  <a:pt x="100179" y="83305"/>
                  <a:pt x="100179" y="76411"/>
                </a:cubicBezTo>
                <a:cubicBezTo>
                  <a:pt x="100179" y="75136"/>
                  <a:pt x="99157" y="73857"/>
                  <a:pt x="97109" y="73857"/>
                </a:cubicBezTo>
                <a:cubicBezTo>
                  <a:pt x="94809" y="73857"/>
                  <a:pt x="94298" y="75390"/>
                  <a:pt x="93534" y="77176"/>
                </a:cubicBezTo>
                <a:cubicBezTo>
                  <a:pt x="87654" y="93776"/>
                  <a:pt x="71299" y="98681"/>
                  <a:pt x="62864" y="98681"/>
                </a:cubicBezTo>
                <a:cubicBezTo>
                  <a:pt x="57756" y="98681"/>
                  <a:pt x="53154" y="97109"/>
                  <a:pt x="47789" y="95308"/>
                </a:cubicBezTo>
                <a:cubicBezTo>
                  <a:pt x="39101" y="91985"/>
                  <a:pt x="35267" y="90964"/>
                  <a:pt x="29898" y="90964"/>
                </a:cubicBezTo>
                <a:cubicBezTo>
                  <a:pt x="29387" y="90964"/>
                  <a:pt x="25300" y="90964"/>
                  <a:pt x="22999" y="9172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01CDF5D1-C58E-4BCA-9A15-755AF423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6102" y="5990479"/>
            <a:ext cx="79070" cy="118794"/>
          </a:xfrm>
          <a:custGeom xmlns:a="http://schemas.openxmlformats.org/drawingml/2006/main">
            <a:pathLst>
              <a:path w="79070" h="118794">
                <a:moveTo>
                  <a:pt x="79070" y="86230"/>
                </a:moveTo>
                <a:lnTo>
                  <a:pt x="72989" y="86230"/>
                </a:lnTo>
                <a:cubicBezTo>
                  <a:pt x="72451" y="90169"/>
                  <a:pt x="70663" y="100727"/>
                  <a:pt x="68337" y="102518"/>
                </a:cubicBezTo>
                <a:cubicBezTo>
                  <a:pt x="66907" y="103590"/>
                  <a:pt x="53133" y="103590"/>
                  <a:pt x="50627" y="103590"/>
                </a:cubicBezTo>
                <a:lnTo>
                  <a:pt x="17710" y="103590"/>
                </a:lnTo>
                <a:cubicBezTo>
                  <a:pt x="36496" y="86945"/>
                  <a:pt x="42755" y="81936"/>
                  <a:pt x="53491" y="73523"/>
                </a:cubicBezTo>
                <a:cubicBezTo>
                  <a:pt x="66727" y="62965"/>
                  <a:pt x="79070" y="51869"/>
                  <a:pt x="79070" y="34869"/>
                </a:cubicBezTo>
                <a:cubicBezTo>
                  <a:pt x="79070" y="13233"/>
                  <a:pt x="60107" y="0"/>
                  <a:pt x="37211" y="0"/>
                </a:cubicBezTo>
                <a:cubicBezTo>
                  <a:pt x="15027" y="0"/>
                  <a:pt x="0" y="15556"/>
                  <a:pt x="0" y="32006"/>
                </a:cubicBezTo>
                <a:cubicBezTo>
                  <a:pt x="0" y="41131"/>
                  <a:pt x="7692" y="42023"/>
                  <a:pt x="9483" y="42023"/>
                </a:cubicBezTo>
                <a:cubicBezTo>
                  <a:pt x="13777" y="42023"/>
                  <a:pt x="18963" y="38982"/>
                  <a:pt x="18963" y="32543"/>
                </a:cubicBezTo>
                <a:cubicBezTo>
                  <a:pt x="18963" y="29322"/>
                  <a:pt x="17710" y="23060"/>
                  <a:pt x="8407" y="23060"/>
                </a:cubicBezTo>
                <a:cubicBezTo>
                  <a:pt x="13954" y="10373"/>
                  <a:pt x="26120" y="6442"/>
                  <a:pt x="34528" y="6442"/>
                </a:cubicBezTo>
                <a:cubicBezTo>
                  <a:pt x="52415" y="6442"/>
                  <a:pt x="61718" y="20380"/>
                  <a:pt x="61718" y="34869"/>
                </a:cubicBezTo>
                <a:cubicBezTo>
                  <a:pt x="61718" y="50436"/>
                  <a:pt x="50627" y="62785"/>
                  <a:pt x="44903" y="69227"/>
                </a:cubicBezTo>
                <a:lnTo>
                  <a:pt x="1791" y="111820"/>
                </a:lnTo>
                <a:cubicBezTo>
                  <a:pt x="0" y="113428"/>
                  <a:pt x="0" y="113785"/>
                  <a:pt x="0" y="118794"/>
                </a:cubicBezTo>
                <a:lnTo>
                  <a:pt x="73704" y="118794"/>
                </a:lnTo>
                <a:lnTo>
                  <a:pt x="79070" y="862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E42CFFEF-7B66-4DF8-9EA9-96133190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1451" y="6043838"/>
            <a:ext cx="29897" cy="76501"/>
          </a:xfrm>
          <a:custGeom xmlns:a="http://schemas.openxmlformats.org/drawingml/2006/main">
            <a:pathLst>
              <a:path w="29897" h="76501">
                <a:moveTo>
                  <a:pt x="29897" y="26833"/>
                </a:moveTo>
                <a:cubicBezTo>
                  <a:pt x="29897" y="9967"/>
                  <a:pt x="23510" y="0"/>
                  <a:pt x="13543" y="0"/>
                </a:cubicBezTo>
                <a:cubicBezTo>
                  <a:pt x="5108" y="0"/>
                  <a:pt x="0" y="6388"/>
                  <a:pt x="0" y="13544"/>
                </a:cubicBezTo>
                <a:cubicBezTo>
                  <a:pt x="0" y="20446"/>
                  <a:pt x="5108" y="27086"/>
                  <a:pt x="13543" y="27086"/>
                </a:cubicBezTo>
                <a:cubicBezTo>
                  <a:pt x="16608" y="27086"/>
                  <a:pt x="19930" y="26064"/>
                  <a:pt x="22488" y="23768"/>
                </a:cubicBezTo>
                <a:cubicBezTo>
                  <a:pt x="23252" y="23253"/>
                  <a:pt x="23510" y="23000"/>
                  <a:pt x="23763" y="23000"/>
                </a:cubicBezTo>
                <a:cubicBezTo>
                  <a:pt x="24020" y="23000"/>
                  <a:pt x="24278" y="23253"/>
                  <a:pt x="24278" y="26833"/>
                </a:cubicBezTo>
                <a:cubicBezTo>
                  <a:pt x="24278" y="45785"/>
                  <a:pt x="15332" y="61148"/>
                  <a:pt x="6898" y="69599"/>
                </a:cubicBezTo>
                <a:cubicBezTo>
                  <a:pt x="4086" y="72414"/>
                  <a:pt x="4086" y="72925"/>
                  <a:pt x="4086" y="73693"/>
                </a:cubicBezTo>
                <a:cubicBezTo>
                  <a:pt x="4086" y="75479"/>
                  <a:pt x="5366" y="76501"/>
                  <a:pt x="6644" y="76501"/>
                </a:cubicBezTo>
                <a:cubicBezTo>
                  <a:pt x="9452" y="76501"/>
                  <a:pt x="29897" y="56797"/>
                  <a:pt x="29897" y="2683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F3F220B7-99F1-4E9A-85B8-30CCD401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4134" y="5957870"/>
            <a:ext cx="108356" cy="115800"/>
          </a:xfrm>
          <a:custGeom xmlns:a="http://schemas.openxmlformats.org/drawingml/2006/main">
            <a:pathLst>
              <a:path w="108356" h="115800">
                <a:moveTo>
                  <a:pt x="22999" y="91728"/>
                </a:moveTo>
                <a:cubicBezTo>
                  <a:pt x="36800" y="76922"/>
                  <a:pt x="44209" y="70538"/>
                  <a:pt x="53412" y="62626"/>
                </a:cubicBezTo>
                <a:cubicBezTo>
                  <a:pt x="53412" y="62369"/>
                  <a:pt x="69256" y="48838"/>
                  <a:pt x="78455" y="39646"/>
                </a:cubicBezTo>
                <a:cubicBezTo>
                  <a:pt x="102733" y="15848"/>
                  <a:pt x="108356" y="3580"/>
                  <a:pt x="108356" y="2558"/>
                </a:cubicBezTo>
                <a:cubicBezTo>
                  <a:pt x="108356" y="0"/>
                  <a:pt x="106056" y="0"/>
                  <a:pt x="105545" y="0"/>
                </a:cubicBezTo>
                <a:cubicBezTo>
                  <a:pt x="103754" y="0"/>
                  <a:pt x="102991" y="515"/>
                  <a:pt x="101711" y="2811"/>
                </a:cubicBezTo>
                <a:cubicBezTo>
                  <a:pt x="94045" y="15079"/>
                  <a:pt x="88679" y="19217"/>
                  <a:pt x="82546" y="19217"/>
                </a:cubicBezTo>
                <a:cubicBezTo>
                  <a:pt x="76412" y="19217"/>
                  <a:pt x="73342" y="15337"/>
                  <a:pt x="69509" y="10993"/>
                </a:cubicBezTo>
                <a:cubicBezTo>
                  <a:pt x="64654" y="5112"/>
                  <a:pt x="60310" y="0"/>
                  <a:pt x="51876" y="0"/>
                </a:cubicBezTo>
                <a:cubicBezTo>
                  <a:pt x="32709" y="0"/>
                  <a:pt x="20956" y="23818"/>
                  <a:pt x="20956" y="29180"/>
                </a:cubicBezTo>
                <a:cubicBezTo>
                  <a:pt x="20956" y="30459"/>
                  <a:pt x="21721" y="31987"/>
                  <a:pt x="24021" y="31987"/>
                </a:cubicBezTo>
                <a:cubicBezTo>
                  <a:pt x="26322" y="31987"/>
                  <a:pt x="26833" y="30712"/>
                  <a:pt x="27344" y="29180"/>
                </a:cubicBezTo>
                <a:cubicBezTo>
                  <a:pt x="32198" y="17388"/>
                  <a:pt x="47020" y="17123"/>
                  <a:pt x="49064" y="17123"/>
                </a:cubicBezTo>
                <a:cubicBezTo>
                  <a:pt x="54434" y="17123"/>
                  <a:pt x="59288" y="18956"/>
                  <a:pt x="65165" y="21007"/>
                </a:cubicBezTo>
                <a:cubicBezTo>
                  <a:pt x="75390" y="24840"/>
                  <a:pt x="78201" y="24840"/>
                  <a:pt x="84846" y="24840"/>
                </a:cubicBezTo>
                <a:cubicBezTo>
                  <a:pt x="75643" y="35817"/>
                  <a:pt x="54176" y="54199"/>
                  <a:pt x="49322" y="58286"/>
                </a:cubicBezTo>
                <a:lnTo>
                  <a:pt x="26322" y="79730"/>
                </a:lnTo>
                <a:cubicBezTo>
                  <a:pt x="8942" y="96849"/>
                  <a:pt x="0" y="111456"/>
                  <a:pt x="0" y="113246"/>
                </a:cubicBezTo>
                <a:cubicBezTo>
                  <a:pt x="0" y="115800"/>
                  <a:pt x="2554" y="115800"/>
                  <a:pt x="3065" y="115800"/>
                </a:cubicBezTo>
                <a:cubicBezTo>
                  <a:pt x="5108" y="115800"/>
                  <a:pt x="5619" y="115289"/>
                  <a:pt x="7156" y="112482"/>
                </a:cubicBezTo>
                <a:cubicBezTo>
                  <a:pt x="13033" y="103536"/>
                  <a:pt x="20699" y="96583"/>
                  <a:pt x="28876" y="96583"/>
                </a:cubicBezTo>
                <a:cubicBezTo>
                  <a:pt x="34753" y="96583"/>
                  <a:pt x="37311" y="98935"/>
                  <a:pt x="43698" y="106348"/>
                </a:cubicBezTo>
                <a:cubicBezTo>
                  <a:pt x="48042" y="111714"/>
                  <a:pt x="52643" y="115800"/>
                  <a:pt x="60057" y="115800"/>
                </a:cubicBezTo>
                <a:cubicBezTo>
                  <a:pt x="85357" y="115800"/>
                  <a:pt x="100179" y="83305"/>
                  <a:pt x="100179" y="76411"/>
                </a:cubicBezTo>
                <a:cubicBezTo>
                  <a:pt x="100179" y="75136"/>
                  <a:pt x="99157" y="73857"/>
                  <a:pt x="97109" y="73857"/>
                </a:cubicBezTo>
                <a:cubicBezTo>
                  <a:pt x="94809" y="73857"/>
                  <a:pt x="94298" y="75390"/>
                  <a:pt x="93534" y="77176"/>
                </a:cubicBezTo>
                <a:cubicBezTo>
                  <a:pt x="87654" y="93776"/>
                  <a:pt x="71299" y="98681"/>
                  <a:pt x="62864" y="98681"/>
                </a:cubicBezTo>
                <a:cubicBezTo>
                  <a:pt x="57756" y="98681"/>
                  <a:pt x="53154" y="97109"/>
                  <a:pt x="47789" y="95308"/>
                </a:cubicBezTo>
                <a:cubicBezTo>
                  <a:pt x="39101" y="91985"/>
                  <a:pt x="35268" y="90964"/>
                  <a:pt x="29898" y="90964"/>
                </a:cubicBezTo>
                <a:cubicBezTo>
                  <a:pt x="29387" y="90964"/>
                  <a:pt x="25300" y="90964"/>
                  <a:pt x="22999" y="9172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1EE604F0-1E75-4CE5-A2A6-23B2F50D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9595" y="6030310"/>
            <a:ext cx="88192" cy="115475"/>
          </a:xfrm>
          <a:custGeom xmlns:a="http://schemas.openxmlformats.org/drawingml/2006/main">
            <a:pathLst>
              <a:path w="88192" h="115475">
                <a:moveTo>
                  <a:pt x="87477" y="12890"/>
                </a:moveTo>
                <a:cubicBezTo>
                  <a:pt x="88192" y="10203"/>
                  <a:pt x="88192" y="9308"/>
                  <a:pt x="88192" y="9128"/>
                </a:cubicBezTo>
                <a:cubicBezTo>
                  <a:pt x="88192" y="5189"/>
                  <a:pt x="84972" y="3401"/>
                  <a:pt x="82110" y="3401"/>
                </a:cubicBezTo>
                <a:cubicBezTo>
                  <a:pt x="77994" y="3401"/>
                  <a:pt x="74596" y="6799"/>
                  <a:pt x="73881" y="10203"/>
                </a:cubicBezTo>
                <a:cubicBezTo>
                  <a:pt x="70840" y="5369"/>
                  <a:pt x="64759" y="0"/>
                  <a:pt x="55456" y="0"/>
                </a:cubicBezTo>
                <a:cubicBezTo>
                  <a:pt x="33094" y="0"/>
                  <a:pt x="9660" y="23993"/>
                  <a:pt x="9660" y="49601"/>
                </a:cubicBezTo>
                <a:cubicBezTo>
                  <a:pt x="9660" y="68047"/>
                  <a:pt x="22181" y="78963"/>
                  <a:pt x="36850" y="78963"/>
                </a:cubicBezTo>
                <a:cubicBezTo>
                  <a:pt x="45080" y="78963"/>
                  <a:pt x="52949" y="74850"/>
                  <a:pt x="59212" y="69300"/>
                </a:cubicBezTo>
                <a:lnTo>
                  <a:pt x="55275" y="85408"/>
                </a:lnTo>
                <a:cubicBezTo>
                  <a:pt x="53307" y="92923"/>
                  <a:pt x="52057" y="97754"/>
                  <a:pt x="45257" y="103836"/>
                </a:cubicBezTo>
                <a:cubicBezTo>
                  <a:pt x="37388" y="110467"/>
                  <a:pt x="29696" y="110467"/>
                  <a:pt x="25222" y="110467"/>
                </a:cubicBezTo>
                <a:cubicBezTo>
                  <a:pt x="16992" y="110467"/>
                  <a:pt x="14669" y="109926"/>
                  <a:pt x="11448" y="109202"/>
                </a:cubicBezTo>
                <a:cubicBezTo>
                  <a:pt x="15919" y="107057"/>
                  <a:pt x="17172" y="102763"/>
                  <a:pt x="17172" y="100258"/>
                </a:cubicBezTo>
                <a:cubicBezTo>
                  <a:pt x="17172" y="95964"/>
                  <a:pt x="13774" y="93638"/>
                  <a:pt x="10195" y="93638"/>
                </a:cubicBezTo>
                <a:cubicBezTo>
                  <a:pt x="5186" y="93638"/>
                  <a:pt x="0" y="97754"/>
                  <a:pt x="0" y="104551"/>
                </a:cubicBezTo>
                <a:cubicBezTo>
                  <a:pt x="0" y="115298"/>
                  <a:pt x="15385" y="115475"/>
                  <a:pt x="25402" y="115475"/>
                </a:cubicBezTo>
                <a:cubicBezTo>
                  <a:pt x="53487" y="115475"/>
                  <a:pt x="65474" y="101152"/>
                  <a:pt x="67976" y="90955"/>
                </a:cubicBezTo>
                <a:lnTo>
                  <a:pt x="87477" y="12890"/>
                </a:lnTo>
                <a:moveTo>
                  <a:pt x="62790" y="55152"/>
                </a:moveTo>
                <a:cubicBezTo>
                  <a:pt x="62075" y="57838"/>
                  <a:pt x="62075" y="58196"/>
                  <a:pt x="59031" y="61777"/>
                </a:cubicBezTo>
                <a:cubicBezTo>
                  <a:pt x="52772" y="69300"/>
                  <a:pt x="44185" y="73954"/>
                  <a:pt x="37388" y="73954"/>
                </a:cubicBezTo>
                <a:cubicBezTo>
                  <a:pt x="28263" y="73954"/>
                  <a:pt x="23969" y="66254"/>
                  <a:pt x="23969" y="56943"/>
                </a:cubicBezTo>
                <a:cubicBezTo>
                  <a:pt x="23969" y="49063"/>
                  <a:pt x="28801" y="29008"/>
                  <a:pt x="33451" y="21127"/>
                </a:cubicBezTo>
                <a:cubicBezTo>
                  <a:pt x="40964" y="8590"/>
                  <a:pt x="49374" y="5012"/>
                  <a:pt x="55456" y="5012"/>
                </a:cubicBezTo>
                <a:cubicBezTo>
                  <a:pt x="67976" y="5012"/>
                  <a:pt x="71375" y="18441"/>
                  <a:pt x="71375" y="20232"/>
                </a:cubicBezTo>
                <a:cubicBezTo>
                  <a:pt x="71375" y="20590"/>
                  <a:pt x="71375" y="20947"/>
                  <a:pt x="70840" y="22918"/>
                </a:cubicBezTo>
                <a:lnTo>
                  <a:pt x="62790" y="5515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FF68FE7A-27CE-442B-81C7-B2707640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364" y="5879256"/>
            <a:ext cx="59288" cy="255559"/>
          </a:xfrm>
          <a:custGeom xmlns:a="http://schemas.openxmlformats.org/drawingml/2006/main">
            <a:pathLst>
              <a:path w="59288" h="255559">
                <a:moveTo>
                  <a:pt x="59288" y="127779"/>
                </a:moveTo>
                <a:cubicBezTo>
                  <a:pt x="59288" y="107849"/>
                  <a:pt x="56480" y="76926"/>
                  <a:pt x="42423" y="48046"/>
                </a:cubicBezTo>
                <a:cubicBezTo>
                  <a:pt x="27090" y="16612"/>
                  <a:pt x="5112" y="0"/>
                  <a:pt x="2554" y="0"/>
                </a:cubicBezTo>
                <a:cubicBezTo>
                  <a:pt x="1021" y="0"/>
                  <a:pt x="0" y="1026"/>
                  <a:pt x="0" y="2559"/>
                </a:cubicBezTo>
                <a:cubicBezTo>
                  <a:pt x="0" y="3322"/>
                  <a:pt x="0" y="3837"/>
                  <a:pt x="4855" y="8434"/>
                </a:cubicBezTo>
                <a:cubicBezTo>
                  <a:pt x="29901" y="33735"/>
                  <a:pt x="44466" y="74368"/>
                  <a:pt x="44466" y="127779"/>
                </a:cubicBezTo>
                <a:cubicBezTo>
                  <a:pt x="44466" y="171481"/>
                  <a:pt x="35013" y="216459"/>
                  <a:pt x="3322" y="248660"/>
                </a:cubicBezTo>
                <a:cubicBezTo>
                  <a:pt x="0" y="251726"/>
                  <a:pt x="0" y="252240"/>
                  <a:pt x="0" y="253005"/>
                </a:cubicBezTo>
                <a:cubicBezTo>
                  <a:pt x="0" y="254537"/>
                  <a:pt x="1021" y="255559"/>
                  <a:pt x="2554" y="255559"/>
                </a:cubicBezTo>
                <a:cubicBezTo>
                  <a:pt x="5112" y="255559"/>
                  <a:pt x="28111" y="238183"/>
                  <a:pt x="43191" y="205727"/>
                </a:cubicBezTo>
                <a:cubicBezTo>
                  <a:pt x="56223" y="177615"/>
                  <a:pt x="59288" y="149246"/>
                  <a:pt x="59288" y="1277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C94252D4-A88C-41BA-B794-E20A4261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514" y="5337891"/>
            <a:ext cx="97520" cy="104220"/>
          </a:xfrm>
          <a:custGeom xmlns:a="http://schemas.openxmlformats.org/drawingml/2006/main">
            <a:pathLst>
              <a:path w="97520" h="104220">
                <a:moveTo>
                  <a:pt x="20700" y="82556"/>
                </a:moveTo>
                <a:cubicBezTo>
                  <a:pt x="33120" y="69230"/>
                  <a:pt x="39788" y="63484"/>
                  <a:pt x="48071" y="56364"/>
                </a:cubicBezTo>
                <a:cubicBezTo>
                  <a:pt x="48071" y="56132"/>
                  <a:pt x="62330" y="43954"/>
                  <a:pt x="70609" y="35682"/>
                </a:cubicBezTo>
                <a:cubicBezTo>
                  <a:pt x="92460" y="14263"/>
                  <a:pt x="97520" y="3222"/>
                  <a:pt x="97520" y="2302"/>
                </a:cubicBezTo>
                <a:cubicBezTo>
                  <a:pt x="97520" y="0"/>
                  <a:pt x="95450" y="0"/>
                  <a:pt x="94990" y="0"/>
                </a:cubicBezTo>
                <a:cubicBezTo>
                  <a:pt x="93379" y="0"/>
                  <a:pt x="92691" y="464"/>
                  <a:pt x="91540" y="2531"/>
                </a:cubicBezTo>
                <a:cubicBezTo>
                  <a:pt x="84640" y="13572"/>
                  <a:pt x="79811" y="17295"/>
                  <a:pt x="74290" y="17295"/>
                </a:cubicBezTo>
                <a:cubicBezTo>
                  <a:pt x="68770" y="17295"/>
                  <a:pt x="66008" y="13804"/>
                  <a:pt x="62558" y="9894"/>
                </a:cubicBezTo>
                <a:cubicBezTo>
                  <a:pt x="58189" y="4602"/>
                  <a:pt x="54279" y="0"/>
                  <a:pt x="46688" y="0"/>
                </a:cubicBezTo>
                <a:cubicBezTo>
                  <a:pt x="29438" y="0"/>
                  <a:pt x="18860" y="21436"/>
                  <a:pt x="18860" y="26262"/>
                </a:cubicBezTo>
                <a:cubicBezTo>
                  <a:pt x="18860" y="27413"/>
                  <a:pt x="19549" y="28790"/>
                  <a:pt x="21619" y="28790"/>
                </a:cubicBezTo>
                <a:cubicBezTo>
                  <a:pt x="23690" y="28790"/>
                  <a:pt x="24149" y="27642"/>
                  <a:pt x="24609" y="26262"/>
                </a:cubicBezTo>
                <a:cubicBezTo>
                  <a:pt x="28979" y="15650"/>
                  <a:pt x="42318" y="15411"/>
                  <a:pt x="44157" y="15411"/>
                </a:cubicBezTo>
                <a:cubicBezTo>
                  <a:pt x="48990" y="15411"/>
                  <a:pt x="53360" y="17061"/>
                  <a:pt x="58649" y="18907"/>
                </a:cubicBezTo>
                <a:cubicBezTo>
                  <a:pt x="67850" y="22356"/>
                  <a:pt x="70381" y="22356"/>
                  <a:pt x="76361" y="22356"/>
                </a:cubicBezTo>
                <a:cubicBezTo>
                  <a:pt x="68079" y="32236"/>
                  <a:pt x="48758" y="48780"/>
                  <a:pt x="44389" y="52458"/>
                </a:cubicBezTo>
                <a:lnTo>
                  <a:pt x="23690" y="71757"/>
                </a:lnTo>
                <a:cubicBezTo>
                  <a:pt x="8048" y="87164"/>
                  <a:pt x="0" y="100311"/>
                  <a:pt x="0" y="101921"/>
                </a:cubicBezTo>
                <a:cubicBezTo>
                  <a:pt x="0" y="104220"/>
                  <a:pt x="2299" y="104220"/>
                  <a:pt x="2759" y="104220"/>
                </a:cubicBezTo>
                <a:cubicBezTo>
                  <a:pt x="4598" y="104220"/>
                  <a:pt x="5057" y="103761"/>
                  <a:pt x="6440" y="101233"/>
                </a:cubicBezTo>
                <a:cubicBezTo>
                  <a:pt x="11729" y="93183"/>
                  <a:pt x="18629" y="86925"/>
                  <a:pt x="25989" y="86925"/>
                </a:cubicBezTo>
                <a:cubicBezTo>
                  <a:pt x="31277" y="86925"/>
                  <a:pt x="33580" y="89041"/>
                  <a:pt x="39328" y="95713"/>
                </a:cubicBezTo>
                <a:cubicBezTo>
                  <a:pt x="43238" y="100543"/>
                  <a:pt x="47379" y="104220"/>
                  <a:pt x="54051" y="104220"/>
                </a:cubicBezTo>
                <a:cubicBezTo>
                  <a:pt x="76821" y="104220"/>
                  <a:pt x="90161" y="74975"/>
                  <a:pt x="90161" y="68770"/>
                </a:cubicBezTo>
                <a:cubicBezTo>
                  <a:pt x="90161" y="67622"/>
                  <a:pt x="89242" y="66471"/>
                  <a:pt x="87399" y="66471"/>
                </a:cubicBezTo>
                <a:cubicBezTo>
                  <a:pt x="85328" y="66471"/>
                  <a:pt x="84868" y="67851"/>
                  <a:pt x="84181" y="69458"/>
                </a:cubicBezTo>
                <a:cubicBezTo>
                  <a:pt x="78888" y="84399"/>
                  <a:pt x="64169" y="88814"/>
                  <a:pt x="56578" y="88814"/>
                </a:cubicBezTo>
                <a:cubicBezTo>
                  <a:pt x="51980" y="88814"/>
                  <a:pt x="47839" y="87399"/>
                  <a:pt x="43010" y="85777"/>
                </a:cubicBezTo>
                <a:cubicBezTo>
                  <a:pt x="35191" y="82787"/>
                  <a:pt x="31741" y="81868"/>
                  <a:pt x="26908" y="81868"/>
                </a:cubicBezTo>
                <a:cubicBezTo>
                  <a:pt x="26448" y="81868"/>
                  <a:pt x="22770" y="81868"/>
                  <a:pt x="20700" y="8255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A3694612-632F-4743-8397-E2E04C09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566" y="5403089"/>
            <a:ext cx="75509" cy="72639"/>
          </a:xfrm>
          <a:custGeom xmlns:a="http://schemas.openxmlformats.org/drawingml/2006/main">
            <a:pathLst>
              <a:path w="75509" h="72639">
                <a:moveTo>
                  <a:pt x="75509" y="28188"/>
                </a:moveTo>
                <a:cubicBezTo>
                  <a:pt x="75509" y="10308"/>
                  <a:pt x="62147" y="0"/>
                  <a:pt x="46368" y="0"/>
                </a:cubicBezTo>
                <a:cubicBezTo>
                  <a:pt x="22540" y="0"/>
                  <a:pt x="0" y="22388"/>
                  <a:pt x="0" y="44456"/>
                </a:cubicBezTo>
                <a:cubicBezTo>
                  <a:pt x="0" y="60562"/>
                  <a:pt x="11753" y="72639"/>
                  <a:pt x="29301" y="72639"/>
                </a:cubicBezTo>
                <a:cubicBezTo>
                  <a:pt x="52325" y="72639"/>
                  <a:pt x="75509" y="51381"/>
                  <a:pt x="75509" y="28188"/>
                </a:cubicBezTo>
                <a:moveTo>
                  <a:pt x="29463" y="68131"/>
                </a:moveTo>
                <a:cubicBezTo>
                  <a:pt x="21413" y="68131"/>
                  <a:pt x="13362" y="62977"/>
                  <a:pt x="13362" y="50254"/>
                </a:cubicBezTo>
                <a:cubicBezTo>
                  <a:pt x="13362" y="43650"/>
                  <a:pt x="16421" y="27863"/>
                  <a:pt x="22700" y="18683"/>
                </a:cubicBezTo>
                <a:cubicBezTo>
                  <a:pt x="29623" y="8697"/>
                  <a:pt x="38961" y="4510"/>
                  <a:pt x="46208" y="4510"/>
                </a:cubicBezTo>
                <a:cubicBezTo>
                  <a:pt x="54902" y="4510"/>
                  <a:pt x="62307" y="10468"/>
                  <a:pt x="62307" y="22388"/>
                </a:cubicBezTo>
                <a:cubicBezTo>
                  <a:pt x="62307" y="26255"/>
                  <a:pt x="60376" y="42201"/>
                  <a:pt x="53291" y="53474"/>
                </a:cubicBezTo>
                <a:cubicBezTo>
                  <a:pt x="47173" y="62977"/>
                  <a:pt x="37514" y="68131"/>
                  <a:pt x="29463" y="6813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6E936323-B03A-4A48-9FB6-D31836C6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8069" y="5337890"/>
            <a:ext cx="97520" cy="104220"/>
          </a:xfrm>
          <a:custGeom xmlns:a="http://schemas.openxmlformats.org/drawingml/2006/main">
            <a:pathLst>
              <a:path w="97520" h="104220">
                <a:moveTo>
                  <a:pt x="20700" y="82556"/>
                </a:moveTo>
                <a:cubicBezTo>
                  <a:pt x="33120" y="69230"/>
                  <a:pt x="39788" y="63484"/>
                  <a:pt x="48070" y="56364"/>
                </a:cubicBezTo>
                <a:cubicBezTo>
                  <a:pt x="48070" y="56132"/>
                  <a:pt x="62330" y="43954"/>
                  <a:pt x="70609" y="35682"/>
                </a:cubicBezTo>
                <a:cubicBezTo>
                  <a:pt x="92460" y="14263"/>
                  <a:pt x="97520" y="3222"/>
                  <a:pt x="97520" y="2302"/>
                </a:cubicBezTo>
                <a:cubicBezTo>
                  <a:pt x="97520" y="0"/>
                  <a:pt x="95450" y="0"/>
                  <a:pt x="94990" y="0"/>
                </a:cubicBezTo>
                <a:cubicBezTo>
                  <a:pt x="93379" y="0"/>
                  <a:pt x="92691" y="464"/>
                  <a:pt x="91540" y="2531"/>
                </a:cubicBezTo>
                <a:cubicBezTo>
                  <a:pt x="84640" y="13572"/>
                  <a:pt x="79811" y="17295"/>
                  <a:pt x="74291" y="17295"/>
                </a:cubicBezTo>
                <a:cubicBezTo>
                  <a:pt x="68770" y="17295"/>
                  <a:pt x="66008" y="13804"/>
                  <a:pt x="62558" y="9894"/>
                </a:cubicBezTo>
                <a:cubicBezTo>
                  <a:pt x="58189" y="4602"/>
                  <a:pt x="54279" y="0"/>
                  <a:pt x="46688" y="0"/>
                </a:cubicBezTo>
                <a:cubicBezTo>
                  <a:pt x="29438" y="0"/>
                  <a:pt x="18860" y="21436"/>
                  <a:pt x="18860" y="26262"/>
                </a:cubicBezTo>
                <a:cubicBezTo>
                  <a:pt x="18860" y="27413"/>
                  <a:pt x="19549" y="28790"/>
                  <a:pt x="21619" y="28790"/>
                </a:cubicBezTo>
                <a:cubicBezTo>
                  <a:pt x="23690" y="28790"/>
                  <a:pt x="24149" y="27642"/>
                  <a:pt x="24609" y="26262"/>
                </a:cubicBezTo>
                <a:cubicBezTo>
                  <a:pt x="28979" y="15650"/>
                  <a:pt x="42318" y="15411"/>
                  <a:pt x="44157" y="15411"/>
                </a:cubicBezTo>
                <a:cubicBezTo>
                  <a:pt x="48990" y="15411"/>
                  <a:pt x="53359" y="17061"/>
                  <a:pt x="58648" y="18907"/>
                </a:cubicBezTo>
                <a:cubicBezTo>
                  <a:pt x="67851" y="22356"/>
                  <a:pt x="70381" y="22356"/>
                  <a:pt x="76361" y="22356"/>
                </a:cubicBezTo>
                <a:cubicBezTo>
                  <a:pt x="68078" y="32236"/>
                  <a:pt x="48758" y="48780"/>
                  <a:pt x="44389" y="52458"/>
                </a:cubicBezTo>
                <a:lnTo>
                  <a:pt x="23690" y="71757"/>
                </a:lnTo>
                <a:cubicBezTo>
                  <a:pt x="8047" y="87164"/>
                  <a:pt x="0" y="100311"/>
                  <a:pt x="0" y="101921"/>
                </a:cubicBezTo>
                <a:cubicBezTo>
                  <a:pt x="0" y="104220"/>
                  <a:pt x="2299" y="104220"/>
                  <a:pt x="2758" y="104220"/>
                </a:cubicBezTo>
                <a:cubicBezTo>
                  <a:pt x="4597" y="104220"/>
                  <a:pt x="5058" y="103761"/>
                  <a:pt x="6440" y="101233"/>
                </a:cubicBezTo>
                <a:cubicBezTo>
                  <a:pt x="11729" y="93183"/>
                  <a:pt x="18629" y="86925"/>
                  <a:pt x="25989" y="86925"/>
                </a:cubicBezTo>
                <a:cubicBezTo>
                  <a:pt x="31277" y="86925"/>
                  <a:pt x="33580" y="89041"/>
                  <a:pt x="39328" y="95713"/>
                </a:cubicBezTo>
                <a:cubicBezTo>
                  <a:pt x="43238" y="100543"/>
                  <a:pt x="47380" y="104220"/>
                  <a:pt x="54051" y="104220"/>
                </a:cubicBezTo>
                <a:cubicBezTo>
                  <a:pt x="76821" y="104220"/>
                  <a:pt x="90161" y="74975"/>
                  <a:pt x="90161" y="68770"/>
                </a:cubicBezTo>
                <a:cubicBezTo>
                  <a:pt x="90161" y="67622"/>
                  <a:pt x="89241" y="66471"/>
                  <a:pt x="87398" y="66471"/>
                </a:cubicBezTo>
                <a:cubicBezTo>
                  <a:pt x="85328" y="66471"/>
                  <a:pt x="84869" y="67851"/>
                  <a:pt x="84181" y="69458"/>
                </a:cubicBezTo>
                <a:cubicBezTo>
                  <a:pt x="78888" y="84399"/>
                  <a:pt x="64169" y="88814"/>
                  <a:pt x="56578" y="88814"/>
                </a:cubicBezTo>
                <a:cubicBezTo>
                  <a:pt x="51981" y="88814"/>
                  <a:pt x="47839" y="87399"/>
                  <a:pt x="43010" y="85777"/>
                </a:cubicBezTo>
                <a:cubicBezTo>
                  <a:pt x="35190" y="82787"/>
                  <a:pt x="31741" y="81868"/>
                  <a:pt x="26908" y="81868"/>
                </a:cubicBezTo>
                <a:cubicBezTo>
                  <a:pt x="26448" y="81868"/>
                  <a:pt x="22770" y="81868"/>
                  <a:pt x="20700" y="8255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9B950CB9-2D06-41C0-9164-E36C901A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2687" y="5367240"/>
            <a:ext cx="58605" cy="106915"/>
          </a:xfrm>
          <a:custGeom xmlns:a="http://schemas.openxmlformats.org/drawingml/2006/main">
            <a:pathLst>
              <a:path w="58605" h="106915">
                <a:moveTo>
                  <a:pt x="36386" y="4498"/>
                </a:moveTo>
                <a:cubicBezTo>
                  <a:pt x="36386" y="162"/>
                  <a:pt x="36064" y="0"/>
                  <a:pt x="31557" y="0"/>
                </a:cubicBezTo>
                <a:cubicBezTo>
                  <a:pt x="21252" y="10082"/>
                  <a:pt x="6601" y="10241"/>
                  <a:pt x="0" y="10241"/>
                </a:cubicBezTo>
                <a:lnTo>
                  <a:pt x="0" y="16037"/>
                </a:lnTo>
                <a:cubicBezTo>
                  <a:pt x="3864" y="16037"/>
                  <a:pt x="14490" y="16037"/>
                  <a:pt x="23346" y="11529"/>
                </a:cubicBezTo>
                <a:lnTo>
                  <a:pt x="23346" y="93708"/>
                </a:lnTo>
                <a:cubicBezTo>
                  <a:pt x="23346" y="99026"/>
                  <a:pt x="23346" y="101119"/>
                  <a:pt x="7245" y="101119"/>
                </a:cubicBezTo>
                <a:lnTo>
                  <a:pt x="1128" y="101119"/>
                </a:lnTo>
                <a:lnTo>
                  <a:pt x="1128" y="106915"/>
                </a:lnTo>
                <a:cubicBezTo>
                  <a:pt x="4024" y="106755"/>
                  <a:pt x="23828" y="106271"/>
                  <a:pt x="29785" y="106271"/>
                </a:cubicBezTo>
                <a:cubicBezTo>
                  <a:pt x="34777" y="106271"/>
                  <a:pt x="55061" y="106755"/>
                  <a:pt x="58605" y="106915"/>
                </a:cubicBezTo>
                <a:lnTo>
                  <a:pt x="58605" y="101119"/>
                </a:lnTo>
                <a:lnTo>
                  <a:pt x="52487" y="101119"/>
                </a:lnTo>
                <a:cubicBezTo>
                  <a:pt x="36386" y="101119"/>
                  <a:pt x="36386" y="99026"/>
                  <a:pt x="36386" y="93708"/>
                </a:cubicBezTo>
                <a:lnTo>
                  <a:pt x="36386" y="449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1B713153-1C20-44A2-8667-52E83510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0484" y="5328333"/>
            <a:ext cx="97520" cy="104220"/>
          </a:xfrm>
          <a:custGeom xmlns:a="http://schemas.openxmlformats.org/drawingml/2006/main">
            <a:pathLst>
              <a:path w="97520" h="104220">
                <a:moveTo>
                  <a:pt x="20700" y="82556"/>
                </a:moveTo>
                <a:cubicBezTo>
                  <a:pt x="33120" y="69230"/>
                  <a:pt x="39788" y="63484"/>
                  <a:pt x="48070" y="56364"/>
                </a:cubicBezTo>
                <a:cubicBezTo>
                  <a:pt x="48070" y="56132"/>
                  <a:pt x="62330" y="43954"/>
                  <a:pt x="70609" y="35682"/>
                </a:cubicBezTo>
                <a:cubicBezTo>
                  <a:pt x="92460" y="14263"/>
                  <a:pt x="97520" y="3222"/>
                  <a:pt x="97520" y="2302"/>
                </a:cubicBezTo>
                <a:cubicBezTo>
                  <a:pt x="97520" y="0"/>
                  <a:pt x="95450" y="0"/>
                  <a:pt x="94990" y="0"/>
                </a:cubicBezTo>
                <a:cubicBezTo>
                  <a:pt x="93379" y="0"/>
                  <a:pt x="92691" y="464"/>
                  <a:pt x="91540" y="2531"/>
                </a:cubicBezTo>
                <a:cubicBezTo>
                  <a:pt x="84640" y="13572"/>
                  <a:pt x="79811" y="17295"/>
                  <a:pt x="74291" y="17295"/>
                </a:cubicBezTo>
                <a:cubicBezTo>
                  <a:pt x="68770" y="17295"/>
                  <a:pt x="66008" y="13804"/>
                  <a:pt x="62558" y="9894"/>
                </a:cubicBezTo>
                <a:cubicBezTo>
                  <a:pt x="58189" y="4602"/>
                  <a:pt x="54279" y="0"/>
                  <a:pt x="46688" y="0"/>
                </a:cubicBezTo>
                <a:cubicBezTo>
                  <a:pt x="29438" y="0"/>
                  <a:pt x="18860" y="21436"/>
                  <a:pt x="18860" y="26262"/>
                </a:cubicBezTo>
                <a:cubicBezTo>
                  <a:pt x="18860" y="27413"/>
                  <a:pt x="19549" y="28790"/>
                  <a:pt x="21619" y="28790"/>
                </a:cubicBezTo>
                <a:cubicBezTo>
                  <a:pt x="23690" y="28790"/>
                  <a:pt x="24149" y="27642"/>
                  <a:pt x="24609" y="26262"/>
                </a:cubicBezTo>
                <a:cubicBezTo>
                  <a:pt x="28979" y="15650"/>
                  <a:pt x="42318" y="15411"/>
                  <a:pt x="44157" y="15411"/>
                </a:cubicBezTo>
                <a:cubicBezTo>
                  <a:pt x="48990" y="15411"/>
                  <a:pt x="53359" y="17061"/>
                  <a:pt x="58648" y="18907"/>
                </a:cubicBezTo>
                <a:cubicBezTo>
                  <a:pt x="67851" y="22356"/>
                  <a:pt x="70381" y="22356"/>
                  <a:pt x="76361" y="22356"/>
                </a:cubicBezTo>
                <a:cubicBezTo>
                  <a:pt x="68078" y="32236"/>
                  <a:pt x="48758" y="48780"/>
                  <a:pt x="44389" y="52458"/>
                </a:cubicBezTo>
                <a:lnTo>
                  <a:pt x="23690" y="71757"/>
                </a:lnTo>
                <a:cubicBezTo>
                  <a:pt x="8047" y="87164"/>
                  <a:pt x="0" y="100311"/>
                  <a:pt x="0" y="101921"/>
                </a:cubicBezTo>
                <a:cubicBezTo>
                  <a:pt x="0" y="104220"/>
                  <a:pt x="2299" y="104220"/>
                  <a:pt x="2758" y="104220"/>
                </a:cubicBezTo>
                <a:cubicBezTo>
                  <a:pt x="4597" y="104220"/>
                  <a:pt x="5058" y="103761"/>
                  <a:pt x="6440" y="101233"/>
                </a:cubicBezTo>
                <a:cubicBezTo>
                  <a:pt x="11729" y="93183"/>
                  <a:pt x="18629" y="86925"/>
                  <a:pt x="25989" y="86925"/>
                </a:cubicBezTo>
                <a:cubicBezTo>
                  <a:pt x="31277" y="86925"/>
                  <a:pt x="33580" y="89041"/>
                  <a:pt x="39328" y="95713"/>
                </a:cubicBezTo>
                <a:cubicBezTo>
                  <a:pt x="43238" y="100543"/>
                  <a:pt x="47380" y="104220"/>
                  <a:pt x="54051" y="104220"/>
                </a:cubicBezTo>
                <a:cubicBezTo>
                  <a:pt x="76821" y="104220"/>
                  <a:pt x="90161" y="74975"/>
                  <a:pt x="90161" y="68770"/>
                </a:cubicBezTo>
                <a:cubicBezTo>
                  <a:pt x="90161" y="67622"/>
                  <a:pt x="89241" y="66471"/>
                  <a:pt x="87398" y="66471"/>
                </a:cubicBezTo>
                <a:cubicBezTo>
                  <a:pt x="85328" y="66471"/>
                  <a:pt x="84869" y="67851"/>
                  <a:pt x="84181" y="69458"/>
                </a:cubicBezTo>
                <a:cubicBezTo>
                  <a:pt x="78888" y="84399"/>
                  <a:pt x="64169" y="88814"/>
                  <a:pt x="56578" y="88814"/>
                </a:cubicBezTo>
                <a:cubicBezTo>
                  <a:pt x="51981" y="88814"/>
                  <a:pt x="47839" y="87399"/>
                  <a:pt x="43010" y="85777"/>
                </a:cubicBezTo>
                <a:cubicBezTo>
                  <a:pt x="35190" y="82787"/>
                  <a:pt x="31741" y="81868"/>
                  <a:pt x="26908" y="81868"/>
                </a:cubicBezTo>
                <a:cubicBezTo>
                  <a:pt x="26448" y="81868"/>
                  <a:pt x="22770" y="81868"/>
                  <a:pt x="20700" y="8255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93652D7E-92E7-42EB-8B15-40348F36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695" y="5357683"/>
            <a:ext cx="71163" cy="106915"/>
          </a:xfrm>
          <a:custGeom xmlns:a="http://schemas.openxmlformats.org/drawingml/2006/main">
            <a:pathLst>
              <a:path w="71163" h="106915">
                <a:moveTo>
                  <a:pt x="71163" y="77606"/>
                </a:moveTo>
                <a:lnTo>
                  <a:pt x="65690" y="77606"/>
                </a:lnTo>
                <a:cubicBezTo>
                  <a:pt x="65206" y="81151"/>
                  <a:pt x="63596" y="90654"/>
                  <a:pt x="61503" y="92265"/>
                </a:cubicBezTo>
                <a:cubicBezTo>
                  <a:pt x="60216" y="93231"/>
                  <a:pt x="47820" y="93231"/>
                  <a:pt x="45564" y="93231"/>
                </a:cubicBezTo>
                <a:lnTo>
                  <a:pt x="15939" y="93231"/>
                </a:lnTo>
                <a:cubicBezTo>
                  <a:pt x="32846" y="78250"/>
                  <a:pt x="38480" y="73742"/>
                  <a:pt x="48142" y="66170"/>
                </a:cubicBezTo>
                <a:cubicBezTo>
                  <a:pt x="60054" y="56668"/>
                  <a:pt x="71163" y="46682"/>
                  <a:pt x="71163" y="31381"/>
                </a:cubicBezTo>
                <a:cubicBezTo>
                  <a:pt x="71163" y="11909"/>
                  <a:pt x="54096" y="0"/>
                  <a:pt x="33490" y="0"/>
                </a:cubicBezTo>
                <a:cubicBezTo>
                  <a:pt x="13524" y="0"/>
                  <a:pt x="0" y="14001"/>
                  <a:pt x="0" y="28804"/>
                </a:cubicBezTo>
                <a:cubicBezTo>
                  <a:pt x="0" y="37017"/>
                  <a:pt x="6923" y="37820"/>
                  <a:pt x="8535" y="37820"/>
                </a:cubicBezTo>
                <a:cubicBezTo>
                  <a:pt x="12400" y="37820"/>
                  <a:pt x="17067" y="35084"/>
                  <a:pt x="17067" y="29288"/>
                </a:cubicBezTo>
                <a:cubicBezTo>
                  <a:pt x="17067" y="26390"/>
                  <a:pt x="15939" y="20754"/>
                  <a:pt x="7567" y="20754"/>
                </a:cubicBezTo>
                <a:cubicBezTo>
                  <a:pt x="12559" y="9335"/>
                  <a:pt x="23508" y="5797"/>
                  <a:pt x="31075" y="5797"/>
                </a:cubicBezTo>
                <a:cubicBezTo>
                  <a:pt x="47174" y="5797"/>
                  <a:pt x="55546" y="18342"/>
                  <a:pt x="55546" y="31381"/>
                </a:cubicBezTo>
                <a:cubicBezTo>
                  <a:pt x="55546" y="45392"/>
                  <a:pt x="45564" y="56506"/>
                  <a:pt x="40413" y="62304"/>
                </a:cubicBezTo>
                <a:lnTo>
                  <a:pt x="1612" y="100638"/>
                </a:lnTo>
                <a:cubicBezTo>
                  <a:pt x="0" y="102084"/>
                  <a:pt x="0" y="102406"/>
                  <a:pt x="0" y="106915"/>
                </a:cubicBezTo>
                <a:lnTo>
                  <a:pt x="66333" y="106915"/>
                </a:lnTo>
                <a:lnTo>
                  <a:pt x="71163" y="7760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75D92DF7-8BA7-4FFA-ABD0-34E7130B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0594" y="5350201"/>
            <a:ext cx="97520" cy="104220"/>
          </a:xfrm>
          <a:custGeom xmlns:a="http://schemas.openxmlformats.org/drawingml/2006/main">
            <a:pathLst>
              <a:path w="97520" h="104220">
                <a:moveTo>
                  <a:pt x="20700" y="82556"/>
                </a:moveTo>
                <a:cubicBezTo>
                  <a:pt x="33120" y="69230"/>
                  <a:pt x="39788" y="63484"/>
                  <a:pt x="48070" y="56364"/>
                </a:cubicBezTo>
                <a:cubicBezTo>
                  <a:pt x="48070" y="56132"/>
                  <a:pt x="62330" y="43954"/>
                  <a:pt x="70609" y="35682"/>
                </a:cubicBezTo>
                <a:cubicBezTo>
                  <a:pt x="92460" y="14263"/>
                  <a:pt x="97520" y="3222"/>
                  <a:pt x="97520" y="2302"/>
                </a:cubicBezTo>
                <a:cubicBezTo>
                  <a:pt x="97520" y="0"/>
                  <a:pt x="95450" y="0"/>
                  <a:pt x="94990" y="0"/>
                </a:cubicBezTo>
                <a:cubicBezTo>
                  <a:pt x="93379" y="0"/>
                  <a:pt x="92691" y="464"/>
                  <a:pt x="91540" y="2531"/>
                </a:cubicBezTo>
                <a:cubicBezTo>
                  <a:pt x="84640" y="13572"/>
                  <a:pt x="79811" y="17295"/>
                  <a:pt x="74291" y="17295"/>
                </a:cubicBezTo>
                <a:cubicBezTo>
                  <a:pt x="68770" y="17295"/>
                  <a:pt x="66008" y="13804"/>
                  <a:pt x="62558" y="9894"/>
                </a:cubicBezTo>
                <a:cubicBezTo>
                  <a:pt x="58189" y="4602"/>
                  <a:pt x="54279" y="0"/>
                  <a:pt x="46688" y="0"/>
                </a:cubicBezTo>
                <a:cubicBezTo>
                  <a:pt x="29438" y="0"/>
                  <a:pt x="18860" y="21436"/>
                  <a:pt x="18860" y="26262"/>
                </a:cubicBezTo>
                <a:cubicBezTo>
                  <a:pt x="18860" y="27413"/>
                  <a:pt x="19549" y="28790"/>
                  <a:pt x="21619" y="28790"/>
                </a:cubicBezTo>
                <a:cubicBezTo>
                  <a:pt x="23690" y="28790"/>
                  <a:pt x="24149" y="27642"/>
                  <a:pt x="24609" y="26262"/>
                </a:cubicBezTo>
                <a:cubicBezTo>
                  <a:pt x="28979" y="15650"/>
                  <a:pt x="42318" y="15411"/>
                  <a:pt x="44157" y="15411"/>
                </a:cubicBezTo>
                <a:cubicBezTo>
                  <a:pt x="48990" y="15411"/>
                  <a:pt x="53359" y="17061"/>
                  <a:pt x="58648" y="18907"/>
                </a:cubicBezTo>
                <a:cubicBezTo>
                  <a:pt x="67851" y="22356"/>
                  <a:pt x="70381" y="22356"/>
                  <a:pt x="76361" y="22356"/>
                </a:cubicBezTo>
                <a:cubicBezTo>
                  <a:pt x="68078" y="32236"/>
                  <a:pt x="48758" y="48780"/>
                  <a:pt x="44389" y="52458"/>
                </a:cubicBezTo>
                <a:lnTo>
                  <a:pt x="23690" y="71757"/>
                </a:lnTo>
                <a:cubicBezTo>
                  <a:pt x="8047" y="87164"/>
                  <a:pt x="0" y="100311"/>
                  <a:pt x="0" y="101921"/>
                </a:cubicBezTo>
                <a:cubicBezTo>
                  <a:pt x="0" y="104220"/>
                  <a:pt x="2299" y="104220"/>
                  <a:pt x="2758" y="104220"/>
                </a:cubicBezTo>
                <a:cubicBezTo>
                  <a:pt x="4597" y="104220"/>
                  <a:pt x="5058" y="103761"/>
                  <a:pt x="6440" y="101233"/>
                </a:cubicBezTo>
                <a:cubicBezTo>
                  <a:pt x="11729" y="93183"/>
                  <a:pt x="18629" y="86925"/>
                  <a:pt x="25989" y="86925"/>
                </a:cubicBezTo>
                <a:cubicBezTo>
                  <a:pt x="31277" y="86925"/>
                  <a:pt x="33580" y="89041"/>
                  <a:pt x="39328" y="95713"/>
                </a:cubicBezTo>
                <a:cubicBezTo>
                  <a:pt x="43238" y="100543"/>
                  <a:pt x="47380" y="104220"/>
                  <a:pt x="54051" y="104220"/>
                </a:cubicBezTo>
                <a:cubicBezTo>
                  <a:pt x="76821" y="104220"/>
                  <a:pt x="90161" y="74975"/>
                  <a:pt x="90161" y="68770"/>
                </a:cubicBezTo>
                <a:cubicBezTo>
                  <a:pt x="90161" y="67622"/>
                  <a:pt x="89241" y="66471"/>
                  <a:pt x="87398" y="66471"/>
                </a:cubicBezTo>
                <a:cubicBezTo>
                  <a:pt x="85328" y="66471"/>
                  <a:pt x="84869" y="67851"/>
                  <a:pt x="84181" y="69458"/>
                </a:cubicBezTo>
                <a:cubicBezTo>
                  <a:pt x="78888" y="84399"/>
                  <a:pt x="64169" y="88814"/>
                  <a:pt x="56578" y="88814"/>
                </a:cubicBezTo>
                <a:cubicBezTo>
                  <a:pt x="51981" y="88814"/>
                  <a:pt x="47839" y="87399"/>
                  <a:pt x="43010" y="85777"/>
                </a:cubicBezTo>
                <a:cubicBezTo>
                  <a:pt x="35190" y="82787"/>
                  <a:pt x="31741" y="81868"/>
                  <a:pt x="26908" y="81868"/>
                </a:cubicBezTo>
                <a:cubicBezTo>
                  <a:pt x="26448" y="81868"/>
                  <a:pt x="22770" y="81868"/>
                  <a:pt x="20700" y="8255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9E024DE5-AAD5-4B2C-8C23-EF9EB18B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4589" y="5415399"/>
            <a:ext cx="79373" cy="103928"/>
          </a:xfrm>
          <a:custGeom xmlns:a="http://schemas.openxmlformats.org/drawingml/2006/main">
            <a:pathLst>
              <a:path w="79373" h="103928">
                <a:moveTo>
                  <a:pt x="78729" y="11600"/>
                </a:moveTo>
                <a:cubicBezTo>
                  <a:pt x="79373" y="9183"/>
                  <a:pt x="79373" y="8377"/>
                  <a:pt x="79373" y="8215"/>
                </a:cubicBezTo>
                <a:cubicBezTo>
                  <a:pt x="79373" y="4670"/>
                  <a:pt x="76474" y="3061"/>
                  <a:pt x="73899" y="3061"/>
                </a:cubicBezTo>
                <a:cubicBezTo>
                  <a:pt x="70195" y="3061"/>
                  <a:pt x="67137" y="6119"/>
                  <a:pt x="66492" y="9183"/>
                </a:cubicBezTo>
                <a:cubicBezTo>
                  <a:pt x="63756" y="4832"/>
                  <a:pt x="58282" y="0"/>
                  <a:pt x="49910" y="0"/>
                </a:cubicBezTo>
                <a:cubicBezTo>
                  <a:pt x="29785" y="0"/>
                  <a:pt x="8694" y="21594"/>
                  <a:pt x="8694" y="44641"/>
                </a:cubicBezTo>
                <a:cubicBezTo>
                  <a:pt x="8694" y="61242"/>
                  <a:pt x="19963" y="71067"/>
                  <a:pt x="33165" y="71067"/>
                </a:cubicBezTo>
                <a:cubicBezTo>
                  <a:pt x="40572" y="71067"/>
                  <a:pt x="47654" y="67365"/>
                  <a:pt x="53290" y="62370"/>
                </a:cubicBezTo>
                <a:lnTo>
                  <a:pt x="49748" y="76867"/>
                </a:lnTo>
                <a:cubicBezTo>
                  <a:pt x="47976" y="83630"/>
                  <a:pt x="46851" y="87978"/>
                  <a:pt x="40732" y="93452"/>
                </a:cubicBezTo>
                <a:cubicBezTo>
                  <a:pt x="33649" y="99420"/>
                  <a:pt x="26726" y="99420"/>
                  <a:pt x="22699" y="99420"/>
                </a:cubicBezTo>
                <a:cubicBezTo>
                  <a:pt x="15293" y="99420"/>
                  <a:pt x="13202" y="98933"/>
                  <a:pt x="10303" y="98282"/>
                </a:cubicBezTo>
                <a:cubicBezTo>
                  <a:pt x="14328" y="96351"/>
                  <a:pt x="15455" y="92487"/>
                  <a:pt x="15455" y="90232"/>
                </a:cubicBezTo>
                <a:cubicBezTo>
                  <a:pt x="15455" y="86367"/>
                  <a:pt x="12396" y="84274"/>
                  <a:pt x="9176" y="84274"/>
                </a:cubicBezTo>
                <a:cubicBezTo>
                  <a:pt x="4667" y="84274"/>
                  <a:pt x="0" y="87978"/>
                  <a:pt x="0" y="94096"/>
                </a:cubicBezTo>
                <a:cubicBezTo>
                  <a:pt x="0" y="103768"/>
                  <a:pt x="13845" y="103928"/>
                  <a:pt x="22861" y="103928"/>
                </a:cubicBezTo>
                <a:cubicBezTo>
                  <a:pt x="48138" y="103928"/>
                  <a:pt x="58926" y="91037"/>
                  <a:pt x="61179" y="81859"/>
                </a:cubicBezTo>
                <a:lnTo>
                  <a:pt x="78729" y="11600"/>
                </a:lnTo>
                <a:moveTo>
                  <a:pt x="56511" y="49637"/>
                </a:moveTo>
                <a:cubicBezTo>
                  <a:pt x="55867" y="52055"/>
                  <a:pt x="55867" y="52376"/>
                  <a:pt x="53128" y="55600"/>
                </a:cubicBezTo>
                <a:cubicBezTo>
                  <a:pt x="47495" y="62370"/>
                  <a:pt x="39766" y="66558"/>
                  <a:pt x="33649" y="66558"/>
                </a:cubicBezTo>
                <a:cubicBezTo>
                  <a:pt x="25437" y="66558"/>
                  <a:pt x="21572" y="59628"/>
                  <a:pt x="21572" y="51249"/>
                </a:cubicBezTo>
                <a:cubicBezTo>
                  <a:pt x="21572" y="44157"/>
                  <a:pt x="25921" y="26107"/>
                  <a:pt x="30106" y="19015"/>
                </a:cubicBezTo>
                <a:cubicBezTo>
                  <a:pt x="36867" y="7731"/>
                  <a:pt x="44437" y="4510"/>
                  <a:pt x="49910" y="4510"/>
                </a:cubicBezTo>
                <a:cubicBezTo>
                  <a:pt x="61179" y="4510"/>
                  <a:pt x="64237" y="16598"/>
                  <a:pt x="64237" y="18209"/>
                </a:cubicBezTo>
                <a:cubicBezTo>
                  <a:pt x="64237" y="18531"/>
                  <a:pt x="64237" y="18853"/>
                  <a:pt x="63756" y="20626"/>
                </a:cubicBezTo>
                <a:lnTo>
                  <a:pt x="56511" y="4963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9B6589B7-9B42-431B-886F-6C6AC8C7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6446" y="6041219"/>
            <a:ext cx="127522" cy="232598"/>
          </a:xfrm>
          <a:custGeom xmlns:a="http://schemas.openxmlformats.org/drawingml/2006/main">
            <a:pathLst>
              <a:path w="127522" h="232598">
                <a:moveTo>
                  <a:pt x="80244" y="78053"/>
                </a:moveTo>
                <a:lnTo>
                  <a:pt x="102222" y="78053"/>
                </a:lnTo>
                <a:cubicBezTo>
                  <a:pt x="107334" y="78053"/>
                  <a:pt x="109888" y="78053"/>
                  <a:pt x="109888" y="72940"/>
                </a:cubicBezTo>
                <a:cubicBezTo>
                  <a:pt x="109888" y="70129"/>
                  <a:pt x="107334" y="70129"/>
                  <a:pt x="102990" y="70129"/>
                </a:cubicBezTo>
                <a:lnTo>
                  <a:pt x="81776" y="70129"/>
                </a:lnTo>
                <a:lnTo>
                  <a:pt x="87146" y="40921"/>
                </a:lnTo>
                <a:cubicBezTo>
                  <a:pt x="88168" y="35540"/>
                  <a:pt x="91744" y="17392"/>
                  <a:pt x="93280" y="14322"/>
                </a:cubicBezTo>
                <a:cubicBezTo>
                  <a:pt x="95577" y="9464"/>
                  <a:pt x="99925" y="5623"/>
                  <a:pt x="105291" y="5623"/>
                </a:cubicBezTo>
                <a:cubicBezTo>
                  <a:pt x="106312" y="5623"/>
                  <a:pt x="112957" y="5623"/>
                  <a:pt x="117812" y="10233"/>
                </a:cubicBezTo>
                <a:cubicBezTo>
                  <a:pt x="106566" y="11258"/>
                  <a:pt x="104012" y="20199"/>
                  <a:pt x="104012" y="24033"/>
                </a:cubicBezTo>
                <a:cubicBezTo>
                  <a:pt x="104012" y="29913"/>
                  <a:pt x="108613" y="32978"/>
                  <a:pt x="113468" y="32978"/>
                </a:cubicBezTo>
                <a:cubicBezTo>
                  <a:pt x="120113" y="32978"/>
                  <a:pt x="127522" y="27355"/>
                  <a:pt x="127522" y="17645"/>
                </a:cubicBezTo>
                <a:cubicBezTo>
                  <a:pt x="127522" y="5880"/>
                  <a:pt x="115769" y="0"/>
                  <a:pt x="105291" y="0"/>
                </a:cubicBezTo>
                <a:cubicBezTo>
                  <a:pt x="96602" y="0"/>
                  <a:pt x="80501" y="4601"/>
                  <a:pt x="72835" y="29913"/>
                </a:cubicBezTo>
                <a:cubicBezTo>
                  <a:pt x="71298" y="35286"/>
                  <a:pt x="70534" y="37848"/>
                  <a:pt x="64400" y="70129"/>
                </a:cubicBezTo>
                <a:lnTo>
                  <a:pt x="46767" y="70129"/>
                </a:lnTo>
                <a:cubicBezTo>
                  <a:pt x="41912" y="70129"/>
                  <a:pt x="39100" y="70129"/>
                  <a:pt x="39100" y="74988"/>
                </a:cubicBezTo>
                <a:cubicBezTo>
                  <a:pt x="39100" y="78053"/>
                  <a:pt x="41401" y="78053"/>
                  <a:pt x="46256" y="78053"/>
                </a:cubicBezTo>
                <a:lnTo>
                  <a:pt x="63121" y="78053"/>
                </a:lnTo>
                <a:lnTo>
                  <a:pt x="43955" y="178941"/>
                </a:lnTo>
                <a:cubicBezTo>
                  <a:pt x="39354" y="203718"/>
                  <a:pt x="35010" y="226979"/>
                  <a:pt x="21720" y="226979"/>
                </a:cubicBezTo>
                <a:cubicBezTo>
                  <a:pt x="20698" y="226979"/>
                  <a:pt x="14311" y="226979"/>
                  <a:pt x="9456" y="222374"/>
                </a:cubicBezTo>
                <a:cubicBezTo>
                  <a:pt x="21209" y="221605"/>
                  <a:pt x="23510" y="212406"/>
                  <a:pt x="23510" y="208574"/>
                </a:cubicBezTo>
                <a:cubicBezTo>
                  <a:pt x="23510" y="202697"/>
                  <a:pt x="18912" y="199628"/>
                  <a:pt x="14054" y="199628"/>
                </a:cubicBezTo>
                <a:cubicBezTo>
                  <a:pt x="7409" y="199628"/>
                  <a:pt x="0" y="205251"/>
                  <a:pt x="0" y="214960"/>
                </a:cubicBezTo>
                <a:cubicBezTo>
                  <a:pt x="0" y="226468"/>
                  <a:pt x="11246" y="232598"/>
                  <a:pt x="21720" y="232598"/>
                </a:cubicBezTo>
                <a:cubicBezTo>
                  <a:pt x="35778" y="232598"/>
                  <a:pt x="45998" y="217519"/>
                  <a:pt x="50600" y="207805"/>
                </a:cubicBezTo>
                <a:cubicBezTo>
                  <a:pt x="58777" y="191712"/>
                  <a:pt x="64658" y="160808"/>
                  <a:pt x="64911" y="159018"/>
                </a:cubicBezTo>
                <a:lnTo>
                  <a:pt x="80244" y="780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5344A1DC-6B25-4182-8748-45397517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1424" y="6135552"/>
            <a:ext cx="88012" cy="125951"/>
          </a:xfrm>
          <a:custGeom xmlns:a="http://schemas.openxmlformats.org/drawingml/2006/main">
            <a:pathLst>
              <a:path w="88012" h="125951">
                <a:moveTo>
                  <a:pt x="42574" y="5367"/>
                </a:moveTo>
                <a:cubicBezTo>
                  <a:pt x="42754" y="5009"/>
                  <a:pt x="43289" y="2683"/>
                  <a:pt x="43289" y="2505"/>
                </a:cubicBezTo>
                <a:cubicBezTo>
                  <a:pt x="43289" y="1611"/>
                  <a:pt x="42574" y="0"/>
                  <a:pt x="40429" y="0"/>
                </a:cubicBezTo>
                <a:cubicBezTo>
                  <a:pt x="36850" y="0"/>
                  <a:pt x="22004" y="1430"/>
                  <a:pt x="17530" y="1788"/>
                </a:cubicBezTo>
                <a:cubicBezTo>
                  <a:pt x="16100" y="1968"/>
                  <a:pt x="13594" y="2145"/>
                  <a:pt x="13594" y="5905"/>
                </a:cubicBezTo>
                <a:cubicBezTo>
                  <a:pt x="13594" y="8407"/>
                  <a:pt x="16100" y="8407"/>
                  <a:pt x="18245" y="8407"/>
                </a:cubicBezTo>
                <a:cubicBezTo>
                  <a:pt x="26832" y="8407"/>
                  <a:pt x="26832" y="9660"/>
                  <a:pt x="26832" y="11091"/>
                </a:cubicBezTo>
                <a:cubicBezTo>
                  <a:pt x="26832" y="12341"/>
                  <a:pt x="26475" y="13414"/>
                  <a:pt x="26117" y="15024"/>
                </a:cubicBezTo>
                <a:lnTo>
                  <a:pt x="893" y="116288"/>
                </a:lnTo>
                <a:cubicBezTo>
                  <a:pt x="0" y="119512"/>
                  <a:pt x="0" y="119870"/>
                  <a:pt x="0" y="120227"/>
                </a:cubicBezTo>
                <a:cubicBezTo>
                  <a:pt x="0" y="122911"/>
                  <a:pt x="2145" y="125951"/>
                  <a:pt x="6082" y="125951"/>
                </a:cubicBezTo>
                <a:cubicBezTo>
                  <a:pt x="10911" y="125951"/>
                  <a:pt x="13236" y="122376"/>
                  <a:pt x="14311" y="118437"/>
                </a:cubicBezTo>
                <a:cubicBezTo>
                  <a:pt x="14669" y="117722"/>
                  <a:pt x="22361" y="86219"/>
                  <a:pt x="23076" y="83711"/>
                </a:cubicBezTo>
                <a:cubicBezTo>
                  <a:pt x="35778" y="84963"/>
                  <a:pt x="45973" y="89082"/>
                  <a:pt x="45973" y="98391"/>
                </a:cubicBezTo>
                <a:cubicBezTo>
                  <a:pt x="45973" y="99285"/>
                  <a:pt x="45973" y="100181"/>
                  <a:pt x="45615" y="101968"/>
                </a:cubicBezTo>
                <a:cubicBezTo>
                  <a:pt x="44900" y="104655"/>
                  <a:pt x="44900" y="105550"/>
                  <a:pt x="44900" y="107518"/>
                </a:cubicBezTo>
                <a:cubicBezTo>
                  <a:pt x="44900" y="120227"/>
                  <a:pt x="55276" y="125951"/>
                  <a:pt x="63863" y="125951"/>
                </a:cubicBezTo>
                <a:cubicBezTo>
                  <a:pt x="81215" y="125951"/>
                  <a:pt x="86582" y="98748"/>
                  <a:pt x="86582" y="98568"/>
                </a:cubicBezTo>
                <a:cubicBezTo>
                  <a:pt x="86582" y="96242"/>
                  <a:pt x="84256" y="96242"/>
                  <a:pt x="83721" y="96242"/>
                </a:cubicBezTo>
                <a:cubicBezTo>
                  <a:pt x="81215" y="96242"/>
                  <a:pt x="81038" y="97137"/>
                  <a:pt x="80143" y="100538"/>
                </a:cubicBezTo>
                <a:cubicBezTo>
                  <a:pt x="77994" y="108236"/>
                  <a:pt x="73165" y="120942"/>
                  <a:pt x="64401" y="120942"/>
                </a:cubicBezTo>
                <a:cubicBezTo>
                  <a:pt x="59569" y="120942"/>
                  <a:pt x="58139" y="116469"/>
                  <a:pt x="58139" y="111634"/>
                </a:cubicBezTo>
                <a:cubicBezTo>
                  <a:pt x="58139" y="108593"/>
                  <a:pt x="58139" y="108236"/>
                  <a:pt x="59212" y="103582"/>
                </a:cubicBezTo>
                <a:cubicBezTo>
                  <a:pt x="59392" y="103045"/>
                  <a:pt x="60107" y="100001"/>
                  <a:pt x="60107" y="98033"/>
                </a:cubicBezTo>
                <a:cubicBezTo>
                  <a:pt x="60107" y="82100"/>
                  <a:pt x="38641" y="79594"/>
                  <a:pt x="31126" y="79057"/>
                </a:cubicBezTo>
                <a:cubicBezTo>
                  <a:pt x="36315" y="75835"/>
                  <a:pt x="42932" y="69928"/>
                  <a:pt x="45973" y="67245"/>
                </a:cubicBezTo>
                <a:cubicBezTo>
                  <a:pt x="55098" y="58658"/>
                  <a:pt x="64043" y="50253"/>
                  <a:pt x="74061" y="50253"/>
                </a:cubicBezTo>
                <a:cubicBezTo>
                  <a:pt x="76206" y="50253"/>
                  <a:pt x="78532" y="50788"/>
                  <a:pt x="79963" y="52576"/>
                </a:cubicBezTo>
                <a:cubicBezTo>
                  <a:pt x="72270" y="53828"/>
                  <a:pt x="70660" y="59910"/>
                  <a:pt x="70660" y="62593"/>
                </a:cubicBezTo>
                <a:cubicBezTo>
                  <a:pt x="70660" y="66530"/>
                  <a:pt x="73703" y="69213"/>
                  <a:pt x="77817" y="69213"/>
                </a:cubicBezTo>
                <a:cubicBezTo>
                  <a:pt x="82646" y="69213"/>
                  <a:pt x="88012" y="65277"/>
                  <a:pt x="88012" y="57765"/>
                </a:cubicBezTo>
                <a:cubicBezTo>
                  <a:pt x="88012" y="51860"/>
                  <a:pt x="83721" y="45241"/>
                  <a:pt x="74238" y="45241"/>
                </a:cubicBezTo>
                <a:cubicBezTo>
                  <a:pt x="64043" y="45241"/>
                  <a:pt x="54741" y="52576"/>
                  <a:pt x="45615" y="60983"/>
                </a:cubicBezTo>
                <a:cubicBezTo>
                  <a:pt x="38103" y="68140"/>
                  <a:pt x="32199" y="73687"/>
                  <a:pt x="24864" y="76731"/>
                </a:cubicBezTo>
                <a:lnTo>
                  <a:pt x="42574" y="536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1ABA9119-3DFA-4AC9-8FDD-2A9115E7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9053" y="6029738"/>
            <a:ext cx="59288" cy="255559"/>
          </a:xfrm>
          <a:custGeom xmlns:a="http://schemas.openxmlformats.org/drawingml/2006/main">
            <a:pathLst>
              <a:path w="59288" h="255559">
                <a:moveTo>
                  <a:pt x="59288" y="253005"/>
                </a:moveTo>
                <a:cubicBezTo>
                  <a:pt x="59288" y="252240"/>
                  <a:pt x="59288" y="251726"/>
                  <a:pt x="54944" y="247381"/>
                </a:cubicBezTo>
                <a:cubicBezTo>
                  <a:pt x="22999" y="215183"/>
                  <a:pt x="14822" y="166880"/>
                  <a:pt x="14822" y="127779"/>
                </a:cubicBezTo>
                <a:cubicBezTo>
                  <a:pt x="14822" y="83313"/>
                  <a:pt x="24532" y="38847"/>
                  <a:pt x="55966" y="6902"/>
                </a:cubicBezTo>
                <a:cubicBezTo>
                  <a:pt x="59288" y="3837"/>
                  <a:pt x="59288" y="3322"/>
                  <a:pt x="59288" y="2559"/>
                </a:cubicBezTo>
                <a:cubicBezTo>
                  <a:pt x="59288" y="768"/>
                  <a:pt x="58267" y="0"/>
                  <a:pt x="56734" y="0"/>
                </a:cubicBezTo>
                <a:cubicBezTo>
                  <a:pt x="54176" y="0"/>
                  <a:pt x="31177" y="17381"/>
                  <a:pt x="16097" y="49836"/>
                </a:cubicBezTo>
                <a:cubicBezTo>
                  <a:pt x="3065" y="77947"/>
                  <a:pt x="0" y="106313"/>
                  <a:pt x="0" y="127779"/>
                </a:cubicBezTo>
                <a:cubicBezTo>
                  <a:pt x="0" y="147714"/>
                  <a:pt x="2808" y="178637"/>
                  <a:pt x="16865" y="207517"/>
                </a:cubicBezTo>
                <a:cubicBezTo>
                  <a:pt x="32198" y="238951"/>
                  <a:pt x="54176" y="255559"/>
                  <a:pt x="56734" y="255559"/>
                </a:cubicBezTo>
                <a:cubicBezTo>
                  <a:pt x="58267" y="255559"/>
                  <a:pt x="59288" y="254794"/>
                  <a:pt x="59288" y="25300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F1391935-B3C9-4763-8199-A7ADAB22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4143" y="6108353"/>
            <a:ext cx="108356" cy="115800"/>
          </a:xfrm>
          <a:custGeom xmlns:a="http://schemas.openxmlformats.org/drawingml/2006/main">
            <a:pathLst>
              <a:path w="108356" h="115800">
                <a:moveTo>
                  <a:pt x="22999" y="91728"/>
                </a:moveTo>
                <a:cubicBezTo>
                  <a:pt x="36800" y="76922"/>
                  <a:pt x="44208" y="70538"/>
                  <a:pt x="53412" y="62626"/>
                </a:cubicBezTo>
                <a:cubicBezTo>
                  <a:pt x="53412" y="62369"/>
                  <a:pt x="69255" y="48838"/>
                  <a:pt x="78454" y="39646"/>
                </a:cubicBezTo>
                <a:cubicBezTo>
                  <a:pt x="102732" y="15848"/>
                  <a:pt x="108356" y="3580"/>
                  <a:pt x="108356" y="2558"/>
                </a:cubicBezTo>
                <a:cubicBezTo>
                  <a:pt x="108356" y="0"/>
                  <a:pt x="106055" y="0"/>
                  <a:pt x="105544" y="0"/>
                </a:cubicBezTo>
                <a:cubicBezTo>
                  <a:pt x="103754" y="0"/>
                  <a:pt x="102990" y="515"/>
                  <a:pt x="101711" y="2811"/>
                </a:cubicBezTo>
                <a:cubicBezTo>
                  <a:pt x="94044" y="15079"/>
                  <a:pt x="88679" y="19217"/>
                  <a:pt x="82545" y="19217"/>
                </a:cubicBezTo>
                <a:cubicBezTo>
                  <a:pt x="76411" y="19217"/>
                  <a:pt x="73342" y="15337"/>
                  <a:pt x="69509" y="10993"/>
                </a:cubicBezTo>
                <a:cubicBezTo>
                  <a:pt x="64654" y="5112"/>
                  <a:pt x="60310" y="0"/>
                  <a:pt x="51875" y="0"/>
                </a:cubicBezTo>
                <a:cubicBezTo>
                  <a:pt x="32709" y="0"/>
                  <a:pt x="20956" y="23818"/>
                  <a:pt x="20956" y="29180"/>
                </a:cubicBezTo>
                <a:cubicBezTo>
                  <a:pt x="20956" y="30459"/>
                  <a:pt x="21720" y="31987"/>
                  <a:pt x="24021" y="31987"/>
                </a:cubicBezTo>
                <a:cubicBezTo>
                  <a:pt x="26322" y="31987"/>
                  <a:pt x="26832" y="30712"/>
                  <a:pt x="27343" y="29180"/>
                </a:cubicBezTo>
                <a:cubicBezTo>
                  <a:pt x="32198" y="17388"/>
                  <a:pt x="47020" y="17123"/>
                  <a:pt x="49064" y="17123"/>
                </a:cubicBezTo>
                <a:cubicBezTo>
                  <a:pt x="54433" y="17123"/>
                  <a:pt x="59288" y="18956"/>
                  <a:pt x="65164" y="21007"/>
                </a:cubicBezTo>
                <a:cubicBezTo>
                  <a:pt x="75389" y="24840"/>
                  <a:pt x="78201" y="24840"/>
                  <a:pt x="84846" y="24840"/>
                </a:cubicBezTo>
                <a:cubicBezTo>
                  <a:pt x="75642" y="35817"/>
                  <a:pt x="54176" y="54199"/>
                  <a:pt x="49321" y="58286"/>
                </a:cubicBezTo>
                <a:lnTo>
                  <a:pt x="26322" y="79730"/>
                </a:lnTo>
                <a:cubicBezTo>
                  <a:pt x="8941" y="96849"/>
                  <a:pt x="0" y="111456"/>
                  <a:pt x="0" y="113246"/>
                </a:cubicBezTo>
                <a:cubicBezTo>
                  <a:pt x="0" y="115800"/>
                  <a:pt x="2554" y="115800"/>
                  <a:pt x="3065" y="115800"/>
                </a:cubicBezTo>
                <a:cubicBezTo>
                  <a:pt x="5108" y="115800"/>
                  <a:pt x="5619" y="115289"/>
                  <a:pt x="7156" y="112482"/>
                </a:cubicBezTo>
                <a:cubicBezTo>
                  <a:pt x="13032" y="103536"/>
                  <a:pt x="20698" y="96583"/>
                  <a:pt x="28876" y="96583"/>
                </a:cubicBezTo>
                <a:cubicBezTo>
                  <a:pt x="34753" y="96583"/>
                  <a:pt x="37310" y="98935"/>
                  <a:pt x="43698" y="106348"/>
                </a:cubicBezTo>
                <a:cubicBezTo>
                  <a:pt x="48042" y="111714"/>
                  <a:pt x="52643" y="115800"/>
                  <a:pt x="60056" y="115800"/>
                </a:cubicBezTo>
                <a:cubicBezTo>
                  <a:pt x="85356" y="115800"/>
                  <a:pt x="100178" y="83305"/>
                  <a:pt x="100178" y="76411"/>
                </a:cubicBezTo>
                <a:cubicBezTo>
                  <a:pt x="100178" y="75136"/>
                  <a:pt x="99157" y="73857"/>
                  <a:pt x="97109" y="73857"/>
                </a:cubicBezTo>
                <a:cubicBezTo>
                  <a:pt x="94809" y="73857"/>
                  <a:pt x="94298" y="75390"/>
                  <a:pt x="93534" y="77176"/>
                </a:cubicBezTo>
                <a:cubicBezTo>
                  <a:pt x="87653" y="93776"/>
                  <a:pt x="71298" y="98681"/>
                  <a:pt x="62864" y="98681"/>
                </a:cubicBezTo>
                <a:cubicBezTo>
                  <a:pt x="57756" y="98681"/>
                  <a:pt x="53154" y="97109"/>
                  <a:pt x="47788" y="95308"/>
                </a:cubicBezTo>
                <a:cubicBezTo>
                  <a:pt x="39100" y="91985"/>
                  <a:pt x="35267" y="90964"/>
                  <a:pt x="29897" y="90964"/>
                </a:cubicBezTo>
                <a:cubicBezTo>
                  <a:pt x="29386" y="90964"/>
                  <a:pt x="25300" y="90964"/>
                  <a:pt x="22999" y="9172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6B6FF79E-2AF3-45BA-A94B-066888B3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3089" y="6180793"/>
            <a:ext cx="83899" cy="80710"/>
          </a:xfrm>
          <a:custGeom xmlns:a="http://schemas.openxmlformats.org/drawingml/2006/main">
            <a:pathLst>
              <a:path w="83899" h="80710">
                <a:moveTo>
                  <a:pt x="83899" y="31320"/>
                </a:moveTo>
                <a:cubicBezTo>
                  <a:pt x="83899" y="11453"/>
                  <a:pt x="69052" y="0"/>
                  <a:pt x="51520" y="0"/>
                </a:cubicBezTo>
                <a:cubicBezTo>
                  <a:pt x="25045" y="0"/>
                  <a:pt x="0" y="24875"/>
                  <a:pt x="0" y="49396"/>
                </a:cubicBezTo>
                <a:cubicBezTo>
                  <a:pt x="0" y="67291"/>
                  <a:pt x="13059" y="80710"/>
                  <a:pt x="32557" y="80710"/>
                </a:cubicBezTo>
                <a:cubicBezTo>
                  <a:pt x="58139" y="80710"/>
                  <a:pt x="83899" y="57091"/>
                  <a:pt x="83899" y="31320"/>
                </a:cubicBezTo>
                <a:moveTo>
                  <a:pt x="32737" y="75701"/>
                </a:moveTo>
                <a:cubicBezTo>
                  <a:pt x="23791" y="75701"/>
                  <a:pt x="14846" y="69974"/>
                  <a:pt x="14846" y="55838"/>
                </a:cubicBezTo>
                <a:cubicBezTo>
                  <a:pt x="14846" y="48500"/>
                  <a:pt x="18245" y="30959"/>
                  <a:pt x="25222" y="20759"/>
                </a:cubicBezTo>
                <a:cubicBezTo>
                  <a:pt x="32914" y="9663"/>
                  <a:pt x="43289" y="5012"/>
                  <a:pt x="51342" y="5012"/>
                </a:cubicBezTo>
                <a:cubicBezTo>
                  <a:pt x="61002" y="5012"/>
                  <a:pt x="69229" y="11631"/>
                  <a:pt x="69229" y="24875"/>
                </a:cubicBezTo>
                <a:cubicBezTo>
                  <a:pt x="69229" y="29171"/>
                  <a:pt x="67084" y="46890"/>
                  <a:pt x="59212" y="59416"/>
                </a:cubicBezTo>
                <a:cubicBezTo>
                  <a:pt x="52415" y="69974"/>
                  <a:pt x="41682" y="75701"/>
                  <a:pt x="32737" y="7570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72D086DA-A16F-4514-B46D-79DD98B1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7613" y="6194321"/>
            <a:ext cx="29898" cy="76501"/>
          </a:xfrm>
          <a:custGeom xmlns:a="http://schemas.openxmlformats.org/drawingml/2006/main">
            <a:pathLst>
              <a:path w="29898" h="76501">
                <a:moveTo>
                  <a:pt x="29898" y="26833"/>
                </a:moveTo>
                <a:cubicBezTo>
                  <a:pt x="29898" y="9967"/>
                  <a:pt x="23510" y="0"/>
                  <a:pt x="13543" y="0"/>
                </a:cubicBezTo>
                <a:cubicBezTo>
                  <a:pt x="5108" y="0"/>
                  <a:pt x="0" y="6388"/>
                  <a:pt x="0" y="13544"/>
                </a:cubicBezTo>
                <a:cubicBezTo>
                  <a:pt x="0" y="20446"/>
                  <a:pt x="5108" y="27086"/>
                  <a:pt x="13543" y="27086"/>
                </a:cubicBezTo>
                <a:cubicBezTo>
                  <a:pt x="16608" y="27086"/>
                  <a:pt x="19930" y="26064"/>
                  <a:pt x="22489" y="23768"/>
                </a:cubicBezTo>
                <a:cubicBezTo>
                  <a:pt x="23253" y="23253"/>
                  <a:pt x="23510" y="23000"/>
                  <a:pt x="23764" y="23000"/>
                </a:cubicBezTo>
                <a:cubicBezTo>
                  <a:pt x="24021" y="23000"/>
                  <a:pt x="24278" y="23253"/>
                  <a:pt x="24278" y="26833"/>
                </a:cubicBezTo>
                <a:cubicBezTo>
                  <a:pt x="24278" y="45785"/>
                  <a:pt x="15333" y="61148"/>
                  <a:pt x="6898" y="69599"/>
                </a:cubicBezTo>
                <a:cubicBezTo>
                  <a:pt x="4087" y="72414"/>
                  <a:pt x="4087" y="72925"/>
                  <a:pt x="4087" y="73693"/>
                </a:cubicBezTo>
                <a:cubicBezTo>
                  <a:pt x="4087" y="75479"/>
                  <a:pt x="5366" y="76501"/>
                  <a:pt x="6645" y="76501"/>
                </a:cubicBezTo>
                <a:cubicBezTo>
                  <a:pt x="9452" y="76501"/>
                  <a:pt x="29898" y="56797"/>
                  <a:pt x="29898" y="2683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4B0FE35F-0B95-4136-9861-ED0AB80F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0298" y="6108353"/>
            <a:ext cx="108356" cy="115800"/>
          </a:xfrm>
          <a:custGeom xmlns:a="http://schemas.openxmlformats.org/drawingml/2006/main">
            <a:pathLst>
              <a:path w="108356" h="115800">
                <a:moveTo>
                  <a:pt x="22999" y="91728"/>
                </a:moveTo>
                <a:cubicBezTo>
                  <a:pt x="36800" y="76922"/>
                  <a:pt x="44208" y="70538"/>
                  <a:pt x="53412" y="62626"/>
                </a:cubicBezTo>
                <a:cubicBezTo>
                  <a:pt x="53412" y="62369"/>
                  <a:pt x="69255" y="48838"/>
                  <a:pt x="78454" y="39646"/>
                </a:cubicBezTo>
                <a:cubicBezTo>
                  <a:pt x="102732" y="15848"/>
                  <a:pt x="108356" y="3580"/>
                  <a:pt x="108356" y="2558"/>
                </a:cubicBezTo>
                <a:cubicBezTo>
                  <a:pt x="108356" y="0"/>
                  <a:pt x="106055" y="0"/>
                  <a:pt x="105544" y="0"/>
                </a:cubicBezTo>
                <a:cubicBezTo>
                  <a:pt x="103754" y="0"/>
                  <a:pt x="102990" y="515"/>
                  <a:pt x="101711" y="2811"/>
                </a:cubicBezTo>
                <a:cubicBezTo>
                  <a:pt x="94044" y="15079"/>
                  <a:pt x="88679" y="19217"/>
                  <a:pt x="82545" y="19217"/>
                </a:cubicBezTo>
                <a:cubicBezTo>
                  <a:pt x="76411" y="19217"/>
                  <a:pt x="73342" y="15337"/>
                  <a:pt x="69509" y="10993"/>
                </a:cubicBezTo>
                <a:cubicBezTo>
                  <a:pt x="64654" y="5112"/>
                  <a:pt x="60310" y="0"/>
                  <a:pt x="51875" y="0"/>
                </a:cubicBezTo>
                <a:cubicBezTo>
                  <a:pt x="32709" y="0"/>
                  <a:pt x="20956" y="23818"/>
                  <a:pt x="20956" y="29180"/>
                </a:cubicBezTo>
                <a:cubicBezTo>
                  <a:pt x="20956" y="30459"/>
                  <a:pt x="21720" y="31987"/>
                  <a:pt x="24021" y="31987"/>
                </a:cubicBezTo>
                <a:cubicBezTo>
                  <a:pt x="26322" y="31987"/>
                  <a:pt x="26832" y="30712"/>
                  <a:pt x="27343" y="29180"/>
                </a:cubicBezTo>
                <a:cubicBezTo>
                  <a:pt x="32198" y="17388"/>
                  <a:pt x="47020" y="17123"/>
                  <a:pt x="49064" y="17123"/>
                </a:cubicBezTo>
                <a:cubicBezTo>
                  <a:pt x="54433" y="17123"/>
                  <a:pt x="59288" y="18956"/>
                  <a:pt x="65164" y="21007"/>
                </a:cubicBezTo>
                <a:cubicBezTo>
                  <a:pt x="75389" y="24840"/>
                  <a:pt x="78201" y="24840"/>
                  <a:pt x="84846" y="24840"/>
                </a:cubicBezTo>
                <a:cubicBezTo>
                  <a:pt x="75642" y="35817"/>
                  <a:pt x="54176" y="54199"/>
                  <a:pt x="49321" y="58286"/>
                </a:cubicBezTo>
                <a:lnTo>
                  <a:pt x="26322" y="79730"/>
                </a:lnTo>
                <a:cubicBezTo>
                  <a:pt x="8941" y="96849"/>
                  <a:pt x="0" y="111456"/>
                  <a:pt x="0" y="113246"/>
                </a:cubicBezTo>
                <a:cubicBezTo>
                  <a:pt x="0" y="115800"/>
                  <a:pt x="2554" y="115800"/>
                  <a:pt x="3065" y="115800"/>
                </a:cubicBezTo>
                <a:cubicBezTo>
                  <a:pt x="5108" y="115800"/>
                  <a:pt x="5619" y="115289"/>
                  <a:pt x="7156" y="112482"/>
                </a:cubicBezTo>
                <a:cubicBezTo>
                  <a:pt x="13032" y="103536"/>
                  <a:pt x="20698" y="96583"/>
                  <a:pt x="28876" y="96583"/>
                </a:cubicBezTo>
                <a:cubicBezTo>
                  <a:pt x="34753" y="96583"/>
                  <a:pt x="37310" y="98935"/>
                  <a:pt x="43698" y="106348"/>
                </a:cubicBezTo>
                <a:cubicBezTo>
                  <a:pt x="48042" y="111714"/>
                  <a:pt x="52643" y="115800"/>
                  <a:pt x="60056" y="115800"/>
                </a:cubicBezTo>
                <a:cubicBezTo>
                  <a:pt x="85357" y="115800"/>
                  <a:pt x="100179" y="83305"/>
                  <a:pt x="100179" y="76411"/>
                </a:cubicBezTo>
                <a:cubicBezTo>
                  <a:pt x="100179" y="75136"/>
                  <a:pt x="99157" y="73857"/>
                  <a:pt x="97109" y="73857"/>
                </a:cubicBezTo>
                <a:cubicBezTo>
                  <a:pt x="94809" y="73857"/>
                  <a:pt x="94298" y="75390"/>
                  <a:pt x="93534" y="77176"/>
                </a:cubicBezTo>
                <a:cubicBezTo>
                  <a:pt x="87653" y="93776"/>
                  <a:pt x="71298" y="98681"/>
                  <a:pt x="62864" y="98681"/>
                </a:cubicBezTo>
                <a:cubicBezTo>
                  <a:pt x="57756" y="98681"/>
                  <a:pt x="53154" y="97109"/>
                  <a:pt x="47788" y="95308"/>
                </a:cubicBezTo>
                <a:cubicBezTo>
                  <a:pt x="39100" y="91985"/>
                  <a:pt x="35267" y="90964"/>
                  <a:pt x="29897" y="90964"/>
                </a:cubicBezTo>
                <a:cubicBezTo>
                  <a:pt x="29386" y="90964"/>
                  <a:pt x="25300" y="90964"/>
                  <a:pt x="22999" y="9172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D9259E26-F60B-4BEE-9F68-8D9C7290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7565" y="6140962"/>
            <a:ext cx="65116" cy="118794"/>
          </a:xfrm>
          <a:custGeom xmlns:a="http://schemas.openxmlformats.org/drawingml/2006/main">
            <a:pathLst>
              <a:path w="65116" h="118794">
                <a:moveTo>
                  <a:pt x="40429" y="4998"/>
                </a:moveTo>
                <a:cubicBezTo>
                  <a:pt x="40429" y="181"/>
                  <a:pt x="40071" y="0"/>
                  <a:pt x="35063" y="0"/>
                </a:cubicBezTo>
                <a:cubicBezTo>
                  <a:pt x="23614" y="11202"/>
                  <a:pt x="7335" y="11380"/>
                  <a:pt x="0" y="11380"/>
                </a:cubicBezTo>
                <a:lnTo>
                  <a:pt x="0" y="17819"/>
                </a:lnTo>
                <a:cubicBezTo>
                  <a:pt x="4294" y="17819"/>
                  <a:pt x="16100" y="17819"/>
                  <a:pt x="25940" y="12810"/>
                </a:cubicBezTo>
                <a:lnTo>
                  <a:pt x="25940" y="104120"/>
                </a:lnTo>
                <a:cubicBezTo>
                  <a:pt x="25940" y="110030"/>
                  <a:pt x="25940" y="112355"/>
                  <a:pt x="8050" y="112355"/>
                </a:cubicBezTo>
                <a:lnTo>
                  <a:pt x="1253" y="112355"/>
                </a:lnTo>
                <a:lnTo>
                  <a:pt x="1253" y="118794"/>
                </a:lnTo>
                <a:cubicBezTo>
                  <a:pt x="4471" y="118617"/>
                  <a:pt x="26475" y="118079"/>
                  <a:pt x="33094" y="118079"/>
                </a:cubicBezTo>
                <a:cubicBezTo>
                  <a:pt x="38641" y="118079"/>
                  <a:pt x="61180" y="118617"/>
                  <a:pt x="65116" y="118794"/>
                </a:cubicBezTo>
                <a:lnTo>
                  <a:pt x="65116" y="112355"/>
                </a:lnTo>
                <a:lnTo>
                  <a:pt x="58319" y="112355"/>
                </a:lnTo>
                <a:cubicBezTo>
                  <a:pt x="40429" y="112355"/>
                  <a:pt x="40429" y="110030"/>
                  <a:pt x="40429" y="104120"/>
                </a:cubicBezTo>
                <a:lnTo>
                  <a:pt x="40429" y="499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F27EFD73-03C0-44D3-81B8-1017CEE8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7296" y="6029738"/>
            <a:ext cx="59288" cy="255559"/>
          </a:xfrm>
          <a:custGeom xmlns:a="http://schemas.openxmlformats.org/drawingml/2006/main">
            <a:pathLst>
              <a:path w="59288" h="255559">
                <a:moveTo>
                  <a:pt x="59288" y="127779"/>
                </a:moveTo>
                <a:cubicBezTo>
                  <a:pt x="59288" y="107849"/>
                  <a:pt x="56480" y="76926"/>
                  <a:pt x="42423" y="48046"/>
                </a:cubicBezTo>
                <a:cubicBezTo>
                  <a:pt x="27090" y="16612"/>
                  <a:pt x="5112" y="0"/>
                  <a:pt x="2554" y="0"/>
                </a:cubicBezTo>
                <a:cubicBezTo>
                  <a:pt x="1022" y="0"/>
                  <a:pt x="0" y="1026"/>
                  <a:pt x="0" y="2559"/>
                </a:cubicBezTo>
                <a:cubicBezTo>
                  <a:pt x="0" y="3322"/>
                  <a:pt x="0" y="3837"/>
                  <a:pt x="4855" y="8434"/>
                </a:cubicBezTo>
                <a:cubicBezTo>
                  <a:pt x="29901" y="33735"/>
                  <a:pt x="44466" y="74368"/>
                  <a:pt x="44466" y="127779"/>
                </a:cubicBezTo>
                <a:cubicBezTo>
                  <a:pt x="44466" y="171481"/>
                  <a:pt x="35014" y="216459"/>
                  <a:pt x="3322" y="248660"/>
                </a:cubicBezTo>
                <a:cubicBezTo>
                  <a:pt x="0" y="251726"/>
                  <a:pt x="0" y="252240"/>
                  <a:pt x="0" y="253005"/>
                </a:cubicBezTo>
                <a:cubicBezTo>
                  <a:pt x="0" y="254537"/>
                  <a:pt x="1022" y="255559"/>
                  <a:pt x="2554" y="255559"/>
                </a:cubicBezTo>
                <a:cubicBezTo>
                  <a:pt x="5112" y="255559"/>
                  <a:pt x="28112" y="238183"/>
                  <a:pt x="43191" y="205727"/>
                </a:cubicBezTo>
                <a:cubicBezTo>
                  <a:pt x="56223" y="177615"/>
                  <a:pt x="59288" y="149246"/>
                  <a:pt x="59288" y="1277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2247A3B5-5BF4-4C75-9D5F-EEF212E7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7891" y="6026227"/>
            <a:ext cx="127522" cy="232598"/>
          </a:xfrm>
          <a:custGeom xmlns:a="http://schemas.openxmlformats.org/drawingml/2006/main">
            <a:pathLst>
              <a:path w="127522" h="232598">
                <a:moveTo>
                  <a:pt x="80244" y="78053"/>
                </a:moveTo>
                <a:lnTo>
                  <a:pt x="102222" y="78053"/>
                </a:lnTo>
                <a:cubicBezTo>
                  <a:pt x="107334" y="78053"/>
                  <a:pt x="109888" y="78053"/>
                  <a:pt x="109888" y="72940"/>
                </a:cubicBezTo>
                <a:cubicBezTo>
                  <a:pt x="109888" y="70129"/>
                  <a:pt x="107334" y="70129"/>
                  <a:pt x="102991" y="70129"/>
                </a:cubicBezTo>
                <a:lnTo>
                  <a:pt x="81777" y="70129"/>
                </a:lnTo>
                <a:lnTo>
                  <a:pt x="87146" y="40921"/>
                </a:lnTo>
                <a:cubicBezTo>
                  <a:pt x="88168" y="35540"/>
                  <a:pt x="91744" y="17392"/>
                  <a:pt x="93280" y="14322"/>
                </a:cubicBezTo>
                <a:cubicBezTo>
                  <a:pt x="95577" y="9464"/>
                  <a:pt x="99925" y="5623"/>
                  <a:pt x="105291" y="5623"/>
                </a:cubicBezTo>
                <a:cubicBezTo>
                  <a:pt x="106313" y="5623"/>
                  <a:pt x="112958" y="5623"/>
                  <a:pt x="117813" y="10233"/>
                </a:cubicBezTo>
                <a:cubicBezTo>
                  <a:pt x="106566" y="11258"/>
                  <a:pt x="104012" y="20199"/>
                  <a:pt x="104012" y="24033"/>
                </a:cubicBezTo>
                <a:cubicBezTo>
                  <a:pt x="104012" y="29913"/>
                  <a:pt x="108613" y="32978"/>
                  <a:pt x="113468" y="32978"/>
                </a:cubicBezTo>
                <a:cubicBezTo>
                  <a:pt x="120113" y="32978"/>
                  <a:pt x="127522" y="27355"/>
                  <a:pt x="127522" y="17645"/>
                </a:cubicBezTo>
                <a:cubicBezTo>
                  <a:pt x="127522" y="5880"/>
                  <a:pt x="115769" y="0"/>
                  <a:pt x="105291" y="0"/>
                </a:cubicBezTo>
                <a:cubicBezTo>
                  <a:pt x="96603" y="0"/>
                  <a:pt x="80501" y="4601"/>
                  <a:pt x="72835" y="29913"/>
                </a:cubicBezTo>
                <a:cubicBezTo>
                  <a:pt x="71299" y="35286"/>
                  <a:pt x="70535" y="37848"/>
                  <a:pt x="64401" y="70129"/>
                </a:cubicBezTo>
                <a:lnTo>
                  <a:pt x="46767" y="70129"/>
                </a:lnTo>
                <a:cubicBezTo>
                  <a:pt x="41912" y="70129"/>
                  <a:pt x="39101" y="70129"/>
                  <a:pt x="39101" y="74988"/>
                </a:cubicBezTo>
                <a:cubicBezTo>
                  <a:pt x="39101" y="78053"/>
                  <a:pt x="41402" y="78053"/>
                  <a:pt x="46256" y="78053"/>
                </a:cubicBezTo>
                <a:lnTo>
                  <a:pt x="63122" y="78053"/>
                </a:lnTo>
                <a:lnTo>
                  <a:pt x="43956" y="178941"/>
                </a:lnTo>
                <a:cubicBezTo>
                  <a:pt x="39354" y="203718"/>
                  <a:pt x="35010" y="226979"/>
                  <a:pt x="21721" y="226979"/>
                </a:cubicBezTo>
                <a:cubicBezTo>
                  <a:pt x="20699" y="226979"/>
                  <a:pt x="14311" y="226979"/>
                  <a:pt x="9456" y="222374"/>
                </a:cubicBezTo>
                <a:cubicBezTo>
                  <a:pt x="21210" y="221605"/>
                  <a:pt x="23510" y="212406"/>
                  <a:pt x="23510" y="208574"/>
                </a:cubicBezTo>
                <a:cubicBezTo>
                  <a:pt x="23510" y="202697"/>
                  <a:pt x="18913" y="199628"/>
                  <a:pt x="14054" y="199628"/>
                </a:cubicBezTo>
                <a:cubicBezTo>
                  <a:pt x="7410" y="199628"/>
                  <a:pt x="0" y="205251"/>
                  <a:pt x="0" y="214960"/>
                </a:cubicBezTo>
                <a:cubicBezTo>
                  <a:pt x="0" y="226468"/>
                  <a:pt x="11247" y="232598"/>
                  <a:pt x="21721" y="232598"/>
                </a:cubicBezTo>
                <a:cubicBezTo>
                  <a:pt x="35778" y="232598"/>
                  <a:pt x="45999" y="217519"/>
                  <a:pt x="50600" y="207805"/>
                </a:cubicBezTo>
                <a:cubicBezTo>
                  <a:pt x="58778" y="191712"/>
                  <a:pt x="64658" y="160808"/>
                  <a:pt x="64912" y="159018"/>
                </a:cubicBezTo>
                <a:lnTo>
                  <a:pt x="80244" y="780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D6DC5896-6DC8-45CD-B200-18E2FE6A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2896" y="6120560"/>
            <a:ext cx="88012" cy="125951"/>
          </a:xfrm>
          <a:custGeom xmlns:a="http://schemas.openxmlformats.org/drawingml/2006/main">
            <a:pathLst>
              <a:path w="88012" h="125951">
                <a:moveTo>
                  <a:pt x="42575" y="5367"/>
                </a:moveTo>
                <a:cubicBezTo>
                  <a:pt x="42754" y="5009"/>
                  <a:pt x="43290" y="2683"/>
                  <a:pt x="43290" y="2505"/>
                </a:cubicBezTo>
                <a:cubicBezTo>
                  <a:pt x="43290" y="1611"/>
                  <a:pt x="42575" y="0"/>
                  <a:pt x="40429" y="0"/>
                </a:cubicBezTo>
                <a:cubicBezTo>
                  <a:pt x="36851" y="0"/>
                  <a:pt x="22003" y="1430"/>
                  <a:pt x="17530" y="1788"/>
                </a:cubicBezTo>
                <a:cubicBezTo>
                  <a:pt x="16100" y="1968"/>
                  <a:pt x="13593" y="2145"/>
                  <a:pt x="13593" y="5904"/>
                </a:cubicBezTo>
                <a:cubicBezTo>
                  <a:pt x="13593" y="8407"/>
                  <a:pt x="16100" y="8407"/>
                  <a:pt x="18245" y="8407"/>
                </a:cubicBezTo>
                <a:cubicBezTo>
                  <a:pt x="26833" y="8407"/>
                  <a:pt x="26833" y="9660"/>
                  <a:pt x="26833" y="11091"/>
                </a:cubicBezTo>
                <a:cubicBezTo>
                  <a:pt x="26833" y="12340"/>
                  <a:pt x="26475" y="13414"/>
                  <a:pt x="26118" y="15024"/>
                </a:cubicBezTo>
                <a:lnTo>
                  <a:pt x="892" y="116288"/>
                </a:lnTo>
                <a:cubicBezTo>
                  <a:pt x="0" y="119512"/>
                  <a:pt x="0" y="119870"/>
                  <a:pt x="0" y="120227"/>
                </a:cubicBezTo>
                <a:cubicBezTo>
                  <a:pt x="0" y="122911"/>
                  <a:pt x="2145" y="125951"/>
                  <a:pt x="6082" y="125951"/>
                </a:cubicBezTo>
                <a:cubicBezTo>
                  <a:pt x="10910" y="125951"/>
                  <a:pt x="13236" y="122376"/>
                  <a:pt x="14312" y="118437"/>
                </a:cubicBezTo>
                <a:cubicBezTo>
                  <a:pt x="14669" y="117722"/>
                  <a:pt x="22361" y="86219"/>
                  <a:pt x="23077" y="83711"/>
                </a:cubicBezTo>
                <a:cubicBezTo>
                  <a:pt x="35777" y="84963"/>
                  <a:pt x="45973" y="89082"/>
                  <a:pt x="45973" y="98391"/>
                </a:cubicBezTo>
                <a:cubicBezTo>
                  <a:pt x="45973" y="99285"/>
                  <a:pt x="45973" y="100181"/>
                  <a:pt x="45616" y="101968"/>
                </a:cubicBezTo>
                <a:cubicBezTo>
                  <a:pt x="44900" y="104655"/>
                  <a:pt x="44900" y="105550"/>
                  <a:pt x="44900" y="107518"/>
                </a:cubicBezTo>
                <a:cubicBezTo>
                  <a:pt x="44900" y="120227"/>
                  <a:pt x="55275" y="125951"/>
                  <a:pt x="63863" y="125951"/>
                </a:cubicBezTo>
                <a:cubicBezTo>
                  <a:pt x="81216" y="125951"/>
                  <a:pt x="86582" y="98748"/>
                  <a:pt x="86582" y="98568"/>
                </a:cubicBezTo>
                <a:cubicBezTo>
                  <a:pt x="86582" y="96242"/>
                  <a:pt x="84256" y="96242"/>
                  <a:pt x="83721" y="96242"/>
                </a:cubicBezTo>
                <a:cubicBezTo>
                  <a:pt x="81216" y="96242"/>
                  <a:pt x="81038" y="97137"/>
                  <a:pt x="80142" y="100538"/>
                </a:cubicBezTo>
                <a:cubicBezTo>
                  <a:pt x="77994" y="108236"/>
                  <a:pt x="73166" y="120942"/>
                  <a:pt x="64401" y="120942"/>
                </a:cubicBezTo>
                <a:cubicBezTo>
                  <a:pt x="59569" y="120942"/>
                  <a:pt x="58139" y="116469"/>
                  <a:pt x="58139" y="111634"/>
                </a:cubicBezTo>
                <a:cubicBezTo>
                  <a:pt x="58139" y="108593"/>
                  <a:pt x="58139" y="108236"/>
                  <a:pt x="59212" y="103582"/>
                </a:cubicBezTo>
                <a:cubicBezTo>
                  <a:pt x="59392" y="103045"/>
                  <a:pt x="60107" y="100001"/>
                  <a:pt x="60107" y="98033"/>
                </a:cubicBezTo>
                <a:cubicBezTo>
                  <a:pt x="60107" y="82100"/>
                  <a:pt x="38641" y="79594"/>
                  <a:pt x="31127" y="79057"/>
                </a:cubicBezTo>
                <a:cubicBezTo>
                  <a:pt x="36315" y="75835"/>
                  <a:pt x="42932" y="69928"/>
                  <a:pt x="45973" y="67245"/>
                </a:cubicBezTo>
                <a:cubicBezTo>
                  <a:pt x="55098" y="58658"/>
                  <a:pt x="64043" y="50253"/>
                  <a:pt x="74061" y="50253"/>
                </a:cubicBezTo>
                <a:cubicBezTo>
                  <a:pt x="76207" y="50253"/>
                  <a:pt x="78532" y="50788"/>
                  <a:pt x="79963" y="52576"/>
                </a:cubicBezTo>
                <a:cubicBezTo>
                  <a:pt x="72270" y="53828"/>
                  <a:pt x="70660" y="59910"/>
                  <a:pt x="70660" y="62593"/>
                </a:cubicBezTo>
                <a:cubicBezTo>
                  <a:pt x="70660" y="66530"/>
                  <a:pt x="73703" y="69213"/>
                  <a:pt x="77816" y="69213"/>
                </a:cubicBezTo>
                <a:cubicBezTo>
                  <a:pt x="82646" y="69213"/>
                  <a:pt x="88012" y="65277"/>
                  <a:pt x="88012" y="57765"/>
                </a:cubicBezTo>
                <a:cubicBezTo>
                  <a:pt x="88012" y="51860"/>
                  <a:pt x="83721" y="45241"/>
                  <a:pt x="74238" y="45241"/>
                </a:cubicBezTo>
                <a:cubicBezTo>
                  <a:pt x="64043" y="45241"/>
                  <a:pt x="54741" y="52576"/>
                  <a:pt x="45616" y="60983"/>
                </a:cubicBezTo>
                <a:cubicBezTo>
                  <a:pt x="38103" y="68140"/>
                  <a:pt x="32199" y="73686"/>
                  <a:pt x="24864" y="76731"/>
                </a:cubicBezTo>
                <a:lnTo>
                  <a:pt x="42575" y="536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5D08F6D7-E319-40C3-B91C-BB240AF0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0525" y="6014746"/>
            <a:ext cx="59288" cy="255559"/>
          </a:xfrm>
          <a:custGeom xmlns:a="http://schemas.openxmlformats.org/drawingml/2006/main">
            <a:pathLst>
              <a:path w="59288" h="255559">
                <a:moveTo>
                  <a:pt x="59288" y="253005"/>
                </a:moveTo>
                <a:cubicBezTo>
                  <a:pt x="59288" y="252240"/>
                  <a:pt x="59288" y="251726"/>
                  <a:pt x="54944" y="247381"/>
                </a:cubicBezTo>
                <a:cubicBezTo>
                  <a:pt x="22999" y="215183"/>
                  <a:pt x="14822" y="166880"/>
                  <a:pt x="14822" y="127779"/>
                </a:cubicBezTo>
                <a:cubicBezTo>
                  <a:pt x="14822" y="83313"/>
                  <a:pt x="24531" y="38847"/>
                  <a:pt x="55966" y="6902"/>
                </a:cubicBezTo>
                <a:cubicBezTo>
                  <a:pt x="59288" y="3837"/>
                  <a:pt x="59288" y="3322"/>
                  <a:pt x="59288" y="2558"/>
                </a:cubicBezTo>
                <a:cubicBezTo>
                  <a:pt x="59288" y="768"/>
                  <a:pt x="58266" y="0"/>
                  <a:pt x="56734" y="0"/>
                </a:cubicBezTo>
                <a:cubicBezTo>
                  <a:pt x="54175" y="0"/>
                  <a:pt x="31176" y="17380"/>
                  <a:pt x="16097" y="49836"/>
                </a:cubicBezTo>
                <a:cubicBezTo>
                  <a:pt x="3064" y="77947"/>
                  <a:pt x="0" y="106313"/>
                  <a:pt x="0" y="127779"/>
                </a:cubicBezTo>
                <a:cubicBezTo>
                  <a:pt x="0" y="147714"/>
                  <a:pt x="2807" y="178637"/>
                  <a:pt x="16865" y="207517"/>
                </a:cubicBezTo>
                <a:cubicBezTo>
                  <a:pt x="32198" y="238951"/>
                  <a:pt x="54175" y="255559"/>
                  <a:pt x="56734" y="255559"/>
                </a:cubicBezTo>
                <a:cubicBezTo>
                  <a:pt x="58266" y="255559"/>
                  <a:pt x="59288" y="254794"/>
                  <a:pt x="59288" y="25300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7CB304B4-9998-4702-8A26-6177710D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5587" y="6093361"/>
            <a:ext cx="108356" cy="115800"/>
          </a:xfrm>
          <a:custGeom xmlns:a="http://schemas.openxmlformats.org/drawingml/2006/main">
            <a:pathLst>
              <a:path w="108356" h="115800">
                <a:moveTo>
                  <a:pt x="23000" y="91728"/>
                </a:moveTo>
                <a:cubicBezTo>
                  <a:pt x="36800" y="76922"/>
                  <a:pt x="44209" y="70538"/>
                  <a:pt x="53412" y="62626"/>
                </a:cubicBezTo>
                <a:cubicBezTo>
                  <a:pt x="53412" y="62369"/>
                  <a:pt x="69256" y="48838"/>
                  <a:pt x="78455" y="39646"/>
                </a:cubicBezTo>
                <a:cubicBezTo>
                  <a:pt x="102733" y="15848"/>
                  <a:pt x="108356" y="3580"/>
                  <a:pt x="108356" y="2558"/>
                </a:cubicBezTo>
                <a:cubicBezTo>
                  <a:pt x="108356" y="0"/>
                  <a:pt x="106056" y="0"/>
                  <a:pt x="105545" y="0"/>
                </a:cubicBezTo>
                <a:cubicBezTo>
                  <a:pt x="103754" y="0"/>
                  <a:pt x="102991" y="515"/>
                  <a:pt x="101711" y="2811"/>
                </a:cubicBezTo>
                <a:cubicBezTo>
                  <a:pt x="94045" y="15079"/>
                  <a:pt x="88679" y="19217"/>
                  <a:pt x="82546" y="19217"/>
                </a:cubicBezTo>
                <a:cubicBezTo>
                  <a:pt x="76412" y="19217"/>
                  <a:pt x="73342" y="15337"/>
                  <a:pt x="69509" y="10993"/>
                </a:cubicBezTo>
                <a:cubicBezTo>
                  <a:pt x="64654" y="5112"/>
                  <a:pt x="60310" y="0"/>
                  <a:pt x="51876" y="0"/>
                </a:cubicBezTo>
                <a:cubicBezTo>
                  <a:pt x="32709" y="0"/>
                  <a:pt x="20956" y="23818"/>
                  <a:pt x="20956" y="29180"/>
                </a:cubicBezTo>
                <a:cubicBezTo>
                  <a:pt x="20956" y="30459"/>
                  <a:pt x="21721" y="31987"/>
                  <a:pt x="24021" y="31987"/>
                </a:cubicBezTo>
                <a:cubicBezTo>
                  <a:pt x="26322" y="31987"/>
                  <a:pt x="26833" y="30712"/>
                  <a:pt x="27344" y="29180"/>
                </a:cubicBezTo>
                <a:cubicBezTo>
                  <a:pt x="32198" y="17388"/>
                  <a:pt x="47020" y="17123"/>
                  <a:pt x="49064" y="17123"/>
                </a:cubicBezTo>
                <a:cubicBezTo>
                  <a:pt x="54434" y="17123"/>
                  <a:pt x="59288" y="18956"/>
                  <a:pt x="65165" y="21007"/>
                </a:cubicBezTo>
                <a:cubicBezTo>
                  <a:pt x="75390" y="24840"/>
                  <a:pt x="78201" y="24840"/>
                  <a:pt x="84846" y="24840"/>
                </a:cubicBezTo>
                <a:cubicBezTo>
                  <a:pt x="75643" y="35817"/>
                  <a:pt x="54176" y="54199"/>
                  <a:pt x="49322" y="58286"/>
                </a:cubicBezTo>
                <a:lnTo>
                  <a:pt x="26322" y="79730"/>
                </a:lnTo>
                <a:cubicBezTo>
                  <a:pt x="8942" y="96849"/>
                  <a:pt x="0" y="111456"/>
                  <a:pt x="0" y="113246"/>
                </a:cubicBezTo>
                <a:cubicBezTo>
                  <a:pt x="0" y="115800"/>
                  <a:pt x="2554" y="115800"/>
                  <a:pt x="3065" y="115800"/>
                </a:cubicBezTo>
                <a:cubicBezTo>
                  <a:pt x="5108" y="115800"/>
                  <a:pt x="5619" y="115289"/>
                  <a:pt x="7156" y="112482"/>
                </a:cubicBezTo>
                <a:cubicBezTo>
                  <a:pt x="13033" y="103536"/>
                  <a:pt x="20699" y="96583"/>
                  <a:pt x="28876" y="96583"/>
                </a:cubicBezTo>
                <a:cubicBezTo>
                  <a:pt x="34753" y="96583"/>
                  <a:pt x="37311" y="98935"/>
                  <a:pt x="43698" y="106348"/>
                </a:cubicBezTo>
                <a:cubicBezTo>
                  <a:pt x="48042" y="111714"/>
                  <a:pt x="52644" y="115800"/>
                  <a:pt x="60057" y="115800"/>
                </a:cubicBezTo>
                <a:cubicBezTo>
                  <a:pt x="85357" y="115800"/>
                  <a:pt x="100179" y="83305"/>
                  <a:pt x="100179" y="76411"/>
                </a:cubicBezTo>
                <a:cubicBezTo>
                  <a:pt x="100179" y="75136"/>
                  <a:pt x="99157" y="73857"/>
                  <a:pt x="97110" y="73857"/>
                </a:cubicBezTo>
                <a:cubicBezTo>
                  <a:pt x="94809" y="73857"/>
                  <a:pt x="94298" y="75390"/>
                  <a:pt x="93534" y="77176"/>
                </a:cubicBezTo>
                <a:cubicBezTo>
                  <a:pt x="87654" y="93776"/>
                  <a:pt x="71299" y="98681"/>
                  <a:pt x="62864" y="98681"/>
                </a:cubicBezTo>
                <a:cubicBezTo>
                  <a:pt x="57756" y="98681"/>
                  <a:pt x="53154" y="97109"/>
                  <a:pt x="47789" y="95308"/>
                </a:cubicBezTo>
                <a:cubicBezTo>
                  <a:pt x="39101" y="91985"/>
                  <a:pt x="35268" y="90964"/>
                  <a:pt x="29898" y="90964"/>
                </a:cubicBezTo>
                <a:cubicBezTo>
                  <a:pt x="29387" y="90964"/>
                  <a:pt x="25300" y="90964"/>
                  <a:pt x="23000" y="9172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df-path-100047">
            <a:extLst xmlns:a="http://schemas.openxmlformats.org/drawingml/2006/main">
              <a:ext uri="{FF2B5EF4-FFF2-40B4-BE49-F238E27FC236}">
                <a16:creationId xmlns:a16="http://schemas.microsoft.com/office/drawing/2014/main" id="{51551E27-8259-4965-B034-A037D809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2940" y="6125970"/>
            <a:ext cx="65116" cy="118794"/>
          </a:xfrm>
          <a:custGeom xmlns:a="http://schemas.openxmlformats.org/drawingml/2006/main">
            <a:pathLst>
              <a:path w="65116" h="118794">
                <a:moveTo>
                  <a:pt x="40429" y="4998"/>
                </a:moveTo>
                <a:cubicBezTo>
                  <a:pt x="40429" y="181"/>
                  <a:pt x="40071" y="0"/>
                  <a:pt x="35062" y="0"/>
                </a:cubicBezTo>
                <a:cubicBezTo>
                  <a:pt x="23614" y="11202"/>
                  <a:pt x="7335" y="11380"/>
                  <a:pt x="0" y="11380"/>
                </a:cubicBezTo>
                <a:lnTo>
                  <a:pt x="0" y="17819"/>
                </a:lnTo>
                <a:cubicBezTo>
                  <a:pt x="4294" y="17819"/>
                  <a:pt x="16100" y="17819"/>
                  <a:pt x="25940" y="12810"/>
                </a:cubicBezTo>
                <a:lnTo>
                  <a:pt x="25940" y="104120"/>
                </a:lnTo>
                <a:cubicBezTo>
                  <a:pt x="25940" y="110030"/>
                  <a:pt x="25940" y="112355"/>
                  <a:pt x="8050" y="112355"/>
                </a:cubicBezTo>
                <a:lnTo>
                  <a:pt x="1253" y="112355"/>
                </a:lnTo>
                <a:lnTo>
                  <a:pt x="1253" y="118794"/>
                </a:lnTo>
                <a:cubicBezTo>
                  <a:pt x="4471" y="118617"/>
                  <a:pt x="26475" y="118079"/>
                  <a:pt x="33094" y="118079"/>
                </a:cubicBezTo>
                <a:cubicBezTo>
                  <a:pt x="38641" y="118079"/>
                  <a:pt x="61180" y="118617"/>
                  <a:pt x="65116" y="118794"/>
                </a:cubicBezTo>
                <a:lnTo>
                  <a:pt x="65116" y="112355"/>
                </a:lnTo>
                <a:lnTo>
                  <a:pt x="58319" y="112355"/>
                </a:lnTo>
                <a:cubicBezTo>
                  <a:pt x="40429" y="112355"/>
                  <a:pt x="40429" y="110030"/>
                  <a:pt x="40429" y="104120"/>
                </a:cubicBezTo>
                <a:lnTo>
                  <a:pt x="40429" y="499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df-path-100048">
            <a:extLst xmlns:a="http://schemas.openxmlformats.org/drawingml/2006/main">
              <a:ext uri="{FF2B5EF4-FFF2-40B4-BE49-F238E27FC236}">
                <a16:creationId xmlns:a16="http://schemas.microsoft.com/office/drawing/2014/main" id="{EA65172D-D42C-47FD-A662-15260F33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0084" y="6179329"/>
            <a:ext cx="29897" cy="76501"/>
          </a:xfrm>
          <a:custGeom xmlns:a="http://schemas.openxmlformats.org/drawingml/2006/main">
            <a:pathLst>
              <a:path w="29897" h="76501">
                <a:moveTo>
                  <a:pt x="29897" y="26833"/>
                </a:moveTo>
                <a:cubicBezTo>
                  <a:pt x="29897" y="9967"/>
                  <a:pt x="23510" y="0"/>
                  <a:pt x="13543" y="0"/>
                </a:cubicBezTo>
                <a:cubicBezTo>
                  <a:pt x="5108" y="0"/>
                  <a:pt x="0" y="6388"/>
                  <a:pt x="0" y="13544"/>
                </a:cubicBezTo>
                <a:cubicBezTo>
                  <a:pt x="0" y="20446"/>
                  <a:pt x="5108" y="27086"/>
                  <a:pt x="13543" y="27086"/>
                </a:cubicBezTo>
                <a:cubicBezTo>
                  <a:pt x="16608" y="27086"/>
                  <a:pt x="19930" y="26064"/>
                  <a:pt x="22488" y="23768"/>
                </a:cubicBezTo>
                <a:cubicBezTo>
                  <a:pt x="23252" y="23253"/>
                  <a:pt x="23510" y="23000"/>
                  <a:pt x="23763" y="23000"/>
                </a:cubicBezTo>
                <a:cubicBezTo>
                  <a:pt x="24020" y="23000"/>
                  <a:pt x="24278" y="23253"/>
                  <a:pt x="24278" y="26833"/>
                </a:cubicBezTo>
                <a:cubicBezTo>
                  <a:pt x="24278" y="45785"/>
                  <a:pt x="15332" y="61148"/>
                  <a:pt x="6898" y="69599"/>
                </a:cubicBezTo>
                <a:cubicBezTo>
                  <a:pt x="4086" y="72414"/>
                  <a:pt x="4086" y="72925"/>
                  <a:pt x="4086" y="73693"/>
                </a:cubicBezTo>
                <a:cubicBezTo>
                  <a:pt x="4086" y="75479"/>
                  <a:pt x="5366" y="76501"/>
                  <a:pt x="6644" y="76501"/>
                </a:cubicBezTo>
                <a:cubicBezTo>
                  <a:pt x="9452" y="76501"/>
                  <a:pt x="29897" y="56797"/>
                  <a:pt x="29897" y="2683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df-path-100049">
            <a:extLst xmlns:a="http://schemas.openxmlformats.org/drawingml/2006/main">
              <a:ext uri="{FF2B5EF4-FFF2-40B4-BE49-F238E27FC236}">
                <a16:creationId xmlns:a16="http://schemas.microsoft.com/office/drawing/2014/main" id="{00D4940F-99DC-4F53-BE18-05C915E2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768" y="6093361"/>
            <a:ext cx="108356" cy="115800"/>
          </a:xfrm>
          <a:custGeom xmlns:a="http://schemas.openxmlformats.org/drawingml/2006/main">
            <a:pathLst>
              <a:path w="108356" h="115800">
                <a:moveTo>
                  <a:pt x="23000" y="91728"/>
                </a:moveTo>
                <a:cubicBezTo>
                  <a:pt x="36800" y="76922"/>
                  <a:pt x="44209" y="70538"/>
                  <a:pt x="53412" y="62626"/>
                </a:cubicBezTo>
                <a:cubicBezTo>
                  <a:pt x="53412" y="62369"/>
                  <a:pt x="69256" y="48838"/>
                  <a:pt x="78455" y="39646"/>
                </a:cubicBezTo>
                <a:cubicBezTo>
                  <a:pt x="102733" y="15848"/>
                  <a:pt x="108356" y="3580"/>
                  <a:pt x="108356" y="2558"/>
                </a:cubicBezTo>
                <a:cubicBezTo>
                  <a:pt x="108356" y="0"/>
                  <a:pt x="106056" y="0"/>
                  <a:pt x="105545" y="0"/>
                </a:cubicBezTo>
                <a:cubicBezTo>
                  <a:pt x="103754" y="0"/>
                  <a:pt x="102991" y="515"/>
                  <a:pt x="101711" y="2811"/>
                </a:cubicBezTo>
                <a:cubicBezTo>
                  <a:pt x="94045" y="15079"/>
                  <a:pt x="88679" y="19217"/>
                  <a:pt x="82546" y="19217"/>
                </a:cubicBezTo>
                <a:cubicBezTo>
                  <a:pt x="76412" y="19217"/>
                  <a:pt x="73342" y="15337"/>
                  <a:pt x="69509" y="10993"/>
                </a:cubicBezTo>
                <a:cubicBezTo>
                  <a:pt x="64654" y="5112"/>
                  <a:pt x="60310" y="0"/>
                  <a:pt x="51876" y="0"/>
                </a:cubicBezTo>
                <a:cubicBezTo>
                  <a:pt x="32709" y="0"/>
                  <a:pt x="20956" y="23818"/>
                  <a:pt x="20956" y="29180"/>
                </a:cubicBezTo>
                <a:cubicBezTo>
                  <a:pt x="20956" y="30459"/>
                  <a:pt x="21721" y="31987"/>
                  <a:pt x="24021" y="31987"/>
                </a:cubicBezTo>
                <a:cubicBezTo>
                  <a:pt x="26322" y="31987"/>
                  <a:pt x="26833" y="30712"/>
                  <a:pt x="27344" y="29180"/>
                </a:cubicBezTo>
                <a:cubicBezTo>
                  <a:pt x="32198" y="17388"/>
                  <a:pt x="47020" y="17123"/>
                  <a:pt x="49064" y="17123"/>
                </a:cubicBezTo>
                <a:cubicBezTo>
                  <a:pt x="54434" y="17123"/>
                  <a:pt x="59288" y="18956"/>
                  <a:pt x="65165" y="21007"/>
                </a:cubicBezTo>
                <a:cubicBezTo>
                  <a:pt x="75390" y="24840"/>
                  <a:pt x="78201" y="24840"/>
                  <a:pt x="84846" y="24840"/>
                </a:cubicBezTo>
                <a:cubicBezTo>
                  <a:pt x="75643" y="35817"/>
                  <a:pt x="54176" y="54199"/>
                  <a:pt x="49322" y="58286"/>
                </a:cubicBezTo>
                <a:lnTo>
                  <a:pt x="26322" y="79730"/>
                </a:lnTo>
                <a:cubicBezTo>
                  <a:pt x="8942" y="96849"/>
                  <a:pt x="0" y="111456"/>
                  <a:pt x="0" y="113246"/>
                </a:cubicBezTo>
                <a:cubicBezTo>
                  <a:pt x="0" y="115800"/>
                  <a:pt x="2554" y="115800"/>
                  <a:pt x="3065" y="115800"/>
                </a:cubicBezTo>
                <a:cubicBezTo>
                  <a:pt x="5108" y="115800"/>
                  <a:pt x="5619" y="115289"/>
                  <a:pt x="7156" y="112482"/>
                </a:cubicBezTo>
                <a:cubicBezTo>
                  <a:pt x="13033" y="103536"/>
                  <a:pt x="20699" y="96583"/>
                  <a:pt x="28876" y="96583"/>
                </a:cubicBezTo>
                <a:cubicBezTo>
                  <a:pt x="34753" y="96583"/>
                  <a:pt x="37311" y="98935"/>
                  <a:pt x="43698" y="106348"/>
                </a:cubicBezTo>
                <a:cubicBezTo>
                  <a:pt x="48042" y="111714"/>
                  <a:pt x="52644" y="115800"/>
                  <a:pt x="60057" y="115800"/>
                </a:cubicBezTo>
                <a:cubicBezTo>
                  <a:pt x="85357" y="115800"/>
                  <a:pt x="100179" y="83305"/>
                  <a:pt x="100179" y="76411"/>
                </a:cubicBezTo>
                <a:cubicBezTo>
                  <a:pt x="100179" y="75136"/>
                  <a:pt x="99157" y="73857"/>
                  <a:pt x="97110" y="73857"/>
                </a:cubicBezTo>
                <a:cubicBezTo>
                  <a:pt x="94809" y="73857"/>
                  <a:pt x="94298" y="75390"/>
                  <a:pt x="93534" y="77176"/>
                </a:cubicBezTo>
                <a:cubicBezTo>
                  <a:pt x="87654" y="93776"/>
                  <a:pt x="71299" y="98681"/>
                  <a:pt x="62864" y="98681"/>
                </a:cubicBezTo>
                <a:cubicBezTo>
                  <a:pt x="57756" y="98681"/>
                  <a:pt x="53154" y="97109"/>
                  <a:pt x="47789" y="95308"/>
                </a:cubicBezTo>
                <a:cubicBezTo>
                  <a:pt x="39101" y="91985"/>
                  <a:pt x="35268" y="90964"/>
                  <a:pt x="29898" y="90964"/>
                </a:cubicBezTo>
                <a:cubicBezTo>
                  <a:pt x="29387" y="90964"/>
                  <a:pt x="25300" y="90964"/>
                  <a:pt x="23000" y="9172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df-path-100050">
            <a:extLst xmlns:a="http://schemas.openxmlformats.org/drawingml/2006/main">
              <a:ext uri="{FF2B5EF4-FFF2-40B4-BE49-F238E27FC236}">
                <a16:creationId xmlns:a16="http://schemas.microsoft.com/office/drawing/2014/main" id="{99256470-48A1-49D9-9557-F2FF7CAC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1805" y="6125970"/>
            <a:ext cx="79070" cy="118794"/>
          </a:xfrm>
          <a:custGeom xmlns:a="http://schemas.openxmlformats.org/drawingml/2006/main">
            <a:pathLst>
              <a:path w="79070" h="118794">
                <a:moveTo>
                  <a:pt x="79070" y="86230"/>
                </a:moveTo>
                <a:lnTo>
                  <a:pt x="72989" y="86230"/>
                </a:lnTo>
                <a:cubicBezTo>
                  <a:pt x="72451" y="90169"/>
                  <a:pt x="70663" y="100727"/>
                  <a:pt x="68337" y="102518"/>
                </a:cubicBezTo>
                <a:cubicBezTo>
                  <a:pt x="66907" y="103590"/>
                  <a:pt x="53133" y="103590"/>
                  <a:pt x="50627" y="103590"/>
                </a:cubicBezTo>
                <a:lnTo>
                  <a:pt x="17710" y="103590"/>
                </a:lnTo>
                <a:cubicBezTo>
                  <a:pt x="36496" y="86945"/>
                  <a:pt x="42755" y="81936"/>
                  <a:pt x="53491" y="73523"/>
                </a:cubicBezTo>
                <a:cubicBezTo>
                  <a:pt x="66727" y="62965"/>
                  <a:pt x="79070" y="51869"/>
                  <a:pt x="79070" y="34869"/>
                </a:cubicBezTo>
                <a:cubicBezTo>
                  <a:pt x="79070" y="13233"/>
                  <a:pt x="60107" y="0"/>
                  <a:pt x="37211" y="0"/>
                </a:cubicBezTo>
                <a:cubicBezTo>
                  <a:pt x="15027" y="0"/>
                  <a:pt x="0" y="15556"/>
                  <a:pt x="0" y="32005"/>
                </a:cubicBezTo>
                <a:cubicBezTo>
                  <a:pt x="0" y="41131"/>
                  <a:pt x="7692" y="42023"/>
                  <a:pt x="9483" y="42023"/>
                </a:cubicBezTo>
                <a:cubicBezTo>
                  <a:pt x="13777" y="42023"/>
                  <a:pt x="18963" y="38982"/>
                  <a:pt x="18963" y="32543"/>
                </a:cubicBezTo>
                <a:cubicBezTo>
                  <a:pt x="18963" y="29321"/>
                  <a:pt x="17710" y="23060"/>
                  <a:pt x="8407" y="23060"/>
                </a:cubicBezTo>
                <a:cubicBezTo>
                  <a:pt x="13954" y="10373"/>
                  <a:pt x="26120" y="6442"/>
                  <a:pt x="34528" y="6442"/>
                </a:cubicBezTo>
                <a:cubicBezTo>
                  <a:pt x="52415" y="6442"/>
                  <a:pt x="61718" y="20380"/>
                  <a:pt x="61718" y="34869"/>
                </a:cubicBezTo>
                <a:cubicBezTo>
                  <a:pt x="61718" y="50436"/>
                  <a:pt x="50627" y="62785"/>
                  <a:pt x="44903" y="69227"/>
                </a:cubicBezTo>
                <a:lnTo>
                  <a:pt x="1791" y="111820"/>
                </a:lnTo>
                <a:cubicBezTo>
                  <a:pt x="0" y="113428"/>
                  <a:pt x="0" y="113785"/>
                  <a:pt x="0" y="118794"/>
                </a:cubicBezTo>
                <a:lnTo>
                  <a:pt x="73704" y="118794"/>
                </a:lnTo>
                <a:lnTo>
                  <a:pt x="79070" y="862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df-path-100051">
            <a:extLst xmlns:a="http://schemas.openxmlformats.org/drawingml/2006/main">
              <a:ext uri="{FF2B5EF4-FFF2-40B4-BE49-F238E27FC236}">
                <a16:creationId xmlns:a16="http://schemas.microsoft.com/office/drawing/2014/main" id="{AC36F4A6-37C9-4FE5-A90B-ECB167A2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9739" y="6014746"/>
            <a:ext cx="59288" cy="255559"/>
          </a:xfrm>
          <a:custGeom xmlns:a="http://schemas.openxmlformats.org/drawingml/2006/main">
            <a:pathLst>
              <a:path w="59288" h="255559">
                <a:moveTo>
                  <a:pt x="59288" y="127779"/>
                </a:moveTo>
                <a:cubicBezTo>
                  <a:pt x="59288" y="107849"/>
                  <a:pt x="56480" y="76926"/>
                  <a:pt x="42423" y="48046"/>
                </a:cubicBezTo>
                <a:cubicBezTo>
                  <a:pt x="27090" y="16612"/>
                  <a:pt x="5112" y="0"/>
                  <a:pt x="2554" y="0"/>
                </a:cubicBezTo>
                <a:cubicBezTo>
                  <a:pt x="1021" y="0"/>
                  <a:pt x="0" y="1026"/>
                  <a:pt x="0" y="2558"/>
                </a:cubicBezTo>
                <a:cubicBezTo>
                  <a:pt x="0" y="3322"/>
                  <a:pt x="0" y="3837"/>
                  <a:pt x="4855" y="8434"/>
                </a:cubicBezTo>
                <a:cubicBezTo>
                  <a:pt x="29901" y="33735"/>
                  <a:pt x="44466" y="74368"/>
                  <a:pt x="44466" y="127779"/>
                </a:cubicBezTo>
                <a:cubicBezTo>
                  <a:pt x="44466" y="171481"/>
                  <a:pt x="35013" y="216459"/>
                  <a:pt x="3322" y="248660"/>
                </a:cubicBezTo>
                <a:cubicBezTo>
                  <a:pt x="0" y="251726"/>
                  <a:pt x="0" y="252240"/>
                  <a:pt x="0" y="253005"/>
                </a:cubicBezTo>
                <a:cubicBezTo>
                  <a:pt x="0" y="254537"/>
                  <a:pt x="1021" y="255559"/>
                  <a:pt x="2554" y="255559"/>
                </a:cubicBezTo>
                <a:cubicBezTo>
                  <a:pt x="5112" y="255559"/>
                  <a:pt x="28112" y="238183"/>
                  <a:pt x="43191" y="205727"/>
                </a:cubicBezTo>
                <a:cubicBezTo>
                  <a:pt x="56223" y="177615"/>
                  <a:pt x="59288" y="149246"/>
                  <a:pt x="59288" y="1277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df-path-100052">
            <a:extLst xmlns:a="http://schemas.openxmlformats.org/drawingml/2006/main">
              <a:ext uri="{FF2B5EF4-FFF2-40B4-BE49-F238E27FC236}">
                <a16:creationId xmlns:a16="http://schemas.microsoft.com/office/drawing/2014/main" id="{48D91113-2A18-42FF-9939-88EC9D48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6251" y="1000735"/>
            <a:ext cx="138000" cy="112805"/>
          </a:xfrm>
          <a:custGeom xmlns:a="http://schemas.openxmlformats.org/drawingml/2006/main">
            <a:pathLst>
              <a:path w="138000" h="112805">
                <a:moveTo>
                  <a:pt x="60825" y="14826"/>
                </a:moveTo>
                <a:lnTo>
                  <a:pt x="89701" y="14826"/>
                </a:lnTo>
                <a:cubicBezTo>
                  <a:pt x="81266" y="52585"/>
                  <a:pt x="78969" y="63558"/>
                  <a:pt x="78969" y="80650"/>
                </a:cubicBezTo>
                <a:cubicBezTo>
                  <a:pt x="78969" y="84479"/>
                  <a:pt x="78969" y="91366"/>
                  <a:pt x="81012" y="100042"/>
                </a:cubicBezTo>
                <a:cubicBezTo>
                  <a:pt x="83567" y="111273"/>
                  <a:pt x="86379" y="112805"/>
                  <a:pt x="90212" y="112805"/>
                </a:cubicBezTo>
                <a:cubicBezTo>
                  <a:pt x="95324" y="112805"/>
                  <a:pt x="100690" y="108208"/>
                  <a:pt x="100690" y="103103"/>
                </a:cubicBezTo>
                <a:cubicBezTo>
                  <a:pt x="100690" y="101571"/>
                  <a:pt x="100690" y="101064"/>
                  <a:pt x="99157" y="97492"/>
                </a:cubicBezTo>
                <a:cubicBezTo>
                  <a:pt x="91745" y="79121"/>
                  <a:pt x="91745" y="62537"/>
                  <a:pt x="91745" y="55393"/>
                </a:cubicBezTo>
                <a:cubicBezTo>
                  <a:pt x="91745" y="41869"/>
                  <a:pt x="93534" y="28092"/>
                  <a:pt x="96346" y="14826"/>
                </a:cubicBezTo>
                <a:lnTo>
                  <a:pt x="125479" y="14826"/>
                </a:lnTo>
                <a:cubicBezTo>
                  <a:pt x="128801" y="14826"/>
                  <a:pt x="138000" y="14826"/>
                  <a:pt x="138000" y="6134"/>
                </a:cubicBezTo>
                <a:cubicBezTo>
                  <a:pt x="138000" y="0"/>
                  <a:pt x="132635" y="0"/>
                  <a:pt x="127780" y="0"/>
                </a:cubicBezTo>
                <a:lnTo>
                  <a:pt x="42166" y="0"/>
                </a:lnTo>
                <a:cubicBezTo>
                  <a:pt x="36546" y="0"/>
                  <a:pt x="26833" y="0"/>
                  <a:pt x="15590" y="12014"/>
                </a:cubicBezTo>
                <a:cubicBezTo>
                  <a:pt x="6645" y="21970"/>
                  <a:pt x="0" y="33703"/>
                  <a:pt x="0" y="34979"/>
                </a:cubicBezTo>
                <a:cubicBezTo>
                  <a:pt x="0" y="35236"/>
                  <a:pt x="0" y="37533"/>
                  <a:pt x="3065" y="37533"/>
                </a:cubicBezTo>
                <a:cubicBezTo>
                  <a:pt x="5113" y="37533"/>
                  <a:pt x="5624" y="36511"/>
                  <a:pt x="7156" y="34472"/>
                </a:cubicBezTo>
                <a:cubicBezTo>
                  <a:pt x="19678" y="14826"/>
                  <a:pt x="34500" y="14826"/>
                  <a:pt x="39612" y="14826"/>
                </a:cubicBezTo>
                <a:lnTo>
                  <a:pt x="54181" y="14826"/>
                </a:lnTo>
                <a:cubicBezTo>
                  <a:pt x="45999" y="45694"/>
                  <a:pt x="32203" y="76567"/>
                  <a:pt x="21467" y="99785"/>
                </a:cubicBezTo>
                <a:cubicBezTo>
                  <a:pt x="19424" y="103614"/>
                  <a:pt x="19424" y="104125"/>
                  <a:pt x="19424" y="105911"/>
                </a:cubicBezTo>
                <a:cubicBezTo>
                  <a:pt x="19424" y="110762"/>
                  <a:pt x="23510" y="112805"/>
                  <a:pt x="26833" y="112805"/>
                </a:cubicBezTo>
                <a:cubicBezTo>
                  <a:pt x="34500" y="112805"/>
                  <a:pt x="36546" y="105654"/>
                  <a:pt x="39612" y="96213"/>
                </a:cubicBezTo>
                <a:cubicBezTo>
                  <a:pt x="43191" y="84479"/>
                  <a:pt x="43191" y="83968"/>
                  <a:pt x="46514" y="71209"/>
                </a:cubicBezTo>
                <a:lnTo>
                  <a:pt x="60825" y="148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df-path-100053">
            <a:extLst xmlns:a="http://schemas.openxmlformats.org/drawingml/2006/main">
              <a:ext uri="{FF2B5EF4-FFF2-40B4-BE49-F238E27FC236}">
                <a16:creationId xmlns:a16="http://schemas.microsoft.com/office/drawing/2014/main" id="{A4E26AE8-165A-46D6-A877-D02E795E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8445" y="1024939"/>
            <a:ext cx="88012" cy="125952"/>
          </a:xfrm>
          <a:custGeom xmlns:a="http://schemas.openxmlformats.org/drawingml/2006/main">
            <a:pathLst>
              <a:path w="88012" h="125952">
                <a:moveTo>
                  <a:pt x="42575" y="5367"/>
                </a:moveTo>
                <a:cubicBezTo>
                  <a:pt x="42754" y="5009"/>
                  <a:pt x="43290" y="2683"/>
                  <a:pt x="43290" y="2506"/>
                </a:cubicBezTo>
                <a:cubicBezTo>
                  <a:pt x="43290" y="1611"/>
                  <a:pt x="42575" y="0"/>
                  <a:pt x="40429" y="0"/>
                </a:cubicBezTo>
                <a:cubicBezTo>
                  <a:pt x="36851" y="0"/>
                  <a:pt x="22003" y="1430"/>
                  <a:pt x="17530" y="1788"/>
                </a:cubicBezTo>
                <a:cubicBezTo>
                  <a:pt x="16100" y="1968"/>
                  <a:pt x="13593" y="2146"/>
                  <a:pt x="13593" y="5904"/>
                </a:cubicBezTo>
                <a:cubicBezTo>
                  <a:pt x="13593" y="8407"/>
                  <a:pt x="16100" y="8407"/>
                  <a:pt x="18245" y="8407"/>
                </a:cubicBezTo>
                <a:cubicBezTo>
                  <a:pt x="26833" y="8407"/>
                  <a:pt x="26833" y="9660"/>
                  <a:pt x="26833" y="11091"/>
                </a:cubicBezTo>
                <a:cubicBezTo>
                  <a:pt x="26833" y="12341"/>
                  <a:pt x="26475" y="13413"/>
                  <a:pt x="26118" y="15024"/>
                </a:cubicBezTo>
                <a:lnTo>
                  <a:pt x="892" y="116289"/>
                </a:lnTo>
                <a:cubicBezTo>
                  <a:pt x="0" y="119513"/>
                  <a:pt x="0" y="119870"/>
                  <a:pt x="0" y="120228"/>
                </a:cubicBezTo>
                <a:cubicBezTo>
                  <a:pt x="0" y="122911"/>
                  <a:pt x="2145" y="125952"/>
                  <a:pt x="6082" y="125952"/>
                </a:cubicBezTo>
                <a:cubicBezTo>
                  <a:pt x="10910" y="125952"/>
                  <a:pt x="13236" y="122376"/>
                  <a:pt x="14312" y="118437"/>
                </a:cubicBezTo>
                <a:cubicBezTo>
                  <a:pt x="14669" y="117722"/>
                  <a:pt x="22361" y="86219"/>
                  <a:pt x="23077" y="83710"/>
                </a:cubicBezTo>
                <a:cubicBezTo>
                  <a:pt x="35777" y="84963"/>
                  <a:pt x="45973" y="89082"/>
                  <a:pt x="45973" y="98391"/>
                </a:cubicBezTo>
                <a:cubicBezTo>
                  <a:pt x="45973" y="99286"/>
                  <a:pt x="45973" y="100181"/>
                  <a:pt x="45616" y="101969"/>
                </a:cubicBezTo>
                <a:cubicBezTo>
                  <a:pt x="44900" y="104655"/>
                  <a:pt x="44900" y="105550"/>
                  <a:pt x="44900" y="107518"/>
                </a:cubicBezTo>
                <a:cubicBezTo>
                  <a:pt x="44900" y="120228"/>
                  <a:pt x="55275" y="125952"/>
                  <a:pt x="63863" y="125952"/>
                </a:cubicBezTo>
                <a:cubicBezTo>
                  <a:pt x="81216" y="125952"/>
                  <a:pt x="86582" y="98748"/>
                  <a:pt x="86582" y="98568"/>
                </a:cubicBezTo>
                <a:cubicBezTo>
                  <a:pt x="86582" y="96242"/>
                  <a:pt x="84256" y="96242"/>
                  <a:pt x="83721" y="96242"/>
                </a:cubicBezTo>
                <a:cubicBezTo>
                  <a:pt x="81216" y="96242"/>
                  <a:pt x="81038" y="97138"/>
                  <a:pt x="80142" y="100539"/>
                </a:cubicBezTo>
                <a:cubicBezTo>
                  <a:pt x="77994" y="108236"/>
                  <a:pt x="73166" y="120943"/>
                  <a:pt x="64401" y="120943"/>
                </a:cubicBezTo>
                <a:cubicBezTo>
                  <a:pt x="59569" y="120943"/>
                  <a:pt x="58139" y="116469"/>
                  <a:pt x="58139" y="111635"/>
                </a:cubicBezTo>
                <a:cubicBezTo>
                  <a:pt x="58139" y="108594"/>
                  <a:pt x="58139" y="108236"/>
                  <a:pt x="59212" y="103582"/>
                </a:cubicBezTo>
                <a:cubicBezTo>
                  <a:pt x="59392" y="103045"/>
                  <a:pt x="60107" y="100001"/>
                  <a:pt x="60107" y="98033"/>
                </a:cubicBezTo>
                <a:cubicBezTo>
                  <a:pt x="60107" y="82100"/>
                  <a:pt x="38641" y="79594"/>
                  <a:pt x="31127" y="79056"/>
                </a:cubicBezTo>
                <a:cubicBezTo>
                  <a:pt x="36315" y="75835"/>
                  <a:pt x="42932" y="69928"/>
                  <a:pt x="45973" y="67245"/>
                </a:cubicBezTo>
                <a:cubicBezTo>
                  <a:pt x="55098" y="58658"/>
                  <a:pt x="64043" y="50253"/>
                  <a:pt x="74061" y="50253"/>
                </a:cubicBezTo>
                <a:cubicBezTo>
                  <a:pt x="76207" y="50253"/>
                  <a:pt x="78532" y="50788"/>
                  <a:pt x="79963" y="52576"/>
                </a:cubicBezTo>
                <a:cubicBezTo>
                  <a:pt x="72270" y="53829"/>
                  <a:pt x="70660" y="59911"/>
                  <a:pt x="70660" y="62594"/>
                </a:cubicBezTo>
                <a:cubicBezTo>
                  <a:pt x="70660" y="66530"/>
                  <a:pt x="73703" y="69213"/>
                  <a:pt x="77817" y="69213"/>
                </a:cubicBezTo>
                <a:cubicBezTo>
                  <a:pt x="82646" y="69213"/>
                  <a:pt x="88012" y="65277"/>
                  <a:pt x="88012" y="57765"/>
                </a:cubicBezTo>
                <a:cubicBezTo>
                  <a:pt x="88012" y="51861"/>
                  <a:pt x="83721" y="45241"/>
                  <a:pt x="74238" y="45241"/>
                </a:cubicBezTo>
                <a:cubicBezTo>
                  <a:pt x="64043" y="45241"/>
                  <a:pt x="54741" y="52576"/>
                  <a:pt x="45616" y="60983"/>
                </a:cubicBezTo>
                <a:cubicBezTo>
                  <a:pt x="38103" y="68141"/>
                  <a:pt x="32199" y="73687"/>
                  <a:pt x="24864" y="76731"/>
                </a:cubicBezTo>
                <a:lnTo>
                  <a:pt x="42575" y="53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df-path-100054">
            <a:extLst xmlns:a="http://schemas.openxmlformats.org/drawingml/2006/main">
              <a:ext uri="{FF2B5EF4-FFF2-40B4-BE49-F238E27FC236}">
                <a16:creationId xmlns:a16="http://schemas.microsoft.com/office/drawing/2014/main" id="{AB2536B3-88A3-474D-BB6D-0DFEF43D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6075" y="919126"/>
            <a:ext cx="59288" cy="255559"/>
          </a:xfrm>
          <a:custGeom xmlns:a="http://schemas.openxmlformats.org/drawingml/2006/main">
            <a:pathLst>
              <a:path w="59288" h="255559">
                <a:moveTo>
                  <a:pt x="59288" y="253005"/>
                </a:moveTo>
                <a:cubicBezTo>
                  <a:pt x="59288" y="252240"/>
                  <a:pt x="59288" y="251726"/>
                  <a:pt x="54944" y="247382"/>
                </a:cubicBezTo>
                <a:cubicBezTo>
                  <a:pt x="22999" y="215183"/>
                  <a:pt x="14822" y="166880"/>
                  <a:pt x="14822" y="127779"/>
                </a:cubicBezTo>
                <a:cubicBezTo>
                  <a:pt x="14822" y="83313"/>
                  <a:pt x="24531" y="38847"/>
                  <a:pt x="55966" y="6902"/>
                </a:cubicBezTo>
                <a:cubicBezTo>
                  <a:pt x="59288" y="3837"/>
                  <a:pt x="59288" y="3322"/>
                  <a:pt x="59288" y="2558"/>
                </a:cubicBezTo>
                <a:cubicBezTo>
                  <a:pt x="59288" y="768"/>
                  <a:pt x="58266" y="0"/>
                  <a:pt x="56734" y="0"/>
                </a:cubicBezTo>
                <a:cubicBezTo>
                  <a:pt x="54175" y="0"/>
                  <a:pt x="31176" y="17380"/>
                  <a:pt x="16097" y="49836"/>
                </a:cubicBezTo>
                <a:cubicBezTo>
                  <a:pt x="3064" y="77947"/>
                  <a:pt x="0" y="106313"/>
                  <a:pt x="0" y="127779"/>
                </a:cubicBezTo>
                <a:cubicBezTo>
                  <a:pt x="0" y="147714"/>
                  <a:pt x="2807" y="178637"/>
                  <a:pt x="16865" y="207517"/>
                </a:cubicBezTo>
                <a:cubicBezTo>
                  <a:pt x="32198" y="238951"/>
                  <a:pt x="54175" y="255559"/>
                  <a:pt x="56734" y="255559"/>
                </a:cubicBezTo>
                <a:cubicBezTo>
                  <a:pt x="58266" y="255559"/>
                  <a:pt x="59288" y="254795"/>
                  <a:pt x="59288" y="25300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df-path-100055">
            <a:extLst xmlns:a="http://schemas.openxmlformats.org/drawingml/2006/main">
              <a:ext uri="{FF2B5EF4-FFF2-40B4-BE49-F238E27FC236}">
                <a16:creationId xmlns:a16="http://schemas.microsoft.com/office/drawing/2014/main" id="{4E228E58-4AA6-462D-8625-04BF29FB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0623" y="997740"/>
            <a:ext cx="109382" cy="115800"/>
          </a:xfrm>
          <a:custGeom xmlns:a="http://schemas.openxmlformats.org/drawingml/2006/main">
            <a:pathLst>
              <a:path w="109382" h="115800">
                <a:moveTo>
                  <a:pt x="109382" y="43203"/>
                </a:moveTo>
                <a:cubicBezTo>
                  <a:pt x="109382" y="16616"/>
                  <a:pt x="91491" y="0"/>
                  <a:pt x="68491" y="0"/>
                </a:cubicBezTo>
                <a:cubicBezTo>
                  <a:pt x="34246" y="0"/>
                  <a:pt x="0" y="36301"/>
                  <a:pt x="0" y="72601"/>
                </a:cubicBezTo>
                <a:cubicBezTo>
                  <a:pt x="0" y="97909"/>
                  <a:pt x="17123" y="115800"/>
                  <a:pt x="40891" y="115800"/>
                </a:cubicBezTo>
                <a:cubicBezTo>
                  <a:pt x="74883" y="115800"/>
                  <a:pt x="109382" y="80525"/>
                  <a:pt x="109382" y="43203"/>
                </a:cubicBezTo>
                <a:moveTo>
                  <a:pt x="41148" y="110181"/>
                </a:moveTo>
                <a:cubicBezTo>
                  <a:pt x="30159" y="110181"/>
                  <a:pt x="18913" y="102253"/>
                  <a:pt x="18913" y="82315"/>
                </a:cubicBezTo>
                <a:cubicBezTo>
                  <a:pt x="18913" y="69790"/>
                  <a:pt x="25558" y="42181"/>
                  <a:pt x="33735" y="29145"/>
                </a:cubicBezTo>
                <a:cubicBezTo>
                  <a:pt x="46514" y="9460"/>
                  <a:pt x="61082" y="5623"/>
                  <a:pt x="68238" y="5623"/>
                </a:cubicBezTo>
                <a:cubicBezTo>
                  <a:pt x="83060" y="5623"/>
                  <a:pt x="90726" y="17895"/>
                  <a:pt x="90726" y="33232"/>
                </a:cubicBezTo>
                <a:cubicBezTo>
                  <a:pt x="90726" y="43203"/>
                  <a:pt x="85614" y="70043"/>
                  <a:pt x="75904" y="86663"/>
                </a:cubicBezTo>
                <a:cubicBezTo>
                  <a:pt x="66959" y="101489"/>
                  <a:pt x="52901" y="110181"/>
                  <a:pt x="41148" y="1101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df-path-100056">
            <a:extLst xmlns:a="http://schemas.openxmlformats.org/drawingml/2006/main">
              <a:ext uri="{FF2B5EF4-FFF2-40B4-BE49-F238E27FC236}">
                <a16:creationId xmlns:a16="http://schemas.microsoft.com/office/drawing/2014/main" id="{2F5F88CF-620B-483F-BA6B-B1EB919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1534" y="1037430"/>
            <a:ext cx="60465" cy="113461"/>
          </a:xfrm>
          <a:custGeom xmlns:a="http://schemas.openxmlformats.org/drawingml/2006/main">
            <a:pathLst>
              <a:path w="60465" h="113461">
                <a:moveTo>
                  <a:pt x="36493" y="41114"/>
                </a:moveTo>
                <a:lnTo>
                  <a:pt x="54741" y="41114"/>
                </a:lnTo>
                <a:cubicBezTo>
                  <a:pt x="58139" y="41114"/>
                  <a:pt x="60465" y="41114"/>
                  <a:pt x="60465" y="37178"/>
                </a:cubicBezTo>
                <a:cubicBezTo>
                  <a:pt x="60465" y="34672"/>
                  <a:pt x="58139" y="34672"/>
                  <a:pt x="55098" y="34672"/>
                </a:cubicBezTo>
                <a:lnTo>
                  <a:pt x="38104" y="34672"/>
                </a:lnTo>
                <a:lnTo>
                  <a:pt x="44723" y="8225"/>
                </a:lnTo>
                <a:cubicBezTo>
                  <a:pt x="44903" y="7329"/>
                  <a:pt x="45261" y="6437"/>
                  <a:pt x="45261" y="5721"/>
                </a:cubicBezTo>
                <a:cubicBezTo>
                  <a:pt x="45261" y="2503"/>
                  <a:pt x="42755" y="0"/>
                  <a:pt x="39176" y="0"/>
                </a:cubicBezTo>
                <a:cubicBezTo>
                  <a:pt x="34705" y="0"/>
                  <a:pt x="32022" y="3041"/>
                  <a:pt x="30769" y="7687"/>
                </a:cubicBezTo>
                <a:cubicBezTo>
                  <a:pt x="29516" y="12155"/>
                  <a:pt x="31842" y="3576"/>
                  <a:pt x="23972" y="34672"/>
                </a:cubicBezTo>
                <a:lnTo>
                  <a:pt x="5724" y="34672"/>
                </a:lnTo>
                <a:cubicBezTo>
                  <a:pt x="2326" y="34672"/>
                  <a:pt x="0" y="34672"/>
                  <a:pt x="0" y="38608"/>
                </a:cubicBezTo>
                <a:cubicBezTo>
                  <a:pt x="0" y="41114"/>
                  <a:pt x="2146" y="41114"/>
                  <a:pt x="5367" y="41114"/>
                </a:cubicBezTo>
                <a:lnTo>
                  <a:pt x="22362" y="41114"/>
                </a:lnTo>
                <a:lnTo>
                  <a:pt x="11806" y="83268"/>
                </a:lnTo>
                <a:cubicBezTo>
                  <a:pt x="10733" y="87734"/>
                  <a:pt x="9122" y="94165"/>
                  <a:pt x="9122" y="96485"/>
                </a:cubicBezTo>
                <a:cubicBezTo>
                  <a:pt x="9122" y="107024"/>
                  <a:pt x="18068" y="113461"/>
                  <a:pt x="28265" y="113461"/>
                </a:cubicBezTo>
                <a:cubicBezTo>
                  <a:pt x="48122" y="113461"/>
                  <a:pt x="59392" y="88449"/>
                  <a:pt x="59392" y="86126"/>
                </a:cubicBezTo>
                <a:cubicBezTo>
                  <a:pt x="59392" y="83803"/>
                  <a:pt x="57066" y="83803"/>
                  <a:pt x="56529" y="83803"/>
                </a:cubicBezTo>
                <a:cubicBezTo>
                  <a:pt x="54383" y="83803"/>
                  <a:pt x="54203" y="84161"/>
                  <a:pt x="52772" y="87199"/>
                </a:cubicBezTo>
                <a:cubicBezTo>
                  <a:pt x="47763" y="98451"/>
                  <a:pt x="38641" y="108452"/>
                  <a:pt x="28801" y="108452"/>
                </a:cubicBezTo>
                <a:cubicBezTo>
                  <a:pt x="25045" y="108452"/>
                  <a:pt x="22541" y="106132"/>
                  <a:pt x="22541" y="99701"/>
                </a:cubicBezTo>
                <a:cubicBezTo>
                  <a:pt x="22541" y="97915"/>
                  <a:pt x="23257" y="94165"/>
                  <a:pt x="23615" y="92377"/>
                </a:cubicBezTo>
                <a:lnTo>
                  <a:pt x="36493" y="411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100057">
            <a:extLst xmlns:a="http://schemas.openxmlformats.org/drawingml/2006/main">
              <a:ext uri="{FF2B5EF4-FFF2-40B4-BE49-F238E27FC236}">
                <a16:creationId xmlns:a16="http://schemas.microsoft.com/office/drawing/2014/main" id="{812C0443-B4D7-41C5-B3B9-DDA534F6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5986" y="1083709"/>
            <a:ext cx="29897" cy="76501"/>
          </a:xfrm>
          <a:custGeom xmlns:a="http://schemas.openxmlformats.org/drawingml/2006/main">
            <a:pathLst>
              <a:path w="29897" h="76501">
                <a:moveTo>
                  <a:pt x="29897" y="26832"/>
                </a:moveTo>
                <a:cubicBezTo>
                  <a:pt x="29897" y="9967"/>
                  <a:pt x="23510" y="0"/>
                  <a:pt x="13543" y="0"/>
                </a:cubicBezTo>
                <a:cubicBezTo>
                  <a:pt x="5108" y="0"/>
                  <a:pt x="0" y="6387"/>
                  <a:pt x="0" y="13543"/>
                </a:cubicBezTo>
                <a:cubicBezTo>
                  <a:pt x="0" y="20445"/>
                  <a:pt x="5108" y="27086"/>
                  <a:pt x="13543" y="27086"/>
                </a:cubicBezTo>
                <a:cubicBezTo>
                  <a:pt x="16608" y="27086"/>
                  <a:pt x="19930" y="26064"/>
                  <a:pt x="22488" y="23767"/>
                </a:cubicBezTo>
                <a:cubicBezTo>
                  <a:pt x="23253" y="23253"/>
                  <a:pt x="23510" y="22999"/>
                  <a:pt x="23763" y="22999"/>
                </a:cubicBezTo>
                <a:cubicBezTo>
                  <a:pt x="24020" y="22999"/>
                  <a:pt x="24278" y="23253"/>
                  <a:pt x="24278" y="26832"/>
                </a:cubicBezTo>
                <a:cubicBezTo>
                  <a:pt x="24278" y="45784"/>
                  <a:pt x="15332" y="61148"/>
                  <a:pt x="6898" y="69599"/>
                </a:cubicBezTo>
                <a:cubicBezTo>
                  <a:pt x="4086" y="72414"/>
                  <a:pt x="4086" y="72925"/>
                  <a:pt x="4086" y="73693"/>
                </a:cubicBezTo>
                <a:cubicBezTo>
                  <a:pt x="4086" y="75479"/>
                  <a:pt x="5366" y="76501"/>
                  <a:pt x="6644" y="76501"/>
                </a:cubicBezTo>
                <a:cubicBezTo>
                  <a:pt x="9452" y="76501"/>
                  <a:pt x="29897" y="56796"/>
                  <a:pt x="29897" y="2683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100058">
            <a:extLst xmlns:a="http://schemas.openxmlformats.org/drawingml/2006/main">
              <a:ext uri="{FF2B5EF4-FFF2-40B4-BE49-F238E27FC236}">
                <a16:creationId xmlns:a16="http://schemas.microsoft.com/office/drawing/2014/main" id="{D24BDEBB-5D52-42EA-A656-7660B72A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8154" y="997740"/>
            <a:ext cx="109382" cy="115800"/>
          </a:xfrm>
          <a:custGeom xmlns:a="http://schemas.openxmlformats.org/drawingml/2006/main">
            <a:pathLst>
              <a:path w="109382" h="115800">
                <a:moveTo>
                  <a:pt x="109382" y="43203"/>
                </a:moveTo>
                <a:cubicBezTo>
                  <a:pt x="109382" y="16616"/>
                  <a:pt x="91491" y="0"/>
                  <a:pt x="68491" y="0"/>
                </a:cubicBezTo>
                <a:cubicBezTo>
                  <a:pt x="34246" y="0"/>
                  <a:pt x="0" y="36301"/>
                  <a:pt x="0" y="72601"/>
                </a:cubicBezTo>
                <a:cubicBezTo>
                  <a:pt x="0" y="97909"/>
                  <a:pt x="17123" y="115800"/>
                  <a:pt x="40891" y="115800"/>
                </a:cubicBezTo>
                <a:cubicBezTo>
                  <a:pt x="74883" y="115800"/>
                  <a:pt x="109382" y="80525"/>
                  <a:pt x="109382" y="43203"/>
                </a:cubicBezTo>
                <a:moveTo>
                  <a:pt x="41148" y="110181"/>
                </a:moveTo>
                <a:cubicBezTo>
                  <a:pt x="30159" y="110181"/>
                  <a:pt x="18913" y="102253"/>
                  <a:pt x="18913" y="82315"/>
                </a:cubicBezTo>
                <a:cubicBezTo>
                  <a:pt x="18913" y="69790"/>
                  <a:pt x="25558" y="42181"/>
                  <a:pt x="33735" y="29145"/>
                </a:cubicBezTo>
                <a:cubicBezTo>
                  <a:pt x="46514" y="9460"/>
                  <a:pt x="61082" y="5623"/>
                  <a:pt x="68238" y="5623"/>
                </a:cubicBezTo>
                <a:cubicBezTo>
                  <a:pt x="83060" y="5623"/>
                  <a:pt x="90726" y="17895"/>
                  <a:pt x="90726" y="33232"/>
                </a:cubicBezTo>
                <a:cubicBezTo>
                  <a:pt x="90726" y="43203"/>
                  <a:pt x="85614" y="70043"/>
                  <a:pt x="75904" y="86663"/>
                </a:cubicBezTo>
                <a:cubicBezTo>
                  <a:pt x="66959" y="101489"/>
                  <a:pt x="52901" y="110181"/>
                  <a:pt x="41148" y="1101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path-100059">
            <a:extLst xmlns:a="http://schemas.openxmlformats.org/drawingml/2006/main">
              <a:ext uri="{FF2B5EF4-FFF2-40B4-BE49-F238E27FC236}">
                <a16:creationId xmlns:a16="http://schemas.microsoft.com/office/drawing/2014/main" id="{FAEBA250-4145-4FF7-9F32-9A3FDE13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9159" y="1070181"/>
            <a:ext cx="88192" cy="115475"/>
          </a:xfrm>
          <a:custGeom xmlns:a="http://schemas.openxmlformats.org/drawingml/2006/main">
            <a:pathLst>
              <a:path w="88192" h="115475">
                <a:moveTo>
                  <a:pt x="87477" y="12889"/>
                </a:moveTo>
                <a:cubicBezTo>
                  <a:pt x="88192" y="10203"/>
                  <a:pt x="88192" y="9308"/>
                  <a:pt x="88192" y="9128"/>
                </a:cubicBezTo>
                <a:cubicBezTo>
                  <a:pt x="88192" y="5189"/>
                  <a:pt x="84972" y="3401"/>
                  <a:pt x="82110" y="3401"/>
                </a:cubicBezTo>
                <a:cubicBezTo>
                  <a:pt x="77994" y="3401"/>
                  <a:pt x="74596" y="6800"/>
                  <a:pt x="73881" y="10203"/>
                </a:cubicBezTo>
                <a:cubicBezTo>
                  <a:pt x="70840" y="5369"/>
                  <a:pt x="64759" y="0"/>
                  <a:pt x="55456" y="0"/>
                </a:cubicBezTo>
                <a:cubicBezTo>
                  <a:pt x="33094" y="0"/>
                  <a:pt x="9660" y="23994"/>
                  <a:pt x="9660" y="49601"/>
                </a:cubicBezTo>
                <a:cubicBezTo>
                  <a:pt x="9660" y="68047"/>
                  <a:pt x="22181" y="78963"/>
                  <a:pt x="36851" y="78963"/>
                </a:cubicBezTo>
                <a:cubicBezTo>
                  <a:pt x="45080" y="78963"/>
                  <a:pt x="52949" y="74850"/>
                  <a:pt x="59212" y="69300"/>
                </a:cubicBezTo>
                <a:lnTo>
                  <a:pt x="55275" y="85408"/>
                </a:lnTo>
                <a:cubicBezTo>
                  <a:pt x="53308" y="92923"/>
                  <a:pt x="52057" y="97754"/>
                  <a:pt x="45258" y="103836"/>
                </a:cubicBezTo>
                <a:cubicBezTo>
                  <a:pt x="37388" y="110466"/>
                  <a:pt x="29696" y="110466"/>
                  <a:pt x="25222" y="110466"/>
                </a:cubicBezTo>
                <a:cubicBezTo>
                  <a:pt x="16992" y="110466"/>
                  <a:pt x="14669" y="109926"/>
                  <a:pt x="11448" y="109202"/>
                </a:cubicBezTo>
                <a:cubicBezTo>
                  <a:pt x="15919" y="107057"/>
                  <a:pt x="17172" y="102763"/>
                  <a:pt x="17172" y="100258"/>
                </a:cubicBezTo>
                <a:cubicBezTo>
                  <a:pt x="17172" y="95964"/>
                  <a:pt x="13774" y="93638"/>
                  <a:pt x="10195" y="93638"/>
                </a:cubicBezTo>
                <a:cubicBezTo>
                  <a:pt x="5186" y="93638"/>
                  <a:pt x="0" y="97754"/>
                  <a:pt x="0" y="104551"/>
                </a:cubicBezTo>
                <a:cubicBezTo>
                  <a:pt x="0" y="115298"/>
                  <a:pt x="15385" y="115475"/>
                  <a:pt x="25403" y="115475"/>
                </a:cubicBezTo>
                <a:cubicBezTo>
                  <a:pt x="53487" y="115475"/>
                  <a:pt x="65474" y="101153"/>
                  <a:pt x="67976" y="90955"/>
                </a:cubicBezTo>
                <a:lnTo>
                  <a:pt x="87477" y="12889"/>
                </a:lnTo>
                <a:moveTo>
                  <a:pt x="62790" y="55153"/>
                </a:moveTo>
                <a:cubicBezTo>
                  <a:pt x="62075" y="57839"/>
                  <a:pt x="62075" y="58196"/>
                  <a:pt x="59032" y="61777"/>
                </a:cubicBezTo>
                <a:cubicBezTo>
                  <a:pt x="52772" y="69300"/>
                  <a:pt x="44185" y="73954"/>
                  <a:pt x="37388" y="73954"/>
                </a:cubicBezTo>
                <a:cubicBezTo>
                  <a:pt x="28263" y="73954"/>
                  <a:pt x="23969" y="66254"/>
                  <a:pt x="23969" y="56943"/>
                </a:cubicBezTo>
                <a:cubicBezTo>
                  <a:pt x="23969" y="49063"/>
                  <a:pt x="28801" y="29008"/>
                  <a:pt x="33451" y="21128"/>
                </a:cubicBezTo>
                <a:cubicBezTo>
                  <a:pt x="40964" y="8590"/>
                  <a:pt x="49374" y="5012"/>
                  <a:pt x="55456" y="5012"/>
                </a:cubicBezTo>
                <a:cubicBezTo>
                  <a:pt x="67976" y="5012"/>
                  <a:pt x="71375" y="18441"/>
                  <a:pt x="71375" y="20232"/>
                </a:cubicBezTo>
                <a:cubicBezTo>
                  <a:pt x="71375" y="20590"/>
                  <a:pt x="71375" y="20947"/>
                  <a:pt x="70840" y="22918"/>
                </a:cubicBezTo>
                <a:lnTo>
                  <a:pt x="62790" y="551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df-path-100060">
            <a:extLst xmlns:a="http://schemas.openxmlformats.org/drawingml/2006/main">
              <a:ext uri="{FF2B5EF4-FFF2-40B4-BE49-F238E27FC236}">
                <a16:creationId xmlns:a16="http://schemas.microsoft.com/office/drawing/2014/main" id="{E22078A2-F89C-4DEF-8FF6-FF876EB7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4927" y="919126"/>
            <a:ext cx="59288" cy="255559"/>
          </a:xfrm>
          <a:custGeom xmlns:a="http://schemas.openxmlformats.org/drawingml/2006/main">
            <a:pathLst>
              <a:path w="59288" h="255559">
                <a:moveTo>
                  <a:pt x="59288" y="127779"/>
                </a:moveTo>
                <a:cubicBezTo>
                  <a:pt x="59288" y="107849"/>
                  <a:pt x="56480" y="76926"/>
                  <a:pt x="42423" y="48046"/>
                </a:cubicBezTo>
                <a:cubicBezTo>
                  <a:pt x="27090" y="16612"/>
                  <a:pt x="5112" y="0"/>
                  <a:pt x="2554" y="0"/>
                </a:cubicBezTo>
                <a:cubicBezTo>
                  <a:pt x="1021" y="0"/>
                  <a:pt x="0" y="1026"/>
                  <a:pt x="0" y="2558"/>
                </a:cubicBezTo>
                <a:cubicBezTo>
                  <a:pt x="0" y="3322"/>
                  <a:pt x="0" y="3837"/>
                  <a:pt x="4855" y="8435"/>
                </a:cubicBezTo>
                <a:cubicBezTo>
                  <a:pt x="29901" y="33735"/>
                  <a:pt x="44466" y="74368"/>
                  <a:pt x="44466" y="127779"/>
                </a:cubicBezTo>
                <a:cubicBezTo>
                  <a:pt x="44466" y="171481"/>
                  <a:pt x="35013" y="216458"/>
                  <a:pt x="3322" y="248661"/>
                </a:cubicBezTo>
                <a:cubicBezTo>
                  <a:pt x="0" y="251726"/>
                  <a:pt x="0" y="252240"/>
                  <a:pt x="0" y="253005"/>
                </a:cubicBezTo>
                <a:cubicBezTo>
                  <a:pt x="0" y="254537"/>
                  <a:pt x="1021" y="255559"/>
                  <a:pt x="2554" y="255559"/>
                </a:cubicBezTo>
                <a:cubicBezTo>
                  <a:pt x="5112" y="255559"/>
                  <a:pt x="28112" y="238183"/>
                  <a:pt x="43191" y="205727"/>
                </a:cubicBezTo>
                <a:cubicBezTo>
                  <a:pt x="56223" y="177615"/>
                  <a:pt x="59288" y="149246"/>
                  <a:pt x="59288" y="12777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df-path-100061">
            <a:extLst xmlns:a="http://schemas.openxmlformats.org/drawingml/2006/main">
              <a:ext uri="{FF2B5EF4-FFF2-40B4-BE49-F238E27FC236}">
                <a16:creationId xmlns:a16="http://schemas.microsoft.com/office/drawing/2014/main" id="{6032064A-79C6-4CC3-B7AC-98F30B99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0327" y="1728015"/>
            <a:ext cx="127523" cy="232599"/>
          </a:xfrm>
          <a:custGeom xmlns:a="http://schemas.openxmlformats.org/drawingml/2006/main">
            <a:pathLst>
              <a:path w="127523" h="232599">
                <a:moveTo>
                  <a:pt x="80244" y="78053"/>
                </a:moveTo>
                <a:lnTo>
                  <a:pt x="102222" y="78053"/>
                </a:lnTo>
                <a:cubicBezTo>
                  <a:pt x="107334" y="78053"/>
                  <a:pt x="109888" y="78053"/>
                  <a:pt x="109888" y="72940"/>
                </a:cubicBezTo>
                <a:cubicBezTo>
                  <a:pt x="109888" y="70129"/>
                  <a:pt x="107334" y="70129"/>
                  <a:pt x="102991" y="70129"/>
                </a:cubicBezTo>
                <a:lnTo>
                  <a:pt x="81777" y="70129"/>
                </a:lnTo>
                <a:lnTo>
                  <a:pt x="87146" y="40922"/>
                </a:lnTo>
                <a:cubicBezTo>
                  <a:pt x="88168" y="35540"/>
                  <a:pt x="91744" y="17392"/>
                  <a:pt x="93280" y="14323"/>
                </a:cubicBezTo>
                <a:cubicBezTo>
                  <a:pt x="95577" y="9464"/>
                  <a:pt x="99925" y="5623"/>
                  <a:pt x="105291" y="5623"/>
                </a:cubicBezTo>
                <a:cubicBezTo>
                  <a:pt x="106313" y="5623"/>
                  <a:pt x="112958" y="5623"/>
                  <a:pt x="117813" y="10233"/>
                </a:cubicBezTo>
                <a:cubicBezTo>
                  <a:pt x="106567" y="11258"/>
                  <a:pt x="104013" y="20199"/>
                  <a:pt x="104013" y="24033"/>
                </a:cubicBezTo>
                <a:cubicBezTo>
                  <a:pt x="104013" y="29914"/>
                  <a:pt x="108613" y="32978"/>
                  <a:pt x="113468" y="32978"/>
                </a:cubicBezTo>
                <a:cubicBezTo>
                  <a:pt x="120113" y="32978"/>
                  <a:pt x="127523" y="27355"/>
                  <a:pt x="127523" y="17645"/>
                </a:cubicBezTo>
                <a:cubicBezTo>
                  <a:pt x="127523" y="5881"/>
                  <a:pt x="115769" y="0"/>
                  <a:pt x="105291" y="0"/>
                </a:cubicBezTo>
                <a:cubicBezTo>
                  <a:pt x="96603" y="0"/>
                  <a:pt x="80502" y="4602"/>
                  <a:pt x="72835" y="29914"/>
                </a:cubicBezTo>
                <a:cubicBezTo>
                  <a:pt x="71299" y="35287"/>
                  <a:pt x="70535" y="37849"/>
                  <a:pt x="64401" y="70129"/>
                </a:cubicBezTo>
                <a:lnTo>
                  <a:pt x="46767" y="70129"/>
                </a:lnTo>
                <a:cubicBezTo>
                  <a:pt x="41912" y="70129"/>
                  <a:pt x="39101" y="70129"/>
                  <a:pt x="39101" y="74988"/>
                </a:cubicBezTo>
                <a:cubicBezTo>
                  <a:pt x="39101" y="78053"/>
                  <a:pt x="41402" y="78053"/>
                  <a:pt x="46256" y="78053"/>
                </a:cubicBezTo>
                <a:lnTo>
                  <a:pt x="63122" y="78053"/>
                </a:lnTo>
                <a:lnTo>
                  <a:pt x="43956" y="178941"/>
                </a:lnTo>
                <a:cubicBezTo>
                  <a:pt x="39354" y="203719"/>
                  <a:pt x="35010" y="226979"/>
                  <a:pt x="21721" y="226979"/>
                </a:cubicBezTo>
                <a:cubicBezTo>
                  <a:pt x="20699" y="226979"/>
                  <a:pt x="14312" y="226979"/>
                  <a:pt x="9456" y="222374"/>
                </a:cubicBezTo>
                <a:cubicBezTo>
                  <a:pt x="21210" y="221606"/>
                  <a:pt x="23510" y="212407"/>
                  <a:pt x="23510" y="208574"/>
                </a:cubicBezTo>
                <a:cubicBezTo>
                  <a:pt x="23510" y="202697"/>
                  <a:pt x="18913" y="199628"/>
                  <a:pt x="14054" y="199628"/>
                </a:cubicBezTo>
                <a:cubicBezTo>
                  <a:pt x="7410" y="199628"/>
                  <a:pt x="0" y="205252"/>
                  <a:pt x="0" y="214961"/>
                </a:cubicBezTo>
                <a:cubicBezTo>
                  <a:pt x="0" y="226469"/>
                  <a:pt x="11247" y="232599"/>
                  <a:pt x="21721" y="232599"/>
                </a:cubicBezTo>
                <a:cubicBezTo>
                  <a:pt x="35778" y="232599"/>
                  <a:pt x="45999" y="217519"/>
                  <a:pt x="50600" y="207805"/>
                </a:cubicBezTo>
                <a:cubicBezTo>
                  <a:pt x="58778" y="191712"/>
                  <a:pt x="64658" y="160808"/>
                  <a:pt x="64912" y="159019"/>
                </a:cubicBezTo>
                <a:lnTo>
                  <a:pt x="80244" y="780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df-path-100062">
            <a:extLst xmlns:a="http://schemas.openxmlformats.org/drawingml/2006/main">
              <a:ext uri="{FF2B5EF4-FFF2-40B4-BE49-F238E27FC236}">
                <a16:creationId xmlns:a16="http://schemas.microsoft.com/office/drawing/2014/main" id="{8153BC7C-6E26-4AEA-829A-D50AFFDF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5332" y="1822349"/>
            <a:ext cx="88012" cy="125952"/>
          </a:xfrm>
          <a:custGeom xmlns:a="http://schemas.openxmlformats.org/drawingml/2006/main">
            <a:pathLst>
              <a:path w="88012" h="125952">
                <a:moveTo>
                  <a:pt x="42575" y="5367"/>
                </a:moveTo>
                <a:cubicBezTo>
                  <a:pt x="42754" y="5009"/>
                  <a:pt x="43290" y="2683"/>
                  <a:pt x="43290" y="2506"/>
                </a:cubicBezTo>
                <a:cubicBezTo>
                  <a:pt x="43290" y="1610"/>
                  <a:pt x="42575" y="0"/>
                  <a:pt x="40429" y="0"/>
                </a:cubicBezTo>
                <a:cubicBezTo>
                  <a:pt x="36851" y="0"/>
                  <a:pt x="22003" y="1430"/>
                  <a:pt x="17530" y="1788"/>
                </a:cubicBezTo>
                <a:cubicBezTo>
                  <a:pt x="16100" y="1968"/>
                  <a:pt x="13593" y="2145"/>
                  <a:pt x="13593" y="5904"/>
                </a:cubicBezTo>
                <a:cubicBezTo>
                  <a:pt x="13593" y="8407"/>
                  <a:pt x="16100" y="8407"/>
                  <a:pt x="18245" y="8407"/>
                </a:cubicBezTo>
                <a:cubicBezTo>
                  <a:pt x="26833" y="8407"/>
                  <a:pt x="26833" y="9660"/>
                  <a:pt x="26833" y="11091"/>
                </a:cubicBezTo>
                <a:cubicBezTo>
                  <a:pt x="26833" y="12341"/>
                  <a:pt x="26475" y="13413"/>
                  <a:pt x="26118" y="15024"/>
                </a:cubicBezTo>
                <a:lnTo>
                  <a:pt x="892" y="116289"/>
                </a:lnTo>
                <a:cubicBezTo>
                  <a:pt x="0" y="119512"/>
                  <a:pt x="0" y="119870"/>
                  <a:pt x="0" y="120228"/>
                </a:cubicBezTo>
                <a:cubicBezTo>
                  <a:pt x="0" y="122911"/>
                  <a:pt x="2145" y="125952"/>
                  <a:pt x="6082" y="125952"/>
                </a:cubicBezTo>
                <a:cubicBezTo>
                  <a:pt x="10910" y="125952"/>
                  <a:pt x="13236" y="122376"/>
                  <a:pt x="14312" y="118437"/>
                </a:cubicBezTo>
                <a:cubicBezTo>
                  <a:pt x="14669" y="117722"/>
                  <a:pt x="22361" y="86219"/>
                  <a:pt x="23077" y="83710"/>
                </a:cubicBezTo>
                <a:cubicBezTo>
                  <a:pt x="35777" y="84963"/>
                  <a:pt x="45973" y="89082"/>
                  <a:pt x="45973" y="98390"/>
                </a:cubicBezTo>
                <a:cubicBezTo>
                  <a:pt x="45973" y="99286"/>
                  <a:pt x="45973" y="100181"/>
                  <a:pt x="45616" y="101969"/>
                </a:cubicBezTo>
                <a:cubicBezTo>
                  <a:pt x="44900" y="104655"/>
                  <a:pt x="44900" y="105550"/>
                  <a:pt x="44900" y="107518"/>
                </a:cubicBezTo>
                <a:cubicBezTo>
                  <a:pt x="44900" y="120228"/>
                  <a:pt x="55275" y="125952"/>
                  <a:pt x="63863" y="125952"/>
                </a:cubicBezTo>
                <a:cubicBezTo>
                  <a:pt x="81216" y="125952"/>
                  <a:pt x="86582" y="98748"/>
                  <a:pt x="86582" y="98568"/>
                </a:cubicBezTo>
                <a:cubicBezTo>
                  <a:pt x="86582" y="96242"/>
                  <a:pt x="84256" y="96242"/>
                  <a:pt x="83721" y="96242"/>
                </a:cubicBezTo>
                <a:cubicBezTo>
                  <a:pt x="81216" y="96242"/>
                  <a:pt x="81038" y="97137"/>
                  <a:pt x="80142" y="100538"/>
                </a:cubicBezTo>
                <a:cubicBezTo>
                  <a:pt x="77994" y="108236"/>
                  <a:pt x="73166" y="120943"/>
                  <a:pt x="64401" y="120943"/>
                </a:cubicBezTo>
                <a:cubicBezTo>
                  <a:pt x="59569" y="120943"/>
                  <a:pt x="58139" y="116469"/>
                  <a:pt x="58139" y="111635"/>
                </a:cubicBezTo>
                <a:cubicBezTo>
                  <a:pt x="58139" y="108594"/>
                  <a:pt x="58139" y="108236"/>
                  <a:pt x="59212" y="103582"/>
                </a:cubicBezTo>
                <a:cubicBezTo>
                  <a:pt x="59392" y="103044"/>
                  <a:pt x="60107" y="100001"/>
                  <a:pt x="60107" y="98033"/>
                </a:cubicBezTo>
                <a:cubicBezTo>
                  <a:pt x="60107" y="82099"/>
                  <a:pt x="38641" y="79594"/>
                  <a:pt x="31127" y="79056"/>
                </a:cubicBezTo>
                <a:cubicBezTo>
                  <a:pt x="36315" y="75835"/>
                  <a:pt x="42932" y="69928"/>
                  <a:pt x="45973" y="67245"/>
                </a:cubicBezTo>
                <a:cubicBezTo>
                  <a:pt x="55098" y="58657"/>
                  <a:pt x="64043" y="50253"/>
                  <a:pt x="74061" y="50253"/>
                </a:cubicBezTo>
                <a:cubicBezTo>
                  <a:pt x="76207" y="50253"/>
                  <a:pt x="78532" y="50788"/>
                  <a:pt x="79963" y="52576"/>
                </a:cubicBezTo>
                <a:cubicBezTo>
                  <a:pt x="72270" y="53829"/>
                  <a:pt x="70660" y="59910"/>
                  <a:pt x="70660" y="62594"/>
                </a:cubicBezTo>
                <a:cubicBezTo>
                  <a:pt x="70660" y="66530"/>
                  <a:pt x="73703" y="69213"/>
                  <a:pt x="77817" y="69213"/>
                </a:cubicBezTo>
                <a:cubicBezTo>
                  <a:pt x="82646" y="69213"/>
                  <a:pt x="88012" y="65277"/>
                  <a:pt x="88012" y="57765"/>
                </a:cubicBezTo>
                <a:cubicBezTo>
                  <a:pt x="88012" y="51861"/>
                  <a:pt x="83721" y="45241"/>
                  <a:pt x="74238" y="45241"/>
                </a:cubicBezTo>
                <a:cubicBezTo>
                  <a:pt x="64043" y="45241"/>
                  <a:pt x="54741" y="52576"/>
                  <a:pt x="45616" y="60983"/>
                </a:cubicBezTo>
                <a:cubicBezTo>
                  <a:pt x="38103" y="68140"/>
                  <a:pt x="32199" y="73687"/>
                  <a:pt x="24864" y="76730"/>
                </a:cubicBezTo>
                <a:lnTo>
                  <a:pt x="42575" y="53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df-path-100063">
            <a:extLst xmlns:a="http://schemas.openxmlformats.org/drawingml/2006/main">
              <a:ext uri="{FF2B5EF4-FFF2-40B4-BE49-F238E27FC236}">
                <a16:creationId xmlns:a16="http://schemas.microsoft.com/office/drawing/2014/main" id="{7EB11745-958D-43C8-92DC-14A68DDE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961" y="1716535"/>
            <a:ext cx="59288" cy="255559"/>
          </a:xfrm>
          <a:custGeom xmlns:a="http://schemas.openxmlformats.org/drawingml/2006/main">
            <a:pathLst>
              <a:path w="59288" h="255559">
                <a:moveTo>
                  <a:pt x="59288" y="253004"/>
                </a:moveTo>
                <a:cubicBezTo>
                  <a:pt x="59288" y="252241"/>
                  <a:pt x="59288" y="251726"/>
                  <a:pt x="54944" y="247382"/>
                </a:cubicBezTo>
                <a:cubicBezTo>
                  <a:pt x="22999" y="215183"/>
                  <a:pt x="14822" y="166880"/>
                  <a:pt x="14822" y="127780"/>
                </a:cubicBezTo>
                <a:cubicBezTo>
                  <a:pt x="14822" y="83313"/>
                  <a:pt x="24531" y="38847"/>
                  <a:pt x="55966" y="6902"/>
                </a:cubicBezTo>
                <a:cubicBezTo>
                  <a:pt x="59288" y="3837"/>
                  <a:pt x="59288" y="3322"/>
                  <a:pt x="59288" y="2558"/>
                </a:cubicBezTo>
                <a:cubicBezTo>
                  <a:pt x="59288" y="768"/>
                  <a:pt x="58266" y="0"/>
                  <a:pt x="56734" y="0"/>
                </a:cubicBezTo>
                <a:cubicBezTo>
                  <a:pt x="54175" y="0"/>
                  <a:pt x="31176" y="17380"/>
                  <a:pt x="16097" y="49836"/>
                </a:cubicBezTo>
                <a:cubicBezTo>
                  <a:pt x="3064" y="77947"/>
                  <a:pt x="0" y="106313"/>
                  <a:pt x="0" y="127780"/>
                </a:cubicBezTo>
                <a:cubicBezTo>
                  <a:pt x="0" y="147714"/>
                  <a:pt x="2807" y="178637"/>
                  <a:pt x="16865" y="207517"/>
                </a:cubicBezTo>
                <a:cubicBezTo>
                  <a:pt x="32198" y="238951"/>
                  <a:pt x="54175" y="255559"/>
                  <a:pt x="56734" y="255559"/>
                </a:cubicBezTo>
                <a:cubicBezTo>
                  <a:pt x="58266" y="255559"/>
                  <a:pt x="59288" y="254794"/>
                  <a:pt x="59288" y="2530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df-path-100064">
            <a:extLst xmlns:a="http://schemas.openxmlformats.org/drawingml/2006/main">
              <a:ext uri="{FF2B5EF4-FFF2-40B4-BE49-F238E27FC236}">
                <a16:creationId xmlns:a16="http://schemas.microsoft.com/office/drawing/2014/main" id="{D226A6BE-462A-4821-AB69-E3A3E82E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7509" y="1795150"/>
            <a:ext cx="109382" cy="115800"/>
          </a:xfrm>
          <a:custGeom xmlns:a="http://schemas.openxmlformats.org/drawingml/2006/main">
            <a:pathLst>
              <a:path w="109382" h="115800">
                <a:moveTo>
                  <a:pt x="109382" y="43203"/>
                </a:moveTo>
                <a:cubicBezTo>
                  <a:pt x="109382" y="16616"/>
                  <a:pt x="91491" y="0"/>
                  <a:pt x="68491" y="0"/>
                </a:cubicBezTo>
                <a:cubicBezTo>
                  <a:pt x="34246" y="0"/>
                  <a:pt x="0" y="36300"/>
                  <a:pt x="0" y="72601"/>
                </a:cubicBezTo>
                <a:cubicBezTo>
                  <a:pt x="0" y="97909"/>
                  <a:pt x="17123" y="115800"/>
                  <a:pt x="40891" y="115800"/>
                </a:cubicBezTo>
                <a:cubicBezTo>
                  <a:pt x="74883" y="115800"/>
                  <a:pt x="109382" y="80525"/>
                  <a:pt x="109382" y="43203"/>
                </a:cubicBezTo>
                <a:moveTo>
                  <a:pt x="41148" y="110181"/>
                </a:moveTo>
                <a:cubicBezTo>
                  <a:pt x="30159" y="110181"/>
                  <a:pt x="18913" y="102253"/>
                  <a:pt x="18913" y="82315"/>
                </a:cubicBezTo>
                <a:cubicBezTo>
                  <a:pt x="18913" y="69789"/>
                  <a:pt x="25558" y="42181"/>
                  <a:pt x="33735" y="29145"/>
                </a:cubicBezTo>
                <a:cubicBezTo>
                  <a:pt x="46514" y="9460"/>
                  <a:pt x="61082" y="5623"/>
                  <a:pt x="68238" y="5623"/>
                </a:cubicBezTo>
                <a:cubicBezTo>
                  <a:pt x="83060" y="5623"/>
                  <a:pt x="90726" y="17895"/>
                  <a:pt x="90726" y="33232"/>
                </a:cubicBezTo>
                <a:cubicBezTo>
                  <a:pt x="90726" y="43203"/>
                  <a:pt x="85614" y="70043"/>
                  <a:pt x="75904" y="86663"/>
                </a:cubicBezTo>
                <a:cubicBezTo>
                  <a:pt x="66959" y="101489"/>
                  <a:pt x="52901" y="110181"/>
                  <a:pt x="41148" y="1101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df-path-100065">
            <a:extLst xmlns:a="http://schemas.openxmlformats.org/drawingml/2006/main">
              <a:ext uri="{FF2B5EF4-FFF2-40B4-BE49-F238E27FC236}">
                <a16:creationId xmlns:a16="http://schemas.microsoft.com/office/drawing/2014/main" id="{592C59EF-BC4C-4EE3-91FB-C83EDFBA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8419" y="1834840"/>
            <a:ext cx="60465" cy="113461"/>
          </a:xfrm>
          <a:custGeom xmlns:a="http://schemas.openxmlformats.org/drawingml/2006/main">
            <a:pathLst>
              <a:path w="60465" h="113461">
                <a:moveTo>
                  <a:pt x="36493" y="41114"/>
                </a:moveTo>
                <a:lnTo>
                  <a:pt x="54741" y="41114"/>
                </a:lnTo>
                <a:cubicBezTo>
                  <a:pt x="58139" y="41114"/>
                  <a:pt x="60465" y="41114"/>
                  <a:pt x="60465" y="37178"/>
                </a:cubicBezTo>
                <a:cubicBezTo>
                  <a:pt x="60465" y="34672"/>
                  <a:pt x="58139" y="34672"/>
                  <a:pt x="55098" y="34672"/>
                </a:cubicBezTo>
                <a:lnTo>
                  <a:pt x="38104" y="34672"/>
                </a:lnTo>
                <a:lnTo>
                  <a:pt x="44723" y="8225"/>
                </a:lnTo>
                <a:cubicBezTo>
                  <a:pt x="44903" y="7329"/>
                  <a:pt x="45261" y="6437"/>
                  <a:pt x="45261" y="5721"/>
                </a:cubicBezTo>
                <a:cubicBezTo>
                  <a:pt x="45261" y="2503"/>
                  <a:pt x="42755" y="0"/>
                  <a:pt x="39176" y="0"/>
                </a:cubicBezTo>
                <a:cubicBezTo>
                  <a:pt x="34705" y="0"/>
                  <a:pt x="32022" y="3041"/>
                  <a:pt x="30769" y="7687"/>
                </a:cubicBezTo>
                <a:cubicBezTo>
                  <a:pt x="29516" y="12155"/>
                  <a:pt x="31842" y="3576"/>
                  <a:pt x="23972" y="34672"/>
                </a:cubicBezTo>
                <a:lnTo>
                  <a:pt x="5724" y="34672"/>
                </a:lnTo>
                <a:cubicBezTo>
                  <a:pt x="2326" y="34672"/>
                  <a:pt x="0" y="34672"/>
                  <a:pt x="0" y="38608"/>
                </a:cubicBezTo>
                <a:cubicBezTo>
                  <a:pt x="0" y="41114"/>
                  <a:pt x="2146" y="41114"/>
                  <a:pt x="5367" y="41114"/>
                </a:cubicBezTo>
                <a:lnTo>
                  <a:pt x="22362" y="41114"/>
                </a:lnTo>
                <a:lnTo>
                  <a:pt x="11806" y="83268"/>
                </a:lnTo>
                <a:cubicBezTo>
                  <a:pt x="10733" y="87734"/>
                  <a:pt x="9122" y="94165"/>
                  <a:pt x="9122" y="96485"/>
                </a:cubicBezTo>
                <a:cubicBezTo>
                  <a:pt x="9122" y="107025"/>
                  <a:pt x="18068" y="113461"/>
                  <a:pt x="28265" y="113461"/>
                </a:cubicBezTo>
                <a:cubicBezTo>
                  <a:pt x="48122" y="113461"/>
                  <a:pt x="59392" y="88449"/>
                  <a:pt x="59392" y="86126"/>
                </a:cubicBezTo>
                <a:cubicBezTo>
                  <a:pt x="59392" y="83803"/>
                  <a:pt x="57066" y="83803"/>
                  <a:pt x="56529" y="83803"/>
                </a:cubicBezTo>
                <a:cubicBezTo>
                  <a:pt x="54383" y="83803"/>
                  <a:pt x="54203" y="84161"/>
                  <a:pt x="52772" y="87199"/>
                </a:cubicBezTo>
                <a:cubicBezTo>
                  <a:pt x="47763" y="98451"/>
                  <a:pt x="38641" y="108452"/>
                  <a:pt x="28801" y="108452"/>
                </a:cubicBezTo>
                <a:cubicBezTo>
                  <a:pt x="25045" y="108452"/>
                  <a:pt x="22541" y="106132"/>
                  <a:pt x="22541" y="99701"/>
                </a:cubicBezTo>
                <a:cubicBezTo>
                  <a:pt x="22541" y="97916"/>
                  <a:pt x="23257" y="94165"/>
                  <a:pt x="23615" y="92377"/>
                </a:cubicBezTo>
                <a:lnTo>
                  <a:pt x="36493" y="411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df-path-100066">
            <a:extLst xmlns:a="http://schemas.openxmlformats.org/drawingml/2006/main">
              <a:ext uri="{FF2B5EF4-FFF2-40B4-BE49-F238E27FC236}">
                <a16:creationId xmlns:a16="http://schemas.microsoft.com/office/drawing/2014/main" id="{18B00464-72E8-4B9A-A5A5-1F3BB6B3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2873" y="1881119"/>
            <a:ext cx="29897" cy="76501"/>
          </a:xfrm>
          <a:custGeom xmlns:a="http://schemas.openxmlformats.org/drawingml/2006/main">
            <a:pathLst>
              <a:path w="29897" h="76501">
                <a:moveTo>
                  <a:pt x="29897" y="26833"/>
                </a:moveTo>
                <a:cubicBezTo>
                  <a:pt x="29897" y="9967"/>
                  <a:pt x="23510" y="0"/>
                  <a:pt x="13543" y="0"/>
                </a:cubicBezTo>
                <a:cubicBezTo>
                  <a:pt x="5108" y="0"/>
                  <a:pt x="0" y="6387"/>
                  <a:pt x="0" y="13543"/>
                </a:cubicBezTo>
                <a:cubicBezTo>
                  <a:pt x="0" y="20445"/>
                  <a:pt x="5108" y="27086"/>
                  <a:pt x="13543" y="27086"/>
                </a:cubicBezTo>
                <a:cubicBezTo>
                  <a:pt x="16608" y="27086"/>
                  <a:pt x="19930" y="26064"/>
                  <a:pt x="22488" y="23767"/>
                </a:cubicBezTo>
                <a:cubicBezTo>
                  <a:pt x="23253" y="23253"/>
                  <a:pt x="23510" y="22999"/>
                  <a:pt x="23763" y="22999"/>
                </a:cubicBezTo>
                <a:cubicBezTo>
                  <a:pt x="24020" y="22999"/>
                  <a:pt x="24278" y="23253"/>
                  <a:pt x="24278" y="26833"/>
                </a:cubicBezTo>
                <a:cubicBezTo>
                  <a:pt x="24278" y="45784"/>
                  <a:pt x="15332" y="61148"/>
                  <a:pt x="6898" y="69598"/>
                </a:cubicBezTo>
                <a:cubicBezTo>
                  <a:pt x="4086" y="72414"/>
                  <a:pt x="4086" y="72925"/>
                  <a:pt x="4086" y="73693"/>
                </a:cubicBezTo>
                <a:cubicBezTo>
                  <a:pt x="4086" y="75479"/>
                  <a:pt x="5366" y="76501"/>
                  <a:pt x="6644" y="76501"/>
                </a:cubicBezTo>
                <a:cubicBezTo>
                  <a:pt x="9452" y="76501"/>
                  <a:pt x="29897" y="56796"/>
                  <a:pt x="29897" y="268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df-path-100067">
            <a:extLst xmlns:a="http://schemas.openxmlformats.org/drawingml/2006/main">
              <a:ext uri="{FF2B5EF4-FFF2-40B4-BE49-F238E27FC236}">
                <a16:creationId xmlns:a16="http://schemas.microsoft.com/office/drawing/2014/main" id="{F5B2D1F7-679E-48C3-A6DF-CE97F7D2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5041" y="1795150"/>
            <a:ext cx="109382" cy="115800"/>
          </a:xfrm>
          <a:custGeom xmlns:a="http://schemas.openxmlformats.org/drawingml/2006/main">
            <a:pathLst>
              <a:path w="109382" h="115800">
                <a:moveTo>
                  <a:pt x="109382" y="43203"/>
                </a:moveTo>
                <a:cubicBezTo>
                  <a:pt x="109382" y="16616"/>
                  <a:pt x="91491" y="0"/>
                  <a:pt x="68491" y="0"/>
                </a:cubicBezTo>
                <a:cubicBezTo>
                  <a:pt x="34246" y="0"/>
                  <a:pt x="0" y="36300"/>
                  <a:pt x="0" y="72601"/>
                </a:cubicBezTo>
                <a:cubicBezTo>
                  <a:pt x="0" y="97909"/>
                  <a:pt x="17123" y="115800"/>
                  <a:pt x="40891" y="115800"/>
                </a:cubicBezTo>
                <a:cubicBezTo>
                  <a:pt x="74883" y="115800"/>
                  <a:pt x="109382" y="80525"/>
                  <a:pt x="109382" y="43203"/>
                </a:cubicBezTo>
                <a:moveTo>
                  <a:pt x="41148" y="110181"/>
                </a:moveTo>
                <a:cubicBezTo>
                  <a:pt x="30159" y="110181"/>
                  <a:pt x="18913" y="102253"/>
                  <a:pt x="18913" y="82315"/>
                </a:cubicBezTo>
                <a:cubicBezTo>
                  <a:pt x="18913" y="69789"/>
                  <a:pt x="25558" y="42181"/>
                  <a:pt x="33735" y="29145"/>
                </a:cubicBezTo>
                <a:cubicBezTo>
                  <a:pt x="46514" y="9460"/>
                  <a:pt x="61082" y="5623"/>
                  <a:pt x="68238" y="5623"/>
                </a:cubicBezTo>
                <a:cubicBezTo>
                  <a:pt x="83060" y="5623"/>
                  <a:pt x="90726" y="17895"/>
                  <a:pt x="90726" y="33232"/>
                </a:cubicBezTo>
                <a:cubicBezTo>
                  <a:pt x="90726" y="43203"/>
                  <a:pt x="85614" y="70043"/>
                  <a:pt x="75904" y="86663"/>
                </a:cubicBezTo>
                <a:cubicBezTo>
                  <a:pt x="66959" y="101489"/>
                  <a:pt x="52901" y="110181"/>
                  <a:pt x="41148" y="1101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df-path-100068">
            <a:extLst xmlns:a="http://schemas.openxmlformats.org/drawingml/2006/main">
              <a:ext uri="{FF2B5EF4-FFF2-40B4-BE49-F238E27FC236}">
                <a16:creationId xmlns:a16="http://schemas.microsoft.com/office/drawing/2014/main" id="{ACA7A33A-6F20-4562-AE9E-A9629F3C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6047" y="1867591"/>
            <a:ext cx="88192" cy="115476"/>
          </a:xfrm>
          <a:custGeom xmlns:a="http://schemas.openxmlformats.org/drawingml/2006/main">
            <a:pathLst>
              <a:path w="88192" h="115476">
                <a:moveTo>
                  <a:pt x="87477" y="12890"/>
                </a:moveTo>
                <a:cubicBezTo>
                  <a:pt x="88192" y="10204"/>
                  <a:pt x="88192" y="9308"/>
                  <a:pt x="88192" y="9128"/>
                </a:cubicBezTo>
                <a:cubicBezTo>
                  <a:pt x="88192" y="5189"/>
                  <a:pt x="84972" y="3401"/>
                  <a:pt x="82110" y="3401"/>
                </a:cubicBezTo>
                <a:cubicBezTo>
                  <a:pt x="77994" y="3401"/>
                  <a:pt x="74596" y="6800"/>
                  <a:pt x="73881" y="10204"/>
                </a:cubicBezTo>
                <a:cubicBezTo>
                  <a:pt x="70840" y="5370"/>
                  <a:pt x="64759" y="0"/>
                  <a:pt x="55456" y="0"/>
                </a:cubicBezTo>
                <a:cubicBezTo>
                  <a:pt x="33094" y="0"/>
                  <a:pt x="9660" y="23994"/>
                  <a:pt x="9660" y="49601"/>
                </a:cubicBezTo>
                <a:cubicBezTo>
                  <a:pt x="9660" y="68048"/>
                  <a:pt x="22181" y="78964"/>
                  <a:pt x="36851" y="78964"/>
                </a:cubicBezTo>
                <a:cubicBezTo>
                  <a:pt x="45080" y="78964"/>
                  <a:pt x="52949" y="74850"/>
                  <a:pt x="59212" y="69301"/>
                </a:cubicBezTo>
                <a:lnTo>
                  <a:pt x="55275" y="85408"/>
                </a:lnTo>
                <a:cubicBezTo>
                  <a:pt x="53308" y="92923"/>
                  <a:pt x="52057" y="97755"/>
                  <a:pt x="45258" y="103836"/>
                </a:cubicBezTo>
                <a:cubicBezTo>
                  <a:pt x="37388" y="110467"/>
                  <a:pt x="29696" y="110467"/>
                  <a:pt x="25222" y="110467"/>
                </a:cubicBezTo>
                <a:cubicBezTo>
                  <a:pt x="16992" y="110467"/>
                  <a:pt x="14669" y="109926"/>
                  <a:pt x="11448" y="109203"/>
                </a:cubicBezTo>
                <a:cubicBezTo>
                  <a:pt x="15919" y="107057"/>
                  <a:pt x="17172" y="102763"/>
                  <a:pt x="17172" y="100258"/>
                </a:cubicBezTo>
                <a:cubicBezTo>
                  <a:pt x="17172" y="95964"/>
                  <a:pt x="13774" y="93638"/>
                  <a:pt x="10195" y="93638"/>
                </a:cubicBezTo>
                <a:cubicBezTo>
                  <a:pt x="5186" y="93638"/>
                  <a:pt x="0" y="97755"/>
                  <a:pt x="0" y="104551"/>
                </a:cubicBezTo>
                <a:cubicBezTo>
                  <a:pt x="0" y="115298"/>
                  <a:pt x="15385" y="115476"/>
                  <a:pt x="25403" y="115476"/>
                </a:cubicBezTo>
                <a:cubicBezTo>
                  <a:pt x="53487" y="115476"/>
                  <a:pt x="65474" y="101153"/>
                  <a:pt x="67976" y="90955"/>
                </a:cubicBezTo>
                <a:lnTo>
                  <a:pt x="87477" y="12890"/>
                </a:lnTo>
                <a:moveTo>
                  <a:pt x="62790" y="55153"/>
                </a:moveTo>
                <a:cubicBezTo>
                  <a:pt x="62075" y="57839"/>
                  <a:pt x="62075" y="58196"/>
                  <a:pt x="59032" y="61778"/>
                </a:cubicBezTo>
                <a:cubicBezTo>
                  <a:pt x="52772" y="69301"/>
                  <a:pt x="44185" y="73955"/>
                  <a:pt x="37388" y="73955"/>
                </a:cubicBezTo>
                <a:cubicBezTo>
                  <a:pt x="28263" y="73955"/>
                  <a:pt x="23969" y="66255"/>
                  <a:pt x="23969" y="56943"/>
                </a:cubicBezTo>
                <a:cubicBezTo>
                  <a:pt x="23969" y="49063"/>
                  <a:pt x="28801" y="29008"/>
                  <a:pt x="33451" y="21128"/>
                </a:cubicBezTo>
                <a:cubicBezTo>
                  <a:pt x="40964" y="8590"/>
                  <a:pt x="49374" y="5012"/>
                  <a:pt x="55456" y="5012"/>
                </a:cubicBezTo>
                <a:cubicBezTo>
                  <a:pt x="67976" y="5012"/>
                  <a:pt x="71375" y="18442"/>
                  <a:pt x="71375" y="20232"/>
                </a:cubicBezTo>
                <a:cubicBezTo>
                  <a:pt x="71375" y="20590"/>
                  <a:pt x="71375" y="20948"/>
                  <a:pt x="70840" y="22919"/>
                </a:cubicBezTo>
                <a:lnTo>
                  <a:pt x="62790" y="551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100069">
            <a:extLst xmlns:a="http://schemas.openxmlformats.org/drawingml/2006/main">
              <a:ext uri="{FF2B5EF4-FFF2-40B4-BE49-F238E27FC236}">
                <a16:creationId xmlns:a16="http://schemas.microsoft.com/office/drawing/2014/main" id="{FC70C7E7-44EE-4400-B0BD-52E8E596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1815" y="1716536"/>
            <a:ext cx="59288" cy="255559"/>
          </a:xfrm>
          <a:custGeom xmlns:a="http://schemas.openxmlformats.org/drawingml/2006/main">
            <a:pathLst>
              <a:path w="59288" h="255559">
                <a:moveTo>
                  <a:pt x="59288" y="127780"/>
                </a:moveTo>
                <a:cubicBezTo>
                  <a:pt x="59288" y="107849"/>
                  <a:pt x="56480" y="76926"/>
                  <a:pt x="42423" y="48046"/>
                </a:cubicBezTo>
                <a:cubicBezTo>
                  <a:pt x="27090" y="16612"/>
                  <a:pt x="5112" y="0"/>
                  <a:pt x="2554" y="0"/>
                </a:cubicBezTo>
                <a:cubicBezTo>
                  <a:pt x="1021" y="0"/>
                  <a:pt x="0" y="1026"/>
                  <a:pt x="0" y="2558"/>
                </a:cubicBezTo>
                <a:cubicBezTo>
                  <a:pt x="0" y="3322"/>
                  <a:pt x="0" y="3837"/>
                  <a:pt x="4855" y="8434"/>
                </a:cubicBezTo>
                <a:cubicBezTo>
                  <a:pt x="29901" y="33734"/>
                  <a:pt x="44466" y="74368"/>
                  <a:pt x="44466" y="127780"/>
                </a:cubicBezTo>
                <a:cubicBezTo>
                  <a:pt x="44466" y="171481"/>
                  <a:pt x="35013" y="216458"/>
                  <a:pt x="3322" y="248660"/>
                </a:cubicBezTo>
                <a:cubicBezTo>
                  <a:pt x="0" y="251726"/>
                  <a:pt x="0" y="252241"/>
                  <a:pt x="0" y="253004"/>
                </a:cubicBezTo>
                <a:cubicBezTo>
                  <a:pt x="0" y="254537"/>
                  <a:pt x="1021" y="255559"/>
                  <a:pt x="2554" y="255559"/>
                </a:cubicBezTo>
                <a:cubicBezTo>
                  <a:pt x="5112" y="255559"/>
                  <a:pt x="28112" y="238182"/>
                  <a:pt x="43191" y="205727"/>
                </a:cubicBezTo>
                <a:cubicBezTo>
                  <a:pt x="56223" y="177615"/>
                  <a:pt x="59288" y="149246"/>
                  <a:pt x="59288" y="1277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1698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2026-10-09T20:56:51.3200000Z</dcterms:created>
  <dcterms:modified xsi:type="dcterms:W3CDTF">2026-10-09T20:56:51.3200000Z</dcterms:modified>
</coreProperties>
</file>