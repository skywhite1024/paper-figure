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29690dccd04dfa" /><Relationship Type="http://schemas.openxmlformats.org/officeDocument/2006/relationships/extended-properties" Target="/docProps/app.xml" Id="R734021fa36764094" /><Relationship Type="http://schemas.openxmlformats.org/officeDocument/2006/relationships/officeDocument" Target="/ppt/presentation.xml" Id="Rf2c50ddc716448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fdc1c8edb349e7"/>
  </p:sldMasterIdLst>
  <p:notesMasterIdLst>
    <p:notesMasterId xmlns:r="http://schemas.openxmlformats.org/officeDocument/2006/relationships" r:id="R80e6a90edad14d9a"/>
  </p:notesMasterIdLst>
  <p:sldIdLst>
    <p:sldId xmlns:r="http://schemas.openxmlformats.org/officeDocument/2006/relationships" id="256" r:id="R899753725c8a4aad"/>
  </p:sldIdLst>
  <p:sldSz cx="10858500" cy="58007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e1c485a58e4920" /><Relationship Type="http://schemas.openxmlformats.org/officeDocument/2006/relationships/slideMaster" Target="/ppt/slideMasters/slideMaster1.xml" Id="R77fdc1c8edb349e7" /><Relationship Type="http://schemas.openxmlformats.org/officeDocument/2006/relationships/notesMaster" Target="/ppt/notesMasters/notesMaster1.xml" Id="R80e6a90edad14d9a" /><Relationship Type="http://schemas.openxmlformats.org/officeDocument/2006/relationships/presProps" Target="/ppt/presProps.xml" Id="Rba56c137ca004975" /><Relationship Type="http://schemas.openxmlformats.org/officeDocument/2006/relationships/tableStyles" Target="/ppt/tableStyles.xml" Id="Rcad0f3cd8a214604" /><Relationship Type="http://schemas.openxmlformats.org/officeDocument/2006/relationships/slide" Target="/ppt/slides/slide1.xml" Id="R899753725c8a4a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e56b0f796246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2e7f721aed43a2" /><Relationship Type="http://schemas.openxmlformats.org/officeDocument/2006/relationships/notesMaster" Target="/ppt/notesMasters/notesMaster1.xml" Id="R0fd0487821674e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"AXIS: A Growable Community-Driven Data Engine for Scalable Robot Manipulation",</a:t>
            </a:r>
          </a:p>
          <a:p xmlns:a="http://schemas.openxmlformats.org/drawingml/2006/main">
            <a:r>
              <a:t>  "paper_url": "https://arxiv.org/abs/2607.21588v1",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"unverified; private user-requested adaptation only.",</a:t>
            </a:r>
          </a:p>
          <a:p xmlns:a="http://schemas.openxmlformats.org/drawingml/2006/main">
            <a:r>
              <a:t>  "notes": "Faithful native extraction from independently inspected original source figure. Ordinary labels remain live editable text; source photo details are separate raster assets. Diagnostic 3-d0 plot reconstructed natively from visually traced source geometry: native grid, trajectories, sample markers, ticks and segmented time color strip. Plot tracing and color gradient are approximate; no raster chart retained. Original raster assets isolated with their exact original alpha, clipping and affine transforms; no full-figure raster backdrop.",</a:t>
            </a:r>
          </a:p>
          <a:p xmlns:a="http://schemas.openxmlformats.org/drawingml/2006/main">
            <a:r>
              <a:t>  "page": 1,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"52bedbf53aefd2499910ee182281d1f72d88578ba9cf8451299d48dd3194050e",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110,</a:t>
            </a:r>
          </a:p>
          <a:p xmlns:a="http://schemas.openxmlformats.org/drawingml/2006/main">
            <a:r>
              <a:t>    235,</a:t>
            </a:r>
          </a:p>
          <a:p xmlns:a="http://schemas.openxmlformats.org/drawingml/2006/main">
            <a:r>
              <a:t>    490,</a:t>
            </a:r>
          </a:p>
          <a:p xmlns:a="http://schemas.openxmlformats.org/drawingml/2006/main">
            <a:r>
              <a:t>    438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"13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3",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im",</a:t>
            </a:r>
          </a:p>
          <a:p xmlns:a="http://schemas.openxmlformats.org/drawingml/2006/main">
            <a:r>
              <a:t>    "rotated text needs manual reconstruction: u",</a:t>
            </a:r>
          </a:p>
          <a:p xmlns:a="http://schemas.openxmlformats.org/drawingml/2006/main">
            <a:r>
              <a:t>    "rotated text needs manual reconstruction: la",</a:t>
            </a:r>
          </a:p>
          <a:p xmlns:a="http://schemas.openxmlformats.org/drawingml/2006/main">
            <a:r>
              <a:t>    "rotated text needs manual reconstruction: tio",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 T",</a:t>
            </a:r>
          </a:p>
          <a:p xmlns:a="http://schemas.openxmlformats.org/drawingml/2006/main">
            <a:r>
              <a:t>    "rotated text needs manual reconstruction: im",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 (",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)"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1,</a:t>
            </a:r>
          </a:p>
          <a:p xmlns:a="http://schemas.openxmlformats.org/drawingml/2006/main">
            <a:r>
              <a:t>  "original_extraction_warnings": [</a:t>
            </a:r>
          </a:p>
          <a:p xmlns:a="http://schemas.openxmlformats.org/drawingml/2006/main">
            <a:r>
              <a:t>    "13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3",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im",</a:t>
            </a:r>
          </a:p>
          <a:p xmlns:a="http://schemas.openxmlformats.org/drawingml/2006/main">
            <a:r>
              <a:t>    "rotated text needs manual reconstruction: u",</a:t>
            </a:r>
          </a:p>
          <a:p xmlns:a="http://schemas.openxmlformats.org/drawingml/2006/main">
            <a:r>
              <a:t>    "rotated text needs manual reconstruction: la",</a:t>
            </a:r>
          </a:p>
          <a:p xmlns:a="http://schemas.openxmlformats.org/drawingml/2006/main">
            <a:r>
              <a:t>    "rotated text needs manual reconstruction: tio",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 T",</a:t>
            </a:r>
          </a:p>
          <a:p xmlns:a="http://schemas.openxmlformats.org/drawingml/2006/main">
            <a:r>
              <a:t>    "rotated text needs manual reconstruction: im",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 (",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)",</a:t>
            </a:r>
          </a:p>
          <a:p xmlns:a="http://schemas.openxmlformats.org/drawingml/2006/main">
            <a:r>
              <a:t>    "unhandled image/shading at seq 4: [222.53475952148438, 283.8113098144531, 382.2251281738281, 373.6372985839844]; requires reviewed raster region",</a:t>
            </a:r>
          </a:p>
          <a:p xmlns:a="http://schemas.openxmlformats.org/drawingml/2006/main">
            <a:r>
              <a:t>    "unhandled image/shading at seq 17: [394.30511474609375, 261.96563720703125, 482.8931884765625, 325.2864685058594]; requires reviewed raster region",</a:t>
            </a:r>
          </a:p>
          <a:p xmlns:a="http://schemas.openxmlformats.org/drawingml/2006/main">
            <a:r>
              <a:t>    "unhandled image/shading at seq 32: [401.3116455078125, 264.4700927734375, 486.8303527832031, 325.5548095703125]; requires reviewed raster region",</a:t>
            </a:r>
          </a:p>
          <a:p xmlns:a="http://schemas.openxmlformats.org/drawingml/2006/main">
            <a:r>
              <a:t>    "unhandled image/shading at seq 60: [223.70596313476562, 397.0753173828125, 287.0448913574219, 432.96441650390625]; requires reviewed raster region",</a:t>
            </a:r>
          </a:p>
          <a:p xmlns:a="http://schemas.openxmlformats.org/drawingml/2006/main">
            <a:r>
              <a:t>    "unhandled image/shading at seq 61: [270.24676513671875, 396.75616455078125, 333.585693359375, 432.645263671875]; requires reviewed raster region",</a:t>
            </a:r>
          </a:p>
          <a:p xmlns:a="http://schemas.openxmlformats.org/drawingml/2006/main">
            <a:r>
              <a:t>    "unhandled image/shading at seq 62: [316.78759765625, 396.75616455078125, 380.12652587890625, 432.645263671875]; requires reviewed raster region",</a:t>
            </a:r>
          </a:p>
          <a:p xmlns:a="http://schemas.openxmlformats.org/drawingml/2006/main">
            <a:r>
              <a:t>    "unhandled image/shading at seq 94: [394.7357482910156, 352.9576416015625, 402.47039794921875, 361.43695068359375]; requires reviewed raster region",</a:t>
            </a:r>
          </a:p>
          <a:p xmlns:a="http://schemas.openxmlformats.org/drawingml/2006/main">
            <a:r>
              <a:t>    "unhandled image/shading at seq 108: [399.1061706542969, 378.4908447265625, 410.20281982421875, 390.2723083496094]; requires reviewed raster region",</a:t>
            </a:r>
          </a:p>
          <a:p xmlns:a="http://schemas.openxmlformats.org/drawingml/2006/main">
            <a:r>
              <a:t>    "unhandled image/shading at seq 109: [461.4952697753906, 379.72747802734375, 472.58306884765625, 390.32769775390625]; requires reviewed raster region",</a:t>
            </a:r>
          </a:p>
          <a:p xmlns:a="http://schemas.openxmlformats.org/drawingml/2006/main">
            <a:r>
              <a:t>    "unhandled image/shading at seq 110: [418.6976318359375, 373.3004455566406, 450.9969482421875, 390.259033203125]; requires reviewed raster region",</a:t>
            </a:r>
          </a:p>
          <a:p xmlns:a="http://schemas.openxmlformats.org/drawingml/2006/main">
            <a:r>
              <a:t>    "unhandled image/shading at seq 115: [402.39727783203125, 405.70391845703125, 410.8765869140625, 414.797119140625]; requires reviewed raster region",</a:t>
            </a:r>
          </a:p>
          <a:p xmlns:a="http://schemas.openxmlformats.org/drawingml/2006/main">
            <a:r>
              <a:t>    "unhandled image/shading at seq 121: [389.1531066894531, 421.43914794921875, 393.82049560546875, 427.7997131347656]; requires reviewed raster region",</a:t>
            </a:r>
          </a:p>
          <a:p xmlns:a="http://schemas.openxmlformats.org/drawingml/2006/main">
            <a:r>
              <a:t>    "unhandled image/shading at seq 122: [420.333251953125, 421.217529296875, 426.04669189453125, 427.5780944824219]; requires reviewed raster region",</a:t>
            </a:r>
          </a:p>
          <a:p xmlns:a="http://schemas.openxmlformats.org/drawingml/2006/main">
            <a:r>
              <a:t>    "unhandled image/shading at seq 123: [454.22601318359375, 420.10943603515625, 462.5169372558594, 428.5887451171875]; requires reviewed raster region",</a:t>
            </a:r>
          </a:p>
          <a:p xmlns:a="http://schemas.openxmlformats.org/drawingml/2006/main">
            <a:r>
              <a:t>    "unhandled image/shading at seq 213: [78.40861511230469, 351.80511474609375, 191.58258056640625, 415.49542236328125]; requires reviewed raster region",</a:t>
            </a:r>
          </a:p>
          <a:p xmlns:a="http://schemas.openxmlformats.org/drawingml/2006/main">
            <a:r>
              <a:t>    "unhandled image/shading at seq 230: [178.04840087890625, 414.68853759765625, 187.10391235351562, 420.15155029296875]; requires reviewed raster region",</a:t>
            </a:r>
          </a:p>
          <a:p xmlns:a="http://schemas.openxmlformats.org/drawingml/2006/main">
            <a:r>
              <a:t>    "unhandled image/shading at seq 231: [194.23794555664062, 414.830322265625, 199.00726318359375, 420.2933349609375]; requires reviewed raster region",</a:t>
            </a:r>
          </a:p>
          <a:p xmlns:a="http://schemas.openxmlformats.org/drawingml/2006/main">
            <a:r>
              <a:t>    "unhandled image/shading at seq 232: [184.2471923828125, 422.03533935546875, 194.6568145751953, 429.7899169921875]; requires reviewed raster region",</a:t>
            </a:r>
          </a:p>
          <a:p xmlns:a="http://schemas.openxmlformats.org/drawingml/2006/main">
            <a:r>
              <a:t>    "unhandled image/shading at seq 233: [203.9716339111328, 416.1534118652344, 210.76881408691406, 427.841796875]; requires reviewed raster region",</a:t>
            </a:r>
          </a:p>
          <a:p xmlns:a="http://schemas.openxmlformats.org/drawingml/2006/main">
            <a:r>
              <a:t>    "unhandled image/shading at seq 242: [175.23158264160156, 359.1630859375, 184.26271057128906, 368.02801513671875]; requires reviewed raster region",</a:t>
            </a:r>
          </a:p>
          <a:p xmlns:a="http://schemas.openxmlformats.org/drawingml/2006/main">
            <a:r>
              <a:t>    "unhandled image/shading at seq 256: [119.15876770019531, 250.56787109375, 147.96974182128906, 272.73016357421875]; requires reviewed raster region",</a:t>
            </a:r>
          </a:p>
          <a:p xmlns:a="http://schemas.openxmlformats.org/drawingml/2006/main">
            <a:r>
              <a:t>    "unhandled image/shading at seq 257: [119.15876770019531, 272.73016357421875, 147.96974182128906, 294.8924560546875]; requires reviewed raster region",</a:t>
            </a:r>
          </a:p>
          <a:p xmlns:a="http://schemas.openxmlformats.org/drawingml/2006/main">
            <a:r>
              <a:t>    "unhandled image/shading at seq 258: [197.5467987060547, 311.34796142578125, 213.3485107421875, 329.96429443359375]; requires reviewed raster region",</a:t>
            </a:r>
          </a:p>
          <a:p xmlns:a="http://schemas.openxmlformats.org/drawingml/2006/main">
            <a:r>
              <a:t>    "unhandled image/shading at seq 259: [184.53753662109375, 318.49530029296875, 195.70733642578125, 329.96429443359375];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"raster_boundaries":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337,</a:t>
            </a:r>
          </a:p>
          <a:p xmlns:a="http://schemas.openxmlformats.org/drawingml/2006/main">
            <a:r>
              <a:t>        146,</a:t>
            </a:r>
          </a:p>
          <a:p xmlns:a="http://schemas.openxmlformats.org/drawingml/2006/main">
            <a:r>
              <a:t>        480,</a:t>
            </a:r>
          </a:p>
          <a:p xmlns:a="http://schemas.openxmlformats.org/drawingml/2006/main">
            <a:r>
              <a:t>        270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370,</a:t>
            </a:r>
          </a:p>
          <a:p xmlns:a="http://schemas.openxmlformats.org/drawingml/2006/main">
            <a:r>
              <a:t>        487,</a:t>
            </a:r>
          </a:p>
          <a:p xmlns:a="http://schemas.openxmlformats.org/drawingml/2006/main">
            <a:r>
              <a:t>        134,</a:t>
            </a:r>
          </a:p>
          <a:p xmlns:a="http://schemas.openxmlformats.org/drawingml/2006/main">
            <a:r>
              <a:t>        102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509,</a:t>
            </a:r>
          </a:p>
          <a:p xmlns:a="http://schemas.openxmlformats.org/drawingml/2006/main">
            <a:r>
              <a:t>        486,</a:t>
            </a:r>
          </a:p>
          <a:p xmlns:a="http://schemas.openxmlformats.org/drawingml/2006/main">
            <a:r>
              <a:t>        134,</a:t>
            </a:r>
          </a:p>
          <a:p xmlns:a="http://schemas.openxmlformats.org/drawingml/2006/main">
            <a:r>
              <a:t>        102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649,</a:t>
            </a:r>
          </a:p>
          <a:p xmlns:a="http://schemas.openxmlformats.org/drawingml/2006/main">
            <a:r>
              <a:t>        486,</a:t>
            </a:r>
          </a:p>
          <a:p xmlns:a="http://schemas.openxmlformats.org/drawingml/2006/main">
            <a:r>
              <a:t>        134,</a:t>
            </a:r>
          </a:p>
          <a:p xmlns:a="http://schemas.openxmlformats.org/drawingml/2006/main">
            <a:r>
              <a:t>        102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854,</a:t>
            </a:r>
          </a:p>
          <a:p xmlns:a="http://schemas.openxmlformats.org/drawingml/2006/main">
            <a:r>
              <a:t>        353,</a:t>
            </a:r>
          </a:p>
          <a:p xmlns:a="http://schemas.openxmlformats.org/drawingml/2006/main">
            <a:r>
              <a:t>        24,</a:t>
            </a:r>
          </a:p>
          <a:p xmlns:a="http://schemas.openxmlformats.org/drawingml/2006/main">
            <a:r>
              <a:t>        27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867,</a:t>
            </a:r>
          </a:p>
          <a:p xmlns:a="http://schemas.openxmlformats.org/drawingml/2006/main">
            <a:r>
              <a:t>        430,</a:t>
            </a:r>
          </a:p>
          <a:p xmlns:a="http://schemas.openxmlformats.org/drawingml/2006/main">
            <a:r>
              <a:t>        34,</a:t>
            </a:r>
          </a:p>
          <a:p xmlns:a="http://schemas.openxmlformats.org/drawingml/2006/main">
            <a:r>
              <a:t>        36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1054,</a:t>
            </a:r>
          </a:p>
          <a:p xmlns:a="http://schemas.openxmlformats.org/drawingml/2006/main">
            <a:r>
              <a:t>        434,</a:t>
            </a:r>
          </a:p>
          <a:p xmlns:a="http://schemas.openxmlformats.org/drawingml/2006/main">
            <a:r>
              <a:t>        34,</a:t>
            </a:r>
          </a:p>
          <a:p xmlns:a="http://schemas.openxmlformats.org/drawingml/2006/main">
            <a:r>
              <a:t>        32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934,</a:t>
            </a:r>
          </a:p>
          <a:p xmlns:a="http://schemas.openxmlformats.org/drawingml/2006/main">
            <a:r>
              <a:t>        416,</a:t>
            </a:r>
          </a:p>
          <a:p xmlns:a="http://schemas.openxmlformats.org/drawingml/2006/main">
            <a:r>
              <a:t>        88,</a:t>
            </a:r>
          </a:p>
          <a:p xmlns:a="http://schemas.openxmlformats.org/drawingml/2006/main">
            <a:r>
              <a:t>        49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877,</a:t>
            </a:r>
          </a:p>
          <a:p xmlns:a="http://schemas.openxmlformats.org/drawingml/2006/main">
            <a:r>
              <a:t>        512,</a:t>
            </a:r>
          </a:p>
          <a:p xmlns:a="http://schemas.openxmlformats.org/drawingml/2006/main">
            <a:r>
              <a:t>        26,</a:t>
            </a:r>
          </a:p>
          <a:p xmlns:a="http://schemas.openxmlformats.org/drawingml/2006/main">
            <a:r>
              <a:t>        28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837,</a:t>
            </a:r>
          </a:p>
          <a:p xmlns:a="http://schemas.openxmlformats.org/drawingml/2006/main">
            <a:r>
              <a:t>        559,</a:t>
            </a:r>
          </a:p>
          <a:p xmlns:a="http://schemas.openxmlformats.org/drawingml/2006/main">
            <a:r>
              <a:t>        15,</a:t>
            </a:r>
          </a:p>
          <a:p xmlns:a="http://schemas.openxmlformats.org/drawingml/2006/main">
            <a:r>
              <a:t>        20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931,</a:t>
            </a:r>
          </a:p>
          <a:p xmlns:a="http://schemas.openxmlformats.org/drawingml/2006/main">
            <a:r>
              <a:t>        558,</a:t>
            </a:r>
          </a:p>
          <a:p xmlns:a="http://schemas.openxmlformats.org/drawingml/2006/main">
            <a:r>
              <a:t>        18,</a:t>
            </a:r>
          </a:p>
          <a:p xmlns:a="http://schemas.openxmlformats.org/drawingml/2006/main">
            <a:r>
              <a:t>        20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1032,</a:t>
            </a:r>
          </a:p>
          <a:p xmlns:a="http://schemas.openxmlformats.org/drawingml/2006/main">
            <a:r>
              <a:t>        555,</a:t>
            </a:r>
          </a:p>
          <a:p xmlns:a="http://schemas.openxmlformats.org/drawingml/2006/main">
            <a:r>
              <a:t>        26,</a:t>
            </a:r>
          </a:p>
          <a:p xmlns:a="http://schemas.openxmlformats.org/drawingml/2006/main">
            <a:r>
              <a:t>        26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21,</a:t>
            </a:r>
          </a:p>
          <a:p xmlns:a="http://schemas.openxmlformats.org/drawingml/2006/main">
            <a:r>
              <a:t>        403,</a:t>
            </a:r>
          </a:p>
          <a:p xmlns:a="http://schemas.openxmlformats.org/drawingml/2006/main">
            <a:r>
              <a:t>        158,</a:t>
            </a:r>
          </a:p>
          <a:p xmlns:a="http://schemas.openxmlformats.org/drawingml/2006/main">
            <a:r>
              <a:t>        125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204,</a:t>
            </a:r>
          </a:p>
          <a:p xmlns:a="http://schemas.openxmlformats.org/drawingml/2006/main">
            <a:r>
              <a:t>        539,</a:t>
            </a:r>
          </a:p>
          <a:p xmlns:a="http://schemas.openxmlformats.org/drawingml/2006/main">
            <a:r>
              <a:t>        28,</a:t>
            </a:r>
          </a:p>
          <a:p xmlns:a="http://schemas.openxmlformats.org/drawingml/2006/main">
            <a:r>
              <a:t>        17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252,</a:t>
            </a:r>
          </a:p>
          <a:p xmlns:a="http://schemas.openxmlformats.org/drawingml/2006/main">
            <a:r>
              <a:t>        539,</a:t>
            </a:r>
          </a:p>
          <a:p xmlns:a="http://schemas.openxmlformats.org/drawingml/2006/main">
            <a:r>
              <a:t>        16,</a:t>
            </a:r>
          </a:p>
          <a:p xmlns:a="http://schemas.openxmlformats.org/drawingml/2006/main">
            <a:r>
              <a:t>        17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222,</a:t>
            </a:r>
          </a:p>
          <a:p xmlns:a="http://schemas.openxmlformats.org/drawingml/2006/main">
            <a:r>
              <a:t>        561,</a:t>
            </a:r>
          </a:p>
          <a:p xmlns:a="http://schemas.openxmlformats.org/drawingml/2006/main">
            <a:r>
              <a:t>        32,</a:t>
            </a:r>
          </a:p>
          <a:p xmlns:a="http://schemas.openxmlformats.org/drawingml/2006/main">
            <a:r>
              <a:t>        24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281,</a:t>
            </a:r>
          </a:p>
          <a:p xmlns:a="http://schemas.openxmlformats.org/drawingml/2006/main">
            <a:r>
              <a:t>        543,</a:t>
            </a:r>
          </a:p>
          <a:p xmlns:a="http://schemas.openxmlformats.org/drawingml/2006/main">
            <a:r>
              <a:t>        22,</a:t>
            </a:r>
          </a:p>
          <a:p xmlns:a="http://schemas.openxmlformats.org/drawingml/2006/main">
            <a:r>
              <a:t>        36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195,</a:t>
            </a:r>
          </a:p>
          <a:p xmlns:a="http://schemas.openxmlformats.org/drawingml/2006/main">
            <a:r>
              <a:t>        372,</a:t>
            </a:r>
          </a:p>
          <a:p xmlns:a="http://schemas.openxmlformats.org/drawingml/2006/main">
            <a:r>
              <a:t>        28,</a:t>
            </a:r>
          </a:p>
          <a:p xmlns:a="http://schemas.openxmlformats.org/drawingml/2006/main">
            <a:r>
              <a:t>        28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27,</a:t>
            </a:r>
          </a:p>
          <a:p xmlns:a="http://schemas.openxmlformats.org/drawingml/2006/main">
            <a:r>
              <a:t>        46,</a:t>
            </a:r>
          </a:p>
          <a:p xmlns:a="http://schemas.openxmlformats.org/drawingml/2006/main">
            <a:r>
              <a:t>        87,</a:t>
            </a:r>
          </a:p>
          <a:p xmlns:a="http://schemas.openxmlformats.org/drawingml/2006/main">
            <a:r>
              <a:t>        68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27,</a:t>
            </a:r>
          </a:p>
          <a:p xmlns:a="http://schemas.openxmlformats.org/drawingml/2006/main">
            <a:r>
              <a:t>        113,</a:t>
            </a:r>
          </a:p>
          <a:p xmlns:a="http://schemas.openxmlformats.org/drawingml/2006/main">
            <a:r>
              <a:t>        87,</a:t>
            </a:r>
          </a:p>
          <a:p xmlns:a="http://schemas.openxmlformats.org/drawingml/2006/main">
            <a:r>
              <a:t>        67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262,</a:t>
            </a:r>
          </a:p>
          <a:p xmlns:a="http://schemas.openxmlformats.org/drawingml/2006/main">
            <a:r>
              <a:t>        229,</a:t>
            </a:r>
          </a:p>
          <a:p xmlns:a="http://schemas.openxmlformats.org/drawingml/2006/main">
            <a:r>
              <a:t>        49,</a:t>
            </a:r>
          </a:p>
          <a:p xmlns:a="http://schemas.openxmlformats.org/drawingml/2006/main">
            <a:r>
              <a:t>        56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223,</a:t>
            </a:r>
          </a:p>
          <a:p xmlns:a="http://schemas.openxmlformats.org/drawingml/2006/main">
            <a:r>
              <a:t>        250,</a:t>
            </a:r>
          </a:p>
          <a:p xmlns:a="http://schemas.openxmlformats.org/drawingml/2006/main">
            <a:r>
              <a:t>        35,</a:t>
            </a:r>
          </a:p>
          <a:p xmlns:a="http://schemas.openxmlformats.org/drawingml/2006/main">
            <a:r>
              <a:t>        35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cb45f262a4b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cb14e5c2c4d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c318dba2745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4884b11d543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27348ba9843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80049cde24b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C00BED-94EC-4013-9D56-520C72C26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85850" y="2191385"/>
            <a:ext cx="8686800" cy="837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220713-6EE0-4ED4-915C-176F685A48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28775" y="3190399"/>
            <a:ext cx="7600950" cy="64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A8CAE87-F180-41D0-8CF6-3243C504EB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85850" y="2416969"/>
            <a:ext cx="8686800" cy="966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092042-FB67-4F29-80C2-F30F574F28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0791" y="451168"/>
            <a:ext cx="9636919" cy="708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0B76C8-AB18-4BBF-A0AC-A1B4F16992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0791" y="1611313"/>
            <a:ext cx="9636919" cy="3609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35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1pPr>
            <a:lvl2pPr marL="45116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2pPr>
            <a:lvl3pPr marL="70897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3pPr>
            <a:lvl4pPr marL="96678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4pPr>
            <a:lvl5pPr marL="122459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5pPr>
            <a:lvl6pPr marL="148240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6pPr>
            <a:lvl7pPr marL="174021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7pPr>
            <a:lvl8pPr marL="1998027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8pPr>
            <a:lvl9pPr marL="225583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0F589D-FCFC-4B15-97F7-277DE7D337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0791" y="451168"/>
            <a:ext cx="9636919" cy="708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796DB4-D130-43D3-B7DD-87DA5CA72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0791" y="1611313"/>
            <a:ext cx="4479131" cy="3609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35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1pPr>
            <a:lvl2pPr marL="45116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2pPr>
            <a:lvl3pPr marL="70897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3pPr>
            <a:lvl4pPr marL="96678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4pPr>
            <a:lvl5pPr marL="122459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5pPr>
            <a:lvl6pPr marL="148240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6pPr>
            <a:lvl7pPr marL="174021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7pPr>
            <a:lvl8pPr marL="1998027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8pPr>
            <a:lvl9pPr marL="225583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F9FDBD-EB41-4448-95A1-CD30F809BF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768578" y="1611313"/>
            <a:ext cx="4479131" cy="3609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35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1pPr>
            <a:lvl2pPr marL="45116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2pPr>
            <a:lvl3pPr marL="70897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3pPr>
            <a:lvl4pPr marL="96678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4pPr>
            <a:lvl5pPr marL="122459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5pPr>
            <a:lvl6pPr marL="148240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6pPr>
            <a:lvl7pPr marL="174021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7pPr>
            <a:lvl8pPr marL="1998027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8pPr>
            <a:lvl9pPr marL="225583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F978DF-0745-44EE-B705-C6F486DEA0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0791" y="451168"/>
            <a:ext cx="9636919" cy="708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1A2A0B-D7C1-4662-96BA-640A3C3EA1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0791" y="1611313"/>
            <a:ext cx="4479131" cy="3609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35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1pPr>
            <a:lvl2pPr marL="45116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2pPr>
            <a:lvl3pPr marL="70897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3pPr>
            <a:lvl4pPr marL="96678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4pPr>
            <a:lvl5pPr marL="122459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5pPr>
            <a:lvl6pPr marL="148240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6pPr>
            <a:lvl7pPr marL="174021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7pPr>
            <a:lvl8pPr marL="1998027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8pPr>
            <a:lvl9pPr marL="225583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124e31d23d48df" /><Relationship Type="http://schemas.openxmlformats.org/officeDocument/2006/relationships/slideLayout" Target="/ppt/slideLayouts/slideLayout1.xml" Id="Rac031df0cc1546a1" /><Relationship Type="http://schemas.openxmlformats.org/officeDocument/2006/relationships/slideLayout" Target="/ppt/slideLayouts/slideLayout2.xml" Id="Rb4d7aef5bfab45b6" /><Relationship Type="http://schemas.openxmlformats.org/officeDocument/2006/relationships/slideLayout" Target="/ppt/slideLayouts/slideLayout3.xml" Id="R81340947ab0f4bfc" /><Relationship Type="http://schemas.openxmlformats.org/officeDocument/2006/relationships/slideLayout" Target="/ppt/slideLayouts/slideLayout4.xml" Id="R2179140249d1426b" /><Relationship Type="http://schemas.openxmlformats.org/officeDocument/2006/relationships/slideLayout" Target="/ppt/slideLayouts/slideLayout5.xml" Id="Rda454f2e3f394926" /><Relationship Type="http://schemas.openxmlformats.org/officeDocument/2006/relationships/slideLayout" Target="/ppt/slideLayouts/slideLayout6.xml" Id="Rbaf9f2332c924f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031df0cc1546a1"/>
    <p:sldLayoutId xmlns:r="http://schemas.openxmlformats.org/officeDocument/2006/relationships" id="2147483650" r:id="Rb4d7aef5bfab45b6"/>
    <p:sldLayoutId xmlns:r="http://schemas.openxmlformats.org/officeDocument/2006/relationships" id="2147483651" r:id="R81340947ab0f4bfc"/>
    <p:sldLayoutId xmlns:r="http://schemas.openxmlformats.org/officeDocument/2006/relationships" id="2147483652" r:id="R2179140249d1426b"/>
    <p:sldLayoutId xmlns:r="http://schemas.openxmlformats.org/officeDocument/2006/relationships" id="2147483653" r:id="Rda454f2e3f394926"/>
    <p:sldLayoutId xmlns:r="http://schemas.openxmlformats.org/officeDocument/2006/relationships" id="2147483654" r:id="Rbaf9f2332c924f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65f6919d3948a9" /><Relationship Type="http://schemas.openxmlformats.org/officeDocument/2006/relationships/image" Target="/ppt/media/image.png" Id="R5775b358016045a2" /><Relationship Type="http://schemas.openxmlformats.org/officeDocument/2006/relationships/image" Target="/ppt/media/image2.png" Id="Rb23bc207dfb04aa6" /><Relationship Type="http://schemas.openxmlformats.org/officeDocument/2006/relationships/image" Target="/ppt/media/image3.png" Id="R795aa1bf1b504e30" /><Relationship Type="http://schemas.openxmlformats.org/officeDocument/2006/relationships/image" Target="/ppt/media/image4.png" Id="R086c7f6ef36e4d40" /><Relationship Type="http://schemas.openxmlformats.org/officeDocument/2006/relationships/image" Target="/ppt/media/image5.png" Id="R00ca1dd0c49f4539" /><Relationship Type="http://schemas.openxmlformats.org/officeDocument/2006/relationships/image" Target="/ppt/media/image6.png" Id="Re37c222894704cfe" /><Relationship Type="http://schemas.openxmlformats.org/officeDocument/2006/relationships/image" Target="/ppt/media/image7.png" Id="Rc598b88d47654afd" /><Relationship Type="http://schemas.openxmlformats.org/officeDocument/2006/relationships/image" Target="/ppt/media/image8.png" Id="Ref84c1938b2e470a" /><Relationship Type="http://schemas.openxmlformats.org/officeDocument/2006/relationships/image" Target="/ppt/media/image9.png" Id="R7febde15ef094b3c" /><Relationship Type="http://schemas.openxmlformats.org/officeDocument/2006/relationships/image" Target="/ppt/media/image10.png" Id="R047a89fe1676449b" /><Relationship Type="http://schemas.openxmlformats.org/officeDocument/2006/relationships/image" Target="/ppt/media/image11.png" Id="Rb23f59e659104ede" /><Relationship Type="http://schemas.openxmlformats.org/officeDocument/2006/relationships/image" Target="/ppt/media/image12.png" Id="R50e92b3c6a3c4f51" /><Relationship Type="http://schemas.openxmlformats.org/officeDocument/2006/relationships/image" Target="/ppt/media/image13.png" Id="R292e7144e7074b0d" /><Relationship Type="http://schemas.openxmlformats.org/officeDocument/2006/relationships/image" Target="/ppt/media/image14.png" Id="Rbe3c7cba86b3413e" /><Relationship Type="http://schemas.openxmlformats.org/officeDocument/2006/relationships/image" Target="/ppt/media/image15.png" Id="Re4bf3adf82a242af" /><Relationship Type="http://schemas.openxmlformats.org/officeDocument/2006/relationships/image" Target="/ppt/media/image16.png" Id="R5e9ff090221b4533" /><Relationship Type="http://schemas.openxmlformats.org/officeDocument/2006/relationships/image" Target="/ppt/media/image17.png" Id="Rb2a2e9ca547a45b1" /><Relationship Type="http://schemas.openxmlformats.org/officeDocument/2006/relationships/image" Target="/ppt/media/image18.png" Id="Ra0db84b6beb344a5" /><Relationship Type="http://schemas.openxmlformats.org/officeDocument/2006/relationships/image" Target="/ppt/media/image19.png" Id="Re1853eaa1adb4cb5" /><Relationship Type="http://schemas.openxmlformats.org/officeDocument/2006/relationships/image" Target="/ppt/media/image20.png" Id="Rac8aee0e21c34e33" /><Relationship Type="http://schemas.openxmlformats.org/officeDocument/2006/relationships/image" Target="/ppt/media/image21.png" Id="R323d2db0341642e1" /><Relationship Type="http://schemas.openxmlformats.org/officeDocument/2006/relationships/image" Target="/ppt/media/image22.png" Id="Rcb5e1a95ca364a84" /><Relationship Type="http://schemas.openxmlformats.org/officeDocument/2006/relationships/notesSlide" Target="/ppt/notesSlides/notesSlide1.xml" Id="R2529560e83184d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0BAAC2E8-40FB-41B2-8FC6-1CD6B6A61C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5b358016045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9925" y="1390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source-raster-0">
            <a:extLst xmlns:a="http://schemas.openxmlformats.org/drawingml/2006/main">
              <a:ext uri="{FF2B5EF4-FFF2-40B4-BE49-F238E27FC236}">
                <a16:creationId xmlns:a16="http://schemas.microsoft.com/office/drawing/2014/main" id="{3EF6C2F7-1A01-4A37-810B-1676ED95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1390650"/>
            <a:ext cx="4572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" name="pdf-path-10">
            <a:extLst xmlns:a="http://schemas.openxmlformats.org/drawingml/2006/main">
              <a:ext uri="{FF2B5EF4-FFF2-40B4-BE49-F238E27FC236}">
                <a16:creationId xmlns:a16="http://schemas.microsoft.com/office/drawing/2014/main" id="{A43E6944-9A4F-4920-8B85-D20EEEF7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5830" y="289697"/>
            <a:ext cx="2973917" cy="2571147"/>
          </a:xfrm>
          <a:custGeom xmlns:a="http://schemas.openxmlformats.org/drawingml/2006/main">
            <a:pathLst>
              <a:path w="2973917" h="2571147">
                <a:moveTo>
                  <a:pt x="205692" y="0"/>
                </a:moveTo>
                <a:lnTo>
                  <a:pt x="2768226" y="0"/>
                </a:lnTo>
                <a:cubicBezTo>
                  <a:pt x="2774963" y="0"/>
                  <a:pt x="2781683" y="330"/>
                  <a:pt x="2788387" y="990"/>
                </a:cubicBezTo>
                <a:cubicBezTo>
                  <a:pt x="2795092" y="1651"/>
                  <a:pt x="2801747" y="2638"/>
                  <a:pt x="2808354" y="3952"/>
                </a:cubicBezTo>
                <a:cubicBezTo>
                  <a:pt x="2814960" y="5266"/>
                  <a:pt x="2821487" y="6901"/>
                  <a:pt x="2827934" y="8857"/>
                </a:cubicBezTo>
                <a:cubicBezTo>
                  <a:pt x="2834380" y="10812"/>
                  <a:pt x="2840715" y="13079"/>
                  <a:pt x="2846938" y="15657"/>
                </a:cubicBezTo>
                <a:cubicBezTo>
                  <a:pt x="2853161" y="18235"/>
                  <a:pt x="2859244" y="21112"/>
                  <a:pt x="2865186" y="24288"/>
                </a:cubicBezTo>
                <a:cubicBezTo>
                  <a:pt x="2871128" y="27464"/>
                  <a:pt x="2876899" y="30923"/>
                  <a:pt x="2882500" y="34665"/>
                </a:cubicBezTo>
                <a:cubicBezTo>
                  <a:pt x="2888102" y="38408"/>
                  <a:pt x="2893507" y="42416"/>
                  <a:pt x="2898714" y="46690"/>
                </a:cubicBezTo>
                <a:cubicBezTo>
                  <a:pt x="2903922" y="50964"/>
                  <a:pt x="2908907" y="55482"/>
                  <a:pt x="2913670" y="60246"/>
                </a:cubicBezTo>
                <a:cubicBezTo>
                  <a:pt x="2918435" y="65009"/>
                  <a:pt x="2922954" y="69995"/>
                  <a:pt x="2927227" y="75202"/>
                </a:cubicBezTo>
                <a:cubicBezTo>
                  <a:pt x="2931501" y="80410"/>
                  <a:pt x="2935507" y="85814"/>
                  <a:pt x="2939250" y="91416"/>
                </a:cubicBezTo>
                <a:cubicBezTo>
                  <a:pt x="2942993" y="97017"/>
                  <a:pt x="2946453" y="102788"/>
                  <a:pt x="2949628" y="108729"/>
                </a:cubicBezTo>
                <a:cubicBezTo>
                  <a:pt x="2952803" y="114671"/>
                  <a:pt x="2955679" y="120753"/>
                  <a:pt x="2958257" y="126977"/>
                </a:cubicBezTo>
                <a:cubicBezTo>
                  <a:pt x="2960837" y="133201"/>
                  <a:pt x="2963102" y="139536"/>
                  <a:pt x="2965059" y="145983"/>
                </a:cubicBezTo>
                <a:cubicBezTo>
                  <a:pt x="2967014" y="152429"/>
                  <a:pt x="2968650" y="158956"/>
                  <a:pt x="2969963" y="165563"/>
                </a:cubicBezTo>
                <a:cubicBezTo>
                  <a:pt x="2971279" y="172170"/>
                  <a:pt x="2972266" y="178826"/>
                  <a:pt x="2972927" y="185530"/>
                </a:cubicBezTo>
                <a:cubicBezTo>
                  <a:pt x="2973586" y="192235"/>
                  <a:pt x="2973917" y="198955"/>
                  <a:pt x="2973917" y="205692"/>
                </a:cubicBezTo>
                <a:lnTo>
                  <a:pt x="2973917" y="2365455"/>
                </a:lnTo>
                <a:cubicBezTo>
                  <a:pt x="2973917" y="2372192"/>
                  <a:pt x="2973586" y="2378912"/>
                  <a:pt x="2972925" y="2385617"/>
                </a:cubicBezTo>
                <a:cubicBezTo>
                  <a:pt x="2972266" y="2392321"/>
                  <a:pt x="2971279" y="2398976"/>
                  <a:pt x="2969963" y="2405584"/>
                </a:cubicBezTo>
                <a:cubicBezTo>
                  <a:pt x="2968650" y="2412191"/>
                  <a:pt x="2967014" y="2418717"/>
                  <a:pt x="2965059" y="2425164"/>
                </a:cubicBezTo>
                <a:cubicBezTo>
                  <a:pt x="2963104" y="2431611"/>
                  <a:pt x="2960837" y="2437946"/>
                  <a:pt x="2958259" y="2444170"/>
                </a:cubicBezTo>
                <a:cubicBezTo>
                  <a:pt x="2955681" y="2450393"/>
                  <a:pt x="2952803" y="2456477"/>
                  <a:pt x="2949628" y="2462417"/>
                </a:cubicBezTo>
                <a:cubicBezTo>
                  <a:pt x="2946453" y="2468359"/>
                  <a:pt x="2942993" y="2474130"/>
                  <a:pt x="2939250" y="2479731"/>
                </a:cubicBezTo>
                <a:cubicBezTo>
                  <a:pt x="2935507" y="2485333"/>
                  <a:pt x="2931501" y="2490737"/>
                  <a:pt x="2927227" y="2495944"/>
                </a:cubicBezTo>
                <a:cubicBezTo>
                  <a:pt x="2922954" y="2501152"/>
                  <a:pt x="2918435" y="2506138"/>
                  <a:pt x="2913670" y="2510901"/>
                </a:cubicBezTo>
                <a:cubicBezTo>
                  <a:pt x="2908907" y="2515665"/>
                  <a:pt x="2903922" y="2520183"/>
                  <a:pt x="2898714" y="2524457"/>
                </a:cubicBezTo>
                <a:cubicBezTo>
                  <a:pt x="2893507" y="2528731"/>
                  <a:pt x="2888102" y="2532738"/>
                  <a:pt x="2882500" y="2536481"/>
                </a:cubicBezTo>
                <a:cubicBezTo>
                  <a:pt x="2876898" y="2540224"/>
                  <a:pt x="2871128" y="2543683"/>
                  <a:pt x="2865186" y="2546859"/>
                </a:cubicBezTo>
                <a:cubicBezTo>
                  <a:pt x="2859246" y="2550034"/>
                  <a:pt x="2853162" y="2552911"/>
                  <a:pt x="2846938" y="2555490"/>
                </a:cubicBezTo>
                <a:cubicBezTo>
                  <a:pt x="2840715" y="2558068"/>
                  <a:pt x="2834380" y="2560334"/>
                  <a:pt x="2827934" y="2562290"/>
                </a:cubicBezTo>
                <a:cubicBezTo>
                  <a:pt x="2821487" y="2564245"/>
                  <a:pt x="2814960" y="2565880"/>
                  <a:pt x="2808354" y="2567194"/>
                </a:cubicBezTo>
                <a:cubicBezTo>
                  <a:pt x="2801747" y="2568509"/>
                  <a:pt x="2795092" y="2569497"/>
                  <a:pt x="2788387" y="2570157"/>
                </a:cubicBezTo>
                <a:cubicBezTo>
                  <a:pt x="2781683" y="2570817"/>
                  <a:pt x="2774963" y="2571147"/>
                  <a:pt x="2768226" y="2571147"/>
                </a:cubicBezTo>
                <a:lnTo>
                  <a:pt x="205692" y="2571147"/>
                </a:lnTo>
                <a:cubicBezTo>
                  <a:pt x="198954" y="2571147"/>
                  <a:pt x="192234" y="2570817"/>
                  <a:pt x="185530" y="2570157"/>
                </a:cubicBezTo>
                <a:cubicBezTo>
                  <a:pt x="178824" y="2569497"/>
                  <a:pt x="172169" y="2568509"/>
                  <a:pt x="165562" y="2567194"/>
                </a:cubicBezTo>
                <a:cubicBezTo>
                  <a:pt x="158955" y="2565880"/>
                  <a:pt x="152427" y="2564245"/>
                  <a:pt x="145981" y="2562290"/>
                </a:cubicBezTo>
                <a:cubicBezTo>
                  <a:pt x="139535" y="2560334"/>
                  <a:pt x="133199" y="2558068"/>
                  <a:pt x="126974" y="2555490"/>
                </a:cubicBezTo>
                <a:cubicBezTo>
                  <a:pt x="120751" y="2552911"/>
                  <a:pt x="114668" y="2550034"/>
                  <a:pt x="108726" y="2546859"/>
                </a:cubicBezTo>
                <a:cubicBezTo>
                  <a:pt x="102786" y="2543683"/>
                  <a:pt x="97014" y="2540224"/>
                  <a:pt x="91412" y="2536481"/>
                </a:cubicBezTo>
                <a:cubicBezTo>
                  <a:pt x="85812" y="2532738"/>
                  <a:pt x="80407" y="2528731"/>
                  <a:pt x="75201" y="2524457"/>
                </a:cubicBezTo>
                <a:cubicBezTo>
                  <a:pt x="69993" y="2520183"/>
                  <a:pt x="65007" y="2515665"/>
                  <a:pt x="60244" y="2510901"/>
                </a:cubicBezTo>
                <a:cubicBezTo>
                  <a:pt x="55481" y="2506138"/>
                  <a:pt x="50964" y="2501152"/>
                  <a:pt x="46689" y="2495944"/>
                </a:cubicBezTo>
                <a:cubicBezTo>
                  <a:pt x="42416" y="2490738"/>
                  <a:pt x="38406" y="2485333"/>
                  <a:pt x="34664" y="2479731"/>
                </a:cubicBezTo>
                <a:cubicBezTo>
                  <a:pt x="30921" y="2474130"/>
                  <a:pt x="27462" y="2468359"/>
                  <a:pt x="24286" y="2462417"/>
                </a:cubicBezTo>
                <a:cubicBezTo>
                  <a:pt x="21112" y="2456477"/>
                  <a:pt x="18234" y="2450393"/>
                  <a:pt x="15657" y="2444170"/>
                </a:cubicBezTo>
                <a:cubicBezTo>
                  <a:pt x="13079" y="2437946"/>
                  <a:pt x="10812" y="2431611"/>
                  <a:pt x="8856" y="2425164"/>
                </a:cubicBezTo>
                <a:cubicBezTo>
                  <a:pt x="6900" y="2418717"/>
                  <a:pt x="5265" y="2412191"/>
                  <a:pt x="3950" y="2405584"/>
                </a:cubicBezTo>
                <a:cubicBezTo>
                  <a:pt x="2637" y="2398976"/>
                  <a:pt x="1650" y="2392321"/>
                  <a:pt x="989" y="2385617"/>
                </a:cubicBezTo>
                <a:cubicBezTo>
                  <a:pt x="330" y="2378912"/>
                  <a:pt x="0" y="2372192"/>
                  <a:pt x="0" y="2365455"/>
                </a:cubicBezTo>
                <a:lnTo>
                  <a:pt x="0" y="205692"/>
                </a:lnTo>
                <a:cubicBezTo>
                  <a:pt x="0" y="198955"/>
                  <a:pt x="330" y="192235"/>
                  <a:pt x="989" y="185530"/>
                </a:cubicBezTo>
                <a:cubicBezTo>
                  <a:pt x="1650" y="178826"/>
                  <a:pt x="2637" y="172170"/>
                  <a:pt x="3950" y="165563"/>
                </a:cubicBezTo>
                <a:cubicBezTo>
                  <a:pt x="5265" y="158956"/>
                  <a:pt x="6900" y="152429"/>
                  <a:pt x="8856" y="145983"/>
                </a:cubicBezTo>
                <a:cubicBezTo>
                  <a:pt x="10812" y="139536"/>
                  <a:pt x="13079" y="133201"/>
                  <a:pt x="15657" y="126977"/>
                </a:cubicBezTo>
                <a:cubicBezTo>
                  <a:pt x="18234" y="120753"/>
                  <a:pt x="21112" y="114671"/>
                  <a:pt x="24286" y="108729"/>
                </a:cubicBezTo>
                <a:cubicBezTo>
                  <a:pt x="27462" y="102788"/>
                  <a:pt x="30921" y="97017"/>
                  <a:pt x="34664" y="91415"/>
                </a:cubicBezTo>
                <a:cubicBezTo>
                  <a:pt x="38406" y="85814"/>
                  <a:pt x="42416" y="80410"/>
                  <a:pt x="46689" y="75202"/>
                </a:cubicBezTo>
                <a:cubicBezTo>
                  <a:pt x="50964" y="69995"/>
                  <a:pt x="55481" y="65009"/>
                  <a:pt x="60244" y="60246"/>
                </a:cubicBezTo>
                <a:cubicBezTo>
                  <a:pt x="65007" y="55482"/>
                  <a:pt x="69993" y="50964"/>
                  <a:pt x="75201" y="46690"/>
                </a:cubicBezTo>
                <a:cubicBezTo>
                  <a:pt x="80407" y="42416"/>
                  <a:pt x="85812" y="38408"/>
                  <a:pt x="91412" y="34665"/>
                </a:cubicBezTo>
                <a:cubicBezTo>
                  <a:pt x="97014" y="30923"/>
                  <a:pt x="102786" y="27464"/>
                  <a:pt x="108728" y="24288"/>
                </a:cubicBezTo>
                <a:cubicBezTo>
                  <a:pt x="114668" y="21112"/>
                  <a:pt x="120751" y="18235"/>
                  <a:pt x="126974" y="15657"/>
                </a:cubicBezTo>
                <a:cubicBezTo>
                  <a:pt x="133199" y="13079"/>
                  <a:pt x="139533" y="10812"/>
                  <a:pt x="145979" y="8857"/>
                </a:cubicBezTo>
                <a:cubicBezTo>
                  <a:pt x="152427" y="6901"/>
                  <a:pt x="158955" y="5267"/>
                  <a:pt x="165562" y="3952"/>
                </a:cubicBezTo>
                <a:cubicBezTo>
                  <a:pt x="172169" y="2638"/>
                  <a:pt x="178824" y="1651"/>
                  <a:pt x="185530" y="990"/>
                </a:cubicBezTo>
                <a:cubicBezTo>
                  <a:pt x="192234" y="330"/>
                  <a:pt x="198954" y="0"/>
                  <a:pt x="205692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666">
            <a:solidFill>
              <a:srgbClr val="000000"/>
            </a:solidFill>
            <a:prstDash val="solid"/>
          </a:ln>
        </p:spPr>
      </p:sp>
      <p:sp>
        <p:nvSpPr>
          <p:cNvPr id="4" name="pdf-path-12">
            <a:extLst xmlns:a="http://schemas.openxmlformats.org/drawingml/2006/main">
              <a:ext uri="{FF2B5EF4-FFF2-40B4-BE49-F238E27FC236}">
                <a16:creationId xmlns:a16="http://schemas.microsoft.com/office/drawing/2014/main" id="{7B56A008-8F3B-48BC-90FA-06A0F10A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3505" y="391023"/>
            <a:ext cx="791294" cy="364140"/>
          </a:xfrm>
          <a:custGeom xmlns:a="http://schemas.openxmlformats.org/drawingml/2006/main">
            <a:pathLst>
              <a:path w="791294" h="364140">
                <a:moveTo>
                  <a:pt x="54654" y="0"/>
                </a:moveTo>
                <a:lnTo>
                  <a:pt x="736640" y="0"/>
                </a:lnTo>
                <a:cubicBezTo>
                  <a:pt x="740229" y="0"/>
                  <a:pt x="743784" y="350"/>
                  <a:pt x="747301" y="1050"/>
                </a:cubicBezTo>
                <a:cubicBezTo>
                  <a:pt x="750821" y="1750"/>
                  <a:pt x="754239" y="2787"/>
                  <a:pt x="757553" y="4161"/>
                </a:cubicBezTo>
                <a:cubicBezTo>
                  <a:pt x="760869" y="5534"/>
                  <a:pt x="764018" y="7217"/>
                  <a:pt x="767003" y="9211"/>
                </a:cubicBezTo>
                <a:cubicBezTo>
                  <a:pt x="769987" y="11205"/>
                  <a:pt x="772748" y="13470"/>
                  <a:pt x="775285" y="16008"/>
                </a:cubicBezTo>
                <a:cubicBezTo>
                  <a:pt x="777823" y="18545"/>
                  <a:pt x="780088" y="21306"/>
                  <a:pt x="782082" y="24290"/>
                </a:cubicBezTo>
                <a:cubicBezTo>
                  <a:pt x="784075" y="27273"/>
                  <a:pt x="785758" y="30423"/>
                  <a:pt x="787131" y="33738"/>
                </a:cubicBezTo>
                <a:cubicBezTo>
                  <a:pt x="788505" y="37054"/>
                  <a:pt x="789541" y="40471"/>
                  <a:pt x="790242" y="43991"/>
                </a:cubicBezTo>
                <a:cubicBezTo>
                  <a:pt x="790942" y="47510"/>
                  <a:pt x="791292" y="51064"/>
                  <a:pt x="791294" y="54653"/>
                </a:cubicBezTo>
                <a:lnTo>
                  <a:pt x="791294" y="309488"/>
                </a:lnTo>
                <a:cubicBezTo>
                  <a:pt x="791292" y="313076"/>
                  <a:pt x="790942" y="316631"/>
                  <a:pt x="790242" y="320150"/>
                </a:cubicBezTo>
                <a:cubicBezTo>
                  <a:pt x="789541" y="323670"/>
                  <a:pt x="788505" y="327087"/>
                  <a:pt x="787131" y="330402"/>
                </a:cubicBezTo>
                <a:cubicBezTo>
                  <a:pt x="785758" y="333717"/>
                  <a:pt x="784075" y="336867"/>
                  <a:pt x="782082" y="339851"/>
                </a:cubicBezTo>
                <a:cubicBezTo>
                  <a:pt x="780088" y="342835"/>
                  <a:pt x="777823" y="345595"/>
                  <a:pt x="775285" y="348133"/>
                </a:cubicBezTo>
                <a:cubicBezTo>
                  <a:pt x="772748" y="350671"/>
                  <a:pt x="769987" y="352936"/>
                  <a:pt x="767003" y="354930"/>
                </a:cubicBezTo>
                <a:cubicBezTo>
                  <a:pt x="764018" y="356923"/>
                  <a:pt x="760870" y="358607"/>
                  <a:pt x="757555" y="359981"/>
                </a:cubicBezTo>
                <a:cubicBezTo>
                  <a:pt x="754239" y="361353"/>
                  <a:pt x="750821" y="362390"/>
                  <a:pt x="747301" y="363090"/>
                </a:cubicBezTo>
                <a:cubicBezTo>
                  <a:pt x="743784" y="363791"/>
                  <a:pt x="740229" y="364140"/>
                  <a:pt x="736640" y="364140"/>
                </a:cubicBezTo>
                <a:lnTo>
                  <a:pt x="54654" y="364140"/>
                </a:lnTo>
                <a:cubicBezTo>
                  <a:pt x="51065" y="364140"/>
                  <a:pt x="47510" y="363791"/>
                  <a:pt x="43991" y="363090"/>
                </a:cubicBezTo>
                <a:cubicBezTo>
                  <a:pt x="40471" y="362390"/>
                  <a:pt x="37053" y="361353"/>
                  <a:pt x="33737" y="359981"/>
                </a:cubicBezTo>
                <a:cubicBezTo>
                  <a:pt x="30422" y="358607"/>
                  <a:pt x="27272" y="356923"/>
                  <a:pt x="24290" y="354930"/>
                </a:cubicBezTo>
                <a:cubicBezTo>
                  <a:pt x="21306" y="352936"/>
                  <a:pt x="18545" y="350671"/>
                  <a:pt x="16007" y="348133"/>
                </a:cubicBezTo>
                <a:cubicBezTo>
                  <a:pt x="13471" y="345595"/>
                  <a:pt x="11206" y="342835"/>
                  <a:pt x="9210" y="339851"/>
                </a:cubicBezTo>
                <a:cubicBezTo>
                  <a:pt x="7217" y="336867"/>
                  <a:pt x="5534" y="333717"/>
                  <a:pt x="4161" y="330402"/>
                </a:cubicBezTo>
                <a:cubicBezTo>
                  <a:pt x="2787" y="327087"/>
                  <a:pt x="1751" y="323670"/>
                  <a:pt x="1052" y="320150"/>
                </a:cubicBezTo>
                <a:cubicBezTo>
                  <a:pt x="351" y="316631"/>
                  <a:pt x="0" y="313076"/>
                  <a:pt x="2" y="309488"/>
                </a:cubicBezTo>
                <a:lnTo>
                  <a:pt x="2" y="54653"/>
                </a:lnTo>
                <a:cubicBezTo>
                  <a:pt x="0" y="51064"/>
                  <a:pt x="351" y="47510"/>
                  <a:pt x="1052" y="43991"/>
                </a:cubicBezTo>
                <a:cubicBezTo>
                  <a:pt x="1751" y="40471"/>
                  <a:pt x="2787" y="37054"/>
                  <a:pt x="4160" y="33738"/>
                </a:cubicBezTo>
                <a:cubicBezTo>
                  <a:pt x="5534" y="30423"/>
                  <a:pt x="7217" y="27273"/>
                  <a:pt x="9210" y="24289"/>
                </a:cubicBezTo>
                <a:cubicBezTo>
                  <a:pt x="11206" y="21306"/>
                  <a:pt x="13471" y="18545"/>
                  <a:pt x="16007" y="16008"/>
                </a:cubicBezTo>
                <a:cubicBezTo>
                  <a:pt x="18545" y="13470"/>
                  <a:pt x="21306" y="11205"/>
                  <a:pt x="24290" y="9211"/>
                </a:cubicBezTo>
                <a:cubicBezTo>
                  <a:pt x="27272" y="7217"/>
                  <a:pt x="30422" y="5534"/>
                  <a:pt x="33737" y="4161"/>
                </a:cubicBezTo>
                <a:cubicBezTo>
                  <a:pt x="37053" y="2787"/>
                  <a:pt x="40471" y="1750"/>
                  <a:pt x="43991" y="1050"/>
                </a:cubicBezTo>
                <a:cubicBezTo>
                  <a:pt x="47510" y="350"/>
                  <a:pt x="51065" y="0"/>
                  <a:pt x="54654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5" name="pdf-text-81-0">
            <a:extLst xmlns:a="http://schemas.openxmlformats.org/drawingml/2006/main">
              <a:ext uri="{FF2B5EF4-FFF2-40B4-BE49-F238E27FC236}">
                <a16:creationId xmlns:a16="http://schemas.microsoft.com/office/drawing/2014/main" id="{9A455F9F-0742-4E47-B824-5FFB6F95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1910" y="461822"/>
            <a:ext cx="450510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Hesitation</a:t>
            </a:r>
          </a:p>
        </p:txBody>
      </p:sp>
      <p:sp>
        <p:nvSpPr>
          <p:cNvPr id="6" name="pdf-text-82-0">
            <a:extLst xmlns:a="http://schemas.openxmlformats.org/drawingml/2006/main">
              <a:ext uri="{FF2B5EF4-FFF2-40B4-BE49-F238E27FC236}">
                <a16:creationId xmlns:a16="http://schemas.microsoft.com/office/drawing/2014/main" id="{EA02AFBD-2B45-40DC-8D97-E4189FA7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7241" y="588479"/>
            <a:ext cx="399749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Removal</a:t>
            </a:r>
          </a:p>
        </p:txBody>
      </p:sp>
      <p:sp>
        <p:nvSpPr>
          <p:cNvPr id="7" name="pdf-path-16">
            <a:extLst xmlns:a="http://schemas.openxmlformats.org/drawingml/2006/main">
              <a:ext uri="{FF2B5EF4-FFF2-40B4-BE49-F238E27FC236}">
                <a16:creationId xmlns:a16="http://schemas.microsoft.com/office/drawing/2014/main" id="{C9F7E5B1-9360-4AFD-A7D8-A6566512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8156" y="821659"/>
            <a:ext cx="2811671" cy="1709876"/>
          </a:xfrm>
          <a:custGeom xmlns:a="http://schemas.openxmlformats.org/drawingml/2006/main">
            <a:pathLst>
              <a:path w="2811671" h="1709876">
                <a:moveTo>
                  <a:pt x="153891" y="0"/>
                </a:moveTo>
                <a:lnTo>
                  <a:pt x="2657780" y="0"/>
                </a:lnTo>
                <a:cubicBezTo>
                  <a:pt x="2662821" y="0"/>
                  <a:pt x="2667849" y="247"/>
                  <a:pt x="2672865" y="740"/>
                </a:cubicBezTo>
                <a:cubicBezTo>
                  <a:pt x="2677881" y="1235"/>
                  <a:pt x="2682860" y="1973"/>
                  <a:pt x="2687803" y="2956"/>
                </a:cubicBezTo>
                <a:cubicBezTo>
                  <a:pt x="2692746" y="3940"/>
                  <a:pt x="2697629" y="5163"/>
                  <a:pt x="2702451" y="6626"/>
                </a:cubicBezTo>
                <a:cubicBezTo>
                  <a:pt x="2707275" y="8089"/>
                  <a:pt x="2712014" y="9785"/>
                  <a:pt x="2716671" y="11714"/>
                </a:cubicBezTo>
                <a:cubicBezTo>
                  <a:pt x="2721327" y="13642"/>
                  <a:pt x="2725878" y="15795"/>
                  <a:pt x="2730323" y="18171"/>
                </a:cubicBezTo>
                <a:cubicBezTo>
                  <a:pt x="2734767" y="20547"/>
                  <a:pt x="2739086" y="23134"/>
                  <a:pt x="2743275" y="25934"/>
                </a:cubicBezTo>
                <a:cubicBezTo>
                  <a:pt x="2747466" y="28735"/>
                  <a:pt x="2751511" y="31734"/>
                  <a:pt x="2755405" y="34930"/>
                </a:cubicBezTo>
                <a:cubicBezTo>
                  <a:pt x="2759301" y="38128"/>
                  <a:pt x="2763032" y="41509"/>
                  <a:pt x="2766595" y="45072"/>
                </a:cubicBezTo>
                <a:cubicBezTo>
                  <a:pt x="2770160" y="48636"/>
                  <a:pt x="2773540" y="52366"/>
                  <a:pt x="2776737" y="56262"/>
                </a:cubicBezTo>
                <a:cubicBezTo>
                  <a:pt x="2779936" y="60159"/>
                  <a:pt x="2782934" y="64202"/>
                  <a:pt x="2785733" y="68392"/>
                </a:cubicBezTo>
                <a:cubicBezTo>
                  <a:pt x="2788534" y="72583"/>
                  <a:pt x="2791122" y="76901"/>
                  <a:pt x="2793499" y="81346"/>
                </a:cubicBezTo>
                <a:cubicBezTo>
                  <a:pt x="2795875" y="85790"/>
                  <a:pt x="2798027" y="90342"/>
                  <a:pt x="2799954" y="94998"/>
                </a:cubicBezTo>
                <a:cubicBezTo>
                  <a:pt x="2801883" y="99654"/>
                  <a:pt x="2803580" y="104394"/>
                  <a:pt x="2805043" y="109217"/>
                </a:cubicBezTo>
                <a:cubicBezTo>
                  <a:pt x="2806505" y="114040"/>
                  <a:pt x="2807729" y="118923"/>
                  <a:pt x="2808711" y="123866"/>
                </a:cubicBezTo>
                <a:cubicBezTo>
                  <a:pt x="2809697" y="128809"/>
                  <a:pt x="2810434" y="133789"/>
                  <a:pt x="2810930" y="138804"/>
                </a:cubicBezTo>
                <a:cubicBezTo>
                  <a:pt x="2811423" y="143820"/>
                  <a:pt x="2811669" y="148848"/>
                  <a:pt x="2811671" y="153889"/>
                </a:cubicBezTo>
                <a:lnTo>
                  <a:pt x="2811671" y="1555987"/>
                </a:lnTo>
                <a:cubicBezTo>
                  <a:pt x="2811669" y="1561027"/>
                  <a:pt x="2811423" y="1566054"/>
                  <a:pt x="2810930" y="1571070"/>
                </a:cubicBezTo>
                <a:cubicBezTo>
                  <a:pt x="2810434" y="1576086"/>
                  <a:pt x="2809697" y="1581066"/>
                  <a:pt x="2808711" y="1586009"/>
                </a:cubicBezTo>
                <a:cubicBezTo>
                  <a:pt x="2807729" y="1590952"/>
                  <a:pt x="2806505" y="1595835"/>
                  <a:pt x="2805043" y="1600659"/>
                </a:cubicBezTo>
                <a:cubicBezTo>
                  <a:pt x="2803580" y="1605481"/>
                  <a:pt x="2801883" y="1610221"/>
                  <a:pt x="2799954" y="1614877"/>
                </a:cubicBezTo>
                <a:cubicBezTo>
                  <a:pt x="2798027" y="1619534"/>
                  <a:pt x="2795875" y="1624084"/>
                  <a:pt x="2793499" y="1628529"/>
                </a:cubicBezTo>
                <a:cubicBezTo>
                  <a:pt x="2791122" y="1632975"/>
                  <a:pt x="2788534" y="1637292"/>
                  <a:pt x="2785735" y="1641482"/>
                </a:cubicBezTo>
                <a:cubicBezTo>
                  <a:pt x="2782934" y="1645673"/>
                  <a:pt x="2779936" y="1649717"/>
                  <a:pt x="2776737" y="1653612"/>
                </a:cubicBezTo>
                <a:cubicBezTo>
                  <a:pt x="2773540" y="1657509"/>
                  <a:pt x="2770160" y="1661239"/>
                  <a:pt x="2766597" y="1664802"/>
                </a:cubicBezTo>
                <a:cubicBezTo>
                  <a:pt x="2763032" y="1668366"/>
                  <a:pt x="2759303" y="1671747"/>
                  <a:pt x="2755407" y="1674944"/>
                </a:cubicBezTo>
                <a:cubicBezTo>
                  <a:pt x="2751511" y="1678142"/>
                  <a:pt x="2747468" y="1681141"/>
                  <a:pt x="2743275" y="1683941"/>
                </a:cubicBezTo>
                <a:cubicBezTo>
                  <a:pt x="2739086" y="1686741"/>
                  <a:pt x="2734767" y="1689329"/>
                  <a:pt x="2730323" y="1691705"/>
                </a:cubicBezTo>
                <a:cubicBezTo>
                  <a:pt x="2725878" y="1694080"/>
                  <a:pt x="2721327" y="1696233"/>
                  <a:pt x="2716671" y="1698161"/>
                </a:cubicBezTo>
                <a:cubicBezTo>
                  <a:pt x="2712014" y="1700090"/>
                  <a:pt x="2707275" y="1701787"/>
                  <a:pt x="2702451" y="1703249"/>
                </a:cubicBezTo>
                <a:cubicBezTo>
                  <a:pt x="2697629" y="1704712"/>
                  <a:pt x="2692746" y="1705936"/>
                  <a:pt x="2687803" y="1706918"/>
                </a:cubicBezTo>
                <a:cubicBezTo>
                  <a:pt x="2682860" y="1707902"/>
                  <a:pt x="2677881" y="1708641"/>
                  <a:pt x="2672867" y="1709134"/>
                </a:cubicBezTo>
                <a:cubicBezTo>
                  <a:pt x="2667849" y="1709629"/>
                  <a:pt x="2662821" y="1709876"/>
                  <a:pt x="2657780" y="1709876"/>
                </a:cubicBezTo>
                <a:lnTo>
                  <a:pt x="153891" y="1709876"/>
                </a:lnTo>
                <a:cubicBezTo>
                  <a:pt x="148850" y="1709876"/>
                  <a:pt x="143822" y="1709629"/>
                  <a:pt x="138806" y="1709134"/>
                </a:cubicBezTo>
                <a:cubicBezTo>
                  <a:pt x="133792" y="1708641"/>
                  <a:pt x="128811" y="1707902"/>
                  <a:pt x="123868" y="1706918"/>
                </a:cubicBezTo>
                <a:cubicBezTo>
                  <a:pt x="118925" y="1705936"/>
                  <a:pt x="114042" y="1704712"/>
                  <a:pt x="109218" y="1703249"/>
                </a:cubicBezTo>
                <a:cubicBezTo>
                  <a:pt x="104395" y="1701787"/>
                  <a:pt x="99655" y="1700090"/>
                  <a:pt x="94998" y="1698161"/>
                </a:cubicBezTo>
                <a:cubicBezTo>
                  <a:pt x="90342" y="1696233"/>
                  <a:pt x="85791" y="1694080"/>
                  <a:pt x="81347" y="1691705"/>
                </a:cubicBezTo>
                <a:cubicBezTo>
                  <a:pt x="76902" y="1689329"/>
                  <a:pt x="72583" y="1686741"/>
                  <a:pt x="68392" y="1683940"/>
                </a:cubicBezTo>
                <a:cubicBezTo>
                  <a:pt x="64203" y="1681141"/>
                  <a:pt x="60160" y="1678142"/>
                  <a:pt x="56264" y="1674944"/>
                </a:cubicBezTo>
                <a:cubicBezTo>
                  <a:pt x="52368" y="1671747"/>
                  <a:pt x="48639" y="1668366"/>
                  <a:pt x="45074" y="1664802"/>
                </a:cubicBezTo>
                <a:cubicBezTo>
                  <a:pt x="41511" y="1661239"/>
                  <a:pt x="38129" y="1657509"/>
                  <a:pt x="34932" y="1653613"/>
                </a:cubicBezTo>
                <a:cubicBezTo>
                  <a:pt x="31735" y="1649717"/>
                  <a:pt x="28735" y="1645673"/>
                  <a:pt x="25934" y="1641482"/>
                </a:cubicBezTo>
                <a:cubicBezTo>
                  <a:pt x="23135" y="1637292"/>
                  <a:pt x="20547" y="1632975"/>
                  <a:pt x="18172" y="1628529"/>
                </a:cubicBezTo>
                <a:cubicBezTo>
                  <a:pt x="15796" y="1624084"/>
                  <a:pt x="13644" y="1619534"/>
                  <a:pt x="11713" y="1614877"/>
                </a:cubicBezTo>
                <a:cubicBezTo>
                  <a:pt x="9786" y="1610221"/>
                  <a:pt x="8091" y="1605481"/>
                  <a:pt x="6626" y="1600659"/>
                </a:cubicBezTo>
                <a:cubicBezTo>
                  <a:pt x="5162" y="1595835"/>
                  <a:pt x="3940" y="1590952"/>
                  <a:pt x="2956" y="1586009"/>
                </a:cubicBezTo>
                <a:cubicBezTo>
                  <a:pt x="1974" y="1581066"/>
                  <a:pt x="1235" y="1576086"/>
                  <a:pt x="741" y="1571070"/>
                </a:cubicBezTo>
                <a:cubicBezTo>
                  <a:pt x="248" y="1566054"/>
                  <a:pt x="0" y="1561027"/>
                  <a:pt x="0" y="1555987"/>
                </a:cubicBezTo>
                <a:lnTo>
                  <a:pt x="0" y="153889"/>
                </a:lnTo>
                <a:cubicBezTo>
                  <a:pt x="0" y="148848"/>
                  <a:pt x="248" y="143820"/>
                  <a:pt x="741" y="138804"/>
                </a:cubicBezTo>
                <a:cubicBezTo>
                  <a:pt x="1235" y="133789"/>
                  <a:pt x="1974" y="128809"/>
                  <a:pt x="2956" y="123866"/>
                </a:cubicBezTo>
                <a:cubicBezTo>
                  <a:pt x="3940" y="118923"/>
                  <a:pt x="5162" y="114040"/>
                  <a:pt x="6626" y="109217"/>
                </a:cubicBezTo>
                <a:cubicBezTo>
                  <a:pt x="8091" y="104394"/>
                  <a:pt x="9786" y="99654"/>
                  <a:pt x="11713" y="94998"/>
                </a:cubicBezTo>
                <a:cubicBezTo>
                  <a:pt x="13644" y="90342"/>
                  <a:pt x="15796" y="85790"/>
                  <a:pt x="18172" y="81346"/>
                </a:cubicBezTo>
                <a:cubicBezTo>
                  <a:pt x="20547" y="76901"/>
                  <a:pt x="23135" y="72583"/>
                  <a:pt x="25934" y="68392"/>
                </a:cubicBezTo>
                <a:cubicBezTo>
                  <a:pt x="28735" y="64202"/>
                  <a:pt x="31735" y="60159"/>
                  <a:pt x="34932" y="56262"/>
                </a:cubicBezTo>
                <a:cubicBezTo>
                  <a:pt x="38129" y="52366"/>
                  <a:pt x="41511" y="48636"/>
                  <a:pt x="45074" y="45072"/>
                </a:cubicBezTo>
                <a:cubicBezTo>
                  <a:pt x="48639" y="41509"/>
                  <a:pt x="52368" y="38128"/>
                  <a:pt x="56262" y="34930"/>
                </a:cubicBezTo>
                <a:cubicBezTo>
                  <a:pt x="60160" y="31734"/>
                  <a:pt x="64203" y="28735"/>
                  <a:pt x="68392" y="25934"/>
                </a:cubicBezTo>
                <a:cubicBezTo>
                  <a:pt x="72583" y="23134"/>
                  <a:pt x="76902" y="20547"/>
                  <a:pt x="81346" y="18171"/>
                </a:cubicBezTo>
                <a:cubicBezTo>
                  <a:pt x="85791" y="15795"/>
                  <a:pt x="90342" y="13642"/>
                  <a:pt x="94998" y="11714"/>
                </a:cubicBezTo>
                <a:cubicBezTo>
                  <a:pt x="99655" y="9785"/>
                  <a:pt x="104395" y="8089"/>
                  <a:pt x="109218" y="6626"/>
                </a:cubicBezTo>
                <a:cubicBezTo>
                  <a:pt x="114042" y="5163"/>
                  <a:pt x="118925" y="3940"/>
                  <a:pt x="123866" y="2956"/>
                </a:cubicBezTo>
                <a:cubicBezTo>
                  <a:pt x="128811" y="1973"/>
                  <a:pt x="133790" y="1235"/>
                  <a:pt x="138806" y="740"/>
                </a:cubicBezTo>
                <a:cubicBezTo>
                  <a:pt x="143822" y="247"/>
                  <a:pt x="148850" y="0"/>
                  <a:pt x="15389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8" name="time-strip-0">
            <a:extLst xmlns:a="http://schemas.openxmlformats.org/drawingml/2006/main">
              <a:ext uri="{FF2B5EF4-FFF2-40B4-BE49-F238E27FC236}">
                <a16:creationId xmlns:a16="http://schemas.microsoft.com/office/drawing/2014/main" id="{848F19C1-526B-4EF3-8E4A-4B3DF06E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991961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time-strip-1">
            <a:extLst xmlns:a="http://schemas.openxmlformats.org/drawingml/2006/main">
              <a:ext uri="{FF2B5EF4-FFF2-40B4-BE49-F238E27FC236}">
                <a16:creationId xmlns:a16="http://schemas.microsoft.com/office/drawing/2014/main" id="{A111E959-01E0-4136-A9A2-7781B87B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013966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time-strip-2">
            <a:extLst xmlns:a="http://schemas.openxmlformats.org/drawingml/2006/main">
              <a:ext uri="{FF2B5EF4-FFF2-40B4-BE49-F238E27FC236}">
                <a16:creationId xmlns:a16="http://schemas.microsoft.com/office/drawing/2014/main" id="{59D90810-CBEA-440A-AD49-008B51EE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035971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time-strip-3">
            <a:extLst xmlns:a="http://schemas.openxmlformats.org/drawingml/2006/main">
              <a:ext uri="{FF2B5EF4-FFF2-40B4-BE49-F238E27FC236}">
                <a16:creationId xmlns:a16="http://schemas.microsoft.com/office/drawing/2014/main" id="{FBB60F6E-FD08-48C3-854F-31C78F9F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057977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time-strip-4">
            <a:extLst xmlns:a="http://schemas.openxmlformats.org/drawingml/2006/main">
              <a:ext uri="{FF2B5EF4-FFF2-40B4-BE49-F238E27FC236}">
                <a16:creationId xmlns:a16="http://schemas.microsoft.com/office/drawing/2014/main" id="{433C4940-A7B8-4D51-A72A-87877D34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079982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time-strip-5">
            <a:extLst xmlns:a="http://schemas.openxmlformats.org/drawingml/2006/main">
              <a:ext uri="{FF2B5EF4-FFF2-40B4-BE49-F238E27FC236}">
                <a16:creationId xmlns:a16="http://schemas.microsoft.com/office/drawing/2014/main" id="{2E7D8DDC-3FF6-45BB-86CA-0A365757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101987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C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time-strip-6">
            <a:extLst xmlns:a="http://schemas.openxmlformats.org/drawingml/2006/main">
              <a:ext uri="{FF2B5EF4-FFF2-40B4-BE49-F238E27FC236}">
                <a16:creationId xmlns:a16="http://schemas.microsoft.com/office/drawing/2014/main" id="{2DE6282E-63D8-4200-A48F-C869D726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123993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time-strip-7">
            <a:extLst xmlns:a="http://schemas.openxmlformats.org/drawingml/2006/main">
              <a:ext uri="{FF2B5EF4-FFF2-40B4-BE49-F238E27FC236}">
                <a16:creationId xmlns:a16="http://schemas.microsoft.com/office/drawing/2014/main" id="{96E437EC-8DA3-480C-8BAE-F87B7DF6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145998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time-strip-8">
            <a:extLst xmlns:a="http://schemas.openxmlformats.org/drawingml/2006/main">
              <a:ext uri="{FF2B5EF4-FFF2-40B4-BE49-F238E27FC236}">
                <a16:creationId xmlns:a16="http://schemas.microsoft.com/office/drawing/2014/main" id="{85E219AF-7050-4902-BA0E-514E7459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168003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time-strip-9">
            <a:extLst xmlns:a="http://schemas.openxmlformats.org/drawingml/2006/main">
              <a:ext uri="{FF2B5EF4-FFF2-40B4-BE49-F238E27FC236}">
                <a16:creationId xmlns:a16="http://schemas.microsoft.com/office/drawing/2014/main" id="{AA23FF08-AE5C-47C1-B10F-5A726906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190008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E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time-strip-10">
            <a:extLst xmlns:a="http://schemas.openxmlformats.org/drawingml/2006/main">
              <a:ext uri="{FF2B5EF4-FFF2-40B4-BE49-F238E27FC236}">
                <a16:creationId xmlns:a16="http://schemas.microsoft.com/office/drawing/2014/main" id="{718FEB72-1E6B-4C50-86D9-9AED1F28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212014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time-strip-11">
            <a:extLst xmlns:a="http://schemas.openxmlformats.org/drawingml/2006/main">
              <a:ext uri="{FF2B5EF4-FFF2-40B4-BE49-F238E27FC236}">
                <a16:creationId xmlns:a16="http://schemas.microsoft.com/office/drawing/2014/main" id="{4411B109-904D-4D6D-83B3-FEE05F93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234019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time-strip-12">
            <a:extLst xmlns:a="http://schemas.openxmlformats.org/drawingml/2006/main">
              <a:ext uri="{FF2B5EF4-FFF2-40B4-BE49-F238E27FC236}">
                <a16:creationId xmlns:a16="http://schemas.microsoft.com/office/drawing/2014/main" id="{7F9C581C-388C-4D1A-A2A5-4D171292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256024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time-strip-13">
            <a:extLst xmlns:a="http://schemas.openxmlformats.org/drawingml/2006/main">
              <a:ext uri="{FF2B5EF4-FFF2-40B4-BE49-F238E27FC236}">
                <a16:creationId xmlns:a16="http://schemas.microsoft.com/office/drawing/2014/main" id="{74FAF9CE-E295-40C0-A99C-03C0696F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278030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time-strip-14">
            <a:extLst xmlns:a="http://schemas.openxmlformats.org/drawingml/2006/main">
              <a:ext uri="{FF2B5EF4-FFF2-40B4-BE49-F238E27FC236}">
                <a16:creationId xmlns:a16="http://schemas.microsoft.com/office/drawing/2014/main" id="{4A5C3C84-4AC4-46A2-8B5D-8D0BEC15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300035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time-strip-15">
            <a:extLst xmlns:a="http://schemas.openxmlformats.org/drawingml/2006/main">
              <a:ext uri="{FF2B5EF4-FFF2-40B4-BE49-F238E27FC236}">
                <a16:creationId xmlns:a16="http://schemas.microsoft.com/office/drawing/2014/main" id="{0B1714ED-6E08-4BE7-8A0A-233385C9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322040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E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time-strip-16">
            <a:extLst xmlns:a="http://schemas.openxmlformats.org/drawingml/2006/main">
              <a:ext uri="{FF2B5EF4-FFF2-40B4-BE49-F238E27FC236}">
                <a16:creationId xmlns:a16="http://schemas.microsoft.com/office/drawing/2014/main" id="{E4467A45-483F-4DBB-837E-98D50D52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344046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5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time-strip-17">
            <a:extLst xmlns:a="http://schemas.openxmlformats.org/drawingml/2006/main">
              <a:ext uri="{FF2B5EF4-FFF2-40B4-BE49-F238E27FC236}">
                <a16:creationId xmlns:a16="http://schemas.microsoft.com/office/drawing/2014/main" id="{CDA2E7A1-742C-4745-899D-E2860BD4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366051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time-strip-18">
            <a:extLst xmlns:a="http://schemas.openxmlformats.org/drawingml/2006/main">
              <a:ext uri="{FF2B5EF4-FFF2-40B4-BE49-F238E27FC236}">
                <a16:creationId xmlns:a16="http://schemas.microsoft.com/office/drawing/2014/main" id="{3E0A607E-4145-492B-A86A-B4A32FE1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388056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2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" name="time-strip-19">
            <a:extLst xmlns:a="http://schemas.openxmlformats.org/drawingml/2006/main">
              <a:ext uri="{FF2B5EF4-FFF2-40B4-BE49-F238E27FC236}">
                <a16:creationId xmlns:a16="http://schemas.microsoft.com/office/drawing/2014/main" id="{8D4EDD14-6F86-49A8-8D6F-801ADFA4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410061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9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time-strip-20">
            <a:extLst xmlns:a="http://schemas.openxmlformats.org/drawingml/2006/main">
              <a:ext uri="{FF2B5EF4-FFF2-40B4-BE49-F238E27FC236}">
                <a16:creationId xmlns:a16="http://schemas.microsoft.com/office/drawing/2014/main" id="{11C67A93-8374-4E69-BC65-A6ECB232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432067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time-strip-21">
            <a:extLst xmlns:a="http://schemas.openxmlformats.org/drawingml/2006/main">
              <a:ext uri="{FF2B5EF4-FFF2-40B4-BE49-F238E27FC236}">
                <a16:creationId xmlns:a16="http://schemas.microsoft.com/office/drawing/2014/main" id="{85A9E1C0-C566-4009-85F6-271E3967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454072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time-strip-22">
            <a:extLst xmlns:a="http://schemas.openxmlformats.org/drawingml/2006/main">
              <a:ext uri="{FF2B5EF4-FFF2-40B4-BE49-F238E27FC236}">
                <a16:creationId xmlns:a16="http://schemas.microsoft.com/office/drawing/2014/main" id="{B60B4827-2658-4285-9E5D-7F8D62E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476077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6D04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time-strip-23">
            <a:extLst xmlns:a="http://schemas.openxmlformats.org/drawingml/2006/main">
              <a:ext uri="{FF2B5EF4-FFF2-40B4-BE49-F238E27FC236}">
                <a16:creationId xmlns:a16="http://schemas.microsoft.com/office/drawing/2014/main" id="{F96D9C55-35B5-4D50-B92C-B9023C6E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498083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6307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time-strip-24">
            <a:extLst xmlns:a="http://schemas.openxmlformats.org/drawingml/2006/main">
              <a:ext uri="{FF2B5EF4-FFF2-40B4-BE49-F238E27FC236}">
                <a16:creationId xmlns:a16="http://schemas.microsoft.com/office/drawing/2014/main" id="{A842595A-5F81-4054-94AC-3F160ED4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520088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5A0B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time-strip-25">
            <a:extLst xmlns:a="http://schemas.openxmlformats.org/drawingml/2006/main">
              <a:ext uri="{FF2B5EF4-FFF2-40B4-BE49-F238E27FC236}">
                <a16:creationId xmlns:a16="http://schemas.microsoft.com/office/drawing/2014/main" id="{27AD02AA-5B2D-482B-96DC-B955A477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542093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510F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time-strip-26">
            <a:extLst xmlns:a="http://schemas.openxmlformats.org/drawingml/2006/main">
              <a:ext uri="{FF2B5EF4-FFF2-40B4-BE49-F238E27FC236}">
                <a16:creationId xmlns:a16="http://schemas.microsoft.com/office/drawing/2014/main" id="{E4AB99B6-9637-4305-A94D-A1E7C131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564099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4713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time-strip-27">
            <a:extLst xmlns:a="http://schemas.openxmlformats.org/drawingml/2006/main">
              <a:ext uri="{FF2B5EF4-FFF2-40B4-BE49-F238E27FC236}">
                <a16:creationId xmlns:a16="http://schemas.microsoft.com/office/drawing/2014/main" id="{DACC10D6-7115-4909-A7F0-B56B0B48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586104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3E16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time-strip-28">
            <a:extLst xmlns:a="http://schemas.openxmlformats.org/drawingml/2006/main">
              <a:ext uri="{FF2B5EF4-FFF2-40B4-BE49-F238E27FC236}">
                <a16:creationId xmlns:a16="http://schemas.microsoft.com/office/drawing/2014/main" id="{A6DF4AAD-4C6E-440F-978D-9C9CFA90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608109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351A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time-strip-29">
            <a:extLst xmlns:a="http://schemas.openxmlformats.org/drawingml/2006/main">
              <a:ext uri="{FF2B5EF4-FFF2-40B4-BE49-F238E27FC236}">
                <a16:creationId xmlns:a16="http://schemas.microsoft.com/office/drawing/2014/main" id="{4CE7817F-D6E2-4E73-8B74-C1832622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630114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2B1E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time-strip-30">
            <a:extLst xmlns:a="http://schemas.openxmlformats.org/drawingml/2006/main">
              <a:ext uri="{FF2B5EF4-FFF2-40B4-BE49-F238E27FC236}">
                <a16:creationId xmlns:a16="http://schemas.microsoft.com/office/drawing/2014/main" id="{A1BDD526-B173-4065-915C-6A61FE6B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652120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2221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9" name="time-strip-31">
            <a:extLst xmlns:a="http://schemas.openxmlformats.org/drawingml/2006/main">
              <a:ext uri="{FF2B5EF4-FFF2-40B4-BE49-F238E27FC236}">
                <a16:creationId xmlns:a16="http://schemas.microsoft.com/office/drawing/2014/main" id="{7AC45BBC-7161-45A1-BD75-2828973D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674125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925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0" name="time-strip-32">
            <a:extLst xmlns:a="http://schemas.openxmlformats.org/drawingml/2006/main">
              <a:ext uri="{FF2B5EF4-FFF2-40B4-BE49-F238E27FC236}">
                <a16:creationId xmlns:a16="http://schemas.microsoft.com/office/drawing/2014/main" id="{555593B0-C28A-4B84-80D5-EAF4B78A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696130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32B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1" name="time-strip-33">
            <a:extLst xmlns:a="http://schemas.openxmlformats.org/drawingml/2006/main">
              <a:ext uri="{FF2B5EF4-FFF2-40B4-BE49-F238E27FC236}">
                <a16:creationId xmlns:a16="http://schemas.microsoft.com/office/drawing/2014/main" id="{0B8499BE-1AA7-4957-84B8-5EEAD825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718136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1134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time-strip-34">
            <a:extLst xmlns:a="http://schemas.openxmlformats.org/drawingml/2006/main">
              <a:ext uri="{FF2B5EF4-FFF2-40B4-BE49-F238E27FC236}">
                <a16:creationId xmlns:a16="http://schemas.microsoft.com/office/drawing/2014/main" id="{16D86D75-4DC4-4A29-AF55-A72AF73A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740141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0F3D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3" name="time-strip-35">
            <a:extLst xmlns:a="http://schemas.openxmlformats.org/drawingml/2006/main">
              <a:ext uri="{FF2B5EF4-FFF2-40B4-BE49-F238E27FC236}">
                <a16:creationId xmlns:a16="http://schemas.microsoft.com/office/drawing/2014/main" id="{E1BC6545-A8FF-4E83-A69E-67981B3F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762146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D46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4" name="time-strip-36">
            <a:extLst xmlns:a="http://schemas.openxmlformats.org/drawingml/2006/main">
              <a:ext uri="{FF2B5EF4-FFF2-40B4-BE49-F238E27FC236}">
                <a16:creationId xmlns:a16="http://schemas.microsoft.com/office/drawing/2014/main" id="{00F4120F-87E1-4D08-9E98-556BC182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784152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0B4F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5" name="time-strip-37">
            <a:extLst xmlns:a="http://schemas.openxmlformats.org/drawingml/2006/main">
              <a:ext uri="{FF2B5EF4-FFF2-40B4-BE49-F238E27FC236}">
                <a16:creationId xmlns:a16="http://schemas.microsoft.com/office/drawing/2014/main" id="{C248CFA5-DEF4-463A-B0D9-1370E5EB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806157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A5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6" name="time-strip-38">
            <a:extLst xmlns:a="http://schemas.openxmlformats.org/drawingml/2006/main">
              <a:ext uri="{FF2B5EF4-FFF2-40B4-BE49-F238E27FC236}">
                <a16:creationId xmlns:a16="http://schemas.microsoft.com/office/drawing/2014/main" id="{4CB69829-7A50-44CC-B4AB-B39D21AE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828162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0861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7" name="time-strip-39">
            <a:extLst xmlns:a="http://schemas.openxmlformats.org/drawingml/2006/main">
              <a:ext uri="{FF2B5EF4-FFF2-40B4-BE49-F238E27FC236}">
                <a16:creationId xmlns:a16="http://schemas.microsoft.com/office/drawing/2014/main" id="{1BC06D2A-FE77-4A8B-A3C8-946FD5D7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850167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0669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8" name="time-strip-40">
            <a:extLst xmlns:a="http://schemas.openxmlformats.org/drawingml/2006/main">
              <a:ext uri="{FF2B5EF4-FFF2-40B4-BE49-F238E27FC236}">
                <a16:creationId xmlns:a16="http://schemas.microsoft.com/office/drawing/2014/main" id="{93C7EB22-F644-40DF-9798-A28FC251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872173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0472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time-strip-41">
            <a:extLst xmlns:a="http://schemas.openxmlformats.org/drawingml/2006/main">
              <a:ext uri="{FF2B5EF4-FFF2-40B4-BE49-F238E27FC236}">
                <a16:creationId xmlns:a16="http://schemas.microsoft.com/office/drawing/2014/main" id="{8DBB1103-268D-4395-94BE-FEC0DB5D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894178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027B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time-strip-42">
            <a:extLst xmlns:a="http://schemas.openxmlformats.org/drawingml/2006/main">
              <a:ext uri="{FF2B5EF4-FFF2-40B4-BE49-F238E27FC236}">
                <a16:creationId xmlns:a16="http://schemas.microsoft.com/office/drawing/2014/main" id="{05094D2F-CB87-43BA-AF50-9748F8E6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916183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84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1" name="time-strip-43">
            <a:extLst xmlns:a="http://schemas.openxmlformats.org/drawingml/2006/main">
              <a:ext uri="{FF2B5EF4-FFF2-40B4-BE49-F238E27FC236}">
                <a16:creationId xmlns:a16="http://schemas.microsoft.com/office/drawing/2014/main" id="{B03B9F6E-9F1B-4C1B-83B3-9CFA3E67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938189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089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2" name="time-strip-44">
            <a:extLst xmlns:a="http://schemas.openxmlformats.org/drawingml/2006/main">
              <a:ext uri="{FF2B5EF4-FFF2-40B4-BE49-F238E27FC236}">
                <a16:creationId xmlns:a16="http://schemas.microsoft.com/office/drawing/2014/main" id="{963860C9-CE6F-475C-9BAE-FC9A6E11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960194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008E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time-strip-45">
            <a:extLst xmlns:a="http://schemas.openxmlformats.org/drawingml/2006/main">
              <a:ext uri="{FF2B5EF4-FFF2-40B4-BE49-F238E27FC236}">
                <a16:creationId xmlns:a16="http://schemas.microsoft.com/office/drawing/2014/main" id="{E21623C0-DE03-4AF5-8BAA-F0572342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1982199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0094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4" name="time-strip-46">
            <a:extLst xmlns:a="http://schemas.openxmlformats.org/drawingml/2006/main">
              <a:ext uri="{FF2B5EF4-FFF2-40B4-BE49-F238E27FC236}">
                <a16:creationId xmlns:a16="http://schemas.microsoft.com/office/drawing/2014/main" id="{F44DBE92-83F1-4540-A973-15F84DBB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004205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0099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5" name="time-strip-47">
            <a:extLst xmlns:a="http://schemas.openxmlformats.org/drawingml/2006/main">
              <a:ext uri="{FF2B5EF4-FFF2-40B4-BE49-F238E27FC236}">
                <a16:creationId xmlns:a16="http://schemas.microsoft.com/office/drawing/2014/main" id="{D464F46C-AAAB-4EA6-BA14-09A96179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026210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009E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time-strip-48">
            <a:extLst xmlns:a="http://schemas.openxmlformats.org/drawingml/2006/main">
              <a:ext uri="{FF2B5EF4-FFF2-40B4-BE49-F238E27FC236}">
                <a16:creationId xmlns:a16="http://schemas.microsoft.com/office/drawing/2014/main" id="{76FD922A-9F61-4BE9-8881-FDFCF8D3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048215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00A3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time-strip-49">
            <a:extLst xmlns:a="http://schemas.openxmlformats.org/drawingml/2006/main">
              <a:ext uri="{FF2B5EF4-FFF2-40B4-BE49-F238E27FC236}">
                <a16:creationId xmlns:a16="http://schemas.microsoft.com/office/drawing/2014/main" id="{B930E245-8A2C-4A10-8F39-BA312295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070220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00A9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time-strip-50">
            <a:extLst xmlns:a="http://schemas.openxmlformats.org/drawingml/2006/main">
              <a:ext uri="{FF2B5EF4-FFF2-40B4-BE49-F238E27FC236}">
                <a16:creationId xmlns:a16="http://schemas.microsoft.com/office/drawing/2014/main" id="{6108DB78-83DA-4092-80A2-8802B5D3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092226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AE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time-strip-51">
            <a:extLst xmlns:a="http://schemas.openxmlformats.org/drawingml/2006/main">
              <a:ext uri="{FF2B5EF4-FFF2-40B4-BE49-F238E27FC236}">
                <a16:creationId xmlns:a16="http://schemas.microsoft.com/office/drawing/2014/main" id="{A7B68189-701A-4350-9553-C8100195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114231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00B3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time-strip-52">
            <a:extLst xmlns:a="http://schemas.openxmlformats.org/drawingml/2006/main">
              <a:ext uri="{FF2B5EF4-FFF2-40B4-BE49-F238E27FC236}">
                <a16:creationId xmlns:a16="http://schemas.microsoft.com/office/drawing/2014/main" id="{6D793E71-0FE7-4DA7-8C8A-7062CAB8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136236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0B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1" name="time-strip-53">
            <a:extLst xmlns:a="http://schemas.openxmlformats.org/drawingml/2006/main">
              <a:ext uri="{FF2B5EF4-FFF2-40B4-BE49-F238E27FC236}">
                <a16:creationId xmlns:a16="http://schemas.microsoft.com/office/drawing/2014/main" id="{A2E2CBDE-6992-4B8A-B471-301073FB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158242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00BA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time-strip-54">
            <a:extLst xmlns:a="http://schemas.openxmlformats.org/drawingml/2006/main">
              <a:ext uri="{FF2B5EF4-FFF2-40B4-BE49-F238E27FC236}">
                <a16:creationId xmlns:a16="http://schemas.microsoft.com/office/drawing/2014/main" id="{E494FFAB-C791-45FB-B7B5-D3C7B850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180247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00B9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time-strip-55">
            <a:extLst xmlns:a="http://schemas.openxmlformats.org/drawingml/2006/main">
              <a:ext uri="{FF2B5EF4-FFF2-40B4-BE49-F238E27FC236}">
                <a16:creationId xmlns:a16="http://schemas.microsoft.com/office/drawing/2014/main" id="{2F73F368-43D1-4BAC-8C6C-25BDFC4A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202252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00B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time-strip-56">
            <a:extLst xmlns:a="http://schemas.openxmlformats.org/drawingml/2006/main">
              <a:ext uri="{FF2B5EF4-FFF2-40B4-BE49-F238E27FC236}">
                <a16:creationId xmlns:a16="http://schemas.microsoft.com/office/drawing/2014/main" id="{C76D2307-3E29-4A6C-B2F9-2240C9FE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224258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0B6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5" name="time-strip-57">
            <a:extLst xmlns:a="http://schemas.openxmlformats.org/drawingml/2006/main">
              <a:ext uri="{FF2B5EF4-FFF2-40B4-BE49-F238E27FC236}">
                <a16:creationId xmlns:a16="http://schemas.microsoft.com/office/drawing/2014/main" id="{357B20C3-8650-4CBF-81E3-3866B2E8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246263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00B5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time-strip-58">
            <a:extLst xmlns:a="http://schemas.openxmlformats.org/drawingml/2006/main">
              <a:ext uri="{FF2B5EF4-FFF2-40B4-BE49-F238E27FC236}">
                <a16:creationId xmlns:a16="http://schemas.microsoft.com/office/drawing/2014/main" id="{43E66649-10BD-4537-8D76-D3CBE00F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268268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00B4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7" name="time-strip-59">
            <a:extLst xmlns:a="http://schemas.openxmlformats.org/drawingml/2006/main">
              <a:ext uri="{FF2B5EF4-FFF2-40B4-BE49-F238E27FC236}">
                <a16:creationId xmlns:a16="http://schemas.microsoft.com/office/drawing/2014/main" id="{2ED0099E-FA58-4D54-9DF9-0301E402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290273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0B2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8" name="time-strip-60">
            <a:extLst xmlns:a="http://schemas.openxmlformats.org/drawingml/2006/main">
              <a:ext uri="{FF2B5EF4-FFF2-40B4-BE49-F238E27FC236}">
                <a16:creationId xmlns:a16="http://schemas.microsoft.com/office/drawing/2014/main" id="{D1CC6291-7B08-4CB9-B17F-603A4117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312279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0B1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9" name="time-strip-61">
            <a:extLst xmlns:a="http://schemas.openxmlformats.org/drawingml/2006/main">
              <a:ext uri="{FF2B5EF4-FFF2-40B4-BE49-F238E27FC236}">
                <a16:creationId xmlns:a16="http://schemas.microsoft.com/office/drawing/2014/main" id="{837CB830-EFFB-4798-992E-28F0AB42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334284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00B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0" name="time-strip-62">
            <a:extLst xmlns:a="http://schemas.openxmlformats.org/drawingml/2006/main">
              <a:ext uri="{FF2B5EF4-FFF2-40B4-BE49-F238E27FC236}">
                <a16:creationId xmlns:a16="http://schemas.microsoft.com/office/drawing/2014/main" id="{5AF676D6-8D1D-49BB-8120-F5A5D13B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356289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00AE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1" name="time-strip-63">
            <a:extLst xmlns:a="http://schemas.openxmlformats.org/drawingml/2006/main">
              <a:ext uri="{FF2B5EF4-FFF2-40B4-BE49-F238E27FC236}">
                <a16:creationId xmlns:a16="http://schemas.microsoft.com/office/drawing/2014/main" id="{409B1439-B3B3-47A5-97E4-9DBE67A7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546" y="2378295"/>
            <a:ext cx="69396" cy="2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0AD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pdf-text-83-0">
            <a:extLst xmlns:a="http://schemas.openxmlformats.org/drawingml/2006/main">
              <a:ext uri="{FF2B5EF4-FFF2-40B4-BE49-F238E27FC236}">
                <a16:creationId xmlns:a16="http://schemas.microsoft.com/office/drawing/2014/main" id="{C05472EF-D5D8-4637-AE7E-79D598D5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0689" y="1174082"/>
            <a:ext cx="35215" cy="3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3" name="pdf-text-84-0">
            <a:extLst xmlns:a="http://schemas.openxmlformats.org/drawingml/2006/main">
              <a:ext uri="{FF2B5EF4-FFF2-40B4-BE49-F238E27FC236}">
                <a16:creationId xmlns:a16="http://schemas.microsoft.com/office/drawing/2014/main" id="{D5D658FD-E421-421B-AFAD-A14CFE04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9495" y="1421064"/>
            <a:ext cx="17610" cy="3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4" name="pdf-text-85-0">
            <a:extLst xmlns:a="http://schemas.openxmlformats.org/drawingml/2006/main">
              <a:ext uri="{FF2B5EF4-FFF2-40B4-BE49-F238E27FC236}">
                <a16:creationId xmlns:a16="http://schemas.microsoft.com/office/drawing/2014/main" id="{C9C1ED78-ECBB-401D-8B28-961803B2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3162" y="1668046"/>
            <a:ext cx="17610" cy="3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5" name="pdf-text-86-0">
            <a:extLst xmlns:a="http://schemas.openxmlformats.org/drawingml/2006/main">
              <a:ext uri="{FF2B5EF4-FFF2-40B4-BE49-F238E27FC236}">
                <a16:creationId xmlns:a16="http://schemas.microsoft.com/office/drawing/2014/main" id="{034EC6D4-502E-4EB1-A7CD-8F58246F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3162" y="1908695"/>
            <a:ext cx="17610" cy="3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6" name="pdf-text-87-0">
            <a:extLst xmlns:a="http://schemas.openxmlformats.org/drawingml/2006/main">
              <a:ext uri="{FF2B5EF4-FFF2-40B4-BE49-F238E27FC236}">
                <a16:creationId xmlns:a16="http://schemas.microsoft.com/office/drawing/2014/main" id="{90A00705-7E81-4989-A08C-D028E1C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3162" y="2155677"/>
            <a:ext cx="17610" cy="3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7" name="pdf-path-24">
            <a:extLst xmlns:a="http://schemas.openxmlformats.org/drawingml/2006/main">
              <a:ext uri="{FF2B5EF4-FFF2-40B4-BE49-F238E27FC236}">
                <a16:creationId xmlns:a16="http://schemas.microsoft.com/office/drawing/2014/main" id="{301E95F5-0355-4D86-978C-7560E489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2148" y="397355"/>
            <a:ext cx="791294" cy="364140"/>
          </a:xfrm>
          <a:custGeom xmlns:a="http://schemas.openxmlformats.org/drawingml/2006/main">
            <a:pathLst>
              <a:path w="791294" h="364140">
                <a:moveTo>
                  <a:pt x="54654" y="0"/>
                </a:moveTo>
                <a:lnTo>
                  <a:pt x="736640" y="0"/>
                </a:lnTo>
                <a:cubicBezTo>
                  <a:pt x="740229" y="0"/>
                  <a:pt x="743784" y="351"/>
                  <a:pt x="747303" y="1050"/>
                </a:cubicBezTo>
                <a:cubicBezTo>
                  <a:pt x="750821" y="1751"/>
                  <a:pt x="754239" y="2787"/>
                  <a:pt x="757555" y="4161"/>
                </a:cubicBezTo>
                <a:cubicBezTo>
                  <a:pt x="760870" y="5534"/>
                  <a:pt x="764018" y="7217"/>
                  <a:pt x="767003" y="9211"/>
                </a:cubicBezTo>
                <a:cubicBezTo>
                  <a:pt x="769987" y="11205"/>
                  <a:pt x="772748" y="13470"/>
                  <a:pt x="775285" y="16008"/>
                </a:cubicBezTo>
                <a:cubicBezTo>
                  <a:pt x="777825" y="18545"/>
                  <a:pt x="780088" y="21306"/>
                  <a:pt x="782082" y="24290"/>
                </a:cubicBezTo>
                <a:cubicBezTo>
                  <a:pt x="784077" y="27273"/>
                  <a:pt x="785758" y="30423"/>
                  <a:pt x="787133" y="33738"/>
                </a:cubicBezTo>
                <a:cubicBezTo>
                  <a:pt x="788505" y="37054"/>
                  <a:pt x="789543" y="40471"/>
                  <a:pt x="790242" y="43991"/>
                </a:cubicBezTo>
                <a:cubicBezTo>
                  <a:pt x="790942" y="47510"/>
                  <a:pt x="791292" y="51064"/>
                  <a:pt x="791294" y="54653"/>
                </a:cubicBezTo>
                <a:lnTo>
                  <a:pt x="791294" y="309488"/>
                </a:lnTo>
                <a:cubicBezTo>
                  <a:pt x="791292" y="313076"/>
                  <a:pt x="790942" y="316631"/>
                  <a:pt x="790242" y="320150"/>
                </a:cubicBezTo>
                <a:cubicBezTo>
                  <a:pt x="789543" y="323670"/>
                  <a:pt x="788505" y="327087"/>
                  <a:pt x="787133" y="330403"/>
                </a:cubicBezTo>
                <a:cubicBezTo>
                  <a:pt x="785758" y="333718"/>
                  <a:pt x="784077" y="336867"/>
                  <a:pt x="782082" y="339851"/>
                </a:cubicBezTo>
                <a:cubicBezTo>
                  <a:pt x="780088" y="342835"/>
                  <a:pt x="777825" y="345595"/>
                  <a:pt x="775285" y="348133"/>
                </a:cubicBezTo>
                <a:cubicBezTo>
                  <a:pt x="772748" y="350671"/>
                  <a:pt x="769987" y="352936"/>
                  <a:pt x="767003" y="354930"/>
                </a:cubicBezTo>
                <a:cubicBezTo>
                  <a:pt x="764018" y="356923"/>
                  <a:pt x="760870" y="358607"/>
                  <a:pt x="757555" y="359981"/>
                </a:cubicBezTo>
                <a:cubicBezTo>
                  <a:pt x="754239" y="361354"/>
                  <a:pt x="750821" y="362390"/>
                  <a:pt x="747301" y="363090"/>
                </a:cubicBezTo>
                <a:cubicBezTo>
                  <a:pt x="743784" y="363791"/>
                  <a:pt x="740229" y="364140"/>
                  <a:pt x="736640" y="364140"/>
                </a:cubicBezTo>
                <a:lnTo>
                  <a:pt x="54654" y="364140"/>
                </a:lnTo>
                <a:cubicBezTo>
                  <a:pt x="51065" y="364140"/>
                  <a:pt x="47510" y="363791"/>
                  <a:pt x="43991" y="363090"/>
                </a:cubicBezTo>
                <a:cubicBezTo>
                  <a:pt x="40471" y="362390"/>
                  <a:pt x="37053" y="361354"/>
                  <a:pt x="33737" y="359981"/>
                </a:cubicBezTo>
                <a:cubicBezTo>
                  <a:pt x="30422" y="358607"/>
                  <a:pt x="27274" y="356923"/>
                  <a:pt x="24290" y="354930"/>
                </a:cubicBezTo>
                <a:cubicBezTo>
                  <a:pt x="21306" y="352936"/>
                  <a:pt x="18545" y="350671"/>
                  <a:pt x="16009" y="348133"/>
                </a:cubicBezTo>
                <a:cubicBezTo>
                  <a:pt x="13470" y="345595"/>
                  <a:pt x="11206" y="342835"/>
                  <a:pt x="9212" y="339851"/>
                </a:cubicBezTo>
                <a:cubicBezTo>
                  <a:pt x="7217" y="336867"/>
                  <a:pt x="5534" y="333718"/>
                  <a:pt x="4160" y="330403"/>
                </a:cubicBezTo>
                <a:cubicBezTo>
                  <a:pt x="2787" y="327087"/>
                  <a:pt x="1749" y="323670"/>
                  <a:pt x="1050" y="320150"/>
                </a:cubicBezTo>
                <a:cubicBezTo>
                  <a:pt x="351" y="316631"/>
                  <a:pt x="0" y="313076"/>
                  <a:pt x="2" y="309488"/>
                </a:cubicBezTo>
                <a:lnTo>
                  <a:pt x="2" y="54653"/>
                </a:lnTo>
                <a:cubicBezTo>
                  <a:pt x="0" y="51064"/>
                  <a:pt x="351" y="47510"/>
                  <a:pt x="1050" y="43991"/>
                </a:cubicBezTo>
                <a:cubicBezTo>
                  <a:pt x="1749" y="40471"/>
                  <a:pt x="2787" y="37054"/>
                  <a:pt x="4160" y="33738"/>
                </a:cubicBezTo>
                <a:cubicBezTo>
                  <a:pt x="5534" y="30423"/>
                  <a:pt x="7217" y="27273"/>
                  <a:pt x="9212" y="24290"/>
                </a:cubicBezTo>
                <a:cubicBezTo>
                  <a:pt x="11206" y="21306"/>
                  <a:pt x="13470" y="18545"/>
                  <a:pt x="16009" y="16008"/>
                </a:cubicBezTo>
                <a:cubicBezTo>
                  <a:pt x="18545" y="13470"/>
                  <a:pt x="21306" y="11205"/>
                  <a:pt x="24290" y="9211"/>
                </a:cubicBezTo>
                <a:cubicBezTo>
                  <a:pt x="27274" y="7217"/>
                  <a:pt x="30422" y="5534"/>
                  <a:pt x="33737" y="4161"/>
                </a:cubicBezTo>
                <a:cubicBezTo>
                  <a:pt x="37053" y="2787"/>
                  <a:pt x="40471" y="1751"/>
                  <a:pt x="43991" y="1050"/>
                </a:cubicBezTo>
                <a:cubicBezTo>
                  <a:pt x="47510" y="351"/>
                  <a:pt x="51065" y="0"/>
                  <a:pt x="54654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78" name="pdf-text-89-0">
            <a:extLst xmlns:a="http://schemas.openxmlformats.org/drawingml/2006/main">
              <a:ext uri="{FF2B5EF4-FFF2-40B4-BE49-F238E27FC236}">
                <a16:creationId xmlns:a16="http://schemas.microsoft.com/office/drawing/2014/main" id="{66038C69-2E0D-409E-B502-49571213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0225" y="468155"/>
            <a:ext cx="315327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79" name="pdf-text-90-0">
            <a:extLst xmlns:a="http://schemas.openxmlformats.org/drawingml/2006/main">
              <a:ext uri="{FF2B5EF4-FFF2-40B4-BE49-F238E27FC236}">
                <a16:creationId xmlns:a16="http://schemas.microsoft.com/office/drawing/2014/main" id="{F8A57AB8-45A0-428B-8223-E116B7EB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7763" y="594812"/>
            <a:ext cx="360332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Filtering</a:t>
            </a:r>
          </a:p>
        </p:txBody>
      </p:sp>
      <p:sp>
        <p:nvSpPr>
          <p:cNvPr id="80" name="pdf-path-28">
            <a:extLst xmlns:a="http://schemas.openxmlformats.org/drawingml/2006/main">
              <a:ext uri="{FF2B5EF4-FFF2-40B4-BE49-F238E27FC236}">
                <a16:creationId xmlns:a16="http://schemas.microsoft.com/office/drawing/2014/main" id="{7B1F709E-68C6-4BBF-9E07-6FB55A6B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7017" y="397355"/>
            <a:ext cx="791292" cy="364140"/>
          </a:xfrm>
          <a:custGeom xmlns:a="http://schemas.openxmlformats.org/drawingml/2006/main">
            <a:pathLst>
              <a:path w="791292" h="364140">
                <a:moveTo>
                  <a:pt x="54654" y="0"/>
                </a:moveTo>
                <a:lnTo>
                  <a:pt x="736640" y="0"/>
                </a:lnTo>
                <a:cubicBezTo>
                  <a:pt x="740229" y="0"/>
                  <a:pt x="743782" y="351"/>
                  <a:pt x="747301" y="1050"/>
                </a:cubicBezTo>
                <a:cubicBezTo>
                  <a:pt x="750821" y="1751"/>
                  <a:pt x="754239" y="2787"/>
                  <a:pt x="757553" y="4161"/>
                </a:cubicBezTo>
                <a:cubicBezTo>
                  <a:pt x="760870" y="5534"/>
                  <a:pt x="764018" y="7217"/>
                  <a:pt x="767004" y="9211"/>
                </a:cubicBezTo>
                <a:cubicBezTo>
                  <a:pt x="769987" y="11205"/>
                  <a:pt x="772748" y="13470"/>
                  <a:pt x="775285" y="16008"/>
                </a:cubicBezTo>
                <a:cubicBezTo>
                  <a:pt x="777823" y="18545"/>
                  <a:pt x="780088" y="21306"/>
                  <a:pt x="782082" y="24290"/>
                </a:cubicBezTo>
                <a:cubicBezTo>
                  <a:pt x="784075" y="27273"/>
                  <a:pt x="785758" y="30423"/>
                  <a:pt x="787131" y="33738"/>
                </a:cubicBezTo>
                <a:cubicBezTo>
                  <a:pt x="788505" y="37054"/>
                  <a:pt x="789543" y="40471"/>
                  <a:pt x="790244" y="43991"/>
                </a:cubicBezTo>
                <a:cubicBezTo>
                  <a:pt x="790944" y="47510"/>
                  <a:pt x="791292" y="51064"/>
                  <a:pt x="791292" y="54653"/>
                </a:cubicBezTo>
                <a:lnTo>
                  <a:pt x="791292" y="309488"/>
                </a:lnTo>
                <a:cubicBezTo>
                  <a:pt x="791292" y="313076"/>
                  <a:pt x="790944" y="316631"/>
                  <a:pt x="790244" y="320150"/>
                </a:cubicBezTo>
                <a:cubicBezTo>
                  <a:pt x="789543" y="323670"/>
                  <a:pt x="788505" y="327087"/>
                  <a:pt x="787131" y="330403"/>
                </a:cubicBezTo>
                <a:cubicBezTo>
                  <a:pt x="785758" y="333718"/>
                  <a:pt x="784075" y="336867"/>
                  <a:pt x="782082" y="339851"/>
                </a:cubicBezTo>
                <a:cubicBezTo>
                  <a:pt x="780088" y="342835"/>
                  <a:pt x="777821" y="345595"/>
                  <a:pt x="775285" y="348133"/>
                </a:cubicBezTo>
                <a:cubicBezTo>
                  <a:pt x="772748" y="350671"/>
                  <a:pt x="769987" y="352936"/>
                  <a:pt x="767003" y="354930"/>
                </a:cubicBezTo>
                <a:cubicBezTo>
                  <a:pt x="764018" y="356923"/>
                  <a:pt x="760870" y="358607"/>
                  <a:pt x="757553" y="359981"/>
                </a:cubicBezTo>
                <a:cubicBezTo>
                  <a:pt x="754239" y="361354"/>
                  <a:pt x="750823" y="362390"/>
                  <a:pt x="747303" y="363090"/>
                </a:cubicBezTo>
                <a:cubicBezTo>
                  <a:pt x="743782" y="363791"/>
                  <a:pt x="740229" y="364140"/>
                  <a:pt x="736640" y="364140"/>
                </a:cubicBezTo>
                <a:lnTo>
                  <a:pt x="54654" y="364140"/>
                </a:lnTo>
                <a:cubicBezTo>
                  <a:pt x="51065" y="364140"/>
                  <a:pt x="47510" y="363791"/>
                  <a:pt x="43991" y="363090"/>
                </a:cubicBezTo>
                <a:cubicBezTo>
                  <a:pt x="40470" y="362390"/>
                  <a:pt x="37053" y="361354"/>
                  <a:pt x="33737" y="359981"/>
                </a:cubicBezTo>
                <a:cubicBezTo>
                  <a:pt x="30422" y="358607"/>
                  <a:pt x="27272" y="356923"/>
                  <a:pt x="24288" y="354930"/>
                </a:cubicBezTo>
                <a:cubicBezTo>
                  <a:pt x="21306" y="352936"/>
                  <a:pt x="18545" y="350671"/>
                  <a:pt x="16007" y="348133"/>
                </a:cubicBezTo>
                <a:cubicBezTo>
                  <a:pt x="13470" y="345595"/>
                  <a:pt x="11204" y="342835"/>
                  <a:pt x="9210" y="339851"/>
                </a:cubicBezTo>
                <a:cubicBezTo>
                  <a:pt x="7217" y="336867"/>
                  <a:pt x="5532" y="333718"/>
                  <a:pt x="4160" y="330403"/>
                </a:cubicBezTo>
                <a:cubicBezTo>
                  <a:pt x="2787" y="327087"/>
                  <a:pt x="1749" y="323670"/>
                  <a:pt x="1050" y="320150"/>
                </a:cubicBezTo>
                <a:cubicBezTo>
                  <a:pt x="351" y="316631"/>
                  <a:pt x="0" y="313076"/>
                  <a:pt x="2" y="309488"/>
                </a:cubicBezTo>
                <a:lnTo>
                  <a:pt x="2" y="54653"/>
                </a:lnTo>
                <a:cubicBezTo>
                  <a:pt x="0" y="51064"/>
                  <a:pt x="351" y="47510"/>
                  <a:pt x="1050" y="43991"/>
                </a:cubicBezTo>
                <a:cubicBezTo>
                  <a:pt x="1749" y="40471"/>
                  <a:pt x="2787" y="37054"/>
                  <a:pt x="4160" y="33738"/>
                </a:cubicBezTo>
                <a:cubicBezTo>
                  <a:pt x="5532" y="30423"/>
                  <a:pt x="7217" y="27273"/>
                  <a:pt x="9210" y="24290"/>
                </a:cubicBezTo>
                <a:cubicBezTo>
                  <a:pt x="11204" y="21306"/>
                  <a:pt x="13470" y="18545"/>
                  <a:pt x="16007" y="16008"/>
                </a:cubicBezTo>
                <a:cubicBezTo>
                  <a:pt x="18545" y="13470"/>
                  <a:pt x="21306" y="11205"/>
                  <a:pt x="24288" y="9211"/>
                </a:cubicBezTo>
                <a:cubicBezTo>
                  <a:pt x="27272" y="7217"/>
                  <a:pt x="30422" y="5534"/>
                  <a:pt x="33737" y="4161"/>
                </a:cubicBezTo>
                <a:cubicBezTo>
                  <a:pt x="37053" y="2787"/>
                  <a:pt x="40470" y="1751"/>
                  <a:pt x="43991" y="1050"/>
                </a:cubicBezTo>
                <a:cubicBezTo>
                  <a:pt x="47510" y="351"/>
                  <a:pt x="51065" y="0"/>
                  <a:pt x="54654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81" name="pdf-text-91-0">
            <a:extLst xmlns:a="http://schemas.openxmlformats.org/drawingml/2006/main">
              <a:ext uri="{FF2B5EF4-FFF2-40B4-BE49-F238E27FC236}">
                <a16:creationId xmlns:a16="http://schemas.microsoft.com/office/drawing/2014/main" id="{F31720D7-D958-452A-8DFC-E3C9A834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9391" y="468155"/>
            <a:ext cx="446667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Trajectory</a:t>
            </a:r>
          </a:p>
        </p:txBody>
      </p:sp>
      <p:sp>
        <p:nvSpPr>
          <p:cNvPr id="82" name="pdf-text-92-0">
            <a:extLst xmlns:a="http://schemas.openxmlformats.org/drawingml/2006/main">
              <a:ext uri="{FF2B5EF4-FFF2-40B4-BE49-F238E27FC236}">
                <a16:creationId xmlns:a16="http://schemas.microsoft.com/office/drawing/2014/main" id="{AB04AD2E-AFFE-40AD-BF11-ABB2D8A0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0590" y="594812"/>
            <a:ext cx="484354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Smoothing</a:t>
            </a:r>
          </a:p>
        </p:txBody>
      </p:sp>
      <p:sp>
        <p:nvSpPr>
          <p:cNvPr id="83" name="plot-floor-x-0">
            <a:extLst xmlns:a="http://schemas.openxmlformats.org/drawingml/2006/main">
              <a:ext uri="{FF2B5EF4-FFF2-40B4-BE49-F238E27FC236}">
                <a16:creationId xmlns:a16="http://schemas.microsoft.com/office/drawing/2014/main" id="{FE8F2EC6-861F-4DFF-8E4D-5E51C163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9868" y="1661432"/>
            <a:ext cx="555171" cy="453118"/>
          </a:xfrm>
          <a:custGeom xmlns:a="http://schemas.openxmlformats.org/drawingml/2006/main">
            <a:pathLst>
              <a:path w="555171" h="453118">
                <a:moveTo>
                  <a:pt x="0" y="453118"/>
                </a:moveTo>
                <a:lnTo>
                  <a:pt x="5551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84" name="plot-floor-y-0">
            <a:extLst xmlns:a="http://schemas.openxmlformats.org/drawingml/2006/main">
              <a:ext uri="{FF2B5EF4-FFF2-40B4-BE49-F238E27FC236}">
                <a16:creationId xmlns:a16="http://schemas.microsoft.com/office/drawing/2014/main" id="{96A037FF-4F6D-4A85-A8A6-3574EC05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9868" y="2114550"/>
            <a:ext cx="996043" cy="302079"/>
          </a:xfrm>
          <a:custGeom xmlns:a="http://schemas.openxmlformats.org/drawingml/2006/main">
            <a:pathLst>
              <a:path w="996043" h="302079">
                <a:moveTo>
                  <a:pt x="0" y="0"/>
                </a:moveTo>
                <a:lnTo>
                  <a:pt x="996043" y="302079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85" name="plot-back-vertical-0">
            <a:extLst xmlns:a="http://schemas.openxmlformats.org/drawingml/2006/main">
              <a:ext uri="{FF2B5EF4-FFF2-40B4-BE49-F238E27FC236}">
                <a16:creationId xmlns:a16="http://schemas.microsoft.com/office/drawing/2014/main" id="{69CD8011-3C87-4072-B735-51BC416C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5039" y="967468"/>
            <a:ext cx="95" cy="693964"/>
          </a:xfrm>
          <a:custGeom xmlns:a="http://schemas.openxmlformats.org/drawingml/2006/main">
            <a:pathLst>
              <a:path w="95" h="693964">
                <a:moveTo>
                  <a:pt x="0" y="6939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86" name="plot-left-vertical-0">
            <a:extLst xmlns:a="http://schemas.openxmlformats.org/drawingml/2006/main">
              <a:ext uri="{FF2B5EF4-FFF2-40B4-BE49-F238E27FC236}">
                <a16:creationId xmlns:a16="http://schemas.microsoft.com/office/drawing/2014/main" id="{BEF34EFE-D409-41CB-8536-7AA3A72E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3539" y="1387929"/>
            <a:ext cx="16329" cy="726621"/>
          </a:xfrm>
          <a:custGeom xmlns:a="http://schemas.openxmlformats.org/drawingml/2006/main">
            <a:pathLst>
              <a:path w="16329" h="726621">
                <a:moveTo>
                  <a:pt x="16329" y="7266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87" name="plot-back-z-0">
            <a:extLst xmlns:a="http://schemas.openxmlformats.org/drawingml/2006/main">
              <a:ext uri="{FF2B5EF4-FFF2-40B4-BE49-F238E27FC236}">
                <a16:creationId xmlns:a16="http://schemas.microsoft.com/office/drawing/2014/main" id="{B428F079-E1CF-4F27-A0E1-8C0995FB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5039" y="1661432"/>
            <a:ext cx="934811" cy="293914"/>
          </a:xfrm>
          <a:custGeom xmlns:a="http://schemas.openxmlformats.org/drawingml/2006/main">
            <a:pathLst>
              <a:path w="934811" h="293914">
                <a:moveTo>
                  <a:pt x="0" y="0"/>
                </a:moveTo>
                <a:lnTo>
                  <a:pt x="934811" y="293914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88" name="plot-left-z-0">
            <a:extLst xmlns:a="http://schemas.openxmlformats.org/drawingml/2006/main">
              <a:ext uri="{FF2B5EF4-FFF2-40B4-BE49-F238E27FC236}">
                <a16:creationId xmlns:a16="http://schemas.microsoft.com/office/drawing/2014/main" id="{AB7053F7-4B74-4D8D-8A0C-27D0BE02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9868" y="1661432"/>
            <a:ext cx="555171" cy="453118"/>
          </a:xfrm>
          <a:custGeom xmlns:a="http://schemas.openxmlformats.org/drawingml/2006/main">
            <a:pathLst>
              <a:path w="555171" h="453118">
                <a:moveTo>
                  <a:pt x="0" y="453118"/>
                </a:moveTo>
                <a:lnTo>
                  <a:pt x="5551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89" name="plot-floor-x-1">
            <a:extLst xmlns:a="http://schemas.openxmlformats.org/drawingml/2006/main">
              <a:ext uri="{FF2B5EF4-FFF2-40B4-BE49-F238E27FC236}">
                <a16:creationId xmlns:a16="http://schemas.microsoft.com/office/drawing/2014/main" id="{EF3FDDE4-CA4D-4CCA-AE62-BDA5CB00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472" y="1690824"/>
            <a:ext cx="549048" cy="453934"/>
          </a:xfrm>
          <a:custGeom xmlns:a="http://schemas.openxmlformats.org/drawingml/2006/main">
            <a:pathLst>
              <a:path w="549048" h="453934">
                <a:moveTo>
                  <a:pt x="0" y="453934"/>
                </a:moveTo>
                <a:lnTo>
                  <a:pt x="5490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90" name="plot-floor-y-1">
            <a:extLst xmlns:a="http://schemas.openxmlformats.org/drawingml/2006/main">
              <a:ext uri="{FF2B5EF4-FFF2-40B4-BE49-F238E27FC236}">
                <a16:creationId xmlns:a16="http://schemas.microsoft.com/office/drawing/2014/main" id="{D0DA883A-8CE7-41BE-AD50-E0E6E2D5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5385" y="2069238"/>
            <a:ext cx="989920" cy="301262"/>
          </a:xfrm>
          <a:custGeom xmlns:a="http://schemas.openxmlformats.org/drawingml/2006/main">
            <a:pathLst>
              <a:path w="989920" h="301262">
                <a:moveTo>
                  <a:pt x="0" y="0"/>
                </a:moveTo>
                <a:lnTo>
                  <a:pt x="989920" y="301262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91" name="plot-back-vertical-1">
            <a:extLst xmlns:a="http://schemas.openxmlformats.org/drawingml/2006/main">
              <a:ext uri="{FF2B5EF4-FFF2-40B4-BE49-F238E27FC236}">
                <a16:creationId xmlns:a16="http://schemas.microsoft.com/office/drawing/2014/main" id="{1ECBF0C4-9AC5-445C-8E73-242EBC99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8520" y="998900"/>
            <a:ext cx="95" cy="691923"/>
          </a:xfrm>
          <a:custGeom xmlns:a="http://schemas.openxmlformats.org/drawingml/2006/main">
            <a:pathLst>
              <a:path w="95" h="691923">
                <a:moveTo>
                  <a:pt x="0" y="6919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92" name="plot-left-vertical-1">
            <a:extLst xmlns:a="http://schemas.openxmlformats.org/drawingml/2006/main">
              <a:ext uri="{FF2B5EF4-FFF2-40B4-BE49-F238E27FC236}">
                <a16:creationId xmlns:a16="http://schemas.microsoft.com/office/drawing/2014/main" id="{56E7BA7A-000C-47FB-955D-906D9BA2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0689" y="1345883"/>
            <a:ext cx="14696" cy="723356"/>
          </a:xfrm>
          <a:custGeom xmlns:a="http://schemas.openxmlformats.org/drawingml/2006/main">
            <a:pathLst>
              <a:path w="14696" h="723356">
                <a:moveTo>
                  <a:pt x="14696" y="7233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93" name="plot-back-z-1">
            <a:extLst xmlns:a="http://schemas.openxmlformats.org/drawingml/2006/main">
              <a:ext uri="{FF2B5EF4-FFF2-40B4-BE49-F238E27FC236}">
                <a16:creationId xmlns:a16="http://schemas.microsoft.com/office/drawing/2014/main" id="{5096E7F4-2F9B-4F27-A967-9580BE3D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5039" y="1592036"/>
            <a:ext cx="934811" cy="295955"/>
          </a:xfrm>
          <a:custGeom xmlns:a="http://schemas.openxmlformats.org/drawingml/2006/main">
            <a:pathLst>
              <a:path w="934811" h="295955">
                <a:moveTo>
                  <a:pt x="0" y="0"/>
                </a:moveTo>
                <a:lnTo>
                  <a:pt x="934811" y="295955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94" name="plot-left-z-1">
            <a:extLst xmlns:a="http://schemas.openxmlformats.org/drawingml/2006/main">
              <a:ext uri="{FF2B5EF4-FFF2-40B4-BE49-F238E27FC236}">
                <a16:creationId xmlns:a16="http://schemas.microsoft.com/office/drawing/2014/main" id="{21E2A566-35CD-485D-ABF3-CBDB36C5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8235" y="1592036"/>
            <a:ext cx="556804" cy="449852"/>
          </a:xfrm>
          <a:custGeom xmlns:a="http://schemas.openxmlformats.org/drawingml/2006/main">
            <a:pathLst>
              <a:path w="556804" h="449852">
                <a:moveTo>
                  <a:pt x="0" y="449852"/>
                </a:moveTo>
                <a:lnTo>
                  <a:pt x="5568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95" name="plot-floor-x-2">
            <a:extLst xmlns:a="http://schemas.openxmlformats.org/drawingml/2006/main">
              <a:ext uri="{FF2B5EF4-FFF2-40B4-BE49-F238E27FC236}">
                <a16:creationId xmlns:a16="http://schemas.microsoft.com/office/drawing/2014/main" id="{B66ED501-0383-4E9B-BEC6-67A5006D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9076" y="1720215"/>
            <a:ext cx="542925" cy="454751"/>
          </a:xfrm>
          <a:custGeom xmlns:a="http://schemas.openxmlformats.org/drawingml/2006/main">
            <a:pathLst>
              <a:path w="542925" h="454751">
                <a:moveTo>
                  <a:pt x="0" y="454751"/>
                </a:move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96" name="plot-floor-y-2">
            <a:extLst xmlns:a="http://schemas.openxmlformats.org/drawingml/2006/main">
              <a:ext uri="{FF2B5EF4-FFF2-40B4-BE49-F238E27FC236}">
                <a16:creationId xmlns:a16="http://schemas.microsoft.com/office/drawing/2014/main" id="{D67D9436-9666-4E0F-895C-7A5DE8B5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0902" y="2023926"/>
            <a:ext cx="983796" cy="300446"/>
          </a:xfrm>
          <a:custGeom xmlns:a="http://schemas.openxmlformats.org/drawingml/2006/main">
            <a:pathLst>
              <a:path w="983796" h="300446">
                <a:moveTo>
                  <a:pt x="0" y="0"/>
                </a:moveTo>
                <a:lnTo>
                  <a:pt x="983796" y="300446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97" name="plot-back-vertical-2">
            <a:extLst xmlns:a="http://schemas.openxmlformats.org/drawingml/2006/main">
              <a:ext uri="{FF2B5EF4-FFF2-40B4-BE49-F238E27FC236}">
                <a16:creationId xmlns:a16="http://schemas.microsoft.com/office/drawing/2014/main" id="{AEC9E048-095C-4E13-961D-1FC1A46A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2001" y="1030333"/>
            <a:ext cx="95" cy="689882"/>
          </a:xfrm>
          <a:custGeom xmlns:a="http://schemas.openxmlformats.org/drawingml/2006/main">
            <a:pathLst>
              <a:path w="95" h="689882">
                <a:moveTo>
                  <a:pt x="0" y="68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98" name="plot-left-vertical-2">
            <a:extLst xmlns:a="http://schemas.openxmlformats.org/drawingml/2006/main">
              <a:ext uri="{FF2B5EF4-FFF2-40B4-BE49-F238E27FC236}">
                <a16:creationId xmlns:a16="http://schemas.microsoft.com/office/drawing/2014/main" id="{B5E57826-DE2B-4D77-BB08-D59D6635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7839" y="1303836"/>
            <a:ext cx="13063" cy="720090"/>
          </a:xfrm>
          <a:custGeom xmlns:a="http://schemas.openxmlformats.org/drawingml/2006/main">
            <a:pathLst>
              <a:path w="13063" h="720090">
                <a:moveTo>
                  <a:pt x="13063" y="7200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99" name="plot-back-z-2">
            <a:extLst xmlns:a="http://schemas.openxmlformats.org/drawingml/2006/main">
              <a:ext uri="{FF2B5EF4-FFF2-40B4-BE49-F238E27FC236}">
                <a16:creationId xmlns:a16="http://schemas.microsoft.com/office/drawing/2014/main" id="{D7390F86-2C8F-4A07-AE45-B29E5405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5039" y="1522639"/>
            <a:ext cx="934811" cy="297996"/>
          </a:xfrm>
          <a:custGeom xmlns:a="http://schemas.openxmlformats.org/drawingml/2006/main">
            <a:pathLst>
              <a:path w="934811" h="297996">
                <a:moveTo>
                  <a:pt x="0" y="0"/>
                </a:moveTo>
                <a:lnTo>
                  <a:pt x="934811" y="297996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00" name="plot-left-z-2">
            <a:extLst xmlns:a="http://schemas.openxmlformats.org/drawingml/2006/main">
              <a:ext uri="{FF2B5EF4-FFF2-40B4-BE49-F238E27FC236}">
                <a16:creationId xmlns:a16="http://schemas.microsoft.com/office/drawing/2014/main" id="{08A16715-5966-487F-A583-AFDBFAC5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6602" y="1522639"/>
            <a:ext cx="558437" cy="446586"/>
          </a:xfrm>
          <a:custGeom xmlns:a="http://schemas.openxmlformats.org/drawingml/2006/main">
            <a:pathLst>
              <a:path w="558437" h="446586">
                <a:moveTo>
                  <a:pt x="0" y="446586"/>
                </a:moveTo>
                <a:lnTo>
                  <a:pt x="558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01" name="plot-floor-x-3">
            <a:extLst xmlns:a="http://schemas.openxmlformats.org/drawingml/2006/main">
              <a:ext uri="{FF2B5EF4-FFF2-40B4-BE49-F238E27FC236}">
                <a16:creationId xmlns:a16="http://schemas.microsoft.com/office/drawing/2014/main" id="{AED19570-DA74-4989-A3FC-39600E2C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8681" y="1749606"/>
            <a:ext cx="536802" cy="455567"/>
          </a:xfrm>
          <a:custGeom xmlns:a="http://schemas.openxmlformats.org/drawingml/2006/main">
            <a:pathLst>
              <a:path w="536802" h="455567">
                <a:moveTo>
                  <a:pt x="0" y="455567"/>
                </a:moveTo>
                <a:lnTo>
                  <a:pt x="536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02" name="plot-floor-y-3">
            <a:extLst xmlns:a="http://schemas.openxmlformats.org/drawingml/2006/main">
              <a:ext uri="{FF2B5EF4-FFF2-40B4-BE49-F238E27FC236}">
                <a16:creationId xmlns:a16="http://schemas.microsoft.com/office/drawing/2014/main" id="{7CEAFF55-9FF0-45A7-A2EC-DC5DF11C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6419" y="1978615"/>
            <a:ext cx="977673" cy="299629"/>
          </a:xfrm>
          <a:custGeom xmlns:a="http://schemas.openxmlformats.org/drawingml/2006/main">
            <a:pathLst>
              <a:path w="977673" h="299629">
                <a:moveTo>
                  <a:pt x="0" y="0"/>
                </a:moveTo>
                <a:lnTo>
                  <a:pt x="977673" y="299629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03" name="plot-back-vertical-3">
            <a:extLst xmlns:a="http://schemas.openxmlformats.org/drawingml/2006/main">
              <a:ext uri="{FF2B5EF4-FFF2-40B4-BE49-F238E27FC236}">
                <a16:creationId xmlns:a16="http://schemas.microsoft.com/office/drawing/2014/main" id="{CA3E5416-D94F-4E8D-816C-346E1633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5483" y="1061765"/>
            <a:ext cx="95" cy="687841"/>
          </a:xfrm>
          <a:custGeom xmlns:a="http://schemas.openxmlformats.org/drawingml/2006/main">
            <a:pathLst>
              <a:path w="95" h="687841">
                <a:moveTo>
                  <a:pt x="0" y="687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04" name="plot-left-vertical-3">
            <a:extLst xmlns:a="http://schemas.openxmlformats.org/drawingml/2006/main">
              <a:ext uri="{FF2B5EF4-FFF2-40B4-BE49-F238E27FC236}">
                <a16:creationId xmlns:a16="http://schemas.microsoft.com/office/drawing/2014/main" id="{AC05B723-7FDE-4F4C-9B3B-F13E424D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4989" y="1261790"/>
            <a:ext cx="11430" cy="716824"/>
          </a:xfrm>
          <a:custGeom xmlns:a="http://schemas.openxmlformats.org/drawingml/2006/main">
            <a:pathLst>
              <a:path w="11430" h="716824">
                <a:moveTo>
                  <a:pt x="11430" y="7168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05" name="plot-back-z-3">
            <a:extLst xmlns:a="http://schemas.openxmlformats.org/drawingml/2006/main">
              <a:ext uri="{FF2B5EF4-FFF2-40B4-BE49-F238E27FC236}">
                <a16:creationId xmlns:a16="http://schemas.microsoft.com/office/drawing/2014/main" id="{E93A904A-0C6B-44D3-92AB-134DB77F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5039" y="1453243"/>
            <a:ext cx="934811" cy="300038"/>
          </a:xfrm>
          <a:custGeom xmlns:a="http://schemas.openxmlformats.org/drawingml/2006/main">
            <a:pathLst>
              <a:path w="934811" h="300038">
                <a:moveTo>
                  <a:pt x="0" y="0"/>
                </a:moveTo>
                <a:lnTo>
                  <a:pt x="934811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06" name="plot-left-z-3">
            <a:extLst xmlns:a="http://schemas.openxmlformats.org/drawingml/2006/main">
              <a:ext uri="{FF2B5EF4-FFF2-40B4-BE49-F238E27FC236}">
                <a16:creationId xmlns:a16="http://schemas.microsoft.com/office/drawing/2014/main" id="{9C62EB89-5EA3-48CD-8635-02D34C11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969" y="1453243"/>
            <a:ext cx="560070" cy="443321"/>
          </a:xfrm>
          <a:custGeom xmlns:a="http://schemas.openxmlformats.org/drawingml/2006/main">
            <a:pathLst>
              <a:path w="560070" h="443321">
                <a:moveTo>
                  <a:pt x="0" y="443321"/>
                </a:moveTo>
                <a:lnTo>
                  <a:pt x="5600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07" name="plot-floor-x-4">
            <a:extLst xmlns:a="http://schemas.openxmlformats.org/drawingml/2006/main">
              <a:ext uri="{FF2B5EF4-FFF2-40B4-BE49-F238E27FC236}">
                <a16:creationId xmlns:a16="http://schemas.microsoft.com/office/drawing/2014/main" id="{B541818E-B0C5-4838-AE7A-0609B74C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8285" y="1778998"/>
            <a:ext cx="530679" cy="456384"/>
          </a:xfrm>
          <a:custGeom xmlns:a="http://schemas.openxmlformats.org/drawingml/2006/main">
            <a:pathLst>
              <a:path w="530679" h="456384">
                <a:moveTo>
                  <a:pt x="0" y="456384"/>
                </a:moveTo>
                <a:lnTo>
                  <a:pt x="5306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08" name="plot-floor-y-4">
            <a:extLst xmlns:a="http://schemas.openxmlformats.org/drawingml/2006/main">
              <a:ext uri="{FF2B5EF4-FFF2-40B4-BE49-F238E27FC236}">
                <a16:creationId xmlns:a16="http://schemas.microsoft.com/office/drawing/2014/main" id="{B0467CF1-8249-4B2E-818C-B2ADED07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1936" y="1933303"/>
            <a:ext cx="971550" cy="298813"/>
          </a:xfrm>
          <a:custGeom xmlns:a="http://schemas.openxmlformats.org/drawingml/2006/main">
            <a:pathLst>
              <a:path w="971550" h="298813">
                <a:moveTo>
                  <a:pt x="0" y="0"/>
                </a:moveTo>
                <a:lnTo>
                  <a:pt x="971550" y="298813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09" name="plot-back-vertical-4">
            <a:extLst xmlns:a="http://schemas.openxmlformats.org/drawingml/2006/main">
              <a:ext uri="{FF2B5EF4-FFF2-40B4-BE49-F238E27FC236}">
                <a16:creationId xmlns:a16="http://schemas.microsoft.com/office/drawing/2014/main" id="{688F11EA-C869-409B-81CA-B2C539B8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8964" y="1093198"/>
            <a:ext cx="95" cy="685800"/>
          </a:xfrm>
          <a:custGeom xmlns:a="http://schemas.openxmlformats.org/drawingml/2006/main">
            <a:pathLst>
              <a:path w="95" h="685800">
                <a:moveTo>
                  <a:pt x="0" y="6858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10" name="plot-left-vertical-4">
            <a:extLst xmlns:a="http://schemas.openxmlformats.org/drawingml/2006/main">
              <a:ext uri="{FF2B5EF4-FFF2-40B4-BE49-F238E27FC236}">
                <a16:creationId xmlns:a16="http://schemas.microsoft.com/office/drawing/2014/main" id="{321E831E-380F-48FA-B4F1-28C46102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2139" y="1219744"/>
            <a:ext cx="9797" cy="713559"/>
          </a:xfrm>
          <a:custGeom xmlns:a="http://schemas.openxmlformats.org/drawingml/2006/main">
            <a:pathLst>
              <a:path w="9797" h="713559">
                <a:moveTo>
                  <a:pt x="9797" y="7135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11" name="plot-back-z-4">
            <a:extLst xmlns:a="http://schemas.openxmlformats.org/drawingml/2006/main">
              <a:ext uri="{FF2B5EF4-FFF2-40B4-BE49-F238E27FC236}">
                <a16:creationId xmlns:a16="http://schemas.microsoft.com/office/drawing/2014/main" id="{568227D0-1DE5-4D44-AD65-A0DA16E1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5039" y="1383846"/>
            <a:ext cx="934811" cy="302079"/>
          </a:xfrm>
          <a:custGeom xmlns:a="http://schemas.openxmlformats.org/drawingml/2006/main">
            <a:pathLst>
              <a:path w="934811" h="302079">
                <a:moveTo>
                  <a:pt x="0" y="0"/>
                </a:moveTo>
                <a:lnTo>
                  <a:pt x="934811" y="302079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12" name="plot-left-z-4">
            <a:extLst xmlns:a="http://schemas.openxmlformats.org/drawingml/2006/main">
              <a:ext uri="{FF2B5EF4-FFF2-40B4-BE49-F238E27FC236}">
                <a16:creationId xmlns:a16="http://schemas.microsoft.com/office/drawing/2014/main" id="{4840F109-B2B6-4DF1-AD4B-1FA08BF2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3336" y="1383846"/>
            <a:ext cx="561703" cy="440055"/>
          </a:xfrm>
          <a:custGeom xmlns:a="http://schemas.openxmlformats.org/drawingml/2006/main">
            <a:pathLst>
              <a:path w="561703" h="440055">
                <a:moveTo>
                  <a:pt x="0" y="440055"/>
                </a:moveTo>
                <a:lnTo>
                  <a:pt x="561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13" name="plot-floor-x-5">
            <a:extLst xmlns:a="http://schemas.openxmlformats.org/drawingml/2006/main">
              <a:ext uri="{FF2B5EF4-FFF2-40B4-BE49-F238E27FC236}">
                <a16:creationId xmlns:a16="http://schemas.microsoft.com/office/drawing/2014/main" id="{83091D6E-F2EF-444B-996A-D8BA6666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7889" y="1808389"/>
            <a:ext cx="524555" cy="457200"/>
          </a:xfrm>
          <a:custGeom xmlns:a="http://schemas.openxmlformats.org/drawingml/2006/main">
            <a:pathLst>
              <a:path w="524555" h="457200">
                <a:moveTo>
                  <a:pt x="0" y="457200"/>
                </a:moveTo>
                <a:lnTo>
                  <a:pt x="5245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14" name="plot-floor-y-5">
            <a:extLst xmlns:a="http://schemas.openxmlformats.org/drawingml/2006/main">
              <a:ext uri="{FF2B5EF4-FFF2-40B4-BE49-F238E27FC236}">
                <a16:creationId xmlns:a16="http://schemas.microsoft.com/office/drawing/2014/main" id="{62D98452-FC2F-4182-BC08-B4D9C33B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7454" y="1887991"/>
            <a:ext cx="965427" cy="297996"/>
          </a:xfrm>
          <a:custGeom xmlns:a="http://schemas.openxmlformats.org/drawingml/2006/main">
            <a:pathLst>
              <a:path w="965427" h="297996">
                <a:moveTo>
                  <a:pt x="0" y="0"/>
                </a:moveTo>
                <a:lnTo>
                  <a:pt x="965427" y="297996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15" name="plot-back-vertical-5">
            <a:extLst xmlns:a="http://schemas.openxmlformats.org/drawingml/2006/main">
              <a:ext uri="{FF2B5EF4-FFF2-40B4-BE49-F238E27FC236}">
                <a16:creationId xmlns:a16="http://schemas.microsoft.com/office/drawing/2014/main" id="{93955C66-1A9A-4384-8809-9327780D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2445" y="1124630"/>
            <a:ext cx="95" cy="683759"/>
          </a:xfrm>
          <a:custGeom xmlns:a="http://schemas.openxmlformats.org/drawingml/2006/main">
            <a:pathLst>
              <a:path w="95" h="683759">
                <a:moveTo>
                  <a:pt x="0" y="683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16" name="plot-left-vertical-5">
            <a:extLst xmlns:a="http://schemas.openxmlformats.org/drawingml/2006/main">
              <a:ext uri="{FF2B5EF4-FFF2-40B4-BE49-F238E27FC236}">
                <a16:creationId xmlns:a16="http://schemas.microsoft.com/office/drawing/2014/main" id="{26DD7BD5-D1C8-4A03-9B1A-D8457DE6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9289" y="1177698"/>
            <a:ext cx="8164" cy="710293"/>
          </a:xfrm>
          <a:custGeom xmlns:a="http://schemas.openxmlformats.org/drawingml/2006/main">
            <a:pathLst>
              <a:path w="8164" h="710293">
                <a:moveTo>
                  <a:pt x="8164" y="7102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17" name="plot-back-z-5">
            <a:extLst xmlns:a="http://schemas.openxmlformats.org/drawingml/2006/main">
              <a:ext uri="{FF2B5EF4-FFF2-40B4-BE49-F238E27FC236}">
                <a16:creationId xmlns:a16="http://schemas.microsoft.com/office/drawing/2014/main" id="{B4F677D3-7355-490D-829A-CA927681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5039" y="1314450"/>
            <a:ext cx="934811" cy="304120"/>
          </a:xfrm>
          <a:custGeom xmlns:a="http://schemas.openxmlformats.org/drawingml/2006/main">
            <a:pathLst>
              <a:path w="934811" h="304120">
                <a:moveTo>
                  <a:pt x="0" y="0"/>
                </a:moveTo>
                <a:lnTo>
                  <a:pt x="934811" y="30412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18" name="plot-left-z-5">
            <a:extLst xmlns:a="http://schemas.openxmlformats.org/drawingml/2006/main">
              <a:ext uri="{FF2B5EF4-FFF2-40B4-BE49-F238E27FC236}">
                <a16:creationId xmlns:a16="http://schemas.microsoft.com/office/drawing/2014/main" id="{5B735E00-E905-49F1-9827-8AB4CC51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1704" y="1314450"/>
            <a:ext cx="563336" cy="436789"/>
          </a:xfrm>
          <a:custGeom xmlns:a="http://schemas.openxmlformats.org/drawingml/2006/main">
            <a:pathLst>
              <a:path w="563336" h="436789">
                <a:moveTo>
                  <a:pt x="0" y="436789"/>
                </a:moveTo>
                <a:lnTo>
                  <a:pt x="5633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19" name="plot-floor-x-6">
            <a:extLst xmlns:a="http://schemas.openxmlformats.org/drawingml/2006/main">
              <a:ext uri="{FF2B5EF4-FFF2-40B4-BE49-F238E27FC236}">
                <a16:creationId xmlns:a16="http://schemas.microsoft.com/office/drawing/2014/main" id="{4A956943-E678-4D76-A9A6-771F2AE3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7494" y="1837781"/>
            <a:ext cx="518432" cy="458016"/>
          </a:xfrm>
          <a:custGeom xmlns:a="http://schemas.openxmlformats.org/drawingml/2006/main">
            <a:pathLst>
              <a:path w="518432" h="458016">
                <a:moveTo>
                  <a:pt x="0" y="458016"/>
                </a:moveTo>
                <a:lnTo>
                  <a:pt x="5184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20" name="plot-floor-y-6">
            <a:extLst xmlns:a="http://schemas.openxmlformats.org/drawingml/2006/main">
              <a:ext uri="{FF2B5EF4-FFF2-40B4-BE49-F238E27FC236}">
                <a16:creationId xmlns:a16="http://schemas.microsoft.com/office/drawing/2014/main" id="{18B94C7C-CAD4-4BA2-B161-8F48B776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2971" y="1842679"/>
            <a:ext cx="959304" cy="297180"/>
          </a:xfrm>
          <a:custGeom xmlns:a="http://schemas.openxmlformats.org/drawingml/2006/main">
            <a:pathLst>
              <a:path w="959304" h="297180">
                <a:moveTo>
                  <a:pt x="0" y="0"/>
                </a:moveTo>
                <a:lnTo>
                  <a:pt x="959304" y="29718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21" name="plot-back-vertical-6">
            <a:extLst xmlns:a="http://schemas.openxmlformats.org/drawingml/2006/main">
              <a:ext uri="{FF2B5EF4-FFF2-40B4-BE49-F238E27FC236}">
                <a16:creationId xmlns:a16="http://schemas.microsoft.com/office/drawing/2014/main" id="{AFAA828C-74C0-44F8-9F76-248BDF85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5926" y="1156063"/>
            <a:ext cx="95" cy="681718"/>
          </a:xfrm>
          <a:custGeom xmlns:a="http://schemas.openxmlformats.org/drawingml/2006/main">
            <a:pathLst>
              <a:path w="95" h="681718">
                <a:moveTo>
                  <a:pt x="0" y="6817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22" name="plot-left-vertical-6">
            <a:extLst xmlns:a="http://schemas.openxmlformats.org/drawingml/2006/main">
              <a:ext uri="{FF2B5EF4-FFF2-40B4-BE49-F238E27FC236}">
                <a16:creationId xmlns:a16="http://schemas.microsoft.com/office/drawing/2014/main" id="{766FF85D-1FB7-405A-A9C7-6E1B8C1C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6439" y="1135652"/>
            <a:ext cx="6531" cy="707027"/>
          </a:xfrm>
          <a:custGeom xmlns:a="http://schemas.openxmlformats.org/drawingml/2006/main">
            <a:pathLst>
              <a:path w="6531" h="707027">
                <a:moveTo>
                  <a:pt x="6531" y="70702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23" name="plot-back-z-6">
            <a:extLst xmlns:a="http://schemas.openxmlformats.org/drawingml/2006/main">
              <a:ext uri="{FF2B5EF4-FFF2-40B4-BE49-F238E27FC236}">
                <a16:creationId xmlns:a16="http://schemas.microsoft.com/office/drawing/2014/main" id="{7CBB7317-AFE0-438B-880C-CC5E31AF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5039" y="1245054"/>
            <a:ext cx="934811" cy="306161"/>
          </a:xfrm>
          <a:custGeom xmlns:a="http://schemas.openxmlformats.org/drawingml/2006/main">
            <a:pathLst>
              <a:path w="934811" h="306161">
                <a:moveTo>
                  <a:pt x="0" y="0"/>
                </a:moveTo>
                <a:lnTo>
                  <a:pt x="934811" y="306161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24" name="plot-left-z-6">
            <a:extLst xmlns:a="http://schemas.openxmlformats.org/drawingml/2006/main">
              <a:ext uri="{FF2B5EF4-FFF2-40B4-BE49-F238E27FC236}">
                <a16:creationId xmlns:a16="http://schemas.microsoft.com/office/drawing/2014/main" id="{80F6D198-9292-4F47-9265-6EB36B08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0071" y="1245054"/>
            <a:ext cx="564969" cy="433524"/>
          </a:xfrm>
          <a:custGeom xmlns:a="http://schemas.openxmlformats.org/drawingml/2006/main">
            <a:pathLst>
              <a:path w="564969" h="433524">
                <a:moveTo>
                  <a:pt x="0" y="433524"/>
                </a:moveTo>
                <a:lnTo>
                  <a:pt x="5649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25" name="plot-floor-x-7">
            <a:extLst xmlns:a="http://schemas.openxmlformats.org/drawingml/2006/main">
              <a:ext uri="{FF2B5EF4-FFF2-40B4-BE49-F238E27FC236}">
                <a16:creationId xmlns:a16="http://schemas.microsoft.com/office/drawing/2014/main" id="{1EE0ED72-7F75-4C06-91DE-E66BC0F1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7098" y="1867172"/>
            <a:ext cx="512309" cy="458833"/>
          </a:xfrm>
          <a:custGeom xmlns:a="http://schemas.openxmlformats.org/drawingml/2006/main">
            <a:pathLst>
              <a:path w="512309" h="458833">
                <a:moveTo>
                  <a:pt x="0" y="458833"/>
                </a:moveTo>
                <a:lnTo>
                  <a:pt x="5123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26" name="plot-floor-y-7">
            <a:extLst xmlns:a="http://schemas.openxmlformats.org/drawingml/2006/main">
              <a:ext uri="{FF2B5EF4-FFF2-40B4-BE49-F238E27FC236}">
                <a16:creationId xmlns:a16="http://schemas.microsoft.com/office/drawing/2014/main" id="{F4FD6284-3715-4992-946F-98DE4FFE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8488" y="1797367"/>
            <a:ext cx="953180" cy="296364"/>
          </a:xfrm>
          <a:custGeom xmlns:a="http://schemas.openxmlformats.org/drawingml/2006/main">
            <a:pathLst>
              <a:path w="953180" h="296364">
                <a:moveTo>
                  <a:pt x="0" y="0"/>
                </a:moveTo>
                <a:lnTo>
                  <a:pt x="953180" y="296364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27" name="plot-back-vertical-7">
            <a:extLst xmlns:a="http://schemas.openxmlformats.org/drawingml/2006/main">
              <a:ext uri="{FF2B5EF4-FFF2-40B4-BE49-F238E27FC236}">
                <a16:creationId xmlns:a16="http://schemas.microsoft.com/office/drawing/2014/main" id="{F098293C-F6FA-48D0-A279-ACF94050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9407" y="1187495"/>
            <a:ext cx="95" cy="679677"/>
          </a:xfrm>
          <a:custGeom xmlns:a="http://schemas.openxmlformats.org/drawingml/2006/main">
            <a:pathLst>
              <a:path w="95" h="679677">
                <a:moveTo>
                  <a:pt x="0" y="6796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28" name="plot-left-vertical-7">
            <a:extLst xmlns:a="http://schemas.openxmlformats.org/drawingml/2006/main">
              <a:ext uri="{FF2B5EF4-FFF2-40B4-BE49-F238E27FC236}">
                <a16:creationId xmlns:a16="http://schemas.microsoft.com/office/drawing/2014/main" id="{575E0A29-4A05-40B9-AC53-E2F39586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3589" y="1093606"/>
            <a:ext cx="4899" cy="703761"/>
          </a:xfrm>
          <a:custGeom xmlns:a="http://schemas.openxmlformats.org/drawingml/2006/main">
            <a:pathLst>
              <a:path w="4899" h="703761">
                <a:moveTo>
                  <a:pt x="4899" y="7037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29" name="plot-back-z-7">
            <a:extLst xmlns:a="http://schemas.openxmlformats.org/drawingml/2006/main">
              <a:ext uri="{FF2B5EF4-FFF2-40B4-BE49-F238E27FC236}">
                <a16:creationId xmlns:a16="http://schemas.microsoft.com/office/drawing/2014/main" id="{DF41B464-C39B-4003-99B1-D1C87AF6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5039" y="1175657"/>
            <a:ext cx="934811" cy="308202"/>
          </a:xfrm>
          <a:custGeom xmlns:a="http://schemas.openxmlformats.org/drawingml/2006/main">
            <a:pathLst>
              <a:path w="934811" h="308202">
                <a:moveTo>
                  <a:pt x="0" y="0"/>
                </a:moveTo>
                <a:lnTo>
                  <a:pt x="934811" y="308202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30" name="plot-left-z-7">
            <a:extLst xmlns:a="http://schemas.openxmlformats.org/drawingml/2006/main">
              <a:ext uri="{FF2B5EF4-FFF2-40B4-BE49-F238E27FC236}">
                <a16:creationId xmlns:a16="http://schemas.microsoft.com/office/drawing/2014/main" id="{A533FEA2-D0DF-4F4E-9746-81AD13A8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8438" y="1175657"/>
            <a:ext cx="566601" cy="430258"/>
          </a:xfrm>
          <a:custGeom xmlns:a="http://schemas.openxmlformats.org/drawingml/2006/main">
            <a:pathLst>
              <a:path w="566601" h="430258">
                <a:moveTo>
                  <a:pt x="0" y="430258"/>
                </a:moveTo>
                <a:lnTo>
                  <a:pt x="5666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31" name="plot-floor-x-8">
            <a:extLst xmlns:a="http://schemas.openxmlformats.org/drawingml/2006/main">
              <a:ext uri="{FF2B5EF4-FFF2-40B4-BE49-F238E27FC236}">
                <a16:creationId xmlns:a16="http://schemas.microsoft.com/office/drawing/2014/main" id="{AFBC27C8-87D0-4E0F-A7F2-985F10B3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6702" y="1896564"/>
            <a:ext cx="506186" cy="459649"/>
          </a:xfrm>
          <a:custGeom xmlns:a="http://schemas.openxmlformats.org/drawingml/2006/main">
            <a:pathLst>
              <a:path w="506186" h="459649">
                <a:moveTo>
                  <a:pt x="0" y="459649"/>
                </a:moveTo>
                <a:lnTo>
                  <a:pt x="5061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32" name="plot-floor-y-8">
            <a:extLst xmlns:a="http://schemas.openxmlformats.org/drawingml/2006/main">
              <a:ext uri="{FF2B5EF4-FFF2-40B4-BE49-F238E27FC236}">
                <a16:creationId xmlns:a16="http://schemas.microsoft.com/office/drawing/2014/main" id="{C6AECDE9-652E-42CB-89A1-5A184D07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4005" y="1752056"/>
            <a:ext cx="947057" cy="295547"/>
          </a:xfrm>
          <a:custGeom xmlns:a="http://schemas.openxmlformats.org/drawingml/2006/main">
            <a:pathLst>
              <a:path w="947057" h="295547">
                <a:moveTo>
                  <a:pt x="0" y="0"/>
                </a:moveTo>
                <a:lnTo>
                  <a:pt x="947057" y="295547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33" name="plot-back-vertical-8">
            <a:extLst xmlns:a="http://schemas.openxmlformats.org/drawingml/2006/main">
              <a:ext uri="{FF2B5EF4-FFF2-40B4-BE49-F238E27FC236}">
                <a16:creationId xmlns:a16="http://schemas.microsoft.com/office/drawing/2014/main" id="{93A40D8D-C02D-47B2-8059-16B83F79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2888" y="1218928"/>
            <a:ext cx="95" cy="677636"/>
          </a:xfrm>
          <a:custGeom xmlns:a="http://schemas.openxmlformats.org/drawingml/2006/main">
            <a:pathLst>
              <a:path w="95" h="677636">
                <a:moveTo>
                  <a:pt x="0" y="6776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34" name="plot-left-vertical-8">
            <a:extLst xmlns:a="http://schemas.openxmlformats.org/drawingml/2006/main">
              <a:ext uri="{FF2B5EF4-FFF2-40B4-BE49-F238E27FC236}">
                <a16:creationId xmlns:a16="http://schemas.microsoft.com/office/drawing/2014/main" id="{5ED180AE-1B62-4455-B6A5-0F1AAEB1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0739" y="1051560"/>
            <a:ext cx="3266" cy="700496"/>
          </a:xfrm>
          <a:custGeom xmlns:a="http://schemas.openxmlformats.org/drawingml/2006/main">
            <a:pathLst>
              <a:path w="3266" h="700496">
                <a:moveTo>
                  <a:pt x="3266" y="7004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35" name="plot-back-z-8">
            <a:extLst xmlns:a="http://schemas.openxmlformats.org/drawingml/2006/main">
              <a:ext uri="{FF2B5EF4-FFF2-40B4-BE49-F238E27FC236}">
                <a16:creationId xmlns:a16="http://schemas.microsoft.com/office/drawing/2014/main" id="{848F69AE-740B-47C2-B487-22B0A1CD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5039" y="1106261"/>
            <a:ext cx="934811" cy="310243"/>
          </a:xfrm>
          <a:custGeom xmlns:a="http://schemas.openxmlformats.org/drawingml/2006/main">
            <a:pathLst>
              <a:path w="934811" h="310243">
                <a:moveTo>
                  <a:pt x="0" y="0"/>
                </a:moveTo>
                <a:lnTo>
                  <a:pt x="934811" y="310243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36" name="plot-left-z-8">
            <a:extLst xmlns:a="http://schemas.openxmlformats.org/drawingml/2006/main">
              <a:ext uri="{FF2B5EF4-FFF2-40B4-BE49-F238E27FC236}">
                <a16:creationId xmlns:a16="http://schemas.microsoft.com/office/drawing/2014/main" id="{60F0A966-E40D-472B-A5EC-746A1E46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6805" y="1106261"/>
            <a:ext cx="568234" cy="426992"/>
          </a:xfrm>
          <a:custGeom xmlns:a="http://schemas.openxmlformats.org/drawingml/2006/main">
            <a:pathLst>
              <a:path w="568234" h="426992">
                <a:moveTo>
                  <a:pt x="0" y="426992"/>
                </a:moveTo>
                <a:lnTo>
                  <a:pt x="5682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37" name="plot-floor-x-9">
            <a:extLst xmlns:a="http://schemas.openxmlformats.org/drawingml/2006/main">
              <a:ext uri="{FF2B5EF4-FFF2-40B4-BE49-F238E27FC236}">
                <a16:creationId xmlns:a16="http://schemas.microsoft.com/office/drawing/2014/main" id="{933D169D-DEA5-4E28-A46F-CBB17DB9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6306" y="1925955"/>
            <a:ext cx="500063" cy="460466"/>
          </a:xfrm>
          <a:custGeom xmlns:a="http://schemas.openxmlformats.org/drawingml/2006/main">
            <a:pathLst>
              <a:path w="500063" h="460466">
                <a:moveTo>
                  <a:pt x="0" y="460466"/>
                </a:moveTo>
                <a:lnTo>
                  <a:pt x="5000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38" name="plot-floor-y-9">
            <a:extLst xmlns:a="http://schemas.openxmlformats.org/drawingml/2006/main">
              <a:ext uri="{FF2B5EF4-FFF2-40B4-BE49-F238E27FC236}">
                <a16:creationId xmlns:a16="http://schemas.microsoft.com/office/drawing/2014/main" id="{B8D5C062-E21C-43BD-B7F9-CBACBD0D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522" y="1706744"/>
            <a:ext cx="940934" cy="294731"/>
          </a:xfrm>
          <a:custGeom xmlns:a="http://schemas.openxmlformats.org/drawingml/2006/main">
            <a:pathLst>
              <a:path w="940934" h="294731">
                <a:moveTo>
                  <a:pt x="0" y="0"/>
                </a:moveTo>
                <a:lnTo>
                  <a:pt x="940934" y="294731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39" name="plot-back-vertical-9">
            <a:extLst xmlns:a="http://schemas.openxmlformats.org/drawingml/2006/main">
              <a:ext uri="{FF2B5EF4-FFF2-40B4-BE49-F238E27FC236}">
                <a16:creationId xmlns:a16="http://schemas.microsoft.com/office/drawing/2014/main" id="{602B9F1C-10CD-49B6-BCFC-C1BB9EA6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6369" y="1250360"/>
            <a:ext cx="95" cy="675595"/>
          </a:xfrm>
          <a:custGeom xmlns:a="http://schemas.openxmlformats.org/drawingml/2006/main">
            <a:pathLst>
              <a:path w="95" h="675595">
                <a:moveTo>
                  <a:pt x="0" y="6755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40" name="plot-left-vertical-9">
            <a:extLst xmlns:a="http://schemas.openxmlformats.org/drawingml/2006/main">
              <a:ext uri="{FF2B5EF4-FFF2-40B4-BE49-F238E27FC236}">
                <a16:creationId xmlns:a16="http://schemas.microsoft.com/office/drawing/2014/main" id="{53713273-40C0-45CB-B2C2-E871B395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7889" y="1009514"/>
            <a:ext cx="1633" cy="697230"/>
          </a:xfrm>
          <a:custGeom xmlns:a="http://schemas.openxmlformats.org/drawingml/2006/main">
            <a:pathLst>
              <a:path w="1633" h="697230">
                <a:moveTo>
                  <a:pt x="1633" y="6972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41" name="plot-back-z-9">
            <a:extLst xmlns:a="http://schemas.openxmlformats.org/drawingml/2006/main">
              <a:ext uri="{FF2B5EF4-FFF2-40B4-BE49-F238E27FC236}">
                <a16:creationId xmlns:a16="http://schemas.microsoft.com/office/drawing/2014/main" id="{943790C2-A05D-4FBE-9816-A670B48B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5039" y="1036864"/>
            <a:ext cx="934811" cy="312284"/>
          </a:xfrm>
          <a:custGeom xmlns:a="http://schemas.openxmlformats.org/drawingml/2006/main">
            <a:pathLst>
              <a:path w="934811" h="312284">
                <a:moveTo>
                  <a:pt x="0" y="0"/>
                </a:moveTo>
                <a:lnTo>
                  <a:pt x="934811" y="312284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42" name="plot-left-z-9">
            <a:extLst xmlns:a="http://schemas.openxmlformats.org/drawingml/2006/main">
              <a:ext uri="{FF2B5EF4-FFF2-40B4-BE49-F238E27FC236}">
                <a16:creationId xmlns:a16="http://schemas.microsoft.com/office/drawing/2014/main" id="{5E23A874-2013-46CE-A508-4CD9525D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5172" y="1036864"/>
            <a:ext cx="569867" cy="423726"/>
          </a:xfrm>
          <a:custGeom xmlns:a="http://schemas.openxmlformats.org/drawingml/2006/main">
            <a:pathLst>
              <a:path w="569867" h="423726">
                <a:moveTo>
                  <a:pt x="0" y="423726"/>
                </a:moveTo>
                <a:lnTo>
                  <a:pt x="5698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43" name="plot-floor-x-10">
            <a:extLst xmlns:a="http://schemas.openxmlformats.org/drawingml/2006/main">
              <a:ext uri="{FF2B5EF4-FFF2-40B4-BE49-F238E27FC236}">
                <a16:creationId xmlns:a16="http://schemas.microsoft.com/office/drawing/2014/main" id="{4CCB2873-370A-46F1-97C2-4B2A1FA0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5911" y="1955346"/>
            <a:ext cx="493939" cy="461282"/>
          </a:xfrm>
          <a:custGeom xmlns:a="http://schemas.openxmlformats.org/drawingml/2006/main">
            <a:pathLst>
              <a:path w="493939" h="461282">
                <a:moveTo>
                  <a:pt x="0" y="461282"/>
                </a:moveTo>
                <a:lnTo>
                  <a:pt x="4939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44" name="plot-floor-y-10">
            <a:extLst xmlns:a="http://schemas.openxmlformats.org/drawingml/2006/main">
              <a:ext uri="{FF2B5EF4-FFF2-40B4-BE49-F238E27FC236}">
                <a16:creationId xmlns:a16="http://schemas.microsoft.com/office/drawing/2014/main" id="{947C2D1D-4CCF-44FA-9BB4-B607EAED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5039" y="1661432"/>
            <a:ext cx="934811" cy="293914"/>
          </a:xfrm>
          <a:custGeom xmlns:a="http://schemas.openxmlformats.org/drawingml/2006/main">
            <a:pathLst>
              <a:path w="934811" h="293914">
                <a:moveTo>
                  <a:pt x="0" y="0"/>
                </a:moveTo>
                <a:lnTo>
                  <a:pt x="934811" y="293914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45" name="plot-back-vertical-10">
            <a:extLst xmlns:a="http://schemas.openxmlformats.org/drawingml/2006/main">
              <a:ext uri="{FF2B5EF4-FFF2-40B4-BE49-F238E27FC236}">
                <a16:creationId xmlns:a16="http://schemas.microsoft.com/office/drawing/2014/main" id="{B971A5D3-91C0-4C49-B1A2-6B0C292C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1281793"/>
            <a:ext cx="95" cy="673554"/>
          </a:xfrm>
          <a:custGeom xmlns:a="http://schemas.openxmlformats.org/drawingml/2006/main">
            <a:pathLst>
              <a:path w="95" h="673554">
                <a:moveTo>
                  <a:pt x="0" y="67355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46" name="plot-left-vertical-10">
            <a:extLst xmlns:a="http://schemas.openxmlformats.org/drawingml/2006/main">
              <a:ext uri="{FF2B5EF4-FFF2-40B4-BE49-F238E27FC236}">
                <a16:creationId xmlns:a16="http://schemas.microsoft.com/office/drawing/2014/main" id="{A584AD01-AB16-4DFE-90E9-925CF42C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5039" y="967468"/>
            <a:ext cx="95" cy="693964"/>
          </a:xfrm>
          <a:custGeom xmlns:a="http://schemas.openxmlformats.org/drawingml/2006/main">
            <a:pathLst>
              <a:path w="95" h="693964">
                <a:moveTo>
                  <a:pt x="0" y="6939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2">
            <a:solidFill>
              <a:srgbClr val="DCDCDC"/>
            </a:solidFill>
            <a:prstDash val="solid"/>
          </a:ln>
        </p:spPr>
      </p:sp>
      <p:sp>
        <p:nvSpPr>
          <p:cNvPr id="147" name="plot-x-tick-0">
            <a:extLst xmlns:a="http://schemas.openxmlformats.org/drawingml/2006/main">
              <a:ext uri="{FF2B5EF4-FFF2-40B4-BE49-F238E27FC236}">
                <a16:creationId xmlns:a16="http://schemas.microsoft.com/office/drawing/2014/main" id="{E4445D23-FF20-49CA-A6FA-803D79EF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7211" y="2126796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0.30</a:t>
            </a:r>
          </a:p>
        </p:txBody>
      </p:sp>
      <p:sp>
        <p:nvSpPr>
          <p:cNvPr id="148" name="plot-y-tick-0">
            <a:extLst xmlns:a="http://schemas.openxmlformats.org/drawingml/2006/main">
              <a:ext uri="{FF2B5EF4-FFF2-40B4-BE49-F238E27FC236}">
                <a16:creationId xmlns:a16="http://schemas.microsoft.com/office/drawing/2014/main" id="{E6D0D3EA-4C99-40B5-AB7C-0C0B5C1F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2239" y="2408464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-0.30</a:t>
            </a:r>
          </a:p>
        </p:txBody>
      </p:sp>
      <p:sp>
        <p:nvSpPr>
          <p:cNvPr id="149" name="plot-z-tick-0">
            <a:extLst xmlns:a="http://schemas.openxmlformats.org/drawingml/2006/main">
              <a:ext uri="{FF2B5EF4-FFF2-40B4-BE49-F238E27FC236}">
                <a16:creationId xmlns:a16="http://schemas.microsoft.com/office/drawing/2014/main" id="{1EE49191-AADB-4DC6-AAC7-018D4BEF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261" y="1872343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0.05</a:t>
            </a:r>
          </a:p>
        </p:txBody>
      </p:sp>
      <p:sp>
        <p:nvSpPr>
          <p:cNvPr id="150" name="plot-x-tick-1">
            <a:extLst xmlns:a="http://schemas.openxmlformats.org/drawingml/2006/main">
              <a:ext uri="{FF2B5EF4-FFF2-40B4-BE49-F238E27FC236}">
                <a16:creationId xmlns:a16="http://schemas.microsoft.com/office/drawing/2014/main" id="{244F3A0F-3B8E-4564-B996-D43A58D9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7882" y="2160361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0.35</a:t>
            </a:r>
          </a:p>
        </p:txBody>
      </p:sp>
      <p:sp>
        <p:nvSpPr>
          <p:cNvPr id="151" name="plot-y-tick-1">
            <a:extLst xmlns:a="http://schemas.openxmlformats.org/drawingml/2006/main">
              <a:ext uri="{FF2B5EF4-FFF2-40B4-BE49-F238E27FC236}">
                <a16:creationId xmlns:a16="http://schemas.microsoft.com/office/drawing/2014/main" id="{BB87DD61-807D-468F-AAFC-D7C1EFB6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7121" y="2357211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-0.25</a:t>
            </a:r>
          </a:p>
        </p:txBody>
      </p:sp>
      <p:sp>
        <p:nvSpPr>
          <p:cNvPr id="152" name="plot-z-tick-1">
            <a:extLst xmlns:a="http://schemas.openxmlformats.org/drawingml/2006/main">
              <a:ext uri="{FF2B5EF4-FFF2-40B4-BE49-F238E27FC236}">
                <a16:creationId xmlns:a16="http://schemas.microsoft.com/office/drawing/2014/main" id="{FDA78554-D55E-43F8-99E2-FC2F0DCE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261" y="1797504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0.10</a:t>
            </a:r>
          </a:p>
        </p:txBody>
      </p:sp>
      <p:sp>
        <p:nvSpPr>
          <p:cNvPr id="153" name="plot-x-tick-2">
            <a:extLst xmlns:a="http://schemas.openxmlformats.org/drawingml/2006/main">
              <a:ext uri="{FF2B5EF4-FFF2-40B4-BE49-F238E27FC236}">
                <a16:creationId xmlns:a16="http://schemas.microsoft.com/office/drawing/2014/main" id="{861BF33B-9D18-4C04-A5EB-BC7CD976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8554" y="2193925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0.40</a:t>
            </a:r>
          </a:p>
        </p:txBody>
      </p:sp>
      <p:sp>
        <p:nvSpPr>
          <p:cNvPr id="154" name="plot-y-tick-2">
            <a:extLst xmlns:a="http://schemas.openxmlformats.org/drawingml/2006/main">
              <a:ext uri="{FF2B5EF4-FFF2-40B4-BE49-F238E27FC236}">
                <a16:creationId xmlns:a16="http://schemas.microsoft.com/office/drawing/2014/main" id="{0D7CD557-4574-4576-A702-F8EDA42D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2004" y="2305957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-0.20</a:t>
            </a:r>
          </a:p>
        </p:txBody>
      </p:sp>
      <p:sp>
        <p:nvSpPr>
          <p:cNvPr id="155" name="plot-z-tick-2">
            <a:extLst xmlns:a="http://schemas.openxmlformats.org/drawingml/2006/main">
              <a:ext uri="{FF2B5EF4-FFF2-40B4-BE49-F238E27FC236}">
                <a16:creationId xmlns:a16="http://schemas.microsoft.com/office/drawing/2014/main" id="{C80A7040-0192-44F3-A47F-6C0E8BB8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261" y="1722664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0.15</a:t>
            </a:r>
          </a:p>
        </p:txBody>
      </p:sp>
      <p:sp>
        <p:nvSpPr>
          <p:cNvPr id="156" name="plot-x-tick-3">
            <a:extLst xmlns:a="http://schemas.openxmlformats.org/drawingml/2006/main">
              <a:ext uri="{FF2B5EF4-FFF2-40B4-BE49-F238E27FC236}">
                <a16:creationId xmlns:a16="http://schemas.microsoft.com/office/drawing/2014/main" id="{64BA4CAE-2DE4-4248-9DD9-AF1B8279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9225" y="2227489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0.45</a:t>
            </a:r>
          </a:p>
        </p:txBody>
      </p:sp>
      <p:sp>
        <p:nvSpPr>
          <p:cNvPr id="157" name="plot-y-tick-3">
            <a:extLst xmlns:a="http://schemas.openxmlformats.org/drawingml/2006/main">
              <a:ext uri="{FF2B5EF4-FFF2-40B4-BE49-F238E27FC236}">
                <a16:creationId xmlns:a16="http://schemas.microsoft.com/office/drawing/2014/main" id="{726BAAEE-BBAA-443F-B17E-C1EEC3D7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6886" y="2254704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-0.15</a:t>
            </a:r>
          </a:p>
        </p:txBody>
      </p:sp>
      <p:sp>
        <p:nvSpPr>
          <p:cNvPr id="158" name="plot-z-tick-3">
            <a:extLst xmlns:a="http://schemas.openxmlformats.org/drawingml/2006/main">
              <a:ext uri="{FF2B5EF4-FFF2-40B4-BE49-F238E27FC236}">
                <a16:creationId xmlns:a16="http://schemas.microsoft.com/office/drawing/2014/main" id="{E095B355-1CA0-4D14-8CE5-25CBF300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261" y="1647825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0.20</a:t>
            </a:r>
          </a:p>
        </p:txBody>
      </p:sp>
      <p:sp>
        <p:nvSpPr>
          <p:cNvPr id="159" name="plot-x-tick-4">
            <a:extLst xmlns:a="http://schemas.openxmlformats.org/drawingml/2006/main">
              <a:ext uri="{FF2B5EF4-FFF2-40B4-BE49-F238E27FC236}">
                <a16:creationId xmlns:a16="http://schemas.microsoft.com/office/drawing/2014/main" id="{DB011C80-78EE-4359-B0B3-23861F79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9896" y="2261054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160" name="plot-y-tick-4">
            <a:extLst xmlns:a="http://schemas.openxmlformats.org/drawingml/2006/main">
              <a:ext uri="{FF2B5EF4-FFF2-40B4-BE49-F238E27FC236}">
                <a16:creationId xmlns:a16="http://schemas.microsoft.com/office/drawing/2014/main" id="{EC540237-8F54-4996-9AAE-5DDA1268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1768" y="2203450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-0.10</a:t>
            </a:r>
          </a:p>
        </p:txBody>
      </p:sp>
      <p:sp>
        <p:nvSpPr>
          <p:cNvPr id="161" name="plot-z-tick-4">
            <a:extLst xmlns:a="http://schemas.openxmlformats.org/drawingml/2006/main">
              <a:ext uri="{FF2B5EF4-FFF2-40B4-BE49-F238E27FC236}">
                <a16:creationId xmlns:a16="http://schemas.microsoft.com/office/drawing/2014/main" id="{CC85DE5A-0B88-4260-B4A3-90A5A0F3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261" y="1572986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62" name="plot-x-tick-5">
            <a:extLst xmlns:a="http://schemas.openxmlformats.org/drawingml/2006/main">
              <a:ext uri="{FF2B5EF4-FFF2-40B4-BE49-F238E27FC236}">
                <a16:creationId xmlns:a16="http://schemas.microsoft.com/office/drawing/2014/main" id="{A7F625C8-2FE0-496F-A249-568843D2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0568" y="2294618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0.55</a:t>
            </a:r>
          </a:p>
        </p:txBody>
      </p:sp>
      <p:sp>
        <p:nvSpPr>
          <p:cNvPr id="163" name="plot-y-tick-5">
            <a:extLst xmlns:a="http://schemas.openxmlformats.org/drawingml/2006/main">
              <a:ext uri="{FF2B5EF4-FFF2-40B4-BE49-F238E27FC236}">
                <a16:creationId xmlns:a16="http://schemas.microsoft.com/office/drawing/2014/main" id="{48D35B01-5DC4-46EC-BF29-DBCDE665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6650" y="2152196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-0.05</a:t>
            </a:r>
          </a:p>
        </p:txBody>
      </p:sp>
      <p:sp>
        <p:nvSpPr>
          <p:cNvPr id="164" name="plot-z-tick-5">
            <a:extLst xmlns:a="http://schemas.openxmlformats.org/drawingml/2006/main">
              <a:ext uri="{FF2B5EF4-FFF2-40B4-BE49-F238E27FC236}">
                <a16:creationId xmlns:a16="http://schemas.microsoft.com/office/drawing/2014/main" id="{F39CA671-83FE-4CC2-A8F8-35520A40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261" y="1498146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0.30</a:t>
            </a:r>
          </a:p>
        </p:txBody>
      </p:sp>
      <p:sp>
        <p:nvSpPr>
          <p:cNvPr id="165" name="plot-x-tick-6">
            <a:extLst xmlns:a="http://schemas.openxmlformats.org/drawingml/2006/main">
              <a:ext uri="{FF2B5EF4-FFF2-40B4-BE49-F238E27FC236}">
                <a16:creationId xmlns:a16="http://schemas.microsoft.com/office/drawing/2014/main" id="{7037AEE5-BA5B-4EE7-BE7D-CBC31E41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1239" y="2328182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0.60</a:t>
            </a:r>
          </a:p>
        </p:txBody>
      </p:sp>
      <p:sp>
        <p:nvSpPr>
          <p:cNvPr id="166" name="plot-y-tick-6">
            <a:extLst xmlns:a="http://schemas.openxmlformats.org/drawingml/2006/main">
              <a:ext uri="{FF2B5EF4-FFF2-40B4-BE49-F238E27FC236}">
                <a16:creationId xmlns:a16="http://schemas.microsoft.com/office/drawing/2014/main" id="{F72135DC-770D-4A8D-B0A1-E59F82C2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81532" y="2100943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167" name="plot-z-tick-6">
            <a:extLst xmlns:a="http://schemas.openxmlformats.org/drawingml/2006/main">
              <a:ext uri="{FF2B5EF4-FFF2-40B4-BE49-F238E27FC236}">
                <a16:creationId xmlns:a16="http://schemas.microsoft.com/office/drawing/2014/main" id="{49012990-AB38-4A22-9297-CD371EA3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261" y="1423307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0.35</a:t>
            </a:r>
          </a:p>
        </p:txBody>
      </p:sp>
      <p:sp>
        <p:nvSpPr>
          <p:cNvPr id="168" name="plot-x-tick-7">
            <a:extLst xmlns:a="http://schemas.openxmlformats.org/drawingml/2006/main">
              <a:ext uri="{FF2B5EF4-FFF2-40B4-BE49-F238E27FC236}">
                <a16:creationId xmlns:a16="http://schemas.microsoft.com/office/drawing/2014/main" id="{FDF6EB67-4227-4A19-BBF9-4787CA3C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1911" y="2361746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0.65</a:t>
            </a:r>
          </a:p>
        </p:txBody>
      </p:sp>
      <p:sp>
        <p:nvSpPr>
          <p:cNvPr id="169" name="plot-y-tick-7">
            <a:extLst xmlns:a="http://schemas.openxmlformats.org/drawingml/2006/main">
              <a:ext uri="{FF2B5EF4-FFF2-40B4-BE49-F238E27FC236}">
                <a16:creationId xmlns:a16="http://schemas.microsoft.com/office/drawing/2014/main" id="{3AB4FA61-0C7B-4BD9-96B4-28BE2A16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6414" y="2049689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0.05</a:t>
            </a:r>
          </a:p>
        </p:txBody>
      </p:sp>
      <p:sp>
        <p:nvSpPr>
          <p:cNvPr id="170" name="plot-z-tick-7">
            <a:extLst xmlns:a="http://schemas.openxmlformats.org/drawingml/2006/main">
              <a:ext uri="{FF2B5EF4-FFF2-40B4-BE49-F238E27FC236}">
                <a16:creationId xmlns:a16="http://schemas.microsoft.com/office/drawing/2014/main" id="{24C64329-678A-4845-90E2-08060468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261" y="1348468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0.40</a:t>
            </a:r>
          </a:p>
        </p:txBody>
      </p:sp>
      <p:sp>
        <p:nvSpPr>
          <p:cNvPr id="171" name="plot-x-tick-8">
            <a:extLst xmlns:a="http://schemas.openxmlformats.org/drawingml/2006/main">
              <a:ext uri="{FF2B5EF4-FFF2-40B4-BE49-F238E27FC236}">
                <a16:creationId xmlns:a16="http://schemas.microsoft.com/office/drawing/2014/main" id="{98BACEBA-82AA-449E-B39A-DCA76813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2582" y="2395311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0.70</a:t>
            </a:r>
          </a:p>
        </p:txBody>
      </p:sp>
      <p:sp>
        <p:nvSpPr>
          <p:cNvPr id="172" name="plot-y-tick-8">
            <a:extLst xmlns:a="http://schemas.openxmlformats.org/drawingml/2006/main">
              <a:ext uri="{FF2B5EF4-FFF2-40B4-BE49-F238E27FC236}">
                <a16:creationId xmlns:a16="http://schemas.microsoft.com/office/drawing/2014/main" id="{5A847D60-6F0C-4888-B9BB-50D5CAE7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296" y="1998436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0.10</a:t>
            </a:r>
          </a:p>
        </p:txBody>
      </p:sp>
      <p:sp>
        <p:nvSpPr>
          <p:cNvPr id="173" name="plot-z-tick-8">
            <a:extLst xmlns:a="http://schemas.openxmlformats.org/drawingml/2006/main">
              <a:ext uri="{FF2B5EF4-FFF2-40B4-BE49-F238E27FC236}">
                <a16:creationId xmlns:a16="http://schemas.microsoft.com/office/drawing/2014/main" id="{AD4DDF44-FD7E-45A2-B128-A06C885F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261" y="1273629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0.45</a:t>
            </a:r>
          </a:p>
        </p:txBody>
      </p:sp>
      <p:sp>
        <p:nvSpPr>
          <p:cNvPr id="174" name="plot-x-tick-9">
            <a:extLst xmlns:a="http://schemas.openxmlformats.org/drawingml/2006/main">
              <a:ext uri="{FF2B5EF4-FFF2-40B4-BE49-F238E27FC236}">
                <a16:creationId xmlns:a16="http://schemas.microsoft.com/office/drawing/2014/main" id="{7C384AB7-0042-43C8-9060-CF75801D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3254" y="2428875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175" name="plot-y-tick-9">
            <a:extLst xmlns:a="http://schemas.openxmlformats.org/drawingml/2006/main">
              <a:ext uri="{FF2B5EF4-FFF2-40B4-BE49-F238E27FC236}">
                <a16:creationId xmlns:a16="http://schemas.microsoft.com/office/drawing/2014/main" id="{50E4F4B7-9A54-4331-91D4-0E4CEBC2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6179" y="1947182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1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0.15</a:t>
            </a:r>
          </a:p>
        </p:txBody>
      </p:sp>
      <p:sp>
        <p:nvSpPr>
          <p:cNvPr id="176" name="plot-x-axis">
            <a:extLst xmlns:a="http://schemas.openxmlformats.org/drawingml/2006/main">
              <a:ext uri="{FF2B5EF4-FFF2-40B4-BE49-F238E27FC236}">
                <a16:creationId xmlns:a16="http://schemas.microsoft.com/office/drawing/2014/main" id="{FF20A9A9-D77D-4AB9-BE5E-7298A268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8082" y="2326821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8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8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48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X (m)</a:t>
            </a:r>
          </a:p>
        </p:txBody>
      </p:sp>
      <p:sp>
        <p:nvSpPr>
          <p:cNvPr id="177" name="plot-y-axis">
            <a:extLst xmlns:a="http://schemas.openxmlformats.org/drawingml/2006/main">
              <a:ext uri="{FF2B5EF4-FFF2-40B4-BE49-F238E27FC236}">
                <a16:creationId xmlns:a16="http://schemas.microsoft.com/office/drawing/2014/main" id="{30800F02-0F86-45A4-8028-5AA2F036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9997168" y="2151289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8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8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48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Y (m)</a:t>
            </a:r>
          </a:p>
        </p:txBody>
      </p:sp>
      <p:sp>
        <p:nvSpPr>
          <p:cNvPr id="178" name="plot-z-axis">
            <a:extLst xmlns:a="http://schemas.openxmlformats.org/drawingml/2006/main">
              <a:ext uri="{FF2B5EF4-FFF2-40B4-BE49-F238E27FC236}">
                <a16:creationId xmlns:a16="http://schemas.microsoft.com/office/drawing/2014/main" id="{27DC7320-1CD4-458D-B351-7E839778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295164" y="1543050"/>
            <a:ext cx="1524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8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8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48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Z (m)</a:t>
            </a:r>
          </a:p>
        </p:txBody>
      </p:sp>
      <p:sp>
        <p:nvSpPr>
          <p:cNvPr id="179" name="trajectory-segment-0">
            <a:extLst xmlns:a="http://schemas.openxmlformats.org/drawingml/2006/main">
              <a:ext uri="{FF2B5EF4-FFF2-40B4-BE49-F238E27FC236}">
                <a16:creationId xmlns:a16="http://schemas.microsoft.com/office/drawing/2014/main" id="{18561CF3-BD3B-4E7F-8D09-7989CF56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9314" y="1073604"/>
            <a:ext cx="77561" cy="20411"/>
          </a:xfrm>
          <a:custGeom xmlns:a="http://schemas.openxmlformats.org/drawingml/2006/main">
            <a:pathLst>
              <a:path w="77561" h="20411">
                <a:moveTo>
                  <a:pt x="0" y="0"/>
                </a:moveTo>
                <a:lnTo>
                  <a:pt x="77561" y="20411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1300A8"/>
            </a:solidFill>
            <a:prstDash val="solid"/>
          </a:ln>
        </p:spPr>
      </p:sp>
      <p:sp>
        <p:nvSpPr>
          <p:cNvPr id="180" name="trajectory-sample-0-0">
            <a:extLst xmlns:a="http://schemas.openxmlformats.org/drawingml/2006/main">
              <a:ext uri="{FF2B5EF4-FFF2-40B4-BE49-F238E27FC236}">
                <a16:creationId xmlns:a16="http://schemas.microsoft.com/office/drawing/2014/main" id="{094DDC22-F41E-4E55-B789-0169C69E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3599" y="106788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00A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1" name="trajectory-sample-0-1">
            <a:extLst xmlns:a="http://schemas.openxmlformats.org/drawingml/2006/main">
              <a:ext uri="{FF2B5EF4-FFF2-40B4-BE49-F238E27FC236}">
                <a16:creationId xmlns:a16="http://schemas.microsoft.com/office/drawing/2014/main" id="{85B4D1D2-9771-4453-A065-26ACD2AF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453" y="1074692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00A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2" name="trajectory-sample-0-2">
            <a:extLst xmlns:a="http://schemas.openxmlformats.org/drawingml/2006/main">
              <a:ext uri="{FF2B5EF4-FFF2-40B4-BE49-F238E27FC236}">
                <a16:creationId xmlns:a16="http://schemas.microsoft.com/office/drawing/2014/main" id="{9F352106-723A-4657-B04D-5AFC05B0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5306" y="1081496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00A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3" name="trajectory-segment-1">
            <a:extLst xmlns:a="http://schemas.openxmlformats.org/drawingml/2006/main">
              <a:ext uri="{FF2B5EF4-FFF2-40B4-BE49-F238E27FC236}">
                <a16:creationId xmlns:a16="http://schemas.microsoft.com/office/drawing/2014/main" id="{79A3F0B6-86E0-4D2F-B51A-A4B29C79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875" y="1094014"/>
            <a:ext cx="77561" cy="20411"/>
          </a:xfrm>
          <a:custGeom xmlns:a="http://schemas.openxmlformats.org/drawingml/2006/main">
            <a:pathLst>
              <a:path w="77561" h="20411">
                <a:moveTo>
                  <a:pt x="0" y="0"/>
                </a:moveTo>
                <a:lnTo>
                  <a:pt x="77561" y="20411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1900AE"/>
            </a:solidFill>
            <a:prstDash val="solid"/>
          </a:ln>
        </p:spPr>
      </p:sp>
      <p:sp>
        <p:nvSpPr>
          <p:cNvPr id="184" name="trajectory-sample-1-0">
            <a:extLst xmlns:a="http://schemas.openxmlformats.org/drawingml/2006/main">
              <a:ext uri="{FF2B5EF4-FFF2-40B4-BE49-F238E27FC236}">
                <a16:creationId xmlns:a16="http://schemas.microsoft.com/office/drawing/2014/main" id="{10E76662-5FB0-41F3-9AA3-D1665529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1160" y="108829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00AE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5" name="trajectory-sample-1-1">
            <a:extLst xmlns:a="http://schemas.openxmlformats.org/drawingml/2006/main">
              <a:ext uri="{FF2B5EF4-FFF2-40B4-BE49-F238E27FC236}">
                <a16:creationId xmlns:a16="http://schemas.microsoft.com/office/drawing/2014/main" id="{5CC92AF2-1A09-4763-A381-138797B2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7014" y="1095103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00AE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6" name="trajectory-sample-1-2">
            <a:extLst xmlns:a="http://schemas.openxmlformats.org/drawingml/2006/main">
              <a:ext uri="{FF2B5EF4-FFF2-40B4-BE49-F238E27FC236}">
                <a16:creationId xmlns:a16="http://schemas.microsoft.com/office/drawing/2014/main" id="{C16AB877-3A98-431C-B251-83C3E41B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2867" y="1101906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00AE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7" name="trajectory-segment-2">
            <a:extLst xmlns:a="http://schemas.openxmlformats.org/drawingml/2006/main">
              <a:ext uri="{FF2B5EF4-FFF2-40B4-BE49-F238E27FC236}">
                <a16:creationId xmlns:a16="http://schemas.microsoft.com/office/drawing/2014/main" id="{1DAD9FDB-C62B-449E-97F2-3F35F639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4436" y="1114425"/>
            <a:ext cx="89807" cy="20411"/>
          </a:xfrm>
          <a:custGeom xmlns:a="http://schemas.openxmlformats.org/drawingml/2006/main">
            <a:pathLst>
              <a:path w="89807" h="20411">
                <a:moveTo>
                  <a:pt x="0" y="0"/>
                </a:moveTo>
                <a:lnTo>
                  <a:pt x="89807" y="20411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2500B4"/>
            </a:solidFill>
            <a:prstDash val="solid"/>
          </a:ln>
        </p:spPr>
      </p:sp>
      <p:sp>
        <p:nvSpPr>
          <p:cNvPr id="188" name="trajectory-sample-2-0">
            <a:extLst xmlns:a="http://schemas.openxmlformats.org/drawingml/2006/main">
              <a:ext uri="{FF2B5EF4-FFF2-40B4-BE49-F238E27FC236}">
                <a16:creationId xmlns:a16="http://schemas.microsoft.com/office/drawing/2014/main" id="{0F1774CB-ADD9-4446-BBFC-06835E8A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8721" y="1108710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00B4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9" name="trajectory-sample-2-1">
            <a:extLst xmlns:a="http://schemas.openxmlformats.org/drawingml/2006/main">
              <a:ext uri="{FF2B5EF4-FFF2-40B4-BE49-F238E27FC236}">
                <a16:creationId xmlns:a16="http://schemas.microsoft.com/office/drawing/2014/main" id="{6ADA4809-4E01-475E-8195-4EBF3ECC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8656" y="1115514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00B4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0" name="trajectory-sample-2-2">
            <a:extLst xmlns:a="http://schemas.openxmlformats.org/drawingml/2006/main">
              <a:ext uri="{FF2B5EF4-FFF2-40B4-BE49-F238E27FC236}">
                <a16:creationId xmlns:a16="http://schemas.microsoft.com/office/drawing/2014/main" id="{76905359-CE72-4347-AE1A-411C4D06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592" y="1122317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00B4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1" name="trajectory-segment-3">
            <a:extLst xmlns:a="http://schemas.openxmlformats.org/drawingml/2006/main">
              <a:ext uri="{FF2B5EF4-FFF2-40B4-BE49-F238E27FC236}">
                <a16:creationId xmlns:a16="http://schemas.microsoft.com/office/drawing/2014/main" id="{79BA503A-A94A-4336-92EF-F0DC9578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4243" y="1134836"/>
            <a:ext cx="85725" cy="20411"/>
          </a:xfrm>
          <a:custGeom xmlns:a="http://schemas.openxmlformats.org/drawingml/2006/main">
            <a:pathLst>
              <a:path w="85725" h="20411">
                <a:moveTo>
                  <a:pt x="0" y="0"/>
                </a:moveTo>
                <a:lnTo>
                  <a:pt x="85725" y="20411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3300AE"/>
            </a:solidFill>
            <a:prstDash val="solid"/>
          </a:ln>
        </p:spPr>
      </p:sp>
      <p:sp>
        <p:nvSpPr>
          <p:cNvPr id="192" name="trajectory-sample-3-0">
            <a:extLst xmlns:a="http://schemas.openxmlformats.org/drawingml/2006/main">
              <a:ext uri="{FF2B5EF4-FFF2-40B4-BE49-F238E27FC236}">
                <a16:creationId xmlns:a16="http://schemas.microsoft.com/office/drawing/2014/main" id="{A1CB820B-3DC8-4B7F-B43D-B239A28A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528" y="1129121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00AE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3" name="trajectory-sample-3-1">
            <a:extLst xmlns:a="http://schemas.openxmlformats.org/drawingml/2006/main">
              <a:ext uri="{FF2B5EF4-FFF2-40B4-BE49-F238E27FC236}">
                <a16:creationId xmlns:a16="http://schemas.microsoft.com/office/drawing/2014/main" id="{DD2E02CC-DD35-42BD-A5C3-880F1196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103" y="1135924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00AE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4" name="trajectory-sample-3-2">
            <a:extLst xmlns:a="http://schemas.openxmlformats.org/drawingml/2006/main">
              <a:ext uri="{FF2B5EF4-FFF2-40B4-BE49-F238E27FC236}">
                <a16:creationId xmlns:a16="http://schemas.microsoft.com/office/drawing/2014/main" id="{1F15E6A4-AF12-47DC-B04D-9380B809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5678" y="1142728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00AE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5" name="trajectory-segment-4">
            <a:extLst xmlns:a="http://schemas.openxmlformats.org/drawingml/2006/main">
              <a:ext uri="{FF2B5EF4-FFF2-40B4-BE49-F238E27FC236}">
                <a16:creationId xmlns:a16="http://schemas.microsoft.com/office/drawing/2014/main" id="{2DB93393-A256-4745-AC50-66B2E655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9968" y="1155246"/>
            <a:ext cx="65314" cy="32657"/>
          </a:xfrm>
          <a:custGeom xmlns:a="http://schemas.openxmlformats.org/drawingml/2006/main">
            <a:pathLst>
              <a:path w="65314" h="32657">
                <a:moveTo>
                  <a:pt x="0" y="0"/>
                </a:moveTo>
                <a:lnTo>
                  <a:pt x="65314" y="32657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4D00A0"/>
            </a:solidFill>
            <a:prstDash val="solid"/>
          </a:ln>
        </p:spPr>
      </p:sp>
      <p:sp>
        <p:nvSpPr>
          <p:cNvPr id="196" name="trajectory-sample-4-0">
            <a:extLst xmlns:a="http://schemas.openxmlformats.org/drawingml/2006/main">
              <a:ext uri="{FF2B5EF4-FFF2-40B4-BE49-F238E27FC236}">
                <a16:creationId xmlns:a16="http://schemas.microsoft.com/office/drawing/2014/main" id="{67654A35-C669-4C32-838B-E4FCEAEF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253" y="1149531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00A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7" name="trajectory-sample-4-1">
            <a:extLst xmlns:a="http://schemas.openxmlformats.org/drawingml/2006/main">
              <a:ext uri="{FF2B5EF4-FFF2-40B4-BE49-F238E27FC236}">
                <a16:creationId xmlns:a16="http://schemas.microsoft.com/office/drawing/2014/main" id="{3457F45A-F966-4BD4-B52D-778FA7B3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6024" y="1160417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00A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8" name="trajectory-sample-4-2">
            <a:extLst xmlns:a="http://schemas.openxmlformats.org/drawingml/2006/main">
              <a:ext uri="{FF2B5EF4-FFF2-40B4-BE49-F238E27FC236}">
                <a16:creationId xmlns:a16="http://schemas.microsoft.com/office/drawing/2014/main" id="{94F0B9A5-1666-4A04-A361-E32F4701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7796" y="1171303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00A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9" name="trajectory-segment-5">
            <a:extLst xmlns:a="http://schemas.openxmlformats.org/drawingml/2006/main">
              <a:ext uri="{FF2B5EF4-FFF2-40B4-BE49-F238E27FC236}">
                <a16:creationId xmlns:a16="http://schemas.microsoft.com/office/drawing/2014/main" id="{4F63A447-B8A4-4399-8435-566324E9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5282" y="1187904"/>
            <a:ext cx="61232" cy="57150"/>
          </a:xfrm>
          <a:custGeom xmlns:a="http://schemas.openxmlformats.org/drawingml/2006/main">
            <a:pathLst>
              <a:path w="61232" h="57150">
                <a:moveTo>
                  <a:pt x="0" y="0"/>
                </a:moveTo>
                <a:lnTo>
                  <a:pt x="61232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660092"/>
            </a:solidFill>
            <a:prstDash val="solid"/>
          </a:ln>
        </p:spPr>
      </p:sp>
      <p:sp>
        <p:nvSpPr>
          <p:cNvPr id="200" name="trajectory-sample-5-0">
            <a:extLst xmlns:a="http://schemas.openxmlformats.org/drawingml/2006/main">
              <a:ext uri="{FF2B5EF4-FFF2-40B4-BE49-F238E27FC236}">
                <a16:creationId xmlns:a16="http://schemas.microsoft.com/office/drawing/2014/main" id="{E86E6E2A-2DB9-4534-9066-600FD0A3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9567" y="118218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2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1" name="trajectory-sample-5-1">
            <a:extLst xmlns:a="http://schemas.openxmlformats.org/drawingml/2006/main">
              <a:ext uri="{FF2B5EF4-FFF2-40B4-BE49-F238E27FC236}">
                <a16:creationId xmlns:a16="http://schemas.microsoft.com/office/drawing/2014/main" id="{58DB3E1C-20F4-4E21-9F50-EBA1A436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9978" y="120123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2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2" name="trajectory-sample-5-2">
            <a:extLst xmlns:a="http://schemas.openxmlformats.org/drawingml/2006/main">
              <a:ext uri="{FF2B5EF4-FFF2-40B4-BE49-F238E27FC236}">
                <a16:creationId xmlns:a16="http://schemas.microsoft.com/office/drawing/2014/main" id="{20A6AFB6-170E-404C-B702-B88DB24C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0389" y="122028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2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3" name="trajectory-segment-6">
            <a:extLst xmlns:a="http://schemas.openxmlformats.org/drawingml/2006/main">
              <a:ext uri="{FF2B5EF4-FFF2-40B4-BE49-F238E27FC236}">
                <a16:creationId xmlns:a16="http://schemas.microsoft.com/office/drawing/2014/main" id="{3F48E321-AA20-480F-ABA7-14C13570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6514" y="1245054"/>
            <a:ext cx="61232" cy="61232"/>
          </a:xfrm>
          <a:custGeom xmlns:a="http://schemas.openxmlformats.org/drawingml/2006/main">
            <a:pathLst>
              <a:path w="61232" h="61232">
                <a:moveTo>
                  <a:pt x="0" y="0"/>
                </a:moveTo>
                <a:lnTo>
                  <a:pt x="61232" y="61232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7D0084"/>
            </a:solidFill>
            <a:prstDash val="solid"/>
          </a:ln>
        </p:spPr>
      </p:sp>
      <p:sp>
        <p:nvSpPr>
          <p:cNvPr id="204" name="trajectory-sample-6-0">
            <a:extLst xmlns:a="http://schemas.openxmlformats.org/drawingml/2006/main">
              <a:ext uri="{FF2B5EF4-FFF2-40B4-BE49-F238E27FC236}">
                <a16:creationId xmlns:a16="http://schemas.microsoft.com/office/drawing/2014/main" id="{BCBB4153-FA9D-4AAF-B94B-B24BE1DD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0799" y="123933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0084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5" name="trajectory-sample-6-1">
            <a:extLst xmlns:a="http://schemas.openxmlformats.org/drawingml/2006/main">
              <a:ext uri="{FF2B5EF4-FFF2-40B4-BE49-F238E27FC236}">
                <a16:creationId xmlns:a16="http://schemas.microsoft.com/office/drawing/2014/main" id="{7DDE06F1-CD85-46AB-B586-037155EB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1210" y="125974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0084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6" name="trajectory-sample-6-2">
            <a:extLst xmlns:a="http://schemas.openxmlformats.org/drawingml/2006/main">
              <a:ext uri="{FF2B5EF4-FFF2-40B4-BE49-F238E27FC236}">
                <a16:creationId xmlns:a16="http://schemas.microsoft.com/office/drawing/2014/main" id="{9F6273EE-9FB2-4511-8C8C-F4296425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1621" y="1280160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0084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7" name="trajectory-segment-7">
            <a:extLst xmlns:a="http://schemas.openxmlformats.org/drawingml/2006/main">
              <a:ext uri="{FF2B5EF4-FFF2-40B4-BE49-F238E27FC236}">
                <a16:creationId xmlns:a16="http://schemas.microsoft.com/office/drawing/2014/main" id="{C65792C0-2472-4692-B554-9E613879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7746" y="1306286"/>
            <a:ext cx="53068" cy="65314"/>
          </a:xfrm>
          <a:custGeom xmlns:a="http://schemas.openxmlformats.org/drawingml/2006/main">
            <a:pathLst>
              <a:path w="53068" h="65314">
                <a:moveTo>
                  <a:pt x="0" y="0"/>
                </a:moveTo>
                <a:lnTo>
                  <a:pt x="53068" y="65314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980078"/>
            </a:solidFill>
            <a:prstDash val="solid"/>
          </a:ln>
        </p:spPr>
      </p:sp>
      <p:sp>
        <p:nvSpPr>
          <p:cNvPr id="208" name="trajectory-sample-7-0">
            <a:extLst xmlns:a="http://schemas.openxmlformats.org/drawingml/2006/main">
              <a:ext uri="{FF2B5EF4-FFF2-40B4-BE49-F238E27FC236}">
                <a16:creationId xmlns:a16="http://schemas.microsoft.com/office/drawing/2014/main" id="{7CA5E640-2A32-4113-946A-FC21695F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2031" y="1300571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007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9" name="trajectory-sample-7-1">
            <a:extLst xmlns:a="http://schemas.openxmlformats.org/drawingml/2006/main">
              <a:ext uri="{FF2B5EF4-FFF2-40B4-BE49-F238E27FC236}">
                <a16:creationId xmlns:a16="http://schemas.microsoft.com/office/drawing/2014/main" id="{64904B1E-94BD-403A-AE5B-8B25ACDF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9721" y="1322342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007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0" name="trajectory-sample-7-2">
            <a:extLst xmlns:a="http://schemas.openxmlformats.org/drawingml/2006/main">
              <a:ext uri="{FF2B5EF4-FFF2-40B4-BE49-F238E27FC236}">
                <a16:creationId xmlns:a16="http://schemas.microsoft.com/office/drawing/2014/main" id="{8E040565-7FE2-4AFD-BEBA-F985A3E8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7410" y="1344114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007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1" name="trajectory-segment-8">
            <a:extLst xmlns:a="http://schemas.openxmlformats.org/drawingml/2006/main">
              <a:ext uri="{FF2B5EF4-FFF2-40B4-BE49-F238E27FC236}">
                <a16:creationId xmlns:a16="http://schemas.microsoft.com/office/drawing/2014/main" id="{0AE45F76-4699-403C-964B-B467FD0E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0814" y="1371600"/>
            <a:ext cx="24493" cy="81643"/>
          </a:xfrm>
          <a:custGeom xmlns:a="http://schemas.openxmlformats.org/drawingml/2006/main">
            <a:pathLst>
              <a:path w="24493" h="81643">
                <a:moveTo>
                  <a:pt x="0" y="0"/>
                </a:moveTo>
                <a:lnTo>
                  <a:pt x="24493" y="81643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00066"/>
            </a:solidFill>
            <a:prstDash val="solid"/>
          </a:ln>
        </p:spPr>
      </p:sp>
      <p:sp>
        <p:nvSpPr>
          <p:cNvPr id="212" name="trajectory-sample-8-0">
            <a:extLst xmlns:a="http://schemas.openxmlformats.org/drawingml/2006/main">
              <a:ext uri="{FF2B5EF4-FFF2-40B4-BE49-F238E27FC236}">
                <a16:creationId xmlns:a16="http://schemas.microsoft.com/office/drawing/2014/main" id="{F1AFF0D2-4E64-4835-81F7-73651897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5099" y="1365885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66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3" name="trajectory-sample-8-1">
            <a:extLst xmlns:a="http://schemas.openxmlformats.org/drawingml/2006/main">
              <a:ext uri="{FF2B5EF4-FFF2-40B4-BE49-F238E27FC236}">
                <a16:creationId xmlns:a16="http://schemas.microsoft.com/office/drawing/2014/main" id="{A78AFD2D-7C18-4367-9E67-9C391F96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3264" y="139309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66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4" name="trajectory-sample-8-2">
            <a:extLst xmlns:a="http://schemas.openxmlformats.org/drawingml/2006/main">
              <a:ext uri="{FF2B5EF4-FFF2-40B4-BE49-F238E27FC236}">
                <a16:creationId xmlns:a16="http://schemas.microsoft.com/office/drawing/2014/main" id="{85ADD735-E2BB-4DAD-92A2-39487989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428" y="1420314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66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5" name="trajectory-segment-9">
            <a:extLst xmlns:a="http://schemas.openxmlformats.org/drawingml/2006/main">
              <a:ext uri="{FF2B5EF4-FFF2-40B4-BE49-F238E27FC236}">
                <a16:creationId xmlns:a16="http://schemas.microsoft.com/office/drawing/2014/main" id="{CDA1FFAD-544C-481D-9672-ADE29B38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5307" y="1453243"/>
            <a:ext cx="20411" cy="85725"/>
          </a:xfrm>
          <a:custGeom xmlns:a="http://schemas.openxmlformats.org/drawingml/2006/main">
            <a:pathLst>
              <a:path w="20411" h="85725">
                <a:moveTo>
                  <a:pt x="0" y="0"/>
                </a:moveTo>
                <a:lnTo>
                  <a:pt x="20411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C80050"/>
            </a:solidFill>
            <a:prstDash val="solid"/>
          </a:ln>
        </p:spPr>
      </p:sp>
      <p:sp>
        <p:nvSpPr>
          <p:cNvPr id="216" name="trajectory-sample-9-0">
            <a:extLst xmlns:a="http://schemas.openxmlformats.org/drawingml/2006/main">
              <a:ext uri="{FF2B5EF4-FFF2-40B4-BE49-F238E27FC236}">
                <a16:creationId xmlns:a16="http://schemas.microsoft.com/office/drawing/2014/main" id="{FE7D50CE-2556-4B48-BF46-FC07C285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9592" y="1447528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005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7" name="trajectory-sample-9-1">
            <a:extLst xmlns:a="http://schemas.openxmlformats.org/drawingml/2006/main">
              <a:ext uri="{FF2B5EF4-FFF2-40B4-BE49-F238E27FC236}">
                <a16:creationId xmlns:a16="http://schemas.microsoft.com/office/drawing/2014/main" id="{B52585C3-7A10-4CB6-A437-67D35524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396" y="1476103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005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8" name="trajectory-sample-9-2">
            <a:extLst xmlns:a="http://schemas.openxmlformats.org/drawingml/2006/main">
              <a:ext uri="{FF2B5EF4-FFF2-40B4-BE49-F238E27FC236}">
                <a16:creationId xmlns:a16="http://schemas.microsoft.com/office/drawing/2014/main" id="{55D2E5AA-3199-467B-AAAF-0A94EA87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3199" y="1504678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005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9" name="trajectory-segment-10">
            <a:extLst xmlns:a="http://schemas.openxmlformats.org/drawingml/2006/main">
              <a:ext uri="{FF2B5EF4-FFF2-40B4-BE49-F238E27FC236}">
                <a16:creationId xmlns:a16="http://schemas.microsoft.com/office/drawing/2014/main" id="{38853080-7D7B-493D-A946-23C4A94D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5718" y="1538968"/>
            <a:ext cx="16329" cy="73479"/>
          </a:xfrm>
          <a:custGeom xmlns:a="http://schemas.openxmlformats.org/drawingml/2006/main">
            <a:pathLst>
              <a:path w="16329" h="73479">
                <a:moveTo>
                  <a:pt x="0" y="0"/>
                </a:moveTo>
                <a:lnTo>
                  <a:pt x="16329" y="73479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DD0038"/>
            </a:solidFill>
            <a:prstDash val="solid"/>
          </a:ln>
        </p:spPr>
      </p:sp>
      <p:sp>
        <p:nvSpPr>
          <p:cNvPr id="220" name="trajectory-sample-10-0">
            <a:extLst xmlns:a="http://schemas.openxmlformats.org/drawingml/2006/main">
              <a:ext uri="{FF2B5EF4-FFF2-40B4-BE49-F238E27FC236}">
                <a16:creationId xmlns:a16="http://schemas.microsoft.com/office/drawing/2014/main" id="{8E031771-31BB-4467-880C-1EAEF492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0003" y="1533253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003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1" name="trajectory-sample-10-1">
            <a:extLst xmlns:a="http://schemas.openxmlformats.org/drawingml/2006/main">
              <a:ext uri="{FF2B5EF4-FFF2-40B4-BE49-F238E27FC236}">
                <a16:creationId xmlns:a16="http://schemas.microsoft.com/office/drawing/2014/main" id="{F7E674B5-E835-4658-BE5F-6E99C8DC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5446" y="1557746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003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2" name="trajectory-sample-10-2">
            <a:extLst xmlns:a="http://schemas.openxmlformats.org/drawingml/2006/main">
              <a:ext uri="{FF2B5EF4-FFF2-40B4-BE49-F238E27FC236}">
                <a16:creationId xmlns:a16="http://schemas.microsoft.com/office/drawing/2014/main" id="{61A0F694-8358-4065-9AA6-D1B765BB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0889" y="158223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003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3" name="trajectory-segment-11">
            <a:extLst xmlns:a="http://schemas.openxmlformats.org/drawingml/2006/main">
              <a:ext uri="{FF2B5EF4-FFF2-40B4-BE49-F238E27FC236}">
                <a16:creationId xmlns:a16="http://schemas.microsoft.com/office/drawing/2014/main" id="{232DF079-C6BF-46E9-A452-F6CD5240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2046" y="1612446"/>
            <a:ext cx="28575" cy="61232"/>
          </a:xfrm>
          <a:custGeom xmlns:a="http://schemas.openxmlformats.org/drawingml/2006/main">
            <a:pathLst>
              <a:path w="28575" h="61232">
                <a:moveTo>
                  <a:pt x="0" y="0"/>
                </a:moveTo>
                <a:lnTo>
                  <a:pt x="28575" y="61232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EF0020"/>
            </a:solidFill>
            <a:prstDash val="solid"/>
          </a:ln>
        </p:spPr>
      </p:sp>
      <p:sp>
        <p:nvSpPr>
          <p:cNvPr id="224" name="trajectory-sample-11-0">
            <a:extLst xmlns:a="http://schemas.openxmlformats.org/drawingml/2006/main">
              <a:ext uri="{FF2B5EF4-FFF2-40B4-BE49-F238E27FC236}">
                <a16:creationId xmlns:a16="http://schemas.microsoft.com/office/drawing/2014/main" id="{50A7CA9B-A406-459A-868C-A8D7C2EE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331" y="1606731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002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5" name="trajectory-sample-11-1">
            <a:extLst xmlns:a="http://schemas.openxmlformats.org/drawingml/2006/main">
              <a:ext uri="{FF2B5EF4-FFF2-40B4-BE49-F238E27FC236}">
                <a16:creationId xmlns:a16="http://schemas.microsoft.com/office/drawing/2014/main" id="{EAAF548E-2007-4374-92B3-154E7CAC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5856" y="1627142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002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6" name="trajectory-sample-11-2">
            <a:extLst xmlns:a="http://schemas.openxmlformats.org/drawingml/2006/main">
              <a:ext uri="{FF2B5EF4-FFF2-40B4-BE49-F238E27FC236}">
                <a16:creationId xmlns:a16="http://schemas.microsoft.com/office/drawing/2014/main" id="{6721BF67-BEA7-49BB-908A-445852B4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5381" y="1647553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002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7" name="trajectory-segment-12">
            <a:extLst xmlns:a="http://schemas.openxmlformats.org/drawingml/2006/main">
              <a:ext uri="{FF2B5EF4-FFF2-40B4-BE49-F238E27FC236}">
                <a16:creationId xmlns:a16="http://schemas.microsoft.com/office/drawing/2014/main" id="{EAE6E079-E69B-4318-A5D6-8A084653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0621" y="1673679"/>
            <a:ext cx="36739" cy="40821"/>
          </a:xfrm>
          <a:custGeom xmlns:a="http://schemas.openxmlformats.org/drawingml/2006/main">
            <a:pathLst>
              <a:path w="36739" h="40821">
                <a:moveTo>
                  <a:pt x="0" y="0"/>
                </a:moveTo>
                <a:lnTo>
                  <a:pt x="36739" y="40821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FF1600"/>
            </a:solidFill>
            <a:prstDash val="solid"/>
          </a:ln>
        </p:spPr>
      </p:sp>
      <p:sp>
        <p:nvSpPr>
          <p:cNvPr id="228" name="trajectory-sample-12-0">
            <a:extLst xmlns:a="http://schemas.openxmlformats.org/drawingml/2006/main">
              <a:ext uri="{FF2B5EF4-FFF2-40B4-BE49-F238E27FC236}">
                <a16:creationId xmlns:a16="http://schemas.microsoft.com/office/drawing/2014/main" id="{D1280A11-6BED-4CFD-8854-AA66FB60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4906" y="1667964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16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9" name="trajectory-sample-12-1">
            <a:extLst xmlns:a="http://schemas.openxmlformats.org/drawingml/2006/main">
              <a:ext uri="{FF2B5EF4-FFF2-40B4-BE49-F238E27FC236}">
                <a16:creationId xmlns:a16="http://schemas.microsoft.com/office/drawing/2014/main" id="{2E5C8EEF-C6B7-4C6D-B34F-2371FFDB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7153" y="1681571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16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0" name="trajectory-sample-12-2">
            <a:extLst xmlns:a="http://schemas.openxmlformats.org/drawingml/2006/main">
              <a:ext uri="{FF2B5EF4-FFF2-40B4-BE49-F238E27FC236}">
                <a16:creationId xmlns:a16="http://schemas.microsoft.com/office/drawing/2014/main" id="{D87DE533-7AE4-42FF-A402-D4A63F7F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99" y="1695178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16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1" name="trajectory-segment-13">
            <a:extLst xmlns:a="http://schemas.openxmlformats.org/drawingml/2006/main">
              <a:ext uri="{FF2B5EF4-FFF2-40B4-BE49-F238E27FC236}">
                <a16:creationId xmlns:a16="http://schemas.microsoft.com/office/drawing/2014/main" id="{3A9FEAFD-722C-422C-A80C-FE5B7056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7361" y="1714500"/>
            <a:ext cx="48986" cy="28575"/>
          </a:xfrm>
          <a:custGeom xmlns:a="http://schemas.openxmlformats.org/drawingml/2006/main">
            <a:pathLst>
              <a:path w="48986" h="28575">
                <a:moveTo>
                  <a:pt x="0" y="0"/>
                </a:moveTo>
                <a:lnTo>
                  <a:pt x="48986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FF2C00"/>
            </a:solidFill>
            <a:prstDash val="solid"/>
          </a:ln>
        </p:spPr>
      </p:sp>
      <p:sp>
        <p:nvSpPr>
          <p:cNvPr id="232" name="trajectory-sample-13-0">
            <a:extLst xmlns:a="http://schemas.openxmlformats.org/drawingml/2006/main">
              <a:ext uri="{FF2B5EF4-FFF2-40B4-BE49-F238E27FC236}">
                <a16:creationId xmlns:a16="http://schemas.microsoft.com/office/drawing/2014/main" id="{F6161358-0E76-411D-BE51-573839E3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1646" y="1708785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C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3" name="trajectory-sample-13-1">
            <a:extLst xmlns:a="http://schemas.openxmlformats.org/drawingml/2006/main">
              <a:ext uri="{FF2B5EF4-FFF2-40B4-BE49-F238E27FC236}">
                <a16:creationId xmlns:a16="http://schemas.microsoft.com/office/drawing/2014/main" id="{20CE206F-6F52-44CE-8562-3E134AB7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7974" y="1718310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C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4" name="trajectory-sample-13-2">
            <a:extLst xmlns:a="http://schemas.openxmlformats.org/drawingml/2006/main">
              <a:ext uri="{FF2B5EF4-FFF2-40B4-BE49-F238E27FC236}">
                <a16:creationId xmlns:a16="http://schemas.microsoft.com/office/drawing/2014/main" id="{0F186CB5-1384-4640-A769-C930A582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303" y="1727835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C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5" name="trajectory-segment-14">
            <a:extLst xmlns:a="http://schemas.openxmlformats.org/drawingml/2006/main">
              <a:ext uri="{FF2B5EF4-FFF2-40B4-BE49-F238E27FC236}">
                <a16:creationId xmlns:a16="http://schemas.microsoft.com/office/drawing/2014/main" id="{C7808EE2-105E-4BC6-AB6B-E1D0D5C5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6346" y="1743075"/>
            <a:ext cx="32657" cy="57150"/>
          </a:xfrm>
          <a:custGeom xmlns:a="http://schemas.openxmlformats.org/drawingml/2006/main">
            <a:pathLst>
              <a:path w="32657" h="57150">
                <a:moveTo>
                  <a:pt x="0" y="0"/>
                </a:moveTo>
                <a:lnTo>
                  <a:pt x="32657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FF4900"/>
            </a:solidFill>
            <a:prstDash val="solid"/>
          </a:ln>
        </p:spPr>
      </p:sp>
      <p:sp>
        <p:nvSpPr>
          <p:cNvPr id="236" name="trajectory-sample-14-0">
            <a:extLst xmlns:a="http://schemas.openxmlformats.org/drawingml/2006/main">
              <a:ext uri="{FF2B5EF4-FFF2-40B4-BE49-F238E27FC236}">
                <a16:creationId xmlns:a16="http://schemas.microsoft.com/office/drawing/2014/main" id="{538AAEAD-E088-4382-AB8B-7F7DFB6D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0631" y="1737360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9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7" name="trajectory-sample-14-1">
            <a:extLst xmlns:a="http://schemas.openxmlformats.org/drawingml/2006/main">
              <a:ext uri="{FF2B5EF4-FFF2-40B4-BE49-F238E27FC236}">
                <a16:creationId xmlns:a16="http://schemas.microsoft.com/office/drawing/2014/main" id="{FB04EEFB-ECA5-4E0F-9159-1963D3B0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1517" y="1756410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9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8" name="trajectory-sample-14-2">
            <a:extLst xmlns:a="http://schemas.openxmlformats.org/drawingml/2006/main">
              <a:ext uri="{FF2B5EF4-FFF2-40B4-BE49-F238E27FC236}">
                <a16:creationId xmlns:a16="http://schemas.microsoft.com/office/drawing/2014/main" id="{591E78CD-6953-4BB3-ACB8-4701E7CB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2403" y="1775460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9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9" name="trajectory-segment-15">
            <a:extLst xmlns:a="http://schemas.openxmlformats.org/drawingml/2006/main">
              <a:ext uri="{FF2B5EF4-FFF2-40B4-BE49-F238E27FC236}">
                <a16:creationId xmlns:a16="http://schemas.microsoft.com/office/drawing/2014/main" id="{32835259-2ED7-4121-A4EB-BE010FF6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9004" y="1800225"/>
            <a:ext cx="16329" cy="85725"/>
          </a:xfrm>
          <a:custGeom xmlns:a="http://schemas.openxmlformats.org/drawingml/2006/main">
            <a:pathLst>
              <a:path w="16329" h="85725">
                <a:moveTo>
                  <a:pt x="0" y="0"/>
                </a:moveTo>
                <a:lnTo>
                  <a:pt x="16329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FF6800"/>
            </a:solidFill>
            <a:prstDash val="solid"/>
          </a:ln>
        </p:spPr>
      </p:sp>
      <p:sp>
        <p:nvSpPr>
          <p:cNvPr id="240" name="trajectory-sample-15-0">
            <a:extLst xmlns:a="http://schemas.openxmlformats.org/drawingml/2006/main">
              <a:ext uri="{FF2B5EF4-FFF2-40B4-BE49-F238E27FC236}">
                <a16:creationId xmlns:a16="http://schemas.microsoft.com/office/drawing/2014/main" id="{70667E2F-CD33-42D8-A28B-1DD55472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3289" y="1794510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1" name="trajectory-sample-15-1">
            <a:extLst xmlns:a="http://schemas.openxmlformats.org/drawingml/2006/main">
              <a:ext uri="{FF2B5EF4-FFF2-40B4-BE49-F238E27FC236}">
                <a16:creationId xmlns:a16="http://schemas.microsoft.com/office/drawing/2014/main" id="{CDB1976B-D6CE-4B8F-8D21-B38D5E56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8731" y="1823085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2" name="trajectory-sample-15-2">
            <a:extLst xmlns:a="http://schemas.openxmlformats.org/drawingml/2006/main">
              <a:ext uri="{FF2B5EF4-FFF2-40B4-BE49-F238E27FC236}">
                <a16:creationId xmlns:a16="http://schemas.microsoft.com/office/drawing/2014/main" id="{C043F91B-C571-4820-AF81-2ABFEEF9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4174" y="1851660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3" name="trajectory-segment-16">
            <a:extLst xmlns:a="http://schemas.openxmlformats.org/drawingml/2006/main">
              <a:ext uri="{FF2B5EF4-FFF2-40B4-BE49-F238E27FC236}">
                <a16:creationId xmlns:a16="http://schemas.microsoft.com/office/drawing/2014/main" id="{1AD8D923-8DB9-466D-B613-ABAEDA3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5332" y="1885950"/>
            <a:ext cx="8164" cy="110218"/>
          </a:xfrm>
          <a:custGeom xmlns:a="http://schemas.openxmlformats.org/drawingml/2006/main">
            <a:pathLst>
              <a:path w="8164" h="110218">
                <a:moveTo>
                  <a:pt x="0" y="0"/>
                </a:moveTo>
                <a:lnTo>
                  <a:pt x="8164" y="110218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FF8500"/>
            </a:solidFill>
            <a:prstDash val="solid"/>
          </a:ln>
        </p:spPr>
      </p:sp>
      <p:sp>
        <p:nvSpPr>
          <p:cNvPr id="244" name="trajectory-sample-16-0">
            <a:extLst xmlns:a="http://schemas.openxmlformats.org/drawingml/2006/main">
              <a:ext uri="{FF2B5EF4-FFF2-40B4-BE49-F238E27FC236}">
                <a16:creationId xmlns:a16="http://schemas.microsoft.com/office/drawing/2014/main" id="{99349AC0-1AEF-4A57-8930-629573C8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9617" y="1880235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5" name="trajectory-sample-16-1">
            <a:extLst xmlns:a="http://schemas.openxmlformats.org/drawingml/2006/main">
              <a:ext uri="{FF2B5EF4-FFF2-40B4-BE49-F238E27FC236}">
                <a16:creationId xmlns:a16="http://schemas.microsoft.com/office/drawing/2014/main" id="{7EC3033C-C53F-46AB-AD30-596BCA68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2339" y="1916974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6" name="trajectory-sample-16-2">
            <a:extLst xmlns:a="http://schemas.openxmlformats.org/drawingml/2006/main">
              <a:ext uri="{FF2B5EF4-FFF2-40B4-BE49-F238E27FC236}">
                <a16:creationId xmlns:a16="http://schemas.microsoft.com/office/drawing/2014/main" id="{B16F8251-9EB3-4A02-BC1E-B38912A5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5060" y="1953714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7" name="trajectory-segment-17">
            <a:extLst xmlns:a="http://schemas.openxmlformats.org/drawingml/2006/main">
              <a:ext uri="{FF2B5EF4-FFF2-40B4-BE49-F238E27FC236}">
                <a16:creationId xmlns:a16="http://schemas.microsoft.com/office/drawing/2014/main" id="{48AFA166-458C-4FA2-B200-56DAA236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3496" y="1906361"/>
            <a:ext cx="4082" cy="89807"/>
          </a:xfrm>
          <a:custGeom xmlns:a="http://schemas.openxmlformats.org/drawingml/2006/main">
            <a:pathLst>
              <a:path w="4082" h="89807">
                <a:moveTo>
                  <a:pt x="0" y="89807"/>
                </a:moveTo>
                <a:lnTo>
                  <a:pt x="40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FFA000"/>
            </a:solidFill>
            <a:prstDash val="solid"/>
          </a:ln>
        </p:spPr>
      </p:sp>
      <p:sp>
        <p:nvSpPr>
          <p:cNvPr id="248" name="trajectory-sample-17-0">
            <a:extLst xmlns:a="http://schemas.openxmlformats.org/drawingml/2006/main">
              <a:ext uri="{FF2B5EF4-FFF2-40B4-BE49-F238E27FC236}">
                <a16:creationId xmlns:a16="http://schemas.microsoft.com/office/drawing/2014/main" id="{3A99A5CA-427B-426C-BEB5-84DF1680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7781" y="1990453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0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9" name="trajectory-sample-17-1">
            <a:extLst xmlns:a="http://schemas.openxmlformats.org/drawingml/2006/main">
              <a:ext uri="{FF2B5EF4-FFF2-40B4-BE49-F238E27FC236}">
                <a16:creationId xmlns:a16="http://schemas.microsoft.com/office/drawing/2014/main" id="{84957305-003F-49BF-A113-4F905B47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9142" y="1960517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0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0" name="trajectory-sample-17-2">
            <a:extLst xmlns:a="http://schemas.openxmlformats.org/drawingml/2006/main">
              <a:ext uri="{FF2B5EF4-FFF2-40B4-BE49-F238E27FC236}">
                <a16:creationId xmlns:a16="http://schemas.microsoft.com/office/drawing/2014/main" id="{F4840866-E288-4611-BCBE-92EB2985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0503" y="1930581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0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1" name="trajectory-segment-18">
            <a:extLst xmlns:a="http://schemas.openxmlformats.org/drawingml/2006/main">
              <a:ext uri="{FF2B5EF4-FFF2-40B4-BE49-F238E27FC236}">
                <a16:creationId xmlns:a16="http://schemas.microsoft.com/office/drawing/2014/main" id="{7EB1D14C-B18B-4640-8DA3-4CC00795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9414" y="1804307"/>
            <a:ext cx="8164" cy="102054"/>
          </a:xfrm>
          <a:custGeom xmlns:a="http://schemas.openxmlformats.org/drawingml/2006/main">
            <a:pathLst>
              <a:path w="8164" h="102054">
                <a:moveTo>
                  <a:pt x="8164" y="10205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FFB700"/>
            </a:solidFill>
            <a:prstDash val="solid"/>
          </a:ln>
        </p:spPr>
      </p:sp>
      <p:sp>
        <p:nvSpPr>
          <p:cNvPr id="252" name="trajectory-sample-18-0">
            <a:extLst xmlns:a="http://schemas.openxmlformats.org/drawingml/2006/main">
              <a:ext uri="{FF2B5EF4-FFF2-40B4-BE49-F238E27FC236}">
                <a16:creationId xmlns:a16="http://schemas.microsoft.com/office/drawing/2014/main" id="{FF068BEB-54A5-493D-B35B-3FAEE911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1864" y="1900646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3" name="trajectory-sample-18-1">
            <a:extLst xmlns:a="http://schemas.openxmlformats.org/drawingml/2006/main">
              <a:ext uri="{FF2B5EF4-FFF2-40B4-BE49-F238E27FC236}">
                <a16:creationId xmlns:a16="http://schemas.microsoft.com/office/drawing/2014/main" id="{1AA11D79-F9B3-4F58-8447-2BBD0687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9142" y="1866628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4" name="trajectory-sample-18-2">
            <a:extLst xmlns:a="http://schemas.openxmlformats.org/drawingml/2006/main">
              <a:ext uri="{FF2B5EF4-FFF2-40B4-BE49-F238E27FC236}">
                <a16:creationId xmlns:a16="http://schemas.microsoft.com/office/drawing/2014/main" id="{58FE4520-919A-4137-A5D2-DD3F4995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6421" y="1832610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5" name="trajectory-segment-19">
            <a:extLst xmlns:a="http://schemas.openxmlformats.org/drawingml/2006/main">
              <a:ext uri="{FF2B5EF4-FFF2-40B4-BE49-F238E27FC236}">
                <a16:creationId xmlns:a16="http://schemas.microsoft.com/office/drawing/2014/main" id="{3AE9D272-7052-4155-B685-BDAA4AD7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0839" y="1726746"/>
            <a:ext cx="28575" cy="77561"/>
          </a:xfrm>
          <a:custGeom xmlns:a="http://schemas.openxmlformats.org/drawingml/2006/main">
            <a:pathLst>
              <a:path w="28575" h="77561">
                <a:moveTo>
                  <a:pt x="28575" y="775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FFCC00"/>
            </a:solidFill>
            <a:prstDash val="solid"/>
          </a:ln>
        </p:spPr>
      </p:sp>
      <p:sp>
        <p:nvSpPr>
          <p:cNvPr id="256" name="trajectory-sample-19-0">
            <a:extLst xmlns:a="http://schemas.openxmlformats.org/drawingml/2006/main">
              <a:ext uri="{FF2B5EF4-FFF2-40B4-BE49-F238E27FC236}">
                <a16:creationId xmlns:a16="http://schemas.microsoft.com/office/drawing/2014/main" id="{9F273B8F-95F4-4907-958E-68D2C0AA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3699" y="1798592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7" name="trajectory-sample-19-1">
            <a:extLst xmlns:a="http://schemas.openxmlformats.org/drawingml/2006/main">
              <a:ext uri="{FF2B5EF4-FFF2-40B4-BE49-F238E27FC236}">
                <a16:creationId xmlns:a16="http://schemas.microsoft.com/office/drawing/2014/main" id="{1343E26E-9738-4627-9453-5ABC401A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4174" y="177273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8" name="trajectory-sample-19-2">
            <a:extLst xmlns:a="http://schemas.openxmlformats.org/drawingml/2006/main">
              <a:ext uri="{FF2B5EF4-FFF2-40B4-BE49-F238E27FC236}">
                <a16:creationId xmlns:a16="http://schemas.microsoft.com/office/drawing/2014/main" id="{B9E36572-AE7A-4783-982F-EDC6AAE8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4649" y="1746885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9" name="trajectory-segment-20">
            <a:extLst xmlns:a="http://schemas.openxmlformats.org/drawingml/2006/main">
              <a:ext uri="{FF2B5EF4-FFF2-40B4-BE49-F238E27FC236}">
                <a16:creationId xmlns:a16="http://schemas.microsoft.com/office/drawing/2014/main" id="{AB9D67DE-9A76-46A7-8094-C8506D15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5525" y="1702254"/>
            <a:ext cx="65314" cy="24493"/>
          </a:xfrm>
          <a:custGeom xmlns:a="http://schemas.openxmlformats.org/drawingml/2006/main">
            <a:pathLst>
              <a:path w="65314" h="24493">
                <a:moveTo>
                  <a:pt x="65314" y="244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FFDF00"/>
            </a:solidFill>
            <a:prstDash val="solid"/>
          </a:ln>
        </p:spPr>
      </p:sp>
      <p:sp>
        <p:nvSpPr>
          <p:cNvPr id="260" name="trajectory-sample-20-0">
            <a:extLst xmlns:a="http://schemas.openxmlformats.org/drawingml/2006/main">
              <a:ext uri="{FF2B5EF4-FFF2-40B4-BE49-F238E27FC236}">
                <a16:creationId xmlns:a16="http://schemas.microsoft.com/office/drawing/2014/main" id="{CE642123-5AB9-4051-828C-4F814A47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5124" y="1721031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1" name="trajectory-sample-20-1">
            <a:extLst xmlns:a="http://schemas.openxmlformats.org/drawingml/2006/main">
              <a:ext uri="{FF2B5EF4-FFF2-40B4-BE49-F238E27FC236}">
                <a16:creationId xmlns:a16="http://schemas.microsoft.com/office/drawing/2014/main" id="{46B8D128-4CDE-4EE8-B754-97E273B5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3353" y="1712867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2" name="trajectory-sample-20-2">
            <a:extLst xmlns:a="http://schemas.openxmlformats.org/drawingml/2006/main">
              <a:ext uri="{FF2B5EF4-FFF2-40B4-BE49-F238E27FC236}">
                <a16:creationId xmlns:a16="http://schemas.microsoft.com/office/drawing/2014/main" id="{D082180F-3BEA-451A-8737-ECE57BFA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1581" y="1704703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3" name="trajectory-segment-21">
            <a:extLst xmlns:a="http://schemas.openxmlformats.org/drawingml/2006/main">
              <a:ext uri="{FF2B5EF4-FFF2-40B4-BE49-F238E27FC236}">
                <a16:creationId xmlns:a16="http://schemas.microsoft.com/office/drawing/2014/main" id="{D8B69965-A391-41F5-9F5F-1EB6E90A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2457" y="1702254"/>
            <a:ext cx="53068" cy="20411"/>
          </a:xfrm>
          <a:custGeom xmlns:a="http://schemas.openxmlformats.org/drawingml/2006/main">
            <a:pathLst>
              <a:path w="53068" h="20411">
                <a:moveTo>
                  <a:pt x="53068" y="0"/>
                </a:moveTo>
                <a:lnTo>
                  <a:pt x="0" y="20411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FFF000"/>
            </a:solidFill>
            <a:prstDash val="solid"/>
          </a:ln>
        </p:spPr>
      </p:sp>
      <p:sp>
        <p:nvSpPr>
          <p:cNvPr id="264" name="trajectory-sample-21-0">
            <a:extLst xmlns:a="http://schemas.openxmlformats.org/drawingml/2006/main">
              <a:ext uri="{FF2B5EF4-FFF2-40B4-BE49-F238E27FC236}">
                <a16:creationId xmlns:a16="http://schemas.microsoft.com/office/drawing/2014/main" id="{ACAB01D7-4413-4148-81AB-D6E10C30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9810" y="169653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5" name="trajectory-sample-21-1">
            <a:extLst xmlns:a="http://schemas.openxmlformats.org/drawingml/2006/main">
              <a:ext uri="{FF2B5EF4-FFF2-40B4-BE49-F238E27FC236}">
                <a16:creationId xmlns:a16="http://schemas.microsoft.com/office/drawing/2014/main" id="{F5805141-8CD3-427D-9A6D-EBB08C5C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2121" y="1703342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6" name="trajectory-sample-21-2">
            <a:extLst xmlns:a="http://schemas.openxmlformats.org/drawingml/2006/main">
              <a:ext uri="{FF2B5EF4-FFF2-40B4-BE49-F238E27FC236}">
                <a16:creationId xmlns:a16="http://schemas.microsoft.com/office/drawing/2014/main" id="{7C6A7451-361B-4C7F-B7B6-5AEA24A5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4431" y="1710146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7" name="trajectory-segment-22">
            <a:extLst xmlns:a="http://schemas.openxmlformats.org/drawingml/2006/main">
              <a:ext uri="{FF2B5EF4-FFF2-40B4-BE49-F238E27FC236}">
                <a16:creationId xmlns:a16="http://schemas.microsoft.com/office/drawing/2014/main" id="{1391F005-E891-4026-B0EB-1C1A8E35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5307" y="1722664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FFFF00"/>
            </a:solidFill>
            <a:prstDash val="solid"/>
          </a:ln>
        </p:spPr>
      </p:sp>
      <p:sp>
        <p:nvSpPr>
          <p:cNvPr id="268" name="trajectory-sample-22-0">
            <a:extLst xmlns:a="http://schemas.openxmlformats.org/drawingml/2006/main">
              <a:ext uri="{FF2B5EF4-FFF2-40B4-BE49-F238E27FC236}">
                <a16:creationId xmlns:a16="http://schemas.microsoft.com/office/drawing/2014/main" id="{14C4E258-F2AF-4674-8962-5925ACC5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6742" y="171694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9" name="trajectory-sample-22-1">
            <a:extLst xmlns:a="http://schemas.openxmlformats.org/drawingml/2006/main">
              <a:ext uri="{FF2B5EF4-FFF2-40B4-BE49-F238E27FC236}">
                <a16:creationId xmlns:a16="http://schemas.microsoft.com/office/drawing/2014/main" id="{3B13BC50-788C-4FB4-B90D-3E12AE41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7692" y="173599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0" name="trajectory-sample-22-2">
            <a:extLst xmlns:a="http://schemas.openxmlformats.org/drawingml/2006/main">
              <a:ext uri="{FF2B5EF4-FFF2-40B4-BE49-F238E27FC236}">
                <a16:creationId xmlns:a16="http://schemas.microsoft.com/office/drawing/2014/main" id="{43E61B8E-B280-4946-9B28-226F524B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8642" y="175504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1" name="trajectory-segment-23">
            <a:extLst xmlns:a="http://schemas.openxmlformats.org/drawingml/2006/main">
              <a:ext uri="{FF2B5EF4-FFF2-40B4-BE49-F238E27FC236}">
                <a16:creationId xmlns:a16="http://schemas.microsoft.com/office/drawing/2014/main" id="{CB6B9140-6533-4D51-95AE-74D7082F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8157" y="1779814"/>
            <a:ext cx="57150" cy="48986"/>
          </a:xfrm>
          <a:custGeom xmlns:a="http://schemas.openxmlformats.org/drawingml/2006/main">
            <a:pathLst>
              <a:path w="57150" h="48986">
                <a:moveTo>
                  <a:pt x="57150" y="0"/>
                </a:moveTo>
                <a:lnTo>
                  <a:pt x="0" y="48986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FFFF00"/>
            </a:solidFill>
            <a:prstDash val="solid"/>
          </a:ln>
        </p:spPr>
      </p:sp>
      <p:sp>
        <p:nvSpPr>
          <p:cNvPr id="272" name="trajectory-sample-23-0">
            <a:extLst xmlns:a="http://schemas.openxmlformats.org/drawingml/2006/main">
              <a:ext uri="{FF2B5EF4-FFF2-40B4-BE49-F238E27FC236}">
                <a16:creationId xmlns:a16="http://schemas.microsoft.com/office/drawing/2014/main" id="{32D6F0DE-22D9-4AB6-AAA7-20BB6E36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9592" y="1774099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3" name="trajectory-sample-23-1">
            <a:extLst xmlns:a="http://schemas.openxmlformats.org/drawingml/2006/main">
              <a:ext uri="{FF2B5EF4-FFF2-40B4-BE49-F238E27FC236}">
                <a16:creationId xmlns:a16="http://schemas.microsoft.com/office/drawing/2014/main" id="{76CBC0DB-BB93-4350-BE0A-ABAD20B3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0542" y="1790428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4" name="trajectory-sample-23-2">
            <a:extLst xmlns:a="http://schemas.openxmlformats.org/drawingml/2006/main">
              <a:ext uri="{FF2B5EF4-FFF2-40B4-BE49-F238E27FC236}">
                <a16:creationId xmlns:a16="http://schemas.microsoft.com/office/drawing/2014/main" id="{235621D1-345C-4D96-9ADB-93BECF40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1492" y="1806756"/>
            <a:ext cx="11430" cy="11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5" name="original-red-sample-0">
            <a:extLst xmlns:a="http://schemas.openxmlformats.org/drawingml/2006/main">
              <a:ext uri="{FF2B5EF4-FFF2-40B4-BE49-F238E27FC236}">
                <a16:creationId xmlns:a16="http://schemas.microsoft.com/office/drawing/2014/main" id="{3BBC1EDA-E9D4-480D-B610-6547C386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4552" y="1064759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1B1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6" name="original-red-sample-1">
            <a:extLst xmlns:a="http://schemas.openxmlformats.org/drawingml/2006/main">
              <a:ext uri="{FF2B5EF4-FFF2-40B4-BE49-F238E27FC236}">
                <a16:creationId xmlns:a16="http://schemas.microsoft.com/office/drawing/2014/main" id="{94F9411A-33BB-4A5D-B83A-830B73B5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0520" y="1174977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1B1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7" name="original-red-sample-2">
            <a:extLst xmlns:a="http://schemas.openxmlformats.org/drawingml/2006/main">
              <a:ext uri="{FF2B5EF4-FFF2-40B4-BE49-F238E27FC236}">
                <a16:creationId xmlns:a16="http://schemas.microsoft.com/office/drawing/2014/main" id="{EC77371F-E7D6-4469-8389-F053F53F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8298" y="1387248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1B1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8" name="original-red-sample-3">
            <a:extLst xmlns:a="http://schemas.openxmlformats.org/drawingml/2006/main">
              <a:ext uri="{FF2B5EF4-FFF2-40B4-BE49-F238E27FC236}">
                <a16:creationId xmlns:a16="http://schemas.microsoft.com/office/drawing/2014/main" id="{65549D8E-0243-4340-933D-2A06776B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4627" y="1472973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1B1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9" name="original-red-sample-4">
            <a:extLst xmlns:a="http://schemas.openxmlformats.org/drawingml/2006/main">
              <a:ext uri="{FF2B5EF4-FFF2-40B4-BE49-F238E27FC236}">
                <a16:creationId xmlns:a16="http://schemas.microsoft.com/office/drawing/2014/main" id="{1D80F936-0A4B-49B8-8103-64817C11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5448" y="162809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1B1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0" name="original-red-sample-5">
            <a:extLst xmlns:a="http://schemas.openxmlformats.org/drawingml/2006/main">
              <a:ext uri="{FF2B5EF4-FFF2-40B4-BE49-F238E27FC236}">
                <a16:creationId xmlns:a16="http://schemas.microsoft.com/office/drawing/2014/main" id="{8588906D-0013-48CB-AAA7-84118A58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680" y="1758723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1B1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1" name="original-red-sample-6">
            <a:extLst xmlns:a="http://schemas.openxmlformats.org/drawingml/2006/main">
              <a:ext uri="{FF2B5EF4-FFF2-40B4-BE49-F238E27FC236}">
                <a16:creationId xmlns:a16="http://schemas.microsoft.com/office/drawing/2014/main" id="{EB9F6F10-EDB5-4DCA-8CD1-781FC87A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1995" y="188527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1B1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2" name="original-red-sample-7">
            <a:extLst xmlns:a="http://schemas.openxmlformats.org/drawingml/2006/main">
              <a:ext uri="{FF2B5EF4-FFF2-40B4-BE49-F238E27FC236}">
                <a16:creationId xmlns:a16="http://schemas.microsoft.com/office/drawing/2014/main" id="{7148A03A-041A-49D0-A006-6F88EBBE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8734" y="1958748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1B1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3" name="original-red-sample-8">
            <a:extLst xmlns:a="http://schemas.openxmlformats.org/drawingml/2006/main">
              <a:ext uri="{FF2B5EF4-FFF2-40B4-BE49-F238E27FC236}">
                <a16:creationId xmlns:a16="http://schemas.microsoft.com/office/drawing/2014/main" id="{CE2E6788-8E03-4346-A0A4-5B3FA4E7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2816" y="202814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1B1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4" name="original-red-sample-9">
            <a:extLst xmlns:a="http://schemas.openxmlformats.org/drawingml/2006/main">
              <a:ext uri="{FF2B5EF4-FFF2-40B4-BE49-F238E27FC236}">
                <a16:creationId xmlns:a16="http://schemas.microsoft.com/office/drawing/2014/main" id="{91C86AC7-B367-40D7-8235-652E6FB2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4652" y="1730148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1B1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5" name="plot-start-marker">
            <a:extLst xmlns:a="http://schemas.openxmlformats.org/drawingml/2006/main">
              <a:ext uri="{FF2B5EF4-FFF2-40B4-BE49-F238E27FC236}">
                <a16:creationId xmlns:a16="http://schemas.microsoft.com/office/drawing/2014/main" id="{20D81836-4BA1-4646-9356-4B168706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7068" y="1061357"/>
            <a:ext cx="32657" cy="28575"/>
          </a:xfrm>
          <a:custGeom xmlns:a="http://schemas.openxmlformats.org/drawingml/2006/main">
            <a:pathLst>
              <a:path w="32657" h="28575">
                <a:moveTo>
                  <a:pt x="0" y="0"/>
                </a:moveTo>
                <a:lnTo>
                  <a:pt x="32657" y="12246"/>
                </a:lnTo>
                <a:lnTo>
                  <a:pt x="4082" y="28575"/>
                </a:lnTo>
                <a:close/>
              </a:path>
            </a:pathLst>
          </a:custGeom>
          <a:solidFill xmlns:a="http://schemas.openxmlformats.org/drawingml/2006/main">
            <a:srgbClr val="65AA9D"/>
          </a:solidFill>
          <a:ln xmlns:a="http://schemas.openxmlformats.org/drawingml/2006/main" w="0">
            <a:solidFill>
              <a:srgbClr val="65AA9D"/>
            </a:solidFill>
            <a:prstDash val="solid"/>
          </a:ln>
        </p:spPr>
      </p:sp>
      <p:sp>
        <p:nvSpPr>
          <p:cNvPr id="286" name="plot-end-a">
            <a:extLst xmlns:a="http://schemas.openxmlformats.org/drawingml/2006/main">
              <a:ext uri="{FF2B5EF4-FFF2-40B4-BE49-F238E27FC236}">
                <a16:creationId xmlns:a16="http://schemas.microsoft.com/office/drawing/2014/main" id="{87ACB03C-A839-4A5E-BBE7-1F421A13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1829" y="1816554"/>
            <a:ext cx="32657" cy="24493"/>
          </a:xfrm>
          <a:custGeom xmlns:a="http://schemas.openxmlformats.org/drawingml/2006/main">
            <a:pathLst>
              <a:path w="32657" h="24493">
                <a:moveTo>
                  <a:pt x="0" y="0"/>
                </a:moveTo>
                <a:lnTo>
                  <a:pt x="32657" y="2449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02020"/>
            </a:solidFill>
            <a:prstDash val="solid"/>
          </a:ln>
        </p:spPr>
      </p:sp>
      <p:sp>
        <p:nvSpPr>
          <p:cNvPr id="287" name="plot-end-b">
            <a:extLst xmlns:a="http://schemas.openxmlformats.org/drawingml/2006/main">
              <a:ext uri="{FF2B5EF4-FFF2-40B4-BE49-F238E27FC236}">
                <a16:creationId xmlns:a16="http://schemas.microsoft.com/office/drawing/2014/main" id="{A01EB14B-CECA-48A4-9633-8B82E7A6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1829" y="1816554"/>
            <a:ext cx="32657" cy="24493"/>
          </a:xfrm>
          <a:custGeom xmlns:a="http://schemas.openxmlformats.org/drawingml/2006/main">
            <a:pathLst>
              <a:path w="32657" h="24493">
                <a:moveTo>
                  <a:pt x="0" y="24493"/>
                </a:moveTo>
                <a:lnTo>
                  <a:pt x="326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02020"/>
            </a:solidFill>
            <a:prstDash val="solid"/>
          </a:ln>
        </p:spPr>
      </p:sp>
      <p:sp>
        <p:nvSpPr>
          <p:cNvPr id="288" name="pdf-path-33">
            <a:extLst xmlns:a="http://schemas.openxmlformats.org/drawingml/2006/main">
              <a:ext uri="{FF2B5EF4-FFF2-40B4-BE49-F238E27FC236}">
                <a16:creationId xmlns:a16="http://schemas.microsoft.com/office/drawing/2014/main" id="{03A3B806-E8DF-44D7-B52C-30E41DA5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9144" y="1464445"/>
            <a:ext cx="234317" cy="63328"/>
          </a:xfrm>
          <a:custGeom xmlns:a="http://schemas.openxmlformats.org/drawingml/2006/main">
            <a:pathLst>
              <a:path w="234317" h="63328">
                <a:moveTo>
                  <a:pt x="0" y="0"/>
                </a:moveTo>
                <a:lnTo>
                  <a:pt x="234317" y="0"/>
                </a:lnTo>
                <a:lnTo>
                  <a:pt x="234317" y="63328"/>
                </a:lnTo>
                <a:lnTo>
                  <a:pt x="0" y="6332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df-path-34">
            <a:extLst xmlns:a="http://schemas.openxmlformats.org/drawingml/2006/main">
              <a:ext uri="{FF2B5EF4-FFF2-40B4-BE49-F238E27FC236}">
                <a16:creationId xmlns:a16="http://schemas.microsoft.com/office/drawing/2014/main" id="{95CB7EE1-F94D-4346-924B-3A7AB03E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0702" y="1479754"/>
            <a:ext cx="35355" cy="35354"/>
          </a:xfrm>
          <a:custGeom xmlns:a="http://schemas.openxmlformats.org/drawingml/2006/main">
            <a:pathLst>
              <a:path w="35355" h="35354">
                <a:moveTo>
                  <a:pt x="35355" y="26849"/>
                </a:moveTo>
                <a:lnTo>
                  <a:pt x="26850" y="35354"/>
                </a:lnTo>
                <a:lnTo>
                  <a:pt x="17677" y="26182"/>
                </a:lnTo>
                <a:lnTo>
                  <a:pt x="8529" y="35354"/>
                </a:lnTo>
                <a:lnTo>
                  <a:pt x="0" y="26849"/>
                </a:lnTo>
                <a:lnTo>
                  <a:pt x="9173" y="17677"/>
                </a:lnTo>
                <a:lnTo>
                  <a:pt x="0" y="8578"/>
                </a:lnTo>
                <a:lnTo>
                  <a:pt x="8579" y="0"/>
                </a:lnTo>
                <a:lnTo>
                  <a:pt x="17677" y="9122"/>
                </a:lnTo>
                <a:lnTo>
                  <a:pt x="26800" y="0"/>
                </a:lnTo>
                <a:lnTo>
                  <a:pt x="35355" y="8578"/>
                </a:lnTo>
                <a:lnTo>
                  <a:pt x="26182" y="17677"/>
                </a:lnTo>
                <a:lnTo>
                  <a:pt x="35355" y="26849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df-text-95-0">
            <a:extLst xmlns:a="http://schemas.openxmlformats.org/drawingml/2006/main">
              <a:ext uri="{FF2B5EF4-FFF2-40B4-BE49-F238E27FC236}">
                <a16:creationId xmlns:a16="http://schemas.microsoft.com/office/drawing/2014/main" id="{1BD1A30C-9631-4BF0-B1F3-201AB82B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9987" y="1447712"/>
            <a:ext cx="152470" cy="8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3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3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623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End</a:t>
            </a:r>
          </a:p>
        </p:txBody>
      </p:sp>
      <p:sp>
        <p:nvSpPr>
          <p:cNvPr id="291" name="pdf-text-96-0">
            <a:extLst xmlns:a="http://schemas.openxmlformats.org/drawingml/2006/main">
              <a:ext uri="{FF2B5EF4-FFF2-40B4-BE49-F238E27FC236}">
                <a16:creationId xmlns:a16="http://schemas.microsoft.com/office/drawing/2014/main" id="{5DDCD47B-1C90-4D01-9F32-C72A40CB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8806" y="1033745"/>
            <a:ext cx="676990" cy="8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Smoothed Points</a:t>
            </a:r>
          </a:p>
        </p:txBody>
      </p:sp>
      <p:sp>
        <p:nvSpPr>
          <p:cNvPr id="292" name="pdf-path-39">
            <a:extLst xmlns:a="http://schemas.openxmlformats.org/drawingml/2006/main">
              <a:ext uri="{FF2B5EF4-FFF2-40B4-BE49-F238E27FC236}">
                <a16:creationId xmlns:a16="http://schemas.microsoft.com/office/drawing/2014/main" id="{764D6936-B4B5-4098-B3CE-43981DCC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2045" y="1050149"/>
            <a:ext cx="37998" cy="37997"/>
          </a:xfrm>
          <a:custGeom xmlns:a="http://schemas.openxmlformats.org/drawingml/2006/main">
            <a:pathLst>
              <a:path w="37998" h="37997">
                <a:moveTo>
                  <a:pt x="37998" y="18998"/>
                </a:moveTo>
                <a:cubicBezTo>
                  <a:pt x="37998" y="21518"/>
                  <a:pt x="37515" y="23941"/>
                  <a:pt x="36551" y="26268"/>
                </a:cubicBezTo>
                <a:cubicBezTo>
                  <a:pt x="35586" y="28596"/>
                  <a:pt x="34214" y="30650"/>
                  <a:pt x="32433" y="32432"/>
                </a:cubicBezTo>
                <a:cubicBezTo>
                  <a:pt x="30650" y="34214"/>
                  <a:pt x="28598" y="35586"/>
                  <a:pt x="26269" y="36551"/>
                </a:cubicBezTo>
                <a:cubicBezTo>
                  <a:pt x="23941" y="37515"/>
                  <a:pt x="21518" y="37997"/>
                  <a:pt x="19000" y="37997"/>
                </a:cubicBezTo>
                <a:cubicBezTo>
                  <a:pt x="16480" y="37997"/>
                  <a:pt x="14056" y="37515"/>
                  <a:pt x="11727" y="36551"/>
                </a:cubicBezTo>
                <a:cubicBezTo>
                  <a:pt x="9401" y="35586"/>
                  <a:pt x="7344" y="34214"/>
                  <a:pt x="5565" y="32432"/>
                </a:cubicBezTo>
                <a:cubicBezTo>
                  <a:pt x="3783" y="30650"/>
                  <a:pt x="2410" y="28597"/>
                  <a:pt x="1446" y="26268"/>
                </a:cubicBezTo>
                <a:cubicBezTo>
                  <a:pt x="483" y="23941"/>
                  <a:pt x="0" y="21518"/>
                  <a:pt x="2" y="18998"/>
                </a:cubicBezTo>
                <a:cubicBezTo>
                  <a:pt x="0" y="16479"/>
                  <a:pt x="481" y="14056"/>
                  <a:pt x="1446" y="11728"/>
                </a:cubicBezTo>
                <a:cubicBezTo>
                  <a:pt x="2410" y="9401"/>
                  <a:pt x="3783" y="7346"/>
                  <a:pt x="5565" y="5564"/>
                </a:cubicBezTo>
                <a:cubicBezTo>
                  <a:pt x="7344" y="3783"/>
                  <a:pt x="9401" y="2410"/>
                  <a:pt x="11729" y="1446"/>
                </a:cubicBezTo>
                <a:cubicBezTo>
                  <a:pt x="14056" y="481"/>
                  <a:pt x="16480" y="0"/>
                  <a:pt x="19000" y="0"/>
                </a:cubicBezTo>
                <a:cubicBezTo>
                  <a:pt x="21518" y="0"/>
                  <a:pt x="23941" y="481"/>
                  <a:pt x="26269" y="1446"/>
                </a:cubicBezTo>
                <a:cubicBezTo>
                  <a:pt x="28596" y="2410"/>
                  <a:pt x="30650" y="3783"/>
                  <a:pt x="32433" y="5564"/>
                </a:cubicBezTo>
                <a:cubicBezTo>
                  <a:pt x="34214" y="7346"/>
                  <a:pt x="35586" y="9401"/>
                  <a:pt x="36551" y="11728"/>
                </a:cubicBezTo>
                <a:cubicBezTo>
                  <a:pt x="37515" y="14056"/>
                  <a:pt x="37998" y="16479"/>
                  <a:pt x="37998" y="18998"/>
                </a:cubicBezTo>
              </a:path>
            </a:pathLst>
          </a:custGeom>
          <a:solidFill xmlns:a="http://schemas.openxmlformats.org/drawingml/2006/main">
            <a:srgbClr val="00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df-text-97-0">
            <a:extLst xmlns:a="http://schemas.openxmlformats.org/drawingml/2006/main">
              <a:ext uri="{FF2B5EF4-FFF2-40B4-BE49-F238E27FC236}">
                <a16:creationId xmlns:a16="http://schemas.microsoft.com/office/drawing/2014/main" id="{81879862-89F7-4DB5-B748-C2173683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2183" y="1591037"/>
            <a:ext cx="210429" cy="8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 Start</a:t>
            </a:r>
          </a:p>
        </p:txBody>
      </p:sp>
      <p:sp>
        <p:nvSpPr>
          <p:cNvPr id="294" name="pdf-path-41">
            <a:extLst xmlns:a="http://schemas.openxmlformats.org/drawingml/2006/main">
              <a:ext uri="{FF2B5EF4-FFF2-40B4-BE49-F238E27FC236}">
                <a16:creationId xmlns:a16="http://schemas.microsoft.com/office/drawing/2014/main" id="{B2EB0A4A-A20A-4A0B-917C-42574218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2311" y="1610100"/>
            <a:ext cx="31665" cy="31665"/>
          </a:xfrm>
          <a:custGeom xmlns:a="http://schemas.openxmlformats.org/drawingml/2006/main">
            <a:pathLst>
              <a:path w="31665" h="31665">
                <a:moveTo>
                  <a:pt x="0" y="31665"/>
                </a:moveTo>
                <a:lnTo>
                  <a:pt x="15832" y="0"/>
                </a:lnTo>
                <a:lnTo>
                  <a:pt x="31665" y="31665"/>
                </a:lnTo>
                <a:lnTo>
                  <a:pt x="0" y="31665"/>
                </a:lnTo>
              </a:path>
            </a:pathLst>
          </a:custGeom>
          <a:solidFill xmlns:a="http://schemas.openxmlformats.org/drawingml/2006/main">
            <a:srgbClr val="67AB9F"/>
          </a:solidFill>
          <a:ln xmlns:a="http://schemas.openxmlformats.org/drawingml/2006/main" w="6333">
            <a:solidFill>
              <a:srgbClr val="67AB9F"/>
            </a:solidFill>
            <a:prstDash val="solid"/>
          </a:ln>
        </p:spPr>
      </p:sp>
      <p:sp>
        <p:nvSpPr>
          <p:cNvPr id="295" name="pdf-text-98-0">
            <a:extLst xmlns:a="http://schemas.openxmlformats.org/drawingml/2006/main">
              <a:ext uri="{FF2B5EF4-FFF2-40B4-BE49-F238E27FC236}">
                <a16:creationId xmlns:a16="http://schemas.microsoft.com/office/drawing/2014/main" id="{29BB458B-90BF-41B6-A720-AA247103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5012" y="1338230"/>
            <a:ext cx="88628" cy="56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440" b="1" i="0">
                <a:solidFill>
                  <a:srgbClr val="FF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40" b="1" i="0">
                <a:solidFill>
                  <a:srgbClr val="FF3333"/>
                </a:solidFill>
                <a:latin typeface="Arial"/>
                <a:ea typeface="Arial"/>
                <a:cs typeface="Arial"/>
              </a:defRPr>
            </a:pPr>
            <a:r>
              <a:rPr sz="440" b="1" i="0">
                <a:solidFill>
                  <a:srgbClr val="FF3333"/>
                </a:solidFill>
                <a:latin typeface="Arial"/>
                <a:ea typeface="Arial"/>
                <a:cs typeface="Arial"/>
              </a:rPr>
              <a:t>- - -</a:t>
            </a:r>
          </a:p>
        </p:txBody>
      </p:sp>
      <p:sp>
        <p:nvSpPr>
          <p:cNvPr id="296" name="pdf-text-101-0">
            <a:extLst xmlns:a="http://schemas.openxmlformats.org/drawingml/2006/main">
              <a:ext uri="{FF2B5EF4-FFF2-40B4-BE49-F238E27FC236}">
                <a16:creationId xmlns:a16="http://schemas.microsoft.com/office/drawing/2014/main" id="{CA8A9788-3769-4B76-A33F-2F35B7F8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1973" y="1318724"/>
            <a:ext cx="503279" cy="8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Original Line</a:t>
            </a:r>
          </a:p>
        </p:txBody>
      </p:sp>
      <p:sp>
        <p:nvSpPr>
          <p:cNvPr id="297" name="pdf-text-102-0">
            <a:extLst xmlns:a="http://schemas.openxmlformats.org/drawingml/2006/main">
              <a:ext uri="{FF2B5EF4-FFF2-40B4-BE49-F238E27FC236}">
                <a16:creationId xmlns:a16="http://schemas.microsoft.com/office/drawing/2014/main" id="{DBB08558-F15D-4032-9C12-1DC84537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0489" y="1173068"/>
            <a:ext cx="585607" cy="8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Original Points</a:t>
            </a:r>
          </a:p>
        </p:txBody>
      </p:sp>
      <p:sp>
        <p:nvSpPr>
          <p:cNvPr id="298" name="pdf-path-48">
            <a:extLst xmlns:a="http://schemas.openxmlformats.org/drawingml/2006/main">
              <a:ext uri="{FF2B5EF4-FFF2-40B4-BE49-F238E27FC236}">
                <a16:creationId xmlns:a16="http://schemas.microsoft.com/office/drawing/2014/main" id="{57E2BB13-1B17-4FBB-B9E6-C25D2B15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3311" y="1188965"/>
            <a:ext cx="37998" cy="37997"/>
          </a:xfrm>
          <a:custGeom xmlns:a="http://schemas.openxmlformats.org/drawingml/2006/main">
            <a:pathLst>
              <a:path w="37998" h="37997">
                <a:moveTo>
                  <a:pt x="37998" y="18998"/>
                </a:moveTo>
                <a:cubicBezTo>
                  <a:pt x="37998" y="21518"/>
                  <a:pt x="37515" y="23941"/>
                  <a:pt x="36551" y="26268"/>
                </a:cubicBezTo>
                <a:cubicBezTo>
                  <a:pt x="35588" y="28596"/>
                  <a:pt x="34214" y="30651"/>
                  <a:pt x="32433" y="32432"/>
                </a:cubicBezTo>
                <a:cubicBezTo>
                  <a:pt x="30650" y="34214"/>
                  <a:pt x="28596" y="35587"/>
                  <a:pt x="26269" y="36551"/>
                </a:cubicBezTo>
                <a:cubicBezTo>
                  <a:pt x="23941" y="37515"/>
                  <a:pt x="21518" y="37997"/>
                  <a:pt x="19000" y="37997"/>
                </a:cubicBezTo>
                <a:cubicBezTo>
                  <a:pt x="16480" y="37997"/>
                  <a:pt x="14056" y="37515"/>
                  <a:pt x="11729" y="36551"/>
                </a:cubicBezTo>
                <a:cubicBezTo>
                  <a:pt x="9401" y="35587"/>
                  <a:pt x="7346" y="34214"/>
                  <a:pt x="5565" y="32432"/>
                </a:cubicBezTo>
                <a:cubicBezTo>
                  <a:pt x="3783" y="30651"/>
                  <a:pt x="2410" y="28596"/>
                  <a:pt x="1446" y="26268"/>
                </a:cubicBezTo>
                <a:cubicBezTo>
                  <a:pt x="481" y="23941"/>
                  <a:pt x="0" y="21518"/>
                  <a:pt x="2" y="18998"/>
                </a:cubicBezTo>
                <a:cubicBezTo>
                  <a:pt x="0" y="16479"/>
                  <a:pt x="481" y="14056"/>
                  <a:pt x="1446" y="11728"/>
                </a:cubicBezTo>
                <a:cubicBezTo>
                  <a:pt x="2410" y="9401"/>
                  <a:pt x="3783" y="7346"/>
                  <a:pt x="5565" y="5564"/>
                </a:cubicBezTo>
                <a:cubicBezTo>
                  <a:pt x="7346" y="3783"/>
                  <a:pt x="9401" y="2410"/>
                  <a:pt x="11729" y="1446"/>
                </a:cubicBezTo>
                <a:cubicBezTo>
                  <a:pt x="14056" y="481"/>
                  <a:pt x="16480" y="0"/>
                  <a:pt x="19000" y="0"/>
                </a:cubicBezTo>
                <a:cubicBezTo>
                  <a:pt x="21518" y="0"/>
                  <a:pt x="23941" y="481"/>
                  <a:pt x="26269" y="1446"/>
                </a:cubicBezTo>
                <a:cubicBezTo>
                  <a:pt x="28596" y="2410"/>
                  <a:pt x="30650" y="3783"/>
                  <a:pt x="32433" y="5564"/>
                </a:cubicBezTo>
                <a:cubicBezTo>
                  <a:pt x="34214" y="7346"/>
                  <a:pt x="35588" y="9401"/>
                  <a:pt x="36551" y="11728"/>
                </a:cubicBezTo>
                <a:cubicBezTo>
                  <a:pt x="37515" y="14056"/>
                  <a:pt x="37998" y="16479"/>
                  <a:pt x="37998" y="18998"/>
                </a:cubicBezTo>
              </a:path>
            </a:pathLst>
          </a:custGeom>
          <a:solidFill xmlns:a="http://schemas.openxmlformats.org/drawingml/2006/main">
            <a:srgbClr val="EA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df-path-49">
            <a:extLst xmlns:a="http://schemas.openxmlformats.org/drawingml/2006/main">
              <a:ext uri="{FF2B5EF4-FFF2-40B4-BE49-F238E27FC236}">
                <a16:creationId xmlns:a16="http://schemas.microsoft.com/office/drawing/2014/main" id="{D393825F-F46C-4405-831D-12415404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7768" y="2591697"/>
            <a:ext cx="1252896" cy="205818"/>
          </a:xfrm>
          <a:custGeom xmlns:a="http://schemas.openxmlformats.org/drawingml/2006/main">
            <a:pathLst>
              <a:path w="1252896" h="205818">
                <a:moveTo>
                  <a:pt x="30905" y="0"/>
                </a:moveTo>
                <a:lnTo>
                  <a:pt x="1221993" y="0"/>
                </a:lnTo>
                <a:cubicBezTo>
                  <a:pt x="1226088" y="0"/>
                  <a:pt x="1230030" y="784"/>
                  <a:pt x="1233818" y="2352"/>
                </a:cubicBezTo>
                <a:cubicBezTo>
                  <a:pt x="1237602" y="3920"/>
                  <a:pt x="1240946" y="6153"/>
                  <a:pt x="1243844" y="9051"/>
                </a:cubicBezTo>
                <a:cubicBezTo>
                  <a:pt x="1246741" y="11949"/>
                  <a:pt x="1248976" y="15291"/>
                  <a:pt x="1250543" y="19078"/>
                </a:cubicBezTo>
                <a:cubicBezTo>
                  <a:pt x="1252111" y="22863"/>
                  <a:pt x="1252896" y="26806"/>
                  <a:pt x="1252896" y="30904"/>
                </a:cubicBezTo>
                <a:lnTo>
                  <a:pt x="1252896" y="174914"/>
                </a:lnTo>
                <a:cubicBezTo>
                  <a:pt x="1252896" y="179011"/>
                  <a:pt x="1252111" y="182954"/>
                  <a:pt x="1250543" y="186740"/>
                </a:cubicBezTo>
                <a:cubicBezTo>
                  <a:pt x="1248976" y="190526"/>
                  <a:pt x="1246741" y="193868"/>
                  <a:pt x="1243844" y="196766"/>
                </a:cubicBezTo>
                <a:cubicBezTo>
                  <a:pt x="1240946" y="199664"/>
                  <a:pt x="1237602" y="201897"/>
                  <a:pt x="1233818" y="203465"/>
                </a:cubicBezTo>
                <a:cubicBezTo>
                  <a:pt x="1230030" y="205034"/>
                  <a:pt x="1226088" y="205818"/>
                  <a:pt x="1221993" y="205818"/>
                </a:cubicBezTo>
                <a:lnTo>
                  <a:pt x="30905" y="205818"/>
                </a:lnTo>
                <a:cubicBezTo>
                  <a:pt x="26807" y="205818"/>
                  <a:pt x="22865" y="205034"/>
                  <a:pt x="19077" y="203465"/>
                </a:cubicBezTo>
                <a:cubicBezTo>
                  <a:pt x="15292" y="201897"/>
                  <a:pt x="11950" y="199664"/>
                  <a:pt x="9052" y="196766"/>
                </a:cubicBezTo>
                <a:cubicBezTo>
                  <a:pt x="6153" y="193868"/>
                  <a:pt x="3921" y="190526"/>
                  <a:pt x="2353" y="186740"/>
                </a:cubicBezTo>
                <a:cubicBezTo>
                  <a:pt x="783" y="182954"/>
                  <a:pt x="0" y="179011"/>
                  <a:pt x="0" y="174914"/>
                </a:cubicBezTo>
                <a:lnTo>
                  <a:pt x="0" y="30904"/>
                </a:lnTo>
                <a:cubicBezTo>
                  <a:pt x="0" y="26806"/>
                  <a:pt x="783" y="22863"/>
                  <a:pt x="2353" y="19078"/>
                </a:cubicBezTo>
                <a:cubicBezTo>
                  <a:pt x="3921" y="15291"/>
                  <a:pt x="6153" y="11949"/>
                  <a:pt x="9052" y="9051"/>
                </a:cubicBezTo>
                <a:cubicBezTo>
                  <a:pt x="11950" y="6153"/>
                  <a:pt x="15292" y="3920"/>
                  <a:pt x="19077" y="2352"/>
                </a:cubicBezTo>
                <a:cubicBezTo>
                  <a:pt x="22865" y="784"/>
                  <a:pt x="26807" y="0"/>
                  <a:pt x="30905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300" name="pdf-path-54">
            <a:extLst xmlns:a="http://schemas.openxmlformats.org/drawingml/2006/main">
              <a:ext uri="{FF2B5EF4-FFF2-40B4-BE49-F238E27FC236}">
                <a16:creationId xmlns:a16="http://schemas.microsoft.com/office/drawing/2014/main" id="{36FCB8E3-5412-46F4-86A3-AF11518D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8290" y="55381"/>
            <a:ext cx="158324" cy="158321"/>
          </a:xfrm>
          <a:custGeom xmlns:a="http://schemas.openxmlformats.org/drawingml/2006/main">
            <a:pathLst>
              <a:path w="158324" h="158321">
                <a:moveTo>
                  <a:pt x="23749" y="0"/>
                </a:moveTo>
                <a:lnTo>
                  <a:pt x="134575" y="0"/>
                </a:lnTo>
                <a:cubicBezTo>
                  <a:pt x="137723" y="0"/>
                  <a:pt x="140752" y="603"/>
                  <a:pt x="143662" y="1808"/>
                </a:cubicBezTo>
                <a:cubicBezTo>
                  <a:pt x="146571" y="3013"/>
                  <a:pt x="149140" y="4729"/>
                  <a:pt x="151367" y="6956"/>
                </a:cubicBezTo>
                <a:cubicBezTo>
                  <a:pt x="153592" y="9183"/>
                  <a:pt x="155309" y="11751"/>
                  <a:pt x="156514" y="14660"/>
                </a:cubicBezTo>
                <a:cubicBezTo>
                  <a:pt x="157719" y="17570"/>
                  <a:pt x="158322" y="20599"/>
                  <a:pt x="158324" y="23748"/>
                </a:cubicBezTo>
                <a:lnTo>
                  <a:pt x="158324" y="134573"/>
                </a:lnTo>
                <a:cubicBezTo>
                  <a:pt x="158322" y="137723"/>
                  <a:pt x="157719" y="140752"/>
                  <a:pt x="156514" y="143662"/>
                </a:cubicBezTo>
                <a:cubicBezTo>
                  <a:pt x="155309" y="146571"/>
                  <a:pt x="153592" y="149139"/>
                  <a:pt x="151367" y="151366"/>
                </a:cubicBezTo>
                <a:cubicBezTo>
                  <a:pt x="149140" y="153593"/>
                  <a:pt x="146571" y="155309"/>
                  <a:pt x="143662" y="156514"/>
                </a:cubicBezTo>
                <a:cubicBezTo>
                  <a:pt x="140752" y="157719"/>
                  <a:pt x="137723" y="158321"/>
                  <a:pt x="134575" y="158321"/>
                </a:cubicBezTo>
                <a:lnTo>
                  <a:pt x="23749" y="158321"/>
                </a:lnTo>
                <a:cubicBezTo>
                  <a:pt x="20599" y="158321"/>
                  <a:pt x="17570" y="157719"/>
                  <a:pt x="14661" y="156514"/>
                </a:cubicBezTo>
                <a:cubicBezTo>
                  <a:pt x="11750" y="155309"/>
                  <a:pt x="9183" y="153593"/>
                  <a:pt x="6955" y="151366"/>
                </a:cubicBezTo>
                <a:cubicBezTo>
                  <a:pt x="4728" y="149139"/>
                  <a:pt x="3012" y="146571"/>
                  <a:pt x="1807" y="143662"/>
                </a:cubicBezTo>
                <a:cubicBezTo>
                  <a:pt x="602" y="140752"/>
                  <a:pt x="0" y="137723"/>
                  <a:pt x="2" y="134573"/>
                </a:cubicBezTo>
                <a:lnTo>
                  <a:pt x="2" y="23748"/>
                </a:lnTo>
                <a:cubicBezTo>
                  <a:pt x="0" y="20599"/>
                  <a:pt x="602" y="17570"/>
                  <a:pt x="1807" y="14660"/>
                </a:cubicBezTo>
                <a:cubicBezTo>
                  <a:pt x="3012" y="11751"/>
                  <a:pt x="4728" y="9183"/>
                  <a:pt x="6955" y="6956"/>
                </a:cubicBezTo>
                <a:cubicBezTo>
                  <a:pt x="9183" y="4729"/>
                  <a:pt x="11750" y="3013"/>
                  <a:pt x="14661" y="1808"/>
                </a:cubicBezTo>
                <a:cubicBezTo>
                  <a:pt x="17570" y="603"/>
                  <a:pt x="20599" y="0"/>
                  <a:pt x="23749" y="0"/>
                </a:cubicBezTo>
              </a:path>
            </a:pathLst>
          </a:custGeom>
          <a:solidFill xmlns:a="http://schemas.openxmlformats.org/drawingml/2006/main">
            <a:srgbClr val="D4E1F5"/>
          </a:solidFill>
          <a:ln xmlns:a="http://schemas.openxmlformats.org/drawingml/2006/main" w="12666">
            <a:solidFill>
              <a:srgbClr val="000000"/>
            </a:solidFill>
            <a:prstDash val="solid"/>
          </a:ln>
        </p:spPr>
      </p:sp>
      <p:sp>
        <p:nvSpPr>
          <p:cNvPr id="301" name="pdf-text-106-0">
            <a:extLst xmlns:a="http://schemas.openxmlformats.org/drawingml/2006/main">
              <a:ext uri="{FF2B5EF4-FFF2-40B4-BE49-F238E27FC236}">
                <a16:creationId xmlns:a16="http://schemas.microsoft.com/office/drawing/2014/main" id="{ABE99057-2FD1-4D1D-82D5-981D740D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8857" y="91095"/>
            <a:ext cx="63396" cy="113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2" name="pdf-path-57">
            <a:extLst xmlns:a="http://schemas.openxmlformats.org/drawingml/2006/main">
              <a:ext uri="{FF2B5EF4-FFF2-40B4-BE49-F238E27FC236}">
                <a16:creationId xmlns:a16="http://schemas.microsoft.com/office/drawing/2014/main" id="{E6BA73FA-3160-4848-9A88-635EEB4E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9018" y="4269908"/>
            <a:ext cx="4179697" cy="1456561"/>
          </a:xfrm>
          <a:custGeom xmlns:a="http://schemas.openxmlformats.org/drawingml/2006/main">
            <a:pathLst>
              <a:path w="4179697" h="1456561">
                <a:moveTo>
                  <a:pt x="116525" y="0"/>
                </a:moveTo>
                <a:lnTo>
                  <a:pt x="4063171" y="0"/>
                </a:lnTo>
                <a:cubicBezTo>
                  <a:pt x="4070823" y="0"/>
                  <a:pt x="4078401" y="746"/>
                  <a:pt x="4085904" y="2239"/>
                </a:cubicBezTo>
                <a:cubicBezTo>
                  <a:pt x="4093408" y="3732"/>
                  <a:pt x="4100695" y="5942"/>
                  <a:pt x="4107764" y="8870"/>
                </a:cubicBezTo>
                <a:cubicBezTo>
                  <a:pt x="4114833" y="11798"/>
                  <a:pt x="4121547" y="15387"/>
                  <a:pt x="4127908" y="19638"/>
                </a:cubicBezTo>
                <a:cubicBezTo>
                  <a:pt x="4134270" y="23889"/>
                  <a:pt x="4140157" y="28720"/>
                  <a:pt x="4145567" y="34130"/>
                </a:cubicBezTo>
                <a:cubicBezTo>
                  <a:pt x="4150979" y="39540"/>
                  <a:pt x="4155808" y="45425"/>
                  <a:pt x="4160058" y="51787"/>
                </a:cubicBezTo>
                <a:cubicBezTo>
                  <a:pt x="4164309" y="58148"/>
                  <a:pt x="4167898" y="64864"/>
                  <a:pt x="4170826" y="71933"/>
                </a:cubicBezTo>
                <a:cubicBezTo>
                  <a:pt x="4173755" y="79002"/>
                  <a:pt x="4175964" y="86288"/>
                  <a:pt x="4177457" y="93792"/>
                </a:cubicBezTo>
                <a:cubicBezTo>
                  <a:pt x="4178950" y="101296"/>
                  <a:pt x="4179697" y="108874"/>
                  <a:pt x="4179697" y="116525"/>
                </a:cubicBezTo>
                <a:lnTo>
                  <a:pt x="4179697" y="1340037"/>
                </a:lnTo>
                <a:cubicBezTo>
                  <a:pt x="4179697" y="1347687"/>
                  <a:pt x="4178950" y="1355265"/>
                  <a:pt x="4177457" y="1362769"/>
                </a:cubicBezTo>
                <a:cubicBezTo>
                  <a:pt x="4175964" y="1370273"/>
                  <a:pt x="4173755" y="1377560"/>
                  <a:pt x="4170826" y="1384628"/>
                </a:cubicBezTo>
                <a:cubicBezTo>
                  <a:pt x="4167898" y="1391697"/>
                  <a:pt x="4164309" y="1398412"/>
                  <a:pt x="4160058" y="1404774"/>
                </a:cubicBezTo>
                <a:cubicBezTo>
                  <a:pt x="4155808" y="1411136"/>
                  <a:pt x="4150979" y="1417021"/>
                  <a:pt x="4145567" y="1422431"/>
                </a:cubicBezTo>
                <a:cubicBezTo>
                  <a:pt x="4140157" y="1427842"/>
                  <a:pt x="4134270" y="1432672"/>
                  <a:pt x="4127908" y="1436923"/>
                </a:cubicBezTo>
                <a:cubicBezTo>
                  <a:pt x="4121547" y="1441173"/>
                  <a:pt x="4114833" y="1444762"/>
                  <a:pt x="4107764" y="1447691"/>
                </a:cubicBezTo>
                <a:cubicBezTo>
                  <a:pt x="4100695" y="1450619"/>
                  <a:pt x="4093408" y="1452829"/>
                  <a:pt x="4085904" y="1454322"/>
                </a:cubicBezTo>
                <a:cubicBezTo>
                  <a:pt x="4078401" y="1455815"/>
                  <a:pt x="4070823" y="1456561"/>
                  <a:pt x="4063171" y="1456561"/>
                </a:cubicBezTo>
                <a:lnTo>
                  <a:pt x="116525" y="1456561"/>
                </a:lnTo>
                <a:cubicBezTo>
                  <a:pt x="108874" y="1456561"/>
                  <a:pt x="101296" y="1455815"/>
                  <a:pt x="93791" y="1454322"/>
                </a:cubicBezTo>
                <a:cubicBezTo>
                  <a:pt x="86287" y="1452829"/>
                  <a:pt x="79001" y="1450619"/>
                  <a:pt x="71932" y="1447691"/>
                </a:cubicBezTo>
                <a:cubicBezTo>
                  <a:pt x="64863" y="1444762"/>
                  <a:pt x="58148" y="1441173"/>
                  <a:pt x="51787" y="1436923"/>
                </a:cubicBezTo>
                <a:cubicBezTo>
                  <a:pt x="45425" y="1432672"/>
                  <a:pt x="39539" y="1427842"/>
                  <a:pt x="34129" y="1422431"/>
                </a:cubicBezTo>
                <a:cubicBezTo>
                  <a:pt x="28718" y="1417021"/>
                  <a:pt x="23888" y="1411136"/>
                  <a:pt x="19637" y="1404774"/>
                </a:cubicBezTo>
                <a:cubicBezTo>
                  <a:pt x="15387" y="1398412"/>
                  <a:pt x="11798" y="1391697"/>
                  <a:pt x="8870" y="1384628"/>
                </a:cubicBezTo>
                <a:cubicBezTo>
                  <a:pt x="5942" y="1377560"/>
                  <a:pt x="3731" y="1370273"/>
                  <a:pt x="2239" y="1362769"/>
                </a:cubicBezTo>
                <a:cubicBezTo>
                  <a:pt x="746" y="1355265"/>
                  <a:pt x="0" y="1347687"/>
                  <a:pt x="0" y="1340037"/>
                </a:cubicBezTo>
                <a:lnTo>
                  <a:pt x="0" y="116525"/>
                </a:lnTo>
                <a:cubicBezTo>
                  <a:pt x="0" y="108874"/>
                  <a:pt x="746" y="101296"/>
                  <a:pt x="2239" y="93792"/>
                </a:cubicBezTo>
                <a:cubicBezTo>
                  <a:pt x="3731" y="86288"/>
                  <a:pt x="5942" y="79002"/>
                  <a:pt x="8870" y="71933"/>
                </a:cubicBezTo>
                <a:cubicBezTo>
                  <a:pt x="11798" y="64864"/>
                  <a:pt x="15387" y="58148"/>
                  <a:pt x="19638" y="51787"/>
                </a:cubicBezTo>
                <a:cubicBezTo>
                  <a:pt x="23889" y="45425"/>
                  <a:pt x="28719" y="39540"/>
                  <a:pt x="34129" y="34130"/>
                </a:cubicBezTo>
                <a:cubicBezTo>
                  <a:pt x="39540" y="28720"/>
                  <a:pt x="45425" y="23889"/>
                  <a:pt x="51787" y="19638"/>
                </a:cubicBezTo>
                <a:cubicBezTo>
                  <a:pt x="58148" y="15387"/>
                  <a:pt x="64863" y="11798"/>
                  <a:pt x="71932" y="8870"/>
                </a:cubicBezTo>
                <a:cubicBezTo>
                  <a:pt x="79001" y="5942"/>
                  <a:pt x="86287" y="3732"/>
                  <a:pt x="93791" y="2239"/>
                </a:cubicBezTo>
                <a:cubicBezTo>
                  <a:pt x="101296" y="746"/>
                  <a:pt x="108874" y="0"/>
                  <a:pt x="11652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666">
            <a:solidFill>
              <a:srgbClr val="000000"/>
            </a:solidFill>
            <a:prstDash val="solid"/>
          </a:ln>
        </p:spPr>
      </p:sp>
      <p:sp>
        <p:nvSpPr>
          <p:cNvPr id="303" name="pdf-path-58">
            <a:extLst xmlns:a="http://schemas.openxmlformats.org/drawingml/2006/main">
              <a:ext uri="{FF2B5EF4-FFF2-40B4-BE49-F238E27FC236}">
                <a16:creationId xmlns:a16="http://schemas.microsoft.com/office/drawing/2014/main" id="{F1A699C9-8A40-4821-AAF9-40847CF5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2347" y="4586552"/>
            <a:ext cx="4053039" cy="1076589"/>
          </a:xfrm>
          <a:custGeom xmlns:a="http://schemas.openxmlformats.org/drawingml/2006/main">
            <a:pathLst>
              <a:path w="4053039" h="1076589">
                <a:moveTo>
                  <a:pt x="96893" y="0"/>
                </a:moveTo>
                <a:lnTo>
                  <a:pt x="3956146" y="0"/>
                </a:lnTo>
                <a:cubicBezTo>
                  <a:pt x="3962507" y="0"/>
                  <a:pt x="3968808" y="621"/>
                  <a:pt x="3975049" y="1862"/>
                </a:cubicBezTo>
                <a:cubicBezTo>
                  <a:pt x="3981289" y="3104"/>
                  <a:pt x="3987348" y="4941"/>
                  <a:pt x="3993225" y="7376"/>
                </a:cubicBezTo>
                <a:cubicBezTo>
                  <a:pt x="3999103" y="9810"/>
                  <a:pt x="4004688" y="12795"/>
                  <a:pt x="4009977" y="16329"/>
                </a:cubicBezTo>
                <a:cubicBezTo>
                  <a:pt x="4015267" y="19864"/>
                  <a:pt x="4020161" y="23881"/>
                  <a:pt x="4024659" y="28379"/>
                </a:cubicBezTo>
                <a:cubicBezTo>
                  <a:pt x="4029159" y="32878"/>
                  <a:pt x="4033175" y="37772"/>
                  <a:pt x="4036709" y="43062"/>
                </a:cubicBezTo>
                <a:cubicBezTo>
                  <a:pt x="4040244" y="48352"/>
                  <a:pt x="4043228" y="53936"/>
                  <a:pt x="4045663" y="59814"/>
                </a:cubicBezTo>
                <a:cubicBezTo>
                  <a:pt x="4048098" y="65692"/>
                  <a:pt x="4049936" y="71751"/>
                  <a:pt x="4051178" y="77990"/>
                </a:cubicBezTo>
                <a:cubicBezTo>
                  <a:pt x="4052418" y="84229"/>
                  <a:pt x="4053039" y="90531"/>
                  <a:pt x="4053039" y="96893"/>
                </a:cubicBezTo>
                <a:lnTo>
                  <a:pt x="4053039" y="979696"/>
                </a:lnTo>
                <a:cubicBezTo>
                  <a:pt x="4053039" y="986058"/>
                  <a:pt x="4052418" y="992359"/>
                  <a:pt x="4051178" y="998598"/>
                </a:cubicBezTo>
                <a:cubicBezTo>
                  <a:pt x="4049936" y="1004838"/>
                  <a:pt x="4048098" y="1010896"/>
                  <a:pt x="4045663" y="1016775"/>
                </a:cubicBezTo>
                <a:cubicBezTo>
                  <a:pt x="4043228" y="1022652"/>
                  <a:pt x="4040244" y="1028237"/>
                  <a:pt x="4036709" y="1033527"/>
                </a:cubicBezTo>
                <a:cubicBezTo>
                  <a:pt x="4033175" y="1038817"/>
                  <a:pt x="4029159" y="1043710"/>
                  <a:pt x="4024659" y="1048209"/>
                </a:cubicBezTo>
                <a:cubicBezTo>
                  <a:pt x="4020161" y="1052708"/>
                  <a:pt x="4015267" y="1056724"/>
                  <a:pt x="4009976" y="1060258"/>
                </a:cubicBezTo>
                <a:cubicBezTo>
                  <a:pt x="4004686" y="1063793"/>
                  <a:pt x="3999103" y="1066778"/>
                  <a:pt x="3993225" y="1069213"/>
                </a:cubicBezTo>
                <a:cubicBezTo>
                  <a:pt x="3987346" y="1071648"/>
                  <a:pt x="3981289" y="1073485"/>
                  <a:pt x="3975049" y="1074727"/>
                </a:cubicBezTo>
                <a:cubicBezTo>
                  <a:pt x="3968808" y="1075968"/>
                  <a:pt x="3962507" y="1076589"/>
                  <a:pt x="3956146" y="1076589"/>
                </a:cubicBezTo>
                <a:lnTo>
                  <a:pt x="96893" y="1076589"/>
                </a:lnTo>
                <a:cubicBezTo>
                  <a:pt x="90530" y="1076589"/>
                  <a:pt x="84229" y="1075968"/>
                  <a:pt x="77990" y="1074727"/>
                </a:cubicBezTo>
                <a:cubicBezTo>
                  <a:pt x="71750" y="1073485"/>
                  <a:pt x="65691" y="1071648"/>
                  <a:pt x="59813" y="1069213"/>
                </a:cubicBezTo>
                <a:cubicBezTo>
                  <a:pt x="53935" y="1066778"/>
                  <a:pt x="48352" y="1063793"/>
                  <a:pt x="43062" y="1060258"/>
                </a:cubicBezTo>
                <a:cubicBezTo>
                  <a:pt x="37772" y="1056724"/>
                  <a:pt x="32878" y="1052708"/>
                  <a:pt x="28379" y="1048209"/>
                </a:cubicBezTo>
                <a:cubicBezTo>
                  <a:pt x="23880" y="1043710"/>
                  <a:pt x="19864" y="1038817"/>
                  <a:pt x="16329" y="1033527"/>
                </a:cubicBezTo>
                <a:cubicBezTo>
                  <a:pt x="12794" y="1028237"/>
                  <a:pt x="9809" y="1022652"/>
                  <a:pt x="7374" y="1016775"/>
                </a:cubicBezTo>
                <a:cubicBezTo>
                  <a:pt x="4940" y="1010896"/>
                  <a:pt x="3103" y="1004838"/>
                  <a:pt x="1861" y="998598"/>
                </a:cubicBezTo>
                <a:cubicBezTo>
                  <a:pt x="620" y="992359"/>
                  <a:pt x="0" y="986058"/>
                  <a:pt x="0" y="979696"/>
                </a:cubicBezTo>
                <a:lnTo>
                  <a:pt x="0" y="96893"/>
                </a:lnTo>
                <a:cubicBezTo>
                  <a:pt x="0" y="90531"/>
                  <a:pt x="620" y="84229"/>
                  <a:pt x="1861" y="77990"/>
                </a:cubicBezTo>
                <a:cubicBezTo>
                  <a:pt x="3103" y="71751"/>
                  <a:pt x="4940" y="65692"/>
                  <a:pt x="7374" y="59814"/>
                </a:cubicBezTo>
                <a:cubicBezTo>
                  <a:pt x="9809" y="53936"/>
                  <a:pt x="12795" y="48352"/>
                  <a:pt x="16329" y="43062"/>
                </a:cubicBezTo>
                <a:cubicBezTo>
                  <a:pt x="19863" y="37772"/>
                  <a:pt x="23880" y="32878"/>
                  <a:pt x="28379" y="28379"/>
                </a:cubicBezTo>
                <a:cubicBezTo>
                  <a:pt x="32878" y="23881"/>
                  <a:pt x="37772" y="19864"/>
                  <a:pt x="43061" y="16329"/>
                </a:cubicBezTo>
                <a:cubicBezTo>
                  <a:pt x="48351" y="12795"/>
                  <a:pt x="53935" y="9810"/>
                  <a:pt x="59813" y="7376"/>
                </a:cubicBezTo>
                <a:cubicBezTo>
                  <a:pt x="65691" y="4941"/>
                  <a:pt x="71750" y="3104"/>
                  <a:pt x="77989" y="1862"/>
                </a:cubicBezTo>
                <a:cubicBezTo>
                  <a:pt x="84229" y="621"/>
                  <a:pt x="90530" y="0"/>
                  <a:pt x="96893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pic>
        <p:nvPic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8E710657-BC05-43B0-8A32-980D51795D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bc207dfb04a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4638675"/>
            <a:ext cx="1276350" cy="971550"/>
          </a:xfrm>
          <a:prstGeom xmlns:a="http://schemas.openxmlformats.org/drawingml/2006/main" prst="rect">
            <a:avLst/>
          </a:prstGeom>
        </p:spPr>
      </p:pic>
      <p:sp>
        <p:nvSpPr>
          <p:cNvPr id="305" name="source-raster-3">
            <a:extLst xmlns:a="http://schemas.openxmlformats.org/drawingml/2006/main">
              <a:ext uri="{FF2B5EF4-FFF2-40B4-BE49-F238E27FC236}">
                <a16:creationId xmlns:a16="http://schemas.microsoft.com/office/drawing/2014/main" id="{D8F651A8-A63B-4D51-91FC-C63402A4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4638675"/>
            <a:ext cx="1276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A27959DE-6A5F-4B55-9A16-D9B832BBB1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aa1bf1b504e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8225" y="4629150"/>
            <a:ext cx="1276350" cy="971550"/>
          </a:xfrm>
          <a:prstGeom xmlns:a="http://schemas.openxmlformats.org/drawingml/2006/main" prst="rect">
            <a:avLst/>
          </a:prstGeom>
        </p:spPr>
      </p:pic>
      <p:sp>
        <p:nvSpPr>
          <p:cNvPr id="307" name="source-raster-4">
            <a:extLst xmlns:a="http://schemas.openxmlformats.org/drawingml/2006/main">
              <a:ext uri="{FF2B5EF4-FFF2-40B4-BE49-F238E27FC236}">
                <a16:creationId xmlns:a16="http://schemas.microsoft.com/office/drawing/2014/main" id="{13900C7B-BA97-477F-9CBC-EBA4A184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4629150"/>
            <a:ext cx="1276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B7539FB-653B-409E-B992-BBAC204C9D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c7f6ef36e4d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1725" y="4629150"/>
            <a:ext cx="1276350" cy="971550"/>
          </a:xfrm>
          <a:prstGeom xmlns:a="http://schemas.openxmlformats.org/drawingml/2006/main" prst="rect">
            <a:avLst/>
          </a:prstGeom>
        </p:spPr>
      </p:pic>
      <p:sp>
        <p:nvSpPr>
          <p:cNvPr id="309" name="source-raster-5">
            <a:extLst xmlns:a="http://schemas.openxmlformats.org/drawingml/2006/main">
              <a:ext uri="{FF2B5EF4-FFF2-40B4-BE49-F238E27FC236}">
                <a16:creationId xmlns:a16="http://schemas.microsoft.com/office/drawing/2014/main" id="{ED00EAC4-3872-49EA-BEFD-AC84B18F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4629150"/>
            <a:ext cx="1276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0" name="pdf-path-63">
            <a:extLst xmlns:a="http://schemas.openxmlformats.org/drawingml/2006/main">
              <a:ext uri="{FF2B5EF4-FFF2-40B4-BE49-F238E27FC236}">
                <a16:creationId xmlns:a16="http://schemas.microsoft.com/office/drawing/2014/main" id="{F2F3696C-3C63-4AA2-A332-819AB0E1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4591" y="4431397"/>
            <a:ext cx="244703" cy="95"/>
          </a:xfrm>
          <a:custGeom xmlns:a="http://schemas.openxmlformats.org/drawingml/2006/main">
            <a:pathLst>
              <a:path w="244703" h="95">
                <a:moveTo>
                  <a:pt x="0" y="0"/>
                </a:moveTo>
                <a:lnTo>
                  <a:pt x="244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311" name="pdf-path-64">
            <a:extLst xmlns:a="http://schemas.openxmlformats.org/drawingml/2006/main">
              <a:ext uri="{FF2B5EF4-FFF2-40B4-BE49-F238E27FC236}">
                <a16:creationId xmlns:a16="http://schemas.microsoft.com/office/drawing/2014/main" id="{722A2A2A-2294-49AC-8B7F-27E803B6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8210" y="4409231"/>
            <a:ext cx="44331" cy="44330"/>
          </a:xfrm>
          <a:custGeom xmlns:a="http://schemas.openxmlformats.org/drawingml/2006/main">
            <a:pathLst>
              <a:path w="44331" h="44330">
                <a:moveTo>
                  <a:pt x="44331" y="22166"/>
                </a:moveTo>
                <a:lnTo>
                  <a:pt x="0" y="44330"/>
                </a:lnTo>
                <a:lnTo>
                  <a:pt x="11084" y="22166"/>
                </a:lnTo>
                <a:lnTo>
                  <a:pt x="0" y="0"/>
                </a:lnTo>
                <a:lnTo>
                  <a:pt x="44331" y="221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df-path-65">
            <a:extLst xmlns:a="http://schemas.openxmlformats.org/drawingml/2006/main">
              <a:ext uri="{FF2B5EF4-FFF2-40B4-BE49-F238E27FC236}">
                <a16:creationId xmlns:a16="http://schemas.microsoft.com/office/drawing/2014/main" id="{96E3452F-3693-40AC-BFCC-B9FE82A4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8210" y="4409231"/>
            <a:ext cx="44331" cy="44330"/>
          </a:xfrm>
          <a:custGeom xmlns:a="http://schemas.openxmlformats.org/drawingml/2006/main">
            <a:pathLst>
              <a:path w="44331" h="44330">
                <a:moveTo>
                  <a:pt x="44331" y="22166"/>
                </a:moveTo>
                <a:lnTo>
                  <a:pt x="0" y="0"/>
                </a:lnTo>
                <a:lnTo>
                  <a:pt x="11084" y="22166"/>
                </a:lnTo>
                <a:lnTo>
                  <a:pt x="0" y="443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313" name="pdf-path-66">
            <a:extLst xmlns:a="http://schemas.openxmlformats.org/drawingml/2006/main">
              <a:ext uri="{FF2B5EF4-FFF2-40B4-BE49-F238E27FC236}">
                <a16:creationId xmlns:a16="http://schemas.microsoft.com/office/drawing/2014/main" id="{1805E6AE-7B4C-4FD0-8D2E-A4CB4E0C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4836" y="4333237"/>
            <a:ext cx="1076589" cy="189986"/>
          </a:xfrm>
          <a:custGeom xmlns:a="http://schemas.openxmlformats.org/drawingml/2006/main">
            <a:pathLst>
              <a:path w="1076589" h="189986">
                <a:moveTo>
                  <a:pt x="28498" y="0"/>
                </a:moveTo>
                <a:lnTo>
                  <a:pt x="1048091" y="0"/>
                </a:lnTo>
                <a:cubicBezTo>
                  <a:pt x="1051870" y="0"/>
                  <a:pt x="1055505" y="723"/>
                  <a:pt x="1058997" y="2169"/>
                </a:cubicBezTo>
                <a:cubicBezTo>
                  <a:pt x="1062488" y="3615"/>
                  <a:pt x="1065569" y="5674"/>
                  <a:pt x="1068242" y="8347"/>
                </a:cubicBezTo>
                <a:cubicBezTo>
                  <a:pt x="1070914" y="11018"/>
                  <a:pt x="1072973" y="14100"/>
                  <a:pt x="1074420" y="17592"/>
                </a:cubicBezTo>
                <a:cubicBezTo>
                  <a:pt x="1075866" y="21083"/>
                  <a:pt x="1076589" y="24719"/>
                  <a:pt x="1076589" y="28498"/>
                </a:cubicBezTo>
                <a:lnTo>
                  <a:pt x="1076589" y="161488"/>
                </a:lnTo>
                <a:cubicBezTo>
                  <a:pt x="1076589" y="165267"/>
                  <a:pt x="1075866" y="168902"/>
                  <a:pt x="1074420" y="172394"/>
                </a:cubicBezTo>
                <a:cubicBezTo>
                  <a:pt x="1072973" y="175885"/>
                  <a:pt x="1070914" y="178967"/>
                  <a:pt x="1068242" y="181639"/>
                </a:cubicBezTo>
                <a:cubicBezTo>
                  <a:pt x="1065569" y="184311"/>
                  <a:pt x="1062488" y="186370"/>
                  <a:pt x="1058997" y="187816"/>
                </a:cubicBezTo>
                <a:cubicBezTo>
                  <a:pt x="1055505" y="189262"/>
                  <a:pt x="1051870" y="189986"/>
                  <a:pt x="1048091" y="189986"/>
                </a:cubicBezTo>
                <a:lnTo>
                  <a:pt x="28498" y="189986"/>
                </a:lnTo>
                <a:cubicBezTo>
                  <a:pt x="24719" y="189986"/>
                  <a:pt x="21084" y="189262"/>
                  <a:pt x="17592" y="187816"/>
                </a:cubicBezTo>
                <a:cubicBezTo>
                  <a:pt x="14100" y="186370"/>
                  <a:pt x="11019" y="184311"/>
                  <a:pt x="8347" y="181639"/>
                </a:cubicBezTo>
                <a:cubicBezTo>
                  <a:pt x="5675" y="178967"/>
                  <a:pt x="3615" y="175885"/>
                  <a:pt x="2169" y="172394"/>
                </a:cubicBezTo>
                <a:cubicBezTo>
                  <a:pt x="723" y="168902"/>
                  <a:pt x="0" y="165267"/>
                  <a:pt x="0" y="161488"/>
                </a:cubicBezTo>
                <a:lnTo>
                  <a:pt x="0" y="28498"/>
                </a:lnTo>
                <a:cubicBezTo>
                  <a:pt x="0" y="24719"/>
                  <a:pt x="723" y="21082"/>
                  <a:pt x="2169" y="17592"/>
                </a:cubicBezTo>
                <a:cubicBezTo>
                  <a:pt x="3615" y="14100"/>
                  <a:pt x="5675" y="11018"/>
                  <a:pt x="8347" y="8347"/>
                </a:cubicBezTo>
                <a:cubicBezTo>
                  <a:pt x="11019" y="5674"/>
                  <a:pt x="14100" y="3615"/>
                  <a:pt x="17592" y="2169"/>
                </a:cubicBezTo>
                <a:cubicBezTo>
                  <a:pt x="21084" y="723"/>
                  <a:pt x="24719" y="0"/>
                  <a:pt x="28498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314" name="pdf-text-107-0">
            <a:extLst xmlns:a="http://schemas.openxmlformats.org/drawingml/2006/main">
              <a:ext uri="{FF2B5EF4-FFF2-40B4-BE49-F238E27FC236}">
                <a16:creationId xmlns:a16="http://schemas.microsoft.com/office/drawing/2014/main" id="{9A4A77A6-2FEE-4478-8FE9-7128F95B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7336" y="4381871"/>
            <a:ext cx="692680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Learning</a:t>
            </a:r>
          </a:p>
        </p:txBody>
      </p:sp>
      <p:sp>
        <p:nvSpPr>
          <p:cNvPr id="315" name="pdf-path-69">
            <a:extLst xmlns:a="http://schemas.openxmlformats.org/drawingml/2006/main">
              <a:ext uri="{FF2B5EF4-FFF2-40B4-BE49-F238E27FC236}">
                <a16:creationId xmlns:a16="http://schemas.microsoft.com/office/drawing/2014/main" id="{C9BD2EB4-21B9-4ECD-97C8-ABF6D91D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6159" y="4431397"/>
            <a:ext cx="213038" cy="95"/>
          </a:xfrm>
          <a:custGeom xmlns:a="http://schemas.openxmlformats.org/drawingml/2006/main">
            <a:pathLst>
              <a:path w="213038" h="95">
                <a:moveTo>
                  <a:pt x="0" y="0"/>
                </a:moveTo>
                <a:lnTo>
                  <a:pt x="213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316" name="pdf-path-70">
            <a:extLst xmlns:a="http://schemas.openxmlformats.org/drawingml/2006/main">
              <a:ext uri="{FF2B5EF4-FFF2-40B4-BE49-F238E27FC236}">
                <a16:creationId xmlns:a16="http://schemas.microsoft.com/office/drawing/2014/main" id="{2635B575-5011-4B4E-8387-1924162F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115" y="4409231"/>
            <a:ext cx="44331" cy="44330"/>
          </a:xfrm>
          <a:custGeom xmlns:a="http://schemas.openxmlformats.org/drawingml/2006/main">
            <a:pathLst>
              <a:path w="44331" h="44330">
                <a:moveTo>
                  <a:pt x="44331" y="22166"/>
                </a:moveTo>
                <a:lnTo>
                  <a:pt x="0" y="44330"/>
                </a:lnTo>
                <a:lnTo>
                  <a:pt x="11083" y="22166"/>
                </a:lnTo>
                <a:lnTo>
                  <a:pt x="0" y="0"/>
                </a:lnTo>
                <a:lnTo>
                  <a:pt x="44331" y="221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df-path-71">
            <a:extLst xmlns:a="http://schemas.openxmlformats.org/drawingml/2006/main">
              <a:ext uri="{FF2B5EF4-FFF2-40B4-BE49-F238E27FC236}">
                <a16:creationId xmlns:a16="http://schemas.microsoft.com/office/drawing/2014/main" id="{894AABC2-9376-413F-808C-71BF7DD0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115" y="4409231"/>
            <a:ext cx="44331" cy="44330"/>
          </a:xfrm>
          <a:custGeom xmlns:a="http://schemas.openxmlformats.org/drawingml/2006/main">
            <a:pathLst>
              <a:path w="44331" h="44330">
                <a:moveTo>
                  <a:pt x="44331" y="22166"/>
                </a:moveTo>
                <a:lnTo>
                  <a:pt x="0" y="0"/>
                </a:lnTo>
                <a:lnTo>
                  <a:pt x="11083" y="22166"/>
                </a:lnTo>
                <a:lnTo>
                  <a:pt x="0" y="443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318" name="pdf-path-72">
            <a:extLst xmlns:a="http://schemas.openxmlformats.org/drawingml/2006/main">
              <a:ext uri="{FF2B5EF4-FFF2-40B4-BE49-F238E27FC236}">
                <a16:creationId xmlns:a16="http://schemas.microsoft.com/office/drawing/2014/main" id="{FF3C3D13-05F2-46C4-8421-3A496A0B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6404" y="4333237"/>
            <a:ext cx="1076589" cy="189986"/>
          </a:xfrm>
          <a:custGeom xmlns:a="http://schemas.openxmlformats.org/drawingml/2006/main">
            <a:pathLst>
              <a:path w="1076589" h="189986">
                <a:moveTo>
                  <a:pt x="28498" y="0"/>
                </a:moveTo>
                <a:lnTo>
                  <a:pt x="1048091" y="0"/>
                </a:lnTo>
                <a:cubicBezTo>
                  <a:pt x="1051868" y="0"/>
                  <a:pt x="1055505" y="723"/>
                  <a:pt x="1058996" y="2169"/>
                </a:cubicBezTo>
                <a:cubicBezTo>
                  <a:pt x="1062486" y="3615"/>
                  <a:pt x="1065568" y="5674"/>
                  <a:pt x="1068242" y="8347"/>
                </a:cubicBezTo>
                <a:cubicBezTo>
                  <a:pt x="1070914" y="11018"/>
                  <a:pt x="1072972" y="14100"/>
                  <a:pt x="1074418" y="17592"/>
                </a:cubicBezTo>
                <a:cubicBezTo>
                  <a:pt x="1075865" y="21083"/>
                  <a:pt x="1076588" y="24719"/>
                  <a:pt x="1076589" y="28498"/>
                </a:cubicBezTo>
                <a:lnTo>
                  <a:pt x="1076589" y="161488"/>
                </a:lnTo>
                <a:cubicBezTo>
                  <a:pt x="1076588" y="165267"/>
                  <a:pt x="1075865" y="168902"/>
                  <a:pt x="1074418" y="172394"/>
                </a:cubicBezTo>
                <a:cubicBezTo>
                  <a:pt x="1072972" y="175885"/>
                  <a:pt x="1070914" y="178967"/>
                  <a:pt x="1068242" y="181639"/>
                </a:cubicBezTo>
                <a:cubicBezTo>
                  <a:pt x="1065568" y="184311"/>
                  <a:pt x="1062486" y="186370"/>
                  <a:pt x="1058995" y="187816"/>
                </a:cubicBezTo>
                <a:cubicBezTo>
                  <a:pt x="1055504" y="189262"/>
                  <a:pt x="1051868" y="189986"/>
                  <a:pt x="1048091" y="189986"/>
                </a:cubicBezTo>
                <a:lnTo>
                  <a:pt x="28498" y="189986"/>
                </a:lnTo>
                <a:cubicBezTo>
                  <a:pt x="24719" y="189986"/>
                  <a:pt x="21083" y="189262"/>
                  <a:pt x="17592" y="187816"/>
                </a:cubicBezTo>
                <a:cubicBezTo>
                  <a:pt x="14101" y="186370"/>
                  <a:pt x="11019" y="184311"/>
                  <a:pt x="8347" y="181639"/>
                </a:cubicBezTo>
                <a:cubicBezTo>
                  <a:pt x="5674" y="178967"/>
                  <a:pt x="3615" y="175885"/>
                  <a:pt x="2169" y="172394"/>
                </a:cubicBezTo>
                <a:cubicBezTo>
                  <a:pt x="723" y="168902"/>
                  <a:pt x="0" y="165267"/>
                  <a:pt x="0" y="161488"/>
                </a:cubicBezTo>
                <a:lnTo>
                  <a:pt x="0" y="28498"/>
                </a:lnTo>
                <a:cubicBezTo>
                  <a:pt x="0" y="24719"/>
                  <a:pt x="723" y="21082"/>
                  <a:pt x="2170" y="17592"/>
                </a:cubicBezTo>
                <a:cubicBezTo>
                  <a:pt x="3615" y="14100"/>
                  <a:pt x="5674" y="11018"/>
                  <a:pt x="8347" y="8347"/>
                </a:cubicBezTo>
                <a:cubicBezTo>
                  <a:pt x="11019" y="5674"/>
                  <a:pt x="14101" y="3615"/>
                  <a:pt x="17593" y="2169"/>
                </a:cubicBezTo>
                <a:cubicBezTo>
                  <a:pt x="21084" y="723"/>
                  <a:pt x="24719" y="0"/>
                  <a:pt x="28498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319" name="pdf-text-108-0">
            <a:extLst xmlns:a="http://schemas.openxmlformats.org/drawingml/2006/main">
              <a:ext uri="{FF2B5EF4-FFF2-40B4-BE49-F238E27FC236}">
                <a16:creationId xmlns:a16="http://schemas.microsoft.com/office/drawing/2014/main" id="{BA8FC691-4EF8-4218-9E2B-0736D81A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7886" y="4381871"/>
            <a:ext cx="934762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Sim-to-Real Transfer</a:t>
            </a:r>
          </a:p>
        </p:txBody>
      </p:sp>
      <p:sp>
        <p:nvSpPr>
          <p:cNvPr id="320" name="pdf-path-75">
            <a:extLst xmlns:a="http://schemas.openxmlformats.org/drawingml/2006/main">
              <a:ext uri="{FF2B5EF4-FFF2-40B4-BE49-F238E27FC236}">
                <a16:creationId xmlns:a16="http://schemas.microsoft.com/office/drawing/2014/main" id="{891FF579-847B-4A5D-99AB-425A84EF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307" y="4333237"/>
            <a:ext cx="1076589" cy="189986"/>
          </a:xfrm>
          <a:custGeom xmlns:a="http://schemas.openxmlformats.org/drawingml/2006/main">
            <a:pathLst>
              <a:path w="1076589" h="189986">
                <a:moveTo>
                  <a:pt x="28499" y="0"/>
                </a:moveTo>
                <a:lnTo>
                  <a:pt x="1048092" y="0"/>
                </a:lnTo>
                <a:cubicBezTo>
                  <a:pt x="1051870" y="0"/>
                  <a:pt x="1055505" y="723"/>
                  <a:pt x="1058996" y="2169"/>
                </a:cubicBezTo>
                <a:cubicBezTo>
                  <a:pt x="1062488" y="3615"/>
                  <a:pt x="1065570" y="5674"/>
                  <a:pt x="1068242" y="8347"/>
                </a:cubicBezTo>
                <a:cubicBezTo>
                  <a:pt x="1070915" y="11018"/>
                  <a:pt x="1072973" y="14100"/>
                  <a:pt x="1074419" y="17592"/>
                </a:cubicBezTo>
                <a:cubicBezTo>
                  <a:pt x="1075865" y="21083"/>
                  <a:pt x="1076589" y="24719"/>
                  <a:pt x="1076589" y="28498"/>
                </a:cubicBezTo>
                <a:lnTo>
                  <a:pt x="1076589" y="161488"/>
                </a:lnTo>
                <a:cubicBezTo>
                  <a:pt x="1076589" y="165267"/>
                  <a:pt x="1075865" y="168902"/>
                  <a:pt x="1074419" y="172394"/>
                </a:cubicBezTo>
                <a:cubicBezTo>
                  <a:pt x="1072973" y="175885"/>
                  <a:pt x="1070915" y="178967"/>
                  <a:pt x="1068242" y="181639"/>
                </a:cubicBezTo>
                <a:cubicBezTo>
                  <a:pt x="1065570" y="184311"/>
                  <a:pt x="1062488" y="186370"/>
                  <a:pt x="1058996" y="187816"/>
                </a:cubicBezTo>
                <a:cubicBezTo>
                  <a:pt x="1055505" y="189262"/>
                  <a:pt x="1051870" y="189986"/>
                  <a:pt x="1048092" y="189986"/>
                </a:cubicBezTo>
                <a:lnTo>
                  <a:pt x="28499" y="189986"/>
                </a:lnTo>
                <a:cubicBezTo>
                  <a:pt x="24720" y="189986"/>
                  <a:pt x="21084" y="189262"/>
                  <a:pt x="17593" y="187816"/>
                </a:cubicBezTo>
                <a:cubicBezTo>
                  <a:pt x="14101" y="186370"/>
                  <a:pt x="11019" y="184311"/>
                  <a:pt x="8347" y="181639"/>
                </a:cubicBezTo>
                <a:cubicBezTo>
                  <a:pt x="5675" y="178967"/>
                  <a:pt x="3615" y="175885"/>
                  <a:pt x="2170" y="172394"/>
                </a:cubicBezTo>
                <a:cubicBezTo>
                  <a:pt x="723" y="168902"/>
                  <a:pt x="0" y="165267"/>
                  <a:pt x="1" y="161488"/>
                </a:cubicBezTo>
                <a:lnTo>
                  <a:pt x="1" y="28498"/>
                </a:lnTo>
                <a:cubicBezTo>
                  <a:pt x="0" y="24719"/>
                  <a:pt x="723" y="21082"/>
                  <a:pt x="2170" y="17592"/>
                </a:cubicBezTo>
                <a:cubicBezTo>
                  <a:pt x="3615" y="14100"/>
                  <a:pt x="5675" y="11018"/>
                  <a:pt x="8347" y="8347"/>
                </a:cubicBezTo>
                <a:cubicBezTo>
                  <a:pt x="11019" y="5674"/>
                  <a:pt x="14101" y="3615"/>
                  <a:pt x="17593" y="2169"/>
                </a:cubicBezTo>
                <a:cubicBezTo>
                  <a:pt x="21084" y="723"/>
                  <a:pt x="24720" y="0"/>
                  <a:pt x="28499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321" name="pdf-text-109-0">
            <a:extLst xmlns:a="http://schemas.openxmlformats.org/drawingml/2006/main">
              <a:ext uri="{FF2B5EF4-FFF2-40B4-BE49-F238E27FC236}">
                <a16:creationId xmlns:a16="http://schemas.microsoft.com/office/drawing/2014/main" id="{7EA71475-6FD9-411E-8FA8-6472E3D4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9880" y="4381871"/>
            <a:ext cx="970566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Real-World Validation</a:t>
            </a:r>
          </a:p>
        </p:txBody>
      </p:sp>
      <p:sp>
        <p:nvSpPr>
          <p:cNvPr id="322" name="pdf-text-110-0">
            <a:extLst xmlns:a="http://schemas.openxmlformats.org/drawingml/2006/main">
              <a:ext uri="{FF2B5EF4-FFF2-40B4-BE49-F238E27FC236}">
                <a16:creationId xmlns:a16="http://schemas.microsoft.com/office/drawing/2014/main" id="{19C2A2EC-A07F-4710-A1D1-64897FE7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3846" y="230242"/>
            <a:ext cx="1574543" cy="633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4987" b="1" i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87" b="1" i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4987" b="1" i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AXIS</a:t>
            </a:r>
          </a:p>
        </p:txBody>
      </p:sp>
      <p:sp>
        <p:nvSpPr>
          <p:cNvPr id="323" name="pdf-path-79">
            <a:extLst xmlns:a="http://schemas.openxmlformats.org/drawingml/2006/main">
              <a:ext uri="{FF2B5EF4-FFF2-40B4-BE49-F238E27FC236}">
                <a16:creationId xmlns:a16="http://schemas.microsoft.com/office/drawing/2014/main" id="{5D19DD8C-8A58-4752-BEE9-1D0E9ADD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7159" y="3155323"/>
            <a:ext cx="3006849" cy="2571147"/>
          </a:xfrm>
          <a:custGeom xmlns:a="http://schemas.openxmlformats.org/drawingml/2006/main">
            <a:pathLst>
              <a:path w="3006849" h="2571147">
                <a:moveTo>
                  <a:pt x="179980" y="0"/>
                </a:moveTo>
                <a:lnTo>
                  <a:pt x="2826869" y="0"/>
                </a:lnTo>
                <a:cubicBezTo>
                  <a:pt x="2832764" y="0"/>
                  <a:pt x="2838645" y="289"/>
                  <a:pt x="2844510" y="867"/>
                </a:cubicBezTo>
                <a:cubicBezTo>
                  <a:pt x="2850375" y="1444"/>
                  <a:pt x="2856201" y="2308"/>
                  <a:pt x="2861981" y="3459"/>
                </a:cubicBezTo>
                <a:cubicBezTo>
                  <a:pt x="2867762" y="4608"/>
                  <a:pt x="2873474" y="6039"/>
                  <a:pt x="2879114" y="7750"/>
                </a:cubicBezTo>
                <a:cubicBezTo>
                  <a:pt x="2884755" y="9461"/>
                  <a:pt x="2890297" y="11445"/>
                  <a:pt x="2895744" y="13700"/>
                </a:cubicBezTo>
                <a:cubicBezTo>
                  <a:pt x="2901189" y="15956"/>
                  <a:pt x="2906512" y="18473"/>
                  <a:pt x="2911711" y="21252"/>
                </a:cubicBezTo>
                <a:cubicBezTo>
                  <a:pt x="2916909" y="24030"/>
                  <a:pt x="2921959" y="27057"/>
                  <a:pt x="2926859" y="30332"/>
                </a:cubicBezTo>
                <a:cubicBezTo>
                  <a:pt x="2931761" y="33607"/>
                  <a:pt x="2936489" y="37114"/>
                  <a:pt x="2941047" y="40853"/>
                </a:cubicBezTo>
                <a:cubicBezTo>
                  <a:pt x="2945604" y="44593"/>
                  <a:pt x="2949966" y="48546"/>
                  <a:pt x="2954134" y="52715"/>
                </a:cubicBezTo>
                <a:cubicBezTo>
                  <a:pt x="2958303" y="56883"/>
                  <a:pt x="2962256" y="61245"/>
                  <a:pt x="2965996" y="65802"/>
                </a:cubicBezTo>
                <a:cubicBezTo>
                  <a:pt x="2969735" y="70359"/>
                  <a:pt x="2973242" y="75087"/>
                  <a:pt x="2976516" y="79989"/>
                </a:cubicBezTo>
                <a:cubicBezTo>
                  <a:pt x="2979791" y="84890"/>
                  <a:pt x="2982819" y="89940"/>
                  <a:pt x="2985597" y="95138"/>
                </a:cubicBezTo>
                <a:cubicBezTo>
                  <a:pt x="2988377" y="100337"/>
                  <a:pt x="2990892" y="105659"/>
                  <a:pt x="2993148" y="111105"/>
                </a:cubicBezTo>
                <a:cubicBezTo>
                  <a:pt x="2995404" y="116551"/>
                  <a:pt x="2997387" y="122094"/>
                  <a:pt x="2999098" y="127735"/>
                </a:cubicBezTo>
                <a:cubicBezTo>
                  <a:pt x="3000809" y="133375"/>
                  <a:pt x="3002241" y="139087"/>
                  <a:pt x="3003391" y="144868"/>
                </a:cubicBezTo>
                <a:cubicBezTo>
                  <a:pt x="3004540" y="150649"/>
                  <a:pt x="3005403" y="156473"/>
                  <a:pt x="3005982" y="162339"/>
                </a:cubicBezTo>
                <a:cubicBezTo>
                  <a:pt x="3006561" y="168205"/>
                  <a:pt x="3006849" y="174085"/>
                  <a:pt x="3006849" y="179980"/>
                </a:cubicBezTo>
                <a:lnTo>
                  <a:pt x="3006849" y="2391166"/>
                </a:lnTo>
                <a:cubicBezTo>
                  <a:pt x="3006849" y="2397061"/>
                  <a:pt x="3006561" y="2402941"/>
                  <a:pt x="3005982" y="2408808"/>
                </a:cubicBezTo>
                <a:cubicBezTo>
                  <a:pt x="3005403" y="2414674"/>
                  <a:pt x="3004540" y="2420497"/>
                  <a:pt x="3003391" y="2426278"/>
                </a:cubicBezTo>
                <a:cubicBezTo>
                  <a:pt x="3002241" y="2432060"/>
                  <a:pt x="3000809" y="2437772"/>
                  <a:pt x="2999098" y="2443412"/>
                </a:cubicBezTo>
                <a:cubicBezTo>
                  <a:pt x="2997387" y="2449053"/>
                  <a:pt x="2995404" y="2454596"/>
                  <a:pt x="2993148" y="2460042"/>
                </a:cubicBezTo>
                <a:cubicBezTo>
                  <a:pt x="2990892" y="2465488"/>
                  <a:pt x="2988376" y="2470810"/>
                  <a:pt x="2985597" y="2476009"/>
                </a:cubicBezTo>
                <a:cubicBezTo>
                  <a:pt x="2982819" y="2481207"/>
                  <a:pt x="2979791" y="2486257"/>
                  <a:pt x="2976516" y="2491158"/>
                </a:cubicBezTo>
                <a:cubicBezTo>
                  <a:pt x="2973242" y="2496059"/>
                  <a:pt x="2969735" y="2500788"/>
                  <a:pt x="2965996" y="2505344"/>
                </a:cubicBezTo>
                <a:cubicBezTo>
                  <a:pt x="2962256" y="2509901"/>
                  <a:pt x="2958303" y="2514263"/>
                  <a:pt x="2954134" y="2518432"/>
                </a:cubicBezTo>
                <a:cubicBezTo>
                  <a:pt x="2949966" y="2522600"/>
                  <a:pt x="2945604" y="2526554"/>
                  <a:pt x="2941047" y="2530293"/>
                </a:cubicBezTo>
                <a:cubicBezTo>
                  <a:pt x="2936489" y="2534033"/>
                  <a:pt x="2931761" y="2537540"/>
                  <a:pt x="2926859" y="2540814"/>
                </a:cubicBezTo>
                <a:cubicBezTo>
                  <a:pt x="2921959" y="2544089"/>
                  <a:pt x="2916909" y="2547117"/>
                  <a:pt x="2911711" y="2549895"/>
                </a:cubicBezTo>
                <a:cubicBezTo>
                  <a:pt x="2906512" y="2552673"/>
                  <a:pt x="2901189" y="2555190"/>
                  <a:pt x="2895742" y="2557447"/>
                </a:cubicBezTo>
                <a:cubicBezTo>
                  <a:pt x="2890297" y="2559702"/>
                  <a:pt x="2884755" y="2561686"/>
                  <a:pt x="2879114" y="2563398"/>
                </a:cubicBezTo>
                <a:cubicBezTo>
                  <a:pt x="2873472" y="2565109"/>
                  <a:pt x="2867762" y="2566539"/>
                  <a:pt x="2861981" y="2567688"/>
                </a:cubicBezTo>
                <a:cubicBezTo>
                  <a:pt x="2856199" y="2568839"/>
                  <a:pt x="2850375" y="2569702"/>
                  <a:pt x="2844510" y="2570280"/>
                </a:cubicBezTo>
                <a:cubicBezTo>
                  <a:pt x="2838645" y="2570859"/>
                  <a:pt x="2832764" y="2571147"/>
                  <a:pt x="2826869" y="2571147"/>
                </a:cubicBezTo>
                <a:lnTo>
                  <a:pt x="179980" y="2571147"/>
                </a:lnTo>
                <a:cubicBezTo>
                  <a:pt x="174085" y="2571147"/>
                  <a:pt x="168206" y="2570859"/>
                  <a:pt x="162339" y="2570280"/>
                </a:cubicBezTo>
                <a:cubicBezTo>
                  <a:pt x="156472" y="2569702"/>
                  <a:pt x="150648" y="2568839"/>
                  <a:pt x="144867" y="2567688"/>
                </a:cubicBezTo>
                <a:cubicBezTo>
                  <a:pt x="139085" y="2566539"/>
                  <a:pt x="133375" y="2565109"/>
                  <a:pt x="127735" y="2563398"/>
                </a:cubicBezTo>
                <a:cubicBezTo>
                  <a:pt x="122093" y="2561686"/>
                  <a:pt x="116550" y="2559702"/>
                  <a:pt x="111103" y="2557447"/>
                </a:cubicBezTo>
                <a:cubicBezTo>
                  <a:pt x="105658" y="2555190"/>
                  <a:pt x="100337" y="2552673"/>
                  <a:pt x="95138" y="2549895"/>
                </a:cubicBezTo>
                <a:cubicBezTo>
                  <a:pt x="89939" y="2547117"/>
                  <a:pt x="84890" y="2544089"/>
                  <a:pt x="79989" y="2540814"/>
                </a:cubicBezTo>
                <a:cubicBezTo>
                  <a:pt x="75086" y="2537540"/>
                  <a:pt x="70358" y="2534033"/>
                  <a:pt x="65802" y="2530293"/>
                </a:cubicBezTo>
                <a:cubicBezTo>
                  <a:pt x="61245" y="2526554"/>
                  <a:pt x="56883" y="2522600"/>
                  <a:pt x="52715" y="2518432"/>
                </a:cubicBezTo>
                <a:cubicBezTo>
                  <a:pt x="48546" y="2514263"/>
                  <a:pt x="44593" y="2509901"/>
                  <a:pt x="40853" y="2505344"/>
                </a:cubicBezTo>
                <a:cubicBezTo>
                  <a:pt x="37114" y="2500788"/>
                  <a:pt x="33607" y="2496059"/>
                  <a:pt x="30331" y="2491158"/>
                </a:cubicBezTo>
                <a:cubicBezTo>
                  <a:pt x="27056" y="2486257"/>
                  <a:pt x="24030" y="2481207"/>
                  <a:pt x="21252" y="2476009"/>
                </a:cubicBezTo>
                <a:cubicBezTo>
                  <a:pt x="18472" y="2470810"/>
                  <a:pt x="15955" y="2465488"/>
                  <a:pt x="13700" y="2460042"/>
                </a:cubicBezTo>
                <a:cubicBezTo>
                  <a:pt x="11443" y="2454596"/>
                  <a:pt x="9460" y="2449053"/>
                  <a:pt x="7749" y="2443412"/>
                </a:cubicBezTo>
                <a:cubicBezTo>
                  <a:pt x="6038" y="2437772"/>
                  <a:pt x="4608" y="2432060"/>
                  <a:pt x="3457" y="2426278"/>
                </a:cubicBezTo>
                <a:cubicBezTo>
                  <a:pt x="2307" y="2420497"/>
                  <a:pt x="1444" y="2414674"/>
                  <a:pt x="867" y="2408808"/>
                </a:cubicBezTo>
                <a:cubicBezTo>
                  <a:pt x="290" y="2402941"/>
                  <a:pt x="0" y="2397061"/>
                  <a:pt x="0" y="2391166"/>
                </a:cubicBezTo>
                <a:lnTo>
                  <a:pt x="0" y="179980"/>
                </a:lnTo>
                <a:cubicBezTo>
                  <a:pt x="0" y="174085"/>
                  <a:pt x="290" y="168205"/>
                  <a:pt x="867" y="162339"/>
                </a:cubicBezTo>
                <a:cubicBezTo>
                  <a:pt x="1444" y="156473"/>
                  <a:pt x="2307" y="150649"/>
                  <a:pt x="3457" y="144868"/>
                </a:cubicBezTo>
                <a:cubicBezTo>
                  <a:pt x="4608" y="139087"/>
                  <a:pt x="6038" y="133376"/>
                  <a:pt x="7749" y="127735"/>
                </a:cubicBezTo>
                <a:cubicBezTo>
                  <a:pt x="9460" y="122094"/>
                  <a:pt x="11443" y="116551"/>
                  <a:pt x="13700" y="111105"/>
                </a:cubicBezTo>
                <a:cubicBezTo>
                  <a:pt x="15955" y="105659"/>
                  <a:pt x="18472" y="100337"/>
                  <a:pt x="21252" y="95138"/>
                </a:cubicBezTo>
                <a:cubicBezTo>
                  <a:pt x="24030" y="89940"/>
                  <a:pt x="27056" y="84890"/>
                  <a:pt x="30331" y="79989"/>
                </a:cubicBezTo>
                <a:cubicBezTo>
                  <a:pt x="33607" y="75087"/>
                  <a:pt x="37114" y="70358"/>
                  <a:pt x="40853" y="65802"/>
                </a:cubicBezTo>
                <a:cubicBezTo>
                  <a:pt x="44593" y="61245"/>
                  <a:pt x="48546" y="56883"/>
                  <a:pt x="52715" y="52715"/>
                </a:cubicBezTo>
                <a:cubicBezTo>
                  <a:pt x="56883" y="48546"/>
                  <a:pt x="61245" y="44593"/>
                  <a:pt x="65802" y="40853"/>
                </a:cubicBezTo>
                <a:cubicBezTo>
                  <a:pt x="70358" y="37114"/>
                  <a:pt x="75086" y="33607"/>
                  <a:pt x="79989" y="30332"/>
                </a:cubicBezTo>
                <a:cubicBezTo>
                  <a:pt x="84890" y="27057"/>
                  <a:pt x="89939" y="24030"/>
                  <a:pt x="95138" y="21252"/>
                </a:cubicBezTo>
                <a:cubicBezTo>
                  <a:pt x="100337" y="18473"/>
                  <a:pt x="105658" y="15956"/>
                  <a:pt x="111103" y="13700"/>
                </a:cubicBezTo>
                <a:cubicBezTo>
                  <a:pt x="116550" y="11445"/>
                  <a:pt x="122093" y="9461"/>
                  <a:pt x="127735" y="7750"/>
                </a:cubicBezTo>
                <a:cubicBezTo>
                  <a:pt x="133375" y="6039"/>
                  <a:pt x="139085" y="4608"/>
                  <a:pt x="144867" y="3459"/>
                </a:cubicBezTo>
                <a:cubicBezTo>
                  <a:pt x="150648" y="2308"/>
                  <a:pt x="156472" y="1444"/>
                  <a:pt x="162339" y="867"/>
                </a:cubicBezTo>
                <a:cubicBezTo>
                  <a:pt x="168206" y="289"/>
                  <a:pt x="174085" y="0"/>
                  <a:pt x="179980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666">
            <a:solidFill>
              <a:srgbClr val="000000"/>
            </a:solidFill>
            <a:prstDash val="solid"/>
          </a:ln>
        </p:spPr>
      </p:sp>
      <p:sp>
        <p:nvSpPr>
          <p:cNvPr id="324" name="pdf-text-111-0">
            <a:extLst xmlns:a="http://schemas.openxmlformats.org/drawingml/2006/main">
              <a:ext uri="{FF2B5EF4-FFF2-40B4-BE49-F238E27FC236}">
                <a16:creationId xmlns:a16="http://schemas.microsoft.com/office/drawing/2014/main" id="{53EBAA03-06F2-449D-8EAC-AE759171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5096" y="2977430"/>
            <a:ext cx="1192466" cy="10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2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Realistic Augmentation</a:t>
            </a:r>
          </a:p>
        </p:txBody>
      </p:sp>
      <p:sp>
        <p:nvSpPr>
          <p:cNvPr id="325" name="pdf-path-82">
            <a:extLst xmlns:a="http://schemas.openxmlformats.org/drawingml/2006/main">
              <a:ext uri="{FF2B5EF4-FFF2-40B4-BE49-F238E27FC236}">
                <a16:creationId xmlns:a16="http://schemas.microsoft.com/office/drawing/2014/main" id="{5103FAE3-178B-41BE-9329-78B51E72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0450" y="2933672"/>
            <a:ext cx="158322" cy="158321"/>
          </a:xfrm>
          <a:custGeom xmlns:a="http://schemas.openxmlformats.org/drawingml/2006/main">
            <a:pathLst>
              <a:path w="158322" h="158321">
                <a:moveTo>
                  <a:pt x="23749" y="0"/>
                </a:moveTo>
                <a:lnTo>
                  <a:pt x="134573" y="0"/>
                </a:lnTo>
                <a:cubicBezTo>
                  <a:pt x="137723" y="0"/>
                  <a:pt x="140751" y="603"/>
                  <a:pt x="143660" y="1808"/>
                </a:cubicBezTo>
                <a:cubicBezTo>
                  <a:pt x="146569" y="3013"/>
                  <a:pt x="149138" y="4729"/>
                  <a:pt x="151365" y="6955"/>
                </a:cubicBezTo>
                <a:cubicBezTo>
                  <a:pt x="153592" y="9183"/>
                  <a:pt x="155309" y="11751"/>
                  <a:pt x="156514" y="14660"/>
                </a:cubicBezTo>
                <a:cubicBezTo>
                  <a:pt x="157719" y="17570"/>
                  <a:pt x="158321" y="20599"/>
                  <a:pt x="158322" y="23748"/>
                </a:cubicBezTo>
                <a:lnTo>
                  <a:pt x="158322" y="134574"/>
                </a:lnTo>
                <a:cubicBezTo>
                  <a:pt x="158321" y="137723"/>
                  <a:pt x="157719" y="140752"/>
                  <a:pt x="156514" y="143662"/>
                </a:cubicBezTo>
                <a:cubicBezTo>
                  <a:pt x="155309" y="146571"/>
                  <a:pt x="153592" y="149139"/>
                  <a:pt x="151365" y="151366"/>
                </a:cubicBezTo>
                <a:cubicBezTo>
                  <a:pt x="149138" y="153593"/>
                  <a:pt x="146569" y="155309"/>
                  <a:pt x="143660" y="156514"/>
                </a:cubicBezTo>
                <a:cubicBezTo>
                  <a:pt x="140751" y="157719"/>
                  <a:pt x="137723" y="158321"/>
                  <a:pt x="134573" y="158321"/>
                </a:cubicBezTo>
                <a:lnTo>
                  <a:pt x="23749" y="158321"/>
                </a:lnTo>
                <a:cubicBezTo>
                  <a:pt x="20598" y="158321"/>
                  <a:pt x="17568" y="157719"/>
                  <a:pt x="14659" y="156514"/>
                </a:cubicBezTo>
                <a:cubicBezTo>
                  <a:pt x="11750" y="155309"/>
                  <a:pt x="9183" y="153593"/>
                  <a:pt x="6955" y="151366"/>
                </a:cubicBezTo>
                <a:cubicBezTo>
                  <a:pt x="4728" y="149139"/>
                  <a:pt x="3012" y="146571"/>
                  <a:pt x="1807" y="143662"/>
                </a:cubicBezTo>
                <a:cubicBezTo>
                  <a:pt x="602" y="140752"/>
                  <a:pt x="0" y="137723"/>
                  <a:pt x="0" y="134574"/>
                </a:cubicBezTo>
                <a:lnTo>
                  <a:pt x="0" y="23748"/>
                </a:lnTo>
                <a:cubicBezTo>
                  <a:pt x="0" y="20599"/>
                  <a:pt x="602" y="17570"/>
                  <a:pt x="1807" y="14660"/>
                </a:cubicBezTo>
                <a:cubicBezTo>
                  <a:pt x="3012" y="11751"/>
                  <a:pt x="4728" y="9183"/>
                  <a:pt x="6955" y="6955"/>
                </a:cubicBezTo>
                <a:cubicBezTo>
                  <a:pt x="9183" y="4729"/>
                  <a:pt x="11750" y="3013"/>
                  <a:pt x="14659" y="1808"/>
                </a:cubicBezTo>
                <a:cubicBezTo>
                  <a:pt x="17568" y="603"/>
                  <a:pt x="20598" y="0"/>
                  <a:pt x="23749" y="0"/>
                </a:cubicBezTo>
              </a:path>
            </a:pathLst>
          </a:custGeom>
          <a:solidFill xmlns:a="http://schemas.openxmlformats.org/drawingml/2006/main">
            <a:srgbClr val="D4E1F5"/>
          </a:solidFill>
          <a:ln xmlns:a="http://schemas.openxmlformats.org/drawingml/2006/main" w="12666">
            <a:solidFill>
              <a:srgbClr val="000000"/>
            </a:solidFill>
            <a:prstDash val="solid"/>
          </a:ln>
        </p:spPr>
      </p:sp>
      <p:sp>
        <p:nvSpPr>
          <p:cNvPr id="326" name="pdf-text-112-0">
            <a:extLst xmlns:a="http://schemas.openxmlformats.org/drawingml/2006/main">
              <a:ext uri="{FF2B5EF4-FFF2-40B4-BE49-F238E27FC236}">
                <a16:creationId xmlns:a16="http://schemas.microsoft.com/office/drawing/2014/main" id="{E3EE40DF-377D-4175-851B-CB0C41D8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8165" y="2972553"/>
            <a:ext cx="63396" cy="113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7" name="pdf-path-85">
            <a:extLst xmlns:a="http://schemas.openxmlformats.org/drawingml/2006/main">
              <a:ext uri="{FF2B5EF4-FFF2-40B4-BE49-F238E27FC236}">
                <a16:creationId xmlns:a16="http://schemas.microsoft.com/office/drawing/2014/main" id="{7A35CECD-931D-4B6B-B9A6-DA74507D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3687" y="3658786"/>
            <a:ext cx="1394" cy="154269"/>
          </a:xfrm>
          <a:custGeom xmlns:a="http://schemas.openxmlformats.org/drawingml/2006/main">
            <a:pathLst>
              <a:path w="1394" h="154269">
                <a:moveTo>
                  <a:pt x="0" y="0"/>
                </a:moveTo>
                <a:lnTo>
                  <a:pt x="0" y="126658"/>
                </a:lnTo>
                <a:lnTo>
                  <a:pt x="1394" y="154269"/>
                </a:lnTo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328" name="pdf-path-86">
            <a:extLst xmlns:a="http://schemas.openxmlformats.org/drawingml/2006/main">
              <a:ext uri="{FF2B5EF4-FFF2-40B4-BE49-F238E27FC236}">
                <a16:creationId xmlns:a16="http://schemas.microsoft.com/office/drawing/2014/main" id="{6F696A42-30A5-4BA0-BDFD-14680A98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3485" y="3779870"/>
            <a:ext cx="44266" cy="45343"/>
          </a:xfrm>
          <a:custGeom xmlns:a="http://schemas.openxmlformats.org/drawingml/2006/main">
            <a:pathLst>
              <a:path w="44266" h="45343">
                <a:moveTo>
                  <a:pt x="19949" y="0"/>
                </a:moveTo>
                <a:lnTo>
                  <a:pt x="44266" y="43127"/>
                </a:lnTo>
                <a:lnTo>
                  <a:pt x="21595" y="33185"/>
                </a:lnTo>
                <a:lnTo>
                  <a:pt x="0" y="45343"/>
                </a:lnTo>
                <a:lnTo>
                  <a:pt x="1994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df-path-87">
            <a:extLst xmlns:a="http://schemas.openxmlformats.org/drawingml/2006/main">
              <a:ext uri="{FF2B5EF4-FFF2-40B4-BE49-F238E27FC236}">
                <a16:creationId xmlns:a16="http://schemas.microsoft.com/office/drawing/2014/main" id="{84298ACD-05C5-452A-941C-7FE0C64C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3485" y="3779870"/>
            <a:ext cx="44266" cy="45343"/>
          </a:xfrm>
          <a:custGeom xmlns:a="http://schemas.openxmlformats.org/drawingml/2006/main">
            <a:pathLst>
              <a:path w="44266" h="45343">
                <a:moveTo>
                  <a:pt x="19949" y="0"/>
                </a:moveTo>
                <a:lnTo>
                  <a:pt x="0" y="45343"/>
                </a:lnTo>
                <a:lnTo>
                  <a:pt x="21595" y="33185"/>
                </a:lnTo>
                <a:lnTo>
                  <a:pt x="44266" y="431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330" name="pdf-path-88">
            <a:extLst xmlns:a="http://schemas.openxmlformats.org/drawingml/2006/main">
              <a:ext uri="{FF2B5EF4-FFF2-40B4-BE49-F238E27FC236}">
                <a16:creationId xmlns:a16="http://schemas.microsoft.com/office/drawing/2014/main" id="{5EB29E3D-E792-45ED-ABE0-AC149D8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2926" y="4735375"/>
            <a:ext cx="95" cy="79983"/>
          </a:xfrm>
          <a:custGeom xmlns:a="http://schemas.openxmlformats.org/drawingml/2006/main">
            <a:pathLst>
              <a:path w="95" h="79983">
                <a:moveTo>
                  <a:pt x="0" y="0"/>
                </a:moveTo>
                <a:lnTo>
                  <a:pt x="0" y="79983"/>
                </a:lnTo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331" name="pdf-path-89">
            <a:extLst xmlns:a="http://schemas.openxmlformats.org/drawingml/2006/main">
              <a:ext uri="{FF2B5EF4-FFF2-40B4-BE49-F238E27FC236}">
                <a16:creationId xmlns:a16="http://schemas.microsoft.com/office/drawing/2014/main" id="{913C9A67-618F-4602-B9F0-8B1E4F87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0762" y="4804277"/>
            <a:ext cx="44329" cy="44329"/>
          </a:xfrm>
          <a:custGeom xmlns:a="http://schemas.openxmlformats.org/drawingml/2006/main">
            <a:pathLst>
              <a:path w="44329" h="44329">
                <a:moveTo>
                  <a:pt x="22164" y="44329"/>
                </a:moveTo>
                <a:lnTo>
                  <a:pt x="0" y="0"/>
                </a:lnTo>
                <a:lnTo>
                  <a:pt x="22164" y="11082"/>
                </a:lnTo>
                <a:lnTo>
                  <a:pt x="44329" y="0"/>
                </a:lnTo>
                <a:lnTo>
                  <a:pt x="22164" y="443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df-path-90">
            <a:extLst xmlns:a="http://schemas.openxmlformats.org/drawingml/2006/main">
              <a:ext uri="{FF2B5EF4-FFF2-40B4-BE49-F238E27FC236}">
                <a16:creationId xmlns:a16="http://schemas.microsoft.com/office/drawing/2014/main" id="{D87A12AF-A534-453B-BCF1-8C86D294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0762" y="4804277"/>
            <a:ext cx="44329" cy="44329"/>
          </a:xfrm>
          <a:custGeom xmlns:a="http://schemas.openxmlformats.org/drawingml/2006/main">
            <a:pathLst>
              <a:path w="44329" h="44329">
                <a:moveTo>
                  <a:pt x="22164" y="44329"/>
                </a:moveTo>
                <a:lnTo>
                  <a:pt x="44329" y="0"/>
                </a:lnTo>
                <a:lnTo>
                  <a:pt x="22164" y="1108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333" name="pdf-path-91">
            <a:extLst xmlns:a="http://schemas.openxmlformats.org/drawingml/2006/main">
              <a:ext uri="{FF2B5EF4-FFF2-40B4-BE49-F238E27FC236}">
                <a16:creationId xmlns:a16="http://schemas.microsoft.com/office/drawing/2014/main" id="{12F781C4-F759-4804-A7D9-8C424E5F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0360" y="3338976"/>
            <a:ext cx="2879622" cy="316644"/>
          </a:xfrm>
          <a:custGeom xmlns:a="http://schemas.openxmlformats.org/drawingml/2006/main">
            <a:pathLst>
              <a:path w="2879622" h="316644">
                <a:moveTo>
                  <a:pt x="47498" y="0"/>
                </a:moveTo>
                <a:lnTo>
                  <a:pt x="2832125" y="0"/>
                </a:lnTo>
                <a:cubicBezTo>
                  <a:pt x="2835244" y="0"/>
                  <a:pt x="2838333" y="304"/>
                  <a:pt x="2841392" y="912"/>
                </a:cubicBezTo>
                <a:cubicBezTo>
                  <a:pt x="2844451" y="1521"/>
                  <a:pt x="2847421" y="2422"/>
                  <a:pt x="2850302" y="3615"/>
                </a:cubicBezTo>
                <a:cubicBezTo>
                  <a:pt x="2853183" y="4808"/>
                  <a:pt x="2855920" y="6272"/>
                  <a:pt x="2858513" y="8004"/>
                </a:cubicBezTo>
                <a:cubicBezTo>
                  <a:pt x="2861107" y="9737"/>
                  <a:pt x="2863507" y="11706"/>
                  <a:pt x="2865711" y="13911"/>
                </a:cubicBezTo>
                <a:cubicBezTo>
                  <a:pt x="2867916" y="16116"/>
                  <a:pt x="2869883" y="18515"/>
                  <a:pt x="2871617" y="21109"/>
                </a:cubicBezTo>
                <a:cubicBezTo>
                  <a:pt x="2873348" y="23702"/>
                  <a:pt x="2874812" y="26439"/>
                  <a:pt x="2876005" y="29320"/>
                </a:cubicBezTo>
                <a:cubicBezTo>
                  <a:pt x="2877199" y="32201"/>
                  <a:pt x="2878101" y="35171"/>
                  <a:pt x="2878708" y="38230"/>
                </a:cubicBezTo>
                <a:cubicBezTo>
                  <a:pt x="2879318" y="41288"/>
                  <a:pt x="2879622" y="44378"/>
                  <a:pt x="2879622" y="47497"/>
                </a:cubicBezTo>
                <a:lnTo>
                  <a:pt x="2879622" y="269147"/>
                </a:lnTo>
                <a:cubicBezTo>
                  <a:pt x="2879622" y="272266"/>
                  <a:pt x="2879318" y="275354"/>
                  <a:pt x="2878708" y="278413"/>
                </a:cubicBezTo>
                <a:cubicBezTo>
                  <a:pt x="2878099" y="281472"/>
                  <a:pt x="2877199" y="284442"/>
                  <a:pt x="2876005" y="287323"/>
                </a:cubicBezTo>
                <a:cubicBezTo>
                  <a:pt x="2874812" y="290204"/>
                  <a:pt x="2873348" y="292941"/>
                  <a:pt x="2871617" y="295534"/>
                </a:cubicBezTo>
                <a:cubicBezTo>
                  <a:pt x="2869885" y="298128"/>
                  <a:pt x="2867916" y="300527"/>
                  <a:pt x="2865711" y="302732"/>
                </a:cubicBezTo>
                <a:cubicBezTo>
                  <a:pt x="2863507" y="304937"/>
                  <a:pt x="2861107" y="306906"/>
                  <a:pt x="2858513" y="308639"/>
                </a:cubicBezTo>
                <a:cubicBezTo>
                  <a:pt x="2855920" y="310371"/>
                  <a:pt x="2853183" y="311834"/>
                  <a:pt x="2850302" y="313028"/>
                </a:cubicBezTo>
                <a:cubicBezTo>
                  <a:pt x="2847421" y="314221"/>
                  <a:pt x="2844451" y="315122"/>
                  <a:pt x="2841392" y="315731"/>
                </a:cubicBezTo>
                <a:cubicBezTo>
                  <a:pt x="2838333" y="316339"/>
                  <a:pt x="2835244" y="316644"/>
                  <a:pt x="2832125" y="316644"/>
                </a:cubicBezTo>
                <a:lnTo>
                  <a:pt x="47498" y="316644"/>
                </a:lnTo>
                <a:cubicBezTo>
                  <a:pt x="44378" y="316644"/>
                  <a:pt x="41289" y="316339"/>
                  <a:pt x="38230" y="315731"/>
                </a:cubicBezTo>
                <a:cubicBezTo>
                  <a:pt x="35171" y="315122"/>
                  <a:pt x="32201" y="314221"/>
                  <a:pt x="29321" y="313028"/>
                </a:cubicBezTo>
                <a:cubicBezTo>
                  <a:pt x="26440" y="311834"/>
                  <a:pt x="23702" y="310371"/>
                  <a:pt x="21110" y="308639"/>
                </a:cubicBezTo>
                <a:cubicBezTo>
                  <a:pt x="18517" y="306906"/>
                  <a:pt x="16117" y="304937"/>
                  <a:pt x="13913" y="302732"/>
                </a:cubicBezTo>
                <a:cubicBezTo>
                  <a:pt x="11708" y="300527"/>
                  <a:pt x="9737" y="298128"/>
                  <a:pt x="8005" y="295534"/>
                </a:cubicBezTo>
                <a:cubicBezTo>
                  <a:pt x="6273" y="292941"/>
                  <a:pt x="4808" y="290204"/>
                  <a:pt x="3615" y="287323"/>
                </a:cubicBezTo>
                <a:cubicBezTo>
                  <a:pt x="2423" y="284442"/>
                  <a:pt x="1521" y="281472"/>
                  <a:pt x="912" y="278413"/>
                </a:cubicBezTo>
                <a:cubicBezTo>
                  <a:pt x="305" y="275354"/>
                  <a:pt x="0" y="272266"/>
                  <a:pt x="2" y="269147"/>
                </a:cubicBezTo>
                <a:lnTo>
                  <a:pt x="2" y="47497"/>
                </a:lnTo>
                <a:cubicBezTo>
                  <a:pt x="0" y="44378"/>
                  <a:pt x="305" y="41288"/>
                  <a:pt x="912" y="38230"/>
                </a:cubicBezTo>
                <a:cubicBezTo>
                  <a:pt x="1521" y="35171"/>
                  <a:pt x="2423" y="32201"/>
                  <a:pt x="3615" y="29320"/>
                </a:cubicBezTo>
                <a:cubicBezTo>
                  <a:pt x="4808" y="26439"/>
                  <a:pt x="6273" y="23702"/>
                  <a:pt x="8005" y="21109"/>
                </a:cubicBezTo>
                <a:cubicBezTo>
                  <a:pt x="9737" y="18515"/>
                  <a:pt x="11708" y="16116"/>
                  <a:pt x="13913" y="13911"/>
                </a:cubicBezTo>
                <a:cubicBezTo>
                  <a:pt x="16117" y="11706"/>
                  <a:pt x="18517" y="9737"/>
                  <a:pt x="21110" y="8004"/>
                </a:cubicBezTo>
                <a:cubicBezTo>
                  <a:pt x="23702" y="6272"/>
                  <a:pt x="26440" y="4808"/>
                  <a:pt x="29321" y="3615"/>
                </a:cubicBezTo>
                <a:cubicBezTo>
                  <a:pt x="32201" y="2422"/>
                  <a:pt x="35171" y="1521"/>
                  <a:pt x="38230" y="912"/>
                </a:cubicBezTo>
                <a:cubicBezTo>
                  <a:pt x="41289" y="304"/>
                  <a:pt x="44378" y="0"/>
                  <a:pt x="4749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334" name="pdf-text-113-0">
            <a:extLst xmlns:a="http://schemas.openxmlformats.org/drawingml/2006/main">
              <a:ext uri="{FF2B5EF4-FFF2-40B4-BE49-F238E27FC236}">
                <a16:creationId xmlns:a16="http://schemas.microsoft.com/office/drawing/2014/main" id="{F8E7EAEF-75ED-4671-B88A-2EDF01BD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2042" y="3450939"/>
            <a:ext cx="1616368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 : Cleaned Demonstration Data</a:t>
            </a:r>
          </a:p>
        </p:txBody>
      </p:sp>
      <p:pic>
        <p:nvPic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531BF686-CE56-4EBE-A473-19C13CDA6C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a1dd0c49f45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4350" y="3362325"/>
            <a:ext cx="228600" cy="257175"/>
          </a:xfrm>
          <a:prstGeom xmlns:a="http://schemas.openxmlformats.org/drawingml/2006/main" prst="rect">
            <a:avLst/>
          </a:prstGeom>
        </p:spPr>
      </p:pic>
      <p:sp>
        <p:nvSpPr>
          <p:cNvPr id="336" name="source-raster-6">
            <a:extLst xmlns:a="http://schemas.openxmlformats.org/drawingml/2006/main">
              <a:ext uri="{FF2B5EF4-FFF2-40B4-BE49-F238E27FC236}">
                <a16:creationId xmlns:a16="http://schemas.microsoft.com/office/drawing/2014/main" id="{3D03B913-3870-49A7-B17A-603215E6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362325"/>
            <a:ext cx="22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7" name="pdf-path-95">
            <a:extLst xmlns:a="http://schemas.openxmlformats.org/drawingml/2006/main">
              <a:ext uri="{FF2B5EF4-FFF2-40B4-BE49-F238E27FC236}">
                <a16:creationId xmlns:a16="http://schemas.microsoft.com/office/drawing/2014/main" id="{34F4B32B-FC86-4CC2-805A-A515D0ED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0360" y="3769611"/>
            <a:ext cx="2878863" cy="962597"/>
          </a:xfrm>
          <a:custGeom xmlns:a="http://schemas.openxmlformats.org/drawingml/2006/main">
            <a:pathLst>
              <a:path w="2878863" h="962597">
                <a:moveTo>
                  <a:pt x="96261" y="0"/>
                </a:moveTo>
                <a:lnTo>
                  <a:pt x="2782604" y="0"/>
                </a:lnTo>
                <a:cubicBezTo>
                  <a:pt x="2788923" y="0"/>
                  <a:pt x="2795182" y="617"/>
                  <a:pt x="2801382" y="1850"/>
                </a:cubicBezTo>
                <a:cubicBezTo>
                  <a:pt x="2807579" y="3083"/>
                  <a:pt x="2813600" y="4909"/>
                  <a:pt x="2819437" y="7328"/>
                </a:cubicBezTo>
                <a:cubicBezTo>
                  <a:pt x="2825276" y="9746"/>
                  <a:pt x="2830824" y="12712"/>
                  <a:pt x="2836079" y="16223"/>
                </a:cubicBezTo>
                <a:cubicBezTo>
                  <a:pt x="2841336" y="19734"/>
                  <a:pt x="2846198" y="23725"/>
                  <a:pt x="2850668" y="28194"/>
                </a:cubicBezTo>
                <a:cubicBezTo>
                  <a:pt x="2855137" y="32663"/>
                  <a:pt x="2859127" y="37526"/>
                  <a:pt x="2862638" y="42781"/>
                </a:cubicBezTo>
                <a:cubicBezTo>
                  <a:pt x="2866151" y="48036"/>
                  <a:pt x="2869116" y="53583"/>
                  <a:pt x="2871533" y="59423"/>
                </a:cubicBezTo>
                <a:cubicBezTo>
                  <a:pt x="2873952" y="65263"/>
                  <a:pt x="2875780" y="71281"/>
                  <a:pt x="2877013" y="77481"/>
                </a:cubicBezTo>
                <a:cubicBezTo>
                  <a:pt x="2878246" y="83680"/>
                  <a:pt x="2878861" y="89940"/>
                  <a:pt x="2878863" y="96260"/>
                </a:cubicBezTo>
                <a:lnTo>
                  <a:pt x="2878863" y="866338"/>
                </a:lnTo>
                <a:cubicBezTo>
                  <a:pt x="2878861" y="872658"/>
                  <a:pt x="2878246" y="878918"/>
                  <a:pt x="2877013" y="885116"/>
                </a:cubicBezTo>
                <a:cubicBezTo>
                  <a:pt x="2875780" y="891315"/>
                  <a:pt x="2873952" y="897335"/>
                  <a:pt x="2871533" y="903174"/>
                </a:cubicBezTo>
                <a:cubicBezTo>
                  <a:pt x="2869116" y="909013"/>
                  <a:pt x="2866151" y="914560"/>
                  <a:pt x="2862638" y="919816"/>
                </a:cubicBezTo>
                <a:cubicBezTo>
                  <a:pt x="2859127" y="925071"/>
                  <a:pt x="2855137" y="929934"/>
                  <a:pt x="2850668" y="934404"/>
                </a:cubicBezTo>
                <a:cubicBezTo>
                  <a:pt x="2846198" y="938872"/>
                  <a:pt x="2841336" y="942863"/>
                  <a:pt x="2836079" y="946374"/>
                </a:cubicBezTo>
                <a:cubicBezTo>
                  <a:pt x="2830824" y="949886"/>
                  <a:pt x="2825276" y="952851"/>
                  <a:pt x="2819437" y="955270"/>
                </a:cubicBezTo>
                <a:cubicBezTo>
                  <a:pt x="2813600" y="957688"/>
                  <a:pt x="2807579" y="959514"/>
                  <a:pt x="2801382" y="960747"/>
                </a:cubicBezTo>
                <a:cubicBezTo>
                  <a:pt x="2795182" y="961980"/>
                  <a:pt x="2788923" y="962597"/>
                  <a:pt x="2782604" y="962597"/>
                </a:cubicBezTo>
                <a:lnTo>
                  <a:pt x="96261" y="962597"/>
                </a:lnTo>
                <a:cubicBezTo>
                  <a:pt x="89940" y="962597"/>
                  <a:pt x="83681" y="961980"/>
                  <a:pt x="77481" y="960747"/>
                </a:cubicBezTo>
                <a:cubicBezTo>
                  <a:pt x="71282" y="959514"/>
                  <a:pt x="65263" y="957688"/>
                  <a:pt x="59423" y="955270"/>
                </a:cubicBezTo>
                <a:cubicBezTo>
                  <a:pt x="53585" y="952851"/>
                  <a:pt x="48037" y="949886"/>
                  <a:pt x="42781" y="946374"/>
                </a:cubicBezTo>
                <a:cubicBezTo>
                  <a:pt x="37527" y="942863"/>
                  <a:pt x="32663" y="938872"/>
                  <a:pt x="28195" y="934404"/>
                </a:cubicBezTo>
                <a:cubicBezTo>
                  <a:pt x="23725" y="929934"/>
                  <a:pt x="19734" y="925072"/>
                  <a:pt x="16223" y="919816"/>
                </a:cubicBezTo>
                <a:cubicBezTo>
                  <a:pt x="12711" y="914561"/>
                  <a:pt x="9746" y="909013"/>
                  <a:pt x="7329" y="903174"/>
                </a:cubicBezTo>
                <a:cubicBezTo>
                  <a:pt x="4910" y="897335"/>
                  <a:pt x="3084" y="891315"/>
                  <a:pt x="1850" y="885117"/>
                </a:cubicBezTo>
                <a:cubicBezTo>
                  <a:pt x="617" y="878918"/>
                  <a:pt x="0" y="872658"/>
                  <a:pt x="2" y="866338"/>
                </a:cubicBezTo>
                <a:lnTo>
                  <a:pt x="2" y="96260"/>
                </a:lnTo>
                <a:cubicBezTo>
                  <a:pt x="0" y="89940"/>
                  <a:pt x="617" y="83680"/>
                  <a:pt x="1850" y="77481"/>
                </a:cubicBezTo>
                <a:cubicBezTo>
                  <a:pt x="3084" y="71281"/>
                  <a:pt x="4910" y="65263"/>
                  <a:pt x="7329" y="59423"/>
                </a:cubicBezTo>
                <a:cubicBezTo>
                  <a:pt x="9746" y="53583"/>
                  <a:pt x="12711" y="48036"/>
                  <a:pt x="16223" y="42781"/>
                </a:cubicBezTo>
                <a:cubicBezTo>
                  <a:pt x="19734" y="37526"/>
                  <a:pt x="23725" y="32663"/>
                  <a:pt x="28195" y="28194"/>
                </a:cubicBezTo>
                <a:cubicBezTo>
                  <a:pt x="32663" y="23725"/>
                  <a:pt x="37527" y="19734"/>
                  <a:pt x="42781" y="16223"/>
                </a:cubicBezTo>
                <a:cubicBezTo>
                  <a:pt x="48037" y="12712"/>
                  <a:pt x="53585" y="9746"/>
                  <a:pt x="59423" y="7328"/>
                </a:cubicBezTo>
                <a:cubicBezTo>
                  <a:pt x="65263" y="4909"/>
                  <a:pt x="71282" y="3083"/>
                  <a:pt x="77481" y="1850"/>
                </a:cubicBezTo>
                <a:cubicBezTo>
                  <a:pt x="83681" y="617"/>
                  <a:pt x="89940" y="0"/>
                  <a:pt x="9626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338" name="pdf-path-97">
            <a:extLst xmlns:a="http://schemas.openxmlformats.org/drawingml/2006/main">
              <a:ext uri="{FF2B5EF4-FFF2-40B4-BE49-F238E27FC236}">
                <a16:creationId xmlns:a16="http://schemas.microsoft.com/office/drawing/2014/main" id="{22764E04-0D45-4DC6-8853-E87E65F4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4770" y="4235077"/>
            <a:ext cx="6333" cy="436969"/>
          </a:xfrm>
          <a:custGeom xmlns:a="http://schemas.openxmlformats.org/drawingml/2006/main">
            <a:pathLst>
              <a:path w="6333" h="436969">
                <a:moveTo>
                  <a:pt x="0" y="436969"/>
                </a:moveTo>
                <a:lnTo>
                  <a:pt x="0" y="417970"/>
                </a:lnTo>
                <a:lnTo>
                  <a:pt x="6333" y="417970"/>
                </a:lnTo>
                <a:lnTo>
                  <a:pt x="6333" y="436969"/>
                </a:lnTo>
                <a:moveTo>
                  <a:pt x="0" y="398971"/>
                </a:moveTo>
                <a:lnTo>
                  <a:pt x="0" y="379973"/>
                </a:lnTo>
                <a:lnTo>
                  <a:pt x="6333" y="379973"/>
                </a:lnTo>
                <a:lnTo>
                  <a:pt x="6333" y="398971"/>
                </a:lnTo>
                <a:moveTo>
                  <a:pt x="0" y="360974"/>
                </a:moveTo>
                <a:lnTo>
                  <a:pt x="0" y="341976"/>
                </a:lnTo>
                <a:lnTo>
                  <a:pt x="6333" y="341976"/>
                </a:lnTo>
                <a:lnTo>
                  <a:pt x="6333" y="360974"/>
                </a:lnTo>
                <a:moveTo>
                  <a:pt x="0" y="322977"/>
                </a:moveTo>
                <a:lnTo>
                  <a:pt x="0" y="303978"/>
                </a:lnTo>
                <a:lnTo>
                  <a:pt x="6333" y="303978"/>
                </a:lnTo>
                <a:lnTo>
                  <a:pt x="6333" y="322977"/>
                </a:lnTo>
                <a:moveTo>
                  <a:pt x="0" y="284980"/>
                </a:moveTo>
                <a:lnTo>
                  <a:pt x="0" y="265981"/>
                </a:lnTo>
                <a:lnTo>
                  <a:pt x="6333" y="265981"/>
                </a:lnTo>
                <a:lnTo>
                  <a:pt x="6333" y="284980"/>
                </a:lnTo>
                <a:moveTo>
                  <a:pt x="0" y="246983"/>
                </a:moveTo>
                <a:lnTo>
                  <a:pt x="0" y="227984"/>
                </a:lnTo>
                <a:lnTo>
                  <a:pt x="6333" y="227984"/>
                </a:lnTo>
                <a:lnTo>
                  <a:pt x="6333" y="246983"/>
                </a:lnTo>
                <a:moveTo>
                  <a:pt x="0" y="208985"/>
                </a:moveTo>
                <a:lnTo>
                  <a:pt x="0" y="189987"/>
                </a:lnTo>
                <a:lnTo>
                  <a:pt x="6333" y="189987"/>
                </a:lnTo>
                <a:lnTo>
                  <a:pt x="6333" y="208985"/>
                </a:lnTo>
                <a:moveTo>
                  <a:pt x="0" y="170988"/>
                </a:moveTo>
                <a:lnTo>
                  <a:pt x="0" y="151990"/>
                </a:lnTo>
                <a:lnTo>
                  <a:pt x="6333" y="151990"/>
                </a:lnTo>
                <a:lnTo>
                  <a:pt x="6333" y="170988"/>
                </a:lnTo>
                <a:moveTo>
                  <a:pt x="0" y="132991"/>
                </a:moveTo>
                <a:lnTo>
                  <a:pt x="0" y="113992"/>
                </a:lnTo>
                <a:lnTo>
                  <a:pt x="6333" y="113992"/>
                </a:lnTo>
                <a:lnTo>
                  <a:pt x="6333" y="132991"/>
                </a:lnTo>
                <a:moveTo>
                  <a:pt x="0" y="94993"/>
                </a:moveTo>
                <a:lnTo>
                  <a:pt x="0" y="75995"/>
                </a:lnTo>
                <a:lnTo>
                  <a:pt x="6333" y="75995"/>
                </a:lnTo>
                <a:lnTo>
                  <a:pt x="6333" y="94993"/>
                </a:lnTo>
                <a:moveTo>
                  <a:pt x="0" y="56997"/>
                </a:moveTo>
                <a:lnTo>
                  <a:pt x="0" y="37997"/>
                </a:lnTo>
                <a:lnTo>
                  <a:pt x="6333" y="37997"/>
                </a:lnTo>
                <a:lnTo>
                  <a:pt x="6333" y="56997"/>
                </a:lnTo>
                <a:moveTo>
                  <a:pt x="0" y="18999"/>
                </a:moveTo>
                <a:lnTo>
                  <a:pt x="0" y="0"/>
                </a:lnTo>
                <a:lnTo>
                  <a:pt x="6333" y="0"/>
                </a:lnTo>
                <a:lnTo>
                  <a:pt x="6333" y="189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df-path-98">
            <a:extLst xmlns:a="http://schemas.openxmlformats.org/drawingml/2006/main">
              <a:ext uri="{FF2B5EF4-FFF2-40B4-BE49-F238E27FC236}">
                <a16:creationId xmlns:a16="http://schemas.microsoft.com/office/drawing/2014/main" id="{26163234-343E-4E23-99ED-7BE0B997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5557" y="4235077"/>
            <a:ext cx="6333" cy="436969"/>
          </a:xfrm>
          <a:custGeom xmlns:a="http://schemas.openxmlformats.org/drawingml/2006/main">
            <a:pathLst>
              <a:path w="6333" h="436969">
                <a:moveTo>
                  <a:pt x="0" y="436969"/>
                </a:moveTo>
                <a:lnTo>
                  <a:pt x="0" y="417970"/>
                </a:lnTo>
                <a:lnTo>
                  <a:pt x="6333" y="417970"/>
                </a:lnTo>
                <a:lnTo>
                  <a:pt x="6333" y="436969"/>
                </a:lnTo>
                <a:moveTo>
                  <a:pt x="0" y="398971"/>
                </a:moveTo>
                <a:lnTo>
                  <a:pt x="0" y="379973"/>
                </a:lnTo>
                <a:lnTo>
                  <a:pt x="6333" y="379973"/>
                </a:lnTo>
                <a:lnTo>
                  <a:pt x="6333" y="398971"/>
                </a:lnTo>
                <a:moveTo>
                  <a:pt x="0" y="360974"/>
                </a:moveTo>
                <a:lnTo>
                  <a:pt x="0" y="341976"/>
                </a:lnTo>
                <a:lnTo>
                  <a:pt x="6333" y="341976"/>
                </a:lnTo>
                <a:lnTo>
                  <a:pt x="6333" y="360974"/>
                </a:lnTo>
                <a:moveTo>
                  <a:pt x="0" y="322977"/>
                </a:moveTo>
                <a:lnTo>
                  <a:pt x="0" y="303978"/>
                </a:lnTo>
                <a:lnTo>
                  <a:pt x="6333" y="303978"/>
                </a:lnTo>
                <a:lnTo>
                  <a:pt x="6333" y="322977"/>
                </a:lnTo>
                <a:moveTo>
                  <a:pt x="0" y="284980"/>
                </a:moveTo>
                <a:lnTo>
                  <a:pt x="0" y="265981"/>
                </a:lnTo>
                <a:lnTo>
                  <a:pt x="6333" y="265981"/>
                </a:lnTo>
                <a:lnTo>
                  <a:pt x="6333" y="284980"/>
                </a:lnTo>
                <a:moveTo>
                  <a:pt x="0" y="246983"/>
                </a:moveTo>
                <a:lnTo>
                  <a:pt x="0" y="227984"/>
                </a:lnTo>
                <a:lnTo>
                  <a:pt x="6333" y="227984"/>
                </a:lnTo>
                <a:lnTo>
                  <a:pt x="6333" y="246983"/>
                </a:lnTo>
                <a:moveTo>
                  <a:pt x="0" y="208985"/>
                </a:moveTo>
                <a:lnTo>
                  <a:pt x="0" y="189987"/>
                </a:lnTo>
                <a:lnTo>
                  <a:pt x="6333" y="189987"/>
                </a:lnTo>
                <a:lnTo>
                  <a:pt x="6333" y="208985"/>
                </a:lnTo>
                <a:moveTo>
                  <a:pt x="0" y="170988"/>
                </a:moveTo>
                <a:lnTo>
                  <a:pt x="0" y="151990"/>
                </a:lnTo>
                <a:lnTo>
                  <a:pt x="6333" y="151990"/>
                </a:lnTo>
                <a:lnTo>
                  <a:pt x="6333" y="170988"/>
                </a:lnTo>
                <a:moveTo>
                  <a:pt x="0" y="132991"/>
                </a:moveTo>
                <a:lnTo>
                  <a:pt x="0" y="113992"/>
                </a:lnTo>
                <a:lnTo>
                  <a:pt x="6333" y="113992"/>
                </a:lnTo>
                <a:lnTo>
                  <a:pt x="6333" y="132991"/>
                </a:lnTo>
                <a:moveTo>
                  <a:pt x="0" y="94993"/>
                </a:moveTo>
                <a:lnTo>
                  <a:pt x="0" y="75995"/>
                </a:lnTo>
                <a:lnTo>
                  <a:pt x="6333" y="75995"/>
                </a:lnTo>
                <a:lnTo>
                  <a:pt x="6333" y="94993"/>
                </a:lnTo>
                <a:moveTo>
                  <a:pt x="0" y="56997"/>
                </a:moveTo>
                <a:lnTo>
                  <a:pt x="0" y="37997"/>
                </a:lnTo>
                <a:lnTo>
                  <a:pt x="6333" y="37997"/>
                </a:lnTo>
                <a:lnTo>
                  <a:pt x="6333" y="56997"/>
                </a:lnTo>
                <a:moveTo>
                  <a:pt x="0" y="18999"/>
                </a:moveTo>
                <a:lnTo>
                  <a:pt x="0" y="0"/>
                </a:lnTo>
                <a:lnTo>
                  <a:pt x="6333" y="0"/>
                </a:lnTo>
                <a:lnTo>
                  <a:pt x="6333" y="189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df-text-114-0">
            <a:extLst xmlns:a="http://schemas.openxmlformats.org/drawingml/2006/main">
              <a:ext uri="{FF2B5EF4-FFF2-40B4-BE49-F238E27FC236}">
                <a16:creationId xmlns:a16="http://schemas.microsoft.com/office/drawing/2014/main" id="{389966E7-1329-464E-9A53-BF47391B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4519" y="4486617"/>
            <a:ext cx="344800" cy="8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Dynamic</a:t>
            </a:r>
          </a:p>
        </p:txBody>
      </p:sp>
      <p:sp>
        <p:nvSpPr>
          <p:cNvPr id="341" name="pdf-text-115-0">
            <a:extLst xmlns:a="http://schemas.openxmlformats.org/drawingml/2006/main">
              <a:ext uri="{FF2B5EF4-FFF2-40B4-BE49-F238E27FC236}">
                <a16:creationId xmlns:a16="http://schemas.microsoft.com/office/drawing/2014/main" id="{EC5D8E0D-9611-4984-B6EC-1008CC29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5211" y="4594276"/>
            <a:ext cx="343331" cy="8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Variation</a:t>
            </a:r>
          </a:p>
        </p:txBody>
      </p:sp>
      <p:sp>
        <p:nvSpPr>
          <p:cNvPr id="342" name="pdf-text-116-0">
            <a:extLst xmlns:a="http://schemas.openxmlformats.org/drawingml/2006/main">
              <a:ext uri="{FF2B5EF4-FFF2-40B4-BE49-F238E27FC236}">
                <a16:creationId xmlns:a16="http://schemas.microsoft.com/office/drawing/2014/main" id="{87DAC4B0-7417-47ED-B0B3-B8BC70C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5636" y="4486617"/>
            <a:ext cx="226631" cy="8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343" name="pdf-text-117-0">
            <a:extLst xmlns:a="http://schemas.openxmlformats.org/drawingml/2006/main">
              <a:ext uri="{FF2B5EF4-FFF2-40B4-BE49-F238E27FC236}">
                <a16:creationId xmlns:a16="http://schemas.microsoft.com/office/drawing/2014/main" id="{F387270D-8DD8-4CAD-8CD1-98BFBBB2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3886" y="4594276"/>
            <a:ext cx="330184" cy="8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Injection</a:t>
            </a:r>
          </a:p>
        </p:txBody>
      </p:sp>
      <p:sp>
        <p:nvSpPr>
          <p:cNvPr id="344" name="pdf-text-118-0">
            <a:extLst xmlns:a="http://schemas.openxmlformats.org/drawingml/2006/main">
              <a:ext uri="{FF2B5EF4-FFF2-40B4-BE49-F238E27FC236}">
                <a16:creationId xmlns:a16="http://schemas.microsoft.com/office/drawing/2014/main" id="{C2D67BD0-E387-4657-A09B-E27B252F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2278" y="4486617"/>
            <a:ext cx="202071" cy="8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Pose</a:t>
            </a:r>
          </a:p>
        </p:txBody>
      </p:sp>
      <p:sp>
        <p:nvSpPr>
          <p:cNvPr id="345" name="pdf-text-119-0">
            <a:extLst xmlns:a="http://schemas.openxmlformats.org/drawingml/2006/main">
              <a:ext uri="{FF2B5EF4-FFF2-40B4-BE49-F238E27FC236}">
                <a16:creationId xmlns:a16="http://schemas.microsoft.com/office/drawing/2014/main" id="{7C593488-CCA2-4E83-8E76-FE4E2D1D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1626" y="4594276"/>
            <a:ext cx="343331" cy="8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Variation</a:t>
            </a:r>
          </a:p>
        </p:txBody>
      </p:sp>
      <p:sp>
        <p:nvSpPr>
          <p:cNvPr id="346" name="pdf-text-120-0">
            <a:extLst xmlns:a="http://schemas.openxmlformats.org/drawingml/2006/main">
              <a:ext uri="{FF2B5EF4-FFF2-40B4-BE49-F238E27FC236}">
                <a16:creationId xmlns:a16="http://schemas.microsoft.com/office/drawing/2014/main" id="{EE8A9D77-B568-464B-B38F-FCF603F1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1092" y="4486617"/>
            <a:ext cx="239879" cy="8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347" name="pdf-text-121-0">
            <a:extLst xmlns:a="http://schemas.openxmlformats.org/drawingml/2006/main">
              <a:ext uri="{FF2B5EF4-FFF2-40B4-BE49-F238E27FC236}">
                <a16:creationId xmlns:a16="http://schemas.microsoft.com/office/drawing/2014/main" id="{6CB65A4E-9B45-45EF-AA22-A484C653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9340" y="4594276"/>
            <a:ext cx="343331" cy="8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Variation</a:t>
            </a:r>
          </a:p>
        </p:txBody>
      </p:sp>
      <p:sp>
        <p:nvSpPr>
          <p:cNvPr id="348" name="pdf-text-122-0">
            <a:extLst xmlns:a="http://schemas.openxmlformats.org/drawingml/2006/main">
              <a:ext uri="{FF2B5EF4-FFF2-40B4-BE49-F238E27FC236}">
                <a16:creationId xmlns:a16="http://schemas.microsoft.com/office/drawing/2014/main" id="{8651213C-759E-4D93-B7F0-C34AE5A9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9782" y="3843577"/>
            <a:ext cx="1030699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Realistic Augmentation</a:t>
            </a:r>
          </a:p>
        </p:txBody>
      </p:sp>
      <p:pic>
        <p:nvPic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5DEB9C3E-C351-45DD-9AA8-510FB47A0D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c222894704c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8175" y="4095750"/>
            <a:ext cx="323850" cy="342900"/>
          </a:xfrm>
          <a:prstGeom xmlns:a="http://schemas.openxmlformats.org/drawingml/2006/main" prst="rect">
            <a:avLst/>
          </a:prstGeom>
        </p:spPr>
      </p:pic>
      <p:sp>
        <p:nvSpPr>
          <p:cNvPr id="350" name="source-raster-7">
            <a:extLst xmlns:a="http://schemas.openxmlformats.org/drawingml/2006/main">
              <a:ext uri="{FF2B5EF4-FFF2-40B4-BE49-F238E27FC236}">
                <a16:creationId xmlns:a16="http://schemas.microsoft.com/office/drawing/2014/main" id="{2A8FF015-F638-4744-B687-DD0FD456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175" y="40957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60713D97-27F8-4E75-97ED-94D438DF18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8b88d47654a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350" y="4133850"/>
            <a:ext cx="323850" cy="304800"/>
          </a:xfrm>
          <a:prstGeom xmlns:a="http://schemas.openxmlformats.org/drawingml/2006/main" prst="rect">
            <a:avLst/>
          </a:prstGeom>
        </p:spPr>
      </p:pic>
      <p:sp>
        <p:nvSpPr>
          <p:cNvPr id="352" name="source-raster-8">
            <a:extLst xmlns:a="http://schemas.openxmlformats.org/drawingml/2006/main">
              <a:ext uri="{FF2B5EF4-FFF2-40B4-BE49-F238E27FC236}">
                <a16:creationId xmlns:a16="http://schemas.microsoft.com/office/drawing/2014/main" id="{BA330DB8-3F9C-4DCC-8F96-932DF5E1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41338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8C256D81-3E91-457C-862D-C646EF57FA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4c1938b2e47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3962400"/>
            <a:ext cx="838200" cy="466725"/>
          </a:xfrm>
          <a:prstGeom xmlns:a="http://schemas.openxmlformats.org/drawingml/2006/main" prst="rect">
            <a:avLst/>
          </a:prstGeom>
        </p:spPr>
      </p:pic>
      <p:sp>
        <p:nvSpPr>
          <p:cNvPr id="354" name="source-raster-9">
            <a:extLst xmlns:a="http://schemas.openxmlformats.org/drawingml/2006/main">
              <a:ext uri="{FF2B5EF4-FFF2-40B4-BE49-F238E27FC236}">
                <a16:creationId xmlns:a16="http://schemas.microsoft.com/office/drawing/2014/main" id="{133CEF90-2190-4F6B-A06C-00106876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3962400"/>
            <a:ext cx="838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5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38C4CF9B-1168-4236-A590-8A89E3C6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0360" y="4852533"/>
            <a:ext cx="2878863" cy="316644"/>
          </a:xfrm>
          <a:custGeom xmlns:a="http://schemas.openxmlformats.org/drawingml/2006/main">
            <a:pathLst>
              <a:path w="2878863" h="316644">
                <a:moveTo>
                  <a:pt x="47498" y="0"/>
                </a:moveTo>
                <a:lnTo>
                  <a:pt x="2831367" y="0"/>
                </a:lnTo>
                <a:cubicBezTo>
                  <a:pt x="2834485" y="0"/>
                  <a:pt x="2837574" y="304"/>
                  <a:pt x="2840631" y="913"/>
                </a:cubicBezTo>
                <a:cubicBezTo>
                  <a:pt x="2843690" y="1521"/>
                  <a:pt x="2846661" y="2422"/>
                  <a:pt x="2849542" y="3615"/>
                </a:cubicBezTo>
                <a:cubicBezTo>
                  <a:pt x="2852423" y="4808"/>
                  <a:pt x="2855159" y="6272"/>
                  <a:pt x="2857753" y="8004"/>
                </a:cubicBezTo>
                <a:cubicBezTo>
                  <a:pt x="2860346" y="9737"/>
                  <a:pt x="2862744" y="11706"/>
                  <a:pt x="2864951" y="13912"/>
                </a:cubicBezTo>
                <a:cubicBezTo>
                  <a:pt x="2867155" y="16116"/>
                  <a:pt x="2869124" y="18515"/>
                  <a:pt x="2870856" y="21109"/>
                </a:cubicBezTo>
                <a:cubicBezTo>
                  <a:pt x="2872590" y="23702"/>
                  <a:pt x="2874051" y="26439"/>
                  <a:pt x="2875246" y="29321"/>
                </a:cubicBezTo>
                <a:cubicBezTo>
                  <a:pt x="2876439" y="32202"/>
                  <a:pt x="2877341" y="35172"/>
                  <a:pt x="2877949" y="38230"/>
                </a:cubicBezTo>
                <a:cubicBezTo>
                  <a:pt x="2878558" y="41289"/>
                  <a:pt x="2878861" y="44378"/>
                  <a:pt x="2878863" y="47497"/>
                </a:cubicBezTo>
                <a:lnTo>
                  <a:pt x="2878863" y="269147"/>
                </a:lnTo>
                <a:cubicBezTo>
                  <a:pt x="2878861" y="272266"/>
                  <a:pt x="2878558" y="275354"/>
                  <a:pt x="2877949" y="278414"/>
                </a:cubicBezTo>
                <a:cubicBezTo>
                  <a:pt x="2877341" y="281472"/>
                  <a:pt x="2876439" y="284441"/>
                  <a:pt x="2875246" y="287323"/>
                </a:cubicBezTo>
                <a:cubicBezTo>
                  <a:pt x="2874051" y="290204"/>
                  <a:pt x="2872590" y="292942"/>
                  <a:pt x="2870856" y="295535"/>
                </a:cubicBezTo>
                <a:cubicBezTo>
                  <a:pt x="2869124" y="298128"/>
                  <a:pt x="2867155" y="300527"/>
                  <a:pt x="2864951" y="302732"/>
                </a:cubicBezTo>
                <a:cubicBezTo>
                  <a:pt x="2862744" y="304937"/>
                  <a:pt x="2860346" y="306907"/>
                  <a:pt x="2857753" y="308638"/>
                </a:cubicBezTo>
                <a:cubicBezTo>
                  <a:pt x="2855159" y="310372"/>
                  <a:pt x="2852423" y="311834"/>
                  <a:pt x="2849542" y="313028"/>
                </a:cubicBezTo>
                <a:cubicBezTo>
                  <a:pt x="2846661" y="314221"/>
                  <a:pt x="2843690" y="315123"/>
                  <a:pt x="2840631" y="315732"/>
                </a:cubicBezTo>
                <a:cubicBezTo>
                  <a:pt x="2837574" y="316339"/>
                  <a:pt x="2834485" y="316644"/>
                  <a:pt x="2831367" y="316644"/>
                </a:cubicBezTo>
                <a:lnTo>
                  <a:pt x="47498" y="316644"/>
                </a:lnTo>
                <a:cubicBezTo>
                  <a:pt x="44378" y="316644"/>
                  <a:pt x="41289" y="316339"/>
                  <a:pt x="38230" y="315732"/>
                </a:cubicBezTo>
                <a:cubicBezTo>
                  <a:pt x="35171" y="315123"/>
                  <a:pt x="32201" y="314221"/>
                  <a:pt x="29321" y="313028"/>
                </a:cubicBezTo>
                <a:cubicBezTo>
                  <a:pt x="26440" y="311834"/>
                  <a:pt x="23702" y="310372"/>
                  <a:pt x="21110" y="308638"/>
                </a:cubicBezTo>
                <a:cubicBezTo>
                  <a:pt x="18517" y="306907"/>
                  <a:pt x="16117" y="304937"/>
                  <a:pt x="13913" y="302732"/>
                </a:cubicBezTo>
                <a:cubicBezTo>
                  <a:pt x="11708" y="300527"/>
                  <a:pt x="9737" y="298128"/>
                  <a:pt x="8005" y="295535"/>
                </a:cubicBezTo>
                <a:cubicBezTo>
                  <a:pt x="6273" y="292942"/>
                  <a:pt x="4808" y="290204"/>
                  <a:pt x="3615" y="287323"/>
                </a:cubicBezTo>
                <a:cubicBezTo>
                  <a:pt x="2423" y="284442"/>
                  <a:pt x="1521" y="281472"/>
                  <a:pt x="912" y="278414"/>
                </a:cubicBezTo>
                <a:cubicBezTo>
                  <a:pt x="305" y="275354"/>
                  <a:pt x="0" y="272266"/>
                  <a:pt x="2" y="269147"/>
                </a:cubicBezTo>
                <a:lnTo>
                  <a:pt x="2" y="47497"/>
                </a:lnTo>
                <a:cubicBezTo>
                  <a:pt x="0" y="44378"/>
                  <a:pt x="305" y="41289"/>
                  <a:pt x="912" y="38230"/>
                </a:cubicBezTo>
                <a:cubicBezTo>
                  <a:pt x="1521" y="35172"/>
                  <a:pt x="2423" y="32202"/>
                  <a:pt x="3615" y="29320"/>
                </a:cubicBezTo>
                <a:cubicBezTo>
                  <a:pt x="4808" y="26439"/>
                  <a:pt x="6273" y="23701"/>
                  <a:pt x="8005" y="21109"/>
                </a:cubicBezTo>
                <a:cubicBezTo>
                  <a:pt x="9737" y="18515"/>
                  <a:pt x="11708" y="16116"/>
                  <a:pt x="13913" y="13912"/>
                </a:cubicBezTo>
                <a:cubicBezTo>
                  <a:pt x="16117" y="11706"/>
                  <a:pt x="18517" y="9737"/>
                  <a:pt x="21110" y="8004"/>
                </a:cubicBezTo>
                <a:cubicBezTo>
                  <a:pt x="23702" y="6272"/>
                  <a:pt x="26440" y="4808"/>
                  <a:pt x="29321" y="3615"/>
                </a:cubicBezTo>
                <a:cubicBezTo>
                  <a:pt x="32201" y="2422"/>
                  <a:pt x="35171" y="1521"/>
                  <a:pt x="38230" y="913"/>
                </a:cubicBezTo>
                <a:cubicBezTo>
                  <a:pt x="41289" y="304"/>
                  <a:pt x="44378" y="0"/>
                  <a:pt x="4749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356" name="pdf-text-123-0">
            <a:extLst xmlns:a="http://schemas.openxmlformats.org/drawingml/2006/main">
              <a:ext uri="{FF2B5EF4-FFF2-40B4-BE49-F238E27FC236}">
                <a16:creationId xmlns:a16="http://schemas.microsoft.com/office/drawing/2014/main" id="{D17D1F24-68FC-418F-A3EA-DCDF27B9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8188" y="4964496"/>
            <a:ext cx="388668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 : </a:t>
            </a:r>
          </a:p>
        </p:txBody>
      </p:sp>
      <p:sp>
        <p:nvSpPr>
          <p:cNvPr id="357" name="pdf-text-124-0">
            <a:extLst xmlns:a="http://schemas.openxmlformats.org/drawingml/2006/main">
              <a:ext uri="{FF2B5EF4-FFF2-40B4-BE49-F238E27FC236}">
                <a16:creationId xmlns:a16="http://schemas.microsoft.com/office/drawing/2014/main" id="{B939BD3B-5F0E-4F59-8FD7-5677508D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6866" y="4969372"/>
            <a:ext cx="839533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Augmented Dataset</a:t>
            </a:r>
          </a:p>
        </p:txBody>
      </p:sp>
      <p:pic>
        <p:nvPic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7EBCCBF7-A2B9-4C00-B12C-494CC2D3C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bde15ef094b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3425" y="4876800"/>
            <a:ext cx="247650" cy="266700"/>
          </a:xfrm>
          <a:prstGeom xmlns:a="http://schemas.openxmlformats.org/drawingml/2006/main" prst="rect">
            <a:avLst/>
          </a:prstGeom>
        </p:spPr>
      </p:pic>
      <p:sp>
        <p:nvSpPr>
          <p:cNvPr id="359" name="source-raster-10">
            <a:extLst xmlns:a="http://schemas.openxmlformats.org/drawingml/2006/main">
              <a:ext uri="{FF2B5EF4-FFF2-40B4-BE49-F238E27FC236}">
                <a16:creationId xmlns:a16="http://schemas.microsoft.com/office/drawing/2014/main" id="{08A0E573-0996-4587-912A-028BEA9D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3425" y="48768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0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7312608E-AC5E-402A-97B0-B14CB092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0360" y="5264169"/>
            <a:ext cx="2878863" cy="316644"/>
          </a:xfrm>
          <a:custGeom xmlns:a="http://schemas.openxmlformats.org/drawingml/2006/main">
            <a:pathLst>
              <a:path w="2878863" h="316644">
                <a:moveTo>
                  <a:pt x="47498" y="0"/>
                </a:moveTo>
                <a:lnTo>
                  <a:pt x="2831367" y="0"/>
                </a:lnTo>
                <a:cubicBezTo>
                  <a:pt x="2834485" y="1"/>
                  <a:pt x="2837574" y="305"/>
                  <a:pt x="2840631" y="913"/>
                </a:cubicBezTo>
                <a:cubicBezTo>
                  <a:pt x="2843690" y="1521"/>
                  <a:pt x="2846661" y="2423"/>
                  <a:pt x="2849542" y="3615"/>
                </a:cubicBezTo>
                <a:cubicBezTo>
                  <a:pt x="2852423" y="4809"/>
                  <a:pt x="2855159" y="6272"/>
                  <a:pt x="2857753" y="8004"/>
                </a:cubicBezTo>
                <a:cubicBezTo>
                  <a:pt x="2860346" y="9737"/>
                  <a:pt x="2862744" y="11706"/>
                  <a:pt x="2864951" y="13911"/>
                </a:cubicBezTo>
                <a:cubicBezTo>
                  <a:pt x="2867155" y="16116"/>
                  <a:pt x="2869124" y="18515"/>
                  <a:pt x="2870856" y="21109"/>
                </a:cubicBezTo>
                <a:cubicBezTo>
                  <a:pt x="2872590" y="23702"/>
                  <a:pt x="2874051" y="26439"/>
                  <a:pt x="2875246" y="29320"/>
                </a:cubicBezTo>
                <a:cubicBezTo>
                  <a:pt x="2876439" y="32202"/>
                  <a:pt x="2877341" y="35172"/>
                  <a:pt x="2877949" y="38230"/>
                </a:cubicBezTo>
                <a:cubicBezTo>
                  <a:pt x="2878558" y="41289"/>
                  <a:pt x="2878861" y="44378"/>
                  <a:pt x="2878863" y="47497"/>
                </a:cubicBezTo>
                <a:lnTo>
                  <a:pt x="2878863" y="269147"/>
                </a:lnTo>
                <a:cubicBezTo>
                  <a:pt x="2878861" y="272267"/>
                  <a:pt x="2878558" y="275354"/>
                  <a:pt x="2877949" y="278413"/>
                </a:cubicBezTo>
                <a:cubicBezTo>
                  <a:pt x="2877341" y="281472"/>
                  <a:pt x="2876439" y="284442"/>
                  <a:pt x="2875246" y="287323"/>
                </a:cubicBezTo>
                <a:cubicBezTo>
                  <a:pt x="2874051" y="290204"/>
                  <a:pt x="2872590" y="292941"/>
                  <a:pt x="2870856" y="295534"/>
                </a:cubicBezTo>
                <a:cubicBezTo>
                  <a:pt x="2869124" y="298128"/>
                  <a:pt x="2867155" y="300527"/>
                  <a:pt x="2864951" y="302732"/>
                </a:cubicBezTo>
                <a:cubicBezTo>
                  <a:pt x="2862744" y="304937"/>
                  <a:pt x="2860346" y="306906"/>
                  <a:pt x="2857753" y="308639"/>
                </a:cubicBezTo>
                <a:cubicBezTo>
                  <a:pt x="2855159" y="310371"/>
                  <a:pt x="2852423" y="311834"/>
                  <a:pt x="2849542" y="313027"/>
                </a:cubicBezTo>
                <a:cubicBezTo>
                  <a:pt x="2846661" y="314221"/>
                  <a:pt x="2843690" y="315122"/>
                  <a:pt x="2840631" y="315731"/>
                </a:cubicBezTo>
                <a:cubicBezTo>
                  <a:pt x="2837574" y="316339"/>
                  <a:pt x="2834485" y="316643"/>
                  <a:pt x="2831367" y="316644"/>
                </a:cubicBezTo>
                <a:lnTo>
                  <a:pt x="47498" y="316644"/>
                </a:lnTo>
                <a:cubicBezTo>
                  <a:pt x="44378" y="316643"/>
                  <a:pt x="41289" y="316339"/>
                  <a:pt x="38230" y="315731"/>
                </a:cubicBezTo>
                <a:cubicBezTo>
                  <a:pt x="35171" y="315122"/>
                  <a:pt x="32201" y="314221"/>
                  <a:pt x="29321" y="313027"/>
                </a:cubicBezTo>
                <a:cubicBezTo>
                  <a:pt x="26440" y="311834"/>
                  <a:pt x="23702" y="310371"/>
                  <a:pt x="21110" y="308639"/>
                </a:cubicBezTo>
                <a:cubicBezTo>
                  <a:pt x="18517" y="306906"/>
                  <a:pt x="16117" y="304937"/>
                  <a:pt x="13913" y="302732"/>
                </a:cubicBezTo>
                <a:cubicBezTo>
                  <a:pt x="11708" y="300527"/>
                  <a:pt x="9737" y="298128"/>
                  <a:pt x="8005" y="295534"/>
                </a:cubicBezTo>
                <a:cubicBezTo>
                  <a:pt x="6273" y="292941"/>
                  <a:pt x="4808" y="290204"/>
                  <a:pt x="3615" y="287323"/>
                </a:cubicBezTo>
                <a:cubicBezTo>
                  <a:pt x="2423" y="284442"/>
                  <a:pt x="1521" y="281472"/>
                  <a:pt x="912" y="278413"/>
                </a:cubicBezTo>
                <a:cubicBezTo>
                  <a:pt x="305" y="275354"/>
                  <a:pt x="0" y="272267"/>
                  <a:pt x="2" y="269147"/>
                </a:cubicBezTo>
                <a:lnTo>
                  <a:pt x="2" y="47497"/>
                </a:lnTo>
                <a:cubicBezTo>
                  <a:pt x="0" y="44378"/>
                  <a:pt x="305" y="41289"/>
                  <a:pt x="912" y="38230"/>
                </a:cubicBezTo>
                <a:cubicBezTo>
                  <a:pt x="1521" y="35172"/>
                  <a:pt x="2423" y="32202"/>
                  <a:pt x="3615" y="29320"/>
                </a:cubicBezTo>
                <a:cubicBezTo>
                  <a:pt x="4808" y="26439"/>
                  <a:pt x="6273" y="23701"/>
                  <a:pt x="8005" y="21109"/>
                </a:cubicBezTo>
                <a:cubicBezTo>
                  <a:pt x="9737" y="18515"/>
                  <a:pt x="11708" y="16116"/>
                  <a:pt x="13913" y="13911"/>
                </a:cubicBezTo>
                <a:cubicBezTo>
                  <a:pt x="16117" y="11706"/>
                  <a:pt x="18517" y="9737"/>
                  <a:pt x="21110" y="8004"/>
                </a:cubicBezTo>
                <a:cubicBezTo>
                  <a:pt x="23702" y="6272"/>
                  <a:pt x="26440" y="4809"/>
                  <a:pt x="29321" y="3615"/>
                </a:cubicBezTo>
                <a:cubicBezTo>
                  <a:pt x="32201" y="2423"/>
                  <a:pt x="35171" y="1521"/>
                  <a:pt x="38230" y="913"/>
                </a:cubicBezTo>
                <a:cubicBezTo>
                  <a:pt x="41289" y="305"/>
                  <a:pt x="44378" y="1"/>
                  <a:pt x="4749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361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B3904280-24DD-4D98-B9B3-D47BE1A5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6692" y="5305333"/>
            <a:ext cx="6334" cy="246983"/>
          </a:xfrm>
          <a:custGeom xmlns:a="http://schemas.openxmlformats.org/drawingml/2006/main">
            <a:pathLst>
              <a:path w="6334" h="246983">
                <a:moveTo>
                  <a:pt x="0" y="246983"/>
                </a:moveTo>
                <a:lnTo>
                  <a:pt x="0" y="227983"/>
                </a:lnTo>
                <a:lnTo>
                  <a:pt x="6334" y="227983"/>
                </a:lnTo>
                <a:lnTo>
                  <a:pt x="6334" y="246983"/>
                </a:lnTo>
                <a:lnTo>
                  <a:pt x="0" y="246983"/>
                </a:lnTo>
                <a:moveTo>
                  <a:pt x="0" y="208984"/>
                </a:moveTo>
                <a:lnTo>
                  <a:pt x="0" y="189986"/>
                </a:lnTo>
                <a:lnTo>
                  <a:pt x="6334" y="189986"/>
                </a:lnTo>
                <a:lnTo>
                  <a:pt x="6334" y="208984"/>
                </a:lnTo>
                <a:lnTo>
                  <a:pt x="0" y="208984"/>
                </a:lnTo>
                <a:moveTo>
                  <a:pt x="0" y="170988"/>
                </a:moveTo>
                <a:lnTo>
                  <a:pt x="0" y="151990"/>
                </a:lnTo>
                <a:lnTo>
                  <a:pt x="6334" y="151990"/>
                </a:lnTo>
                <a:lnTo>
                  <a:pt x="6334" y="170988"/>
                </a:lnTo>
                <a:lnTo>
                  <a:pt x="0" y="170988"/>
                </a:lnTo>
                <a:moveTo>
                  <a:pt x="0" y="132990"/>
                </a:moveTo>
                <a:lnTo>
                  <a:pt x="0" y="120324"/>
                </a:lnTo>
                <a:lnTo>
                  <a:pt x="0" y="113991"/>
                </a:lnTo>
                <a:lnTo>
                  <a:pt x="6334" y="113991"/>
                </a:lnTo>
                <a:lnTo>
                  <a:pt x="6334" y="120324"/>
                </a:lnTo>
                <a:lnTo>
                  <a:pt x="6334" y="132990"/>
                </a:lnTo>
                <a:lnTo>
                  <a:pt x="0" y="132990"/>
                </a:lnTo>
                <a:moveTo>
                  <a:pt x="0" y="94993"/>
                </a:moveTo>
                <a:lnTo>
                  <a:pt x="0" y="75995"/>
                </a:lnTo>
                <a:lnTo>
                  <a:pt x="6334" y="75995"/>
                </a:lnTo>
                <a:lnTo>
                  <a:pt x="6334" y="94993"/>
                </a:lnTo>
                <a:lnTo>
                  <a:pt x="0" y="94993"/>
                </a:lnTo>
                <a:moveTo>
                  <a:pt x="0" y="56996"/>
                </a:moveTo>
                <a:lnTo>
                  <a:pt x="0" y="37997"/>
                </a:lnTo>
                <a:lnTo>
                  <a:pt x="6334" y="37997"/>
                </a:lnTo>
                <a:lnTo>
                  <a:pt x="6334" y="56996"/>
                </a:lnTo>
                <a:lnTo>
                  <a:pt x="0" y="56996"/>
                </a:lnTo>
                <a:moveTo>
                  <a:pt x="0" y="18998"/>
                </a:moveTo>
                <a:lnTo>
                  <a:pt x="0" y="0"/>
                </a:lnTo>
                <a:lnTo>
                  <a:pt x="6334" y="0"/>
                </a:lnTo>
                <a:lnTo>
                  <a:pt x="6334" y="18998"/>
                </a:lnTo>
                <a:lnTo>
                  <a:pt x="0" y="189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D709BD58-3653-42ED-933B-A2F95CE3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1220" y="5305333"/>
            <a:ext cx="6333" cy="246983"/>
          </a:xfrm>
          <a:custGeom xmlns:a="http://schemas.openxmlformats.org/drawingml/2006/main">
            <a:pathLst>
              <a:path w="6333" h="246983">
                <a:moveTo>
                  <a:pt x="0" y="246983"/>
                </a:moveTo>
                <a:lnTo>
                  <a:pt x="0" y="227983"/>
                </a:lnTo>
                <a:lnTo>
                  <a:pt x="6333" y="227983"/>
                </a:lnTo>
                <a:lnTo>
                  <a:pt x="6333" y="246983"/>
                </a:lnTo>
                <a:lnTo>
                  <a:pt x="0" y="246983"/>
                </a:lnTo>
                <a:moveTo>
                  <a:pt x="0" y="208984"/>
                </a:moveTo>
                <a:lnTo>
                  <a:pt x="0" y="189986"/>
                </a:lnTo>
                <a:lnTo>
                  <a:pt x="6333" y="189986"/>
                </a:lnTo>
                <a:lnTo>
                  <a:pt x="6333" y="208984"/>
                </a:lnTo>
                <a:lnTo>
                  <a:pt x="0" y="208984"/>
                </a:lnTo>
                <a:moveTo>
                  <a:pt x="0" y="170988"/>
                </a:moveTo>
                <a:lnTo>
                  <a:pt x="0" y="151990"/>
                </a:lnTo>
                <a:lnTo>
                  <a:pt x="6333" y="151990"/>
                </a:lnTo>
                <a:lnTo>
                  <a:pt x="6333" y="170988"/>
                </a:lnTo>
                <a:lnTo>
                  <a:pt x="0" y="170988"/>
                </a:lnTo>
                <a:moveTo>
                  <a:pt x="0" y="132990"/>
                </a:moveTo>
                <a:lnTo>
                  <a:pt x="0" y="120324"/>
                </a:lnTo>
                <a:lnTo>
                  <a:pt x="0" y="113991"/>
                </a:lnTo>
                <a:lnTo>
                  <a:pt x="6333" y="113991"/>
                </a:lnTo>
                <a:lnTo>
                  <a:pt x="6333" y="120324"/>
                </a:lnTo>
                <a:lnTo>
                  <a:pt x="6333" y="132990"/>
                </a:lnTo>
                <a:lnTo>
                  <a:pt x="0" y="132990"/>
                </a:lnTo>
                <a:moveTo>
                  <a:pt x="0" y="94993"/>
                </a:moveTo>
                <a:lnTo>
                  <a:pt x="0" y="75995"/>
                </a:lnTo>
                <a:lnTo>
                  <a:pt x="6333" y="75995"/>
                </a:lnTo>
                <a:lnTo>
                  <a:pt x="6333" y="94993"/>
                </a:lnTo>
                <a:lnTo>
                  <a:pt x="0" y="94993"/>
                </a:lnTo>
                <a:moveTo>
                  <a:pt x="0" y="56996"/>
                </a:moveTo>
                <a:lnTo>
                  <a:pt x="0" y="37997"/>
                </a:lnTo>
                <a:lnTo>
                  <a:pt x="6333" y="37997"/>
                </a:lnTo>
                <a:lnTo>
                  <a:pt x="6333" y="56996"/>
                </a:lnTo>
                <a:lnTo>
                  <a:pt x="0" y="56996"/>
                </a:lnTo>
                <a:moveTo>
                  <a:pt x="0" y="18998"/>
                </a:moveTo>
                <a:lnTo>
                  <a:pt x="0" y="0"/>
                </a:lnTo>
                <a:lnTo>
                  <a:pt x="6333" y="0"/>
                </a:lnTo>
                <a:lnTo>
                  <a:pt x="6333" y="18998"/>
                </a:lnTo>
                <a:lnTo>
                  <a:pt x="0" y="189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df-text-125-0">
            <a:extLst xmlns:a="http://schemas.openxmlformats.org/drawingml/2006/main">
              <a:ext uri="{FF2B5EF4-FFF2-40B4-BE49-F238E27FC236}">
                <a16:creationId xmlns:a16="http://schemas.microsoft.com/office/drawing/2014/main" id="{F7B05FE3-A7F9-4145-8605-53F9FF51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4732" y="5373220"/>
            <a:ext cx="492775" cy="8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 Robustness</a:t>
            </a:r>
          </a:p>
        </p:txBody>
      </p:sp>
      <p:pic>
        <p:nvPic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E6EEB0B9-85CB-432B-94D5-08F3820A99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a89fe167644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2425" y="5324475"/>
            <a:ext cx="142875" cy="190500"/>
          </a:xfrm>
          <a:prstGeom xmlns:a="http://schemas.openxmlformats.org/drawingml/2006/main" prst="rect">
            <a:avLst/>
          </a:prstGeom>
        </p:spPr>
      </p:pic>
      <p:sp>
        <p:nvSpPr>
          <p:cNvPr id="365" name="source-raster-11">
            <a:extLst xmlns:a="http://schemas.openxmlformats.org/drawingml/2006/main">
              <a:ext uri="{FF2B5EF4-FFF2-40B4-BE49-F238E27FC236}">
                <a16:creationId xmlns:a16="http://schemas.microsoft.com/office/drawing/2014/main" id="{085807D8-0C92-4A73-B3BC-34F745A1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5324475"/>
            <a:ext cx="14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F3F519D9-3421-47A1-AEDD-9EC507993F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f59e659104e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7775" y="5314950"/>
            <a:ext cx="171450" cy="190500"/>
          </a:xfrm>
          <a:prstGeom xmlns:a="http://schemas.openxmlformats.org/drawingml/2006/main" prst="rect">
            <a:avLst/>
          </a:prstGeom>
        </p:spPr>
      </p:pic>
      <p:sp>
        <p:nvSpPr>
          <p:cNvPr id="367" name="source-raster-12">
            <a:extLst xmlns:a="http://schemas.openxmlformats.org/drawingml/2006/main">
              <a:ext uri="{FF2B5EF4-FFF2-40B4-BE49-F238E27FC236}">
                <a16:creationId xmlns:a16="http://schemas.microsoft.com/office/drawing/2014/main" id="{41311D42-3A06-42D6-9054-08ED77CE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7775" y="53149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D01A3CAE-D4C8-4F47-AE86-A3CF7E0F3F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92b3c6a3c4f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52863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69" name="source-raster-13">
            <a:extLst xmlns:a="http://schemas.openxmlformats.org/drawingml/2006/main">
              <a:ext uri="{FF2B5EF4-FFF2-40B4-BE49-F238E27FC236}">
                <a16:creationId xmlns:a16="http://schemas.microsoft.com/office/drawing/2014/main" id="{2B1CCAC4-A624-4E69-8D2E-802AE07F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52863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0" name="pdf-text-126-0">
            <a:extLst xmlns:a="http://schemas.openxmlformats.org/drawingml/2006/main">
              <a:ext uri="{FF2B5EF4-FFF2-40B4-BE49-F238E27FC236}">
                <a16:creationId xmlns:a16="http://schemas.microsoft.com/office/drawing/2014/main" id="{F7E14EF7-3EFB-40A5-AC1C-34C43E42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2516" y="5373220"/>
            <a:ext cx="571608" cy="8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Generalization</a:t>
            </a:r>
          </a:p>
        </p:txBody>
      </p:sp>
      <p:sp>
        <p:nvSpPr>
          <p:cNvPr id="371" name="pdf-text-127-0">
            <a:extLst xmlns:a="http://schemas.openxmlformats.org/drawingml/2006/main">
              <a:ext uri="{FF2B5EF4-FFF2-40B4-BE49-F238E27FC236}">
                <a16:creationId xmlns:a16="http://schemas.microsoft.com/office/drawing/2014/main" id="{FE9B3E9F-2955-4890-A1A0-BBC6A866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1310" y="5373220"/>
            <a:ext cx="546959" cy="8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Success Rate</a:t>
            </a:r>
          </a:p>
        </p:txBody>
      </p:sp>
      <p:sp>
        <p:nvSpPr>
          <p:cNvPr id="372" name="pdf-text-128-0">
            <a:extLst xmlns:a="http://schemas.openxmlformats.org/drawingml/2006/main">
              <a:ext uri="{FF2B5EF4-FFF2-40B4-BE49-F238E27FC236}">
                <a16:creationId xmlns:a16="http://schemas.microsoft.com/office/drawing/2014/main" id="{AD6B6A28-2550-4A7C-9B04-60491671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1191" y="810130"/>
            <a:ext cx="529342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4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4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pPr>
            <a:r>
              <a:rPr sz="774" b="1" i="0">
                <a:solidFill>
                  <a:srgbClr val="40689C"/>
                </a:solidFill>
                <a:latin typeface="Arial"/>
                <a:ea typeface="Arial"/>
                <a:cs typeface="Arial"/>
              </a:rPr>
              <a:t>RoboVerse</a:t>
            </a:r>
          </a:p>
        </p:txBody>
      </p:sp>
      <p:sp>
        <p:nvSpPr>
          <p:cNvPr id="373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B0BD8811-EAEF-422F-BA4F-C7D6BBD5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1274" y="1065474"/>
            <a:ext cx="861271" cy="189986"/>
          </a:xfrm>
          <a:custGeom xmlns:a="http://schemas.openxmlformats.org/drawingml/2006/main">
            <a:pathLst>
              <a:path w="861271" h="189986">
                <a:moveTo>
                  <a:pt x="94993" y="0"/>
                </a:moveTo>
                <a:lnTo>
                  <a:pt x="766278" y="0"/>
                </a:lnTo>
                <a:cubicBezTo>
                  <a:pt x="772515" y="0"/>
                  <a:pt x="778692" y="609"/>
                  <a:pt x="784810" y="1825"/>
                </a:cubicBezTo>
                <a:cubicBezTo>
                  <a:pt x="790927" y="3042"/>
                  <a:pt x="796867" y="4844"/>
                  <a:pt x="802629" y="7231"/>
                </a:cubicBezTo>
                <a:cubicBezTo>
                  <a:pt x="808393" y="9618"/>
                  <a:pt x="813866" y="12544"/>
                  <a:pt x="819053" y="16009"/>
                </a:cubicBezTo>
                <a:cubicBezTo>
                  <a:pt x="824239" y="19474"/>
                  <a:pt x="829038" y="23413"/>
                  <a:pt x="833449" y="27822"/>
                </a:cubicBezTo>
                <a:cubicBezTo>
                  <a:pt x="837858" y="32233"/>
                  <a:pt x="841796" y="37032"/>
                  <a:pt x="845262" y="42218"/>
                </a:cubicBezTo>
                <a:cubicBezTo>
                  <a:pt x="848727" y="47404"/>
                  <a:pt x="851654" y="52878"/>
                  <a:pt x="854040" y="58641"/>
                </a:cubicBezTo>
                <a:cubicBezTo>
                  <a:pt x="856427" y="64404"/>
                  <a:pt x="858229" y="70343"/>
                  <a:pt x="859446" y="76460"/>
                </a:cubicBezTo>
                <a:cubicBezTo>
                  <a:pt x="860662" y="82579"/>
                  <a:pt x="861271" y="88756"/>
                  <a:pt x="861271" y="94993"/>
                </a:cubicBezTo>
                <a:cubicBezTo>
                  <a:pt x="861271" y="101231"/>
                  <a:pt x="860662" y="107408"/>
                  <a:pt x="859446" y="113526"/>
                </a:cubicBezTo>
                <a:cubicBezTo>
                  <a:pt x="858229" y="119643"/>
                  <a:pt x="856427" y="125582"/>
                  <a:pt x="854040" y="131346"/>
                </a:cubicBezTo>
                <a:cubicBezTo>
                  <a:pt x="851654" y="137108"/>
                  <a:pt x="848727" y="142582"/>
                  <a:pt x="845262" y="147768"/>
                </a:cubicBezTo>
                <a:cubicBezTo>
                  <a:pt x="841796" y="152955"/>
                  <a:pt x="837858" y="157753"/>
                  <a:pt x="833449" y="162164"/>
                </a:cubicBezTo>
                <a:cubicBezTo>
                  <a:pt x="829038" y="166574"/>
                  <a:pt x="824239" y="170512"/>
                  <a:pt x="819053" y="173977"/>
                </a:cubicBezTo>
                <a:cubicBezTo>
                  <a:pt x="813866" y="177443"/>
                  <a:pt x="808393" y="180368"/>
                  <a:pt x="802629" y="182755"/>
                </a:cubicBezTo>
                <a:cubicBezTo>
                  <a:pt x="796867" y="185142"/>
                  <a:pt x="790927" y="186944"/>
                  <a:pt x="784810" y="188161"/>
                </a:cubicBezTo>
                <a:cubicBezTo>
                  <a:pt x="778692" y="189377"/>
                  <a:pt x="772515" y="189986"/>
                  <a:pt x="766278" y="189986"/>
                </a:cubicBezTo>
                <a:lnTo>
                  <a:pt x="94993" y="189986"/>
                </a:lnTo>
                <a:cubicBezTo>
                  <a:pt x="88756" y="189986"/>
                  <a:pt x="82579" y="189377"/>
                  <a:pt x="76461" y="188161"/>
                </a:cubicBezTo>
                <a:cubicBezTo>
                  <a:pt x="70344" y="186944"/>
                  <a:pt x="64403" y="185142"/>
                  <a:pt x="58641" y="182755"/>
                </a:cubicBezTo>
                <a:cubicBezTo>
                  <a:pt x="52878" y="180368"/>
                  <a:pt x="47404" y="177443"/>
                  <a:pt x="42218" y="173977"/>
                </a:cubicBezTo>
                <a:cubicBezTo>
                  <a:pt x="37032" y="170512"/>
                  <a:pt x="32234" y="166574"/>
                  <a:pt x="27823" y="162164"/>
                </a:cubicBezTo>
                <a:cubicBezTo>
                  <a:pt x="23412" y="157753"/>
                  <a:pt x="19474" y="152955"/>
                  <a:pt x="16009" y="147768"/>
                </a:cubicBezTo>
                <a:cubicBezTo>
                  <a:pt x="12544" y="142582"/>
                  <a:pt x="9618" y="137108"/>
                  <a:pt x="7231" y="131346"/>
                </a:cubicBezTo>
                <a:cubicBezTo>
                  <a:pt x="4844" y="125582"/>
                  <a:pt x="3042" y="119643"/>
                  <a:pt x="1825" y="113526"/>
                </a:cubicBezTo>
                <a:cubicBezTo>
                  <a:pt x="608" y="107408"/>
                  <a:pt x="0" y="101231"/>
                  <a:pt x="0" y="94993"/>
                </a:cubicBezTo>
                <a:cubicBezTo>
                  <a:pt x="0" y="88756"/>
                  <a:pt x="608" y="82579"/>
                  <a:pt x="1825" y="76460"/>
                </a:cubicBezTo>
                <a:cubicBezTo>
                  <a:pt x="3042" y="70343"/>
                  <a:pt x="4844" y="64404"/>
                  <a:pt x="7231" y="58641"/>
                </a:cubicBezTo>
                <a:cubicBezTo>
                  <a:pt x="9618" y="52879"/>
                  <a:pt x="12544" y="47404"/>
                  <a:pt x="16009" y="42218"/>
                </a:cubicBezTo>
                <a:cubicBezTo>
                  <a:pt x="19474" y="37032"/>
                  <a:pt x="23412" y="32233"/>
                  <a:pt x="27823" y="27822"/>
                </a:cubicBezTo>
                <a:cubicBezTo>
                  <a:pt x="32234" y="23413"/>
                  <a:pt x="37032" y="19474"/>
                  <a:pt x="42218" y="16009"/>
                </a:cubicBezTo>
                <a:cubicBezTo>
                  <a:pt x="47404" y="12544"/>
                  <a:pt x="52878" y="9618"/>
                  <a:pt x="58641" y="7231"/>
                </a:cubicBezTo>
                <a:cubicBezTo>
                  <a:pt x="64403" y="4844"/>
                  <a:pt x="70344" y="3042"/>
                  <a:pt x="76461" y="1825"/>
                </a:cubicBezTo>
                <a:cubicBezTo>
                  <a:pt x="82579" y="609"/>
                  <a:pt x="88756" y="0"/>
                  <a:pt x="94993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666">
            <a:solidFill>
              <a:srgbClr val="5F7CA8"/>
            </a:solidFill>
            <a:prstDash val="solid"/>
          </a:ln>
        </p:spPr>
      </p:sp>
      <p:sp>
        <p:nvSpPr>
          <p:cNvPr id="374" name="pdf-text-129-0">
            <a:extLst xmlns:a="http://schemas.openxmlformats.org/drawingml/2006/main">
              <a:ext uri="{FF2B5EF4-FFF2-40B4-BE49-F238E27FC236}">
                <a16:creationId xmlns:a16="http://schemas.microsoft.com/office/drawing/2014/main" id="{CE84A352-B53A-451F-8935-6FEDCD7D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078" y="1127281"/>
            <a:ext cx="641925" cy="75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598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98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pPr>
            <a:r>
              <a:rPr sz="598" b="1" i="0">
                <a:solidFill>
                  <a:srgbClr val="40689C"/>
                </a:solidFill>
                <a:latin typeface="Arial"/>
                <a:ea typeface="Arial"/>
                <a:cs typeface="Arial"/>
              </a:rPr>
              <a:t>Growable Dataset</a:t>
            </a:r>
          </a:p>
        </p:txBody>
      </p:sp>
      <p:sp>
        <p:nvSpPr>
          <p:cNvPr id="375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AA8A9ADD-F224-47D7-AF94-F44544BD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701" y="1065474"/>
            <a:ext cx="861272" cy="189986"/>
          </a:xfrm>
          <a:custGeom xmlns:a="http://schemas.openxmlformats.org/drawingml/2006/main">
            <a:pathLst>
              <a:path w="861272" h="189986">
                <a:moveTo>
                  <a:pt x="94994" y="0"/>
                </a:moveTo>
                <a:lnTo>
                  <a:pt x="766279" y="0"/>
                </a:lnTo>
                <a:cubicBezTo>
                  <a:pt x="772516" y="0"/>
                  <a:pt x="778693" y="609"/>
                  <a:pt x="784810" y="1825"/>
                </a:cubicBezTo>
                <a:cubicBezTo>
                  <a:pt x="790928" y="3042"/>
                  <a:pt x="796866" y="4844"/>
                  <a:pt x="802629" y="7231"/>
                </a:cubicBezTo>
                <a:cubicBezTo>
                  <a:pt x="808391" y="9618"/>
                  <a:pt x="813866" y="12544"/>
                  <a:pt x="819052" y="16009"/>
                </a:cubicBezTo>
                <a:cubicBezTo>
                  <a:pt x="824238" y="19474"/>
                  <a:pt x="829038" y="23413"/>
                  <a:pt x="833449" y="27822"/>
                </a:cubicBezTo>
                <a:cubicBezTo>
                  <a:pt x="837858" y="32233"/>
                  <a:pt x="841796" y="37032"/>
                  <a:pt x="845261" y="42218"/>
                </a:cubicBezTo>
                <a:cubicBezTo>
                  <a:pt x="848727" y="47404"/>
                  <a:pt x="851653" y="52878"/>
                  <a:pt x="854039" y="58641"/>
                </a:cubicBezTo>
                <a:cubicBezTo>
                  <a:pt x="856427" y="64404"/>
                  <a:pt x="858228" y="70343"/>
                  <a:pt x="859446" y="76460"/>
                </a:cubicBezTo>
                <a:cubicBezTo>
                  <a:pt x="860663" y="82579"/>
                  <a:pt x="861271" y="88756"/>
                  <a:pt x="861272" y="94993"/>
                </a:cubicBezTo>
                <a:cubicBezTo>
                  <a:pt x="861271" y="101231"/>
                  <a:pt x="860663" y="107408"/>
                  <a:pt x="859446" y="113526"/>
                </a:cubicBezTo>
                <a:cubicBezTo>
                  <a:pt x="858228" y="119643"/>
                  <a:pt x="856427" y="125582"/>
                  <a:pt x="854039" y="131346"/>
                </a:cubicBezTo>
                <a:cubicBezTo>
                  <a:pt x="851653" y="137108"/>
                  <a:pt x="848727" y="142582"/>
                  <a:pt x="845261" y="147768"/>
                </a:cubicBezTo>
                <a:cubicBezTo>
                  <a:pt x="841796" y="152955"/>
                  <a:pt x="837858" y="157753"/>
                  <a:pt x="833449" y="162164"/>
                </a:cubicBezTo>
                <a:cubicBezTo>
                  <a:pt x="829038" y="166574"/>
                  <a:pt x="824238" y="170512"/>
                  <a:pt x="819052" y="173977"/>
                </a:cubicBezTo>
                <a:cubicBezTo>
                  <a:pt x="813866" y="177443"/>
                  <a:pt x="808391" y="180368"/>
                  <a:pt x="802629" y="182755"/>
                </a:cubicBezTo>
                <a:cubicBezTo>
                  <a:pt x="796866" y="185142"/>
                  <a:pt x="790928" y="186944"/>
                  <a:pt x="784810" y="188161"/>
                </a:cubicBezTo>
                <a:cubicBezTo>
                  <a:pt x="778693" y="189377"/>
                  <a:pt x="772516" y="189986"/>
                  <a:pt x="766279" y="189986"/>
                </a:cubicBezTo>
                <a:lnTo>
                  <a:pt x="94994" y="189986"/>
                </a:lnTo>
                <a:cubicBezTo>
                  <a:pt x="88756" y="189986"/>
                  <a:pt x="82579" y="189377"/>
                  <a:pt x="76460" y="188161"/>
                </a:cubicBezTo>
                <a:cubicBezTo>
                  <a:pt x="70343" y="186944"/>
                  <a:pt x="64404" y="185142"/>
                  <a:pt x="58640" y="182755"/>
                </a:cubicBezTo>
                <a:cubicBezTo>
                  <a:pt x="52877" y="180368"/>
                  <a:pt x="47404" y="177443"/>
                  <a:pt x="42217" y="173977"/>
                </a:cubicBezTo>
                <a:cubicBezTo>
                  <a:pt x="37032" y="170512"/>
                  <a:pt x="32233" y="166574"/>
                  <a:pt x="27823" y="162164"/>
                </a:cubicBezTo>
                <a:cubicBezTo>
                  <a:pt x="23413" y="157753"/>
                  <a:pt x="19474" y="152955"/>
                  <a:pt x="16009" y="147768"/>
                </a:cubicBezTo>
                <a:cubicBezTo>
                  <a:pt x="12543" y="142582"/>
                  <a:pt x="9617" y="137108"/>
                  <a:pt x="7231" y="131346"/>
                </a:cubicBezTo>
                <a:cubicBezTo>
                  <a:pt x="4843" y="125582"/>
                  <a:pt x="3042" y="119643"/>
                  <a:pt x="1826" y="113526"/>
                </a:cubicBezTo>
                <a:cubicBezTo>
                  <a:pt x="609" y="107408"/>
                  <a:pt x="0" y="101231"/>
                  <a:pt x="0" y="94993"/>
                </a:cubicBezTo>
                <a:cubicBezTo>
                  <a:pt x="0" y="88756"/>
                  <a:pt x="609" y="82579"/>
                  <a:pt x="1825" y="76460"/>
                </a:cubicBezTo>
                <a:cubicBezTo>
                  <a:pt x="3042" y="70343"/>
                  <a:pt x="4843" y="64404"/>
                  <a:pt x="7231" y="58641"/>
                </a:cubicBezTo>
                <a:cubicBezTo>
                  <a:pt x="9617" y="52879"/>
                  <a:pt x="12543" y="47404"/>
                  <a:pt x="16009" y="42218"/>
                </a:cubicBezTo>
                <a:cubicBezTo>
                  <a:pt x="19474" y="37032"/>
                  <a:pt x="23413" y="32233"/>
                  <a:pt x="27823" y="27822"/>
                </a:cubicBezTo>
                <a:cubicBezTo>
                  <a:pt x="32233" y="23413"/>
                  <a:pt x="37032" y="19474"/>
                  <a:pt x="42217" y="16009"/>
                </a:cubicBezTo>
                <a:cubicBezTo>
                  <a:pt x="47404" y="12544"/>
                  <a:pt x="52877" y="9618"/>
                  <a:pt x="58640" y="7231"/>
                </a:cubicBezTo>
                <a:cubicBezTo>
                  <a:pt x="64404" y="4844"/>
                  <a:pt x="70343" y="3042"/>
                  <a:pt x="76460" y="1825"/>
                </a:cubicBezTo>
                <a:cubicBezTo>
                  <a:pt x="82579" y="609"/>
                  <a:pt x="88756" y="0"/>
                  <a:pt x="94994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666">
            <a:solidFill>
              <a:srgbClr val="5F7CA8"/>
            </a:solidFill>
            <a:prstDash val="solid"/>
          </a:ln>
        </p:spPr>
      </p:sp>
      <p:sp>
        <p:nvSpPr>
          <p:cNvPr id="376" name="pdf-text-130-0">
            <a:extLst xmlns:a="http://schemas.openxmlformats.org/drawingml/2006/main">
              <a:ext uri="{FF2B5EF4-FFF2-40B4-BE49-F238E27FC236}">
                <a16:creationId xmlns:a16="http://schemas.microsoft.com/office/drawing/2014/main" id="{10EB9917-E4CC-4B85-A5C3-D284D77B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5749" y="1127281"/>
            <a:ext cx="586994" cy="75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598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98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pPr>
            <a:r>
              <a:rPr sz="598" b="1" i="0">
                <a:solidFill>
                  <a:srgbClr val="40689C"/>
                </a:solidFill>
                <a:latin typeface="Arial"/>
                <a:ea typeface="Arial"/>
                <a:cs typeface="Arial"/>
              </a:rPr>
              <a:t>Cross Simulator</a:t>
            </a:r>
          </a:p>
        </p:txBody>
      </p:sp>
      <p:sp>
        <p:nvSpPr>
          <p:cNvPr id="377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113028DD-32F0-4E48-A357-ACC522A8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5628" y="1065474"/>
            <a:ext cx="861272" cy="189986"/>
          </a:xfrm>
          <a:custGeom xmlns:a="http://schemas.openxmlformats.org/drawingml/2006/main">
            <a:pathLst>
              <a:path w="861272" h="189986">
                <a:moveTo>
                  <a:pt x="94994" y="0"/>
                </a:moveTo>
                <a:lnTo>
                  <a:pt x="766279" y="0"/>
                </a:lnTo>
                <a:cubicBezTo>
                  <a:pt x="772516" y="0"/>
                  <a:pt x="778693" y="609"/>
                  <a:pt x="784810" y="1825"/>
                </a:cubicBezTo>
                <a:cubicBezTo>
                  <a:pt x="790928" y="3042"/>
                  <a:pt x="796867" y="4844"/>
                  <a:pt x="802630" y="7231"/>
                </a:cubicBezTo>
                <a:cubicBezTo>
                  <a:pt x="808392" y="9618"/>
                  <a:pt x="813866" y="12544"/>
                  <a:pt x="819053" y="16009"/>
                </a:cubicBezTo>
                <a:cubicBezTo>
                  <a:pt x="824240" y="19474"/>
                  <a:pt x="829038" y="23413"/>
                  <a:pt x="833449" y="27822"/>
                </a:cubicBezTo>
                <a:cubicBezTo>
                  <a:pt x="837859" y="32233"/>
                  <a:pt x="841796" y="37032"/>
                  <a:pt x="845261" y="42218"/>
                </a:cubicBezTo>
                <a:cubicBezTo>
                  <a:pt x="848727" y="47404"/>
                  <a:pt x="851652" y="52878"/>
                  <a:pt x="854039" y="58641"/>
                </a:cubicBezTo>
                <a:cubicBezTo>
                  <a:pt x="856426" y="64404"/>
                  <a:pt x="858228" y="70343"/>
                  <a:pt x="859446" y="76460"/>
                </a:cubicBezTo>
                <a:cubicBezTo>
                  <a:pt x="860662" y="82579"/>
                  <a:pt x="861271" y="88756"/>
                  <a:pt x="861272" y="94993"/>
                </a:cubicBezTo>
                <a:cubicBezTo>
                  <a:pt x="861271" y="101231"/>
                  <a:pt x="860662" y="107408"/>
                  <a:pt x="859446" y="113526"/>
                </a:cubicBezTo>
                <a:cubicBezTo>
                  <a:pt x="858228" y="119643"/>
                  <a:pt x="856426" y="125582"/>
                  <a:pt x="854039" y="131346"/>
                </a:cubicBezTo>
                <a:cubicBezTo>
                  <a:pt x="851652" y="137108"/>
                  <a:pt x="848727" y="142582"/>
                  <a:pt x="845261" y="147768"/>
                </a:cubicBezTo>
                <a:cubicBezTo>
                  <a:pt x="841796" y="152955"/>
                  <a:pt x="837859" y="157753"/>
                  <a:pt x="833449" y="162164"/>
                </a:cubicBezTo>
                <a:cubicBezTo>
                  <a:pt x="829038" y="166574"/>
                  <a:pt x="824240" y="170512"/>
                  <a:pt x="819053" y="173977"/>
                </a:cubicBezTo>
                <a:cubicBezTo>
                  <a:pt x="813867" y="177443"/>
                  <a:pt x="808392" y="180368"/>
                  <a:pt x="802630" y="182755"/>
                </a:cubicBezTo>
                <a:cubicBezTo>
                  <a:pt x="796867" y="185142"/>
                  <a:pt x="790928" y="186944"/>
                  <a:pt x="784810" y="188161"/>
                </a:cubicBezTo>
                <a:cubicBezTo>
                  <a:pt x="778693" y="189377"/>
                  <a:pt x="772516" y="189986"/>
                  <a:pt x="766279" y="189986"/>
                </a:cubicBezTo>
                <a:lnTo>
                  <a:pt x="94994" y="189986"/>
                </a:lnTo>
                <a:cubicBezTo>
                  <a:pt x="88756" y="189986"/>
                  <a:pt x="82579" y="189377"/>
                  <a:pt x="76460" y="188161"/>
                </a:cubicBezTo>
                <a:cubicBezTo>
                  <a:pt x="70344" y="186944"/>
                  <a:pt x="64404" y="185142"/>
                  <a:pt x="58640" y="182755"/>
                </a:cubicBezTo>
                <a:cubicBezTo>
                  <a:pt x="52878" y="180368"/>
                  <a:pt x="47404" y="177443"/>
                  <a:pt x="42217" y="173977"/>
                </a:cubicBezTo>
                <a:cubicBezTo>
                  <a:pt x="37031" y="170512"/>
                  <a:pt x="32232" y="166574"/>
                  <a:pt x="27823" y="162164"/>
                </a:cubicBezTo>
                <a:cubicBezTo>
                  <a:pt x="23413" y="157753"/>
                  <a:pt x="19474" y="152955"/>
                  <a:pt x="16009" y="147768"/>
                </a:cubicBezTo>
                <a:cubicBezTo>
                  <a:pt x="12543" y="142582"/>
                  <a:pt x="9618" y="137108"/>
                  <a:pt x="7231" y="131346"/>
                </a:cubicBezTo>
                <a:cubicBezTo>
                  <a:pt x="4844" y="125582"/>
                  <a:pt x="3042" y="119643"/>
                  <a:pt x="1826" y="113526"/>
                </a:cubicBezTo>
                <a:cubicBezTo>
                  <a:pt x="609" y="107408"/>
                  <a:pt x="0" y="101231"/>
                  <a:pt x="1" y="94993"/>
                </a:cubicBezTo>
                <a:cubicBezTo>
                  <a:pt x="0" y="88756"/>
                  <a:pt x="609" y="82579"/>
                  <a:pt x="1825" y="76460"/>
                </a:cubicBezTo>
                <a:cubicBezTo>
                  <a:pt x="3042" y="70343"/>
                  <a:pt x="4843" y="64404"/>
                  <a:pt x="7231" y="58641"/>
                </a:cubicBezTo>
                <a:cubicBezTo>
                  <a:pt x="9618" y="52879"/>
                  <a:pt x="12543" y="47404"/>
                  <a:pt x="16009" y="42218"/>
                </a:cubicBezTo>
                <a:cubicBezTo>
                  <a:pt x="19474" y="37032"/>
                  <a:pt x="23413" y="32233"/>
                  <a:pt x="27823" y="27822"/>
                </a:cubicBezTo>
                <a:cubicBezTo>
                  <a:pt x="32232" y="23413"/>
                  <a:pt x="37031" y="19474"/>
                  <a:pt x="42218" y="16009"/>
                </a:cubicBezTo>
                <a:cubicBezTo>
                  <a:pt x="47404" y="12544"/>
                  <a:pt x="52879" y="9618"/>
                  <a:pt x="58641" y="7231"/>
                </a:cubicBezTo>
                <a:cubicBezTo>
                  <a:pt x="64404" y="4844"/>
                  <a:pt x="70344" y="3042"/>
                  <a:pt x="76460" y="1825"/>
                </a:cubicBezTo>
                <a:cubicBezTo>
                  <a:pt x="82579" y="609"/>
                  <a:pt x="88756" y="0"/>
                  <a:pt x="94994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666">
            <a:solidFill>
              <a:srgbClr val="5F7CA8"/>
            </a:solidFill>
            <a:prstDash val="solid"/>
          </a:ln>
        </p:spPr>
      </p:sp>
      <p:sp>
        <p:nvSpPr>
          <p:cNvPr id="378" name="pdf-text-131-0">
            <a:extLst xmlns:a="http://schemas.openxmlformats.org/drawingml/2006/main">
              <a:ext uri="{FF2B5EF4-FFF2-40B4-BE49-F238E27FC236}">
                <a16:creationId xmlns:a16="http://schemas.microsoft.com/office/drawing/2014/main" id="{2A7C2F8E-46B9-4020-8480-3BC3CDD3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8445" y="1127281"/>
            <a:ext cx="675580" cy="75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586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86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pPr>
            <a:r>
              <a:rPr sz="586" b="1" i="0">
                <a:solidFill>
                  <a:srgbClr val="40689C"/>
                </a:solidFill>
                <a:latin typeface="Arial"/>
                <a:ea typeface="Arial"/>
                <a:cs typeface="Arial"/>
              </a:rPr>
              <a:t>Community Driven</a:t>
            </a:r>
          </a:p>
        </p:txBody>
      </p:sp>
      <p:sp>
        <p:nvSpPr>
          <p:cNvPr id="379" name="pdf-text-132-0">
            <a:extLst xmlns:a="http://schemas.openxmlformats.org/drawingml/2006/main">
              <a:ext uri="{FF2B5EF4-FFF2-40B4-BE49-F238E27FC236}">
                <a16:creationId xmlns:a16="http://schemas.microsoft.com/office/drawing/2014/main" id="{16EF3B03-BAEE-48F9-B034-AB333B20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3119" y="525151"/>
            <a:ext cx="456152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82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2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pPr>
            <a:r>
              <a:rPr sz="782" b="1" i="0">
                <a:solidFill>
                  <a:srgbClr val="40689C"/>
                </a:solidFill>
                <a:latin typeface="Arial"/>
                <a:ea typeface="Arial"/>
                <a:cs typeface="Arial"/>
              </a:rPr>
              <a:t>Sim2Real</a:t>
            </a:r>
          </a:p>
        </p:txBody>
      </p:sp>
      <p:sp>
        <p:nvSpPr>
          <p:cNvPr id="380" name="pdf-text-133-0">
            <a:extLst xmlns:a="http://schemas.openxmlformats.org/drawingml/2006/main">
              <a:ext uri="{FF2B5EF4-FFF2-40B4-BE49-F238E27FC236}">
                <a16:creationId xmlns:a16="http://schemas.microsoft.com/office/drawing/2014/main" id="{3E3AAE78-C608-4585-9979-7C3A736C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5988" y="246504"/>
            <a:ext cx="591152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98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8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pPr>
            <a:r>
              <a:rPr sz="798" b="1" i="0">
                <a:solidFill>
                  <a:srgbClr val="40689C"/>
                </a:solidFill>
                <a:latin typeface="Arial"/>
                <a:ea typeface="Arial"/>
                <a:cs typeface="Arial"/>
              </a:rPr>
              <a:t>Hunyuan 3D</a:t>
            </a:r>
          </a:p>
        </p:txBody>
      </p:sp>
      <p:sp>
        <p:nvSpPr>
          <p:cNvPr id="381" name="pdf-text-134-0">
            <a:extLst xmlns:a="http://schemas.openxmlformats.org/drawingml/2006/main">
              <a:ext uri="{FF2B5EF4-FFF2-40B4-BE49-F238E27FC236}">
                <a16:creationId xmlns:a16="http://schemas.microsoft.com/office/drawing/2014/main" id="{EBE5F842-B2B6-41A7-8F96-0F2FB951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0856" y="525151"/>
            <a:ext cx="519708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6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6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pPr>
            <a:r>
              <a:rPr sz="776" b="1" i="0">
                <a:solidFill>
                  <a:srgbClr val="40689C"/>
                </a:solidFill>
                <a:latin typeface="Arial"/>
                <a:ea typeface="Arial"/>
                <a:cs typeface="Arial"/>
              </a:rPr>
              <a:t>Robot Arm</a:t>
            </a:r>
          </a:p>
        </p:txBody>
      </p:sp>
      <p:sp>
        <p:nvSpPr>
          <p:cNvPr id="382" name="pdf-text-135-0">
            <a:extLst xmlns:a="http://schemas.openxmlformats.org/drawingml/2006/main">
              <a:ext uri="{FF2B5EF4-FFF2-40B4-BE49-F238E27FC236}">
                <a16:creationId xmlns:a16="http://schemas.microsoft.com/office/drawing/2014/main" id="{8DE23995-F225-44E4-8126-B0D097F2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1569" y="810130"/>
            <a:ext cx="399614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82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2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pPr>
            <a:r>
              <a:rPr sz="782" b="1" i="0">
                <a:solidFill>
                  <a:srgbClr val="40689C"/>
                </a:solidFill>
                <a:latin typeface="Arial"/>
                <a:ea typeface="Arial"/>
                <a:cs typeface="Arial"/>
              </a:rPr>
              <a:t>MuJoCo</a:t>
            </a:r>
          </a:p>
        </p:txBody>
      </p:sp>
      <p:sp>
        <p:nvSpPr>
          <p:cNvPr id="383" name="pdf-text-136-0">
            <a:extLst xmlns:a="http://schemas.openxmlformats.org/drawingml/2006/main">
              <a:ext uri="{FF2B5EF4-FFF2-40B4-BE49-F238E27FC236}">
                <a16:creationId xmlns:a16="http://schemas.microsoft.com/office/drawing/2014/main" id="{829E3037-FE2A-4BB6-A022-F968CB9D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1221" y="246504"/>
            <a:ext cx="433658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82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2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pPr>
            <a:r>
              <a:rPr sz="782" b="1" i="0">
                <a:solidFill>
                  <a:srgbClr val="40689C"/>
                </a:solidFill>
                <a:latin typeface="Arial"/>
                <a:ea typeface="Arial"/>
                <a:cs typeface="Arial"/>
              </a:rPr>
              <a:t>IsaacLab</a:t>
            </a:r>
          </a:p>
        </p:txBody>
      </p:sp>
      <p:sp>
        <p:nvSpPr>
          <p:cNvPr id="384" name="pdf-text-137-0">
            <a:extLst xmlns:a="http://schemas.openxmlformats.org/drawingml/2006/main">
              <a:ext uri="{FF2B5EF4-FFF2-40B4-BE49-F238E27FC236}">
                <a16:creationId xmlns:a16="http://schemas.microsoft.com/office/drawing/2014/main" id="{5D407E6B-995E-44CD-A8B3-B19AF939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9831" y="1126774"/>
            <a:ext cx="382792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82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2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pPr>
            <a:r>
              <a:rPr sz="782" b="1" i="0">
                <a:solidFill>
                  <a:srgbClr val="40689C"/>
                </a:solidFill>
                <a:latin typeface="Arial"/>
                <a:ea typeface="Arial"/>
                <a:cs typeface="Arial"/>
              </a:rPr>
              <a:t>LIBERO</a:t>
            </a:r>
          </a:p>
        </p:txBody>
      </p:sp>
      <p:sp>
        <p:nvSpPr>
          <p:cNvPr id="385" name="pdf-text-138-0">
            <a:extLst xmlns:a="http://schemas.openxmlformats.org/drawingml/2006/main">
              <a:ext uri="{FF2B5EF4-FFF2-40B4-BE49-F238E27FC236}">
                <a16:creationId xmlns:a16="http://schemas.microsoft.com/office/drawing/2014/main" id="{6B0A819F-CB8A-4348-8D41-02B47670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648" y="1126774"/>
            <a:ext cx="467534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98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8" b="1" i="0">
                <a:solidFill>
                  <a:srgbClr val="40689C"/>
                </a:solidFill>
                <a:latin typeface="Arial"/>
                <a:ea typeface="Arial"/>
                <a:cs typeface="Arial"/>
              </a:defRPr>
            </a:pPr>
            <a:r>
              <a:rPr sz="798" b="1" i="0">
                <a:solidFill>
                  <a:srgbClr val="40689C"/>
                </a:solidFill>
                <a:latin typeface="Arial"/>
                <a:ea typeface="Arial"/>
                <a:cs typeface="Arial"/>
              </a:rPr>
              <a:t>Issac Sim</a:t>
            </a:r>
          </a:p>
        </p:txBody>
      </p:sp>
      <p:sp>
        <p:nvSpPr>
          <p:cNvPr id="386" name="pdf-text-139-0">
            <a:extLst xmlns:a="http://schemas.openxmlformats.org/drawingml/2006/main">
              <a:ext uri="{FF2B5EF4-FFF2-40B4-BE49-F238E27FC236}">
                <a16:creationId xmlns:a16="http://schemas.microsoft.com/office/drawing/2014/main" id="{DF034C75-9A0D-44EC-ACCA-C399A631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093" y="95972"/>
            <a:ext cx="2004205" cy="10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2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Generation &amp; Asset Normalization</a:t>
            </a:r>
          </a:p>
        </p:txBody>
      </p:sp>
      <p:sp>
        <p:nvSpPr>
          <p:cNvPr id="387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90ADD112-9AF5-4A82-B66C-3E2E0E4E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24" y="283364"/>
            <a:ext cx="3039780" cy="2571147"/>
          </a:xfrm>
          <a:custGeom xmlns:a="http://schemas.openxmlformats.org/drawingml/2006/main">
            <a:pathLst>
              <a:path w="3039780" h="2571147">
                <a:moveTo>
                  <a:pt x="205692" y="0"/>
                </a:moveTo>
                <a:lnTo>
                  <a:pt x="2834088" y="0"/>
                </a:lnTo>
                <a:cubicBezTo>
                  <a:pt x="2840825" y="0"/>
                  <a:pt x="2847545" y="330"/>
                  <a:pt x="2854249" y="990"/>
                </a:cubicBezTo>
                <a:cubicBezTo>
                  <a:pt x="2860953" y="1651"/>
                  <a:pt x="2867609" y="2638"/>
                  <a:pt x="2874216" y="3952"/>
                </a:cubicBezTo>
                <a:cubicBezTo>
                  <a:pt x="2880824" y="5267"/>
                  <a:pt x="2887351" y="6901"/>
                  <a:pt x="2893797" y="8857"/>
                </a:cubicBezTo>
                <a:cubicBezTo>
                  <a:pt x="2900244" y="10812"/>
                  <a:pt x="2906579" y="13079"/>
                  <a:pt x="2912802" y="15657"/>
                </a:cubicBezTo>
                <a:cubicBezTo>
                  <a:pt x="2919027" y="18235"/>
                  <a:pt x="2925109" y="21112"/>
                  <a:pt x="2931051" y="24288"/>
                </a:cubicBezTo>
                <a:cubicBezTo>
                  <a:pt x="2936991" y="27463"/>
                  <a:pt x="2942763" y="30923"/>
                  <a:pt x="2948364" y="34665"/>
                </a:cubicBezTo>
                <a:cubicBezTo>
                  <a:pt x="2953965" y="38408"/>
                  <a:pt x="2959370" y="42416"/>
                  <a:pt x="2964577" y="46689"/>
                </a:cubicBezTo>
                <a:cubicBezTo>
                  <a:pt x="2969785" y="50963"/>
                  <a:pt x="2974770" y="55482"/>
                  <a:pt x="2979534" y="60246"/>
                </a:cubicBezTo>
                <a:cubicBezTo>
                  <a:pt x="2984297" y="65009"/>
                  <a:pt x="2988816" y="69994"/>
                  <a:pt x="2993090" y="75202"/>
                </a:cubicBezTo>
                <a:cubicBezTo>
                  <a:pt x="2997363" y="80409"/>
                  <a:pt x="3001371" y="85814"/>
                  <a:pt x="3005114" y="91415"/>
                </a:cubicBezTo>
                <a:cubicBezTo>
                  <a:pt x="3008857" y="97017"/>
                  <a:pt x="3012316" y="102788"/>
                  <a:pt x="3015492" y="108729"/>
                </a:cubicBezTo>
                <a:cubicBezTo>
                  <a:pt x="3018667" y="114670"/>
                  <a:pt x="3021544" y="120753"/>
                  <a:pt x="3024122" y="126977"/>
                </a:cubicBezTo>
                <a:cubicBezTo>
                  <a:pt x="3026700" y="133201"/>
                  <a:pt x="3028967" y="139536"/>
                  <a:pt x="3030923" y="145982"/>
                </a:cubicBezTo>
                <a:cubicBezTo>
                  <a:pt x="3032878" y="152429"/>
                  <a:pt x="3034513" y="158956"/>
                  <a:pt x="3035827" y="165563"/>
                </a:cubicBezTo>
                <a:cubicBezTo>
                  <a:pt x="3037142" y="172170"/>
                  <a:pt x="3038129" y="178826"/>
                  <a:pt x="3038789" y="185530"/>
                </a:cubicBezTo>
                <a:cubicBezTo>
                  <a:pt x="3039450" y="192234"/>
                  <a:pt x="3039780" y="198955"/>
                  <a:pt x="3039780" y="205692"/>
                </a:cubicBezTo>
                <a:lnTo>
                  <a:pt x="3039780" y="2365455"/>
                </a:lnTo>
                <a:cubicBezTo>
                  <a:pt x="3039780" y="2372192"/>
                  <a:pt x="3039450" y="2378912"/>
                  <a:pt x="3038789" y="2385617"/>
                </a:cubicBezTo>
                <a:cubicBezTo>
                  <a:pt x="3038129" y="2392321"/>
                  <a:pt x="3037142" y="2398976"/>
                  <a:pt x="3035827" y="2405584"/>
                </a:cubicBezTo>
                <a:cubicBezTo>
                  <a:pt x="3034513" y="2412190"/>
                  <a:pt x="3032878" y="2418717"/>
                  <a:pt x="3030923" y="2425164"/>
                </a:cubicBezTo>
                <a:cubicBezTo>
                  <a:pt x="3028967" y="2431611"/>
                  <a:pt x="3026700" y="2437946"/>
                  <a:pt x="3024122" y="2444170"/>
                </a:cubicBezTo>
                <a:cubicBezTo>
                  <a:pt x="3021544" y="2450393"/>
                  <a:pt x="3018667" y="2456476"/>
                  <a:pt x="3015492" y="2462417"/>
                </a:cubicBezTo>
                <a:cubicBezTo>
                  <a:pt x="3012316" y="2468358"/>
                  <a:pt x="3008857" y="2474130"/>
                  <a:pt x="3005114" y="2479731"/>
                </a:cubicBezTo>
                <a:cubicBezTo>
                  <a:pt x="3001371" y="2485333"/>
                  <a:pt x="2997363" y="2490737"/>
                  <a:pt x="2993090" y="2495944"/>
                </a:cubicBezTo>
                <a:cubicBezTo>
                  <a:pt x="2988816" y="2501152"/>
                  <a:pt x="2984297" y="2506138"/>
                  <a:pt x="2979534" y="2510901"/>
                </a:cubicBezTo>
                <a:cubicBezTo>
                  <a:pt x="2974770" y="2515665"/>
                  <a:pt x="2969785" y="2520183"/>
                  <a:pt x="2964577" y="2524457"/>
                </a:cubicBezTo>
                <a:cubicBezTo>
                  <a:pt x="2959370" y="2528731"/>
                  <a:pt x="2953965" y="2532738"/>
                  <a:pt x="2948364" y="2536481"/>
                </a:cubicBezTo>
                <a:cubicBezTo>
                  <a:pt x="2942763" y="2540224"/>
                  <a:pt x="2936991" y="2543683"/>
                  <a:pt x="2931051" y="2546858"/>
                </a:cubicBezTo>
                <a:cubicBezTo>
                  <a:pt x="2925109" y="2550034"/>
                  <a:pt x="2919027" y="2552911"/>
                  <a:pt x="2912802" y="2555489"/>
                </a:cubicBezTo>
                <a:cubicBezTo>
                  <a:pt x="2906579" y="2558068"/>
                  <a:pt x="2900244" y="2560334"/>
                  <a:pt x="2893797" y="2562290"/>
                </a:cubicBezTo>
                <a:cubicBezTo>
                  <a:pt x="2887351" y="2564245"/>
                  <a:pt x="2880824" y="2565880"/>
                  <a:pt x="2874216" y="2567194"/>
                </a:cubicBezTo>
                <a:cubicBezTo>
                  <a:pt x="2867609" y="2568509"/>
                  <a:pt x="2860953" y="2569496"/>
                  <a:pt x="2854249" y="2570156"/>
                </a:cubicBezTo>
                <a:cubicBezTo>
                  <a:pt x="2847545" y="2570817"/>
                  <a:pt x="2840825" y="2571147"/>
                  <a:pt x="2834088" y="2571147"/>
                </a:cubicBezTo>
                <a:lnTo>
                  <a:pt x="205692" y="2571147"/>
                </a:lnTo>
                <a:cubicBezTo>
                  <a:pt x="198955" y="2571147"/>
                  <a:pt x="192235" y="2570817"/>
                  <a:pt x="185530" y="2570156"/>
                </a:cubicBezTo>
                <a:cubicBezTo>
                  <a:pt x="178826" y="2569496"/>
                  <a:pt x="172171" y="2568509"/>
                  <a:pt x="165563" y="2567194"/>
                </a:cubicBezTo>
                <a:cubicBezTo>
                  <a:pt x="158956" y="2565880"/>
                  <a:pt x="152429" y="2564245"/>
                  <a:pt x="145983" y="2562290"/>
                </a:cubicBezTo>
                <a:cubicBezTo>
                  <a:pt x="139536" y="2560334"/>
                  <a:pt x="133201" y="2558068"/>
                  <a:pt x="126977" y="2555489"/>
                </a:cubicBezTo>
                <a:cubicBezTo>
                  <a:pt x="120753" y="2552911"/>
                  <a:pt x="114671" y="2550034"/>
                  <a:pt x="108729" y="2546858"/>
                </a:cubicBezTo>
                <a:cubicBezTo>
                  <a:pt x="102788" y="2543683"/>
                  <a:pt x="97017" y="2540224"/>
                  <a:pt x="91416" y="2536481"/>
                </a:cubicBezTo>
                <a:cubicBezTo>
                  <a:pt x="85814" y="2532738"/>
                  <a:pt x="80410" y="2528731"/>
                  <a:pt x="75202" y="2524457"/>
                </a:cubicBezTo>
                <a:cubicBezTo>
                  <a:pt x="69995" y="2520183"/>
                  <a:pt x="65009" y="2515665"/>
                  <a:pt x="60246" y="2510901"/>
                </a:cubicBezTo>
                <a:cubicBezTo>
                  <a:pt x="55482" y="2506138"/>
                  <a:pt x="50964" y="2501152"/>
                  <a:pt x="46690" y="2495944"/>
                </a:cubicBezTo>
                <a:cubicBezTo>
                  <a:pt x="42416" y="2490737"/>
                  <a:pt x="38408" y="2485333"/>
                  <a:pt x="34665" y="2479731"/>
                </a:cubicBezTo>
                <a:cubicBezTo>
                  <a:pt x="30923" y="2474130"/>
                  <a:pt x="27464" y="2468358"/>
                  <a:pt x="24288" y="2462417"/>
                </a:cubicBezTo>
                <a:cubicBezTo>
                  <a:pt x="21112" y="2456476"/>
                  <a:pt x="18235" y="2450393"/>
                  <a:pt x="15657" y="2444170"/>
                </a:cubicBezTo>
                <a:cubicBezTo>
                  <a:pt x="13080" y="2437946"/>
                  <a:pt x="10813" y="2431611"/>
                  <a:pt x="8857" y="2425164"/>
                </a:cubicBezTo>
                <a:cubicBezTo>
                  <a:pt x="6902" y="2418717"/>
                  <a:pt x="5267" y="2412190"/>
                  <a:pt x="3952" y="2405584"/>
                </a:cubicBezTo>
                <a:cubicBezTo>
                  <a:pt x="2638" y="2398976"/>
                  <a:pt x="1651" y="2392321"/>
                  <a:pt x="990" y="2385617"/>
                </a:cubicBezTo>
                <a:cubicBezTo>
                  <a:pt x="330" y="2378912"/>
                  <a:pt x="0" y="2372192"/>
                  <a:pt x="0" y="2365455"/>
                </a:cubicBezTo>
                <a:lnTo>
                  <a:pt x="0" y="205692"/>
                </a:lnTo>
                <a:cubicBezTo>
                  <a:pt x="0" y="198955"/>
                  <a:pt x="330" y="192234"/>
                  <a:pt x="990" y="185530"/>
                </a:cubicBezTo>
                <a:cubicBezTo>
                  <a:pt x="1651" y="178826"/>
                  <a:pt x="2638" y="172170"/>
                  <a:pt x="3952" y="165563"/>
                </a:cubicBezTo>
                <a:cubicBezTo>
                  <a:pt x="5267" y="158956"/>
                  <a:pt x="6902" y="152429"/>
                  <a:pt x="8857" y="145983"/>
                </a:cubicBezTo>
                <a:cubicBezTo>
                  <a:pt x="10813" y="139536"/>
                  <a:pt x="13080" y="133201"/>
                  <a:pt x="15657" y="126977"/>
                </a:cubicBezTo>
                <a:cubicBezTo>
                  <a:pt x="18235" y="120753"/>
                  <a:pt x="21112" y="114671"/>
                  <a:pt x="24288" y="108729"/>
                </a:cubicBezTo>
                <a:cubicBezTo>
                  <a:pt x="27464" y="102788"/>
                  <a:pt x="30923" y="97017"/>
                  <a:pt x="34665" y="91415"/>
                </a:cubicBezTo>
                <a:cubicBezTo>
                  <a:pt x="38408" y="85814"/>
                  <a:pt x="42416" y="80409"/>
                  <a:pt x="46690" y="75202"/>
                </a:cubicBezTo>
                <a:cubicBezTo>
                  <a:pt x="50964" y="69995"/>
                  <a:pt x="55482" y="65009"/>
                  <a:pt x="60246" y="60246"/>
                </a:cubicBezTo>
                <a:cubicBezTo>
                  <a:pt x="65009" y="55482"/>
                  <a:pt x="69995" y="50963"/>
                  <a:pt x="75202" y="46690"/>
                </a:cubicBezTo>
                <a:cubicBezTo>
                  <a:pt x="80410" y="42416"/>
                  <a:pt x="85814" y="38408"/>
                  <a:pt x="91416" y="34665"/>
                </a:cubicBezTo>
                <a:cubicBezTo>
                  <a:pt x="97017" y="30923"/>
                  <a:pt x="102788" y="27463"/>
                  <a:pt x="108729" y="24288"/>
                </a:cubicBezTo>
                <a:cubicBezTo>
                  <a:pt x="114671" y="21112"/>
                  <a:pt x="120753" y="18235"/>
                  <a:pt x="126977" y="15657"/>
                </a:cubicBezTo>
                <a:cubicBezTo>
                  <a:pt x="133201" y="13079"/>
                  <a:pt x="139536" y="10812"/>
                  <a:pt x="145983" y="8857"/>
                </a:cubicBezTo>
                <a:cubicBezTo>
                  <a:pt x="152429" y="6901"/>
                  <a:pt x="158956" y="5267"/>
                  <a:pt x="165563" y="3952"/>
                </a:cubicBezTo>
                <a:cubicBezTo>
                  <a:pt x="172171" y="2638"/>
                  <a:pt x="178826" y="1651"/>
                  <a:pt x="185531" y="990"/>
                </a:cubicBezTo>
                <a:cubicBezTo>
                  <a:pt x="192235" y="330"/>
                  <a:pt x="198955" y="0"/>
                  <a:pt x="205692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666">
            <a:solidFill>
              <a:srgbClr val="000000"/>
            </a:solidFill>
            <a:prstDash val="solid"/>
          </a:ln>
        </p:spPr>
      </p:sp>
      <p:sp>
        <p:nvSpPr>
          <p:cNvPr id="388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48310DE0-643D-4C9B-952D-922F90E9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573" y="55381"/>
            <a:ext cx="158322" cy="158321"/>
          </a:xfrm>
          <a:custGeom xmlns:a="http://schemas.openxmlformats.org/drawingml/2006/main">
            <a:pathLst>
              <a:path w="158322" h="158321">
                <a:moveTo>
                  <a:pt x="23748" y="0"/>
                </a:moveTo>
                <a:lnTo>
                  <a:pt x="134574" y="0"/>
                </a:lnTo>
                <a:cubicBezTo>
                  <a:pt x="137723" y="0"/>
                  <a:pt x="140752" y="603"/>
                  <a:pt x="143662" y="1808"/>
                </a:cubicBezTo>
                <a:cubicBezTo>
                  <a:pt x="146571" y="3013"/>
                  <a:pt x="149139" y="4729"/>
                  <a:pt x="151366" y="6956"/>
                </a:cubicBezTo>
                <a:cubicBezTo>
                  <a:pt x="153593" y="9183"/>
                  <a:pt x="155309" y="11751"/>
                  <a:pt x="156514" y="14660"/>
                </a:cubicBezTo>
                <a:cubicBezTo>
                  <a:pt x="157719" y="17570"/>
                  <a:pt x="158322" y="20599"/>
                  <a:pt x="158322" y="23748"/>
                </a:cubicBezTo>
                <a:lnTo>
                  <a:pt x="158322" y="134573"/>
                </a:lnTo>
                <a:cubicBezTo>
                  <a:pt x="158322" y="137723"/>
                  <a:pt x="157719" y="140752"/>
                  <a:pt x="156514" y="143662"/>
                </a:cubicBezTo>
                <a:cubicBezTo>
                  <a:pt x="155309" y="146571"/>
                  <a:pt x="153593" y="149139"/>
                  <a:pt x="151366" y="151366"/>
                </a:cubicBezTo>
                <a:cubicBezTo>
                  <a:pt x="149139" y="153593"/>
                  <a:pt x="146571" y="155309"/>
                  <a:pt x="143662" y="156514"/>
                </a:cubicBezTo>
                <a:cubicBezTo>
                  <a:pt x="140752" y="157719"/>
                  <a:pt x="137723" y="158321"/>
                  <a:pt x="134574" y="158321"/>
                </a:cubicBezTo>
                <a:lnTo>
                  <a:pt x="23748" y="158321"/>
                </a:lnTo>
                <a:cubicBezTo>
                  <a:pt x="20599" y="158321"/>
                  <a:pt x="17569" y="157719"/>
                  <a:pt x="14660" y="156514"/>
                </a:cubicBezTo>
                <a:cubicBezTo>
                  <a:pt x="11751" y="155309"/>
                  <a:pt x="9183" y="153593"/>
                  <a:pt x="6955" y="151366"/>
                </a:cubicBezTo>
                <a:cubicBezTo>
                  <a:pt x="4729" y="149139"/>
                  <a:pt x="3013" y="146571"/>
                  <a:pt x="1808" y="143662"/>
                </a:cubicBezTo>
                <a:cubicBezTo>
                  <a:pt x="603" y="140752"/>
                  <a:pt x="0" y="137723"/>
                  <a:pt x="0" y="134573"/>
                </a:cubicBezTo>
                <a:lnTo>
                  <a:pt x="0" y="23748"/>
                </a:lnTo>
                <a:cubicBezTo>
                  <a:pt x="0" y="20599"/>
                  <a:pt x="603" y="17570"/>
                  <a:pt x="1808" y="14660"/>
                </a:cubicBezTo>
                <a:cubicBezTo>
                  <a:pt x="3013" y="11751"/>
                  <a:pt x="4729" y="9183"/>
                  <a:pt x="6955" y="6956"/>
                </a:cubicBezTo>
                <a:cubicBezTo>
                  <a:pt x="9183" y="4729"/>
                  <a:pt x="11751" y="3013"/>
                  <a:pt x="14660" y="1808"/>
                </a:cubicBezTo>
                <a:cubicBezTo>
                  <a:pt x="17569" y="603"/>
                  <a:pt x="20599" y="0"/>
                  <a:pt x="23748" y="0"/>
                </a:cubicBezTo>
              </a:path>
            </a:pathLst>
          </a:custGeom>
          <a:solidFill xmlns:a="http://schemas.openxmlformats.org/drawingml/2006/main">
            <a:srgbClr val="D4E1F5"/>
          </a:solidFill>
          <a:ln xmlns:a="http://schemas.openxmlformats.org/drawingml/2006/main" w="12666">
            <a:solidFill>
              <a:srgbClr val="000000"/>
            </a:solidFill>
            <a:prstDash val="solid"/>
          </a:ln>
        </p:spPr>
      </p:sp>
      <p:sp>
        <p:nvSpPr>
          <p:cNvPr id="389" name="pdf-text-140-0">
            <a:extLst xmlns:a="http://schemas.openxmlformats.org/drawingml/2006/main">
              <a:ext uri="{FF2B5EF4-FFF2-40B4-BE49-F238E27FC236}">
                <a16:creationId xmlns:a16="http://schemas.microsoft.com/office/drawing/2014/main" id="{09748362-5565-424E-8715-17170C78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757" y="91095"/>
            <a:ext cx="63397" cy="113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90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B35C282F-3191-4A8C-A62F-3C9BD2C8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823" y="1775136"/>
            <a:ext cx="534178" cy="227603"/>
          </a:xfrm>
          <a:custGeom xmlns:a="http://schemas.openxmlformats.org/drawingml/2006/main">
            <a:pathLst>
              <a:path w="534178" h="227603">
                <a:moveTo>
                  <a:pt x="0" y="227603"/>
                </a:moveTo>
                <a:lnTo>
                  <a:pt x="127" y="254"/>
                </a:lnTo>
                <a:lnTo>
                  <a:pt x="5341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391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3D907A3D-3BC6-479A-9484-99709030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855" y="1752971"/>
            <a:ext cx="44393" cy="44330"/>
          </a:xfrm>
          <a:custGeom xmlns:a="http://schemas.openxmlformats.org/drawingml/2006/main">
            <a:pathLst>
              <a:path w="44393" h="44330">
                <a:moveTo>
                  <a:pt x="44393" y="22165"/>
                </a:moveTo>
                <a:lnTo>
                  <a:pt x="63" y="44330"/>
                </a:lnTo>
                <a:lnTo>
                  <a:pt x="11146" y="22165"/>
                </a:lnTo>
                <a:lnTo>
                  <a:pt x="0" y="0"/>
                </a:lnTo>
                <a:lnTo>
                  <a:pt x="44393" y="221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E69056E0-9982-4A04-B49C-01AA7F93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855" y="1752971"/>
            <a:ext cx="44393" cy="44330"/>
          </a:xfrm>
          <a:custGeom xmlns:a="http://schemas.openxmlformats.org/drawingml/2006/main">
            <a:pathLst>
              <a:path w="44393" h="44330">
                <a:moveTo>
                  <a:pt x="44393" y="22165"/>
                </a:moveTo>
                <a:lnTo>
                  <a:pt x="0" y="0"/>
                </a:lnTo>
                <a:lnTo>
                  <a:pt x="11146" y="22165"/>
                </a:lnTo>
                <a:lnTo>
                  <a:pt x="63" y="443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393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4C6151CA-3BA2-449D-B8F4-37745E31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367" y="1831752"/>
            <a:ext cx="550960" cy="113991"/>
          </a:xfrm>
          <a:custGeom xmlns:a="http://schemas.openxmlformats.org/drawingml/2006/main">
            <a:pathLst>
              <a:path w="550960" h="113991">
                <a:moveTo>
                  <a:pt x="0" y="0"/>
                </a:moveTo>
                <a:lnTo>
                  <a:pt x="550960" y="0"/>
                </a:lnTo>
                <a:lnTo>
                  <a:pt x="550960" y="113991"/>
                </a:lnTo>
                <a:lnTo>
                  <a:pt x="0" y="1139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df-text-141-0">
            <a:extLst xmlns:a="http://schemas.openxmlformats.org/drawingml/2006/main">
              <a:ext uri="{FF2B5EF4-FFF2-40B4-BE49-F238E27FC236}">
                <a16:creationId xmlns:a16="http://schemas.microsoft.com/office/drawing/2014/main" id="{F0A09B53-821D-4C36-9403-D89E5B5E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684" y="1847265"/>
            <a:ext cx="554285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1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 Prompts</a:t>
            </a:r>
          </a:p>
        </p:txBody>
      </p:sp>
      <p:sp>
        <p:nvSpPr>
          <p:cNvPr id="395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226BF8B5-95F2-4869-9AEA-37203679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3988" y="2017748"/>
            <a:ext cx="631388" cy="86317"/>
          </a:xfrm>
          <a:custGeom xmlns:a="http://schemas.openxmlformats.org/drawingml/2006/main">
            <a:pathLst>
              <a:path w="631388" h="86317">
                <a:moveTo>
                  <a:pt x="631388" y="0"/>
                </a:moveTo>
                <a:lnTo>
                  <a:pt x="631388" y="86317"/>
                </a:lnTo>
                <a:lnTo>
                  <a:pt x="0" y="86317"/>
                </a:lnTo>
                <a:lnTo>
                  <a:pt x="0" y="73651"/>
                </a:lnTo>
                <a:lnTo>
                  <a:pt x="95563" y="73462"/>
                </a:lnTo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396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62236FC1-BC80-4F82-B40C-F7D0A722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3211" y="1984501"/>
            <a:ext cx="44330" cy="44329"/>
          </a:xfrm>
          <a:custGeom xmlns:a="http://schemas.openxmlformats.org/drawingml/2006/main">
            <a:pathLst>
              <a:path w="44330" h="44329">
                <a:moveTo>
                  <a:pt x="22166" y="0"/>
                </a:moveTo>
                <a:lnTo>
                  <a:pt x="44330" y="44329"/>
                </a:lnTo>
                <a:lnTo>
                  <a:pt x="22166" y="33247"/>
                </a:lnTo>
                <a:lnTo>
                  <a:pt x="0" y="44329"/>
                </a:lnTo>
                <a:lnTo>
                  <a:pt x="2216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516D6A30-2DDD-4D30-827D-DE692704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3211" y="1984501"/>
            <a:ext cx="44330" cy="44329"/>
          </a:xfrm>
          <a:custGeom xmlns:a="http://schemas.openxmlformats.org/drawingml/2006/main">
            <a:pathLst>
              <a:path w="44330" h="44329">
                <a:moveTo>
                  <a:pt x="22166" y="0"/>
                </a:moveTo>
                <a:lnTo>
                  <a:pt x="0" y="44329"/>
                </a:lnTo>
                <a:lnTo>
                  <a:pt x="22166" y="33247"/>
                </a:lnTo>
                <a:lnTo>
                  <a:pt x="44330" y="443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398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175B7FE3-0ADF-45A5-8A1B-939DA1D6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7244" y="444852"/>
            <a:ext cx="949931" cy="1529389"/>
          </a:xfrm>
          <a:custGeom xmlns:a="http://schemas.openxmlformats.org/drawingml/2006/main">
            <a:pathLst>
              <a:path w="949931" h="1529389">
                <a:moveTo>
                  <a:pt x="142490" y="0"/>
                </a:moveTo>
                <a:lnTo>
                  <a:pt x="807442" y="0"/>
                </a:lnTo>
                <a:cubicBezTo>
                  <a:pt x="816798" y="0"/>
                  <a:pt x="826064" y="913"/>
                  <a:pt x="835240" y="2738"/>
                </a:cubicBezTo>
                <a:cubicBezTo>
                  <a:pt x="844416" y="4563"/>
                  <a:pt x="853326" y="7267"/>
                  <a:pt x="861970" y="10847"/>
                </a:cubicBezTo>
                <a:cubicBezTo>
                  <a:pt x="870614" y="14427"/>
                  <a:pt x="878825" y="18816"/>
                  <a:pt x="886605" y="24014"/>
                </a:cubicBezTo>
                <a:cubicBezTo>
                  <a:pt x="894384" y="29212"/>
                  <a:pt x="901581" y="35119"/>
                  <a:pt x="908197" y="41735"/>
                </a:cubicBezTo>
                <a:cubicBezTo>
                  <a:pt x="914812" y="48350"/>
                  <a:pt x="920720" y="55548"/>
                  <a:pt x="925918" y="63327"/>
                </a:cubicBezTo>
                <a:cubicBezTo>
                  <a:pt x="931115" y="71107"/>
                  <a:pt x="935504" y="79318"/>
                  <a:pt x="939085" y="87962"/>
                </a:cubicBezTo>
                <a:cubicBezTo>
                  <a:pt x="942665" y="96605"/>
                  <a:pt x="945368" y="105516"/>
                  <a:pt x="947193" y="114692"/>
                </a:cubicBezTo>
                <a:cubicBezTo>
                  <a:pt x="949018" y="123868"/>
                  <a:pt x="949931" y="133134"/>
                  <a:pt x="949931" y="142490"/>
                </a:cubicBezTo>
                <a:lnTo>
                  <a:pt x="949931" y="1386900"/>
                </a:lnTo>
                <a:cubicBezTo>
                  <a:pt x="949931" y="1396256"/>
                  <a:pt x="949018" y="1405521"/>
                  <a:pt x="947193" y="1414698"/>
                </a:cubicBezTo>
                <a:cubicBezTo>
                  <a:pt x="945368" y="1423874"/>
                  <a:pt x="942665" y="1432784"/>
                  <a:pt x="939085" y="1441428"/>
                </a:cubicBezTo>
                <a:cubicBezTo>
                  <a:pt x="935504" y="1450072"/>
                  <a:pt x="931115" y="1458283"/>
                  <a:pt x="925917" y="1466063"/>
                </a:cubicBezTo>
                <a:cubicBezTo>
                  <a:pt x="920720" y="1473842"/>
                  <a:pt x="914812" y="1481039"/>
                  <a:pt x="908197" y="1487655"/>
                </a:cubicBezTo>
                <a:cubicBezTo>
                  <a:pt x="901581" y="1494271"/>
                  <a:pt x="894384" y="1500178"/>
                  <a:pt x="886605" y="1505375"/>
                </a:cubicBezTo>
                <a:cubicBezTo>
                  <a:pt x="878825" y="1510573"/>
                  <a:pt x="870614" y="1514962"/>
                  <a:pt x="861969" y="1518543"/>
                </a:cubicBezTo>
                <a:cubicBezTo>
                  <a:pt x="853326" y="1522124"/>
                  <a:pt x="844416" y="1524826"/>
                  <a:pt x="835240" y="1526651"/>
                </a:cubicBezTo>
                <a:cubicBezTo>
                  <a:pt x="826064" y="1528476"/>
                  <a:pt x="816798" y="1529389"/>
                  <a:pt x="807442" y="1529389"/>
                </a:cubicBezTo>
                <a:lnTo>
                  <a:pt x="142490" y="1529389"/>
                </a:lnTo>
                <a:cubicBezTo>
                  <a:pt x="133134" y="1529389"/>
                  <a:pt x="123867" y="1528476"/>
                  <a:pt x="114691" y="1526651"/>
                </a:cubicBezTo>
                <a:cubicBezTo>
                  <a:pt x="105515" y="1524826"/>
                  <a:pt x="96605" y="1522124"/>
                  <a:pt x="87961" y="1518543"/>
                </a:cubicBezTo>
                <a:cubicBezTo>
                  <a:pt x="79317" y="1514962"/>
                  <a:pt x="71106" y="1510573"/>
                  <a:pt x="63327" y="1505375"/>
                </a:cubicBezTo>
                <a:cubicBezTo>
                  <a:pt x="55547" y="1500178"/>
                  <a:pt x="48350" y="1494271"/>
                  <a:pt x="41734" y="1487655"/>
                </a:cubicBezTo>
                <a:cubicBezTo>
                  <a:pt x="35119" y="1481039"/>
                  <a:pt x="29212" y="1473842"/>
                  <a:pt x="24014" y="1466063"/>
                </a:cubicBezTo>
                <a:cubicBezTo>
                  <a:pt x="18816" y="1458283"/>
                  <a:pt x="14427" y="1450072"/>
                  <a:pt x="10846" y="1441429"/>
                </a:cubicBezTo>
                <a:cubicBezTo>
                  <a:pt x="7266" y="1432784"/>
                  <a:pt x="4563" y="1423874"/>
                  <a:pt x="2738" y="1414698"/>
                </a:cubicBezTo>
                <a:cubicBezTo>
                  <a:pt x="913" y="1405521"/>
                  <a:pt x="0" y="1396256"/>
                  <a:pt x="0" y="1386900"/>
                </a:cubicBezTo>
                <a:lnTo>
                  <a:pt x="0" y="142490"/>
                </a:lnTo>
                <a:cubicBezTo>
                  <a:pt x="0" y="133134"/>
                  <a:pt x="913" y="123868"/>
                  <a:pt x="2738" y="114692"/>
                </a:cubicBezTo>
                <a:cubicBezTo>
                  <a:pt x="4563" y="105516"/>
                  <a:pt x="7266" y="96605"/>
                  <a:pt x="10846" y="87962"/>
                </a:cubicBezTo>
                <a:cubicBezTo>
                  <a:pt x="14427" y="79318"/>
                  <a:pt x="18816" y="71107"/>
                  <a:pt x="24014" y="63327"/>
                </a:cubicBezTo>
                <a:cubicBezTo>
                  <a:pt x="29212" y="55548"/>
                  <a:pt x="35119" y="48350"/>
                  <a:pt x="41734" y="41735"/>
                </a:cubicBezTo>
                <a:cubicBezTo>
                  <a:pt x="48350" y="35119"/>
                  <a:pt x="55547" y="29212"/>
                  <a:pt x="63327" y="24014"/>
                </a:cubicBezTo>
                <a:cubicBezTo>
                  <a:pt x="71106" y="18816"/>
                  <a:pt x="79317" y="14427"/>
                  <a:pt x="87961" y="10847"/>
                </a:cubicBezTo>
                <a:cubicBezTo>
                  <a:pt x="96605" y="7267"/>
                  <a:pt x="105515" y="4563"/>
                  <a:pt x="114692" y="2738"/>
                </a:cubicBezTo>
                <a:cubicBezTo>
                  <a:pt x="123868" y="913"/>
                  <a:pt x="133134" y="0"/>
                  <a:pt x="142490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399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8764B7BF-7789-4757-860B-E9C78068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642" y="444852"/>
            <a:ext cx="823274" cy="1963191"/>
          </a:xfrm>
          <a:custGeom xmlns:a="http://schemas.openxmlformats.org/drawingml/2006/main">
            <a:pathLst>
              <a:path w="823274" h="1963191">
                <a:moveTo>
                  <a:pt x="123491" y="0"/>
                </a:moveTo>
                <a:lnTo>
                  <a:pt x="699782" y="0"/>
                </a:lnTo>
                <a:cubicBezTo>
                  <a:pt x="707891" y="0"/>
                  <a:pt x="715922" y="791"/>
                  <a:pt x="723874" y="2373"/>
                </a:cubicBezTo>
                <a:cubicBezTo>
                  <a:pt x="731827" y="3955"/>
                  <a:pt x="739549" y="6297"/>
                  <a:pt x="747040" y="9401"/>
                </a:cubicBezTo>
                <a:cubicBezTo>
                  <a:pt x="754532" y="12504"/>
                  <a:pt x="761648" y="16308"/>
                  <a:pt x="768390" y="20813"/>
                </a:cubicBezTo>
                <a:cubicBezTo>
                  <a:pt x="775132" y="25317"/>
                  <a:pt x="781370" y="30436"/>
                  <a:pt x="787104" y="36170"/>
                </a:cubicBezTo>
                <a:cubicBezTo>
                  <a:pt x="792838" y="41904"/>
                  <a:pt x="797957" y="48141"/>
                  <a:pt x="802461" y="54884"/>
                </a:cubicBezTo>
                <a:cubicBezTo>
                  <a:pt x="806966" y="61626"/>
                  <a:pt x="810770" y="68742"/>
                  <a:pt x="813873" y="76234"/>
                </a:cubicBezTo>
                <a:cubicBezTo>
                  <a:pt x="816976" y="83725"/>
                  <a:pt x="819319" y="91447"/>
                  <a:pt x="820901" y="99399"/>
                </a:cubicBezTo>
                <a:cubicBezTo>
                  <a:pt x="822483" y="107352"/>
                  <a:pt x="823274" y="115383"/>
                  <a:pt x="823274" y="123491"/>
                </a:cubicBezTo>
                <a:lnTo>
                  <a:pt x="823274" y="1839700"/>
                </a:lnTo>
                <a:cubicBezTo>
                  <a:pt x="823274" y="1847809"/>
                  <a:pt x="822483" y="1855839"/>
                  <a:pt x="820901" y="1863792"/>
                </a:cubicBezTo>
                <a:cubicBezTo>
                  <a:pt x="819319" y="1871744"/>
                  <a:pt x="816976" y="1879467"/>
                  <a:pt x="813873" y="1886958"/>
                </a:cubicBezTo>
                <a:cubicBezTo>
                  <a:pt x="810770" y="1894450"/>
                  <a:pt x="806966" y="1901566"/>
                  <a:pt x="802461" y="1908308"/>
                </a:cubicBezTo>
                <a:cubicBezTo>
                  <a:pt x="797957" y="1915050"/>
                  <a:pt x="792838" y="1921288"/>
                  <a:pt x="787104" y="1927021"/>
                </a:cubicBezTo>
                <a:cubicBezTo>
                  <a:pt x="781370" y="1932755"/>
                  <a:pt x="775133" y="1937875"/>
                  <a:pt x="768390" y="1942380"/>
                </a:cubicBezTo>
                <a:cubicBezTo>
                  <a:pt x="761648" y="1946884"/>
                  <a:pt x="754532" y="1950688"/>
                  <a:pt x="747040" y="1953791"/>
                </a:cubicBezTo>
                <a:cubicBezTo>
                  <a:pt x="739549" y="1956894"/>
                  <a:pt x="731827" y="1959236"/>
                  <a:pt x="723874" y="1960818"/>
                </a:cubicBezTo>
                <a:cubicBezTo>
                  <a:pt x="715922" y="1962400"/>
                  <a:pt x="707891" y="1963191"/>
                  <a:pt x="699782" y="1963191"/>
                </a:cubicBezTo>
                <a:lnTo>
                  <a:pt x="123491" y="1963191"/>
                </a:lnTo>
                <a:cubicBezTo>
                  <a:pt x="115382" y="1963191"/>
                  <a:pt x="107352" y="1962400"/>
                  <a:pt x="99399" y="1960818"/>
                </a:cubicBezTo>
                <a:cubicBezTo>
                  <a:pt x="91446" y="1959236"/>
                  <a:pt x="83725" y="1956894"/>
                  <a:pt x="76233" y="1953791"/>
                </a:cubicBezTo>
                <a:cubicBezTo>
                  <a:pt x="68742" y="1950688"/>
                  <a:pt x="61625" y="1946884"/>
                  <a:pt x="54883" y="1942380"/>
                </a:cubicBezTo>
                <a:cubicBezTo>
                  <a:pt x="48141" y="1937875"/>
                  <a:pt x="41903" y="1932755"/>
                  <a:pt x="36170" y="1927021"/>
                </a:cubicBezTo>
                <a:cubicBezTo>
                  <a:pt x="30436" y="1921288"/>
                  <a:pt x="25317" y="1915050"/>
                  <a:pt x="20812" y="1908308"/>
                </a:cubicBezTo>
                <a:cubicBezTo>
                  <a:pt x="16307" y="1901566"/>
                  <a:pt x="12503" y="1894450"/>
                  <a:pt x="9400" y="1886958"/>
                </a:cubicBezTo>
                <a:cubicBezTo>
                  <a:pt x="6297" y="1879467"/>
                  <a:pt x="3955" y="1871744"/>
                  <a:pt x="2373" y="1863792"/>
                </a:cubicBezTo>
                <a:cubicBezTo>
                  <a:pt x="791" y="1855839"/>
                  <a:pt x="0" y="1847809"/>
                  <a:pt x="0" y="1839700"/>
                </a:cubicBezTo>
                <a:lnTo>
                  <a:pt x="0" y="123491"/>
                </a:lnTo>
                <a:cubicBezTo>
                  <a:pt x="0" y="115383"/>
                  <a:pt x="791" y="107352"/>
                  <a:pt x="2372" y="99399"/>
                </a:cubicBezTo>
                <a:cubicBezTo>
                  <a:pt x="3955" y="91447"/>
                  <a:pt x="6297" y="83725"/>
                  <a:pt x="9400" y="76233"/>
                </a:cubicBezTo>
                <a:cubicBezTo>
                  <a:pt x="12503" y="68742"/>
                  <a:pt x="16307" y="61625"/>
                  <a:pt x="20812" y="54884"/>
                </a:cubicBezTo>
                <a:cubicBezTo>
                  <a:pt x="25317" y="48141"/>
                  <a:pt x="30436" y="41904"/>
                  <a:pt x="36170" y="36170"/>
                </a:cubicBezTo>
                <a:cubicBezTo>
                  <a:pt x="41903" y="30436"/>
                  <a:pt x="48141" y="25317"/>
                  <a:pt x="54883" y="20813"/>
                </a:cubicBezTo>
                <a:cubicBezTo>
                  <a:pt x="61625" y="16308"/>
                  <a:pt x="68741" y="12504"/>
                  <a:pt x="76233" y="9401"/>
                </a:cubicBezTo>
                <a:cubicBezTo>
                  <a:pt x="83724" y="6297"/>
                  <a:pt x="91446" y="3955"/>
                  <a:pt x="99399" y="2373"/>
                </a:cubicBezTo>
                <a:cubicBezTo>
                  <a:pt x="107352" y="791"/>
                  <a:pt x="115382" y="0"/>
                  <a:pt x="12349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400" name="pdf-text-142-0">
            <a:extLst xmlns:a="http://schemas.openxmlformats.org/drawingml/2006/main">
              <a:ext uri="{FF2B5EF4-FFF2-40B4-BE49-F238E27FC236}">
                <a16:creationId xmlns:a16="http://schemas.microsoft.com/office/drawing/2014/main" id="{F6F868BD-BA38-4B2E-8B0F-271EB232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1546" y="504696"/>
            <a:ext cx="195212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401" name="pdf-text-143-0">
            <a:extLst xmlns:a="http://schemas.openxmlformats.org/drawingml/2006/main">
              <a:ext uri="{FF2B5EF4-FFF2-40B4-BE49-F238E27FC236}">
                <a16:creationId xmlns:a16="http://schemas.microsoft.com/office/drawing/2014/main" id="{D2D46F73-13FD-4140-8EEB-A43CE222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950" y="618688"/>
            <a:ext cx="422354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402" name="pdf-text-144-0">
            <a:extLst xmlns:a="http://schemas.openxmlformats.org/drawingml/2006/main">
              <a:ext uri="{FF2B5EF4-FFF2-40B4-BE49-F238E27FC236}">
                <a16:creationId xmlns:a16="http://schemas.microsoft.com/office/drawing/2014/main" id="{E9ED6AC2-5121-4934-971C-926F7C3B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7462" y="504696"/>
            <a:ext cx="374638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MuJoCo</a:t>
            </a:r>
          </a:p>
        </p:txBody>
      </p:sp>
      <p:sp>
        <p:nvSpPr>
          <p:cNvPr id="403" name="pdf-text-145-0">
            <a:extLst xmlns:a="http://schemas.openxmlformats.org/drawingml/2006/main">
              <a:ext uri="{FF2B5EF4-FFF2-40B4-BE49-F238E27FC236}">
                <a16:creationId xmlns:a16="http://schemas.microsoft.com/office/drawing/2014/main" id="{2EDACB4E-2853-4DAE-8D07-D119EE74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858" y="618688"/>
            <a:ext cx="675891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Physics Solver</a:t>
            </a:r>
          </a:p>
        </p:txBody>
      </p:sp>
      <p:sp>
        <p:nvSpPr>
          <p:cNvPr id="404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B95654DC-245A-47FF-B07B-34BD9C23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465" y="764662"/>
            <a:ext cx="545641" cy="316644"/>
          </a:xfrm>
          <a:custGeom xmlns:a="http://schemas.openxmlformats.org/drawingml/2006/main">
            <a:pathLst>
              <a:path w="545641" h="316644">
                <a:moveTo>
                  <a:pt x="47497" y="0"/>
                </a:moveTo>
                <a:lnTo>
                  <a:pt x="498144" y="0"/>
                </a:lnTo>
                <a:cubicBezTo>
                  <a:pt x="501263" y="0"/>
                  <a:pt x="504351" y="304"/>
                  <a:pt x="507410" y="913"/>
                </a:cubicBezTo>
                <a:cubicBezTo>
                  <a:pt x="510469" y="1522"/>
                  <a:pt x="513438" y="2423"/>
                  <a:pt x="516320" y="3615"/>
                </a:cubicBezTo>
                <a:cubicBezTo>
                  <a:pt x="519202" y="4809"/>
                  <a:pt x="521938" y="6273"/>
                  <a:pt x="524532" y="8005"/>
                </a:cubicBezTo>
                <a:cubicBezTo>
                  <a:pt x="527124" y="9737"/>
                  <a:pt x="529523" y="11706"/>
                  <a:pt x="531729" y="13912"/>
                </a:cubicBezTo>
                <a:cubicBezTo>
                  <a:pt x="533934" y="16117"/>
                  <a:pt x="535903" y="18516"/>
                  <a:pt x="537636" y="21109"/>
                </a:cubicBezTo>
                <a:cubicBezTo>
                  <a:pt x="539368" y="23702"/>
                  <a:pt x="540832" y="26439"/>
                  <a:pt x="542025" y="29321"/>
                </a:cubicBezTo>
                <a:cubicBezTo>
                  <a:pt x="543218" y="32202"/>
                  <a:pt x="544119" y="35172"/>
                  <a:pt x="544728" y="38231"/>
                </a:cubicBezTo>
                <a:cubicBezTo>
                  <a:pt x="545336" y="41289"/>
                  <a:pt x="545641" y="44378"/>
                  <a:pt x="545641" y="47497"/>
                </a:cubicBezTo>
                <a:lnTo>
                  <a:pt x="545641" y="269147"/>
                </a:lnTo>
                <a:cubicBezTo>
                  <a:pt x="545641" y="272267"/>
                  <a:pt x="545336" y="275355"/>
                  <a:pt x="544728" y="278414"/>
                </a:cubicBezTo>
                <a:cubicBezTo>
                  <a:pt x="544119" y="281473"/>
                  <a:pt x="543218" y="284442"/>
                  <a:pt x="542025" y="287324"/>
                </a:cubicBezTo>
                <a:cubicBezTo>
                  <a:pt x="540832" y="290205"/>
                  <a:pt x="539368" y="292942"/>
                  <a:pt x="537636" y="295535"/>
                </a:cubicBezTo>
                <a:cubicBezTo>
                  <a:pt x="535903" y="298129"/>
                  <a:pt x="533934" y="300528"/>
                  <a:pt x="531729" y="302732"/>
                </a:cubicBezTo>
                <a:cubicBezTo>
                  <a:pt x="529523" y="304937"/>
                  <a:pt x="527124" y="306907"/>
                  <a:pt x="524532" y="308639"/>
                </a:cubicBezTo>
                <a:cubicBezTo>
                  <a:pt x="521938" y="310372"/>
                  <a:pt x="519202" y="311835"/>
                  <a:pt x="516320" y="313028"/>
                </a:cubicBezTo>
                <a:cubicBezTo>
                  <a:pt x="513438" y="314222"/>
                  <a:pt x="510469" y="315123"/>
                  <a:pt x="507410" y="315732"/>
                </a:cubicBezTo>
                <a:cubicBezTo>
                  <a:pt x="504351" y="316339"/>
                  <a:pt x="501263" y="316644"/>
                  <a:pt x="498144" y="316644"/>
                </a:cubicBezTo>
                <a:lnTo>
                  <a:pt x="47497" y="316644"/>
                </a:lnTo>
                <a:cubicBezTo>
                  <a:pt x="44378" y="316644"/>
                  <a:pt x="41289" y="316339"/>
                  <a:pt x="38231" y="315732"/>
                </a:cubicBezTo>
                <a:cubicBezTo>
                  <a:pt x="35172" y="315123"/>
                  <a:pt x="32201" y="314222"/>
                  <a:pt x="29320" y="313028"/>
                </a:cubicBezTo>
                <a:cubicBezTo>
                  <a:pt x="26439" y="311835"/>
                  <a:pt x="23702" y="310372"/>
                  <a:pt x="21109" y="308639"/>
                </a:cubicBezTo>
                <a:cubicBezTo>
                  <a:pt x="18516" y="306907"/>
                  <a:pt x="16117" y="304937"/>
                  <a:pt x="13912" y="302732"/>
                </a:cubicBezTo>
                <a:cubicBezTo>
                  <a:pt x="11706" y="300528"/>
                  <a:pt x="9737" y="298129"/>
                  <a:pt x="8004" y="295535"/>
                </a:cubicBezTo>
                <a:cubicBezTo>
                  <a:pt x="6272" y="292942"/>
                  <a:pt x="4809" y="290205"/>
                  <a:pt x="3615" y="287324"/>
                </a:cubicBezTo>
                <a:cubicBezTo>
                  <a:pt x="2422" y="284442"/>
                  <a:pt x="1521" y="281473"/>
                  <a:pt x="913" y="278414"/>
                </a:cubicBezTo>
                <a:cubicBezTo>
                  <a:pt x="304" y="275355"/>
                  <a:pt x="0" y="272267"/>
                  <a:pt x="0" y="269147"/>
                </a:cubicBezTo>
                <a:lnTo>
                  <a:pt x="0" y="47497"/>
                </a:lnTo>
                <a:cubicBezTo>
                  <a:pt x="0" y="44378"/>
                  <a:pt x="304" y="41289"/>
                  <a:pt x="913" y="38231"/>
                </a:cubicBezTo>
                <a:cubicBezTo>
                  <a:pt x="1521" y="35172"/>
                  <a:pt x="2422" y="32202"/>
                  <a:pt x="3615" y="29321"/>
                </a:cubicBezTo>
                <a:cubicBezTo>
                  <a:pt x="4809" y="26439"/>
                  <a:pt x="6272" y="23702"/>
                  <a:pt x="8004" y="21109"/>
                </a:cubicBezTo>
                <a:cubicBezTo>
                  <a:pt x="9737" y="18516"/>
                  <a:pt x="11706" y="16117"/>
                  <a:pt x="13912" y="13912"/>
                </a:cubicBezTo>
                <a:cubicBezTo>
                  <a:pt x="16117" y="11706"/>
                  <a:pt x="18516" y="9737"/>
                  <a:pt x="21109" y="8005"/>
                </a:cubicBezTo>
                <a:cubicBezTo>
                  <a:pt x="23702" y="6273"/>
                  <a:pt x="26439" y="4809"/>
                  <a:pt x="29321" y="3615"/>
                </a:cubicBezTo>
                <a:cubicBezTo>
                  <a:pt x="32202" y="2423"/>
                  <a:pt x="35172" y="1522"/>
                  <a:pt x="38231" y="913"/>
                </a:cubicBezTo>
                <a:cubicBezTo>
                  <a:pt x="41289" y="304"/>
                  <a:pt x="44378" y="0"/>
                  <a:pt x="47497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05" name="pdf-text-146-0">
            <a:extLst xmlns:a="http://schemas.openxmlformats.org/drawingml/2006/main">
              <a:ext uri="{FF2B5EF4-FFF2-40B4-BE49-F238E27FC236}">
                <a16:creationId xmlns:a16="http://schemas.microsoft.com/office/drawing/2014/main" id="{ACDD196F-5975-4B23-8D4E-F47D8CC4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016" y="827672"/>
            <a:ext cx="358979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Property</a:t>
            </a:r>
          </a:p>
        </p:txBody>
      </p:sp>
      <p:sp>
        <p:nvSpPr>
          <p:cNvPr id="406" name="pdf-text-147-0">
            <a:extLst xmlns:a="http://schemas.openxmlformats.org/drawingml/2006/main">
              <a:ext uri="{FF2B5EF4-FFF2-40B4-BE49-F238E27FC236}">
                <a16:creationId xmlns:a16="http://schemas.microsoft.com/office/drawing/2014/main" id="{E7B99BD6-B618-461C-B5A8-1BD662AE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513" y="941664"/>
            <a:ext cx="396041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407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B730F3C9-1D7C-425B-85AF-E2E71798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465" y="1152551"/>
            <a:ext cx="545641" cy="308728"/>
          </a:xfrm>
          <a:custGeom xmlns:a="http://schemas.openxmlformats.org/drawingml/2006/main">
            <a:pathLst>
              <a:path w="545641" h="308728">
                <a:moveTo>
                  <a:pt x="46294" y="0"/>
                </a:moveTo>
                <a:lnTo>
                  <a:pt x="499347" y="0"/>
                </a:lnTo>
                <a:cubicBezTo>
                  <a:pt x="502387" y="0"/>
                  <a:pt x="505397" y="296"/>
                  <a:pt x="508378" y="889"/>
                </a:cubicBezTo>
                <a:cubicBezTo>
                  <a:pt x="511359" y="1482"/>
                  <a:pt x="514255" y="2361"/>
                  <a:pt x="517062" y="3524"/>
                </a:cubicBezTo>
                <a:cubicBezTo>
                  <a:pt x="519871" y="4687"/>
                  <a:pt x="522539" y="6113"/>
                  <a:pt x="525066" y="7802"/>
                </a:cubicBezTo>
                <a:cubicBezTo>
                  <a:pt x="527594" y="9491"/>
                  <a:pt x="529932" y="11410"/>
                  <a:pt x="532082" y="13559"/>
                </a:cubicBezTo>
                <a:cubicBezTo>
                  <a:pt x="534231" y="15709"/>
                  <a:pt x="536150" y="18047"/>
                  <a:pt x="537839" y="20575"/>
                </a:cubicBezTo>
                <a:cubicBezTo>
                  <a:pt x="539527" y="23102"/>
                  <a:pt x="540953" y="25770"/>
                  <a:pt x="542116" y="28578"/>
                </a:cubicBezTo>
                <a:cubicBezTo>
                  <a:pt x="543279" y="31386"/>
                  <a:pt x="544158" y="34281"/>
                  <a:pt x="544751" y="37262"/>
                </a:cubicBezTo>
                <a:cubicBezTo>
                  <a:pt x="545344" y="40244"/>
                  <a:pt x="545641" y="43254"/>
                  <a:pt x="545641" y="46293"/>
                </a:cubicBezTo>
                <a:lnTo>
                  <a:pt x="545641" y="262434"/>
                </a:lnTo>
                <a:cubicBezTo>
                  <a:pt x="545641" y="265474"/>
                  <a:pt x="545344" y="268484"/>
                  <a:pt x="544751" y="271466"/>
                </a:cubicBezTo>
                <a:cubicBezTo>
                  <a:pt x="544158" y="274447"/>
                  <a:pt x="543279" y="277342"/>
                  <a:pt x="542116" y="280151"/>
                </a:cubicBezTo>
                <a:cubicBezTo>
                  <a:pt x="540953" y="282959"/>
                  <a:pt x="539527" y="285626"/>
                  <a:pt x="537839" y="288154"/>
                </a:cubicBezTo>
                <a:cubicBezTo>
                  <a:pt x="536150" y="290681"/>
                  <a:pt x="534231" y="293019"/>
                  <a:pt x="532082" y="295169"/>
                </a:cubicBezTo>
                <a:cubicBezTo>
                  <a:pt x="529932" y="297318"/>
                  <a:pt x="527594" y="299237"/>
                  <a:pt x="525066" y="300926"/>
                </a:cubicBezTo>
                <a:cubicBezTo>
                  <a:pt x="522539" y="302615"/>
                  <a:pt x="519871" y="304041"/>
                  <a:pt x="517062" y="305204"/>
                </a:cubicBezTo>
                <a:cubicBezTo>
                  <a:pt x="514255" y="306368"/>
                  <a:pt x="511359" y="307246"/>
                  <a:pt x="508378" y="307839"/>
                </a:cubicBezTo>
                <a:cubicBezTo>
                  <a:pt x="505397" y="308432"/>
                  <a:pt x="502387" y="308728"/>
                  <a:pt x="499347" y="308728"/>
                </a:cubicBezTo>
                <a:lnTo>
                  <a:pt x="46294" y="308728"/>
                </a:lnTo>
                <a:cubicBezTo>
                  <a:pt x="43254" y="308728"/>
                  <a:pt x="40243" y="308432"/>
                  <a:pt x="37262" y="307839"/>
                </a:cubicBezTo>
                <a:cubicBezTo>
                  <a:pt x="34280" y="307246"/>
                  <a:pt x="31386" y="306368"/>
                  <a:pt x="28578" y="305204"/>
                </a:cubicBezTo>
                <a:cubicBezTo>
                  <a:pt x="25769" y="304041"/>
                  <a:pt x="23102" y="302615"/>
                  <a:pt x="20574" y="300926"/>
                </a:cubicBezTo>
                <a:cubicBezTo>
                  <a:pt x="18047" y="299237"/>
                  <a:pt x="15708" y="297318"/>
                  <a:pt x="13559" y="295169"/>
                </a:cubicBezTo>
                <a:cubicBezTo>
                  <a:pt x="11410" y="293019"/>
                  <a:pt x="9491" y="290681"/>
                  <a:pt x="7802" y="288153"/>
                </a:cubicBezTo>
                <a:cubicBezTo>
                  <a:pt x="6113" y="285626"/>
                  <a:pt x="4687" y="282959"/>
                  <a:pt x="3523" y="280151"/>
                </a:cubicBezTo>
                <a:cubicBezTo>
                  <a:pt x="2361" y="277342"/>
                  <a:pt x="1482" y="274447"/>
                  <a:pt x="889" y="271466"/>
                </a:cubicBezTo>
                <a:cubicBezTo>
                  <a:pt x="296" y="268484"/>
                  <a:pt x="0" y="265474"/>
                  <a:pt x="0" y="262434"/>
                </a:cubicBezTo>
                <a:lnTo>
                  <a:pt x="0" y="46293"/>
                </a:lnTo>
                <a:cubicBezTo>
                  <a:pt x="0" y="43254"/>
                  <a:pt x="296" y="40244"/>
                  <a:pt x="889" y="37262"/>
                </a:cubicBezTo>
                <a:cubicBezTo>
                  <a:pt x="1482" y="34281"/>
                  <a:pt x="2361" y="31386"/>
                  <a:pt x="3524" y="28578"/>
                </a:cubicBezTo>
                <a:cubicBezTo>
                  <a:pt x="4687" y="25770"/>
                  <a:pt x="6113" y="23102"/>
                  <a:pt x="7802" y="20575"/>
                </a:cubicBezTo>
                <a:cubicBezTo>
                  <a:pt x="9491" y="18047"/>
                  <a:pt x="11410" y="15709"/>
                  <a:pt x="13559" y="13559"/>
                </a:cubicBezTo>
                <a:cubicBezTo>
                  <a:pt x="15708" y="11410"/>
                  <a:pt x="18047" y="9491"/>
                  <a:pt x="20574" y="7802"/>
                </a:cubicBezTo>
                <a:cubicBezTo>
                  <a:pt x="23102" y="6113"/>
                  <a:pt x="25770" y="4687"/>
                  <a:pt x="28578" y="3524"/>
                </a:cubicBezTo>
                <a:cubicBezTo>
                  <a:pt x="31386" y="2361"/>
                  <a:pt x="34281" y="1482"/>
                  <a:pt x="37262" y="889"/>
                </a:cubicBezTo>
                <a:cubicBezTo>
                  <a:pt x="40243" y="296"/>
                  <a:pt x="43254" y="0"/>
                  <a:pt x="46294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08" name="pdf-text-148-0">
            <a:extLst xmlns:a="http://schemas.openxmlformats.org/drawingml/2006/main">
              <a:ext uri="{FF2B5EF4-FFF2-40B4-BE49-F238E27FC236}">
                <a16:creationId xmlns:a16="http://schemas.microsoft.com/office/drawing/2014/main" id="{D771248B-4DD7-42B1-8294-AE906AAB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170" y="1213978"/>
            <a:ext cx="274640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409" name="pdf-text-149-0">
            <a:extLst xmlns:a="http://schemas.openxmlformats.org/drawingml/2006/main">
              <a:ext uri="{FF2B5EF4-FFF2-40B4-BE49-F238E27FC236}">
                <a16:creationId xmlns:a16="http://schemas.microsoft.com/office/drawing/2014/main" id="{15D88C21-B77D-4077-AC1B-B6007A1B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688" y="1327969"/>
            <a:ext cx="353659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410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C7FFAB6F-AE51-41CC-B0A4-D4321788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465" y="1543605"/>
            <a:ext cx="545641" cy="424303"/>
          </a:xfrm>
          <a:custGeom xmlns:a="http://schemas.openxmlformats.org/drawingml/2006/main">
            <a:pathLst>
              <a:path w="545641" h="424303">
                <a:moveTo>
                  <a:pt x="63645" y="0"/>
                </a:moveTo>
                <a:lnTo>
                  <a:pt x="481995" y="0"/>
                </a:lnTo>
                <a:cubicBezTo>
                  <a:pt x="486174" y="0"/>
                  <a:pt x="490313" y="408"/>
                  <a:pt x="494411" y="1223"/>
                </a:cubicBezTo>
                <a:cubicBezTo>
                  <a:pt x="498511" y="2039"/>
                  <a:pt x="502491" y="3246"/>
                  <a:pt x="506351" y="4845"/>
                </a:cubicBezTo>
                <a:cubicBezTo>
                  <a:pt x="510212" y="6444"/>
                  <a:pt x="513880" y="8405"/>
                  <a:pt x="517355" y="10727"/>
                </a:cubicBezTo>
                <a:cubicBezTo>
                  <a:pt x="520830" y="13048"/>
                  <a:pt x="524044" y="15686"/>
                  <a:pt x="526999" y="18642"/>
                </a:cubicBezTo>
                <a:cubicBezTo>
                  <a:pt x="529954" y="21597"/>
                  <a:pt x="532593" y="24811"/>
                  <a:pt x="534914" y="28286"/>
                </a:cubicBezTo>
                <a:cubicBezTo>
                  <a:pt x="537236" y="31761"/>
                  <a:pt x="539197" y="35428"/>
                  <a:pt x="540796" y="39290"/>
                </a:cubicBezTo>
                <a:cubicBezTo>
                  <a:pt x="542395" y="43150"/>
                  <a:pt x="543602" y="47130"/>
                  <a:pt x="544417" y="51229"/>
                </a:cubicBezTo>
                <a:cubicBezTo>
                  <a:pt x="545233" y="55327"/>
                  <a:pt x="545641" y="59467"/>
                  <a:pt x="545641" y="63646"/>
                </a:cubicBezTo>
                <a:lnTo>
                  <a:pt x="545641" y="360657"/>
                </a:lnTo>
                <a:cubicBezTo>
                  <a:pt x="545641" y="364836"/>
                  <a:pt x="545233" y="368976"/>
                  <a:pt x="544417" y="373074"/>
                </a:cubicBezTo>
                <a:cubicBezTo>
                  <a:pt x="543602" y="377173"/>
                  <a:pt x="542395" y="381153"/>
                  <a:pt x="540796" y="385013"/>
                </a:cubicBezTo>
                <a:cubicBezTo>
                  <a:pt x="539197" y="388875"/>
                  <a:pt x="537236" y="392543"/>
                  <a:pt x="534914" y="396017"/>
                </a:cubicBezTo>
                <a:cubicBezTo>
                  <a:pt x="532593" y="399492"/>
                  <a:pt x="529954" y="402706"/>
                  <a:pt x="526999" y="405662"/>
                </a:cubicBezTo>
                <a:cubicBezTo>
                  <a:pt x="524044" y="408617"/>
                  <a:pt x="520829" y="411255"/>
                  <a:pt x="517355" y="413577"/>
                </a:cubicBezTo>
                <a:cubicBezTo>
                  <a:pt x="513880" y="415898"/>
                  <a:pt x="510212" y="417859"/>
                  <a:pt x="506351" y="419458"/>
                </a:cubicBezTo>
                <a:cubicBezTo>
                  <a:pt x="502490" y="421057"/>
                  <a:pt x="498510" y="422264"/>
                  <a:pt x="494411" y="423080"/>
                </a:cubicBezTo>
                <a:cubicBezTo>
                  <a:pt x="490313" y="423895"/>
                  <a:pt x="486174" y="424303"/>
                  <a:pt x="481995" y="424303"/>
                </a:cubicBezTo>
                <a:lnTo>
                  <a:pt x="63645" y="424303"/>
                </a:lnTo>
                <a:cubicBezTo>
                  <a:pt x="59467" y="424303"/>
                  <a:pt x="55327" y="423895"/>
                  <a:pt x="51229" y="423080"/>
                </a:cubicBezTo>
                <a:cubicBezTo>
                  <a:pt x="47130" y="422264"/>
                  <a:pt x="43150" y="421057"/>
                  <a:pt x="39289" y="419458"/>
                </a:cubicBezTo>
                <a:cubicBezTo>
                  <a:pt x="35429" y="417859"/>
                  <a:pt x="31761" y="415898"/>
                  <a:pt x="28286" y="413577"/>
                </a:cubicBezTo>
                <a:cubicBezTo>
                  <a:pt x="24811" y="411255"/>
                  <a:pt x="21596" y="408617"/>
                  <a:pt x="18641" y="405662"/>
                </a:cubicBezTo>
                <a:cubicBezTo>
                  <a:pt x="15686" y="402706"/>
                  <a:pt x="13048" y="399492"/>
                  <a:pt x="10726" y="396017"/>
                </a:cubicBezTo>
                <a:cubicBezTo>
                  <a:pt x="8404" y="392543"/>
                  <a:pt x="6444" y="388875"/>
                  <a:pt x="4845" y="385013"/>
                </a:cubicBezTo>
                <a:cubicBezTo>
                  <a:pt x="3245" y="381153"/>
                  <a:pt x="2038" y="377173"/>
                  <a:pt x="1223" y="373074"/>
                </a:cubicBezTo>
                <a:cubicBezTo>
                  <a:pt x="408" y="368976"/>
                  <a:pt x="0" y="364836"/>
                  <a:pt x="0" y="360657"/>
                </a:cubicBezTo>
                <a:lnTo>
                  <a:pt x="0" y="63646"/>
                </a:lnTo>
                <a:cubicBezTo>
                  <a:pt x="0" y="59467"/>
                  <a:pt x="408" y="55327"/>
                  <a:pt x="1223" y="51229"/>
                </a:cubicBezTo>
                <a:cubicBezTo>
                  <a:pt x="2038" y="47130"/>
                  <a:pt x="3245" y="43150"/>
                  <a:pt x="4845" y="39290"/>
                </a:cubicBezTo>
                <a:cubicBezTo>
                  <a:pt x="6444" y="35428"/>
                  <a:pt x="8405" y="31761"/>
                  <a:pt x="10727" y="28286"/>
                </a:cubicBezTo>
                <a:cubicBezTo>
                  <a:pt x="13048" y="24811"/>
                  <a:pt x="15687" y="21597"/>
                  <a:pt x="18642" y="18642"/>
                </a:cubicBezTo>
                <a:cubicBezTo>
                  <a:pt x="21597" y="15686"/>
                  <a:pt x="24811" y="13048"/>
                  <a:pt x="28286" y="10727"/>
                </a:cubicBezTo>
                <a:cubicBezTo>
                  <a:pt x="31761" y="8405"/>
                  <a:pt x="35429" y="6444"/>
                  <a:pt x="39289" y="4845"/>
                </a:cubicBezTo>
                <a:cubicBezTo>
                  <a:pt x="43150" y="3246"/>
                  <a:pt x="47130" y="2039"/>
                  <a:pt x="51229" y="1223"/>
                </a:cubicBezTo>
                <a:cubicBezTo>
                  <a:pt x="55327" y="408"/>
                  <a:pt x="59467" y="0"/>
                  <a:pt x="63645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11" name="pdf-text-150-0">
            <a:extLst xmlns:a="http://schemas.openxmlformats.org/drawingml/2006/main">
              <a:ext uri="{FF2B5EF4-FFF2-40B4-BE49-F238E27FC236}">
                <a16:creationId xmlns:a16="http://schemas.microsoft.com/office/drawing/2014/main" id="{D155DFDA-17AC-4277-8188-9EA70A33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353" y="1606616"/>
            <a:ext cx="290410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Spatial</a:t>
            </a:r>
          </a:p>
        </p:txBody>
      </p:sp>
      <p:sp>
        <p:nvSpPr>
          <p:cNvPr id="412" name="pdf-text-151-0">
            <a:extLst xmlns:a="http://schemas.openxmlformats.org/drawingml/2006/main">
              <a:ext uri="{FF2B5EF4-FFF2-40B4-BE49-F238E27FC236}">
                <a16:creationId xmlns:a16="http://schemas.microsoft.com/office/drawing/2014/main" id="{EA89C4F9-18F1-4AC8-999C-CAC90F0A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6925" y="1720608"/>
            <a:ext cx="285154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Layout</a:t>
            </a:r>
          </a:p>
        </p:txBody>
      </p:sp>
      <p:sp>
        <p:nvSpPr>
          <p:cNvPr id="413" name="pdf-text-152-0">
            <a:extLst xmlns:a="http://schemas.openxmlformats.org/drawingml/2006/main">
              <a:ext uri="{FF2B5EF4-FFF2-40B4-BE49-F238E27FC236}">
                <a16:creationId xmlns:a16="http://schemas.microsoft.com/office/drawing/2014/main" id="{0AB1D605-2B7D-497A-B524-B2883D76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604" y="1834599"/>
            <a:ext cx="469946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Generation</a:t>
            </a:r>
          </a:p>
        </p:txBody>
      </p:sp>
      <p:sp>
        <p:nvSpPr>
          <p:cNvPr id="414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DA3EBB7C-A77B-42C1-925C-760327BD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465" y="2056569"/>
            <a:ext cx="542031" cy="284979"/>
          </a:xfrm>
          <a:custGeom xmlns:a="http://schemas.openxmlformats.org/drawingml/2006/main">
            <a:pathLst>
              <a:path w="542031" h="284979">
                <a:moveTo>
                  <a:pt x="42747" y="0"/>
                </a:moveTo>
                <a:lnTo>
                  <a:pt x="499284" y="0"/>
                </a:lnTo>
                <a:cubicBezTo>
                  <a:pt x="502090" y="0"/>
                  <a:pt x="504870" y="274"/>
                  <a:pt x="507623" y="821"/>
                </a:cubicBezTo>
                <a:cubicBezTo>
                  <a:pt x="510376" y="1368"/>
                  <a:pt x="513049" y="2179"/>
                  <a:pt x="515642" y="3254"/>
                </a:cubicBezTo>
                <a:cubicBezTo>
                  <a:pt x="518235" y="4328"/>
                  <a:pt x="520699" y="5645"/>
                  <a:pt x="523032" y="7204"/>
                </a:cubicBezTo>
                <a:cubicBezTo>
                  <a:pt x="525366" y="8763"/>
                  <a:pt x="527526" y="10535"/>
                  <a:pt x="529510" y="12520"/>
                </a:cubicBezTo>
                <a:cubicBezTo>
                  <a:pt x="531495" y="14505"/>
                  <a:pt x="533267" y="16664"/>
                  <a:pt x="534826" y="18997"/>
                </a:cubicBezTo>
                <a:cubicBezTo>
                  <a:pt x="536386" y="21331"/>
                  <a:pt x="537702" y="23794"/>
                  <a:pt x="538776" y="26388"/>
                </a:cubicBezTo>
                <a:cubicBezTo>
                  <a:pt x="539851" y="28981"/>
                  <a:pt x="540662" y="31654"/>
                  <a:pt x="541209" y="34407"/>
                </a:cubicBezTo>
                <a:cubicBezTo>
                  <a:pt x="541757" y="37160"/>
                  <a:pt x="542031" y="39939"/>
                  <a:pt x="542031" y="42747"/>
                </a:cubicBezTo>
                <a:lnTo>
                  <a:pt x="542031" y="242233"/>
                </a:lnTo>
                <a:cubicBezTo>
                  <a:pt x="542031" y="245039"/>
                  <a:pt x="541757" y="247819"/>
                  <a:pt x="541209" y="250572"/>
                </a:cubicBezTo>
                <a:cubicBezTo>
                  <a:pt x="540662" y="253324"/>
                  <a:pt x="539851" y="255998"/>
                  <a:pt x="538776" y="258590"/>
                </a:cubicBezTo>
                <a:cubicBezTo>
                  <a:pt x="537702" y="261184"/>
                  <a:pt x="536386" y="263647"/>
                  <a:pt x="534826" y="265981"/>
                </a:cubicBezTo>
                <a:cubicBezTo>
                  <a:pt x="533267" y="268314"/>
                  <a:pt x="531495" y="270474"/>
                  <a:pt x="529510" y="272458"/>
                </a:cubicBezTo>
                <a:cubicBezTo>
                  <a:pt x="527526" y="274443"/>
                  <a:pt x="525366" y="276215"/>
                  <a:pt x="523032" y="277775"/>
                </a:cubicBezTo>
                <a:cubicBezTo>
                  <a:pt x="520699" y="279334"/>
                  <a:pt x="518235" y="280651"/>
                  <a:pt x="515642" y="281725"/>
                </a:cubicBezTo>
                <a:cubicBezTo>
                  <a:pt x="513049" y="282799"/>
                  <a:pt x="510376" y="283610"/>
                  <a:pt x="507624" y="284158"/>
                </a:cubicBezTo>
                <a:cubicBezTo>
                  <a:pt x="504870" y="284705"/>
                  <a:pt x="502090" y="284979"/>
                  <a:pt x="499284" y="284979"/>
                </a:cubicBezTo>
                <a:lnTo>
                  <a:pt x="42747" y="284979"/>
                </a:lnTo>
                <a:cubicBezTo>
                  <a:pt x="39940" y="284979"/>
                  <a:pt x="37160" y="284705"/>
                  <a:pt x="34407" y="284158"/>
                </a:cubicBezTo>
                <a:cubicBezTo>
                  <a:pt x="31655" y="283610"/>
                  <a:pt x="28982" y="282799"/>
                  <a:pt x="26388" y="281725"/>
                </a:cubicBezTo>
                <a:cubicBezTo>
                  <a:pt x="23795" y="280651"/>
                  <a:pt x="21331" y="279334"/>
                  <a:pt x="18998" y="277775"/>
                </a:cubicBezTo>
                <a:cubicBezTo>
                  <a:pt x="16664" y="276215"/>
                  <a:pt x="14505" y="274443"/>
                  <a:pt x="12520" y="272458"/>
                </a:cubicBezTo>
                <a:cubicBezTo>
                  <a:pt x="10536" y="270474"/>
                  <a:pt x="8764" y="268314"/>
                  <a:pt x="7204" y="265981"/>
                </a:cubicBezTo>
                <a:cubicBezTo>
                  <a:pt x="5645" y="263647"/>
                  <a:pt x="4328" y="261184"/>
                  <a:pt x="3254" y="258590"/>
                </a:cubicBezTo>
                <a:cubicBezTo>
                  <a:pt x="2180" y="255998"/>
                  <a:pt x="1369" y="253324"/>
                  <a:pt x="821" y="250572"/>
                </a:cubicBezTo>
                <a:cubicBezTo>
                  <a:pt x="274" y="247819"/>
                  <a:pt x="0" y="245039"/>
                  <a:pt x="0" y="242233"/>
                </a:cubicBezTo>
                <a:lnTo>
                  <a:pt x="0" y="42747"/>
                </a:lnTo>
                <a:cubicBezTo>
                  <a:pt x="0" y="39939"/>
                  <a:pt x="274" y="37160"/>
                  <a:pt x="821" y="34407"/>
                </a:cubicBezTo>
                <a:cubicBezTo>
                  <a:pt x="1369" y="31654"/>
                  <a:pt x="2180" y="28981"/>
                  <a:pt x="3254" y="26388"/>
                </a:cubicBezTo>
                <a:cubicBezTo>
                  <a:pt x="4328" y="23794"/>
                  <a:pt x="5645" y="21331"/>
                  <a:pt x="7204" y="18997"/>
                </a:cubicBezTo>
                <a:cubicBezTo>
                  <a:pt x="8764" y="16664"/>
                  <a:pt x="10536" y="14505"/>
                  <a:pt x="12520" y="12520"/>
                </a:cubicBezTo>
                <a:cubicBezTo>
                  <a:pt x="14505" y="10535"/>
                  <a:pt x="16664" y="8763"/>
                  <a:pt x="18998" y="7204"/>
                </a:cubicBezTo>
                <a:cubicBezTo>
                  <a:pt x="21331" y="5645"/>
                  <a:pt x="23795" y="4328"/>
                  <a:pt x="26388" y="3254"/>
                </a:cubicBezTo>
                <a:cubicBezTo>
                  <a:pt x="28982" y="2179"/>
                  <a:pt x="31655" y="1368"/>
                  <a:pt x="34407" y="821"/>
                </a:cubicBezTo>
                <a:cubicBezTo>
                  <a:pt x="37160" y="274"/>
                  <a:pt x="39940" y="0"/>
                  <a:pt x="42747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15" name="pdf-text-153-0">
            <a:extLst xmlns:a="http://schemas.openxmlformats.org/drawingml/2006/main">
              <a:ext uri="{FF2B5EF4-FFF2-40B4-BE49-F238E27FC236}">
                <a16:creationId xmlns:a16="http://schemas.microsoft.com/office/drawing/2014/main" id="{63DFE4F8-F277-41B9-9F35-A5B116ED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016" y="2106913"/>
            <a:ext cx="358979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416" name="pdf-text-154-0">
            <a:extLst xmlns:a="http://schemas.openxmlformats.org/drawingml/2006/main">
              <a:ext uri="{FF2B5EF4-FFF2-40B4-BE49-F238E27FC236}">
                <a16:creationId xmlns:a16="http://schemas.microsoft.com/office/drawing/2014/main" id="{4E888C3B-F14A-4CB2-A51C-12975796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688" y="2220905"/>
            <a:ext cx="353660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Checker</a:t>
            </a:r>
          </a:p>
        </p:txBody>
      </p:sp>
      <p:sp>
        <p:nvSpPr>
          <p:cNvPr id="417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5C8E3A54-94C2-47C2-81AD-B847FBB5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3739" y="758329"/>
            <a:ext cx="823274" cy="322977"/>
          </a:xfrm>
          <a:custGeom xmlns:a="http://schemas.openxmlformats.org/drawingml/2006/main">
            <a:pathLst>
              <a:path w="823274" h="322977">
                <a:moveTo>
                  <a:pt x="48447" y="0"/>
                </a:moveTo>
                <a:lnTo>
                  <a:pt x="774827" y="0"/>
                </a:lnTo>
                <a:cubicBezTo>
                  <a:pt x="778008" y="0"/>
                  <a:pt x="781159" y="310"/>
                  <a:pt x="784278" y="931"/>
                </a:cubicBezTo>
                <a:cubicBezTo>
                  <a:pt x="787398" y="1551"/>
                  <a:pt x="790428" y="2470"/>
                  <a:pt x="793367" y="3688"/>
                </a:cubicBezTo>
                <a:cubicBezTo>
                  <a:pt x="796305" y="4905"/>
                  <a:pt x="799097" y="6397"/>
                  <a:pt x="801742" y="8165"/>
                </a:cubicBezTo>
                <a:cubicBezTo>
                  <a:pt x="804387" y="9933"/>
                  <a:pt x="806834" y="11941"/>
                  <a:pt x="809084" y="14190"/>
                </a:cubicBezTo>
                <a:cubicBezTo>
                  <a:pt x="811333" y="16440"/>
                  <a:pt x="813341" y="18887"/>
                  <a:pt x="815109" y="21532"/>
                </a:cubicBezTo>
                <a:cubicBezTo>
                  <a:pt x="816876" y="24176"/>
                  <a:pt x="818369" y="26968"/>
                  <a:pt x="819586" y="29907"/>
                </a:cubicBezTo>
                <a:cubicBezTo>
                  <a:pt x="820803" y="32846"/>
                  <a:pt x="821722" y="35876"/>
                  <a:pt x="822343" y="38995"/>
                </a:cubicBezTo>
                <a:cubicBezTo>
                  <a:pt x="822963" y="42115"/>
                  <a:pt x="823274" y="45266"/>
                  <a:pt x="823274" y="48446"/>
                </a:cubicBezTo>
                <a:lnTo>
                  <a:pt x="823274" y="274530"/>
                </a:lnTo>
                <a:cubicBezTo>
                  <a:pt x="823274" y="277712"/>
                  <a:pt x="822963" y="280861"/>
                  <a:pt x="822343" y="283982"/>
                </a:cubicBezTo>
                <a:cubicBezTo>
                  <a:pt x="821722" y="287102"/>
                  <a:pt x="820803" y="290131"/>
                  <a:pt x="819586" y="293070"/>
                </a:cubicBezTo>
                <a:cubicBezTo>
                  <a:pt x="818369" y="296009"/>
                  <a:pt x="816876" y="298801"/>
                  <a:pt x="815109" y="301446"/>
                </a:cubicBezTo>
                <a:cubicBezTo>
                  <a:pt x="813341" y="304091"/>
                  <a:pt x="811333" y="306538"/>
                  <a:pt x="809084" y="308788"/>
                </a:cubicBezTo>
                <a:cubicBezTo>
                  <a:pt x="806834" y="311037"/>
                  <a:pt x="804387" y="313045"/>
                  <a:pt x="801742" y="314812"/>
                </a:cubicBezTo>
                <a:cubicBezTo>
                  <a:pt x="799098" y="316579"/>
                  <a:pt x="796305" y="318071"/>
                  <a:pt x="793367" y="319289"/>
                </a:cubicBezTo>
                <a:cubicBezTo>
                  <a:pt x="790428" y="320506"/>
                  <a:pt x="787398" y="321425"/>
                  <a:pt x="784279" y="322046"/>
                </a:cubicBezTo>
                <a:cubicBezTo>
                  <a:pt x="781159" y="322666"/>
                  <a:pt x="778008" y="322977"/>
                  <a:pt x="774827" y="322977"/>
                </a:cubicBezTo>
                <a:lnTo>
                  <a:pt x="48447" y="322977"/>
                </a:lnTo>
                <a:cubicBezTo>
                  <a:pt x="45265" y="322977"/>
                  <a:pt x="42115" y="322666"/>
                  <a:pt x="38995" y="322046"/>
                </a:cubicBezTo>
                <a:cubicBezTo>
                  <a:pt x="35875" y="321425"/>
                  <a:pt x="32846" y="320506"/>
                  <a:pt x="29907" y="319289"/>
                </a:cubicBezTo>
                <a:cubicBezTo>
                  <a:pt x="26967" y="318071"/>
                  <a:pt x="24176" y="316579"/>
                  <a:pt x="21531" y="314812"/>
                </a:cubicBezTo>
                <a:cubicBezTo>
                  <a:pt x="18886" y="313045"/>
                  <a:pt x="16439" y="311037"/>
                  <a:pt x="14189" y="308788"/>
                </a:cubicBezTo>
                <a:cubicBezTo>
                  <a:pt x="11940" y="306538"/>
                  <a:pt x="9932" y="304091"/>
                  <a:pt x="8164" y="301446"/>
                </a:cubicBezTo>
                <a:cubicBezTo>
                  <a:pt x="6397" y="298801"/>
                  <a:pt x="4905" y="296009"/>
                  <a:pt x="3687" y="293070"/>
                </a:cubicBezTo>
                <a:cubicBezTo>
                  <a:pt x="2470" y="290131"/>
                  <a:pt x="1551" y="287102"/>
                  <a:pt x="931" y="283982"/>
                </a:cubicBezTo>
                <a:cubicBezTo>
                  <a:pt x="310" y="280861"/>
                  <a:pt x="0" y="277712"/>
                  <a:pt x="0" y="274530"/>
                </a:cubicBezTo>
                <a:lnTo>
                  <a:pt x="0" y="48446"/>
                </a:lnTo>
                <a:cubicBezTo>
                  <a:pt x="0" y="45266"/>
                  <a:pt x="310" y="42115"/>
                  <a:pt x="931" y="38995"/>
                </a:cubicBezTo>
                <a:cubicBezTo>
                  <a:pt x="1551" y="35876"/>
                  <a:pt x="2470" y="32846"/>
                  <a:pt x="3687" y="29907"/>
                </a:cubicBezTo>
                <a:cubicBezTo>
                  <a:pt x="4905" y="26968"/>
                  <a:pt x="6397" y="24176"/>
                  <a:pt x="8164" y="21532"/>
                </a:cubicBezTo>
                <a:cubicBezTo>
                  <a:pt x="9932" y="18887"/>
                  <a:pt x="11940" y="16439"/>
                  <a:pt x="14189" y="14190"/>
                </a:cubicBezTo>
                <a:cubicBezTo>
                  <a:pt x="16439" y="11940"/>
                  <a:pt x="18886" y="9933"/>
                  <a:pt x="21531" y="8165"/>
                </a:cubicBezTo>
                <a:cubicBezTo>
                  <a:pt x="24176" y="6397"/>
                  <a:pt x="26968" y="4905"/>
                  <a:pt x="29907" y="3688"/>
                </a:cubicBezTo>
                <a:cubicBezTo>
                  <a:pt x="32846" y="2470"/>
                  <a:pt x="35875" y="1551"/>
                  <a:pt x="38995" y="931"/>
                </a:cubicBezTo>
                <a:cubicBezTo>
                  <a:pt x="42115" y="310"/>
                  <a:pt x="45265" y="0"/>
                  <a:pt x="48447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18" name="pdf-text-155-0">
            <a:extLst xmlns:a="http://schemas.openxmlformats.org/drawingml/2006/main">
              <a:ext uri="{FF2B5EF4-FFF2-40B4-BE49-F238E27FC236}">
                <a16:creationId xmlns:a16="http://schemas.microsoft.com/office/drawing/2014/main" id="{9633FA7E-C711-4515-8377-FC28B62C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7789" y="827672"/>
            <a:ext cx="448652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Multi-Body</a:t>
            </a:r>
          </a:p>
        </p:txBody>
      </p:sp>
      <p:sp>
        <p:nvSpPr>
          <p:cNvPr id="419" name="pdf-text-156-0">
            <a:extLst xmlns:a="http://schemas.openxmlformats.org/drawingml/2006/main">
              <a:ext uri="{FF2B5EF4-FFF2-40B4-BE49-F238E27FC236}">
                <a16:creationId xmlns:a16="http://schemas.microsoft.com/office/drawing/2014/main" id="{5413E012-8AF7-4371-B08D-34EF3A91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3620" y="941664"/>
            <a:ext cx="416925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Dynamics</a:t>
            </a:r>
          </a:p>
        </p:txBody>
      </p:sp>
      <p:sp>
        <p:nvSpPr>
          <p:cNvPr id="420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D279135F-C1EE-4C91-980F-5EE7C26F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3739" y="1152551"/>
            <a:ext cx="823274" cy="329310"/>
          </a:xfrm>
          <a:custGeom xmlns:a="http://schemas.openxmlformats.org/drawingml/2006/main">
            <a:pathLst>
              <a:path w="823274" h="329310">
                <a:moveTo>
                  <a:pt x="49396" y="0"/>
                </a:moveTo>
                <a:lnTo>
                  <a:pt x="773877" y="0"/>
                </a:lnTo>
                <a:cubicBezTo>
                  <a:pt x="777121" y="0"/>
                  <a:pt x="780333" y="317"/>
                  <a:pt x="783514" y="950"/>
                </a:cubicBezTo>
                <a:cubicBezTo>
                  <a:pt x="786695" y="1582"/>
                  <a:pt x="789783" y="2519"/>
                  <a:pt x="792781" y="3760"/>
                </a:cubicBezTo>
                <a:cubicBezTo>
                  <a:pt x="795777" y="5002"/>
                  <a:pt x="798623" y="6523"/>
                  <a:pt x="801320" y="8325"/>
                </a:cubicBezTo>
                <a:cubicBezTo>
                  <a:pt x="804017" y="10127"/>
                  <a:pt x="806512" y="12175"/>
                  <a:pt x="808806" y="14468"/>
                </a:cubicBezTo>
                <a:cubicBezTo>
                  <a:pt x="811099" y="16761"/>
                  <a:pt x="813147" y="19256"/>
                  <a:pt x="814949" y="21954"/>
                </a:cubicBezTo>
                <a:cubicBezTo>
                  <a:pt x="816750" y="24651"/>
                  <a:pt x="818272" y="27497"/>
                  <a:pt x="819513" y="30493"/>
                </a:cubicBezTo>
                <a:cubicBezTo>
                  <a:pt x="820755" y="33490"/>
                  <a:pt x="821692" y="36579"/>
                  <a:pt x="822324" y="39760"/>
                </a:cubicBezTo>
                <a:cubicBezTo>
                  <a:pt x="822957" y="42941"/>
                  <a:pt x="823274" y="46154"/>
                  <a:pt x="823274" y="49397"/>
                </a:cubicBezTo>
                <a:lnTo>
                  <a:pt x="823274" y="279913"/>
                </a:lnTo>
                <a:cubicBezTo>
                  <a:pt x="823274" y="283157"/>
                  <a:pt x="822957" y="286369"/>
                  <a:pt x="822324" y="289550"/>
                </a:cubicBezTo>
                <a:cubicBezTo>
                  <a:pt x="821692" y="292732"/>
                  <a:pt x="820755" y="295820"/>
                  <a:pt x="819513" y="298817"/>
                </a:cubicBezTo>
                <a:cubicBezTo>
                  <a:pt x="818272" y="301813"/>
                  <a:pt x="816750" y="304659"/>
                  <a:pt x="814949" y="307357"/>
                </a:cubicBezTo>
                <a:cubicBezTo>
                  <a:pt x="813147" y="310054"/>
                  <a:pt x="811099" y="312549"/>
                  <a:pt x="808806" y="314842"/>
                </a:cubicBezTo>
                <a:cubicBezTo>
                  <a:pt x="806512" y="317136"/>
                  <a:pt x="804017" y="319183"/>
                  <a:pt x="801320" y="320985"/>
                </a:cubicBezTo>
                <a:cubicBezTo>
                  <a:pt x="798623" y="322787"/>
                  <a:pt x="795777" y="324308"/>
                  <a:pt x="792781" y="325550"/>
                </a:cubicBezTo>
                <a:cubicBezTo>
                  <a:pt x="789783" y="326791"/>
                  <a:pt x="786695" y="327728"/>
                  <a:pt x="783514" y="328360"/>
                </a:cubicBezTo>
                <a:cubicBezTo>
                  <a:pt x="780333" y="328994"/>
                  <a:pt x="777121" y="329310"/>
                  <a:pt x="773877" y="329310"/>
                </a:cubicBezTo>
                <a:lnTo>
                  <a:pt x="49396" y="329310"/>
                </a:lnTo>
                <a:cubicBezTo>
                  <a:pt x="46153" y="329310"/>
                  <a:pt x="42941" y="328994"/>
                  <a:pt x="39760" y="328360"/>
                </a:cubicBezTo>
                <a:cubicBezTo>
                  <a:pt x="36579" y="327728"/>
                  <a:pt x="33490" y="326791"/>
                  <a:pt x="30493" y="325550"/>
                </a:cubicBezTo>
                <a:cubicBezTo>
                  <a:pt x="27497" y="324308"/>
                  <a:pt x="24650" y="322787"/>
                  <a:pt x="21953" y="320985"/>
                </a:cubicBezTo>
                <a:cubicBezTo>
                  <a:pt x="19256" y="319183"/>
                  <a:pt x="16761" y="317136"/>
                  <a:pt x="14468" y="314842"/>
                </a:cubicBezTo>
                <a:cubicBezTo>
                  <a:pt x="12175" y="312549"/>
                  <a:pt x="10127" y="310054"/>
                  <a:pt x="8325" y="307357"/>
                </a:cubicBezTo>
                <a:cubicBezTo>
                  <a:pt x="6522" y="304659"/>
                  <a:pt x="5001" y="301813"/>
                  <a:pt x="3760" y="298817"/>
                </a:cubicBezTo>
                <a:cubicBezTo>
                  <a:pt x="2519" y="295820"/>
                  <a:pt x="1582" y="292732"/>
                  <a:pt x="949" y="289550"/>
                </a:cubicBezTo>
                <a:cubicBezTo>
                  <a:pt x="316" y="286369"/>
                  <a:pt x="0" y="283157"/>
                  <a:pt x="0" y="279913"/>
                </a:cubicBezTo>
                <a:lnTo>
                  <a:pt x="0" y="49397"/>
                </a:lnTo>
                <a:cubicBezTo>
                  <a:pt x="0" y="46154"/>
                  <a:pt x="316" y="42941"/>
                  <a:pt x="949" y="39760"/>
                </a:cubicBezTo>
                <a:cubicBezTo>
                  <a:pt x="1582" y="36579"/>
                  <a:pt x="2519" y="33490"/>
                  <a:pt x="3760" y="30493"/>
                </a:cubicBezTo>
                <a:cubicBezTo>
                  <a:pt x="5001" y="27497"/>
                  <a:pt x="6522" y="24650"/>
                  <a:pt x="8325" y="21954"/>
                </a:cubicBezTo>
                <a:cubicBezTo>
                  <a:pt x="10127" y="19256"/>
                  <a:pt x="12175" y="16761"/>
                  <a:pt x="14468" y="14468"/>
                </a:cubicBezTo>
                <a:cubicBezTo>
                  <a:pt x="16761" y="12175"/>
                  <a:pt x="19256" y="10127"/>
                  <a:pt x="21953" y="8325"/>
                </a:cubicBezTo>
                <a:cubicBezTo>
                  <a:pt x="24650" y="6523"/>
                  <a:pt x="27497" y="5002"/>
                  <a:pt x="30493" y="3760"/>
                </a:cubicBezTo>
                <a:cubicBezTo>
                  <a:pt x="33490" y="2519"/>
                  <a:pt x="36579" y="1582"/>
                  <a:pt x="39759" y="950"/>
                </a:cubicBezTo>
                <a:cubicBezTo>
                  <a:pt x="42941" y="317"/>
                  <a:pt x="46153" y="0"/>
                  <a:pt x="49396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21" name="pdf-text-157-0">
            <a:extLst xmlns:a="http://schemas.openxmlformats.org/drawingml/2006/main">
              <a:ext uri="{FF2B5EF4-FFF2-40B4-BE49-F238E27FC236}">
                <a16:creationId xmlns:a16="http://schemas.microsoft.com/office/drawing/2014/main" id="{B6528963-4DB5-45EA-BA6D-56624517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1705" y="1220311"/>
            <a:ext cx="300843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Gravity</a:t>
            </a:r>
          </a:p>
        </p:txBody>
      </p:sp>
      <p:sp>
        <p:nvSpPr>
          <p:cNvPr id="422" name="pdf-text-158-0">
            <a:extLst xmlns:a="http://schemas.openxmlformats.org/drawingml/2006/main">
              <a:ext uri="{FF2B5EF4-FFF2-40B4-BE49-F238E27FC236}">
                <a16:creationId xmlns:a16="http://schemas.microsoft.com/office/drawing/2014/main" id="{3F942F9D-9245-42AE-B3D7-3B56A191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5117" y="1334302"/>
            <a:ext cx="454051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Settlement</a:t>
            </a:r>
          </a:p>
        </p:txBody>
      </p:sp>
      <p:sp>
        <p:nvSpPr>
          <p:cNvPr id="423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4BAE7119-1495-4FC9-80A7-B6CD67F3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3739" y="1543605"/>
            <a:ext cx="823274" cy="322977"/>
          </a:xfrm>
          <a:custGeom xmlns:a="http://schemas.openxmlformats.org/drawingml/2006/main">
            <a:pathLst>
              <a:path w="823274" h="322977">
                <a:moveTo>
                  <a:pt x="48447" y="0"/>
                </a:moveTo>
                <a:lnTo>
                  <a:pt x="774827" y="0"/>
                </a:lnTo>
                <a:cubicBezTo>
                  <a:pt x="778008" y="0"/>
                  <a:pt x="781159" y="310"/>
                  <a:pt x="784278" y="931"/>
                </a:cubicBezTo>
                <a:cubicBezTo>
                  <a:pt x="787398" y="1552"/>
                  <a:pt x="790428" y="2470"/>
                  <a:pt x="793367" y="3688"/>
                </a:cubicBezTo>
                <a:cubicBezTo>
                  <a:pt x="796305" y="4905"/>
                  <a:pt x="799097" y="6398"/>
                  <a:pt x="801742" y="8165"/>
                </a:cubicBezTo>
                <a:cubicBezTo>
                  <a:pt x="804387" y="9933"/>
                  <a:pt x="806834" y="11941"/>
                  <a:pt x="809084" y="14190"/>
                </a:cubicBezTo>
                <a:cubicBezTo>
                  <a:pt x="811333" y="16440"/>
                  <a:pt x="813341" y="18887"/>
                  <a:pt x="815109" y="21532"/>
                </a:cubicBezTo>
                <a:cubicBezTo>
                  <a:pt x="816876" y="24176"/>
                  <a:pt x="818369" y="26968"/>
                  <a:pt x="819586" y="29907"/>
                </a:cubicBezTo>
                <a:cubicBezTo>
                  <a:pt x="820803" y="32846"/>
                  <a:pt x="821722" y="35876"/>
                  <a:pt x="822343" y="38995"/>
                </a:cubicBezTo>
                <a:cubicBezTo>
                  <a:pt x="822963" y="42115"/>
                  <a:pt x="823274" y="45266"/>
                  <a:pt x="823274" y="48447"/>
                </a:cubicBezTo>
                <a:lnTo>
                  <a:pt x="823274" y="274530"/>
                </a:lnTo>
                <a:cubicBezTo>
                  <a:pt x="823274" y="277712"/>
                  <a:pt x="822963" y="280862"/>
                  <a:pt x="822343" y="283982"/>
                </a:cubicBezTo>
                <a:cubicBezTo>
                  <a:pt x="821722" y="287102"/>
                  <a:pt x="820803" y="290131"/>
                  <a:pt x="819586" y="293070"/>
                </a:cubicBezTo>
                <a:cubicBezTo>
                  <a:pt x="818369" y="296009"/>
                  <a:pt x="816876" y="298801"/>
                  <a:pt x="815109" y="301446"/>
                </a:cubicBezTo>
                <a:cubicBezTo>
                  <a:pt x="813341" y="304091"/>
                  <a:pt x="811333" y="306538"/>
                  <a:pt x="809084" y="308788"/>
                </a:cubicBezTo>
                <a:cubicBezTo>
                  <a:pt x="806834" y="311037"/>
                  <a:pt x="804387" y="313045"/>
                  <a:pt x="801742" y="314812"/>
                </a:cubicBezTo>
                <a:cubicBezTo>
                  <a:pt x="799098" y="316579"/>
                  <a:pt x="796305" y="318072"/>
                  <a:pt x="793367" y="319290"/>
                </a:cubicBezTo>
                <a:cubicBezTo>
                  <a:pt x="790428" y="320507"/>
                  <a:pt x="787398" y="321425"/>
                  <a:pt x="784279" y="322046"/>
                </a:cubicBezTo>
                <a:cubicBezTo>
                  <a:pt x="781159" y="322667"/>
                  <a:pt x="778008" y="322977"/>
                  <a:pt x="774827" y="322977"/>
                </a:cubicBezTo>
                <a:lnTo>
                  <a:pt x="48447" y="322977"/>
                </a:lnTo>
                <a:cubicBezTo>
                  <a:pt x="45265" y="322977"/>
                  <a:pt x="42115" y="322667"/>
                  <a:pt x="38995" y="322046"/>
                </a:cubicBezTo>
                <a:cubicBezTo>
                  <a:pt x="35875" y="321425"/>
                  <a:pt x="32846" y="320507"/>
                  <a:pt x="29907" y="319290"/>
                </a:cubicBezTo>
                <a:cubicBezTo>
                  <a:pt x="26967" y="318072"/>
                  <a:pt x="24176" y="316579"/>
                  <a:pt x="21531" y="314812"/>
                </a:cubicBezTo>
                <a:cubicBezTo>
                  <a:pt x="18886" y="313045"/>
                  <a:pt x="16439" y="311037"/>
                  <a:pt x="14189" y="308788"/>
                </a:cubicBezTo>
                <a:cubicBezTo>
                  <a:pt x="11940" y="306538"/>
                  <a:pt x="9932" y="304091"/>
                  <a:pt x="8164" y="301446"/>
                </a:cubicBezTo>
                <a:cubicBezTo>
                  <a:pt x="6397" y="298801"/>
                  <a:pt x="4905" y="296009"/>
                  <a:pt x="3687" y="293070"/>
                </a:cubicBezTo>
                <a:cubicBezTo>
                  <a:pt x="2470" y="290131"/>
                  <a:pt x="1551" y="287102"/>
                  <a:pt x="931" y="283982"/>
                </a:cubicBezTo>
                <a:cubicBezTo>
                  <a:pt x="310" y="280862"/>
                  <a:pt x="0" y="277712"/>
                  <a:pt x="0" y="274530"/>
                </a:cubicBezTo>
                <a:lnTo>
                  <a:pt x="0" y="48447"/>
                </a:lnTo>
                <a:cubicBezTo>
                  <a:pt x="0" y="45266"/>
                  <a:pt x="310" y="42115"/>
                  <a:pt x="931" y="38995"/>
                </a:cubicBezTo>
                <a:cubicBezTo>
                  <a:pt x="1551" y="35876"/>
                  <a:pt x="2470" y="32846"/>
                  <a:pt x="3687" y="29907"/>
                </a:cubicBezTo>
                <a:cubicBezTo>
                  <a:pt x="4905" y="26968"/>
                  <a:pt x="6397" y="24176"/>
                  <a:pt x="8164" y="21532"/>
                </a:cubicBezTo>
                <a:cubicBezTo>
                  <a:pt x="9932" y="18887"/>
                  <a:pt x="11940" y="16440"/>
                  <a:pt x="14189" y="14190"/>
                </a:cubicBezTo>
                <a:cubicBezTo>
                  <a:pt x="16439" y="11941"/>
                  <a:pt x="18886" y="9933"/>
                  <a:pt x="21531" y="8165"/>
                </a:cubicBezTo>
                <a:cubicBezTo>
                  <a:pt x="24176" y="6398"/>
                  <a:pt x="26968" y="4905"/>
                  <a:pt x="29907" y="3688"/>
                </a:cubicBezTo>
                <a:cubicBezTo>
                  <a:pt x="32846" y="2470"/>
                  <a:pt x="35875" y="1552"/>
                  <a:pt x="38995" y="931"/>
                </a:cubicBezTo>
                <a:cubicBezTo>
                  <a:pt x="42115" y="310"/>
                  <a:pt x="45265" y="0"/>
                  <a:pt x="48447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24" name="pdf-text-159-0">
            <a:extLst xmlns:a="http://schemas.openxmlformats.org/drawingml/2006/main">
              <a:ext uri="{FF2B5EF4-FFF2-40B4-BE49-F238E27FC236}">
                <a16:creationId xmlns:a16="http://schemas.microsoft.com/office/drawing/2014/main" id="{6A175CC5-7EC3-4506-9015-94D8CF09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2613" y="1612949"/>
            <a:ext cx="358898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Collision</a:t>
            </a:r>
          </a:p>
        </p:txBody>
      </p:sp>
      <p:sp>
        <p:nvSpPr>
          <p:cNvPr id="425" name="pdf-text-160-0">
            <a:extLst xmlns:a="http://schemas.openxmlformats.org/drawingml/2006/main">
              <a:ext uri="{FF2B5EF4-FFF2-40B4-BE49-F238E27FC236}">
                <a16:creationId xmlns:a16="http://schemas.microsoft.com/office/drawing/2014/main" id="{7E367E04-7DB2-4CD4-8C98-F181788E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7084" y="1726941"/>
            <a:ext cx="410125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426" name="pdf-text-161-0">
            <a:extLst xmlns:a="http://schemas.openxmlformats.org/drawingml/2006/main">
              <a:ext uri="{FF2B5EF4-FFF2-40B4-BE49-F238E27FC236}">
                <a16:creationId xmlns:a16="http://schemas.microsoft.com/office/drawing/2014/main" id="{64058589-0F04-483C-A424-70B58971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2589" y="4060352"/>
            <a:ext cx="2044047" cy="10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2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Learning &amp; Real-World Validation</a:t>
            </a:r>
          </a:p>
        </p:txBody>
      </p:sp>
      <p:sp>
        <p:nvSpPr>
          <p:cNvPr id="427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C868C5A2-ABC3-47FC-9E2E-3A943FC1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4413" y="4022926"/>
            <a:ext cx="158321" cy="158321"/>
          </a:xfrm>
          <a:custGeom xmlns:a="http://schemas.openxmlformats.org/drawingml/2006/main">
            <a:pathLst>
              <a:path w="158321" h="158321">
                <a:moveTo>
                  <a:pt x="23748" y="0"/>
                </a:moveTo>
                <a:lnTo>
                  <a:pt x="134574" y="0"/>
                </a:lnTo>
                <a:cubicBezTo>
                  <a:pt x="137723" y="0"/>
                  <a:pt x="140752" y="603"/>
                  <a:pt x="143662" y="1808"/>
                </a:cubicBezTo>
                <a:cubicBezTo>
                  <a:pt x="146571" y="3013"/>
                  <a:pt x="149139" y="4729"/>
                  <a:pt x="151366" y="6955"/>
                </a:cubicBezTo>
                <a:cubicBezTo>
                  <a:pt x="153593" y="9182"/>
                  <a:pt x="155309" y="11751"/>
                  <a:pt x="156514" y="14660"/>
                </a:cubicBezTo>
                <a:cubicBezTo>
                  <a:pt x="157719" y="17570"/>
                  <a:pt x="158321" y="20598"/>
                  <a:pt x="158321" y="23748"/>
                </a:cubicBezTo>
                <a:lnTo>
                  <a:pt x="158321" y="134574"/>
                </a:lnTo>
                <a:cubicBezTo>
                  <a:pt x="158321" y="137722"/>
                  <a:pt x="157719" y="140752"/>
                  <a:pt x="156514" y="143661"/>
                </a:cubicBezTo>
                <a:cubicBezTo>
                  <a:pt x="155309" y="146571"/>
                  <a:pt x="153593" y="149139"/>
                  <a:pt x="151366" y="151366"/>
                </a:cubicBezTo>
                <a:cubicBezTo>
                  <a:pt x="149139" y="153593"/>
                  <a:pt x="146571" y="155309"/>
                  <a:pt x="143661" y="156514"/>
                </a:cubicBezTo>
                <a:cubicBezTo>
                  <a:pt x="140752" y="157719"/>
                  <a:pt x="137723" y="158321"/>
                  <a:pt x="134574" y="158321"/>
                </a:cubicBezTo>
                <a:lnTo>
                  <a:pt x="23748" y="158321"/>
                </a:lnTo>
                <a:cubicBezTo>
                  <a:pt x="20598" y="158321"/>
                  <a:pt x="17569" y="157719"/>
                  <a:pt x="14660" y="156514"/>
                </a:cubicBezTo>
                <a:cubicBezTo>
                  <a:pt x="11750" y="155309"/>
                  <a:pt x="9182" y="153593"/>
                  <a:pt x="6955" y="151366"/>
                </a:cubicBezTo>
                <a:cubicBezTo>
                  <a:pt x="4729" y="149139"/>
                  <a:pt x="3013" y="146571"/>
                  <a:pt x="1808" y="143661"/>
                </a:cubicBezTo>
                <a:cubicBezTo>
                  <a:pt x="603" y="140752"/>
                  <a:pt x="0" y="137722"/>
                  <a:pt x="0" y="134574"/>
                </a:cubicBezTo>
                <a:lnTo>
                  <a:pt x="0" y="23748"/>
                </a:lnTo>
                <a:cubicBezTo>
                  <a:pt x="0" y="20598"/>
                  <a:pt x="603" y="17570"/>
                  <a:pt x="1807" y="14660"/>
                </a:cubicBezTo>
                <a:cubicBezTo>
                  <a:pt x="3013" y="11751"/>
                  <a:pt x="4729" y="9182"/>
                  <a:pt x="6955" y="6955"/>
                </a:cubicBezTo>
                <a:cubicBezTo>
                  <a:pt x="9182" y="4729"/>
                  <a:pt x="11750" y="3013"/>
                  <a:pt x="14660" y="1808"/>
                </a:cubicBezTo>
                <a:cubicBezTo>
                  <a:pt x="17569" y="603"/>
                  <a:pt x="20598" y="0"/>
                  <a:pt x="23748" y="0"/>
                </a:cubicBezTo>
              </a:path>
            </a:pathLst>
          </a:custGeom>
          <a:solidFill xmlns:a="http://schemas.openxmlformats.org/drawingml/2006/main">
            <a:srgbClr val="D4E1F5"/>
          </a:solidFill>
          <a:ln xmlns:a="http://schemas.openxmlformats.org/drawingml/2006/main" w="12666">
            <a:solidFill>
              <a:srgbClr val="000000"/>
            </a:solidFill>
            <a:prstDash val="solid"/>
          </a:ln>
        </p:spPr>
      </p:sp>
      <p:sp>
        <p:nvSpPr>
          <p:cNvPr id="428" name="pdf-text-162-0">
            <a:extLst xmlns:a="http://schemas.openxmlformats.org/drawingml/2006/main">
              <a:ext uri="{FF2B5EF4-FFF2-40B4-BE49-F238E27FC236}">
                <a16:creationId xmlns:a16="http://schemas.microsoft.com/office/drawing/2014/main" id="{B166AC43-264F-4D67-B2E6-3B960453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1811" y="4061808"/>
            <a:ext cx="63396" cy="113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9" name="pdf-text-163-0">
            <a:extLst xmlns:a="http://schemas.openxmlformats.org/drawingml/2006/main">
              <a:ext uri="{FF2B5EF4-FFF2-40B4-BE49-F238E27FC236}">
                <a16:creationId xmlns:a16="http://schemas.microsoft.com/office/drawing/2014/main" id="{735D9406-8AFA-4826-9D9D-DB073B97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7" y="2977430"/>
            <a:ext cx="1312202" cy="10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Web-Based Teleoperation</a:t>
            </a:r>
          </a:p>
        </p:txBody>
      </p:sp>
      <p:sp>
        <p:nvSpPr>
          <p:cNvPr id="430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83F325E0-5E45-45C7-A493-49F7C27D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24" y="3158489"/>
            <a:ext cx="3046113" cy="2571147"/>
          </a:xfrm>
          <a:custGeom xmlns:a="http://schemas.openxmlformats.org/drawingml/2006/main">
            <a:pathLst>
              <a:path w="3046113" h="2571147">
                <a:moveTo>
                  <a:pt x="205692" y="0"/>
                </a:moveTo>
                <a:lnTo>
                  <a:pt x="2840421" y="0"/>
                </a:lnTo>
                <a:cubicBezTo>
                  <a:pt x="2847157" y="0"/>
                  <a:pt x="2853878" y="331"/>
                  <a:pt x="2860582" y="991"/>
                </a:cubicBezTo>
                <a:cubicBezTo>
                  <a:pt x="2867286" y="1651"/>
                  <a:pt x="2873942" y="2638"/>
                  <a:pt x="2880549" y="3952"/>
                </a:cubicBezTo>
                <a:cubicBezTo>
                  <a:pt x="2887157" y="5266"/>
                  <a:pt x="2893683" y="6901"/>
                  <a:pt x="2900130" y="8857"/>
                </a:cubicBezTo>
                <a:cubicBezTo>
                  <a:pt x="2906576" y="10812"/>
                  <a:pt x="2912911" y="13080"/>
                  <a:pt x="2919135" y="15657"/>
                </a:cubicBezTo>
                <a:cubicBezTo>
                  <a:pt x="2925359" y="18235"/>
                  <a:pt x="2931441" y="21112"/>
                  <a:pt x="2937383" y="24287"/>
                </a:cubicBezTo>
                <a:cubicBezTo>
                  <a:pt x="2943324" y="27463"/>
                  <a:pt x="2949095" y="30923"/>
                  <a:pt x="2954696" y="34665"/>
                </a:cubicBezTo>
                <a:cubicBezTo>
                  <a:pt x="2960298" y="38408"/>
                  <a:pt x="2965702" y="42416"/>
                  <a:pt x="2970910" y="46690"/>
                </a:cubicBezTo>
                <a:cubicBezTo>
                  <a:pt x="2976118" y="50964"/>
                  <a:pt x="2981103" y="55482"/>
                  <a:pt x="2985866" y="60246"/>
                </a:cubicBezTo>
                <a:cubicBezTo>
                  <a:pt x="2990630" y="65009"/>
                  <a:pt x="2995149" y="69994"/>
                  <a:pt x="2999423" y="75202"/>
                </a:cubicBezTo>
                <a:cubicBezTo>
                  <a:pt x="3003697" y="80410"/>
                  <a:pt x="3007705" y="85814"/>
                  <a:pt x="3011447" y="91415"/>
                </a:cubicBezTo>
                <a:cubicBezTo>
                  <a:pt x="3015189" y="97017"/>
                  <a:pt x="3018649" y="102788"/>
                  <a:pt x="3021825" y="108729"/>
                </a:cubicBezTo>
                <a:cubicBezTo>
                  <a:pt x="3025001" y="114671"/>
                  <a:pt x="3027878" y="120753"/>
                  <a:pt x="3030455" y="126977"/>
                </a:cubicBezTo>
                <a:cubicBezTo>
                  <a:pt x="3033033" y="133201"/>
                  <a:pt x="3035300" y="139536"/>
                  <a:pt x="3037256" y="145982"/>
                </a:cubicBezTo>
                <a:cubicBezTo>
                  <a:pt x="3039212" y="152429"/>
                  <a:pt x="3040846" y="158956"/>
                  <a:pt x="3042160" y="165563"/>
                </a:cubicBezTo>
                <a:cubicBezTo>
                  <a:pt x="3043475" y="172170"/>
                  <a:pt x="3044462" y="178827"/>
                  <a:pt x="3045122" y="185531"/>
                </a:cubicBezTo>
                <a:cubicBezTo>
                  <a:pt x="3045782" y="192235"/>
                  <a:pt x="3046113" y="198955"/>
                  <a:pt x="3046113" y="205692"/>
                </a:cubicBezTo>
                <a:lnTo>
                  <a:pt x="3046113" y="2365456"/>
                </a:lnTo>
                <a:cubicBezTo>
                  <a:pt x="3046113" y="2372192"/>
                  <a:pt x="3045782" y="2378912"/>
                  <a:pt x="3045122" y="2385616"/>
                </a:cubicBezTo>
                <a:cubicBezTo>
                  <a:pt x="3044462" y="2392320"/>
                  <a:pt x="3043475" y="2398976"/>
                  <a:pt x="3042160" y="2405584"/>
                </a:cubicBezTo>
                <a:cubicBezTo>
                  <a:pt x="3040846" y="2412190"/>
                  <a:pt x="3039212" y="2418717"/>
                  <a:pt x="3037256" y="2425164"/>
                </a:cubicBezTo>
                <a:cubicBezTo>
                  <a:pt x="3035300" y="2431611"/>
                  <a:pt x="3033033" y="2437946"/>
                  <a:pt x="3030455" y="2444170"/>
                </a:cubicBezTo>
                <a:cubicBezTo>
                  <a:pt x="3027878" y="2450393"/>
                  <a:pt x="3025001" y="2456476"/>
                  <a:pt x="3021825" y="2462418"/>
                </a:cubicBezTo>
                <a:cubicBezTo>
                  <a:pt x="3018649" y="2468358"/>
                  <a:pt x="3015189" y="2474130"/>
                  <a:pt x="3011447" y="2479731"/>
                </a:cubicBezTo>
                <a:cubicBezTo>
                  <a:pt x="3007705" y="2485332"/>
                  <a:pt x="3003697" y="2490737"/>
                  <a:pt x="2999423" y="2495944"/>
                </a:cubicBezTo>
                <a:cubicBezTo>
                  <a:pt x="2995149" y="2501152"/>
                  <a:pt x="2990630" y="2506137"/>
                  <a:pt x="2985867" y="2510901"/>
                </a:cubicBezTo>
                <a:cubicBezTo>
                  <a:pt x="2981104" y="2515665"/>
                  <a:pt x="2976118" y="2520184"/>
                  <a:pt x="2970911" y="2524457"/>
                </a:cubicBezTo>
                <a:cubicBezTo>
                  <a:pt x="2965703" y="2528731"/>
                  <a:pt x="2960298" y="2532739"/>
                  <a:pt x="2954697" y="2536481"/>
                </a:cubicBezTo>
                <a:cubicBezTo>
                  <a:pt x="2949096" y="2540224"/>
                  <a:pt x="2943325" y="2543683"/>
                  <a:pt x="2937383" y="2546859"/>
                </a:cubicBezTo>
                <a:cubicBezTo>
                  <a:pt x="2931442" y="2550034"/>
                  <a:pt x="2925359" y="2552911"/>
                  <a:pt x="2919136" y="2555489"/>
                </a:cubicBezTo>
                <a:cubicBezTo>
                  <a:pt x="2912911" y="2558067"/>
                  <a:pt x="2906576" y="2560334"/>
                  <a:pt x="2900130" y="2562290"/>
                </a:cubicBezTo>
                <a:cubicBezTo>
                  <a:pt x="2893683" y="2564246"/>
                  <a:pt x="2887157" y="2565880"/>
                  <a:pt x="2880549" y="2567194"/>
                </a:cubicBezTo>
                <a:cubicBezTo>
                  <a:pt x="2873942" y="2568509"/>
                  <a:pt x="2867286" y="2569496"/>
                  <a:pt x="2860582" y="2570157"/>
                </a:cubicBezTo>
                <a:cubicBezTo>
                  <a:pt x="2853878" y="2570817"/>
                  <a:pt x="2847157" y="2571147"/>
                  <a:pt x="2840421" y="2571147"/>
                </a:cubicBezTo>
                <a:lnTo>
                  <a:pt x="205692" y="2571147"/>
                </a:lnTo>
                <a:cubicBezTo>
                  <a:pt x="198955" y="2571147"/>
                  <a:pt x="192235" y="2570817"/>
                  <a:pt x="185530" y="2570157"/>
                </a:cubicBezTo>
                <a:cubicBezTo>
                  <a:pt x="178826" y="2569496"/>
                  <a:pt x="172171" y="2568509"/>
                  <a:pt x="165563" y="2567194"/>
                </a:cubicBezTo>
                <a:cubicBezTo>
                  <a:pt x="158956" y="2565880"/>
                  <a:pt x="152429" y="2564245"/>
                  <a:pt x="145983" y="2562289"/>
                </a:cubicBezTo>
                <a:cubicBezTo>
                  <a:pt x="139536" y="2560334"/>
                  <a:pt x="133201" y="2558067"/>
                  <a:pt x="126977" y="2555489"/>
                </a:cubicBezTo>
                <a:cubicBezTo>
                  <a:pt x="120753" y="2552911"/>
                  <a:pt x="114671" y="2550034"/>
                  <a:pt x="108729" y="2546859"/>
                </a:cubicBezTo>
                <a:cubicBezTo>
                  <a:pt x="102788" y="2543683"/>
                  <a:pt x="97017" y="2540224"/>
                  <a:pt x="91416" y="2536481"/>
                </a:cubicBezTo>
                <a:cubicBezTo>
                  <a:pt x="85814" y="2532739"/>
                  <a:pt x="80410" y="2528731"/>
                  <a:pt x="75202" y="2524457"/>
                </a:cubicBezTo>
                <a:cubicBezTo>
                  <a:pt x="69995" y="2520184"/>
                  <a:pt x="65009" y="2515665"/>
                  <a:pt x="60246" y="2510901"/>
                </a:cubicBezTo>
                <a:cubicBezTo>
                  <a:pt x="55482" y="2506137"/>
                  <a:pt x="50964" y="2501152"/>
                  <a:pt x="46690" y="2495944"/>
                </a:cubicBezTo>
                <a:cubicBezTo>
                  <a:pt x="42416" y="2490737"/>
                  <a:pt x="38408" y="2485332"/>
                  <a:pt x="34665" y="2479731"/>
                </a:cubicBezTo>
                <a:cubicBezTo>
                  <a:pt x="30923" y="2474130"/>
                  <a:pt x="27464" y="2468358"/>
                  <a:pt x="24288" y="2462418"/>
                </a:cubicBezTo>
                <a:cubicBezTo>
                  <a:pt x="21112" y="2456476"/>
                  <a:pt x="18235" y="2450393"/>
                  <a:pt x="15657" y="2444170"/>
                </a:cubicBezTo>
                <a:cubicBezTo>
                  <a:pt x="13080" y="2437946"/>
                  <a:pt x="10813" y="2431611"/>
                  <a:pt x="8857" y="2425164"/>
                </a:cubicBezTo>
                <a:cubicBezTo>
                  <a:pt x="6902" y="2418717"/>
                  <a:pt x="5267" y="2412190"/>
                  <a:pt x="3952" y="2405584"/>
                </a:cubicBezTo>
                <a:cubicBezTo>
                  <a:pt x="2638" y="2398976"/>
                  <a:pt x="1651" y="2392320"/>
                  <a:pt x="990" y="2385616"/>
                </a:cubicBezTo>
                <a:cubicBezTo>
                  <a:pt x="330" y="2378912"/>
                  <a:pt x="0" y="2372192"/>
                  <a:pt x="0" y="2365456"/>
                </a:cubicBezTo>
                <a:lnTo>
                  <a:pt x="0" y="205692"/>
                </a:lnTo>
                <a:cubicBezTo>
                  <a:pt x="0" y="198955"/>
                  <a:pt x="330" y="192235"/>
                  <a:pt x="990" y="185531"/>
                </a:cubicBezTo>
                <a:cubicBezTo>
                  <a:pt x="1651" y="178827"/>
                  <a:pt x="2638" y="172170"/>
                  <a:pt x="3952" y="165563"/>
                </a:cubicBezTo>
                <a:cubicBezTo>
                  <a:pt x="5267" y="158956"/>
                  <a:pt x="6902" y="152429"/>
                  <a:pt x="8857" y="145982"/>
                </a:cubicBezTo>
                <a:cubicBezTo>
                  <a:pt x="10813" y="139536"/>
                  <a:pt x="13080" y="133201"/>
                  <a:pt x="15657" y="126977"/>
                </a:cubicBezTo>
                <a:cubicBezTo>
                  <a:pt x="18235" y="120753"/>
                  <a:pt x="21112" y="114671"/>
                  <a:pt x="24288" y="108729"/>
                </a:cubicBezTo>
                <a:cubicBezTo>
                  <a:pt x="27464" y="102788"/>
                  <a:pt x="30923" y="97017"/>
                  <a:pt x="34665" y="91415"/>
                </a:cubicBezTo>
                <a:cubicBezTo>
                  <a:pt x="38408" y="85814"/>
                  <a:pt x="42416" y="80410"/>
                  <a:pt x="46690" y="75202"/>
                </a:cubicBezTo>
                <a:cubicBezTo>
                  <a:pt x="50964" y="69994"/>
                  <a:pt x="55482" y="65009"/>
                  <a:pt x="60246" y="60246"/>
                </a:cubicBezTo>
                <a:cubicBezTo>
                  <a:pt x="65009" y="55482"/>
                  <a:pt x="69995" y="50964"/>
                  <a:pt x="75202" y="46690"/>
                </a:cubicBezTo>
                <a:cubicBezTo>
                  <a:pt x="80410" y="42416"/>
                  <a:pt x="85814" y="38408"/>
                  <a:pt x="91416" y="34665"/>
                </a:cubicBezTo>
                <a:cubicBezTo>
                  <a:pt x="97017" y="30923"/>
                  <a:pt x="102788" y="27463"/>
                  <a:pt x="108729" y="24288"/>
                </a:cubicBezTo>
                <a:cubicBezTo>
                  <a:pt x="114671" y="21112"/>
                  <a:pt x="120753" y="18235"/>
                  <a:pt x="126977" y="15657"/>
                </a:cubicBezTo>
                <a:cubicBezTo>
                  <a:pt x="133201" y="13080"/>
                  <a:pt x="139536" y="10812"/>
                  <a:pt x="145983" y="8857"/>
                </a:cubicBezTo>
                <a:cubicBezTo>
                  <a:pt x="152429" y="6901"/>
                  <a:pt x="158956" y="5266"/>
                  <a:pt x="165563" y="3952"/>
                </a:cubicBezTo>
                <a:cubicBezTo>
                  <a:pt x="172171" y="2638"/>
                  <a:pt x="178826" y="1651"/>
                  <a:pt x="185531" y="991"/>
                </a:cubicBezTo>
                <a:cubicBezTo>
                  <a:pt x="192235" y="331"/>
                  <a:pt x="198955" y="0"/>
                  <a:pt x="205692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666">
            <a:solidFill>
              <a:srgbClr val="000000"/>
            </a:solidFill>
            <a:prstDash val="solid"/>
          </a:ln>
        </p:spPr>
      </p:sp>
      <p:sp>
        <p:nvSpPr>
          <p:cNvPr id="431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556555CB-4AED-4403-AA32-D849B13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836" y="3435868"/>
            <a:ext cx="86317" cy="95"/>
          </a:xfrm>
          <a:custGeom xmlns:a="http://schemas.openxmlformats.org/drawingml/2006/main">
            <a:pathLst>
              <a:path w="86317" h="95">
                <a:moveTo>
                  <a:pt x="0" y="0"/>
                </a:moveTo>
                <a:lnTo>
                  <a:pt x="863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32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E76065D7-FEFE-4594-8FED-16EDC703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070" y="3413704"/>
            <a:ext cx="44330" cy="44330"/>
          </a:xfrm>
          <a:custGeom xmlns:a="http://schemas.openxmlformats.org/drawingml/2006/main">
            <a:pathLst>
              <a:path w="44330" h="44330">
                <a:moveTo>
                  <a:pt x="44330" y="22165"/>
                </a:moveTo>
                <a:lnTo>
                  <a:pt x="0" y="44330"/>
                </a:lnTo>
                <a:lnTo>
                  <a:pt x="11082" y="22165"/>
                </a:lnTo>
                <a:lnTo>
                  <a:pt x="0" y="0"/>
                </a:lnTo>
                <a:lnTo>
                  <a:pt x="44330" y="221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20F0A3D9-2C05-40A3-B315-DDC4BC59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070" y="3413704"/>
            <a:ext cx="44330" cy="44330"/>
          </a:xfrm>
          <a:custGeom xmlns:a="http://schemas.openxmlformats.org/drawingml/2006/main">
            <a:pathLst>
              <a:path w="44330" h="44330">
                <a:moveTo>
                  <a:pt x="44330" y="22165"/>
                </a:moveTo>
                <a:lnTo>
                  <a:pt x="0" y="0"/>
                </a:lnTo>
                <a:lnTo>
                  <a:pt x="11082" y="22165"/>
                </a:lnTo>
                <a:lnTo>
                  <a:pt x="0" y="443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34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514BA233-2565-4D47-A931-850383BF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710" y="3259815"/>
            <a:ext cx="655959" cy="345142"/>
          </a:xfrm>
          <a:custGeom xmlns:a="http://schemas.openxmlformats.org/drawingml/2006/main">
            <a:pathLst>
              <a:path w="655959" h="345142">
                <a:moveTo>
                  <a:pt x="51740" y="0"/>
                </a:moveTo>
                <a:lnTo>
                  <a:pt x="604220" y="0"/>
                </a:lnTo>
                <a:cubicBezTo>
                  <a:pt x="607617" y="0"/>
                  <a:pt x="610982" y="331"/>
                  <a:pt x="614314" y="994"/>
                </a:cubicBezTo>
                <a:cubicBezTo>
                  <a:pt x="617646" y="1657"/>
                  <a:pt x="620881" y="2638"/>
                  <a:pt x="624019" y="3938"/>
                </a:cubicBezTo>
                <a:cubicBezTo>
                  <a:pt x="627158" y="5238"/>
                  <a:pt x="630140" y="6832"/>
                  <a:pt x="632965" y="8720"/>
                </a:cubicBezTo>
                <a:cubicBezTo>
                  <a:pt x="635789" y="10607"/>
                  <a:pt x="638403" y="12752"/>
                  <a:pt x="640805" y="15154"/>
                </a:cubicBezTo>
                <a:cubicBezTo>
                  <a:pt x="643207" y="17557"/>
                  <a:pt x="645352" y="20170"/>
                  <a:pt x="647239" y="22995"/>
                </a:cubicBezTo>
                <a:cubicBezTo>
                  <a:pt x="649127" y="25819"/>
                  <a:pt x="650720" y="28801"/>
                  <a:pt x="652021" y="31939"/>
                </a:cubicBezTo>
                <a:cubicBezTo>
                  <a:pt x="653321" y="35079"/>
                  <a:pt x="654302" y="38314"/>
                  <a:pt x="654965" y="41646"/>
                </a:cubicBezTo>
                <a:cubicBezTo>
                  <a:pt x="655628" y="44978"/>
                  <a:pt x="655959" y="48342"/>
                  <a:pt x="655959" y="51740"/>
                </a:cubicBezTo>
                <a:lnTo>
                  <a:pt x="655959" y="293402"/>
                </a:lnTo>
                <a:cubicBezTo>
                  <a:pt x="655959" y="296800"/>
                  <a:pt x="655628" y="300164"/>
                  <a:pt x="654965" y="303496"/>
                </a:cubicBezTo>
                <a:cubicBezTo>
                  <a:pt x="654302" y="306828"/>
                  <a:pt x="653321" y="310063"/>
                  <a:pt x="652021" y="313202"/>
                </a:cubicBezTo>
                <a:cubicBezTo>
                  <a:pt x="650720" y="316340"/>
                  <a:pt x="649127" y="319322"/>
                  <a:pt x="647239" y="322147"/>
                </a:cubicBezTo>
                <a:cubicBezTo>
                  <a:pt x="645352" y="324972"/>
                  <a:pt x="643207" y="327585"/>
                  <a:pt x="640805" y="329988"/>
                </a:cubicBezTo>
                <a:cubicBezTo>
                  <a:pt x="638403" y="332389"/>
                  <a:pt x="635789" y="334535"/>
                  <a:pt x="632965" y="336422"/>
                </a:cubicBezTo>
                <a:cubicBezTo>
                  <a:pt x="630140" y="338309"/>
                  <a:pt x="627158" y="339903"/>
                  <a:pt x="624019" y="341203"/>
                </a:cubicBezTo>
                <a:cubicBezTo>
                  <a:pt x="620881" y="342503"/>
                  <a:pt x="617646" y="343485"/>
                  <a:pt x="614314" y="344148"/>
                </a:cubicBezTo>
                <a:cubicBezTo>
                  <a:pt x="610982" y="344811"/>
                  <a:pt x="607617" y="345142"/>
                  <a:pt x="604220" y="345142"/>
                </a:cubicBezTo>
                <a:lnTo>
                  <a:pt x="51740" y="345142"/>
                </a:lnTo>
                <a:cubicBezTo>
                  <a:pt x="48342" y="345142"/>
                  <a:pt x="44978" y="344811"/>
                  <a:pt x="41646" y="344148"/>
                </a:cubicBezTo>
                <a:cubicBezTo>
                  <a:pt x="38314" y="343484"/>
                  <a:pt x="35078" y="342503"/>
                  <a:pt x="31940" y="341203"/>
                </a:cubicBezTo>
                <a:cubicBezTo>
                  <a:pt x="28801" y="339903"/>
                  <a:pt x="25819" y="338309"/>
                  <a:pt x="22995" y="336422"/>
                </a:cubicBezTo>
                <a:cubicBezTo>
                  <a:pt x="20170" y="334535"/>
                  <a:pt x="17556" y="332389"/>
                  <a:pt x="15154" y="329988"/>
                </a:cubicBezTo>
                <a:cubicBezTo>
                  <a:pt x="12752" y="327585"/>
                  <a:pt x="10607" y="324972"/>
                  <a:pt x="8720" y="322146"/>
                </a:cubicBezTo>
                <a:cubicBezTo>
                  <a:pt x="6832" y="319322"/>
                  <a:pt x="5239" y="316340"/>
                  <a:pt x="3939" y="313202"/>
                </a:cubicBezTo>
                <a:cubicBezTo>
                  <a:pt x="2638" y="310063"/>
                  <a:pt x="1657" y="306828"/>
                  <a:pt x="994" y="303496"/>
                </a:cubicBezTo>
                <a:cubicBezTo>
                  <a:pt x="331" y="300164"/>
                  <a:pt x="0" y="296800"/>
                  <a:pt x="0" y="293402"/>
                </a:cubicBezTo>
                <a:lnTo>
                  <a:pt x="0" y="51740"/>
                </a:lnTo>
                <a:cubicBezTo>
                  <a:pt x="0" y="48342"/>
                  <a:pt x="331" y="44978"/>
                  <a:pt x="994" y="41646"/>
                </a:cubicBezTo>
                <a:cubicBezTo>
                  <a:pt x="1657" y="38314"/>
                  <a:pt x="2638" y="35079"/>
                  <a:pt x="3939" y="31940"/>
                </a:cubicBezTo>
                <a:cubicBezTo>
                  <a:pt x="5239" y="28801"/>
                  <a:pt x="6832" y="25819"/>
                  <a:pt x="8720" y="22995"/>
                </a:cubicBezTo>
                <a:cubicBezTo>
                  <a:pt x="10607" y="20170"/>
                  <a:pt x="12752" y="17557"/>
                  <a:pt x="15154" y="15154"/>
                </a:cubicBezTo>
                <a:cubicBezTo>
                  <a:pt x="17557" y="12752"/>
                  <a:pt x="20170" y="10607"/>
                  <a:pt x="22995" y="8720"/>
                </a:cubicBezTo>
                <a:cubicBezTo>
                  <a:pt x="25819" y="6832"/>
                  <a:pt x="28801" y="5238"/>
                  <a:pt x="31940" y="3938"/>
                </a:cubicBezTo>
                <a:cubicBezTo>
                  <a:pt x="35078" y="2638"/>
                  <a:pt x="38314" y="1657"/>
                  <a:pt x="41646" y="994"/>
                </a:cubicBezTo>
                <a:cubicBezTo>
                  <a:pt x="44978" y="331"/>
                  <a:pt x="48342" y="0"/>
                  <a:pt x="51740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435" name="pdf-text-164-0">
            <a:extLst xmlns:a="http://schemas.openxmlformats.org/drawingml/2006/main">
              <a:ext uri="{FF2B5EF4-FFF2-40B4-BE49-F238E27FC236}">
                <a16:creationId xmlns:a16="http://schemas.microsoft.com/office/drawing/2014/main" id="{D64DA5FB-B450-417A-8E8D-32246B3F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686" y="3398820"/>
            <a:ext cx="533117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Control</a:t>
            </a:r>
          </a:p>
        </p:txBody>
      </p:sp>
      <p:sp>
        <p:nvSpPr>
          <p:cNvPr id="436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81966265-C642-4E52-8984-13DBD698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2136" y="3608123"/>
            <a:ext cx="197142" cy="195939"/>
          </a:xfrm>
          <a:custGeom xmlns:a="http://schemas.openxmlformats.org/drawingml/2006/main">
            <a:pathLst>
              <a:path w="197142" h="195939">
                <a:moveTo>
                  <a:pt x="197142" y="0"/>
                </a:moveTo>
                <a:lnTo>
                  <a:pt x="127" y="0"/>
                </a:lnTo>
                <a:lnTo>
                  <a:pt x="0" y="195939"/>
                </a:lnTo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37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BBB39A99-CB27-45F8-A900-D1FA4688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971" y="3792979"/>
            <a:ext cx="44330" cy="44331"/>
          </a:xfrm>
          <a:custGeom xmlns:a="http://schemas.openxmlformats.org/drawingml/2006/main">
            <a:pathLst>
              <a:path w="44330" h="44331">
                <a:moveTo>
                  <a:pt x="22102" y="44331"/>
                </a:moveTo>
                <a:lnTo>
                  <a:pt x="0" y="0"/>
                </a:lnTo>
                <a:lnTo>
                  <a:pt x="22165" y="11083"/>
                </a:lnTo>
                <a:lnTo>
                  <a:pt x="44330" y="0"/>
                </a:lnTo>
                <a:lnTo>
                  <a:pt x="22102" y="443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254FEDAB-62DF-4DDE-8F0F-5961B345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971" y="3792979"/>
            <a:ext cx="44330" cy="44331"/>
          </a:xfrm>
          <a:custGeom xmlns:a="http://schemas.openxmlformats.org/drawingml/2006/main">
            <a:pathLst>
              <a:path w="44330" h="44331">
                <a:moveTo>
                  <a:pt x="22102" y="44331"/>
                </a:moveTo>
                <a:lnTo>
                  <a:pt x="44330" y="0"/>
                </a:lnTo>
                <a:lnTo>
                  <a:pt x="22165" y="110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39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3A05B16B-FA95-4AD0-87B6-A1ABBC78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770" y="3259815"/>
            <a:ext cx="759502" cy="345142"/>
          </a:xfrm>
          <a:custGeom xmlns:a="http://schemas.openxmlformats.org/drawingml/2006/main">
            <a:pathLst>
              <a:path w="759502" h="345142">
                <a:moveTo>
                  <a:pt x="51740" y="0"/>
                </a:moveTo>
                <a:lnTo>
                  <a:pt x="707762" y="0"/>
                </a:lnTo>
                <a:cubicBezTo>
                  <a:pt x="711159" y="0"/>
                  <a:pt x="714524" y="331"/>
                  <a:pt x="717856" y="994"/>
                </a:cubicBezTo>
                <a:cubicBezTo>
                  <a:pt x="721188" y="1657"/>
                  <a:pt x="724423" y="2638"/>
                  <a:pt x="727562" y="3938"/>
                </a:cubicBezTo>
                <a:cubicBezTo>
                  <a:pt x="730701" y="5238"/>
                  <a:pt x="733682" y="6832"/>
                  <a:pt x="736507" y="8720"/>
                </a:cubicBezTo>
                <a:cubicBezTo>
                  <a:pt x="739331" y="10607"/>
                  <a:pt x="741945" y="12752"/>
                  <a:pt x="744347" y="15154"/>
                </a:cubicBezTo>
                <a:cubicBezTo>
                  <a:pt x="746749" y="17557"/>
                  <a:pt x="748894" y="20170"/>
                  <a:pt x="750782" y="22995"/>
                </a:cubicBezTo>
                <a:cubicBezTo>
                  <a:pt x="752669" y="25819"/>
                  <a:pt x="754263" y="28801"/>
                  <a:pt x="755563" y="31939"/>
                </a:cubicBezTo>
                <a:cubicBezTo>
                  <a:pt x="756863" y="35079"/>
                  <a:pt x="757844" y="38314"/>
                  <a:pt x="758508" y="41646"/>
                </a:cubicBezTo>
                <a:cubicBezTo>
                  <a:pt x="759170" y="44978"/>
                  <a:pt x="759502" y="48342"/>
                  <a:pt x="759502" y="51740"/>
                </a:cubicBezTo>
                <a:lnTo>
                  <a:pt x="759502" y="293402"/>
                </a:lnTo>
                <a:cubicBezTo>
                  <a:pt x="759502" y="296800"/>
                  <a:pt x="759170" y="300164"/>
                  <a:pt x="758508" y="303496"/>
                </a:cubicBezTo>
                <a:cubicBezTo>
                  <a:pt x="757844" y="306828"/>
                  <a:pt x="756863" y="310063"/>
                  <a:pt x="755563" y="313202"/>
                </a:cubicBezTo>
                <a:cubicBezTo>
                  <a:pt x="754263" y="316340"/>
                  <a:pt x="752669" y="319322"/>
                  <a:pt x="750782" y="322147"/>
                </a:cubicBezTo>
                <a:cubicBezTo>
                  <a:pt x="748894" y="324972"/>
                  <a:pt x="746749" y="327585"/>
                  <a:pt x="744347" y="329988"/>
                </a:cubicBezTo>
                <a:cubicBezTo>
                  <a:pt x="741945" y="332389"/>
                  <a:pt x="739331" y="334535"/>
                  <a:pt x="736507" y="336422"/>
                </a:cubicBezTo>
                <a:cubicBezTo>
                  <a:pt x="733682" y="338309"/>
                  <a:pt x="730701" y="339903"/>
                  <a:pt x="727562" y="341203"/>
                </a:cubicBezTo>
                <a:cubicBezTo>
                  <a:pt x="724423" y="342503"/>
                  <a:pt x="721188" y="343485"/>
                  <a:pt x="717856" y="344148"/>
                </a:cubicBezTo>
                <a:cubicBezTo>
                  <a:pt x="714524" y="344811"/>
                  <a:pt x="711159" y="345142"/>
                  <a:pt x="707762" y="345142"/>
                </a:cubicBezTo>
                <a:lnTo>
                  <a:pt x="51740" y="345142"/>
                </a:lnTo>
                <a:cubicBezTo>
                  <a:pt x="48342" y="345142"/>
                  <a:pt x="44978" y="344811"/>
                  <a:pt x="41646" y="344148"/>
                </a:cubicBezTo>
                <a:cubicBezTo>
                  <a:pt x="38314" y="343484"/>
                  <a:pt x="35078" y="342503"/>
                  <a:pt x="31940" y="341203"/>
                </a:cubicBezTo>
                <a:cubicBezTo>
                  <a:pt x="28801" y="339903"/>
                  <a:pt x="25819" y="338309"/>
                  <a:pt x="22995" y="336422"/>
                </a:cubicBezTo>
                <a:cubicBezTo>
                  <a:pt x="20170" y="334535"/>
                  <a:pt x="17556" y="332389"/>
                  <a:pt x="15154" y="329988"/>
                </a:cubicBezTo>
                <a:cubicBezTo>
                  <a:pt x="12752" y="327585"/>
                  <a:pt x="10607" y="324972"/>
                  <a:pt x="8720" y="322146"/>
                </a:cubicBezTo>
                <a:cubicBezTo>
                  <a:pt x="6832" y="319322"/>
                  <a:pt x="5239" y="316340"/>
                  <a:pt x="3939" y="313202"/>
                </a:cubicBezTo>
                <a:cubicBezTo>
                  <a:pt x="2638" y="310063"/>
                  <a:pt x="1657" y="306828"/>
                  <a:pt x="994" y="303496"/>
                </a:cubicBezTo>
                <a:cubicBezTo>
                  <a:pt x="331" y="300164"/>
                  <a:pt x="0" y="296800"/>
                  <a:pt x="0" y="293402"/>
                </a:cubicBezTo>
                <a:lnTo>
                  <a:pt x="0" y="51740"/>
                </a:lnTo>
                <a:cubicBezTo>
                  <a:pt x="0" y="48342"/>
                  <a:pt x="331" y="44978"/>
                  <a:pt x="994" y="41646"/>
                </a:cubicBezTo>
                <a:cubicBezTo>
                  <a:pt x="1657" y="38314"/>
                  <a:pt x="2638" y="35079"/>
                  <a:pt x="3939" y="31940"/>
                </a:cubicBezTo>
                <a:cubicBezTo>
                  <a:pt x="5239" y="28801"/>
                  <a:pt x="6832" y="25819"/>
                  <a:pt x="8720" y="22995"/>
                </a:cubicBezTo>
                <a:cubicBezTo>
                  <a:pt x="10607" y="20170"/>
                  <a:pt x="12752" y="17557"/>
                  <a:pt x="15154" y="15154"/>
                </a:cubicBezTo>
                <a:cubicBezTo>
                  <a:pt x="17556" y="12752"/>
                  <a:pt x="20170" y="10607"/>
                  <a:pt x="22995" y="8720"/>
                </a:cubicBezTo>
                <a:cubicBezTo>
                  <a:pt x="25819" y="6832"/>
                  <a:pt x="28801" y="5238"/>
                  <a:pt x="31940" y="3938"/>
                </a:cubicBezTo>
                <a:cubicBezTo>
                  <a:pt x="35078" y="2638"/>
                  <a:pt x="38314" y="1657"/>
                  <a:pt x="41646" y="994"/>
                </a:cubicBezTo>
                <a:cubicBezTo>
                  <a:pt x="44978" y="331"/>
                  <a:pt x="48342" y="0"/>
                  <a:pt x="51740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440" name="pdf-text-165-0">
            <a:extLst xmlns:a="http://schemas.openxmlformats.org/drawingml/2006/main">
              <a:ext uri="{FF2B5EF4-FFF2-40B4-BE49-F238E27FC236}">
                <a16:creationId xmlns:a16="http://schemas.microsoft.com/office/drawing/2014/main" id="{534A597E-85DD-4B28-BF47-C9479AFE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005" y="3398820"/>
            <a:ext cx="642383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Web Front-End</a:t>
            </a:r>
          </a:p>
        </p:txBody>
      </p:sp>
      <p:pic>
        <p:nvPic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20B8DF48-46B2-4ADB-A897-0C787EDE48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e7144e7074b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0025" y="3838575"/>
            <a:ext cx="1504950" cy="1190625"/>
          </a:xfrm>
          <a:prstGeom xmlns:a="http://schemas.openxmlformats.org/drawingml/2006/main" prst="rect">
            <a:avLst/>
          </a:prstGeom>
        </p:spPr>
      </p:pic>
      <p:sp>
        <p:nvSpPr>
          <p:cNvPr id="442" name="source-raster-14">
            <a:extLst xmlns:a="http://schemas.openxmlformats.org/drawingml/2006/main">
              <a:ext uri="{FF2B5EF4-FFF2-40B4-BE49-F238E27FC236}">
                <a16:creationId xmlns:a16="http://schemas.microsoft.com/office/drawing/2014/main" id="{429D0661-56D1-4E85-8A72-7E2CB512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" y="3838575"/>
            <a:ext cx="15049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3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5D788827-CF3F-4D2E-A29C-2108B6F0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9686" y="3481465"/>
            <a:ext cx="1186021" cy="465466"/>
          </a:xfrm>
          <a:custGeom xmlns:a="http://schemas.openxmlformats.org/drawingml/2006/main">
            <a:pathLst>
              <a:path w="1186021" h="465466">
                <a:moveTo>
                  <a:pt x="41861" y="0"/>
                </a:moveTo>
                <a:lnTo>
                  <a:pt x="1144161" y="0"/>
                </a:lnTo>
                <a:cubicBezTo>
                  <a:pt x="1146909" y="0"/>
                  <a:pt x="1149631" y="268"/>
                  <a:pt x="1152326" y="804"/>
                </a:cubicBezTo>
                <a:cubicBezTo>
                  <a:pt x="1155023" y="1340"/>
                  <a:pt x="1157640" y="2135"/>
                  <a:pt x="1160179" y="3186"/>
                </a:cubicBezTo>
                <a:cubicBezTo>
                  <a:pt x="1162719" y="4238"/>
                  <a:pt x="1165131" y="5528"/>
                  <a:pt x="1167416" y="7055"/>
                </a:cubicBezTo>
                <a:cubicBezTo>
                  <a:pt x="1169702" y="8582"/>
                  <a:pt x="1171817" y="10317"/>
                  <a:pt x="1173760" y="12261"/>
                </a:cubicBezTo>
                <a:cubicBezTo>
                  <a:pt x="1175704" y="14204"/>
                  <a:pt x="1177439" y="16318"/>
                  <a:pt x="1178966" y="18604"/>
                </a:cubicBezTo>
                <a:cubicBezTo>
                  <a:pt x="1180492" y="20889"/>
                  <a:pt x="1181782" y="23302"/>
                  <a:pt x="1182834" y="25841"/>
                </a:cubicBezTo>
                <a:cubicBezTo>
                  <a:pt x="1183886" y="28380"/>
                  <a:pt x="1184680" y="30998"/>
                  <a:pt x="1185216" y="33694"/>
                </a:cubicBezTo>
                <a:cubicBezTo>
                  <a:pt x="1185753" y="36389"/>
                  <a:pt x="1186021" y="39112"/>
                  <a:pt x="1186021" y="41861"/>
                </a:cubicBezTo>
                <a:lnTo>
                  <a:pt x="1186021" y="423606"/>
                </a:lnTo>
                <a:cubicBezTo>
                  <a:pt x="1186021" y="426354"/>
                  <a:pt x="1185753" y="429077"/>
                  <a:pt x="1185216" y="431772"/>
                </a:cubicBezTo>
                <a:cubicBezTo>
                  <a:pt x="1184680" y="434469"/>
                  <a:pt x="1183886" y="437086"/>
                  <a:pt x="1182834" y="439625"/>
                </a:cubicBezTo>
                <a:cubicBezTo>
                  <a:pt x="1181782" y="442164"/>
                  <a:pt x="1180492" y="444576"/>
                  <a:pt x="1178966" y="446862"/>
                </a:cubicBezTo>
                <a:cubicBezTo>
                  <a:pt x="1177439" y="449148"/>
                  <a:pt x="1175704" y="451262"/>
                  <a:pt x="1173759" y="453206"/>
                </a:cubicBezTo>
                <a:cubicBezTo>
                  <a:pt x="1171817" y="455149"/>
                  <a:pt x="1169702" y="456884"/>
                  <a:pt x="1167416" y="458411"/>
                </a:cubicBezTo>
                <a:cubicBezTo>
                  <a:pt x="1165131" y="459938"/>
                  <a:pt x="1162719" y="461228"/>
                  <a:pt x="1160179" y="462280"/>
                </a:cubicBezTo>
                <a:cubicBezTo>
                  <a:pt x="1157640" y="463331"/>
                  <a:pt x="1155023" y="464126"/>
                  <a:pt x="1152326" y="464662"/>
                </a:cubicBezTo>
                <a:cubicBezTo>
                  <a:pt x="1149631" y="465198"/>
                  <a:pt x="1146909" y="465466"/>
                  <a:pt x="1144161" y="465466"/>
                </a:cubicBezTo>
                <a:lnTo>
                  <a:pt x="41861" y="465466"/>
                </a:lnTo>
                <a:cubicBezTo>
                  <a:pt x="39112" y="465466"/>
                  <a:pt x="36389" y="465198"/>
                  <a:pt x="33694" y="464662"/>
                </a:cubicBezTo>
                <a:cubicBezTo>
                  <a:pt x="30998" y="464126"/>
                  <a:pt x="28381" y="463331"/>
                  <a:pt x="25841" y="462280"/>
                </a:cubicBezTo>
                <a:cubicBezTo>
                  <a:pt x="23302" y="461228"/>
                  <a:pt x="20889" y="459938"/>
                  <a:pt x="18603" y="458411"/>
                </a:cubicBezTo>
                <a:cubicBezTo>
                  <a:pt x="16318" y="456884"/>
                  <a:pt x="14204" y="455149"/>
                  <a:pt x="12260" y="453206"/>
                </a:cubicBezTo>
                <a:cubicBezTo>
                  <a:pt x="10317" y="451262"/>
                  <a:pt x="8581" y="449148"/>
                  <a:pt x="7054" y="446862"/>
                </a:cubicBezTo>
                <a:cubicBezTo>
                  <a:pt x="5527" y="444576"/>
                  <a:pt x="4238" y="442164"/>
                  <a:pt x="3186" y="439625"/>
                </a:cubicBezTo>
                <a:cubicBezTo>
                  <a:pt x="2135" y="437086"/>
                  <a:pt x="1340" y="434469"/>
                  <a:pt x="804" y="431772"/>
                </a:cubicBezTo>
                <a:cubicBezTo>
                  <a:pt x="268" y="429077"/>
                  <a:pt x="0" y="426354"/>
                  <a:pt x="0" y="423606"/>
                </a:cubicBezTo>
                <a:lnTo>
                  <a:pt x="0" y="41861"/>
                </a:lnTo>
                <a:cubicBezTo>
                  <a:pt x="0" y="39112"/>
                  <a:pt x="268" y="36389"/>
                  <a:pt x="804" y="33694"/>
                </a:cubicBezTo>
                <a:cubicBezTo>
                  <a:pt x="1340" y="30998"/>
                  <a:pt x="2135" y="28380"/>
                  <a:pt x="3186" y="25841"/>
                </a:cubicBezTo>
                <a:cubicBezTo>
                  <a:pt x="4238" y="23302"/>
                  <a:pt x="5527" y="20889"/>
                  <a:pt x="7054" y="18604"/>
                </a:cubicBezTo>
                <a:cubicBezTo>
                  <a:pt x="8581" y="16318"/>
                  <a:pt x="10317" y="14204"/>
                  <a:pt x="12260" y="12261"/>
                </a:cubicBezTo>
                <a:cubicBezTo>
                  <a:pt x="14204" y="10317"/>
                  <a:pt x="16318" y="8582"/>
                  <a:pt x="18603" y="7055"/>
                </a:cubicBezTo>
                <a:cubicBezTo>
                  <a:pt x="20889" y="5528"/>
                  <a:pt x="23302" y="4238"/>
                  <a:pt x="25841" y="3186"/>
                </a:cubicBezTo>
                <a:cubicBezTo>
                  <a:pt x="28381" y="2135"/>
                  <a:pt x="30998" y="1340"/>
                  <a:pt x="33694" y="804"/>
                </a:cubicBezTo>
                <a:cubicBezTo>
                  <a:pt x="36389" y="268"/>
                  <a:pt x="39112" y="0"/>
                  <a:pt x="4186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444" name="pdf-path-215">
            <a:extLst xmlns:a="http://schemas.openxmlformats.org/drawingml/2006/main">
              <a:ext uri="{FF2B5EF4-FFF2-40B4-BE49-F238E27FC236}">
                <a16:creationId xmlns:a16="http://schemas.microsoft.com/office/drawing/2014/main" id="{E3805A09-51C8-44EA-A009-11858CAD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833" y="5022887"/>
            <a:ext cx="95" cy="181943"/>
          </a:xfrm>
          <a:custGeom xmlns:a="http://schemas.openxmlformats.org/drawingml/2006/main">
            <a:pathLst>
              <a:path w="95" h="181943">
                <a:moveTo>
                  <a:pt x="0" y="0"/>
                </a:moveTo>
                <a:lnTo>
                  <a:pt x="0" y="181943"/>
                </a:lnTo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45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670B75C8-EBAE-416A-B004-07AA5E3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668" y="5193748"/>
            <a:ext cx="44330" cy="44330"/>
          </a:xfrm>
          <a:custGeom xmlns:a="http://schemas.openxmlformats.org/drawingml/2006/main">
            <a:pathLst>
              <a:path w="44330" h="44330">
                <a:moveTo>
                  <a:pt x="22165" y="44330"/>
                </a:moveTo>
                <a:lnTo>
                  <a:pt x="0" y="0"/>
                </a:lnTo>
                <a:lnTo>
                  <a:pt x="22165" y="11083"/>
                </a:lnTo>
                <a:lnTo>
                  <a:pt x="44330" y="0"/>
                </a:lnTo>
                <a:lnTo>
                  <a:pt x="22165" y="443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df-path-217">
            <a:extLst xmlns:a="http://schemas.openxmlformats.org/drawingml/2006/main">
              <a:ext uri="{FF2B5EF4-FFF2-40B4-BE49-F238E27FC236}">
                <a16:creationId xmlns:a16="http://schemas.microsoft.com/office/drawing/2014/main" id="{37E34D69-A5F7-4425-A102-E011C6A0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668" y="5193748"/>
            <a:ext cx="44330" cy="44330"/>
          </a:xfrm>
          <a:custGeom xmlns:a="http://schemas.openxmlformats.org/drawingml/2006/main">
            <a:pathLst>
              <a:path w="44330" h="44330">
                <a:moveTo>
                  <a:pt x="22165" y="44330"/>
                </a:moveTo>
                <a:lnTo>
                  <a:pt x="44330" y="0"/>
                </a:lnTo>
                <a:lnTo>
                  <a:pt x="22165" y="110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47" name="pdf-text-166-0">
            <a:extLst xmlns:a="http://schemas.openxmlformats.org/drawingml/2006/main">
              <a:ext uri="{FF2B5EF4-FFF2-40B4-BE49-F238E27FC236}">
                <a16:creationId xmlns:a16="http://schemas.microsoft.com/office/drawing/2014/main" id="{7029A0CC-F685-4169-A736-DBA61CDA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4616" y="4098856"/>
            <a:ext cx="269950" cy="8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3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3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STEPS</a:t>
            </a:r>
          </a:p>
        </p:txBody>
      </p:sp>
      <p:sp>
        <p:nvSpPr>
          <p:cNvPr id="448" name="pdf-text-167-0">
            <a:extLst xmlns:a="http://schemas.openxmlformats.org/drawingml/2006/main">
              <a:ext uri="{FF2B5EF4-FFF2-40B4-BE49-F238E27FC236}">
                <a16:creationId xmlns:a16="http://schemas.microsoft.com/office/drawing/2014/main" id="{E68F4D3B-DC65-4207-9B17-442BD413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67" y="3731549"/>
            <a:ext cx="739475" cy="8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SIMULATION VIEW</a:t>
            </a:r>
          </a:p>
        </p:txBody>
      </p:sp>
      <p:sp>
        <p:nvSpPr>
          <p:cNvPr id="449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433D7319-E57E-47F3-811E-2212A73A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3929" y="4244577"/>
            <a:ext cx="1207616" cy="506630"/>
          </a:xfrm>
          <a:custGeom xmlns:a="http://schemas.openxmlformats.org/drawingml/2006/main">
            <a:pathLst>
              <a:path w="1207616" h="506630">
                <a:moveTo>
                  <a:pt x="45596" y="0"/>
                </a:moveTo>
                <a:lnTo>
                  <a:pt x="1162019" y="0"/>
                </a:lnTo>
                <a:cubicBezTo>
                  <a:pt x="1165012" y="0"/>
                  <a:pt x="1167978" y="292"/>
                  <a:pt x="1170914" y="876"/>
                </a:cubicBezTo>
                <a:cubicBezTo>
                  <a:pt x="1173850" y="1460"/>
                  <a:pt x="1176701" y="2325"/>
                  <a:pt x="1179468" y="3471"/>
                </a:cubicBezTo>
                <a:cubicBezTo>
                  <a:pt x="1182234" y="4617"/>
                  <a:pt x="1184861" y="6021"/>
                  <a:pt x="1187350" y="7684"/>
                </a:cubicBezTo>
                <a:cubicBezTo>
                  <a:pt x="1189840" y="9347"/>
                  <a:pt x="1192143" y="11237"/>
                  <a:pt x="1194260" y="13354"/>
                </a:cubicBezTo>
                <a:cubicBezTo>
                  <a:pt x="1196378" y="15472"/>
                  <a:pt x="1198267" y="17775"/>
                  <a:pt x="1199931" y="20264"/>
                </a:cubicBezTo>
                <a:cubicBezTo>
                  <a:pt x="1201594" y="22753"/>
                  <a:pt x="1202998" y="25381"/>
                  <a:pt x="1204144" y="28148"/>
                </a:cubicBezTo>
                <a:cubicBezTo>
                  <a:pt x="1205290" y="30914"/>
                  <a:pt x="1206155" y="33765"/>
                  <a:pt x="1206739" y="36701"/>
                </a:cubicBezTo>
                <a:cubicBezTo>
                  <a:pt x="1207323" y="39638"/>
                  <a:pt x="1207616" y="42603"/>
                  <a:pt x="1207616" y="45596"/>
                </a:cubicBezTo>
                <a:lnTo>
                  <a:pt x="1207616" y="461033"/>
                </a:lnTo>
                <a:cubicBezTo>
                  <a:pt x="1207616" y="464026"/>
                  <a:pt x="1207323" y="466992"/>
                  <a:pt x="1206739" y="469928"/>
                </a:cubicBezTo>
                <a:cubicBezTo>
                  <a:pt x="1206155" y="472864"/>
                  <a:pt x="1205290" y="475715"/>
                  <a:pt x="1204144" y="478481"/>
                </a:cubicBezTo>
                <a:cubicBezTo>
                  <a:pt x="1202998" y="481247"/>
                  <a:pt x="1201594" y="483876"/>
                  <a:pt x="1199931" y="486364"/>
                </a:cubicBezTo>
                <a:cubicBezTo>
                  <a:pt x="1198267" y="488854"/>
                  <a:pt x="1196378" y="491157"/>
                  <a:pt x="1194260" y="493275"/>
                </a:cubicBezTo>
                <a:cubicBezTo>
                  <a:pt x="1192143" y="495392"/>
                  <a:pt x="1189840" y="497282"/>
                  <a:pt x="1187350" y="498945"/>
                </a:cubicBezTo>
                <a:cubicBezTo>
                  <a:pt x="1184861" y="500608"/>
                  <a:pt x="1182234" y="502012"/>
                  <a:pt x="1179468" y="503158"/>
                </a:cubicBezTo>
                <a:cubicBezTo>
                  <a:pt x="1176701" y="504304"/>
                  <a:pt x="1173850" y="505169"/>
                  <a:pt x="1170914" y="505753"/>
                </a:cubicBezTo>
                <a:cubicBezTo>
                  <a:pt x="1167978" y="506338"/>
                  <a:pt x="1165012" y="506630"/>
                  <a:pt x="1162019" y="506630"/>
                </a:cubicBezTo>
                <a:lnTo>
                  <a:pt x="45596" y="506630"/>
                </a:lnTo>
                <a:cubicBezTo>
                  <a:pt x="42603" y="506630"/>
                  <a:pt x="39637" y="506338"/>
                  <a:pt x="36701" y="505753"/>
                </a:cubicBezTo>
                <a:cubicBezTo>
                  <a:pt x="33765" y="505169"/>
                  <a:pt x="30913" y="504304"/>
                  <a:pt x="28147" y="503158"/>
                </a:cubicBezTo>
                <a:cubicBezTo>
                  <a:pt x="25381" y="502012"/>
                  <a:pt x="22753" y="500608"/>
                  <a:pt x="20264" y="498945"/>
                </a:cubicBezTo>
                <a:cubicBezTo>
                  <a:pt x="17775" y="497282"/>
                  <a:pt x="15472" y="495392"/>
                  <a:pt x="13354" y="493275"/>
                </a:cubicBezTo>
                <a:cubicBezTo>
                  <a:pt x="11238" y="491157"/>
                  <a:pt x="9347" y="488854"/>
                  <a:pt x="7684" y="486364"/>
                </a:cubicBezTo>
                <a:cubicBezTo>
                  <a:pt x="6021" y="483876"/>
                  <a:pt x="4616" y="481247"/>
                  <a:pt x="3471" y="478481"/>
                </a:cubicBezTo>
                <a:cubicBezTo>
                  <a:pt x="2325" y="475715"/>
                  <a:pt x="1460" y="472864"/>
                  <a:pt x="876" y="469928"/>
                </a:cubicBezTo>
                <a:cubicBezTo>
                  <a:pt x="292" y="466992"/>
                  <a:pt x="0" y="464026"/>
                  <a:pt x="0" y="461033"/>
                </a:cubicBezTo>
                <a:lnTo>
                  <a:pt x="0" y="45596"/>
                </a:lnTo>
                <a:cubicBezTo>
                  <a:pt x="0" y="42603"/>
                  <a:pt x="292" y="39638"/>
                  <a:pt x="876" y="36701"/>
                </a:cubicBezTo>
                <a:cubicBezTo>
                  <a:pt x="1460" y="33765"/>
                  <a:pt x="2325" y="30913"/>
                  <a:pt x="3471" y="28147"/>
                </a:cubicBezTo>
                <a:cubicBezTo>
                  <a:pt x="4616" y="25381"/>
                  <a:pt x="6021" y="22753"/>
                  <a:pt x="7684" y="20264"/>
                </a:cubicBezTo>
                <a:cubicBezTo>
                  <a:pt x="9347" y="17775"/>
                  <a:pt x="11238" y="15472"/>
                  <a:pt x="13355" y="13354"/>
                </a:cubicBezTo>
                <a:cubicBezTo>
                  <a:pt x="15472" y="11237"/>
                  <a:pt x="17775" y="9347"/>
                  <a:pt x="20264" y="7684"/>
                </a:cubicBezTo>
                <a:cubicBezTo>
                  <a:pt x="22753" y="6021"/>
                  <a:pt x="25381" y="4617"/>
                  <a:pt x="28147" y="3471"/>
                </a:cubicBezTo>
                <a:cubicBezTo>
                  <a:pt x="30913" y="2325"/>
                  <a:pt x="33765" y="1460"/>
                  <a:pt x="36701" y="876"/>
                </a:cubicBezTo>
                <a:cubicBezTo>
                  <a:pt x="39637" y="292"/>
                  <a:pt x="42603" y="0"/>
                  <a:pt x="4559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450" name="pdf-text-168-0">
            <a:extLst xmlns:a="http://schemas.openxmlformats.org/drawingml/2006/main">
              <a:ext uri="{FF2B5EF4-FFF2-40B4-BE49-F238E27FC236}">
                <a16:creationId xmlns:a16="http://schemas.microsoft.com/office/drawing/2014/main" id="{0E280D4D-DE9B-4C7F-9493-33F8BBBC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4578" y="4355084"/>
            <a:ext cx="591316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Pick up ballet </a:t>
            </a:r>
          </a:p>
        </p:txBody>
      </p:sp>
      <p:sp>
        <p:nvSpPr>
          <p:cNvPr id="451" name="pdf-text-169-0">
            <a:extLst xmlns:a="http://schemas.openxmlformats.org/drawingml/2006/main">
              <a:ext uri="{FF2B5EF4-FFF2-40B4-BE49-F238E27FC236}">
                <a16:creationId xmlns:a16="http://schemas.microsoft.com/office/drawing/2014/main" id="{78EEA82F-0488-481B-87B9-8E621931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910" y="4355084"/>
            <a:ext cx="47497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ﬂ</a:t>
            </a:r>
          </a:p>
        </p:txBody>
      </p:sp>
      <p:sp>
        <p:nvSpPr>
          <p:cNvPr id="452" name="pdf-text-170-0">
            <a:extLst xmlns:a="http://schemas.openxmlformats.org/drawingml/2006/main">
              <a:ext uri="{FF2B5EF4-FFF2-40B4-BE49-F238E27FC236}">
                <a16:creationId xmlns:a16="http://schemas.microsoft.com/office/drawing/2014/main" id="{F921BD61-8488-4ED9-B597-65A018E0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407" y="4355084"/>
            <a:ext cx="105617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at.</a:t>
            </a:r>
          </a:p>
        </p:txBody>
      </p:sp>
      <p:sp>
        <p:nvSpPr>
          <p:cNvPr id="453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F0CE7DBB-97C7-4BB2-81F7-080B329F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9157" y="4333807"/>
            <a:ext cx="132611" cy="107216"/>
          </a:xfrm>
          <a:custGeom xmlns:a="http://schemas.openxmlformats.org/drawingml/2006/main">
            <a:pathLst>
              <a:path w="132611" h="107216">
                <a:moveTo>
                  <a:pt x="16086" y="0"/>
                </a:moveTo>
                <a:lnTo>
                  <a:pt x="116525" y="0"/>
                </a:lnTo>
                <a:cubicBezTo>
                  <a:pt x="118658" y="0"/>
                  <a:pt x="120710" y="408"/>
                  <a:pt x="122680" y="1224"/>
                </a:cubicBezTo>
                <a:cubicBezTo>
                  <a:pt x="124651" y="2041"/>
                  <a:pt x="126391" y="3203"/>
                  <a:pt x="127899" y="4712"/>
                </a:cubicBezTo>
                <a:cubicBezTo>
                  <a:pt x="129407" y="6219"/>
                  <a:pt x="130570" y="7959"/>
                  <a:pt x="131386" y="9930"/>
                </a:cubicBezTo>
                <a:cubicBezTo>
                  <a:pt x="132203" y="11901"/>
                  <a:pt x="132611" y="13953"/>
                  <a:pt x="132611" y="16086"/>
                </a:cubicBezTo>
                <a:lnTo>
                  <a:pt x="132611" y="91131"/>
                </a:lnTo>
                <a:cubicBezTo>
                  <a:pt x="132611" y="93263"/>
                  <a:pt x="132203" y="95315"/>
                  <a:pt x="131386" y="97286"/>
                </a:cubicBezTo>
                <a:cubicBezTo>
                  <a:pt x="130570" y="99256"/>
                  <a:pt x="129407" y="100995"/>
                  <a:pt x="127899" y="102504"/>
                </a:cubicBezTo>
                <a:cubicBezTo>
                  <a:pt x="126391" y="104013"/>
                  <a:pt x="124651" y="105175"/>
                  <a:pt x="122680" y="105991"/>
                </a:cubicBezTo>
                <a:cubicBezTo>
                  <a:pt x="120710" y="106807"/>
                  <a:pt x="118658" y="107216"/>
                  <a:pt x="116525" y="107216"/>
                </a:cubicBezTo>
                <a:lnTo>
                  <a:pt x="16086" y="107216"/>
                </a:lnTo>
                <a:cubicBezTo>
                  <a:pt x="13953" y="107216"/>
                  <a:pt x="11901" y="106807"/>
                  <a:pt x="9930" y="105991"/>
                </a:cubicBezTo>
                <a:cubicBezTo>
                  <a:pt x="7960" y="105175"/>
                  <a:pt x="6220" y="104013"/>
                  <a:pt x="4712" y="102504"/>
                </a:cubicBezTo>
                <a:cubicBezTo>
                  <a:pt x="3203" y="100995"/>
                  <a:pt x="2041" y="99256"/>
                  <a:pt x="1225" y="97286"/>
                </a:cubicBezTo>
                <a:cubicBezTo>
                  <a:pt x="408" y="95315"/>
                  <a:pt x="0" y="93263"/>
                  <a:pt x="0" y="91131"/>
                </a:cubicBezTo>
                <a:lnTo>
                  <a:pt x="0" y="16086"/>
                </a:lnTo>
                <a:cubicBezTo>
                  <a:pt x="0" y="13953"/>
                  <a:pt x="408" y="11901"/>
                  <a:pt x="1224" y="9930"/>
                </a:cubicBezTo>
                <a:cubicBezTo>
                  <a:pt x="2041" y="7959"/>
                  <a:pt x="3203" y="6219"/>
                  <a:pt x="4711" y="4712"/>
                </a:cubicBezTo>
                <a:cubicBezTo>
                  <a:pt x="6220" y="3203"/>
                  <a:pt x="7959" y="2041"/>
                  <a:pt x="9929" y="1224"/>
                </a:cubicBezTo>
                <a:cubicBezTo>
                  <a:pt x="11900" y="408"/>
                  <a:pt x="13953" y="0"/>
                  <a:pt x="1608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99">
            <a:solidFill>
              <a:srgbClr val="465259"/>
            </a:solidFill>
            <a:prstDash val="solid"/>
          </a:ln>
        </p:spPr>
      </p:sp>
      <p:sp>
        <p:nvSpPr>
          <p:cNvPr id="454" name="pdf-text-171-0">
            <a:extLst xmlns:a="http://schemas.openxmlformats.org/drawingml/2006/main">
              <a:ext uri="{FF2B5EF4-FFF2-40B4-BE49-F238E27FC236}">
                <a16:creationId xmlns:a16="http://schemas.microsoft.com/office/drawing/2014/main" id="{7B4FF58C-2E74-405D-A594-5C047054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6140" y="4373133"/>
            <a:ext cx="35220" cy="63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4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55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EAA94CB1-49D6-4AD4-9F9A-D1A052D8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9157" y="4527846"/>
            <a:ext cx="132611" cy="107216"/>
          </a:xfrm>
          <a:custGeom xmlns:a="http://schemas.openxmlformats.org/drawingml/2006/main">
            <a:pathLst>
              <a:path w="132611" h="107216">
                <a:moveTo>
                  <a:pt x="16086" y="0"/>
                </a:moveTo>
                <a:lnTo>
                  <a:pt x="116525" y="0"/>
                </a:lnTo>
                <a:cubicBezTo>
                  <a:pt x="118658" y="0"/>
                  <a:pt x="120710" y="409"/>
                  <a:pt x="122680" y="1224"/>
                </a:cubicBezTo>
                <a:cubicBezTo>
                  <a:pt x="124651" y="2041"/>
                  <a:pt x="126391" y="3203"/>
                  <a:pt x="127899" y="4712"/>
                </a:cubicBezTo>
                <a:cubicBezTo>
                  <a:pt x="129407" y="6220"/>
                  <a:pt x="130570" y="7959"/>
                  <a:pt x="131386" y="9930"/>
                </a:cubicBezTo>
                <a:cubicBezTo>
                  <a:pt x="132203" y="11901"/>
                  <a:pt x="132611" y="13953"/>
                  <a:pt x="132611" y="16086"/>
                </a:cubicBezTo>
                <a:lnTo>
                  <a:pt x="132611" y="91131"/>
                </a:lnTo>
                <a:cubicBezTo>
                  <a:pt x="132611" y="93263"/>
                  <a:pt x="132203" y="95315"/>
                  <a:pt x="131386" y="97286"/>
                </a:cubicBezTo>
                <a:cubicBezTo>
                  <a:pt x="130570" y="99256"/>
                  <a:pt x="129407" y="100996"/>
                  <a:pt x="127899" y="102504"/>
                </a:cubicBezTo>
                <a:cubicBezTo>
                  <a:pt x="126391" y="104013"/>
                  <a:pt x="124651" y="105175"/>
                  <a:pt x="122680" y="105991"/>
                </a:cubicBezTo>
                <a:cubicBezTo>
                  <a:pt x="120710" y="106807"/>
                  <a:pt x="118658" y="107216"/>
                  <a:pt x="116525" y="107216"/>
                </a:cubicBezTo>
                <a:lnTo>
                  <a:pt x="16086" y="107216"/>
                </a:lnTo>
                <a:cubicBezTo>
                  <a:pt x="13953" y="107216"/>
                  <a:pt x="11901" y="106807"/>
                  <a:pt x="9930" y="105991"/>
                </a:cubicBezTo>
                <a:cubicBezTo>
                  <a:pt x="7960" y="105175"/>
                  <a:pt x="6220" y="104013"/>
                  <a:pt x="4712" y="102504"/>
                </a:cubicBezTo>
                <a:cubicBezTo>
                  <a:pt x="3203" y="100996"/>
                  <a:pt x="2041" y="99256"/>
                  <a:pt x="1225" y="97286"/>
                </a:cubicBezTo>
                <a:cubicBezTo>
                  <a:pt x="408" y="95315"/>
                  <a:pt x="0" y="93263"/>
                  <a:pt x="0" y="91131"/>
                </a:cubicBezTo>
                <a:lnTo>
                  <a:pt x="0" y="16086"/>
                </a:lnTo>
                <a:cubicBezTo>
                  <a:pt x="0" y="13953"/>
                  <a:pt x="408" y="11901"/>
                  <a:pt x="1224" y="9930"/>
                </a:cubicBezTo>
                <a:cubicBezTo>
                  <a:pt x="2041" y="7959"/>
                  <a:pt x="3203" y="6220"/>
                  <a:pt x="4711" y="4712"/>
                </a:cubicBezTo>
                <a:cubicBezTo>
                  <a:pt x="6220" y="3203"/>
                  <a:pt x="7959" y="2041"/>
                  <a:pt x="9929" y="1224"/>
                </a:cubicBezTo>
                <a:cubicBezTo>
                  <a:pt x="11900" y="409"/>
                  <a:pt x="13953" y="0"/>
                  <a:pt x="1608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99">
            <a:solidFill>
              <a:srgbClr val="465259"/>
            </a:solidFill>
            <a:prstDash val="solid"/>
          </a:ln>
        </p:spPr>
      </p:sp>
      <p:sp>
        <p:nvSpPr>
          <p:cNvPr id="456" name="pdf-text-172-0">
            <a:extLst xmlns:a="http://schemas.openxmlformats.org/drawingml/2006/main">
              <a:ext uri="{FF2B5EF4-FFF2-40B4-BE49-F238E27FC236}">
                <a16:creationId xmlns:a16="http://schemas.microsoft.com/office/drawing/2014/main" id="{1F0CB52A-04C6-45F8-883F-7EB86C2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6140" y="4563119"/>
            <a:ext cx="35220" cy="63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4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7" name="pdf-text-173-0">
            <a:extLst xmlns:a="http://schemas.openxmlformats.org/drawingml/2006/main">
              <a:ext uri="{FF2B5EF4-FFF2-40B4-BE49-F238E27FC236}">
                <a16:creationId xmlns:a16="http://schemas.microsoft.com/office/drawing/2014/main" id="{2B1ECAEE-5682-43CB-9E7A-5C817AF3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4578" y="4545070"/>
            <a:ext cx="866037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 it on handbag.</a:t>
            </a:r>
          </a:p>
        </p:txBody>
      </p:sp>
      <p:sp>
        <p:nvSpPr>
          <p:cNvPr id="458" name="pdf-path-229">
            <a:extLst xmlns:a="http://schemas.openxmlformats.org/drawingml/2006/main">
              <a:ext uri="{FF2B5EF4-FFF2-40B4-BE49-F238E27FC236}">
                <a16:creationId xmlns:a16="http://schemas.microsoft.com/office/drawing/2014/main" id="{A379CEDE-3F25-4CFC-B474-15A25CA9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3929" y="5086849"/>
            <a:ext cx="1208122" cy="512963"/>
          </a:xfrm>
          <a:custGeom xmlns:a="http://schemas.openxmlformats.org/drawingml/2006/main">
            <a:pathLst>
              <a:path w="1208122" h="512963">
                <a:moveTo>
                  <a:pt x="46167" y="0"/>
                </a:moveTo>
                <a:lnTo>
                  <a:pt x="1161956" y="0"/>
                </a:lnTo>
                <a:cubicBezTo>
                  <a:pt x="1164987" y="0"/>
                  <a:pt x="1167989" y="296"/>
                  <a:pt x="1170962" y="888"/>
                </a:cubicBezTo>
                <a:cubicBezTo>
                  <a:pt x="1173935" y="1478"/>
                  <a:pt x="1176822" y="2354"/>
                  <a:pt x="1179623" y="3514"/>
                </a:cubicBezTo>
                <a:cubicBezTo>
                  <a:pt x="1182423" y="4674"/>
                  <a:pt x="1185083" y="6096"/>
                  <a:pt x="1187604" y="7780"/>
                </a:cubicBezTo>
                <a:cubicBezTo>
                  <a:pt x="1190125" y="9464"/>
                  <a:pt x="1192456" y="11378"/>
                  <a:pt x="1194600" y="13522"/>
                </a:cubicBezTo>
                <a:cubicBezTo>
                  <a:pt x="1196744" y="15665"/>
                  <a:pt x="1198658" y="17997"/>
                  <a:pt x="1200341" y="20517"/>
                </a:cubicBezTo>
                <a:cubicBezTo>
                  <a:pt x="1202025" y="23038"/>
                  <a:pt x="1203448" y="25699"/>
                  <a:pt x="1204608" y="28499"/>
                </a:cubicBezTo>
                <a:cubicBezTo>
                  <a:pt x="1205768" y="31299"/>
                  <a:pt x="1206644" y="34187"/>
                  <a:pt x="1207235" y="37160"/>
                </a:cubicBezTo>
                <a:cubicBezTo>
                  <a:pt x="1207827" y="40133"/>
                  <a:pt x="1208122" y="43135"/>
                  <a:pt x="1208122" y="46167"/>
                </a:cubicBezTo>
                <a:lnTo>
                  <a:pt x="1208122" y="466796"/>
                </a:lnTo>
                <a:cubicBezTo>
                  <a:pt x="1208122" y="469828"/>
                  <a:pt x="1207827" y="472830"/>
                  <a:pt x="1207235" y="475803"/>
                </a:cubicBezTo>
                <a:cubicBezTo>
                  <a:pt x="1206644" y="478776"/>
                  <a:pt x="1205768" y="481662"/>
                  <a:pt x="1204608" y="484463"/>
                </a:cubicBezTo>
                <a:cubicBezTo>
                  <a:pt x="1203448" y="487264"/>
                  <a:pt x="1202025" y="489924"/>
                  <a:pt x="1200341" y="492445"/>
                </a:cubicBezTo>
                <a:cubicBezTo>
                  <a:pt x="1198658" y="494965"/>
                  <a:pt x="1196744" y="497298"/>
                  <a:pt x="1194600" y="499442"/>
                </a:cubicBezTo>
                <a:cubicBezTo>
                  <a:pt x="1192456" y="501585"/>
                  <a:pt x="1190125" y="503498"/>
                  <a:pt x="1187604" y="505182"/>
                </a:cubicBezTo>
                <a:cubicBezTo>
                  <a:pt x="1185083" y="506866"/>
                  <a:pt x="1182423" y="508288"/>
                  <a:pt x="1179623" y="509448"/>
                </a:cubicBezTo>
                <a:cubicBezTo>
                  <a:pt x="1176822" y="510609"/>
                  <a:pt x="1173935" y="511484"/>
                  <a:pt x="1170962" y="512076"/>
                </a:cubicBezTo>
                <a:cubicBezTo>
                  <a:pt x="1167989" y="512667"/>
                  <a:pt x="1164987" y="512963"/>
                  <a:pt x="1161956" y="512963"/>
                </a:cubicBezTo>
                <a:lnTo>
                  <a:pt x="46167" y="512963"/>
                </a:lnTo>
                <a:cubicBezTo>
                  <a:pt x="43135" y="512963"/>
                  <a:pt x="40133" y="512667"/>
                  <a:pt x="37160" y="512076"/>
                </a:cubicBezTo>
                <a:cubicBezTo>
                  <a:pt x="34187" y="511484"/>
                  <a:pt x="31299" y="510609"/>
                  <a:pt x="28499" y="509448"/>
                </a:cubicBezTo>
                <a:cubicBezTo>
                  <a:pt x="25698" y="508288"/>
                  <a:pt x="23038" y="506866"/>
                  <a:pt x="20517" y="505182"/>
                </a:cubicBezTo>
                <a:cubicBezTo>
                  <a:pt x="17997" y="503498"/>
                  <a:pt x="15665" y="501585"/>
                  <a:pt x="13522" y="499442"/>
                </a:cubicBezTo>
                <a:cubicBezTo>
                  <a:pt x="11378" y="497298"/>
                  <a:pt x="9464" y="494965"/>
                  <a:pt x="7780" y="492445"/>
                </a:cubicBezTo>
                <a:cubicBezTo>
                  <a:pt x="6096" y="489924"/>
                  <a:pt x="4674" y="487264"/>
                  <a:pt x="3514" y="484463"/>
                </a:cubicBezTo>
                <a:cubicBezTo>
                  <a:pt x="2354" y="481662"/>
                  <a:pt x="1478" y="478776"/>
                  <a:pt x="887" y="475802"/>
                </a:cubicBezTo>
                <a:cubicBezTo>
                  <a:pt x="296" y="472830"/>
                  <a:pt x="0" y="469828"/>
                  <a:pt x="0" y="466796"/>
                </a:cubicBezTo>
                <a:lnTo>
                  <a:pt x="0" y="46167"/>
                </a:lnTo>
                <a:cubicBezTo>
                  <a:pt x="0" y="43135"/>
                  <a:pt x="296" y="40133"/>
                  <a:pt x="887" y="37160"/>
                </a:cubicBezTo>
                <a:cubicBezTo>
                  <a:pt x="1478" y="34187"/>
                  <a:pt x="2354" y="31299"/>
                  <a:pt x="3514" y="28499"/>
                </a:cubicBezTo>
                <a:cubicBezTo>
                  <a:pt x="4674" y="25699"/>
                  <a:pt x="6096" y="23038"/>
                  <a:pt x="7780" y="20517"/>
                </a:cubicBezTo>
                <a:cubicBezTo>
                  <a:pt x="9464" y="17997"/>
                  <a:pt x="11378" y="15665"/>
                  <a:pt x="13522" y="13522"/>
                </a:cubicBezTo>
                <a:cubicBezTo>
                  <a:pt x="15665" y="11378"/>
                  <a:pt x="17997" y="9464"/>
                  <a:pt x="20517" y="7780"/>
                </a:cubicBezTo>
                <a:cubicBezTo>
                  <a:pt x="23038" y="6096"/>
                  <a:pt x="25698" y="4674"/>
                  <a:pt x="28499" y="3514"/>
                </a:cubicBezTo>
                <a:cubicBezTo>
                  <a:pt x="31299" y="2354"/>
                  <a:pt x="34187" y="1478"/>
                  <a:pt x="37159" y="888"/>
                </a:cubicBezTo>
                <a:cubicBezTo>
                  <a:pt x="40133" y="296"/>
                  <a:pt x="43135" y="0"/>
                  <a:pt x="4616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pic>
        <p:nvPic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A2C0BBAE-D2C1-4C3C-B670-4536133F4F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c7cba86b341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43100" y="5133975"/>
            <a:ext cx="266700" cy="161925"/>
          </a:xfrm>
          <a:prstGeom xmlns:a="http://schemas.openxmlformats.org/drawingml/2006/main" prst="rect">
            <a:avLst/>
          </a:prstGeom>
        </p:spPr>
      </p:pic>
      <p:sp>
        <p:nvSpPr>
          <p:cNvPr id="460" name="source-raster-15">
            <a:extLst xmlns:a="http://schemas.openxmlformats.org/drawingml/2006/main">
              <a:ext uri="{FF2B5EF4-FFF2-40B4-BE49-F238E27FC236}">
                <a16:creationId xmlns:a16="http://schemas.microsoft.com/office/drawing/2014/main" id="{AC87EB17-DE44-4E3D-94E1-CE3F620D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5133975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B46D888A-D052-4AA1-877A-36B899A763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f3adf82a242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5133975"/>
            <a:ext cx="152400" cy="161925"/>
          </a:xfrm>
          <a:prstGeom xmlns:a="http://schemas.openxmlformats.org/drawingml/2006/main" prst="rect">
            <a:avLst/>
          </a:prstGeom>
        </p:spPr>
      </p:pic>
      <p:sp>
        <p:nvSpPr>
          <p:cNvPr id="462" name="source-raster-16">
            <a:extLst xmlns:a="http://schemas.openxmlformats.org/drawingml/2006/main">
              <a:ext uri="{FF2B5EF4-FFF2-40B4-BE49-F238E27FC236}">
                <a16:creationId xmlns:a16="http://schemas.microsoft.com/office/drawing/2014/main" id="{4FD90566-B309-4584-A60B-0936B4E9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5133975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B8F5BA41-F66C-4F88-87D7-330D167295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ff090221b45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4550" y="5343525"/>
            <a:ext cx="304800" cy="228600"/>
          </a:xfrm>
          <a:prstGeom xmlns:a="http://schemas.openxmlformats.org/drawingml/2006/main" prst="rect">
            <a:avLst/>
          </a:prstGeom>
        </p:spPr>
      </p:pic>
      <p:sp>
        <p:nvSpPr>
          <p:cNvPr id="464" name="source-raster-17">
            <a:extLst xmlns:a="http://schemas.openxmlformats.org/drawingml/2006/main">
              <a:ext uri="{FF2B5EF4-FFF2-40B4-BE49-F238E27FC236}">
                <a16:creationId xmlns:a16="http://schemas.microsoft.com/office/drawing/2014/main" id="{54278594-1935-4A05-9B0E-DCFD5786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53435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FAF7B99A-4DBE-4FAF-BBFC-057910B5BF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2e9ca547a45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6525" y="5172075"/>
            <a:ext cx="209550" cy="342900"/>
          </a:xfrm>
          <a:prstGeom xmlns:a="http://schemas.openxmlformats.org/drawingml/2006/main" prst="rect">
            <a:avLst/>
          </a:prstGeom>
        </p:spPr>
      </p:pic>
      <p:sp>
        <p:nvSpPr>
          <p:cNvPr id="466" name="source-raster-18">
            <a:extLst xmlns:a="http://schemas.openxmlformats.org/drawingml/2006/main">
              <a:ext uri="{FF2B5EF4-FFF2-40B4-BE49-F238E27FC236}">
                <a16:creationId xmlns:a16="http://schemas.microsoft.com/office/drawing/2014/main" id="{8D1F536F-EF99-44BD-8F77-61C381E0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517207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7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A9FD95C8-024F-4EE2-AE39-A0A5A89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43" y="5251504"/>
            <a:ext cx="1231427" cy="345141"/>
          </a:xfrm>
          <a:custGeom xmlns:a="http://schemas.openxmlformats.org/drawingml/2006/main">
            <a:pathLst>
              <a:path w="1231427" h="345141">
                <a:moveTo>
                  <a:pt x="51740" y="0"/>
                </a:moveTo>
                <a:lnTo>
                  <a:pt x="1179688" y="0"/>
                </a:lnTo>
                <a:cubicBezTo>
                  <a:pt x="1183085" y="0"/>
                  <a:pt x="1186450" y="331"/>
                  <a:pt x="1189782" y="994"/>
                </a:cubicBezTo>
                <a:cubicBezTo>
                  <a:pt x="1193114" y="1657"/>
                  <a:pt x="1196349" y="2638"/>
                  <a:pt x="1199488" y="3938"/>
                </a:cubicBezTo>
                <a:cubicBezTo>
                  <a:pt x="1202627" y="5238"/>
                  <a:pt x="1205608" y="6832"/>
                  <a:pt x="1208433" y="8720"/>
                </a:cubicBezTo>
                <a:cubicBezTo>
                  <a:pt x="1211258" y="10607"/>
                  <a:pt x="1213871" y="12752"/>
                  <a:pt x="1216274" y="15154"/>
                </a:cubicBezTo>
                <a:cubicBezTo>
                  <a:pt x="1218676" y="17556"/>
                  <a:pt x="1220820" y="20170"/>
                  <a:pt x="1222708" y="22994"/>
                </a:cubicBezTo>
                <a:cubicBezTo>
                  <a:pt x="1224595" y="25819"/>
                  <a:pt x="1226189" y="28800"/>
                  <a:pt x="1227489" y="31939"/>
                </a:cubicBezTo>
                <a:cubicBezTo>
                  <a:pt x="1228789" y="35078"/>
                  <a:pt x="1229771" y="38313"/>
                  <a:pt x="1230433" y="41645"/>
                </a:cubicBezTo>
                <a:cubicBezTo>
                  <a:pt x="1231096" y="44977"/>
                  <a:pt x="1231427" y="48342"/>
                  <a:pt x="1231427" y="51740"/>
                </a:cubicBezTo>
                <a:lnTo>
                  <a:pt x="1231427" y="293402"/>
                </a:lnTo>
                <a:cubicBezTo>
                  <a:pt x="1231427" y="296799"/>
                  <a:pt x="1231096" y="300164"/>
                  <a:pt x="1230433" y="303496"/>
                </a:cubicBezTo>
                <a:cubicBezTo>
                  <a:pt x="1229771" y="306827"/>
                  <a:pt x="1228789" y="310062"/>
                  <a:pt x="1227489" y="313202"/>
                </a:cubicBezTo>
                <a:cubicBezTo>
                  <a:pt x="1226189" y="316341"/>
                  <a:pt x="1224595" y="319322"/>
                  <a:pt x="1222707" y="322147"/>
                </a:cubicBezTo>
                <a:cubicBezTo>
                  <a:pt x="1220820" y="324971"/>
                  <a:pt x="1218676" y="327585"/>
                  <a:pt x="1216274" y="329987"/>
                </a:cubicBezTo>
                <a:cubicBezTo>
                  <a:pt x="1213871" y="332390"/>
                  <a:pt x="1211258" y="334535"/>
                  <a:pt x="1208433" y="336422"/>
                </a:cubicBezTo>
                <a:cubicBezTo>
                  <a:pt x="1205608" y="338310"/>
                  <a:pt x="1202627" y="339903"/>
                  <a:pt x="1199488" y="341203"/>
                </a:cubicBezTo>
                <a:cubicBezTo>
                  <a:pt x="1196349" y="342502"/>
                  <a:pt x="1193114" y="343484"/>
                  <a:pt x="1189782" y="344147"/>
                </a:cubicBezTo>
                <a:cubicBezTo>
                  <a:pt x="1186450" y="344810"/>
                  <a:pt x="1183085" y="345141"/>
                  <a:pt x="1179688" y="345141"/>
                </a:cubicBezTo>
                <a:lnTo>
                  <a:pt x="51740" y="345141"/>
                </a:lnTo>
                <a:cubicBezTo>
                  <a:pt x="48342" y="345141"/>
                  <a:pt x="44978" y="344810"/>
                  <a:pt x="41646" y="344147"/>
                </a:cubicBezTo>
                <a:cubicBezTo>
                  <a:pt x="38314" y="343484"/>
                  <a:pt x="35078" y="342502"/>
                  <a:pt x="31940" y="341203"/>
                </a:cubicBezTo>
                <a:cubicBezTo>
                  <a:pt x="28801" y="339903"/>
                  <a:pt x="25819" y="338310"/>
                  <a:pt x="22995" y="336422"/>
                </a:cubicBezTo>
                <a:cubicBezTo>
                  <a:pt x="20170" y="334535"/>
                  <a:pt x="17557" y="332390"/>
                  <a:pt x="15154" y="329987"/>
                </a:cubicBezTo>
                <a:cubicBezTo>
                  <a:pt x="12752" y="327585"/>
                  <a:pt x="10607" y="324971"/>
                  <a:pt x="8720" y="322147"/>
                </a:cubicBezTo>
                <a:cubicBezTo>
                  <a:pt x="6832" y="319322"/>
                  <a:pt x="5239" y="316341"/>
                  <a:pt x="3939" y="313202"/>
                </a:cubicBezTo>
                <a:cubicBezTo>
                  <a:pt x="2638" y="310062"/>
                  <a:pt x="1657" y="306827"/>
                  <a:pt x="994" y="303496"/>
                </a:cubicBezTo>
                <a:cubicBezTo>
                  <a:pt x="331" y="300164"/>
                  <a:pt x="0" y="296799"/>
                  <a:pt x="0" y="293402"/>
                </a:cubicBezTo>
                <a:lnTo>
                  <a:pt x="0" y="51740"/>
                </a:lnTo>
                <a:cubicBezTo>
                  <a:pt x="0" y="48342"/>
                  <a:pt x="331" y="44977"/>
                  <a:pt x="994" y="41645"/>
                </a:cubicBezTo>
                <a:cubicBezTo>
                  <a:pt x="1657" y="38313"/>
                  <a:pt x="2638" y="35078"/>
                  <a:pt x="3939" y="31938"/>
                </a:cubicBezTo>
                <a:cubicBezTo>
                  <a:pt x="5239" y="28800"/>
                  <a:pt x="6832" y="25819"/>
                  <a:pt x="8720" y="22994"/>
                </a:cubicBezTo>
                <a:cubicBezTo>
                  <a:pt x="10607" y="20170"/>
                  <a:pt x="12752" y="17556"/>
                  <a:pt x="15154" y="15154"/>
                </a:cubicBezTo>
                <a:cubicBezTo>
                  <a:pt x="17557" y="12752"/>
                  <a:pt x="20170" y="10607"/>
                  <a:pt x="22995" y="8720"/>
                </a:cubicBezTo>
                <a:cubicBezTo>
                  <a:pt x="25819" y="6832"/>
                  <a:pt x="28801" y="5238"/>
                  <a:pt x="31940" y="3938"/>
                </a:cubicBezTo>
                <a:cubicBezTo>
                  <a:pt x="35078" y="2638"/>
                  <a:pt x="38314" y="1657"/>
                  <a:pt x="41646" y="994"/>
                </a:cubicBezTo>
                <a:cubicBezTo>
                  <a:pt x="44978" y="331"/>
                  <a:pt x="48342" y="0"/>
                  <a:pt x="51740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468" name="pdf-text-174-0">
            <a:extLst xmlns:a="http://schemas.openxmlformats.org/drawingml/2006/main">
              <a:ext uri="{FF2B5EF4-FFF2-40B4-BE49-F238E27FC236}">
                <a16:creationId xmlns:a16="http://schemas.microsoft.com/office/drawing/2014/main" id="{D2CDACE0-5031-4245-BEC6-6F386B35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657" y="5387342"/>
            <a:ext cx="1061088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Demonstration Collection</a:t>
            </a:r>
          </a:p>
        </p:txBody>
      </p:sp>
      <p:sp>
        <p:nvSpPr>
          <p:cNvPr id="469" name="pdf-text-175-0">
            <a:extLst xmlns:a="http://schemas.openxmlformats.org/drawingml/2006/main">
              <a:ext uri="{FF2B5EF4-FFF2-40B4-BE49-F238E27FC236}">
                <a16:creationId xmlns:a16="http://schemas.microsoft.com/office/drawing/2014/main" id="{D2A270D6-86C4-4865-B932-2E54B009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1647" y="3338910"/>
            <a:ext cx="237831" cy="8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3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3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470" name="pdf-text-176-0">
            <a:extLst xmlns:a="http://schemas.openxmlformats.org/drawingml/2006/main">
              <a:ext uri="{FF2B5EF4-FFF2-40B4-BE49-F238E27FC236}">
                <a16:creationId xmlns:a16="http://schemas.microsoft.com/office/drawing/2014/main" id="{3BD3A02B-C1A9-44D0-818F-090D5DAD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5613" y="3557141"/>
            <a:ext cx="723357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Pick up the ballet</a:t>
            </a:r>
          </a:p>
        </p:txBody>
      </p:sp>
      <p:sp>
        <p:nvSpPr>
          <p:cNvPr id="471" name="pdf-text-177-0">
            <a:extLst xmlns:a="http://schemas.openxmlformats.org/drawingml/2006/main">
              <a:ext uri="{FF2B5EF4-FFF2-40B4-BE49-F238E27FC236}">
                <a16:creationId xmlns:a16="http://schemas.microsoft.com/office/drawing/2014/main" id="{4A701354-5213-4428-8CF4-789E9B9C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1766" y="3671133"/>
            <a:ext cx="47497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ﬂ</a:t>
            </a:r>
          </a:p>
        </p:txBody>
      </p:sp>
      <p:sp>
        <p:nvSpPr>
          <p:cNvPr id="472" name="pdf-text-178-0">
            <a:extLst xmlns:a="http://schemas.openxmlformats.org/drawingml/2006/main">
              <a:ext uri="{FF2B5EF4-FFF2-40B4-BE49-F238E27FC236}">
                <a16:creationId xmlns:a16="http://schemas.microsoft.com/office/drawing/2014/main" id="{C474C698-8222-4E34-98C9-0C1F1C4B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263" y="3671133"/>
            <a:ext cx="723482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 and place it on</a:t>
            </a:r>
          </a:p>
        </p:txBody>
      </p:sp>
      <p:sp>
        <p:nvSpPr>
          <p:cNvPr id="473" name="pdf-text-179-0">
            <a:extLst xmlns:a="http://schemas.openxmlformats.org/drawingml/2006/main">
              <a:ext uri="{FF2B5EF4-FFF2-40B4-BE49-F238E27FC236}">
                <a16:creationId xmlns:a16="http://schemas.microsoft.com/office/drawing/2014/main" id="{09998D46-F9AC-4B10-95E9-83200C8E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759" y="3785124"/>
            <a:ext cx="580962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handbag. </a:t>
            </a:r>
          </a:p>
        </p:txBody>
      </p:sp>
      <p:pic>
        <p:nvPic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B0262D8E-E016-4508-83E1-F25861D2B6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b84b6beb344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7375" y="35433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75" name="source-raster-19">
            <a:extLst xmlns:a="http://schemas.openxmlformats.org/drawingml/2006/main">
              <a:ext uri="{FF2B5EF4-FFF2-40B4-BE49-F238E27FC236}">
                <a16:creationId xmlns:a16="http://schemas.microsoft.com/office/drawing/2014/main" id="{3247A1A9-B085-486D-9B0F-755926DF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375" y="3543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6" name="pdf-text-180-0">
            <a:extLst xmlns:a="http://schemas.openxmlformats.org/drawingml/2006/main">
              <a:ext uri="{FF2B5EF4-FFF2-40B4-BE49-F238E27FC236}">
                <a16:creationId xmlns:a16="http://schemas.microsoft.com/office/drawing/2014/main" id="{0FAB83E8-922A-4671-AF08-DF7E1B82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8871" y="4947461"/>
            <a:ext cx="407013" cy="8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3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3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477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92C68744-9CEB-488E-9C30-A355914C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333" y="2933672"/>
            <a:ext cx="158322" cy="158321"/>
          </a:xfrm>
          <a:custGeom xmlns:a="http://schemas.openxmlformats.org/drawingml/2006/main">
            <a:pathLst>
              <a:path w="158322" h="158321">
                <a:moveTo>
                  <a:pt x="23748" y="0"/>
                </a:moveTo>
                <a:lnTo>
                  <a:pt x="134574" y="0"/>
                </a:lnTo>
                <a:cubicBezTo>
                  <a:pt x="137723" y="0"/>
                  <a:pt x="140752" y="603"/>
                  <a:pt x="143662" y="1808"/>
                </a:cubicBezTo>
                <a:cubicBezTo>
                  <a:pt x="146571" y="3013"/>
                  <a:pt x="149139" y="4729"/>
                  <a:pt x="151366" y="6955"/>
                </a:cubicBezTo>
                <a:cubicBezTo>
                  <a:pt x="153593" y="9183"/>
                  <a:pt x="155309" y="11751"/>
                  <a:pt x="156514" y="14660"/>
                </a:cubicBezTo>
                <a:cubicBezTo>
                  <a:pt x="157719" y="17570"/>
                  <a:pt x="158322" y="20599"/>
                  <a:pt x="158322" y="23748"/>
                </a:cubicBezTo>
                <a:lnTo>
                  <a:pt x="158322" y="134574"/>
                </a:lnTo>
                <a:cubicBezTo>
                  <a:pt x="158322" y="137723"/>
                  <a:pt x="157719" y="140752"/>
                  <a:pt x="156514" y="143662"/>
                </a:cubicBezTo>
                <a:cubicBezTo>
                  <a:pt x="155309" y="146571"/>
                  <a:pt x="153593" y="149139"/>
                  <a:pt x="151366" y="151366"/>
                </a:cubicBezTo>
                <a:cubicBezTo>
                  <a:pt x="149139" y="153593"/>
                  <a:pt x="146571" y="155309"/>
                  <a:pt x="143662" y="156514"/>
                </a:cubicBezTo>
                <a:cubicBezTo>
                  <a:pt x="140752" y="157719"/>
                  <a:pt x="137723" y="158321"/>
                  <a:pt x="134574" y="158321"/>
                </a:cubicBezTo>
                <a:lnTo>
                  <a:pt x="23748" y="158321"/>
                </a:lnTo>
                <a:cubicBezTo>
                  <a:pt x="20599" y="158321"/>
                  <a:pt x="17570" y="157719"/>
                  <a:pt x="14660" y="156514"/>
                </a:cubicBezTo>
                <a:cubicBezTo>
                  <a:pt x="11751" y="155309"/>
                  <a:pt x="9183" y="153593"/>
                  <a:pt x="6956" y="151366"/>
                </a:cubicBezTo>
                <a:cubicBezTo>
                  <a:pt x="4729" y="149139"/>
                  <a:pt x="3013" y="146571"/>
                  <a:pt x="1808" y="143662"/>
                </a:cubicBezTo>
                <a:cubicBezTo>
                  <a:pt x="603" y="140752"/>
                  <a:pt x="0" y="137723"/>
                  <a:pt x="0" y="134574"/>
                </a:cubicBezTo>
                <a:lnTo>
                  <a:pt x="0" y="23748"/>
                </a:lnTo>
                <a:cubicBezTo>
                  <a:pt x="0" y="20599"/>
                  <a:pt x="603" y="17570"/>
                  <a:pt x="1808" y="14660"/>
                </a:cubicBezTo>
                <a:cubicBezTo>
                  <a:pt x="3013" y="11751"/>
                  <a:pt x="4729" y="9183"/>
                  <a:pt x="6956" y="6955"/>
                </a:cubicBezTo>
                <a:cubicBezTo>
                  <a:pt x="9183" y="4729"/>
                  <a:pt x="11751" y="3013"/>
                  <a:pt x="14660" y="1808"/>
                </a:cubicBezTo>
                <a:cubicBezTo>
                  <a:pt x="17570" y="603"/>
                  <a:pt x="20599" y="0"/>
                  <a:pt x="23748" y="0"/>
                </a:cubicBezTo>
              </a:path>
            </a:pathLst>
          </a:custGeom>
          <a:solidFill xmlns:a="http://schemas.openxmlformats.org/drawingml/2006/main">
            <a:srgbClr val="D4E1F5"/>
          </a:solidFill>
          <a:ln xmlns:a="http://schemas.openxmlformats.org/drawingml/2006/main" w="12666">
            <a:solidFill>
              <a:srgbClr val="000000"/>
            </a:solidFill>
            <a:prstDash val="solid"/>
          </a:ln>
        </p:spPr>
      </p:sp>
      <p:sp>
        <p:nvSpPr>
          <p:cNvPr id="478" name="pdf-text-181-0">
            <a:extLst xmlns:a="http://schemas.openxmlformats.org/drawingml/2006/main">
              <a:ext uri="{FF2B5EF4-FFF2-40B4-BE49-F238E27FC236}">
                <a16:creationId xmlns:a16="http://schemas.microsoft.com/office/drawing/2014/main" id="{DAB5382B-3467-41F2-8523-11877A9A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731" y="2972553"/>
            <a:ext cx="63397" cy="113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79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649ADF68-A36A-4D6E-8840-B0143F11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045" y="1996406"/>
            <a:ext cx="791609" cy="753612"/>
          </a:xfrm>
          <a:custGeom xmlns:a="http://schemas.openxmlformats.org/drawingml/2006/main">
            <a:pathLst>
              <a:path w="791609" h="753612">
                <a:moveTo>
                  <a:pt x="113042" y="0"/>
                </a:moveTo>
                <a:lnTo>
                  <a:pt x="678568" y="0"/>
                </a:lnTo>
                <a:cubicBezTo>
                  <a:pt x="685990" y="0"/>
                  <a:pt x="693341" y="725"/>
                  <a:pt x="700621" y="2172"/>
                </a:cubicBezTo>
                <a:cubicBezTo>
                  <a:pt x="707900" y="3621"/>
                  <a:pt x="714969" y="5765"/>
                  <a:pt x="721827" y="8605"/>
                </a:cubicBezTo>
                <a:cubicBezTo>
                  <a:pt x="728684" y="11446"/>
                  <a:pt x="735199" y="14928"/>
                  <a:pt x="741370" y="19051"/>
                </a:cubicBezTo>
                <a:cubicBezTo>
                  <a:pt x="747542" y="23175"/>
                  <a:pt x="753252" y="27861"/>
                  <a:pt x="758500" y="33110"/>
                </a:cubicBezTo>
                <a:cubicBezTo>
                  <a:pt x="763748" y="38358"/>
                  <a:pt x="768434" y="44068"/>
                  <a:pt x="772558" y="50239"/>
                </a:cubicBezTo>
                <a:cubicBezTo>
                  <a:pt x="776682" y="56411"/>
                  <a:pt x="780164" y="62926"/>
                  <a:pt x="783004" y="69783"/>
                </a:cubicBezTo>
                <a:cubicBezTo>
                  <a:pt x="785845" y="76640"/>
                  <a:pt x="787989" y="83709"/>
                  <a:pt x="789437" y="90989"/>
                </a:cubicBezTo>
                <a:cubicBezTo>
                  <a:pt x="790885" y="98268"/>
                  <a:pt x="791609" y="105620"/>
                  <a:pt x="791609" y="113043"/>
                </a:cubicBezTo>
                <a:lnTo>
                  <a:pt x="791609" y="640571"/>
                </a:lnTo>
                <a:cubicBezTo>
                  <a:pt x="791609" y="647993"/>
                  <a:pt x="790885" y="655344"/>
                  <a:pt x="789437" y="662624"/>
                </a:cubicBezTo>
                <a:cubicBezTo>
                  <a:pt x="787989" y="669904"/>
                  <a:pt x="785845" y="676972"/>
                  <a:pt x="783004" y="683829"/>
                </a:cubicBezTo>
                <a:cubicBezTo>
                  <a:pt x="780164" y="690687"/>
                  <a:pt x="776682" y="697201"/>
                  <a:pt x="772558" y="703373"/>
                </a:cubicBezTo>
                <a:cubicBezTo>
                  <a:pt x="768434" y="709545"/>
                  <a:pt x="763748" y="715255"/>
                  <a:pt x="758500" y="720503"/>
                </a:cubicBezTo>
                <a:cubicBezTo>
                  <a:pt x="753252" y="725752"/>
                  <a:pt x="747542" y="730438"/>
                  <a:pt x="741370" y="734561"/>
                </a:cubicBezTo>
                <a:cubicBezTo>
                  <a:pt x="735199" y="738685"/>
                  <a:pt x="728684" y="742167"/>
                  <a:pt x="721827" y="745007"/>
                </a:cubicBezTo>
                <a:cubicBezTo>
                  <a:pt x="714969" y="747848"/>
                  <a:pt x="707900" y="749993"/>
                  <a:pt x="700621" y="751440"/>
                </a:cubicBezTo>
                <a:cubicBezTo>
                  <a:pt x="693341" y="752888"/>
                  <a:pt x="685990" y="753612"/>
                  <a:pt x="678568" y="753612"/>
                </a:cubicBezTo>
                <a:lnTo>
                  <a:pt x="113042" y="753612"/>
                </a:lnTo>
                <a:cubicBezTo>
                  <a:pt x="105619" y="753612"/>
                  <a:pt x="98268" y="752888"/>
                  <a:pt x="90988" y="751440"/>
                </a:cubicBezTo>
                <a:cubicBezTo>
                  <a:pt x="83709" y="749993"/>
                  <a:pt x="76640" y="747848"/>
                  <a:pt x="69783" y="745007"/>
                </a:cubicBezTo>
                <a:cubicBezTo>
                  <a:pt x="62925" y="742167"/>
                  <a:pt x="56411" y="738685"/>
                  <a:pt x="50239" y="734561"/>
                </a:cubicBezTo>
                <a:cubicBezTo>
                  <a:pt x="44067" y="730438"/>
                  <a:pt x="38358" y="725752"/>
                  <a:pt x="33109" y="720503"/>
                </a:cubicBezTo>
                <a:cubicBezTo>
                  <a:pt x="27861" y="715255"/>
                  <a:pt x="23175" y="709545"/>
                  <a:pt x="19051" y="703373"/>
                </a:cubicBezTo>
                <a:cubicBezTo>
                  <a:pt x="14927" y="697201"/>
                  <a:pt x="11445" y="690687"/>
                  <a:pt x="8605" y="683829"/>
                </a:cubicBezTo>
                <a:cubicBezTo>
                  <a:pt x="5764" y="676972"/>
                  <a:pt x="3620" y="669904"/>
                  <a:pt x="2172" y="662624"/>
                </a:cubicBezTo>
                <a:cubicBezTo>
                  <a:pt x="724" y="655344"/>
                  <a:pt x="0" y="647993"/>
                  <a:pt x="0" y="640571"/>
                </a:cubicBezTo>
                <a:lnTo>
                  <a:pt x="0" y="113043"/>
                </a:lnTo>
                <a:cubicBezTo>
                  <a:pt x="0" y="105620"/>
                  <a:pt x="724" y="98268"/>
                  <a:pt x="2172" y="90989"/>
                </a:cubicBezTo>
                <a:cubicBezTo>
                  <a:pt x="3620" y="83709"/>
                  <a:pt x="5764" y="76640"/>
                  <a:pt x="8605" y="69783"/>
                </a:cubicBezTo>
                <a:cubicBezTo>
                  <a:pt x="11445" y="62926"/>
                  <a:pt x="14927" y="56411"/>
                  <a:pt x="19051" y="50239"/>
                </a:cubicBezTo>
                <a:cubicBezTo>
                  <a:pt x="23175" y="44068"/>
                  <a:pt x="27861" y="38358"/>
                  <a:pt x="33109" y="33110"/>
                </a:cubicBezTo>
                <a:cubicBezTo>
                  <a:pt x="38358" y="27861"/>
                  <a:pt x="44067" y="23175"/>
                  <a:pt x="50239" y="19051"/>
                </a:cubicBezTo>
                <a:cubicBezTo>
                  <a:pt x="56411" y="14928"/>
                  <a:pt x="62925" y="11446"/>
                  <a:pt x="69783" y="8605"/>
                </a:cubicBezTo>
                <a:cubicBezTo>
                  <a:pt x="76640" y="5765"/>
                  <a:pt x="83709" y="3621"/>
                  <a:pt x="90988" y="2172"/>
                </a:cubicBezTo>
                <a:cubicBezTo>
                  <a:pt x="98268" y="725"/>
                  <a:pt x="105619" y="0"/>
                  <a:pt x="113042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499">
            <a:solidFill>
              <a:srgbClr val="000000"/>
            </a:solidFill>
            <a:prstDash val="solid"/>
          </a:ln>
        </p:spPr>
      </p:sp>
      <p:sp>
        <p:nvSpPr>
          <p:cNvPr id="480" name="pdf-text-182-0">
            <a:extLst xmlns:a="http://schemas.openxmlformats.org/drawingml/2006/main">
              <a:ext uri="{FF2B5EF4-FFF2-40B4-BE49-F238E27FC236}">
                <a16:creationId xmlns:a16="http://schemas.microsoft.com/office/drawing/2014/main" id="{CAE27082-93A4-40A9-B1DB-FC694EA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668" y="2062583"/>
            <a:ext cx="311497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481" name="pdf-path-250">
            <a:extLst xmlns:a="http://schemas.openxmlformats.org/drawingml/2006/main">
              <a:ext uri="{FF2B5EF4-FFF2-40B4-BE49-F238E27FC236}">
                <a16:creationId xmlns:a16="http://schemas.microsoft.com/office/drawing/2014/main" id="{8647BCF2-5CA1-4A9C-A999-AEB13203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223" y="2233890"/>
            <a:ext cx="655073" cy="197902"/>
          </a:xfrm>
          <a:custGeom xmlns:a="http://schemas.openxmlformats.org/drawingml/2006/main">
            <a:pathLst>
              <a:path w="655073" h="197902">
                <a:moveTo>
                  <a:pt x="29701" y="0"/>
                </a:moveTo>
                <a:lnTo>
                  <a:pt x="625371" y="0"/>
                </a:lnTo>
                <a:cubicBezTo>
                  <a:pt x="629310" y="0"/>
                  <a:pt x="633099" y="753"/>
                  <a:pt x="636737" y="2260"/>
                </a:cubicBezTo>
                <a:cubicBezTo>
                  <a:pt x="640376" y="3768"/>
                  <a:pt x="643588" y="5914"/>
                  <a:pt x="646373" y="8699"/>
                </a:cubicBezTo>
                <a:cubicBezTo>
                  <a:pt x="649158" y="11484"/>
                  <a:pt x="651304" y="14696"/>
                  <a:pt x="652812" y="18335"/>
                </a:cubicBezTo>
                <a:cubicBezTo>
                  <a:pt x="654319" y="21974"/>
                  <a:pt x="655072" y="25762"/>
                  <a:pt x="655073" y="29701"/>
                </a:cubicBezTo>
                <a:lnTo>
                  <a:pt x="655073" y="168201"/>
                </a:lnTo>
                <a:cubicBezTo>
                  <a:pt x="655072" y="172139"/>
                  <a:pt x="654319" y="175928"/>
                  <a:pt x="652812" y="179567"/>
                </a:cubicBezTo>
                <a:cubicBezTo>
                  <a:pt x="651304" y="183206"/>
                  <a:pt x="649158" y="186418"/>
                  <a:pt x="646373" y="189203"/>
                </a:cubicBezTo>
                <a:cubicBezTo>
                  <a:pt x="643588" y="191987"/>
                  <a:pt x="640376" y="194133"/>
                  <a:pt x="636737" y="195641"/>
                </a:cubicBezTo>
                <a:cubicBezTo>
                  <a:pt x="633099" y="197148"/>
                  <a:pt x="629310" y="197902"/>
                  <a:pt x="625371" y="197902"/>
                </a:cubicBezTo>
                <a:lnTo>
                  <a:pt x="29701" y="197902"/>
                </a:lnTo>
                <a:cubicBezTo>
                  <a:pt x="25762" y="197902"/>
                  <a:pt x="21974" y="197148"/>
                  <a:pt x="18335" y="195641"/>
                </a:cubicBezTo>
                <a:cubicBezTo>
                  <a:pt x="14696" y="194133"/>
                  <a:pt x="11484" y="191987"/>
                  <a:pt x="8699" y="189203"/>
                </a:cubicBezTo>
                <a:cubicBezTo>
                  <a:pt x="5914" y="186418"/>
                  <a:pt x="3768" y="183206"/>
                  <a:pt x="2261" y="179567"/>
                </a:cubicBezTo>
                <a:cubicBezTo>
                  <a:pt x="754" y="175928"/>
                  <a:pt x="0" y="172139"/>
                  <a:pt x="0" y="168201"/>
                </a:cubicBezTo>
                <a:lnTo>
                  <a:pt x="0" y="29701"/>
                </a:lnTo>
                <a:cubicBezTo>
                  <a:pt x="0" y="25762"/>
                  <a:pt x="754" y="21974"/>
                  <a:pt x="2261" y="18335"/>
                </a:cubicBezTo>
                <a:cubicBezTo>
                  <a:pt x="3768" y="14696"/>
                  <a:pt x="5914" y="11484"/>
                  <a:pt x="8699" y="8699"/>
                </a:cubicBezTo>
                <a:cubicBezTo>
                  <a:pt x="11484" y="5914"/>
                  <a:pt x="14696" y="3768"/>
                  <a:pt x="18335" y="2260"/>
                </a:cubicBezTo>
                <a:cubicBezTo>
                  <a:pt x="21974" y="753"/>
                  <a:pt x="25762" y="0"/>
                  <a:pt x="29701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82" name="pdf-text-183-0">
            <a:extLst xmlns:a="http://schemas.openxmlformats.org/drawingml/2006/main">
              <a:ext uri="{FF2B5EF4-FFF2-40B4-BE49-F238E27FC236}">
                <a16:creationId xmlns:a16="http://schemas.microsoft.com/office/drawing/2014/main" id="{246FDD75-2341-4957-9810-AFC59948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416" y="2296900"/>
            <a:ext cx="527988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Hunyuan 3D</a:t>
            </a:r>
          </a:p>
        </p:txBody>
      </p:sp>
      <p:sp>
        <p:nvSpPr>
          <p:cNvPr id="483" name="pdf-path-253">
            <a:extLst xmlns:a="http://schemas.openxmlformats.org/drawingml/2006/main">
              <a:ext uri="{FF2B5EF4-FFF2-40B4-BE49-F238E27FC236}">
                <a16:creationId xmlns:a16="http://schemas.microsoft.com/office/drawing/2014/main" id="{40E2A3DC-A4BF-4EAF-BFEE-5D9C6A86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223" y="2504620"/>
            <a:ext cx="655073" cy="178903"/>
          </a:xfrm>
          <a:custGeom xmlns:a="http://schemas.openxmlformats.org/drawingml/2006/main">
            <a:pathLst>
              <a:path w="655073" h="178903">
                <a:moveTo>
                  <a:pt x="26851" y="0"/>
                </a:moveTo>
                <a:lnTo>
                  <a:pt x="628221" y="0"/>
                </a:lnTo>
                <a:cubicBezTo>
                  <a:pt x="631781" y="0"/>
                  <a:pt x="635207" y="681"/>
                  <a:pt x="638497" y="2044"/>
                </a:cubicBezTo>
                <a:cubicBezTo>
                  <a:pt x="641786" y="3406"/>
                  <a:pt x="644690" y="5346"/>
                  <a:pt x="647208" y="7865"/>
                </a:cubicBezTo>
                <a:cubicBezTo>
                  <a:pt x="649725" y="10383"/>
                  <a:pt x="651666" y="13286"/>
                  <a:pt x="653029" y="16576"/>
                </a:cubicBezTo>
                <a:cubicBezTo>
                  <a:pt x="654391" y="19865"/>
                  <a:pt x="655072" y="23290"/>
                  <a:pt x="655073" y="26851"/>
                </a:cubicBezTo>
                <a:lnTo>
                  <a:pt x="655073" y="152052"/>
                </a:lnTo>
                <a:cubicBezTo>
                  <a:pt x="655072" y="155613"/>
                  <a:pt x="654391" y="159038"/>
                  <a:pt x="653029" y="162328"/>
                </a:cubicBezTo>
                <a:cubicBezTo>
                  <a:pt x="651666" y="165617"/>
                  <a:pt x="649725" y="168521"/>
                  <a:pt x="647208" y="171039"/>
                </a:cubicBezTo>
                <a:cubicBezTo>
                  <a:pt x="644690" y="173557"/>
                  <a:pt x="641786" y="175497"/>
                  <a:pt x="638497" y="176859"/>
                </a:cubicBezTo>
                <a:cubicBezTo>
                  <a:pt x="635207" y="178222"/>
                  <a:pt x="631781" y="178903"/>
                  <a:pt x="628221" y="178903"/>
                </a:cubicBezTo>
                <a:lnTo>
                  <a:pt x="26851" y="178903"/>
                </a:lnTo>
                <a:cubicBezTo>
                  <a:pt x="23291" y="178903"/>
                  <a:pt x="19866" y="178222"/>
                  <a:pt x="16576" y="176859"/>
                </a:cubicBezTo>
                <a:cubicBezTo>
                  <a:pt x="13286" y="175497"/>
                  <a:pt x="10383" y="173557"/>
                  <a:pt x="7864" y="171039"/>
                </a:cubicBezTo>
                <a:cubicBezTo>
                  <a:pt x="5347" y="168521"/>
                  <a:pt x="3406" y="165617"/>
                  <a:pt x="2044" y="162328"/>
                </a:cubicBezTo>
                <a:cubicBezTo>
                  <a:pt x="681" y="159038"/>
                  <a:pt x="0" y="155613"/>
                  <a:pt x="0" y="152052"/>
                </a:cubicBezTo>
                <a:lnTo>
                  <a:pt x="0" y="26851"/>
                </a:lnTo>
                <a:cubicBezTo>
                  <a:pt x="0" y="23290"/>
                  <a:pt x="681" y="19865"/>
                  <a:pt x="2044" y="16576"/>
                </a:cubicBezTo>
                <a:cubicBezTo>
                  <a:pt x="3406" y="13286"/>
                  <a:pt x="5347" y="10383"/>
                  <a:pt x="7864" y="7865"/>
                </a:cubicBezTo>
                <a:cubicBezTo>
                  <a:pt x="10382" y="5346"/>
                  <a:pt x="13286" y="3406"/>
                  <a:pt x="16576" y="2044"/>
                </a:cubicBezTo>
                <a:cubicBezTo>
                  <a:pt x="19866" y="681"/>
                  <a:pt x="23291" y="0"/>
                  <a:pt x="26851" y="0"/>
                </a:cubicBezTo>
              </a:path>
            </a:pathLst>
          </a:custGeom>
          <a:solidFill xmlns:a="http://schemas.openxmlformats.org/drawingml/2006/main">
            <a:srgbClr val="F4F7FF"/>
          </a:solidFill>
          <a:ln xmlns:a="http://schemas.openxmlformats.org/drawingml/2006/main" w="6333">
            <a:solidFill>
              <a:srgbClr val="000000"/>
            </a:solidFill>
            <a:prstDash val="solid"/>
          </a:ln>
        </p:spPr>
      </p:sp>
      <p:sp>
        <p:nvSpPr>
          <p:cNvPr id="484" name="pdf-text-184-0">
            <a:extLst xmlns:a="http://schemas.openxmlformats.org/drawingml/2006/main">
              <a:ext uri="{FF2B5EF4-FFF2-40B4-BE49-F238E27FC236}">
                <a16:creationId xmlns:a16="http://schemas.microsoft.com/office/drawing/2014/main" id="{61D430EC-A651-4C7E-BD16-89BEE0DE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" y="2556547"/>
            <a:ext cx="348419" cy="9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LIBERO</a:t>
            </a:r>
          </a:p>
        </p:txBody>
      </p:sp>
      <p:pic>
        <p:nvPic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8B34C2B0-8E1B-4F30-A54F-1DFF8E5811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53eaa1adb4c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7175" y="438150"/>
            <a:ext cx="828675" cy="647700"/>
          </a:xfrm>
          <a:prstGeom xmlns:a="http://schemas.openxmlformats.org/drawingml/2006/main" prst="rect">
            <a:avLst/>
          </a:prstGeom>
        </p:spPr>
      </p:pic>
      <p:sp>
        <p:nvSpPr>
          <p:cNvPr id="486" name="source-raster-20">
            <a:extLst xmlns:a="http://schemas.openxmlformats.org/drawingml/2006/main">
              <a:ext uri="{FF2B5EF4-FFF2-40B4-BE49-F238E27FC236}">
                <a16:creationId xmlns:a16="http://schemas.microsoft.com/office/drawing/2014/main" id="{D465FF72-C010-49CD-A5AD-999483F4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438150"/>
            <a:ext cx="828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60350CE1-FED0-494F-BE7C-4A7C0CC366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aee0e21c34e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7175" y="1076325"/>
            <a:ext cx="828675" cy="638175"/>
          </a:xfrm>
          <a:prstGeom xmlns:a="http://schemas.openxmlformats.org/drawingml/2006/main" prst="rect">
            <a:avLst/>
          </a:prstGeom>
        </p:spPr>
      </p:pic>
      <p:sp>
        <p:nvSpPr>
          <p:cNvPr id="488" name="source-raster-21">
            <a:extLst xmlns:a="http://schemas.openxmlformats.org/drawingml/2006/main">
              <a:ext uri="{FF2B5EF4-FFF2-40B4-BE49-F238E27FC236}">
                <a16:creationId xmlns:a16="http://schemas.microsoft.com/office/drawing/2014/main" id="{71EE0107-7F34-4E07-9AD3-35B0D66A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1076325"/>
            <a:ext cx="8286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4046F3A8-D62D-4440-A696-97002F6637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d2db0341642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5550" y="2181225"/>
            <a:ext cx="466725" cy="533400"/>
          </a:xfrm>
          <a:prstGeom xmlns:a="http://schemas.openxmlformats.org/drawingml/2006/main" prst="rect">
            <a:avLst/>
          </a:prstGeom>
        </p:spPr>
      </p:pic>
      <p:sp>
        <p:nvSpPr>
          <p:cNvPr id="490" name="source-raster-22">
            <a:extLst xmlns:a="http://schemas.openxmlformats.org/drawingml/2006/main">
              <a:ext uri="{FF2B5EF4-FFF2-40B4-BE49-F238E27FC236}">
                <a16:creationId xmlns:a16="http://schemas.microsoft.com/office/drawing/2014/main" id="{DC6B95E9-20FF-4CD7-B80D-75D198F9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2181225"/>
            <a:ext cx="46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64CC2553-0946-42F6-9178-EA25D6E858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e1a95ca364a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24075" y="238125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492" name="source-raster-23">
            <a:extLst xmlns:a="http://schemas.openxmlformats.org/drawingml/2006/main">
              <a:ext uri="{FF2B5EF4-FFF2-40B4-BE49-F238E27FC236}">
                <a16:creationId xmlns:a16="http://schemas.microsoft.com/office/drawing/2014/main" id="{11AE5D0D-76DC-494C-A4AD-4A6D3790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23812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3" name="pdf-path-260">
            <a:extLst xmlns:a="http://schemas.openxmlformats.org/drawingml/2006/main">
              <a:ext uri="{FF2B5EF4-FFF2-40B4-BE49-F238E27FC236}">
                <a16:creationId xmlns:a16="http://schemas.microsoft.com/office/drawing/2014/main" id="{80FAA482-4FBB-4393-B2B5-11F860EA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9910" y="2743686"/>
            <a:ext cx="721947" cy="12666"/>
          </a:xfrm>
          <a:custGeom xmlns:a="http://schemas.openxmlformats.org/drawingml/2006/main">
            <a:pathLst>
              <a:path w="721947" h="12666">
                <a:moveTo>
                  <a:pt x="0" y="0"/>
                </a:moveTo>
                <a:lnTo>
                  <a:pt x="37997" y="0"/>
                </a:lnTo>
                <a:lnTo>
                  <a:pt x="37997" y="12666"/>
                </a:lnTo>
                <a:lnTo>
                  <a:pt x="0" y="12666"/>
                </a:lnTo>
                <a:moveTo>
                  <a:pt x="75994" y="0"/>
                </a:moveTo>
                <a:lnTo>
                  <a:pt x="113991" y="0"/>
                </a:lnTo>
                <a:lnTo>
                  <a:pt x="113991" y="12666"/>
                </a:lnTo>
                <a:lnTo>
                  <a:pt x="75994" y="12666"/>
                </a:lnTo>
                <a:moveTo>
                  <a:pt x="151989" y="0"/>
                </a:moveTo>
                <a:lnTo>
                  <a:pt x="189986" y="0"/>
                </a:lnTo>
                <a:lnTo>
                  <a:pt x="189986" y="12666"/>
                </a:lnTo>
                <a:lnTo>
                  <a:pt x="151989" y="12666"/>
                </a:lnTo>
                <a:moveTo>
                  <a:pt x="227983" y="0"/>
                </a:moveTo>
                <a:lnTo>
                  <a:pt x="265980" y="0"/>
                </a:lnTo>
                <a:lnTo>
                  <a:pt x="265980" y="12666"/>
                </a:lnTo>
                <a:lnTo>
                  <a:pt x="227983" y="12666"/>
                </a:lnTo>
                <a:moveTo>
                  <a:pt x="303977" y="0"/>
                </a:moveTo>
                <a:lnTo>
                  <a:pt x="341975" y="0"/>
                </a:lnTo>
                <a:lnTo>
                  <a:pt x="341975" y="12666"/>
                </a:lnTo>
                <a:lnTo>
                  <a:pt x="303977" y="12666"/>
                </a:lnTo>
                <a:moveTo>
                  <a:pt x="379972" y="0"/>
                </a:moveTo>
                <a:lnTo>
                  <a:pt x="417970" y="0"/>
                </a:lnTo>
                <a:lnTo>
                  <a:pt x="417970" y="12666"/>
                </a:lnTo>
                <a:lnTo>
                  <a:pt x="379972" y="12666"/>
                </a:lnTo>
                <a:moveTo>
                  <a:pt x="455967" y="0"/>
                </a:moveTo>
                <a:lnTo>
                  <a:pt x="493964" y="0"/>
                </a:lnTo>
                <a:lnTo>
                  <a:pt x="493964" y="12666"/>
                </a:lnTo>
                <a:lnTo>
                  <a:pt x="455967" y="12666"/>
                </a:lnTo>
                <a:moveTo>
                  <a:pt x="531961" y="0"/>
                </a:moveTo>
                <a:lnTo>
                  <a:pt x="569958" y="0"/>
                </a:lnTo>
                <a:lnTo>
                  <a:pt x="569958" y="12666"/>
                </a:lnTo>
                <a:lnTo>
                  <a:pt x="531961" y="12666"/>
                </a:lnTo>
                <a:moveTo>
                  <a:pt x="607956" y="0"/>
                </a:moveTo>
                <a:lnTo>
                  <a:pt x="645953" y="0"/>
                </a:lnTo>
                <a:lnTo>
                  <a:pt x="645953" y="12666"/>
                </a:lnTo>
                <a:lnTo>
                  <a:pt x="607956" y="12666"/>
                </a:lnTo>
                <a:moveTo>
                  <a:pt x="683950" y="0"/>
                </a:moveTo>
                <a:lnTo>
                  <a:pt x="721947" y="0"/>
                </a:lnTo>
                <a:lnTo>
                  <a:pt x="721947" y="12666"/>
                </a:lnTo>
                <a:lnTo>
                  <a:pt x="683950" y="12666"/>
                </a:lnTo>
              </a:path>
            </a:pathLst>
          </a:custGeom>
          <a:solidFill xmlns:a="http://schemas.openxmlformats.org/drawingml/2006/main">
            <a:srgbClr val="979B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simulation-times-label">
            <a:extLst xmlns:a="http://schemas.openxmlformats.org/drawingml/2006/main">
              <a:ext uri="{FF2B5EF4-FFF2-40B4-BE49-F238E27FC236}">
                <a16:creationId xmlns:a16="http://schemas.microsoft.com/office/drawing/2014/main" id="{6A9426E6-C691-43B5-BE09-70BDE073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344167" y="1729962"/>
            <a:ext cx="458926" cy="5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397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97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7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Simulation Times (s)</a:t>
            </a:r>
          </a:p>
        </p:txBody>
      </p:sp>
      <p:sp>
        <p:nvSpPr>
          <p:cNvPr id="495" name="merged-source-heading-5">
            <a:extLst xmlns:a="http://schemas.openxmlformats.org/drawingml/2006/main">
              <a:ext uri="{FF2B5EF4-FFF2-40B4-BE49-F238E27FC236}">
                <a16:creationId xmlns:a16="http://schemas.microsoft.com/office/drawing/2014/main" id="{A36615E9-3E56-42F5-AFB9-7406E4BD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9750" y="95972"/>
            <a:ext cx="1812545" cy="10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Offline Data Cleaning &amp; Refinement</a:t>
            </a:r>
          </a:p>
        </p:txBody>
      </p:sp>
      <p:sp>
        <p:nvSpPr>
          <p:cNvPr id="496" name="merged-source-heading-51">
            <a:extLst xmlns:a="http://schemas.openxmlformats.org/drawingml/2006/main">
              <a:ext uri="{FF2B5EF4-FFF2-40B4-BE49-F238E27FC236}">
                <a16:creationId xmlns:a16="http://schemas.microsoft.com/office/drawing/2014/main" id="{63FA60E7-765C-4796-8C94-4DF2E60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6760" y="2646663"/>
            <a:ext cx="901118" cy="10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Refined Trajectories</a:t>
            </a:r>
          </a:p>
        </p:txBody>
      </p:sp>
    </p:spTree>
    <p:extLst>
      <p:ext uri="{BB962C8B-B14F-4D97-AF65-F5344CB8AC3E}">
        <p14:creationId xmlns:p14="http://schemas.microsoft.com/office/powerpoint/2010/main" val="177408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2026-10-09T21:50:45.9940000Z</dcterms:created>
  <dcterms:modified xsi:type="dcterms:W3CDTF">2026-10-09T21:50:45.9940000Z</dcterms:modified>
</coreProperties>
</file>