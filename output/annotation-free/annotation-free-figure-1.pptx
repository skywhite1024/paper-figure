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bd0aceb894ef9" /><Relationship Type="http://schemas.openxmlformats.org/officeDocument/2006/relationships/extended-properties" Target="/docProps/app.xml" Id="Rbf24b7be95e1486d" /><Relationship Type="http://schemas.openxmlformats.org/officeDocument/2006/relationships/officeDocument" Target="/ppt/presentation.xml" Id="Rb2aff3c87262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664e0ad494743"/>
  </p:sldMasterIdLst>
  <p:notesMasterIdLst>
    <p:notesMasterId xmlns:r="http://schemas.openxmlformats.org/officeDocument/2006/relationships" r:id="R6a7da2669cbd47d0"/>
  </p:notesMasterIdLst>
  <p:sldIdLst>
    <p:sldId xmlns:r="http://schemas.openxmlformats.org/officeDocument/2006/relationships" id="256" r:id="R7740dc24425142d0"/>
  </p:sldIdLst>
  <p:sldSz cx="11811000" cy="5381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df669adac64643" /><Relationship Type="http://schemas.openxmlformats.org/officeDocument/2006/relationships/slideMaster" Target="/ppt/slideMasters/slideMaster1.xml" Id="R10e664e0ad494743" /><Relationship Type="http://schemas.openxmlformats.org/officeDocument/2006/relationships/notesMaster" Target="/ppt/notesMasters/notesMaster1.xml" Id="R6a7da2669cbd47d0" /><Relationship Type="http://schemas.openxmlformats.org/officeDocument/2006/relationships/presProps" Target="/ppt/presProps.xml" Id="R38cc554a77144ca0" /><Relationship Type="http://schemas.openxmlformats.org/officeDocument/2006/relationships/tableStyles" Target="/ppt/tableStyles.xml" Id="R3123cab26c9c4890" /><Relationship Type="http://schemas.openxmlformats.org/officeDocument/2006/relationships/slide" Target="/ppt/slides/slide1.xml" Id="R7740dc244251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63cf06add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fbaf397744484d" /><Relationship Type="http://schemas.openxmlformats.org/officeDocument/2006/relationships/notesMaster" Target="/ppt/notesMasters/notesMaster1.xml" Id="Re7561dc4bde940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"Annotation-Free One-Shot Imitation Learning for Multi-Step Manipulation Tasks",</a:t>
            </a:r>
          </a:p>
          <a:p xmlns:a="http://schemas.openxmlformats.org/drawingml/2006/main">
            <a:r>
              <a:t>  "paper_url": "https://arxiv.org/abs/2509.24972v1",</a:t>
            </a:r>
          </a:p>
          <a:p xmlns:a="http://schemas.openxmlformats.org/drawingml/2006/main">
            <a:r>
              <a:t>  "pdf_url": "https://arxiv.org/pdf/2509.24972v1",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"unverified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Source is flattened. Ordinary labels, motion arrows and divider manually recreated as live text/native paths. Six isolated photographic details retain original pixels. The robot silhouette photo is reused at the two original diagram positions.",</a:t>
            </a:r>
          </a:p>
          <a:p xmlns:a="http://schemas.openxmlformats.org/drawingml/2006/main">
            <a:r>
              <a:t>  "source_sha256": "09d5f8a6ab5241357e07c48d838af7d0fc6d4968c3f6b8a11422f5f31367915b",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311,</a:t>
            </a:r>
          </a:p>
          <a:p xmlns:a="http://schemas.openxmlformats.org/drawingml/2006/main">
            <a:r>
              <a:t>    391,</a:t>
            </a:r>
          </a:p>
          <a:p xmlns:a="http://schemas.openxmlformats.org/drawingml/2006/main">
            <a:r>
              <a:t>    559,</a:t>
            </a:r>
          </a:p>
          <a:p xmlns:a="http://schemas.openxmlformats.org/drawingml/2006/main">
            <a:r>
              <a:t>    504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true,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"source-observation",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165,</a:t>
            </a:r>
          </a:p>
          <a:p xmlns:a="http://schemas.openxmlformats.org/drawingml/2006/main">
            <a:r>
              <a:t>        138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source RGB camera view"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"target-observation",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545,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699,</a:t>
            </a:r>
          </a:p>
          <a:p xmlns:a="http://schemas.openxmlformats.org/drawingml/2006/main">
            <a:r>
              <a:t>        138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target RGB camera view"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69,</a:t>
            </a:r>
          </a:p>
          <a:p xmlns:a="http://schemas.openxmlformats.org/drawingml/2006/main">
            <a:r>
              <a:t>        400,</a:t>
            </a:r>
          </a:p>
          <a:p xmlns:a="http://schemas.openxmlformats.org/drawingml/2006/main">
            <a:r>
              <a:t>        538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robot photograph silhouette"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"target-robot",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570,</a:t>
            </a:r>
          </a:p>
          <a:p xmlns:a="http://schemas.openxmlformats.org/drawingml/2006/main">
            <a:r>
              <a:t>        69,</a:t>
            </a:r>
          </a:p>
          <a:p xmlns:a="http://schemas.openxmlformats.org/drawingml/2006/main">
            <a:r>
              <a:t>        930,</a:t>
            </a:r>
          </a:p>
          <a:p xmlns:a="http://schemas.openxmlformats.org/drawingml/2006/main">
            <a:r>
              <a:t>        538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robot photograph silhouette"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"adapted-gripper",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1004,</a:t>
            </a:r>
          </a:p>
          <a:p xmlns:a="http://schemas.openxmlformats.org/drawingml/2006/main">
            <a:r>
              <a:t>        127,</a:t>
            </a:r>
          </a:p>
          <a:p xmlns:a="http://schemas.openxmlformats.org/drawingml/2006/main">
            <a:r>
              <a:t>        1200,</a:t>
            </a:r>
          </a:p>
          <a:p xmlns:a="http://schemas.openxmlformats.org/drawingml/2006/main">
            <a:r>
              <a:t>        310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transformed gripper photograph"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"source-final-object",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313,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418,</a:t>
            </a:r>
          </a:p>
          <a:p xmlns:a="http://schemas.openxmlformats.org/drawingml/2006/main">
            <a:r>
              <a:t>        541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blue object photograph"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"target-final-object",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918,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1027,</a:t>
            </a:r>
          </a:p>
          <a:p xmlns:a="http://schemas.openxmlformats.org/drawingml/2006/main">
            <a:r>
              <a:t>        542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blue object photograph"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9494685cd43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aa5dc773545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2225896b047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05cead23049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d608da4d54b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e724f9dd3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34467D-5763-4FB7-A83A-9FCB14361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1100" y="2033058"/>
            <a:ext cx="9448800" cy="777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745493-8079-4A0B-A360-DDD10A4F5B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71650" y="2959894"/>
            <a:ext cx="8267700" cy="597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243524-595D-4612-AFF0-8007DE8787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1100" y="2242344"/>
            <a:ext cx="9448800" cy="896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1C4A69-3394-47A2-8D3E-4B4986DE7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4369" y="418571"/>
            <a:ext cx="10482263" cy="65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351352-8B1B-45EA-AE15-61CA50A4A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4369" y="1494896"/>
            <a:ext cx="10482263" cy="334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1pPr>
            <a:lvl2pPr marL="4185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2pPr>
            <a:lvl3pPr marL="6577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3pPr>
            <a:lvl4pPr marL="89693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4pPr>
            <a:lvl5pPr marL="113612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5pPr>
            <a:lvl6pPr marL="137530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6pPr>
            <a:lvl7pPr marL="16144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7pPr>
            <a:lvl8pPr marL="18536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8pPr>
            <a:lvl9pPr marL="20928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30BF66-7914-47BF-8C30-AAB5C1F4E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4369" y="418571"/>
            <a:ext cx="10482263" cy="65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74BA0A-0036-4E7A-8BC0-EB6EFB9F4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4369" y="1494896"/>
            <a:ext cx="4872038" cy="334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1pPr>
            <a:lvl2pPr marL="4185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2pPr>
            <a:lvl3pPr marL="6577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3pPr>
            <a:lvl4pPr marL="89693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4pPr>
            <a:lvl5pPr marL="113612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5pPr>
            <a:lvl6pPr marL="137530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6pPr>
            <a:lvl7pPr marL="16144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7pPr>
            <a:lvl8pPr marL="18536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8pPr>
            <a:lvl9pPr marL="20928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25CE89-A940-4484-BF15-E8E215BFA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74594" y="1494896"/>
            <a:ext cx="4872038" cy="334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1pPr>
            <a:lvl2pPr marL="4185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2pPr>
            <a:lvl3pPr marL="6577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3pPr>
            <a:lvl4pPr marL="89693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4pPr>
            <a:lvl5pPr marL="113612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5pPr>
            <a:lvl6pPr marL="137530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6pPr>
            <a:lvl7pPr marL="16144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7pPr>
            <a:lvl8pPr marL="18536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8pPr>
            <a:lvl9pPr marL="20928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EFF3F-8C22-48B1-9C2B-B777DECDD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4369" y="418571"/>
            <a:ext cx="10482263" cy="65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330DAA-D627-4036-8CED-5238CE45ED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4369" y="1494896"/>
            <a:ext cx="4872038" cy="334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93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1pPr>
            <a:lvl2pPr marL="4185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2pPr>
            <a:lvl3pPr marL="6577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3pPr>
            <a:lvl4pPr marL="89693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4pPr>
            <a:lvl5pPr marL="113612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5pPr>
            <a:lvl6pPr marL="137530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6pPr>
            <a:lvl7pPr marL="1614488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7pPr>
            <a:lvl8pPr marL="1853671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8pPr>
            <a:lvl9pPr marL="2092854" indent="-179387">
              <a:lnSpc>
                <a:spcPct val="110000"/>
              </a:lnSpc>
              <a:spcBef>
                <a:spcPts val="0"/>
              </a:spcBef>
              <a:spcAft>
                <a:spcPts val="9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da3f755bb4dc9" /><Relationship Type="http://schemas.openxmlformats.org/officeDocument/2006/relationships/slideLayout" Target="/ppt/slideLayouts/slideLayout1.xml" Id="R90946e2098b74072" /><Relationship Type="http://schemas.openxmlformats.org/officeDocument/2006/relationships/slideLayout" Target="/ppt/slideLayouts/slideLayout2.xml" Id="R42df7616dd584244" /><Relationship Type="http://schemas.openxmlformats.org/officeDocument/2006/relationships/slideLayout" Target="/ppt/slideLayouts/slideLayout3.xml" Id="R73f3168217e245fb" /><Relationship Type="http://schemas.openxmlformats.org/officeDocument/2006/relationships/slideLayout" Target="/ppt/slideLayouts/slideLayout4.xml" Id="R968b7cd0ffa74a60" /><Relationship Type="http://schemas.openxmlformats.org/officeDocument/2006/relationships/slideLayout" Target="/ppt/slideLayouts/slideLayout5.xml" Id="Rb23c6218e4db43b0" /><Relationship Type="http://schemas.openxmlformats.org/officeDocument/2006/relationships/slideLayout" Target="/ppt/slideLayouts/slideLayout6.xml" Id="Rfd4e3b0988aa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46e2098b74072"/>
    <p:sldLayoutId xmlns:r="http://schemas.openxmlformats.org/officeDocument/2006/relationships" id="2147483650" r:id="R42df7616dd584244"/>
    <p:sldLayoutId xmlns:r="http://schemas.openxmlformats.org/officeDocument/2006/relationships" id="2147483651" r:id="R73f3168217e245fb"/>
    <p:sldLayoutId xmlns:r="http://schemas.openxmlformats.org/officeDocument/2006/relationships" id="2147483652" r:id="R968b7cd0ffa74a60"/>
    <p:sldLayoutId xmlns:r="http://schemas.openxmlformats.org/officeDocument/2006/relationships" id="2147483653" r:id="Rb23c6218e4db43b0"/>
    <p:sldLayoutId xmlns:r="http://schemas.openxmlformats.org/officeDocument/2006/relationships" id="2147483654" r:id="Rfd4e3b0988aa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e3859cf924d27" /><Relationship Type="http://schemas.openxmlformats.org/officeDocument/2006/relationships/image" Target="/ppt/media/image.png" Id="R887c65c9ae374aeb" /><Relationship Type="http://schemas.openxmlformats.org/officeDocument/2006/relationships/image" Target="/ppt/media/image2.png" Id="R605c2e04ee924340" /><Relationship Type="http://schemas.openxmlformats.org/officeDocument/2006/relationships/image" Target="/ppt/media/image3.png" Id="R88e140e2b5ac46ad" /><Relationship Type="http://schemas.openxmlformats.org/officeDocument/2006/relationships/image" Target="/ppt/media/image4.png" Id="Rb23b9bb506c54231" /><Relationship Type="http://schemas.openxmlformats.org/officeDocument/2006/relationships/image" Target="/ppt/media/image5.png" Id="R019da9db8fee4d2a" /><Relationship Type="http://schemas.openxmlformats.org/officeDocument/2006/relationships/image" Target="/ppt/media/image6.png" Id="Ra3e9639c1b2a4e65" /><Relationship Type="http://schemas.openxmlformats.org/officeDocument/2006/relationships/image" Target="/ppt/media/image7.png" Id="R0159c132bb8842ce" /><Relationship Type="http://schemas.openxmlformats.org/officeDocument/2006/relationships/notesSlide" Target="/ppt/notesSlides/notesSlide1.xml" Id="R875fa55bc0c842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538D2-939C-420F-B5F0-6CF82E386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c65c9ae374a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" y="209550"/>
            <a:ext cx="146685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source-observation">
            <a:extLst xmlns:a="http://schemas.openxmlformats.org/drawingml/2006/main">
              <a:ext uri="{FF2B5EF4-FFF2-40B4-BE49-F238E27FC236}">
                <a16:creationId xmlns:a16="http://schemas.microsoft.com/office/drawing/2014/main" id="{DF05C88C-5FB1-4963-BDE9-CC711DB5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" y="209550"/>
            <a:ext cx="1466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0969A-995D-470F-B750-81B98522A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c2e04ee9243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209550"/>
            <a:ext cx="1466850" cy="1104900"/>
          </a:xfrm>
          <a:prstGeom xmlns:a="http://schemas.openxmlformats.org/drawingml/2006/main" prst="rect">
            <a:avLst/>
          </a:prstGeom>
        </p:spPr>
      </p:pic>
      <p:sp>
        <p:nvSpPr>
          <p:cNvPr id="4" name="target-observation">
            <a:extLst xmlns:a="http://schemas.openxmlformats.org/drawingml/2006/main">
              <a:ext uri="{FF2B5EF4-FFF2-40B4-BE49-F238E27FC236}">
                <a16:creationId xmlns:a16="http://schemas.microsoft.com/office/drawing/2014/main" id="{ECA2B0D8-13C0-4DBF-9D6E-61B3ABE9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209550"/>
            <a:ext cx="1466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6BF1B-6896-449C-BB9C-2A0658949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140e2b5ac46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657225"/>
            <a:ext cx="3429000" cy="4467225"/>
          </a:xfrm>
          <a:prstGeom xmlns:a="http://schemas.openxmlformats.org/drawingml/2006/main" prst="rect">
            <a:avLst/>
          </a:prstGeom>
        </p:spPr>
      </p:pic>
      <p:sp>
        <p:nvSpPr>
          <p:cNvPr id="6" name="source-robot">
            <a:extLst xmlns:a="http://schemas.openxmlformats.org/drawingml/2006/main">
              <a:ext uri="{FF2B5EF4-FFF2-40B4-BE49-F238E27FC236}">
                <a16:creationId xmlns:a16="http://schemas.microsoft.com/office/drawing/2014/main" id="{A99FCBA3-4D6E-4399-8167-7D70920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57225"/>
            <a:ext cx="342900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1747-45E7-45F3-ABE9-80EDE4A3F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b9bb506c542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657225"/>
            <a:ext cx="3429000" cy="4467225"/>
          </a:xfrm>
          <a:prstGeom xmlns:a="http://schemas.openxmlformats.org/drawingml/2006/main" prst="rect">
            <a:avLst/>
          </a:prstGeom>
        </p:spPr>
      </p:pic>
      <p:sp>
        <p:nvSpPr>
          <p:cNvPr id="8" name="target-robot">
            <a:extLst xmlns:a="http://schemas.openxmlformats.org/drawingml/2006/main">
              <a:ext uri="{FF2B5EF4-FFF2-40B4-BE49-F238E27FC236}">
                <a16:creationId xmlns:a16="http://schemas.microsoft.com/office/drawing/2014/main" id="{A1DFC8AC-19ED-4BA5-B0EE-AF4EE041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657225"/>
            <a:ext cx="342900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ECAB9-A7E4-4D30-9469-FB56F2CA9C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da9db8fee4d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3100" y="1209675"/>
            <a:ext cx="1866900" cy="1743075"/>
          </a:xfrm>
          <a:prstGeom xmlns:a="http://schemas.openxmlformats.org/drawingml/2006/main" prst="rect">
            <a:avLst/>
          </a:prstGeom>
        </p:spPr>
      </p:pic>
      <p:sp>
        <p:nvSpPr>
          <p:cNvPr id="10" name="adapted-gripper">
            <a:extLst xmlns:a="http://schemas.openxmlformats.org/drawingml/2006/main">
              <a:ext uri="{FF2B5EF4-FFF2-40B4-BE49-F238E27FC236}">
                <a16:creationId xmlns:a16="http://schemas.microsoft.com/office/drawing/2014/main" id="{2661C53D-1E8F-4E95-99BA-6D5F0C59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209675"/>
            <a:ext cx="18669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A78F4-1841-48D6-AF97-8E5C221E9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9639c1b2a4e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81325" y="4371975"/>
            <a:ext cx="1000125" cy="781050"/>
          </a:xfrm>
          <a:prstGeom xmlns:a="http://schemas.openxmlformats.org/drawingml/2006/main" prst="rect">
            <a:avLst/>
          </a:prstGeom>
        </p:spPr>
      </p:pic>
      <p:sp>
        <p:nvSpPr>
          <p:cNvPr id="12" name="source-final-object">
            <a:extLst xmlns:a="http://schemas.openxmlformats.org/drawingml/2006/main">
              <a:ext uri="{FF2B5EF4-FFF2-40B4-BE49-F238E27FC236}">
                <a16:creationId xmlns:a16="http://schemas.microsoft.com/office/drawing/2014/main" id="{81AB13CB-7ECD-4CBB-8DED-BA51D7F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4371975"/>
            <a:ext cx="100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68749-CB61-4D73-9259-CEC984849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9c132bb8842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3950" y="4371975"/>
            <a:ext cx="1038225" cy="790575"/>
          </a:xfrm>
          <a:prstGeom xmlns:a="http://schemas.openxmlformats.org/drawingml/2006/main" prst="rect">
            <a:avLst/>
          </a:prstGeom>
        </p:spPr>
      </p:pic>
      <p:sp>
        <p:nvSpPr>
          <p:cNvPr id="14" name="target-final-object">
            <a:extLst xmlns:a="http://schemas.openxmlformats.org/drawingml/2006/main">
              <a:ext uri="{FF2B5EF4-FFF2-40B4-BE49-F238E27FC236}">
                <a16:creationId xmlns:a16="http://schemas.microsoft.com/office/drawing/2014/main" id="{0B3D95AB-5B8E-4F9F-8379-359BC2E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4371975"/>
            <a:ext cx="1038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5EF62B3A-E1F6-4BDA-9154-6F6CD43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1285875"/>
            <a:ext cx="1323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</p:txBody>
      </p:sp>
      <p:sp>
        <p:nvSpPr>
          <p:cNvPr id="16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91513196-FFFA-4A4B-815F-2470852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1285875"/>
            <a:ext cx="1343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17" name="panel-divider">
            <a:extLst xmlns:a="http://schemas.openxmlformats.org/drawingml/2006/main">
              <a:ext uri="{FF2B5EF4-FFF2-40B4-BE49-F238E27FC236}">
                <a16:creationId xmlns:a16="http://schemas.microsoft.com/office/drawing/2014/main" id="{99152CB7-1EA6-42ED-8E09-000DD44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8100"/>
            <a:ext cx="953" cy="5286375"/>
          </a:xfrm>
          <a:custGeom xmlns:a="http://schemas.openxmlformats.org/drawingml/2006/main">
            <a:pathLst>
              <a:path w="953" h="5286375">
                <a:moveTo>
                  <a:pt x="0" y="0"/>
                </a:moveTo>
                <a:lnTo>
                  <a:pt x="0" y="5286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source-action-arc">
            <a:extLst xmlns:a="http://schemas.openxmlformats.org/drawingml/2006/main">
              <a:ext uri="{FF2B5EF4-FFF2-40B4-BE49-F238E27FC236}">
                <a16:creationId xmlns:a16="http://schemas.microsoft.com/office/drawing/2014/main" id="{C8C06772-D63C-451A-852B-AA982A62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971800"/>
            <a:ext cx="1266825" cy="1400175"/>
          </a:xfrm>
          <a:custGeom xmlns:a="http://schemas.openxmlformats.org/drawingml/2006/main">
            <a:pathLst>
              <a:path w="1266825" h="1400175">
                <a:moveTo>
                  <a:pt x="371475" y="19050"/>
                </a:moveTo>
                <a:cubicBezTo>
                  <a:pt x="-333375" y="809625"/>
                  <a:pt x="38100" y="1457325"/>
                  <a:pt x="1200150" y="13811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FF4249"/>
            </a:solidFill>
            <a:prstDash val="solid"/>
          </a:ln>
        </p:spPr>
      </p:sp>
      <p:sp>
        <p:nvSpPr>
          <p:cNvPr id="19" name="source-action-head">
            <a:extLst xmlns:a="http://schemas.openxmlformats.org/drawingml/2006/main">
              <a:ext uri="{FF2B5EF4-FFF2-40B4-BE49-F238E27FC236}">
                <a16:creationId xmlns:a16="http://schemas.microsoft.com/office/drawing/2014/main" id="{90C22D88-4BC1-4490-B23A-EAE3950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4248150"/>
            <a:ext cx="180975" cy="200025"/>
          </a:xfrm>
          <a:custGeom xmlns:a="http://schemas.openxmlformats.org/drawingml/2006/main">
            <a:pathLst>
              <a:path w="180975" h="200025">
                <a:moveTo>
                  <a:pt x="180975" y="104775"/>
                </a:moveTo>
                <a:lnTo>
                  <a:pt x="0" y="0"/>
                </a:lnTo>
                <a:lnTo>
                  <a:pt x="38100" y="10477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FF4249"/>
          </a:solidFill>
          <a:ln xmlns:a="http://schemas.openxmlformats.org/drawingml/2006/main" w="0">
            <a:solidFill>
              <a:srgbClr val="FF4249"/>
            </a:solidFill>
            <a:prstDash val="solid"/>
          </a:ln>
        </p:spPr>
      </p:sp>
      <p:sp>
        <p:nvSpPr>
          <p:cNvPr id="20" name="target-action-arc">
            <a:extLst xmlns:a="http://schemas.openxmlformats.org/drawingml/2006/main">
              <a:ext uri="{FF2B5EF4-FFF2-40B4-BE49-F238E27FC236}">
                <a16:creationId xmlns:a16="http://schemas.microsoft.com/office/drawing/2014/main" id="{A11F5871-E21B-4038-B211-0517570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609850"/>
            <a:ext cx="933450" cy="1619250"/>
          </a:xfrm>
          <a:custGeom xmlns:a="http://schemas.openxmlformats.org/drawingml/2006/main">
            <a:pathLst>
              <a:path w="933450" h="1619250">
                <a:moveTo>
                  <a:pt x="923925" y="19050"/>
                </a:moveTo>
                <a:cubicBezTo>
                  <a:pt x="-104775" y="9525"/>
                  <a:pt x="-333375" y="676275"/>
                  <a:pt x="561975" y="1581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FF4249"/>
            </a:solidFill>
            <a:prstDash val="solid"/>
          </a:ln>
        </p:spPr>
      </p:sp>
      <p:sp>
        <p:nvSpPr>
          <p:cNvPr id="21" name="target-action-head">
            <a:extLst xmlns:a="http://schemas.openxmlformats.org/drawingml/2006/main">
              <a:ext uri="{FF2B5EF4-FFF2-40B4-BE49-F238E27FC236}">
                <a16:creationId xmlns:a16="http://schemas.microsoft.com/office/drawing/2014/main" id="{0BFD9620-AFFE-4D60-B80A-90C5E006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029075"/>
            <a:ext cx="190500" cy="200025"/>
          </a:xfrm>
          <a:custGeom xmlns:a="http://schemas.openxmlformats.org/drawingml/2006/main">
            <a:pathLst>
              <a:path w="190500" h="200025">
                <a:moveTo>
                  <a:pt x="190500" y="200025"/>
                </a:moveTo>
                <a:lnTo>
                  <a:pt x="0" y="123825"/>
                </a:lnTo>
                <a:lnTo>
                  <a:pt x="104775" y="104775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FF4249"/>
          </a:solidFill>
          <a:ln xmlns:a="http://schemas.openxmlformats.org/drawingml/2006/main" w="0">
            <a:solidFill>
              <a:srgbClr val="FF4249"/>
            </a:solidFill>
            <a:prstDash val="solid"/>
          </a:ln>
        </p:spPr>
      </p:sp>
      <p:sp>
        <p:nvSpPr>
          <p:cNvPr id="22" name="source-action-label">
            <a:extLst xmlns:a="http://schemas.openxmlformats.org/drawingml/2006/main">
              <a:ext uri="{FF2B5EF4-FFF2-40B4-BE49-F238E27FC236}">
                <a16:creationId xmlns:a16="http://schemas.microsoft.com/office/drawing/2014/main" id="{02C415E3-09B9-479F-BA16-293335C1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857625"/>
            <a:ext cx="30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3" name="target-action-label">
            <a:extLst xmlns:a="http://schemas.openxmlformats.org/drawingml/2006/main">
              <a:ext uri="{FF2B5EF4-FFF2-40B4-BE49-F238E27FC236}">
                <a16:creationId xmlns:a16="http://schemas.microsoft.com/office/drawing/2014/main" id="{70483935-4C1D-41A6-A50B-3274073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3105150"/>
            <a:ext cx="30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FF4249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4" name="camera-displacement">
            <a:extLst xmlns:a="http://schemas.openxmlformats.org/drawingml/2006/main">
              <a:ext uri="{FF2B5EF4-FFF2-40B4-BE49-F238E27FC236}">
                <a16:creationId xmlns:a16="http://schemas.microsoft.com/office/drawing/2014/main" id="{A31F9461-DAAF-4838-B156-75B237C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1485900"/>
            <a:ext cx="1076325" cy="953"/>
          </a:xfrm>
          <a:custGeom xmlns:a="http://schemas.openxmlformats.org/drawingml/2006/main">
            <a:pathLst>
              <a:path w="1076325" h="953">
                <a:moveTo>
                  <a:pt x="0" y="0"/>
                </a:moveTo>
                <a:lnTo>
                  <a:pt x="107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69FFF"/>
            </a:solidFill>
            <a:prstDash val="solid"/>
          </a:ln>
        </p:spPr>
      </p:sp>
      <p:sp>
        <p:nvSpPr>
          <p:cNvPr id="25" name="camera-displacement-arrow">
            <a:extLst xmlns:a="http://schemas.openxmlformats.org/drawingml/2006/main">
              <a:ext uri="{FF2B5EF4-FFF2-40B4-BE49-F238E27FC236}">
                <a16:creationId xmlns:a16="http://schemas.microsoft.com/office/drawing/2014/main" id="{5231B33F-E177-4DAC-BE25-2F13B2C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1391888"/>
            <a:ext cx="200025" cy="188024"/>
          </a:xfrm>
          <a:custGeom xmlns:a="http://schemas.openxmlformats.org/drawingml/2006/main">
            <a:pathLst>
              <a:path w="200025" h="188024">
                <a:moveTo>
                  <a:pt x="200025" y="94012"/>
                </a:moveTo>
                <a:lnTo>
                  <a:pt x="0" y="1880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69FFF"/>
          </a:solidFill>
          <a:ln xmlns:a="http://schemas.openxmlformats.org/drawingml/2006/main" w="0">
            <a:solidFill>
              <a:srgbClr val="369FFF"/>
            </a:solidFill>
            <a:prstDash val="solid"/>
          </a:ln>
        </p:spPr>
      </p:sp>
      <p:sp>
        <p:nvSpPr>
          <p:cNvPr id="26" name="camera-delta">
            <a:extLst xmlns:a="http://schemas.openxmlformats.org/drawingml/2006/main">
              <a:ext uri="{FF2B5EF4-FFF2-40B4-BE49-F238E27FC236}">
                <a16:creationId xmlns:a16="http://schemas.microsoft.com/office/drawing/2014/main" id="{E6142A5D-D9D8-498F-A0AD-176795D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9906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3150" b="0" i="1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150" b="0" i="1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 i="1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rPr>
              <a:t>ΔT</a:t>
            </a:r>
          </a:p>
        </p:txBody>
      </p:sp>
      <p:sp>
        <p:nvSpPr>
          <p:cNvPr id="27" name="camera-superscript">
            <a:extLst xmlns:a="http://schemas.openxmlformats.org/drawingml/2006/main">
              <a:ext uri="{FF2B5EF4-FFF2-40B4-BE49-F238E27FC236}">
                <a16:creationId xmlns:a16="http://schemas.microsoft.com/office/drawing/2014/main" id="{43CAC794-9DFE-4C49-844A-5185771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971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369FFF"/>
                </a:solidFill>
                <a:latin typeface="Times New Roman"/>
                <a:ea typeface="Times New Roman"/>
                <a:cs typeface="Times New Roman"/>
              </a:rPr>
              <a:t>cam</a:t>
            </a:r>
          </a:p>
        </p:txBody>
      </p:sp>
    </p:spTree>
    <p:extLst>
      <p:ext uri="{BB962C8B-B14F-4D97-AF65-F5344CB8AC3E}">
        <p14:creationId xmlns:p14="http://schemas.microsoft.com/office/powerpoint/2010/main" val="302691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2026-10-09T21:36:43.9830000Z</dcterms:created>
  <dcterms:modified xsi:type="dcterms:W3CDTF">2026-10-09T21:36:43.9830000Z</dcterms:modified>
</coreProperties>
</file>