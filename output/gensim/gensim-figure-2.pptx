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f27f1e9b754000" /><Relationship Type="http://schemas.openxmlformats.org/officeDocument/2006/relationships/extended-properties" Target="/docProps/app.xml" Id="R512ce1182f6344da" /><Relationship Type="http://schemas.openxmlformats.org/officeDocument/2006/relationships/officeDocument" Target="/ppt/presentation.xml" Id="Rbc0d93b850184b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48d501ccd24d57"/>
  </p:sldMasterIdLst>
  <p:notesMasterIdLst>
    <p:notesMasterId xmlns:r="http://schemas.openxmlformats.org/officeDocument/2006/relationships" r:id="R3463bcba78c445b6"/>
  </p:notesMasterIdLst>
  <p:sldIdLst>
    <p:sldId xmlns:r="http://schemas.openxmlformats.org/officeDocument/2006/relationships" id="256" r:id="R2affd9759488430c"/>
  </p:sldIdLst>
  <p:sldSz cx="15125700" cy="4495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9299d28bd45b2" /><Relationship Type="http://schemas.openxmlformats.org/officeDocument/2006/relationships/slideMaster" Target="/ppt/slideMasters/slideMaster1.xml" Id="R3b48d501ccd24d57" /><Relationship Type="http://schemas.openxmlformats.org/officeDocument/2006/relationships/notesMaster" Target="/ppt/notesMasters/notesMaster1.xml" Id="R3463bcba78c445b6" /><Relationship Type="http://schemas.openxmlformats.org/officeDocument/2006/relationships/presProps" Target="/ppt/presProps.xml" Id="R05cbb2dedc594c6a" /><Relationship Type="http://schemas.openxmlformats.org/officeDocument/2006/relationships/tableStyles" Target="/ppt/tableStyles.xml" Id="R9dbdac9d827c4aa2" /><Relationship Type="http://schemas.openxmlformats.org/officeDocument/2006/relationships/slide" Target="/ppt/slides/slide1.xml" Id="R2affd975948843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4d63967c7a48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bdb19493ce4d19" /><Relationship Type="http://schemas.openxmlformats.org/officeDocument/2006/relationships/notesMaster" Target="/ppt/notesMasters/notesMaster1.xml" Id="R9eb94726a4dd4e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"GenSim: Generating Robotic Simulation Tasks via Large Language Models",</a:t>
            </a:r>
          </a:p>
          <a:p xmlns:a="http://schemas.openxmlformats.org/drawingml/2006/main">
            <a:r>
              <a:t>  "paper_url": "https://arxiv.org/pdf/2310.01361v2",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"http://arxiv.org/licenses/nonexclusive-distrib/1.0/",</a:t>
            </a:r>
          </a:p>
          <a:p xmlns:a="http://schemas.openxmlformats.org/drawingml/2006/main">
            <a:r>
              <a:t>  "notes": "Original task-creation, program-synthesis, simulation, library and transfer layout. Discrete avatar, engine icon and six source robot illustrations remain raster. LLM label and code are manually transcribed as native text; native freeform arrows are not attached connectors. Source mixed clipping requires manually reviewed image crops.",</a:t>
            </a:r>
          </a:p>
          <a:p xmlns:a="http://schemas.openxmlformats.org/drawingml/2006/main">
            <a:r>
              <a:t>  "page": 3,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"97b91f5da06223de29b894792f90a00a9c0732bf05df0f92f1d1bddd21332962",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107,</a:t>
            </a:r>
          </a:p>
          <a:p xmlns:a="http://schemas.openxmlformats.org/drawingml/2006/main">
            <a:r>
              <a:t>    62,</a:t>
            </a:r>
          </a:p>
          <a:p xmlns:a="http://schemas.openxmlformats.org/drawingml/2006/main">
            <a:r>
              <a:t>    504,</a:t>
            </a:r>
          </a:p>
          <a:p xmlns:a="http://schemas.openxmlformats.org/drawingml/2006/main">
            <a:r>
              <a:t>    180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"dash_fidelity": "PPTX uses the closest supported native preset, not exact PDF dash lengths. Draw.io retains interval lengths; PDF phase/caps are not preserved; zero intervals become 0.001 scene units.",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"27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2",</a:t>
            </a:r>
          </a:p>
          <a:p xmlns:a="http://schemas.openxmlformats.org/drawingml/2006/main">
            <a:r>
              <a:t>    "path crosses crop boundary: 3",</a:t>
            </a:r>
          </a:p>
          <a:p xmlns:a="http://schemas.openxmlformats.org/drawingml/2006/main">
            <a:r>
              <a:t>    "path partially intersects raster inset: 27",</a:t>
            </a:r>
          </a:p>
          <a:p xmlns:a="http://schemas.openxmlformats.org/drawingml/2006/main">
            <a:r>
              <a:t>    "path partially intersects raster inset: 60",</a:t>
            </a:r>
          </a:p>
          <a:p xmlns:a="http://schemas.openxmlformats.org/drawingml/2006/main">
            <a:r>
              <a:t>    "path partially intersects raster inset: 61",</a:t>
            </a:r>
          </a:p>
          <a:p xmlns:a="http://schemas.openxmlformats.org/drawingml/2006/main">
            <a:r>
              <a:t>    "path partially intersects raster inset: 65",</a:t>
            </a:r>
          </a:p>
          <a:p xmlns:a="http://schemas.openxmlformats.org/drawingml/2006/main">
            <a:r>
              <a:t>    "path partially intersects raster inset: 66",</a:t>
            </a:r>
          </a:p>
          <a:p xmlns:a="http://schemas.openxmlformats.org/drawingml/2006/main">
            <a:r>
              <a:t>    "path partially intersects raster inset: 68",</a:t>
            </a:r>
          </a:p>
          <a:p xmlns:a="http://schemas.openxmlformats.org/drawingml/2006/main">
            <a:r>
              <a:t>    "unhandled image/shading at seq 9: [447.86846923828125, 66.48382568359375, 521.0802001953125, 124.15036010742188]; requires reviewed raster region",</a:t>
            </a:r>
          </a:p>
          <a:p xmlns:a="http://schemas.openxmlformats.org/drawingml/2006/main">
            <a:r>
              <a:t>    "unhandled image/shading at seq 10: [443.140869140625, 117.84693908691406, 516.3526000976562, 175.5134735107422]; requires reviewed raster region",</a:t>
            </a:r>
          </a:p>
          <a:p xmlns:a="http://schemas.openxmlformats.org/drawingml/2006/main">
            <a:r>
              <a:t>    "unhandled image/shading at seq 11: [438.41339111328125, 169.2100830078125, 511.6250915527344, 226.87661743164062]; requires reviewed raster region",</a:t>
            </a:r>
          </a:p>
          <a:p xmlns:a="http://schemas.openxmlformats.org/drawingml/2006/main">
            <a:r>
              <a:t>    "unhandled image/shading at seq 12: [379.38446044921875, 60.180423736572266, 452.59619140625, 117.84695434570312]; requires reviewed raster region",</a:t>
            </a:r>
          </a:p>
          <a:p xmlns:a="http://schemas.openxmlformats.org/drawingml/2006/main">
            <a:r>
              <a:t>    "unhandled image/shading at seq 13: [374.65692138671875, 111.54353332519531, 447.8686218261719, 169.21006774902344]; requires reviewed raster region",</a:t>
            </a:r>
          </a:p>
          <a:p xmlns:a="http://schemas.openxmlformats.org/drawingml/2006/main">
            <a:r>
              <a:t>    "unhandled image/shading at seq 14: [369.9293212890625, 162.90664672851562, 443.14105224609375, 220.57318115234375]; requires reviewed raster region",</a:t>
            </a:r>
          </a:p>
          <a:p xmlns:a="http://schemas.openxmlformats.org/drawingml/2006/main">
            <a:r>
              <a:t>    "unhandled image/shading at seq 21: [386.06488037109375, 80.73002624511719, 440.94805908203125, 111.60182189941406]; requires reviewed raster region",</a:t>
            </a:r>
          </a:p>
          <a:p xmlns:a="http://schemas.openxmlformats.org/drawingml/2006/main">
            <a:r>
              <a:t>    "unhandled image/shading at seq 22: [396.44482421875, 126.97174835205078, 446.99737548828125, 155.4075469970703]; requires reviewed raster region",</a:t>
            </a:r>
          </a:p>
          <a:p xmlns:a="http://schemas.openxmlformats.org/drawingml/2006/main">
            <a:r>
              <a:t>    "unhandled image/shading at seq 23: [356.3170166015625, 80.120361328125, 413.38232421875, 112.2196044921875]; requires reviewed raster region",</a:t>
            </a:r>
          </a:p>
          <a:p xmlns:a="http://schemas.openxmlformats.org/drawingml/2006/main">
            <a:r>
              <a:t>    "unhandled image/shading at seq 24: [353.8316650390625, 124.06802368164062, 410.89697265625, 156.16726684570312]; requires reviewed raster region",</a:t>
            </a:r>
          </a:p>
          <a:p xmlns:a="http://schemas.openxmlformats.org/drawingml/2006/main">
            <a:r>
              <a:t>    "unhandled image/shading at seq 28: [425.93939208984375, 69.99757385253906, 511.9850769042969, 118.39907836914062]; requires reviewed raster region",</a:t>
            </a:r>
          </a:p>
          <a:p xmlns:a="http://schemas.openxmlformats.org/drawingml/2006/main">
            <a:r>
              <a:t>    "unhandled image/shading at seq 71: [108.00001525878906, 101.03507995605469, 143.43984985351562, 133.31063842773438]; requires reviewed raster region",</a:t>
            </a:r>
          </a:p>
          <a:p xmlns:a="http://schemas.openxmlformats.org/drawingml/2006/main">
            <a:r>
              <a:t>    "unhandled image/shading at seq 72: [165.09860229492188, 104.46420288085938, 208.2288818359375, 134.5177459716797]; requires reviewed raster region",</a:t>
            </a:r>
          </a:p>
          <a:p xmlns:a="http://schemas.openxmlformats.org/drawingml/2006/main">
            <a:r>
              <a:t>    "unhandled image/shading at seq 74: [244.57525634765625, 124.56439208984375, 315.93402099609375, 166.047607421875]; requires reviewed raster region",</a:t>
            </a:r>
          </a:p>
          <a:p xmlns:a="http://schemas.openxmlformats.org/drawingml/2006/main">
            <a:r>
              <a:t>    "unhandled image/shading at seq 75: [204.914306640625, 69.80865478515625, 349.219970703125, 82.49285125732422]; requires reviewed raster region",</a:t>
            </a:r>
          </a:p>
          <a:p xmlns:a="http://schemas.openxmlformats.org/drawingml/2006/main">
            <a:r>
              <a:t>    "unhandled image/shading at seq 76: [210.61085510253906, 89.4070816040039, 314.50921630859375, 109.57781982421875];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"manual_text_notes": "Source raster code and LLM words transcribed to native typeable text. Syntax highlighting simplified to whole-line colors for reliable editor spacing."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88525bf6f44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ad053266940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416890941548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a390970d14a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d1493973ec41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7adad2b2343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CA6163-C55E-4EFD-9881-62F89CB46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1698413"/>
            <a:ext cx="12100560" cy="6493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4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73B679-C131-488D-B2D1-2CEAF785D7E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68855" y="2472690"/>
            <a:ext cx="10587990" cy="499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AA381A-1688-4758-A5F5-210ED6506A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12570" y="1873250"/>
            <a:ext cx="12100560" cy="74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5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32B568-BCAD-456D-929B-0BA72092BF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349673"/>
            <a:ext cx="13424059" cy="549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E3B66F-91DA-4B32-8DD6-24A878B4C9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248833"/>
            <a:ext cx="13424059" cy="2797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86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1pPr>
            <a:lvl2pPr marL="34967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2pPr>
            <a:lvl3pPr marL="54948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3pPr>
            <a:lvl4pPr marL="74930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4pPr>
            <a:lvl5pPr marL="94911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5pPr>
            <a:lvl6pPr marL="114892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6pPr>
            <a:lvl7pPr marL="134874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7pPr>
            <a:lvl8pPr marL="154855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8pPr>
            <a:lvl9pPr marL="174836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8B0B8C-12D4-4524-976A-7A1B1EA4D8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349673"/>
            <a:ext cx="13424059" cy="549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4BCF57-A7F8-415F-8A64-F3B33E7CEF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248833"/>
            <a:ext cx="6239351" cy="2797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86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1pPr>
            <a:lvl2pPr marL="34967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2pPr>
            <a:lvl3pPr marL="54948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3pPr>
            <a:lvl4pPr marL="74930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4pPr>
            <a:lvl5pPr marL="94911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5pPr>
            <a:lvl6pPr marL="114892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6pPr>
            <a:lvl7pPr marL="134874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7pPr>
            <a:lvl8pPr marL="154855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8pPr>
            <a:lvl9pPr marL="174836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0B5C1F6-2E14-4624-A9E1-7CD661D387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35528" y="1248833"/>
            <a:ext cx="6239351" cy="2797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7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86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1pPr>
            <a:lvl2pPr marL="34967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2pPr>
            <a:lvl3pPr marL="54948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3pPr>
            <a:lvl4pPr marL="74930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4pPr>
            <a:lvl5pPr marL="94911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5pPr>
            <a:lvl6pPr marL="114892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6pPr>
            <a:lvl7pPr marL="134874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7pPr>
            <a:lvl8pPr marL="154855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8pPr>
            <a:lvl9pPr marL="174836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211816-00BB-465D-92DC-E58658DD9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0821" y="349673"/>
            <a:ext cx="13424059" cy="5494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09B4B6-5016-4DF9-AFF6-3AA36FE487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0821" y="1248833"/>
            <a:ext cx="6239351" cy="2797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4986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1pPr>
            <a:lvl2pPr marL="34967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2pPr>
            <a:lvl3pPr marL="54948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3pPr>
            <a:lvl4pPr marL="74930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4pPr>
            <a:lvl5pPr marL="94911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5pPr>
            <a:lvl6pPr marL="114892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6pPr>
            <a:lvl7pPr marL="1348740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7pPr>
            <a:lvl8pPr marL="1548553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8pPr>
            <a:lvl9pPr marL="1748367" indent="-149860">
              <a:lnSpc>
                <a:spcPct val="110000"/>
              </a:lnSpc>
              <a:spcBef>
                <a:spcPts val="0"/>
              </a:spcBef>
              <a:spcAft>
                <a:spcPts val="78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3b158903e74232" /><Relationship Type="http://schemas.openxmlformats.org/officeDocument/2006/relationships/slideLayout" Target="/ppt/slideLayouts/slideLayout1.xml" Id="Rb51e36feb7b64bc2" /><Relationship Type="http://schemas.openxmlformats.org/officeDocument/2006/relationships/slideLayout" Target="/ppt/slideLayouts/slideLayout2.xml" Id="R7b0a9f2686a44ca8" /><Relationship Type="http://schemas.openxmlformats.org/officeDocument/2006/relationships/slideLayout" Target="/ppt/slideLayouts/slideLayout3.xml" Id="Re86c3bb576474ed1" /><Relationship Type="http://schemas.openxmlformats.org/officeDocument/2006/relationships/slideLayout" Target="/ppt/slideLayouts/slideLayout4.xml" Id="Rd6ac3504334e4e43" /><Relationship Type="http://schemas.openxmlformats.org/officeDocument/2006/relationships/slideLayout" Target="/ppt/slideLayouts/slideLayout5.xml" Id="R2b98eeb307d34af0" /><Relationship Type="http://schemas.openxmlformats.org/officeDocument/2006/relationships/slideLayout" Target="/ppt/slideLayouts/slideLayout6.xml" Id="R01073899d1bc49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1e36feb7b64bc2"/>
    <p:sldLayoutId xmlns:r="http://schemas.openxmlformats.org/officeDocument/2006/relationships" id="2147483650" r:id="R7b0a9f2686a44ca8"/>
    <p:sldLayoutId xmlns:r="http://schemas.openxmlformats.org/officeDocument/2006/relationships" id="2147483651" r:id="Re86c3bb576474ed1"/>
    <p:sldLayoutId xmlns:r="http://schemas.openxmlformats.org/officeDocument/2006/relationships" id="2147483652" r:id="Rd6ac3504334e4e43"/>
    <p:sldLayoutId xmlns:r="http://schemas.openxmlformats.org/officeDocument/2006/relationships" id="2147483653" r:id="R2b98eeb307d34af0"/>
    <p:sldLayoutId xmlns:r="http://schemas.openxmlformats.org/officeDocument/2006/relationships" id="2147483654" r:id="R01073899d1bc49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4de000de94cca" /><Relationship Type="http://schemas.openxmlformats.org/officeDocument/2006/relationships/image" Target="/ppt/media/image.png" Id="R13d72940c7b440ff" /><Relationship Type="http://schemas.openxmlformats.org/officeDocument/2006/relationships/image" Target="/ppt/media/image2.png" Id="Red27389aeedb4202" /><Relationship Type="http://schemas.openxmlformats.org/officeDocument/2006/relationships/image" Target="/ppt/media/image3.png" Id="Re10f121536604231" /><Relationship Type="http://schemas.openxmlformats.org/officeDocument/2006/relationships/image" Target="/ppt/media/image4.png" Id="R7cfeea537c0c45b8" /><Relationship Type="http://schemas.openxmlformats.org/officeDocument/2006/relationships/image" Target="/ppt/media/image5.png" Id="R7e5cf71fb5bd48db" /><Relationship Type="http://schemas.openxmlformats.org/officeDocument/2006/relationships/image" Target="/ppt/media/image6.png" Id="R3dd89820685947d5" /><Relationship Type="http://schemas.openxmlformats.org/officeDocument/2006/relationships/image" Target="/ppt/media/image7.png" Id="Rdec2f0b425314c41" /><Relationship Type="http://schemas.openxmlformats.org/officeDocument/2006/relationships/image" Target="/ppt/media/image8.png" Id="R3bbbe9f185a54320" /><Relationship Type="http://schemas.openxmlformats.org/officeDocument/2006/relationships/notesSlide" Target="/ppt/notesSlides/notesSlide1.xml" Id="R33e0aa567aa04f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pdf-path-4">
            <a:extLst xmlns:a="http://schemas.openxmlformats.org/drawingml/2006/main">
              <a:ext uri="{FF2B5EF4-FFF2-40B4-BE49-F238E27FC236}">
                <a16:creationId xmlns:a16="http://schemas.microsoft.com/office/drawing/2014/main" id="{37843390-BC02-434E-A609-DE16079D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1750" y="4374399"/>
            <a:ext cx="1120937" cy="54778"/>
          </a:xfrm>
          <a:custGeom xmlns:a="http://schemas.openxmlformats.org/drawingml/2006/main">
            <a:pathLst>
              <a:path w="1120937" h="54778">
                <a:moveTo>
                  <a:pt x="0" y="0"/>
                </a:moveTo>
                <a:lnTo>
                  <a:pt x="1120937" y="0"/>
                </a:lnTo>
                <a:lnTo>
                  <a:pt x="1120937" y="54778"/>
                </a:lnTo>
                <a:lnTo>
                  <a:pt x="0" y="547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922B2148-457E-4566-92AD-91D9417C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1750" y="4374399"/>
            <a:ext cx="1120939" cy="54778"/>
          </a:xfrm>
          <a:custGeom xmlns:a="http://schemas.openxmlformats.org/drawingml/2006/main">
            <a:pathLst>
              <a:path w="1120939" h="54778">
                <a:moveTo>
                  <a:pt x="0" y="0"/>
                </a:moveTo>
                <a:lnTo>
                  <a:pt x="1120939" y="0"/>
                </a:lnTo>
                <a:lnTo>
                  <a:pt x="1120939" y="54778"/>
                </a:lnTo>
                <a:lnTo>
                  <a:pt x="0" y="5477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250">
            <a:solidFill>
              <a:srgbClr val="FFFFFF"/>
            </a:solidFill>
            <a:prstDash val="solid"/>
          </a:ln>
        </p:spPr>
      </p:sp>
      <p:sp>
        <p:nvSpPr>
          <p:cNvPr id="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4DE1F570-E5AD-4AED-B9FE-A6AA86AB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45667" y="1973403"/>
            <a:ext cx="380100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Task</a:t>
            </a:r>
          </a:p>
        </p:txBody>
      </p:sp>
      <p:sp>
        <p:nvSpPr>
          <p:cNvPr id="4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4E709275-FFCB-44BA-9186-3C05E611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25715" y="1973403"/>
            <a:ext cx="67601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5" name="pdf-text-3-0">
            <a:extLst xmlns:a="http://schemas.openxmlformats.org/drawingml/2006/main">
              <a:ext uri="{FF2B5EF4-FFF2-40B4-BE49-F238E27FC236}">
                <a16:creationId xmlns:a16="http://schemas.microsoft.com/office/drawing/2014/main" id="{159AE6C6-90C5-450B-A91F-E9FE94B0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3684" y="1973403"/>
            <a:ext cx="1704725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Level Generalization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AFDC1-7AE0-465B-8CDD-B130D1242E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72940c7b440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20700" y="2247900"/>
            <a:ext cx="1828800" cy="1981200"/>
          </a:xfrm>
          <a:prstGeom xmlns:a="http://schemas.openxmlformats.org/drawingml/2006/main" prst="rect">
            <a:avLst/>
          </a:prstGeom>
        </p:spPr>
      </p:pic>
      <p:sp>
        <p:nvSpPr>
          <p:cNvPr id="7" name="pdf-raster-7">
            <a:extLst xmlns:a="http://schemas.openxmlformats.org/drawingml/2006/main">
              <a:ext uri="{FF2B5EF4-FFF2-40B4-BE49-F238E27FC236}">
                <a16:creationId xmlns:a16="http://schemas.microsoft.com/office/drawing/2014/main" id="{846D6D69-0156-45C0-B56E-D737556B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2247900"/>
            <a:ext cx="18288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4F381F87-72E3-45CB-BF42-DACC6BD6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0" y="533350"/>
            <a:ext cx="1991732" cy="23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you generate </a:t>
            </a:r>
          </a:p>
        </p:txBody>
      </p:sp>
      <p:sp>
        <p:nvSpPr>
          <p:cNvPr id="9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D8587F94-ECA1-4A8B-AF84-BCB480AA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00" y="815233"/>
            <a:ext cx="1562530" cy="23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task “build</a:t>
            </a:r>
          </a:p>
        </p:txBody>
      </p:sp>
      <p:sp>
        <p:nvSpPr>
          <p:cNvPr id="10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733CFE0F-B1EB-4D4F-9F94-65704B89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3592" y="815233"/>
            <a:ext cx="77488" cy="23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11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1BEE8F14-430A-4031-85F4-CD443EC3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1530" y="815233"/>
            <a:ext cx="558474" cy="23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car”?</a:t>
            </a:r>
          </a:p>
        </p:txBody>
      </p:sp>
      <p:sp>
        <p:nvSpPr>
          <p:cNvPr id="12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68031E46-C58D-4A43-9CE1-7A3C2B54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44" y="3413070"/>
            <a:ext cx="3916534" cy="23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 you generate a new task that is </a:t>
            </a:r>
          </a:p>
        </p:txBody>
      </p:sp>
      <p:sp>
        <p:nvSpPr>
          <p:cNvPr id="13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4C1ADE05-2E73-4E48-8004-F86FAB29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444" y="3694952"/>
            <a:ext cx="3541457" cy="232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2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2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different from the existing ones?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9B996-F274-409C-AA1D-420553BA54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27389aeedb42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685800"/>
            <a:ext cx="1104900" cy="1066800"/>
          </a:xfrm>
          <a:prstGeom xmlns:a="http://schemas.openxmlformats.org/drawingml/2006/main" prst="rect">
            <a:avLst/>
          </a:prstGeom>
        </p:spPr>
      </p:pic>
      <p:sp>
        <p:nvSpPr>
          <p:cNvPr id="15" name="pdf-raster-2">
            <a:extLst xmlns:a="http://schemas.openxmlformats.org/drawingml/2006/main">
              <a:ext uri="{FF2B5EF4-FFF2-40B4-BE49-F238E27FC236}">
                <a16:creationId xmlns:a16="http://schemas.microsoft.com/office/drawing/2014/main" id="{B8213E23-5909-43E7-A6F7-ED10C64E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68580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ED0A22-DBD1-4656-B07C-29A338B647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f12153660423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6500" y="2362200"/>
            <a:ext cx="1181100" cy="1066800"/>
          </a:xfrm>
          <a:prstGeom xmlns:a="http://schemas.openxmlformats.org/drawingml/2006/main" prst="rect">
            <a:avLst/>
          </a:prstGeom>
        </p:spPr>
      </p:pic>
      <p:sp>
        <p:nvSpPr>
          <p:cNvPr id="17" name="pdf-raster-4">
            <a:extLst xmlns:a="http://schemas.openxmlformats.org/drawingml/2006/main">
              <a:ext uri="{FF2B5EF4-FFF2-40B4-BE49-F238E27FC236}">
                <a16:creationId xmlns:a16="http://schemas.microsoft.com/office/drawing/2014/main" id="{122C3956-96B9-49C6-8ECE-6388806E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362200"/>
            <a:ext cx="1181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4E043-CC44-4E0B-AA9C-7BE65BC1E9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eea537c0c45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68100" y="2514600"/>
            <a:ext cx="1143000" cy="990600"/>
          </a:xfrm>
          <a:prstGeom xmlns:a="http://schemas.openxmlformats.org/drawingml/2006/main" prst="rect">
            <a:avLst/>
          </a:prstGeom>
        </p:spPr>
      </p:pic>
      <p:sp>
        <p:nvSpPr>
          <p:cNvPr id="19" name="pdf-raster-5">
            <a:extLst xmlns:a="http://schemas.openxmlformats.org/drawingml/2006/main">
              <a:ext uri="{FF2B5EF4-FFF2-40B4-BE49-F238E27FC236}">
                <a16:creationId xmlns:a16="http://schemas.microsoft.com/office/drawing/2014/main" id="{60D961A5-6B13-4615-A165-1A424726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68100" y="2514600"/>
            <a:ext cx="114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F6DBD229-1223-439D-9377-6200B6A4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0513" y="58134"/>
            <a:ext cx="2013410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Distillation / Retrieval</a:t>
            </a:r>
          </a:p>
        </p:txBody>
      </p:sp>
      <p:sp>
        <p:nvSpPr>
          <p:cNvPr id="21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F8DDBD7D-536A-451B-ACD1-9139DA49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73914" y="463557"/>
            <a:ext cx="1136706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Library</a:t>
            </a:r>
          </a:p>
        </p:txBody>
      </p:sp>
      <p:sp>
        <p:nvSpPr>
          <p:cNvPr id="22" name="pdf-path-27-part-0">
            <a:extLst xmlns:a="http://schemas.openxmlformats.org/drawingml/2006/main">
              <a:ext uri="{FF2B5EF4-FFF2-40B4-BE49-F238E27FC236}">
                <a16:creationId xmlns:a16="http://schemas.microsoft.com/office/drawing/2014/main" id="{4F3BA6C4-A21E-4097-B8D8-DEFADC16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7416" y="1412609"/>
            <a:ext cx="434880" cy="269457"/>
          </a:xfrm>
          <a:custGeom xmlns:a="http://schemas.openxmlformats.org/drawingml/2006/main">
            <a:pathLst>
              <a:path w="434880" h="269457">
                <a:moveTo>
                  <a:pt x="22149" y="269457"/>
                </a:moveTo>
                <a:lnTo>
                  <a:pt x="352360" y="74094"/>
                </a:lnTo>
                <a:lnTo>
                  <a:pt x="330211" y="36656"/>
                </a:lnTo>
                <a:lnTo>
                  <a:pt x="0" y="232018"/>
                </a:lnTo>
                <a:lnTo>
                  <a:pt x="22149" y="2694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27-part-1">
            <a:extLst xmlns:a="http://schemas.openxmlformats.org/drawingml/2006/main">
              <a:ext uri="{FF2B5EF4-FFF2-40B4-BE49-F238E27FC236}">
                <a16:creationId xmlns:a16="http://schemas.microsoft.com/office/drawing/2014/main" id="{B2548A8B-9204-4F70-A0EC-C0AA8F47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37416" y="1412609"/>
            <a:ext cx="434880" cy="269457"/>
          </a:xfrm>
          <a:custGeom xmlns:a="http://schemas.openxmlformats.org/drawingml/2006/main">
            <a:pathLst>
              <a:path w="434880" h="269457">
                <a:moveTo>
                  <a:pt x="355789" y="122608"/>
                </a:moveTo>
                <a:lnTo>
                  <a:pt x="434880" y="0"/>
                </a:lnTo>
                <a:lnTo>
                  <a:pt x="289342" y="10292"/>
                </a:lnTo>
                <a:lnTo>
                  <a:pt x="355789" y="1226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3DC77-249C-4C5F-AECF-11ED6FD834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5cf71fb5bd48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5700" y="685800"/>
            <a:ext cx="1333500" cy="1066800"/>
          </a:xfrm>
          <a:prstGeom xmlns:a="http://schemas.openxmlformats.org/drawingml/2006/main" prst="rect">
            <a:avLst/>
          </a:prstGeom>
        </p:spPr>
      </p:pic>
      <p:sp>
        <p:nvSpPr>
          <p:cNvPr id="25" name="pdf-raster-3">
            <a:extLst xmlns:a="http://schemas.openxmlformats.org/drawingml/2006/main">
              <a:ext uri="{FF2B5EF4-FFF2-40B4-BE49-F238E27FC236}">
                <a16:creationId xmlns:a16="http://schemas.microsoft.com/office/drawing/2014/main" id="{B2B61764-3660-468C-9963-4D7CF3FD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15700" y="685800"/>
            <a:ext cx="133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D0DAC3-C543-4D58-AC11-129BE63CE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89820685947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20700" y="381000"/>
            <a:ext cx="1828800" cy="1562100"/>
          </a:xfrm>
          <a:prstGeom xmlns:a="http://schemas.openxmlformats.org/drawingml/2006/main" prst="rect">
            <a:avLst/>
          </a:prstGeom>
        </p:spPr>
      </p:pic>
      <p:sp>
        <p:nvSpPr>
          <p:cNvPr id="27" name="pdf-raster-6">
            <a:extLst xmlns:a="http://schemas.openxmlformats.org/drawingml/2006/main">
              <a:ext uri="{FF2B5EF4-FFF2-40B4-BE49-F238E27FC236}">
                <a16:creationId xmlns:a16="http://schemas.microsoft.com/office/drawing/2014/main" id="{5A4EBAD8-EFA6-4210-BB3B-9FCFFA83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20700" y="381000"/>
            <a:ext cx="18288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7E80ED40-AFBA-46C2-BE99-3C960FB6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5404" y="2168285"/>
            <a:ext cx="261002" cy="261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29" name="pdf-text-13-0">
            <a:extLst xmlns:a="http://schemas.openxmlformats.org/drawingml/2006/main">
              <a:ext uri="{FF2B5EF4-FFF2-40B4-BE49-F238E27FC236}">
                <a16:creationId xmlns:a16="http://schemas.microsoft.com/office/drawing/2014/main" id="{6ED3732B-FDE4-47D8-94C7-41FAB793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24918" y="3465077"/>
            <a:ext cx="783586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pyramid</a:t>
            </a:r>
          </a:p>
        </p:txBody>
      </p:sp>
      <p:sp>
        <p:nvSpPr>
          <p:cNvPr id="30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F535864F-7D58-4112-B382-B374C214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07923" y="3465077"/>
            <a:ext cx="67803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1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9248CDB4-2F5A-4F53-9E08-E0144FBD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75893" y="3465077"/>
            <a:ext cx="243744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32" name="pdf-text-16-0">
            <a:extLst xmlns:a="http://schemas.openxmlformats.org/drawingml/2006/main">
              <a:ext uri="{FF2B5EF4-FFF2-40B4-BE49-F238E27FC236}">
                <a16:creationId xmlns:a16="http://schemas.microsoft.com/office/drawing/2014/main" id="{DB07D3F7-97DC-4A40-AFF7-ACBFA596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9675" y="3465077"/>
            <a:ext cx="67803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3" name="pdf-text-17-0">
            <a:extLst xmlns:a="http://schemas.openxmlformats.org/drawingml/2006/main">
              <a:ext uri="{FF2B5EF4-FFF2-40B4-BE49-F238E27FC236}">
                <a16:creationId xmlns:a16="http://schemas.microsoft.com/office/drawing/2014/main" id="{CF24003B-3332-4208-B420-7737CD6B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42580" y="3712158"/>
            <a:ext cx="527195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pallet</a:t>
            </a:r>
          </a:p>
        </p:txBody>
      </p:sp>
      <p:sp>
        <p:nvSpPr>
          <p:cNvPr id="34" name="pdf-text-18-0">
            <a:extLst xmlns:a="http://schemas.openxmlformats.org/drawingml/2006/main">
              <a:ext uri="{FF2B5EF4-FFF2-40B4-BE49-F238E27FC236}">
                <a16:creationId xmlns:a16="http://schemas.microsoft.com/office/drawing/2014/main" id="{B68E1243-4403-40BA-8FFA-2ECDA71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1736" y="3484218"/>
            <a:ext cx="340232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ball</a:t>
            </a:r>
          </a:p>
        </p:txBody>
      </p:sp>
      <p:sp>
        <p:nvSpPr>
          <p:cNvPr id="35" name="pdf-text-19-0">
            <a:extLst xmlns:a="http://schemas.openxmlformats.org/drawingml/2006/main">
              <a:ext uri="{FF2B5EF4-FFF2-40B4-BE49-F238E27FC236}">
                <a16:creationId xmlns:a16="http://schemas.microsoft.com/office/drawing/2014/main" id="{DF012B17-B837-4806-9F45-8027A007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1581" y="3484218"/>
            <a:ext cx="67803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6" name="pdf-text-20-0">
            <a:extLst xmlns:a="http://schemas.openxmlformats.org/drawingml/2006/main">
              <a:ext uri="{FF2B5EF4-FFF2-40B4-BE49-F238E27FC236}">
                <a16:creationId xmlns:a16="http://schemas.microsoft.com/office/drawing/2014/main" id="{EC993ECC-655A-4F3B-9641-80281BC2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69550" y="3484218"/>
            <a:ext cx="243744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37" name="pdf-text-21-0">
            <a:extLst xmlns:a="http://schemas.openxmlformats.org/drawingml/2006/main">
              <a:ext uri="{FF2B5EF4-FFF2-40B4-BE49-F238E27FC236}">
                <a16:creationId xmlns:a16="http://schemas.microsoft.com/office/drawing/2014/main" id="{7974F8CF-432A-4F15-9AD7-3BDFE742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3334" y="3484218"/>
            <a:ext cx="67803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38" name="pdf-text-22-0">
            <a:extLst xmlns:a="http://schemas.openxmlformats.org/drawingml/2006/main">
              <a:ext uri="{FF2B5EF4-FFF2-40B4-BE49-F238E27FC236}">
                <a16:creationId xmlns:a16="http://schemas.microsoft.com/office/drawing/2014/main" id="{C5BD1867-887C-42EC-9A2D-38F4735A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1303" y="3484218"/>
            <a:ext cx="356471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box</a:t>
            </a:r>
          </a:p>
        </p:txBody>
      </p:sp>
      <p:sp>
        <p:nvSpPr>
          <p:cNvPr id="39" name="pdf-text-23-0">
            <a:extLst xmlns:a="http://schemas.openxmlformats.org/drawingml/2006/main">
              <a:ext uri="{FF2B5EF4-FFF2-40B4-BE49-F238E27FC236}">
                <a16:creationId xmlns:a16="http://schemas.microsoft.com/office/drawing/2014/main" id="{A5608C9C-346C-4F70-AEE9-397360C9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37462" y="3484218"/>
            <a:ext cx="67803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0" name="pdf-text-24-0">
            <a:extLst xmlns:a="http://schemas.openxmlformats.org/drawingml/2006/main">
              <a:ext uri="{FF2B5EF4-FFF2-40B4-BE49-F238E27FC236}">
                <a16:creationId xmlns:a16="http://schemas.microsoft.com/office/drawing/2014/main" id="{FE93B007-1212-47FA-BBBD-397EEA94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5431" y="3484218"/>
            <a:ext cx="173059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</a:t>
            </a:r>
          </a:p>
        </p:txBody>
      </p:sp>
      <p:sp>
        <p:nvSpPr>
          <p:cNvPr id="41" name="pdf-text-25-0">
            <a:extLst xmlns:a="http://schemas.openxmlformats.org/drawingml/2006/main">
              <a:ext uri="{FF2B5EF4-FFF2-40B4-BE49-F238E27FC236}">
                <a16:creationId xmlns:a16="http://schemas.microsoft.com/office/drawing/2014/main" id="{26ECBC67-4639-4E32-83BE-5632511E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78526" y="3484218"/>
            <a:ext cx="67803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2" name="pdf-text-26-0">
            <a:extLst xmlns:a="http://schemas.openxmlformats.org/drawingml/2006/main">
              <a:ext uri="{FF2B5EF4-FFF2-40B4-BE49-F238E27FC236}">
                <a16:creationId xmlns:a16="http://schemas.microsoft.com/office/drawing/2014/main" id="{ABF2FFEF-A3BE-4B34-BB9D-7C1BF3A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0987" y="3729558"/>
            <a:ext cx="906646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container</a:t>
            </a:r>
          </a:p>
        </p:txBody>
      </p:sp>
      <p:sp>
        <p:nvSpPr>
          <p:cNvPr id="43" name="pdf-text-27-0">
            <a:extLst xmlns:a="http://schemas.openxmlformats.org/drawingml/2006/main">
              <a:ext uri="{FF2B5EF4-FFF2-40B4-BE49-F238E27FC236}">
                <a16:creationId xmlns:a16="http://schemas.microsoft.com/office/drawing/2014/main" id="{1A9DCD7D-F874-4AB3-A128-C5AE262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99399" y="1827726"/>
            <a:ext cx="488543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color</a:t>
            </a:r>
          </a:p>
        </p:txBody>
      </p:sp>
      <p:sp>
        <p:nvSpPr>
          <p:cNvPr id="44" name="pdf-text-28-0">
            <a:extLst xmlns:a="http://schemas.openxmlformats.org/drawingml/2006/main">
              <a:ext uri="{FF2B5EF4-FFF2-40B4-BE49-F238E27FC236}">
                <a16:creationId xmlns:a16="http://schemas.microsoft.com/office/drawing/2014/main" id="{D7970E7C-4562-486D-B7E7-FE6F1AA1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7870" y="1827726"/>
            <a:ext cx="67803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5" name="pdf-text-29-0">
            <a:extLst xmlns:a="http://schemas.openxmlformats.org/drawingml/2006/main">
              <a:ext uri="{FF2B5EF4-FFF2-40B4-BE49-F238E27FC236}">
                <a16:creationId xmlns:a16="http://schemas.microsoft.com/office/drawing/2014/main" id="{15EFF407-943F-4BD8-A521-1A9A8623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55839" y="1827726"/>
            <a:ext cx="758657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ordered</a:t>
            </a:r>
          </a:p>
        </p:txBody>
      </p:sp>
      <p:sp>
        <p:nvSpPr>
          <p:cNvPr id="46" name="pdf-text-30-0">
            <a:extLst xmlns:a="http://schemas.openxmlformats.org/drawingml/2006/main">
              <a:ext uri="{FF2B5EF4-FFF2-40B4-BE49-F238E27FC236}">
                <a16:creationId xmlns:a16="http://schemas.microsoft.com/office/drawing/2014/main" id="{91439DBD-C237-4498-9650-1F56B247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4375" y="1827726"/>
            <a:ext cx="67803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47" name="pdf-text-31-0">
            <a:extLst xmlns:a="http://schemas.openxmlformats.org/drawingml/2006/main">
              <a:ext uri="{FF2B5EF4-FFF2-40B4-BE49-F238E27FC236}">
                <a16:creationId xmlns:a16="http://schemas.microsoft.com/office/drawing/2014/main" id="{F092DF8C-AC0A-4A4E-8274-1820601F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806" y="2074808"/>
            <a:ext cx="830073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insertion</a:t>
            </a:r>
          </a:p>
        </p:txBody>
      </p:sp>
      <p:sp>
        <p:nvSpPr>
          <p:cNvPr id="48" name="pdf-text-32-0">
            <a:extLst xmlns:a="http://schemas.openxmlformats.org/drawingml/2006/main">
              <a:ext uri="{FF2B5EF4-FFF2-40B4-BE49-F238E27FC236}">
                <a16:creationId xmlns:a16="http://schemas.microsoft.com/office/drawing/2014/main" id="{CFB6DD27-89C7-41EF-B8C4-628B2863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132" y="1829466"/>
            <a:ext cx="914969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construct</a:t>
            </a:r>
          </a:p>
        </p:txBody>
      </p:sp>
      <p:sp>
        <p:nvSpPr>
          <p:cNvPr id="49" name="pdf-text-33-0">
            <a:extLst xmlns:a="http://schemas.openxmlformats.org/drawingml/2006/main">
              <a:ext uri="{FF2B5EF4-FFF2-40B4-BE49-F238E27FC236}">
                <a16:creationId xmlns:a16="http://schemas.microsoft.com/office/drawing/2014/main" id="{F3D7CE7A-937E-424E-90F8-B191B8B6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5452" y="1829466"/>
            <a:ext cx="67803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0" name="pdf-text-34-0">
            <a:extLst xmlns:a="http://schemas.openxmlformats.org/drawingml/2006/main">
              <a:ext uri="{FF2B5EF4-FFF2-40B4-BE49-F238E27FC236}">
                <a16:creationId xmlns:a16="http://schemas.microsoft.com/office/drawing/2014/main" id="{07FA4341-925A-4137-B332-37581C7A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64288" y="2074808"/>
            <a:ext cx="627478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corner</a:t>
            </a:r>
          </a:p>
        </p:txBody>
      </p:sp>
      <p:sp>
        <p:nvSpPr>
          <p:cNvPr id="51" name="pdf-text-35-0">
            <a:extLst xmlns:a="http://schemas.openxmlformats.org/drawingml/2006/main">
              <a:ext uri="{FF2B5EF4-FFF2-40B4-BE49-F238E27FC236}">
                <a16:creationId xmlns:a16="http://schemas.microsoft.com/office/drawing/2014/main" id="{3AAE3760-65DB-408F-9B78-1B76B434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91417" y="2074808"/>
            <a:ext cx="67803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</a:t>
            </a:r>
          </a:p>
        </p:txBody>
      </p:sp>
      <p:sp>
        <p:nvSpPr>
          <p:cNvPr id="52" name="pdf-text-36-0">
            <a:extLst xmlns:a="http://schemas.openxmlformats.org/drawingml/2006/main">
              <a:ext uri="{FF2B5EF4-FFF2-40B4-BE49-F238E27FC236}">
                <a16:creationId xmlns:a16="http://schemas.microsoft.com/office/drawing/2014/main" id="{6DEC5A28-14D1-453B-B970-1C9BAECB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9386" y="2074808"/>
            <a:ext cx="619560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blocks</a:t>
            </a:r>
          </a:p>
        </p:txBody>
      </p:sp>
      <p:pic>
        <p:nvPic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196DC4-5E83-4E3B-88BD-A62E77C50C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2f0b425314c41"/>
          <a:srcRect xmlns:a="http://schemas.openxmlformats.org/drawingml/2006/main" l="235" t="0" r="2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8190" y="1017270"/>
            <a:ext cx="807720" cy="811530"/>
          </a:xfrm>
          <a:prstGeom xmlns:a="http://schemas.openxmlformats.org/drawingml/2006/main" prst="rect">
            <a:avLst/>
          </a:prstGeom>
        </p:spPr>
      </p:pic>
      <p:sp>
        <p:nvSpPr>
          <p:cNvPr id="54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0DEB5ECF-9841-40B6-BB6F-4EC82851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8190" y="1017270"/>
            <a:ext cx="807720" cy="811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pdf-text-37-0">
            <a:extLst xmlns:a="http://schemas.openxmlformats.org/drawingml/2006/main">
              <a:ext uri="{FF2B5EF4-FFF2-40B4-BE49-F238E27FC236}">
                <a16:creationId xmlns:a16="http://schemas.microsoft.com/office/drawing/2014/main" id="{E769A3F8-CFEF-496B-9F79-9045056B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6995" y="2311450"/>
            <a:ext cx="1067381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Simulation </a:t>
            </a:r>
          </a:p>
        </p:txBody>
      </p:sp>
      <p:sp>
        <p:nvSpPr>
          <p:cNvPr id="56" name="pdf-text-38-0">
            <a:extLst xmlns:a="http://schemas.openxmlformats.org/drawingml/2006/main">
              <a:ext uri="{FF2B5EF4-FFF2-40B4-BE49-F238E27FC236}">
                <a16:creationId xmlns:a16="http://schemas.microsoft.com/office/drawing/2014/main" id="{6AF25E2F-4DD4-4211-A3B2-8FD99BC4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37782" y="2558531"/>
            <a:ext cx="651635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Engine</a:t>
            </a:r>
          </a:p>
        </p:txBody>
      </p:sp>
      <p:sp>
        <p:nvSpPr>
          <p:cNvPr id="57" name="pdf-text-39-0">
            <a:extLst xmlns:a="http://schemas.openxmlformats.org/drawingml/2006/main">
              <a:ext uri="{FF2B5EF4-FFF2-40B4-BE49-F238E27FC236}">
                <a16:creationId xmlns:a16="http://schemas.microsoft.com/office/drawing/2014/main" id="{F6D092E0-D09C-47BE-BD94-35EAB161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7733" y="2332329"/>
            <a:ext cx="867791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Program </a:t>
            </a:r>
          </a:p>
        </p:txBody>
      </p:sp>
      <p:sp>
        <p:nvSpPr>
          <p:cNvPr id="58" name="pdf-text-40-0">
            <a:extLst xmlns:a="http://schemas.openxmlformats.org/drawingml/2006/main">
              <a:ext uri="{FF2B5EF4-FFF2-40B4-BE49-F238E27FC236}">
                <a16:creationId xmlns:a16="http://schemas.microsoft.com/office/drawing/2014/main" id="{F524B1A8-B3CF-4E02-8F56-C904B9DF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8795" y="2579411"/>
            <a:ext cx="911273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59" name="pdf-path-59-part-0">
            <a:extLst xmlns:a="http://schemas.openxmlformats.org/drawingml/2006/main">
              <a:ext uri="{FF2B5EF4-FFF2-40B4-BE49-F238E27FC236}">
                <a16:creationId xmlns:a16="http://schemas.microsoft.com/office/drawing/2014/main" id="{C68647BA-DF54-4D23-A118-6FBAE418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4581" y="2106019"/>
            <a:ext cx="860640" cy="87001"/>
          </a:xfrm>
          <a:custGeom xmlns:a="http://schemas.openxmlformats.org/drawingml/2006/main">
            <a:pathLst>
              <a:path w="860640" h="87001">
                <a:moveTo>
                  <a:pt x="0" y="0"/>
                </a:moveTo>
                <a:lnTo>
                  <a:pt x="751890" y="1"/>
                </a:lnTo>
                <a:lnTo>
                  <a:pt x="751890" y="43501"/>
                </a:lnTo>
                <a:lnTo>
                  <a:pt x="0" y="4350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59-part-1">
            <a:extLst xmlns:a="http://schemas.openxmlformats.org/drawingml/2006/main">
              <a:ext uri="{FF2B5EF4-FFF2-40B4-BE49-F238E27FC236}">
                <a16:creationId xmlns:a16="http://schemas.microsoft.com/office/drawing/2014/main" id="{F8F87E64-B31A-43F6-922A-20276223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4581" y="2106019"/>
            <a:ext cx="860640" cy="87001"/>
          </a:xfrm>
          <a:custGeom xmlns:a="http://schemas.openxmlformats.org/drawingml/2006/main">
            <a:pathLst>
              <a:path w="860640" h="87001">
                <a:moveTo>
                  <a:pt x="730139" y="-43500"/>
                </a:moveTo>
                <a:lnTo>
                  <a:pt x="860640" y="21751"/>
                </a:lnTo>
                <a:lnTo>
                  <a:pt x="730138" y="87001"/>
                </a:lnTo>
                <a:lnTo>
                  <a:pt x="730139" y="-435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60-part-0">
            <a:extLst xmlns:a="http://schemas.openxmlformats.org/drawingml/2006/main">
              <a:ext uri="{FF2B5EF4-FFF2-40B4-BE49-F238E27FC236}">
                <a16:creationId xmlns:a16="http://schemas.microsoft.com/office/drawing/2014/main" id="{2C7AD4A1-62E6-46D1-AC06-C89C8F7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522" y="3265373"/>
            <a:ext cx="448018" cy="293455"/>
          </a:xfrm>
          <a:custGeom xmlns:a="http://schemas.openxmlformats.org/drawingml/2006/main">
            <a:pathLst>
              <a:path w="448018" h="293455">
                <a:moveTo>
                  <a:pt x="23194" y="0"/>
                </a:moveTo>
                <a:lnTo>
                  <a:pt x="367607" y="217069"/>
                </a:lnTo>
                <a:lnTo>
                  <a:pt x="344414" y="253870"/>
                </a:lnTo>
                <a:lnTo>
                  <a:pt x="0" y="36800"/>
                </a:lnTo>
                <a:lnTo>
                  <a:pt x="23194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60-part-1">
            <a:extLst xmlns:a="http://schemas.openxmlformats.org/drawingml/2006/main">
              <a:ext uri="{FF2B5EF4-FFF2-40B4-BE49-F238E27FC236}">
                <a16:creationId xmlns:a16="http://schemas.microsoft.com/office/drawing/2014/main" id="{6BF4D8CD-5414-4AAC-AE11-E001852D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0522" y="3265373"/>
            <a:ext cx="448018" cy="293455"/>
          </a:xfrm>
          <a:custGeom xmlns:a="http://schemas.openxmlformats.org/drawingml/2006/main">
            <a:pathLst>
              <a:path w="448018" h="293455">
                <a:moveTo>
                  <a:pt x="372408" y="168671"/>
                </a:moveTo>
                <a:lnTo>
                  <a:pt x="448018" y="293455"/>
                </a:lnTo>
                <a:lnTo>
                  <a:pt x="302821" y="279074"/>
                </a:lnTo>
                <a:lnTo>
                  <a:pt x="372408" y="16867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61">
            <a:extLst xmlns:a="http://schemas.openxmlformats.org/drawingml/2006/main">
              <a:ext uri="{FF2B5EF4-FFF2-40B4-BE49-F238E27FC236}">
                <a16:creationId xmlns:a16="http://schemas.microsoft.com/office/drawing/2014/main" id="{4F6E76FD-6623-4BE8-839A-D77B6D4B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9215" y="702000"/>
            <a:ext cx="3242666" cy="3262857"/>
          </a:xfrm>
          <a:custGeom xmlns:a="http://schemas.openxmlformats.org/drawingml/2006/main">
            <a:pathLst>
              <a:path w="3242666" h="3262857">
                <a:moveTo>
                  <a:pt x="0" y="0"/>
                </a:moveTo>
                <a:lnTo>
                  <a:pt x="3242666" y="0"/>
                </a:lnTo>
                <a:lnTo>
                  <a:pt x="3242666" y="3262857"/>
                </a:lnTo>
                <a:lnTo>
                  <a:pt x="0" y="326285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625">
            <a:solidFill>
              <a:srgbClr val="92D050"/>
            </a:solidFill>
            <a:prstDash val="dash"/>
          </a:ln>
        </p:spPr>
      </p:sp>
      <p:sp>
        <p:nvSpPr>
          <p:cNvPr id="64" name="pdf-path-62-part-0">
            <a:extLst xmlns:a="http://schemas.openxmlformats.org/drawingml/2006/main">
              <a:ext uri="{FF2B5EF4-FFF2-40B4-BE49-F238E27FC236}">
                <a16:creationId xmlns:a16="http://schemas.microsoft.com/office/drawing/2014/main" id="{24533544-06A5-465E-9281-386C3C28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8963" y="2083620"/>
            <a:ext cx="932327" cy="87001"/>
          </a:xfrm>
          <a:custGeom xmlns:a="http://schemas.openxmlformats.org/drawingml/2006/main">
            <a:pathLst>
              <a:path w="932327" h="87001">
                <a:moveTo>
                  <a:pt x="0" y="0"/>
                </a:moveTo>
                <a:lnTo>
                  <a:pt x="823575" y="0"/>
                </a:lnTo>
                <a:lnTo>
                  <a:pt x="823575" y="43500"/>
                </a:lnTo>
                <a:lnTo>
                  <a:pt x="0" y="435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62-part-1">
            <a:extLst xmlns:a="http://schemas.openxmlformats.org/drawingml/2006/main">
              <a:ext uri="{FF2B5EF4-FFF2-40B4-BE49-F238E27FC236}">
                <a16:creationId xmlns:a16="http://schemas.microsoft.com/office/drawing/2014/main" id="{281BD698-1318-43A6-8D8E-BD15E23F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8963" y="2083620"/>
            <a:ext cx="932327" cy="87001"/>
          </a:xfrm>
          <a:custGeom xmlns:a="http://schemas.openxmlformats.org/drawingml/2006/main">
            <a:pathLst>
              <a:path w="932327" h="87001">
                <a:moveTo>
                  <a:pt x="801825" y="-43501"/>
                </a:moveTo>
                <a:lnTo>
                  <a:pt x="932327" y="21750"/>
                </a:lnTo>
                <a:lnTo>
                  <a:pt x="801825" y="87001"/>
                </a:lnTo>
                <a:lnTo>
                  <a:pt x="801825" y="-435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63-part-0">
            <a:extLst xmlns:a="http://schemas.openxmlformats.org/drawingml/2006/main">
              <a:ext uri="{FF2B5EF4-FFF2-40B4-BE49-F238E27FC236}">
                <a16:creationId xmlns:a16="http://schemas.microsoft.com/office/drawing/2014/main" id="{DB91B04B-EA4E-45FD-90EC-57D8916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313" y="2071998"/>
            <a:ext cx="817087" cy="87001"/>
          </a:xfrm>
          <a:custGeom xmlns:a="http://schemas.openxmlformats.org/drawingml/2006/main">
            <a:pathLst>
              <a:path w="817087" h="87001">
                <a:moveTo>
                  <a:pt x="0" y="87001"/>
                </a:moveTo>
                <a:lnTo>
                  <a:pt x="708336" y="87001"/>
                </a:lnTo>
                <a:lnTo>
                  <a:pt x="708336" y="43500"/>
                </a:lnTo>
                <a:lnTo>
                  <a:pt x="0" y="435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63-part-1">
            <a:extLst xmlns:a="http://schemas.openxmlformats.org/drawingml/2006/main">
              <a:ext uri="{FF2B5EF4-FFF2-40B4-BE49-F238E27FC236}">
                <a16:creationId xmlns:a16="http://schemas.microsoft.com/office/drawing/2014/main" id="{A7314243-6E76-4D1B-A9B9-EAABBF5E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313" y="2071998"/>
            <a:ext cx="817087" cy="87001"/>
          </a:xfrm>
          <a:custGeom xmlns:a="http://schemas.openxmlformats.org/drawingml/2006/main">
            <a:pathLst>
              <a:path w="817087" h="87001">
                <a:moveTo>
                  <a:pt x="686587" y="130501"/>
                </a:moveTo>
                <a:lnTo>
                  <a:pt x="817087" y="65250"/>
                </a:lnTo>
                <a:lnTo>
                  <a:pt x="686587" y="0"/>
                </a:lnTo>
                <a:lnTo>
                  <a:pt x="686587" y="13050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text-41-0">
            <a:extLst xmlns:a="http://schemas.openxmlformats.org/drawingml/2006/main">
              <a:ext uri="{FF2B5EF4-FFF2-40B4-BE49-F238E27FC236}">
                <a16:creationId xmlns:a16="http://schemas.microsoft.com/office/drawing/2014/main" id="{2C97C4EF-494D-4359-B3B8-9689197A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9545" y="2854333"/>
            <a:ext cx="1201058" cy="2030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Task Creator</a:t>
            </a:r>
          </a:p>
        </p:txBody>
      </p:sp>
      <p:sp>
        <p:nvSpPr>
          <p:cNvPr id="69" name="pdf-path-65">
            <a:extLst xmlns:a="http://schemas.openxmlformats.org/drawingml/2006/main">
              <a:ext uri="{FF2B5EF4-FFF2-40B4-BE49-F238E27FC236}">
                <a16:creationId xmlns:a16="http://schemas.microsoft.com/office/drawing/2014/main" id="{DED39E1B-6E1F-4E81-88B3-E5CD495A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2199" y="303048"/>
            <a:ext cx="818465" cy="735282"/>
          </a:xfrm>
          <a:custGeom xmlns:a="http://schemas.openxmlformats.org/drawingml/2006/main">
            <a:pathLst>
              <a:path w="818465" h="735282">
                <a:moveTo>
                  <a:pt x="25796" y="308973"/>
                </a:moveTo>
                <a:cubicBezTo>
                  <a:pt x="0" y="116560"/>
                  <a:pt x="155094" y="0"/>
                  <a:pt x="372203" y="48628"/>
                </a:cubicBezTo>
                <a:cubicBezTo>
                  <a:pt x="589321" y="97256"/>
                  <a:pt x="786239" y="292658"/>
                  <a:pt x="812035" y="485071"/>
                </a:cubicBezTo>
                <a:cubicBezTo>
                  <a:pt x="818465" y="533074"/>
                  <a:pt x="813645" y="578052"/>
                  <a:pt x="797854" y="617184"/>
                </a:cubicBezTo>
                <a:lnTo>
                  <a:pt x="807133" y="638163"/>
                </a:lnTo>
                <a:lnTo>
                  <a:pt x="568520" y="735282"/>
                </a:lnTo>
                <a:lnTo>
                  <a:pt x="763228" y="538898"/>
                </a:lnTo>
                <a:lnTo>
                  <a:pt x="770543" y="555441"/>
                </a:lnTo>
                <a:cubicBezTo>
                  <a:pt x="792011" y="403539"/>
                  <a:pt x="651975" y="209471"/>
                  <a:pt x="457776" y="121979"/>
                </a:cubicBezTo>
                <a:cubicBezTo>
                  <a:pt x="263577" y="34487"/>
                  <a:pt x="88741" y="86701"/>
                  <a:pt x="67281" y="238604"/>
                </a:cubicBezTo>
                <a:cubicBezTo>
                  <a:pt x="63729" y="263736"/>
                  <a:pt x="64598" y="290734"/>
                  <a:pt x="69862" y="318844"/>
                </a:cubicBezTo>
                <a:lnTo>
                  <a:pt x="25796" y="308973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df-path-66">
            <a:extLst xmlns:a="http://schemas.openxmlformats.org/drawingml/2006/main">
              <a:ext uri="{FF2B5EF4-FFF2-40B4-BE49-F238E27FC236}">
                <a16:creationId xmlns:a16="http://schemas.microsoft.com/office/drawing/2014/main" id="{8E369E47-0581-42C8-86F6-C4452F9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2198" y="303048"/>
            <a:ext cx="818471" cy="735282"/>
          </a:xfrm>
          <a:custGeom xmlns:a="http://schemas.openxmlformats.org/drawingml/2006/main">
            <a:pathLst>
              <a:path w="818471" h="735282">
                <a:moveTo>
                  <a:pt x="25795" y="308973"/>
                </a:moveTo>
                <a:cubicBezTo>
                  <a:pt x="0" y="116561"/>
                  <a:pt x="155094" y="0"/>
                  <a:pt x="372208" y="48628"/>
                </a:cubicBezTo>
                <a:cubicBezTo>
                  <a:pt x="589322" y="97256"/>
                  <a:pt x="786239" y="292658"/>
                  <a:pt x="812035" y="485071"/>
                </a:cubicBezTo>
                <a:cubicBezTo>
                  <a:pt x="818471" y="533074"/>
                  <a:pt x="813643" y="578052"/>
                  <a:pt x="797856" y="617184"/>
                </a:cubicBezTo>
                <a:lnTo>
                  <a:pt x="807134" y="638163"/>
                </a:lnTo>
                <a:lnTo>
                  <a:pt x="568521" y="735282"/>
                </a:lnTo>
                <a:lnTo>
                  <a:pt x="763231" y="538898"/>
                </a:lnTo>
                <a:lnTo>
                  <a:pt x="770547" y="555441"/>
                </a:lnTo>
                <a:cubicBezTo>
                  <a:pt x="792011" y="403539"/>
                  <a:pt x="651978" y="209472"/>
                  <a:pt x="457777" y="121979"/>
                </a:cubicBezTo>
                <a:cubicBezTo>
                  <a:pt x="263575" y="34487"/>
                  <a:pt x="88745" y="86701"/>
                  <a:pt x="67281" y="238603"/>
                </a:cubicBezTo>
                <a:cubicBezTo>
                  <a:pt x="63730" y="263736"/>
                  <a:pt x="64600" y="290734"/>
                  <a:pt x="69866" y="318844"/>
                </a:cubicBezTo>
                <a:lnTo>
                  <a:pt x="25795" y="308973"/>
                </a:lnTo>
              </a:path>
            </a:pathLst>
          </a:custGeom>
          <a:noFill xmlns:a="http://schemas.openxmlformats.org/drawingml/2006/main"/>
          <a:ln xmlns:a="http://schemas.openxmlformats.org/drawingml/2006/main" w="5758">
            <a:solidFill>
              <a:srgbClr val="172C51"/>
            </a:solidFill>
            <a:prstDash val="solid"/>
          </a:ln>
        </p:spPr>
      </p:sp>
      <p:sp>
        <p:nvSpPr>
          <p:cNvPr id="71" name="pdf-text-42-0">
            <a:extLst xmlns:a="http://schemas.openxmlformats.org/drawingml/2006/main">
              <a:ext uri="{FF2B5EF4-FFF2-40B4-BE49-F238E27FC236}">
                <a16:creationId xmlns:a16="http://schemas.microsoft.com/office/drawing/2014/main" id="{BF3DFF7C-9529-4746-8272-9CA70C52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3854" y="117294"/>
            <a:ext cx="964155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98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72" name="pdf-path-68-part-0">
            <a:extLst xmlns:a="http://schemas.openxmlformats.org/drawingml/2006/main">
              <a:ext uri="{FF2B5EF4-FFF2-40B4-BE49-F238E27FC236}">
                <a16:creationId xmlns:a16="http://schemas.microsoft.com/office/drawing/2014/main" id="{7B03BBE9-4868-4896-B25A-FAC5FB39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10" y="257930"/>
            <a:ext cx="7736282" cy="1313381"/>
          </a:xfrm>
          <a:custGeom xmlns:a="http://schemas.openxmlformats.org/drawingml/2006/main">
            <a:pathLst>
              <a:path w="7736282" h="1313381">
                <a:moveTo>
                  <a:pt x="7701845" y="432455"/>
                </a:moveTo>
                <a:lnTo>
                  <a:pt x="7701845" y="17219"/>
                </a:lnTo>
                <a:lnTo>
                  <a:pt x="7719064" y="34438"/>
                </a:lnTo>
                <a:lnTo>
                  <a:pt x="51656" y="34438"/>
                </a:lnTo>
                <a:lnTo>
                  <a:pt x="68875" y="17219"/>
                </a:lnTo>
                <a:lnTo>
                  <a:pt x="68875" y="1227287"/>
                </a:lnTo>
                <a:lnTo>
                  <a:pt x="34439" y="1227287"/>
                </a:lnTo>
                <a:lnTo>
                  <a:pt x="34439" y="0"/>
                </a:lnTo>
                <a:lnTo>
                  <a:pt x="7736282" y="0"/>
                </a:lnTo>
                <a:lnTo>
                  <a:pt x="7736282" y="432455"/>
                </a:lnTo>
                <a:lnTo>
                  <a:pt x="7701845" y="432455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68-part-1">
            <a:extLst xmlns:a="http://schemas.openxmlformats.org/drawingml/2006/main">
              <a:ext uri="{FF2B5EF4-FFF2-40B4-BE49-F238E27FC236}">
                <a16:creationId xmlns:a16="http://schemas.microsoft.com/office/drawing/2014/main" id="{B85C3318-572E-4449-B80C-EB14094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10" y="257930"/>
            <a:ext cx="7736282" cy="1313381"/>
          </a:xfrm>
          <a:custGeom xmlns:a="http://schemas.openxmlformats.org/drawingml/2006/main">
            <a:pathLst>
              <a:path w="7736282" h="1313381">
                <a:moveTo>
                  <a:pt x="103313" y="1210067"/>
                </a:moveTo>
                <a:lnTo>
                  <a:pt x="51656" y="1313381"/>
                </a:lnTo>
                <a:lnTo>
                  <a:pt x="0" y="1210067"/>
                </a:lnTo>
                <a:lnTo>
                  <a:pt x="103313" y="1210067"/>
                </a:lnTo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text-43-0">
            <a:extLst xmlns:a="http://schemas.openxmlformats.org/drawingml/2006/main">
              <a:ext uri="{FF2B5EF4-FFF2-40B4-BE49-F238E27FC236}">
                <a16:creationId xmlns:a16="http://schemas.microsoft.com/office/drawing/2014/main" id="{CA2CD78E-1881-4580-9E20-96E268D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3064" y="1830723"/>
            <a:ext cx="261002" cy="261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sp>
        <p:nvSpPr>
          <p:cNvPr id="75" name="pdf-text-44-0">
            <a:extLst xmlns:a="http://schemas.openxmlformats.org/drawingml/2006/main">
              <a:ext uri="{FF2B5EF4-FFF2-40B4-BE49-F238E27FC236}">
                <a16:creationId xmlns:a16="http://schemas.microsoft.com/office/drawing/2014/main" id="{D0218306-5D5A-4032-9364-6A9F5FED7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351" y="774536"/>
            <a:ext cx="261002" cy="261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…</a:t>
            </a: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82F1CB2-1A9E-419F-9544-B4C44CB334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be9f185a5432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2900" y="17145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77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2A004B26-2646-477F-A9C2-4BA91749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171450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pdf-path-73">
            <a:extLst xmlns:a="http://schemas.openxmlformats.org/drawingml/2006/main">
              <a:ext uri="{FF2B5EF4-FFF2-40B4-BE49-F238E27FC236}">
                <a16:creationId xmlns:a16="http://schemas.microsoft.com/office/drawing/2014/main" id="{26731903-F713-46F2-B731-48CA7FDE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7244" y="1601573"/>
            <a:ext cx="1675888" cy="1177665"/>
          </a:xfrm>
          <a:custGeom xmlns:a="http://schemas.openxmlformats.org/drawingml/2006/main">
            <a:pathLst>
              <a:path w="1675888" h="1177665">
                <a:moveTo>
                  <a:pt x="0" y="0"/>
                </a:moveTo>
                <a:lnTo>
                  <a:pt x="1675888" y="0"/>
                </a:lnTo>
                <a:lnTo>
                  <a:pt x="1675888" y="1177665"/>
                </a:lnTo>
                <a:lnTo>
                  <a:pt x="0" y="11776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2625">
            <a:solidFill>
              <a:srgbClr val="4472C4"/>
            </a:solidFill>
            <a:prstDash val="dash"/>
          </a:ln>
        </p:spPr>
      </p:sp>
      <p:sp>
        <p:nvSpPr>
          <p:cNvPr id="79" name="pdf-text-45-0">
            <a:extLst xmlns:a="http://schemas.openxmlformats.org/drawingml/2006/main">
              <a:ext uri="{FF2B5EF4-FFF2-40B4-BE49-F238E27FC236}">
                <a16:creationId xmlns:a16="http://schemas.microsoft.com/office/drawing/2014/main" id="{B0BEA7E5-93DC-4EE3-A5B3-71C4BCE2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64676" y="4230199"/>
            <a:ext cx="327407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Sim</a:t>
            </a:r>
          </a:p>
        </p:txBody>
      </p:sp>
      <p:sp>
        <p:nvSpPr>
          <p:cNvPr id="80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C10F9744-94C7-428B-BE1E-6F8755A5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91835" y="4230199"/>
            <a:ext cx="67601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81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9D407639-1C53-41DB-BF78-14FAFEC3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59804" y="4230199"/>
            <a:ext cx="157692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to</a:t>
            </a:r>
          </a:p>
        </p:txBody>
      </p:sp>
      <p:sp>
        <p:nvSpPr>
          <p:cNvPr id="82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2FE2AEBB-DB01-40CB-AFCC-7F676EED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17492" y="4230199"/>
            <a:ext cx="67601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-</a:t>
            </a:r>
          </a:p>
        </p:txBody>
      </p:sp>
      <p:sp>
        <p:nvSpPr>
          <p:cNvPr id="83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5110D0FC-1BEC-455B-8059-892C0D42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85461" y="4230199"/>
            <a:ext cx="1311186" cy="203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98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 Adaptation</a:t>
            </a:r>
          </a:p>
        </p:txBody>
      </p:sp>
      <p:sp>
        <p:nvSpPr>
          <p:cNvPr id="84" name="llm-initial-0">
            <a:extLst xmlns:a="http://schemas.openxmlformats.org/drawingml/2006/main">
              <a:ext uri="{FF2B5EF4-FFF2-40B4-BE49-F238E27FC236}">
                <a16:creationId xmlns:a16="http://schemas.microsoft.com/office/drawing/2014/main" id="{D00088FE-AD5F-48A5-9387-84072AA5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16002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20" b="1" i="0">
                <a:solidFill>
                  <a:srgbClr val="0055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20" b="1" i="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0055BB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85" name="llm-rest-0">
            <a:extLst xmlns:a="http://schemas.openxmlformats.org/drawingml/2006/main">
              <a:ext uri="{FF2B5EF4-FFF2-40B4-BE49-F238E27FC236}">
                <a16:creationId xmlns:a16="http://schemas.microsoft.com/office/drawing/2014/main" id="{55F47A27-29AB-45DF-8A11-F93257DD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16002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2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2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arge</a:t>
            </a:r>
          </a:p>
        </p:txBody>
      </p:sp>
      <p:sp>
        <p:nvSpPr>
          <p:cNvPr id="86" name="llm-initial-1">
            <a:extLst xmlns:a="http://schemas.openxmlformats.org/drawingml/2006/main">
              <a:ext uri="{FF2B5EF4-FFF2-40B4-BE49-F238E27FC236}">
                <a16:creationId xmlns:a16="http://schemas.microsoft.com/office/drawing/2014/main" id="{C0662DBA-3ED7-4EF0-87E4-FEB4633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19431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20" b="1" i="0">
                <a:solidFill>
                  <a:srgbClr val="0055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20" b="1" i="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0055BB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87" name="llm-rest-1">
            <a:extLst xmlns:a="http://schemas.openxmlformats.org/drawingml/2006/main">
              <a:ext uri="{FF2B5EF4-FFF2-40B4-BE49-F238E27FC236}">
                <a16:creationId xmlns:a16="http://schemas.microsoft.com/office/drawing/2014/main" id="{8BFD88F1-4AF3-4057-A9DD-7EE7A32E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19431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2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2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anguage</a:t>
            </a:r>
          </a:p>
        </p:txBody>
      </p:sp>
      <p:sp>
        <p:nvSpPr>
          <p:cNvPr id="88" name="llm-initial-2">
            <a:extLst xmlns:a="http://schemas.openxmlformats.org/drawingml/2006/main">
              <a:ext uri="{FF2B5EF4-FFF2-40B4-BE49-F238E27FC236}">
                <a16:creationId xmlns:a16="http://schemas.microsoft.com/office/drawing/2014/main" id="{94357200-3C76-497F-A8F9-25983F58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2286000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20" b="1" i="0">
                <a:solidFill>
                  <a:srgbClr val="0055B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20" b="1" i="0">
                <a:solidFill>
                  <a:srgbClr val="0055BB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0055BB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9" name="llm-rest-2">
            <a:extLst xmlns:a="http://schemas.openxmlformats.org/drawingml/2006/main">
              <a:ext uri="{FF2B5EF4-FFF2-40B4-BE49-F238E27FC236}">
                <a16:creationId xmlns:a16="http://schemas.microsoft.com/office/drawing/2014/main" id="{09FA5C6F-DFCE-4629-B07A-F26B0BD2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0320" y="22860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2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2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2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odel</a:t>
            </a:r>
          </a:p>
        </p:txBody>
      </p:sp>
      <p:sp>
        <p:nvSpPr>
          <p:cNvPr id="90" name="code-0">
            <a:extLst xmlns:a="http://schemas.openxmlformats.org/drawingml/2006/main">
              <a:ext uri="{FF2B5EF4-FFF2-40B4-BE49-F238E27FC236}">
                <a16:creationId xmlns:a16="http://schemas.microsoft.com/office/drawing/2014/main" id="{483FE693-DCE8-475C-B036-BB9F2E16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3429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rPr>
              <a:t>class BuildCar(Task):</a:t>
            </a:r>
          </a:p>
        </p:txBody>
      </p:sp>
      <p:sp>
        <p:nvSpPr>
          <p:cNvPr id="91" name="code-1">
            <a:extLst xmlns:a="http://schemas.openxmlformats.org/drawingml/2006/main">
              <a:ext uri="{FF2B5EF4-FFF2-40B4-BE49-F238E27FC236}">
                <a16:creationId xmlns:a16="http://schemas.microsoft.com/office/drawing/2014/main" id="{505EF787-54B0-4F1D-A9DB-50F8C4B8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715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rPr>
              <a:t>    """Construct a simple car structure using blocks and cylinders."""</a:t>
            </a:r>
          </a:p>
        </p:txBody>
      </p:sp>
      <p:sp>
        <p:nvSpPr>
          <p:cNvPr id="92" name="code-2">
            <a:extLst xmlns:a="http://schemas.openxmlformats.org/drawingml/2006/main">
              <a:ext uri="{FF2B5EF4-FFF2-40B4-BE49-F238E27FC236}">
                <a16:creationId xmlns:a16="http://schemas.microsoft.com/office/drawing/2014/main" id="{1051EFB8-3128-4964-87F5-77F96F35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11811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rPr>
              <a:t># Add wheels.</a:t>
            </a:r>
          </a:p>
        </p:txBody>
      </p:sp>
      <p:sp>
        <p:nvSpPr>
          <p:cNvPr id="93" name="code-3">
            <a:extLst xmlns:a="http://schemas.openxmlformats.org/drawingml/2006/main">
              <a:ext uri="{FF2B5EF4-FFF2-40B4-BE49-F238E27FC236}">
                <a16:creationId xmlns:a16="http://schemas.microsoft.com/office/drawing/2014/main" id="{0A151D7C-50B5-44FE-9171-F3AED9E2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1409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rPr>
              <a:t>wheel_size = (0.02, 0.02, 0.02)</a:t>
            </a:r>
          </a:p>
        </p:txBody>
      </p:sp>
      <p:sp>
        <p:nvSpPr>
          <p:cNvPr id="94" name="code-4">
            <a:extLst xmlns:a="http://schemas.openxmlformats.org/drawingml/2006/main">
              <a:ext uri="{FF2B5EF4-FFF2-40B4-BE49-F238E27FC236}">
                <a16:creationId xmlns:a16="http://schemas.microsoft.com/office/drawing/2014/main" id="{BA10134C-5DAB-4925-B8E9-C8B0D10F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16383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rPr>
              <a:t>wheel_urdf = 'cylinder/cylinder-template.urdf'</a:t>
            </a:r>
          </a:p>
        </p:txBody>
      </p:sp>
      <p:sp>
        <p:nvSpPr>
          <p:cNvPr id="95" name="code-5">
            <a:extLst xmlns:a="http://schemas.openxmlformats.org/drawingml/2006/main">
              <a:ext uri="{FF2B5EF4-FFF2-40B4-BE49-F238E27FC236}">
                <a16:creationId xmlns:a16="http://schemas.microsoft.com/office/drawing/2014/main" id="{401B0D90-437D-463F-9450-0483FDA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4003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rPr>
              <a:t>self.add_goal(</a:t>
            </a:r>
          </a:p>
        </p:txBody>
      </p:sp>
      <p:sp>
        <p:nvSpPr>
          <p:cNvPr id="96" name="code-6">
            <a:extLst xmlns:a="http://schemas.openxmlformats.org/drawingml/2006/main">
              <a:ext uri="{FF2B5EF4-FFF2-40B4-BE49-F238E27FC236}">
                <a16:creationId xmlns:a16="http://schemas.microsoft.com/office/drawing/2014/main" id="{27A10712-F1EE-494E-92DA-FC069774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628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rPr>
              <a:t>  objs=wheels,</a:t>
            </a:r>
          </a:p>
        </p:txBody>
      </p:sp>
      <p:sp>
        <p:nvSpPr>
          <p:cNvPr id="97" name="code-7">
            <a:extLst xmlns:a="http://schemas.openxmlformats.org/drawingml/2006/main">
              <a:ext uri="{FF2B5EF4-FFF2-40B4-BE49-F238E27FC236}">
                <a16:creationId xmlns:a16="http://schemas.microsoft.com/office/drawing/2014/main" id="{552F569D-18A2-4FB9-AA20-122CB9C8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8575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rPr>
              <a:t>  matches=np.ones((4, 4)),</a:t>
            </a:r>
          </a:p>
        </p:txBody>
      </p:sp>
      <p:sp>
        <p:nvSpPr>
          <p:cNvPr id="98" name="code-8">
            <a:extLst xmlns:a="http://schemas.openxmlformats.org/drawingml/2006/main">
              <a:ext uri="{FF2B5EF4-FFF2-40B4-BE49-F238E27FC236}">
                <a16:creationId xmlns:a16="http://schemas.microsoft.com/office/drawing/2014/main" id="{7EB08D4E-BC67-43EC-AC25-2BD15986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0861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333333"/>
                </a:solidFill>
                <a:latin typeface="Courier New"/>
                <a:ea typeface="Courier New"/>
                <a:cs typeface="Courier New"/>
              </a:rPr>
              <a:t>...</a:t>
            </a:r>
          </a:p>
        </p:txBody>
      </p:sp>
      <p:sp>
        <p:nvSpPr>
          <p:cNvPr id="99" name="code-9">
            <a:extLst xmlns:a="http://schemas.openxmlformats.org/drawingml/2006/main">
              <a:ext uri="{FF2B5EF4-FFF2-40B4-BE49-F238E27FC236}">
                <a16:creationId xmlns:a16="http://schemas.microsoft.com/office/drawing/2014/main" id="{34D2800C-B0CB-4903-B8B2-73E63548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3147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rPr>
              <a:t>  language_goal="For the wheels,</a:t>
            </a:r>
          </a:p>
        </p:txBody>
      </p:sp>
      <p:sp>
        <p:nvSpPr>
          <p:cNvPr id="100" name="code-10">
            <a:extLst xmlns:a="http://schemas.openxmlformats.org/drawingml/2006/main">
              <a:ext uri="{FF2B5EF4-FFF2-40B4-BE49-F238E27FC236}">
                <a16:creationId xmlns:a16="http://schemas.microsoft.com/office/drawing/2014/main" id="{F5D6A686-E964-400B-9E39-7EBF372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5433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rPr>
              <a:t>  place a black cylinder on each</a:t>
            </a:r>
          </a:p>
        </p:txBody>
      </p:sp>
      <p:sp>
        <p:nvSpPr>
          <p:cNvPr id="101" name="code-11">
            <a:extLst xmlns:a="http://schemas.openxmlformats.org/drawingml/2006/main">
              <a:ext uri="{FF2B5EF4-FFF2-40B4-BE49-F238E27FC236}">
                <a16:creationId xmlns:a16="http://schemas.microsoft.com/office/drawing/2014/main" id="{F380520F-F0BC-441B-BD3F-7443FDA6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77190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defPPr>
          </a:lstStyle>
          <a:p xmlns:a="http://schemas.openxmlformats.org/drawingml/2006/main">
            <a:pPr algn="l">
              <a:def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294E82"/>
                </a:solidFill>
                <a:latin typeface="Courier New"/>
                <a:ea typeface="Courier New"/>
                <a:cs typeface="Courier New"/>
              </a:rPr>
              <a:t>  side of the base blocks.")</a:t>
            </a:r>
          </a:p>
        </p:txBody>
      </p:sp>
    </p:spTree>
    <p:extLst>
      <p:ext uri="{BB962C8B-B14F-4D97-AF65-F5344CB8AC3E}">
        <p14:creationId xmlns:p14="http://schemas.microsoft.com/office/powerpoint/2010/main" val="16000668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2026-10-09T20:58:13.4530000Z</dcterms:created>
  <dcterms:modified xsi:type="dcterms:W3CDTF">2026-10-09T20:58:13.4530000Z</dcterms:modified>
</coreProperties>
</file>