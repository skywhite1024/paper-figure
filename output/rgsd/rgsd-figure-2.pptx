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1af8f606e04272" /><Relationship Type="http://schemas.openxmlformats.org/officeDocument/2006/relationships/extended-properties" Target="/docProps/app.xml" Id="R4ec1d21f79c04166" /><Relationship Type="http://schemas.openxmlformats.org/officeDocument/2006/relationships/officeDocument" Target="/ppt/presentation.xml" Id="Rc4c4a75cf2324c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5461a9a80d4f55"/>
  </p:sldMasterIdLst>
  <p:notesMasterIdLst>
    <p:notesMasterId xmlns:r="http://schemas.openxmlformats.org/officeDocument/2006/relationships" r:id="Rbcc816530ec94821"/>
  </p:notesMasterIdLst>
  <p:sldIdLst>
    <p:sldId xmlns:r="http://schemas.openxmlformats.org/officeDocument/2006/relationships" id="256" r:id="Rc5a4d0e5cecd433f"/>
  </p:sldIdLst>
  <p:sldSz cx="11468100" cy="6286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ade75764a747ea" /><Relationship Type="http://schemas.openxmlformats.org/officeDocument/2006/relationships/slideMaster" Target="/ppt/slideMasters/slideMaster1.xml" Id="R445461a9a80d4f55" /><Relationship Type="http://schemas.openxmlformats.org/officeDocument/2006/relationships/notesMaster" Target="/ppt/notesMasters/notesMaster1.xml" Id="Rbcc816530ec94821" /><Relationship Type="http://schemas.openxmlformats.org/officeDocument/2006/relationships/presProps" Target="/ppt/presProps.xml" Id="Rcc6170f4bed24642" /><Relationship Type="http://schemas.openxmlformats.org/officeDocument/2006/relationships/tableStyles" Target="/ppt/tableStyles.xml" Id="Rfbf6bf336b6545b7" /><Relationship Type="http://schemas.openxmlformats.org/officeDocument/2006/relationships/slide" Target="/ppt/slides/slide1.xml" Id="Rc5a4d0e5cecd43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8f42a2e59040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14e9898a5144f8" /><Relationship Type="http://schemas.openxmlformats.org/officeDocument/2006/relationships/notesMaster" Target="/ppt/notesMasters/notesMaster1.xml" Id="R75faffe29f504e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"Reference Grounded Skill Discovery",</a:t>
            </a:r>
          </a:p>
          <a:p xmlns:a="http://schemas.openxmlformats.org/drawingml/2006/main">
            <a:r>
              <a:t>  "paper_url": "https://arxiv.org/abs/2510.06203v3",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"CC BY4.0; https://creativecommons.org/licenses/by/4.0/",</a:t>
            </a:r>
          </a:p>
          <a:p xmlns:a="http://schemas.openxmlformats.org/drawingml/2006/main">
            <a:r>
              <a:t>  "notes": "Source crop visually inspected; faithful source extraction draft. Three-part pretraining/imitation/discovery architecture; predominantly native vector/text with small motion/environment thumbnails.",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"b9154ebe8e10474e98ddf70db38a2ec7d45ec5bcd9928987ab50ca8a7bb64717",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153,</a:t>
            </a:r>
          </a:p>
          <a:p xmlns:a="http://schemas.openxmlformats.org/drawingml/2006/main">
            <a:r>
              <a:t>    61,</a:t>
            </a:r>
          </a:p>
          <a:p xmlns:a="http://schemas.openxmlformats.org/drawingml/2006/main">
            <a:r>
              <a:t>    454,</a:t>
            </a:r>
          </a:p>
          <a:p xmlns:a="http://schemas.openxmlformats.org/drawingml/2006/main">
            <a:r>
              <a:t>    226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"14 source clipping groups intersect crop; extracted paths require explicit clipping review",</a:t>
            </a:r>
          </a:p>
          <a:p xmlns:a="http://schemas.openxmlformats.org/drawingml/2006/main">
            <a:r>
              <a:t>    "path partially intersects raster inset: 2",</a:t>
            </a:r>
          </a:p>
          <a:p xmlns:a="http://schemas.openxmlformats.org/drawingml/2006/main">
            <a:r>
              <a:t>    "path partially intersects raster inset: 27",</a:t>
            </a:r>
          </a:p>
          <a:p xmlns:a="http://schemas.openxmlformats.org/drawingml/2006/main">
            <a:r>
              <a:t>    "path partially intersects raster inset: 55",</a:t>
            </a:r>
          </a:p>
          <a:p xmlns:a="http://schemas.openxmlformats.org/drawingml/2006/main">
            <a:r>
              <a:t>    "path partially intersects raster inset: 96",</a:t>
            </a:r>
          </a:p>
          <a:p xmlns:a="http://schemas.openxmlformats.org/drawingml/2006/main">
            <a:r>
              <a:t>    "path partially intersects raster inset: 104",</a:t>
            </a:r>
          </a:p>
          <a:p xmlns:a="http://schemas.openxmlformats.org/drawingml/2006/main">
            <a:r>
              <a:t>    "path partially intersects raster inset: 265",</a:t>
            </a:r>
          </a:p>
          <a:p xmlns:a="http://schemas.openxmlformats.org/drawingml/2006/main">
            <a:r>
              <a:t>    "path partially intersects raster inset: 267",</a:t>
            </a:r>
          </a:p>
          <a:p xmlns:a="http://schemas.openxmlformats.org/drawingml/2006/main">
            <a:r>
              <a:t>    "rotated text needs manual reconstruction: d",</a:t>
            </a:r>
          </a:p>
          <a:p xmlns:a="http://schemas.openxmlformats.org/drawingml/2006/main">
            <a:r>
              <a:t>    "rotated text needs manual reconstruction: d",</a:t>
            </a:r>
          </a:p>
          <a:p xmlns:a="http://schemas.openxmlformats.org/drawingml/2006/main">
            <a:r>
              <a:t>    "unhandled image/shading at seq 10: [402.95123291015625, 80.3035659790039, 458.822509765625, 119.54678344726562]; requires reviewed raster region",</a:t>
            </a:r>
          </a:p>
          <a:p xmlns:a="http://schemas.openxmlformats.org/drawingml/2006/main">
            <a:r>
              <a:t>    "unhandled image/shading at seq 263: [405.4356384277344, 168.80120849609375, 461.3069152832031, 207.9322967529297];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"text_repairs": "Visually repaired source broken ToUnicode map: ref, t,a,+,− glyphs. Removed2 rotated d artifact glyphs; native cosine diamond outlines preserved. Times New Roman used for source Times labels.",</a:t>
            </a:r>
          </a:p>
          <a:p xmlns:a="http://schemas.openxmlformats.org/drawingml/2006/main">
            <a:r>
              <a:t>  "raster_review": "Six discrete raster motion/environment/lock inserts visually verified; oversized environment image placements are clipped to visible photos. Source math/labels remain native. Neighboring path-box warnings inspected rather than blindly suppressed."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a1924712524b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ed2001c9c43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a13c78323a4c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12160d60a841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ac3eb924544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43c8848e1d47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45803D-1281-4E3C-A270-63201B009C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6810" y="2374900"/>
            <a:ext cx="9174480" cy="90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823C82F-C326-4AD5-92B9-5AC6119D3F2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20215" y="3457575"/>
            <a:ext cx="802767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093F7E9-D102-4027-A1FC-3AA2F2A66F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6810" y="2619375"/>
            <a:ext cx="917448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8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9A1F2E-B5C5-49A8-B6C5-5349D57D82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081" y="488950"/>
            <a:ext cx="10177939" cy="76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529B24E-7BC5-4F5C-B04C-31933D68C0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5081" y="1746250"/>
            <a:ext cx="10177939" cy="391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95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1pPr>
            <a:lvl2pPr marL="4889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2pPr>
            <a:lvl3pPr marL="7683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3pPr>
            <a:lvl4pPr marL="10477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4pPr>
            <a:lvl5pPr marL="13271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5pPr>
            <a:lvl6pPr marL="16065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6pPr>
            <a:lvl7pPr marL="18859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7pPr>
            <a:lvl8pPr marL="21653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8pPr>
            <a:lvl9pPr marL="24447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79D7F6-FC2B-4F62-BEC5-0E38FE3006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081" y="488950"/>
            <a:ext cx="10177939" cy="76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58FAC0-6782-40C7-A0EB-FEA7F3E79E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5081" y="1746250"/>
            <a:ext cx="4730591" cy="391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95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1pPr>
            <a:lvl2pPr marL="4889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2pPr>
            <a:lvl3pPr marL="7683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3pPr>
            <a:lvl4pPr marL="10477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4pPr>
            <a:lvl5pPr marL="13271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5pPr>
            <a:lvl6pPr marL="16065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6pPr>
            <a:lvl7pPr marL="18859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7pPr>
            <a:lvl8pPr marL="21653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8pPr>
            <a:lvl9pPr marL="24447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848EB0-AB86-4DAE-B94A-ECD73AD954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2428" y="1746250"/>
            <a:ext cx="4730591" cy="391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95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1pPr>
            <a:lvl2pPr marL="4889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2pPr>
            <a:lvl3pPr marL="7683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3pPr>
            <a:lvl4pPr marL="10477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4pPr>
            <a:lvl5pPr marL="13271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5pPr>
            <a:lvl6pPr marL="16065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6pPr>
            <a:lvl7pPr marL="18859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7pPr>
            <a:lvl8pPr marL="21653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8pPr>
            <a:lvl9pPr marL="24447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F1B46C-670D-4809-843F-8A168C8D8F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081" y="488950"/>
            <a:ext cx="10177939" cy="76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2F5786-4E51-49BC-906D-03A80C4127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5081" y="1746250"/>
            <a:ext cx="4730591" cy="391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95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1pPr>
            <a:lvl2pPr marL="4889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2pPr>
            <a:lvl3pPr marL="7683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3pPr>
            <a:lvl4pPr marL="10477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4pPr>
            <a:lvl5pPr marL="13271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5pPr>
            <a:lvl6pPr marL="16065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6pPr>
            <a:lvl7pPr marL="18859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7pPr>
            <a:lvl8pPr marL="21653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8pPr>
            <a:lvl9pPr marL="2444750" indent="-209550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44d1f529314f61" /><Relationship Type="http://schemas.openxmlformats.org/officeDocument/2006/relationships/slideLayout" Target="/ppt/slideLayouts/slideLayout1.xml" Id="R2d7cfb19b167449a" /><Relationship Type="http://schemas.openxmlformats.org/officeDocument/2006/relationships/slideLayout" Target="/ppt/slideLayouts/slideLayout2.xml" Id="Ra26301d7b62a49a0" /><Relationship Type="http://schemas.openxmlformats.org/officeDocument/2006/relationships/slideLayout" Target="/ppt/slideLayouts/slideLayout3.xml" Id="R404f79cf67bb4e00" /><Relationship Type="http://schemas.openxmlformats.org/officeDocument/2006/relationships/slideLayout" Target="/ppt/slideLayouts/slideLayout4.xml" Id="Raade48ca14ef4906" /><Relationship Type="http://schemas.openxmlformats.org/officeDocument/2006/relationships/slideLayout" Target="/ppt/slideLayouts/slideLayout5.xml" Id="R4d916cb848864a11" /><Relationship Type="http://schemas.openxmlformats.org/officeDocument/2006/relationships/slideLayout" Target="/ppt/slideLayouts/slideLayout6.xml" Id="R54e88e533dc443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7cfb19b167449a"/>
    <p:sldLayoutId xmlns:r="http://schemas.openxmlformats.org/officeDocument/2006/relationships" id="2147483650" r:id="Ra26301d7b62a49a0"/>
    <p:sldLayoutId xmlns:r="http://schemas.openxmlformats.org/officeDocument/2006/relationships" id="2147483651" r:id="R404f79cf67bb4e00"/>
    <p:sldLayoutId xmlns:r="http://schemas.openxmlformats.org/officeDocument/2006/relationships" id="2147483652" r:id="Raade48ca14ef4906"/>
    <p:sldLayoutId xmlns:r="http://schemas.openxmlformats.org/officeDocument/2006/relationships" id="2147483653" r:id="R4d916cb848864a11"/>
    <p:sldLayoutId xmlns:r="http://schemas.openxmlformats.org/officeDocument/2006/relationships" id="2147483654" r:id="R54e88e533dc443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dcc44a18ad4208" /><Relationship Type="http://schemas.openxmlformats.org/officeDocument/2006/relationships/image" Target="/ppt/media/image.png" Id="R1e6c749a06054a86" /><Relationship Type="http://schemas.openxmlformats.org/officeDocument/2006/relationships/image" Target="/ppt/media/image2.png" Id="Rbecfd65776dd44a9" /><Relationship Type="http://schemas.openxmlformats.org/officeDocument/2006/relationships/image" Target="/ppt/media/image3.png" Id="Ra6d799e1885e46db" /><Relationship Type="http://schemas.openxmlformats.org/officeDocument/2006/relationships/image" Target="/ppt/media/image4.png" Id="R39dd4206b61a4b7e" /><Relationship Type="http://schemas.openxmlformats.org/officeDocument/2006/relationships/image" Target="/ppt/media/image5.png" Id="Ra6c0488cf11c424b" /><Relationship Type="http://schemas.openxmlformats.org/officeDocument/2006/relationships/image" Target="/ppt/media/image6.png" Id="R56f8e28b8e3048f0" /><Relationship Type="http://schemas.openxmlformats.org/officeDocument/2006/relationships/notesSlide" Target="/ppt/notesSlides/notesSlide1.xml" Id="R070a8287f0fa47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7" name="pdf-path-2">
            <a:extLst xmlns:a="http://schemas.openxmlformats.org/drawingml/2006/main">
              <a:ext uri="{FF2B5EF4-FFF2-40B4-BE49-F238E27FC236}">
                <a16:creationId xmlns:a16="http://schemas.microsoft.com/office/drawing/2014/main" id="{CC646D50-2DB3-4C32-9583-86FC52C0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3" y="38801"/>
            <a:ext cx="11313947" cy="6168375"/>
          </a:xfrm>
          <a:custGeom xmlns:a="http://schemas.openxmlformats.org/drawingml/2006/main">
            <a:pathLst>
              <a:path w="11313947" h="6168375">
                <a:moveTo>
                  <a:pt x="0" y="0"/>
                </a:moveTo>
                <a:lnTo>
                  <a:pt x="11313947" y="0"/>
                </a:lnTo>
                <a:lnTo>
                  <a:pt x="11313947" y="6168375"/>
                </a:lnTo>
                <a:lnTo>
                  <a:pt x="0" y="61683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3">
            <a:extLst xmlns:a="http://schemas.openxmlformats.org/drawingml/2006/main">
              <a:ext uri="{FF2B5EF4-FFF2-40B4-BE49-F238E27FC236}">
                <a16:creationId xmlns:a16="http://schemas.microsoft.com/office/drawing/2014/main" id="{8CE57C05-1C9D-4B76-81D4-C58C49D2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858" y="2284235"/>
            <a:ext cx="1151642" cy="310261"/>
          </a:xfrm>
          <a:custGeom xmlns:a="http://schemas.openxmlformats.org/drawingml/2006/main">
            <a:pathLst>
              <a:path w="1151642" h="310261">
                <a:moveTo>
                  <a:pt x="186204" y="0"/>
                </a:moveTo>
                <a:lnTo>
                  <a:pt x="965438" y="0"/>
                </a:lnTo>
                <a:cubicBezTo>
                  <a:pt x="1068275" y="0"/>
                  <a:pt x="1151642" y="65574"/>
                  <a:pt x="1151642" y="146463"/>
                </a:cubicBezTo>
                <a:lnTo>
                  <a:pt x="1151642" y="310261"/>
                </a:lnTo>
                <a:lnTo>
                  <a:pt x="0" y="310261"/>
                </a:lnTo>
                <a:lnTo>
                  <a:pt x="0" y="146463"/>
                </a:lnTo>
                <a:cubicBezTo>
                  <a:pt x="0" y="65574"/>
                  <a:pt x="83366" y="0"/>
                  <a:pt x="186204" y="0"/>
                </a:cubicBezTo>
              </a:path>
            </a:pathLst>
          </a:custGeom>
          <a:solidFill xmlns:a="http://schemas.openxmlformats.org/drawingml/2006/main">
            <a:srgbClr val="A9C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E6C4A6FA-BE21-4CBF-B843-D1CF3618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05" y="2342595"/>
            <a:ext cx="723532" cy="218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4" name="pdf-path-5">
            <a:extLst xmlns:a="http://schemas.openxmlformats.org/drawingml/2006/main">
              <a:ext uri="{FF2B5EF4-FFF2-40B4-BE49-F238E27FC236}">
                <a16:creationId xmlns:a16="http://schemas.microsoft.com/office/drawing/2014/main" id="{DA6B7AD3-5043-4B46-92AF-E8C2A79A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376" y="991927"/>
            <a:ext cx="1296253" cy="985992"/>
          </a:xfrm>
          <a:custGeom xmlns:a="http://schemas.openxmlformats.org/drawingml/2006/main">
            <a:pathLst>
              <a:path w="1296253" h="985992">
                <a:moveTo>
                  <a:pt x="0" y="164335"/>
                </a:moveTo>
                <a:cubicBezTo>
                  <a:pt x="0" y="73576"/>
                  <a:pt x="73577" y="0"/>
                  <a:pt x="164336" y="0"/>
                </a:cubicBezTo>
                <a:lnTo>
                  <a:pt x="1131919" y="0"/>
                </a:lnTo>
                <a:cubicBezTo>
                  <a:pt x="1222679" y="0"/>
                  <a:pt x="1296253" y="73576"/>
                  <a:pt x="1296253" y="164335"/>
                </a:cubicBezTo>
                <a:lnTo>
                  <a:pt x="1296253" y="821657"/>
                </a:lnTo>
                <a:cubicBezTo>
                  <a:pt x="1296253" y="912418"/>
                  <a:pt x="1222679" y="985992"/>
                  <a:pt x="1131919" y="985992"/>
                </a:cubicBezTo>
                <a:lnTo>
                  <a:pt x="164336" y="985992"/>
                </a:lnTo>
                <a:cubicBezTo>
                  <a:pt x="73577" y="985992"/>
                  <a:pt x="0" y="912418"/>
                  <a:pt x="0" y="821657"/>
                </a:cubicBezTo>
                <a:lnTo>
                  <a:pt x="0" y="16433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path-6">
            <a:extLst xmlns:a="http://schemas.openxmlformats.org/drawingml/2006/main">
              <a:ext uri="{FF2B5EF4-FFF2-40B4-BE49-F238E27FC236}">
                <a16:creationId xmlns:a16="http://schemas.microsoft.com/office/drawing/2014/main" id="{C124755E-C458-409B-A7E1-975B883B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376" y="991927"/>
            <a:ext cx="1296252" cy="985992"/>
          </a:xfrm>
          <a:custGeom xmlns:a="http://schemas.openxmlformats.org/drawingml/2006/main">
            <a:pathLst>
              <a:path w="1296252" h="985992">
                <a:moveTo>
                  <a:pt x="0" y="164335"/>
                </a:moveTo>
                <a:cubicBezTo>
                  <a:pt x="0" y="73575"/>
                  <a:pt x="73576" y="0"/>
                  <a:pt x="164335" y="0"/>
                </a:cubicBezTo>
                <a:lnTo>
                  <a:pt x="1131917" y="0"/>
                </a:lnTo>
                <a:cubicBezTo>
                  <a:pt x="1222677" y="0"/>
                  <a:pt x="1296252" y="73575"/>
                  <a:pt x="1296252" y="164335"/>
                </a:cubicBezTo>
                <a:lnTo>
                  <a:pt x="1296252" y="821657"/>
                </a:lnTo>
                <a:cubicBezTo>
                  <a:pt x="1296252" y="912417"/>
                  <a:pt x="1222677" y="985992"/>
                  <a:pt x="1131917" y="985992"/>
                </a:cubicBezTo>
                <a:lnTo>
                  <a:pt x="164335" y="985992"/>
                </a:lnTo>
                <a:cubicBezTo>
                  <a:pt x="73576" y="985992"/>
                  <a:pt x="0" y="912417"/>
                  <a:pt x="0" y="821657"/>
                </a:cubicBezTo>
                <a:lnTo>
                  <a:pt x="0" y="164335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4008F-BA46-4871-96D1-6E5D466BF1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c749a06054a86"/>
          <a:srcRect xmlns:a="http://schemas.openxmlformats.org/drawingml/2006/main" l="0" t="171" r="0" b="1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840" y="527685"/>
            <a:ext cx="1569720" cy="1064895"/>
          </a:xfrm>
          <a:prstGeom xmlns:a="http://schemas.openxmlformats.org/drawingml/2006/main" prst="rect">
            <a:avLst/>
          </a:prstGeom>
        </p:spPr>
      </p:pic>
      <p:sp>
        <p:nvSpPr>
          <p:cNvPr id="7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627069CE-8DEB-48D1-A0A4-D8E44820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" y="527685"/>
            <a:ext cx="1569720" cy="1064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95A8C-3C9B-4FC5-843C-AF9D1A0630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fd65776dd44a9"/>
          <a:srcRect xmlns:a="http://schemas.openxmlformats.org/drawingml/2006/main" l="0" t="2" r="0" b="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1240" y="1219200"/>
            <a:ext cx="1424940" cy="811530"/>
          </a:xfrm>
          <a:prstGeom xmlns:a="http://schemas.openxmlformats.org/drawingml/2006/main" prst="rect">
            <a:avLst/>
          </a:prstGeom>
        </p:spPr>
      </p:pic>
      <p:sp>
        <p:nvSpPr>
          <p:cNvPr id="9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74CD392A-F84D-491E-B4A8-87C09999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1219200"/>
            <a:ext cx="1424940" cy="811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pdf-path-11">
            <a:extLst xmlns:a="http://schemas.openxmlformats.org/drawingml/2006/main">
              <a:ext uri="{FF2B5EF4-FFF2-40B4-BE49-F238E27FC236}">
                <a16:creationId xmlns:a16="http://schemas.microsoft.com/office/drawing/2014/main" id="{290C06D3-CFC1-45D0-9C12-55CCF4CD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788" y="1828379"/>
            <a:ext cx="833492" cy="918618"/>
          </a:xfrm>
          <a:custGeom xmlns:a="http://schemas.openxmlformats.org/drawingml/2006/main">
            <a:pathLst>
              <a:path w="833492" h="918618">
                <a:moveTo>
                  <a:pt x="0" y="0"/>
                </a:moveTo>
                <a:cubicBezTo>
                  <a:pt x="0" y="57540"/>
                  <a:pt x="186584" y="104186"/>
                  <a:pt x="416747" y="104186"/>
                </a:cubicBezTo>
                <a:cubicBezTo>
                  <a:pt x="646909" y="104186"/>
                  <a:pt x="833492" y="57540"/>
                  <a:pt x="833492" y="0"/>
                </a:cubicBezTo>
                <a:lnTo>
                  <a:pt x="833492" y="814430"/>
                </a:lnTo>
                <a:cubicBezTo>
                  <a:pt x="833492" y="871972"/>
                  <a:pt x="646909" y="918618"/>
                  <a:pt x="416747" y="918618"/>
                </a:cubicBezTo>
                <a:cubicBezTo>
                  <a:pt x="186584" y="918618"/>
                  <a:pt x="0" y="871972"/>
                  <a:pt x="0" y="814430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D2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path-12">
            <a:extLst xmlns:a="http://schemas.openxmlformats.org/drawingml/2006/main">
              <a:ext uri="{FF2B5EF4-FFF2-40B4-BE49-F238E27FC236}">
                <a16:creationId xmlns:a16="http://schemas.microsoft.com/office/drawing/2014/main" id="{32AA42A8-DE15-40DB-88DC-E6C11F61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788" y="1724193"/>
            <a:ext cx="833492" cy="208372"/>
          </a:xfrm>
          <a:custGeom xmlns:a="http://schemas.openxmlformats.org/drawingml/2006/main">
            <a:pathLst>
              <a:path w="833492" h="208372">
                <a:moveTo>
                  <a:pt x="0" y="104186"/>
                </a:moveTo>
                <a:cubicBezTo>
                  <a:pt x="0" y="46646"/>
                  <a:pt x="186584" y="0"/>
                  <a:pt x="416747" y="0"/>
                </a:cubicBezTo>
                <a:cubicBezTo>
                  <a:pt x="646909" y="0"/>
                  <a:pt x="833492" y="46646"/>
                  <a:pt x="833492" y="104186"/>
                </a:cubicBezTo>
                <a:cubicBezTo>
                  <a:pt x="833492" y="161726"/>
                  <a:pt x="646909" y="208372"/>
                  <a:pt x="416747" y="208372"/>
                </a:cubicBezTo>
                <a:cubicBezTo>
                  <a:pt x="186584" y="208372"/>
                  <a:pt x="0" y="161726"/>
                  <a:pt x="0" y="104186"/>
                </a:cubicBezTo>
              </a:path>
            </a:pathLst>
          </a:custGeom>
          <a:solidFill xmlns:a="http://schemas.openxmlformats.org/drawingml/2006/main">
            <a:srgbClr val="FFE4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path-13">
            <a:extLst xmlns:a="http://schemas.openxmlformats.org/drawingml/2006/main">
              <a:ext uri="{FF2B5EF4-FFF2-40B4-BE49-F238E27FC236}">
                <a16:creationId xmlns:a16="http://schemas.microsoft.com/office/drawing/2014/main" id="{0AA4BCA4-D4A1-46F3-AB3D-E522B1FF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788" y="1724193"/>
            <a:ext cx="833493" cy="1022803"/>
          </a:xfrm>
          <a:custGeom xmlns:a="http://schemas.openxmlformats.org/drawingml/2006/main">
            <a:pathLst>
              <a:path w="833493" h="1022803">
                <a:moveTo>
                  <a:pt x="833493" y="104186"/>
                </a:moveTo>
                <a:cubicBezTo>
                  <a:pt x="833493" y="161727"/>
                  <a:pt x="646909" y="208373"/>
                  <a:pt x="416747" y="208373"/>
                </a:cubicBezTo>
                <a:cubicBezTo>
                  <a:pt x="186584" y="208373"/>
                  <a:pt x="0" y="161727"/>
                  <a:pt x="0" y="104186"/>
                </a:cubicBezTo>
                <a:cubicBezTo>
                  <a:pt x="0" y="46646"/>
                  <a:pt x="186584" y="0"/>
                  <a:pt x="416747" y="0"/>
                </a:cubicBezTo>
                <a:cubicBezTo>
                  <a:pt x="646909" y="0"/>
                  <a:pt x="833493" y="46646"/>
                  <a:pt x="833493" y="104186"/>
                </a:cubicBezTo>
                <a:lnTo>
                  <a:pt x="833493" y="918617"/>
                </a:lnTo>
                <a:cubicBezTo>
                  <a:pt x="833493" y="976157"/>
                  <a:pt x="646909" y="1022803"/>
                  <a:pt x="416747" y="1022803"/>
                </a:cubicBezTo>
                <a:cubicBezTo>
                  <a:pt x="186584" y="1022803"/>
                  <a:pt x="0" y="976157"/>
                  <a:pt x="0" y="918617"/>
                </a:cubicBezTo>
                <a:lnTo>
                  <a:pt x="0" y="104186"/>
                </a:lnTo>
              </a:path>
            </a:pathLst>
          </a:custGeom>
          <a:noFill xmlns:a="http://schemas.openxmlformats.org/drawingml/2006/main"/>
          <a:ln xmlns:a="http://schemas.openxmlformats.org/drawingml/2006/main" w="27115">
            <a:solidFill>
              <a:srgbClr val="AE5A21"/>
            </a:solidFill>
            <a:prstDash val="solid"/>
          </a:ln>
        </p:spPr>
      </p:sp>
      <p:sp>
        <p:nvSpPr>
          <p:cNvPr id="13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C8D8876D-7FB7-4AE8-920D-8544C5D6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110" y="2159248"/>
            <a:ext cx="545723" cy="28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</a:t>
            </a:r>
          </a:p>
        </p:txBody>
      </p:sp>
      <p:sp>
        <p:nvSpPr>
          <p:cNvPr id="14" name="pdf-path-17">
            <a:extLst xmlns:a="http://schemas.openxmlformats.org/drawingml/2006/main">
              <a:ext uri="{FF2B5EF4-FFF2-40B4-BE49-F238E27FC236}">
                <a16:creationId xmlns:a16="http://schemas.microsoft.com/office/drawing/2014/main" id="{7BC8E48D-12D8-4AC5-96F3-C68FE3AC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9428" y="2296972"/>
            <a:ext cx="307443" cy="54230"/>
          </a:xfrm>
          <a:custGeom xmlns:a="http://schemas.openxmlformats.org/drawingml/2006/main">
            <a:pathLst>
              <a:path w="307443" h="54230">
                <a:moveTo>
                  <a:pt x="0" y="0"/>
                </a:moveTo>
                <a:lnTo>
                  <a:pt x="239655" y="0"/>
                </a:lnTo>
                <a:lnTo>
                  <a:pt x="239655" y="27115"/>
                </a:lnTo>
                <a:lnTo>
                  <a:pt x="0" y="27115"/>
                </a:lnTo>
                <a:close/>
                <a:moveTo>
                  <a:pt x="226098" y="-27115"/>
                </a:moveTo>
                <a:lnTo>
                  <a:pt x="307443" y="13557"/>
                </a:lnTo>
                <a:lnTo>
                  <a:pt x="226098" y="54230"/>
                </a:lnTo>
                <a:lnTo>
                  <a:pt x="226098" y="-271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df-path-18">
            <a:extLst xmlns:a="http://schemas.openxmlformats.org/drawingml/2006/main">
              <a:ext uri="{FF2B5EF4-FFF2-40B4-BE49-F238E27FC236}">
                <a16:creationId xmlns:a16="http://schemas.microsoft.com/office/drawing/2014/main" id="{4E14282F-5D60-4111-AF01-7CA77920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9111" y="661949"/>
            <a:ext cx="54229" cy="302451"/>
          </a:xfrm>
          <a:custGeom xmlns:a="http://schemas.openxmlformats.org/drawingml/2006/main">
            <a:pathLst>
              <a:path w="54229" h="302451">
                <a:moveTo>
                  <a:pt x="54228" y="0"/>
                </a:moveTo>
                <a:lnTo>
                  <a:pt x="54229" y="234664"/>
                </a:lnTo>
                <a:lnTo>
                  <a:pt x="27115" y="234664"/>
                </a:lnTo>
                <a:lnTo>
                  <a:pt x="27113" y="0"/>
                </a:lnTo>
                <a:lnTo>
                  <a:pt x="54228" y="0"/>
                </a:lnTo>
                <a:moveTo>
                  <a:pt x="81345" y="221106"/>
                </a:moveTo>
                <a:lnTo>
                  <a:pt x="40672" y="302451"/>
                </a:lnTo>
                <a:lnTo>
                  <a:pt x="0" y="221106"/>
                </a:lnTo>
                <a:lnTo>
                  <a:pt x="81345" y="22110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df-path-21">
            <a:extLst xmlns:a="http://schemas.openxmlformats.org/drawingml/2006/main">
              <a:ext uri="{FF2B5EF4-FFF2-40B4-BE49-F238E27FC236}">
                <a16:creationId xmlns:a16="http://schemas.microsoft.com/office/drawing/2014/main" id="{F3C172EC-C9EB-4CFE-A666-D296B4D4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986" y="661948"/>
            <a:ext cx="1714794" cy="2791"/>
          </a:xfrm>
          <a:custGeom xmlns:a="http://schemas.openxmlformats.org/drawingml/2006/main">
            <a:pathLst>
              <a:path w="1714794" h="2791">
                <a:moveTo>
                  <a:pt x="0" y="2791"/>
                </a:moveTo>
                <a:lnTo>
                  <a:pt x="17147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15">
            <a:solidFill>
              <a:srgbClr val="000000"/>
            </a:solidFill>
            <a:prstDash val="solid"/>
          </a:ln>
        </p:spPr>
      </p:sp>
      <p:sp>
        <p:nvSpPr>
          <p:cNvPr id="17" name="pdf-path-22">
            <a:extLst xmlns:a="http://schemas.openxmlformats.org/drawingml/2006/main">
              <a:ext uri="{FF2B5EF4-FFF2-40B4-BE49-F238E27FC236}">
                <a16:creationId xmlns:a16="http://schemas.microsoft.com/office/drawing/2014/main" id="{8C1D99B5-146E-435B-B74D-A75D7C5F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294" y="101904"/>
            <a:ext cx="1503969" cy="407544"/>
          </a:xfrm>
          <a:custGeom xmlns:a="http://schemas.openxmlformats.org/drawingml/2006/main">
            <a:pathLst>
              <a:path w="1503969" h="407544">
                <a:moveTo>
                  <a:pt x="0" y="0"/>
                </a:moveTo>
                <a:lnTo>
                  <a:pt x="1503969" y="0"/>
                </a:lnTo>
                <a:lnTo>
                  <a:pt x="1503969" y="407544"/>
                </a:lnTo>
                <a:lnTo>
                  <a:pt x="0" y="407544"/>
                </a:lnTo>
                <a:close/>
              </a:path>
            </a:pathLst>
          </a:custGeom>
          <a:solidFill xmlns:a="http://schemas.openxmlformats.org/drawingml/2006/main">
            <a:srgbClr val="FFB3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B9153218-CED5-4135-8E06-AA287839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25" y="176744"/>
            <a:ext cx="1057405" cy="28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77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77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77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Imitation</a:t>
            </a:r>
          </a:p>
        </p:txBody>
      </p:sp>
      <p:sp>
        <p:nvSpPr>
          <p:cNvPr id="19" name="pdf-path-26">
            <a:extLst xmlns:a="http://schemas.openxmlformats.org/drawingml/2006/main">
              <a:ext uri="{FF2B5EF4-FFF2-40B4-BE49-F238E27FC236}">
                <a16:creationId xmlns:a16="http://schemas.microsoft.com/office/drawing/2014/main" id="{873124DF-712C-47BC-8431-9123AD94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635" y="1979236"/>
            <a:ext cx="54229" cy="922330"/>
          </a:xfrm>
          <a:custGeom xmlns:a="http://schemas.openxmlformats.org/drawingml/2006/main">
            <a:pathLst>
              <a:path w="54229" h="922330">
                <a:moveTo>
                  <a:pt x="54228" y="922330"/>
                </a:moveTo>
                <a:lnTo>
                  <a:pt x="54229" y="67786"/>
                </a:lnTo>
                <a:lnTo>
                  <a:pt x="27115" y="67786"/>
                </a:lnTo>
                <a:lnTo>
                  <a:pt x="27112" y="922330"/>
                </a:lnTo>
                <a:lnTo>
                  <a:pt x="54228" y="922330"/>
                </a:lnTo>
                <a:moveTo>
                  <a:pt x="81344" y="81344"/>
                </a:moveTo>
                <a:lnTo>
                  <a:pt x="40672" y="0"/>
                </a:lnTo>
                <a:lnTo>
                  <a:pt x="0" y="81344"/>
                </a:lnTo>
                <a:lnTo>
                  <a:pt x="81344" y="8134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path-27">
            <a:extLst xmlns:a="http://schemas.openxmlformats.org/drawingml/2006/main">
              <a:ext uri="{FF2B5EF4-FFF2-40B4-BE49-F238E27FC236}">
                <a16:creationId xmlns:a16="http://schemas.microsoft.com/office/drawing/2014/main" id="{46B40BD9-0714-432E-BD6D-B0E4D006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825" y="980095"/>
            <a:ext cx="1335693" cy="241897"/>
          </a:xfrm>
          <a:custGeom xmlns:a="http://schemas.openxmlformats.org/drawingml/2006/main">
            <a:pathLst>
              <a:path w="1335693" h="241897">
                <a:moveTo>
                  <a:pt x="0" y="0"/>
                </a:moveTo>
                <a:lnTo>
                  <a:pt x="1335693" y="0"/>
                </a:lnTo>
                <a:lnTo>
                  <a:pt x="1335693" y="241897"/>
                </a:lnTo>
                <a:lnTo>
                  <a:pt x="0" y="2418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5F1B7755-78E7-4ECF-B875-93D88D8E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257" y="1004273"/>
            <a:ext cx="1133684" cy="218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8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18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8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Environment</a:t>
            </a:r>
          </a:p>
        </p:txBody>
      </p:sp>
      <p:sp>
        <p:nvSpPr>
          <p:cNvPr id="22" name="pdf-path-29">
            <a:extLst xmlns:a="http://schemas.openxmlformats.org/drawingml/2006/main">
              <a:ext uri="{FF2B5EF4-FFF2-40B4-BE49-F238E27FC236}">
                <a16:creationId xmlns:a16="http://schemas.microsoft.com/office/drawing/2014/main" id="{CBEB775B-36B7-4803-BE89-DE0268AF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986" y="654061"/>
            <a:ext cx="2216" cy="319383"/>
          </a:xfrm>
          <a:custGeom xmlns:a="http://schemas.openxmlformats.org/drawingml/2006/main">
            <a:pathLst>
              <a:path w="2216" h="319383">
                <a:moveTo>
                  <a:pt x="2216" y="3193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15">
            <a:solidFill>
              <a:srgbClr val="000000"/>
            </a:solidFill>
            <a:prstDash val="solid"/>
          </a:ln>
        </p:spPr>
      </p:sp>
      <p:sp>
        <p:nvSpPr>
          <p:cNvPr id="23" name="pdf-path-32">
            <a:extLst xmlns:a="http://schemas.openxmlformats.org/drawingml/2006/main">
              <a:ext uri="{FF2B5EF4-FFF2-40B4-BE49-F238E27FC236}">
                <a16:creationId xmlns:a16="http://schemas.microsoft.com/office/drawing/2014/main" id="{E01EFAE7-E8B7-4E08-AFF6-3AAB1CD7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932" y="1510807"/>
            <a:ext cx="437254" cy="54230"/>
          </a:xfrm>
          <a:custGeom xmlns:a="http://schemas.openxmlformats.org/drawingml/2006/main">
            <a:pathLst>
              <a:path w="437254" h="54230">
                <a:moveTo>
                  <a:pt x="0" y="0"/>
                </a:moveTo>
                <a:lnTo>
                  <a:pt x="369466" y="0"/>
                </a:lnTo>
                <a:lnTo>
                  <a:pt x="369466" y="27115"/>
                </a:lnTo>
                <a:lnTo>
                  <a:pt x="0" y="27115"/>
                </a:lnTo>
                <a:close/>
                <a:moveTo>
                  <a:pt x="355909" y="-27115"/>
                </a:moveTo>
                <a:lnTo>
                  <a:pt x="437254" y="13558"/>
                </a:lnTo>
                <a:lnTo>
                  <a:pt x="355909" y="54230"/>
                </a:lnTo>
                <a:lnTo>
                  <a:pt x="355909" y="-271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df-path-33">
            <a:extLst xmlns:a="http://schemas.openxmlformats.org/drawingml/2006/main">
              <a:ext uri="{FF2B5EF4-FFF2-40B4-BE49-F238E27FC236}">
                <a16:creationId xmlns:a16="http://schemas.microsoft.com/office/drawing/2014/main" id="{36D2C7BF-298D-4DA8-97E9-610EAC03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760" y="5088401"/>
            <a:ext cx="804569" cy="878192"/>
          </a:xfrm>
          <a:custGeom xmlns:a="http://schemas.openxmlformats.org/drawingml/2006/main">
            <a:pathLst>
              <a:path w="804569" h="878192">
                <a:moveTo>
                  <a:pt x="0" y="439096"/>
                </a:moveTo>
                <a:cubicBezTo>
                  <a:pt x="0" y="196590"/>
                  <a:pt x="180110" y="0"/>
                  <a:pt x="402285" y="0"/>
                </a:cubicBezTo>
                <a:cubicBezTo>
                  <a:pt x="624462" y="0"/>
                  <a:pt x="804569" y="196590"/>
                  <a:pt x="804569" y="439096"/>
                </a:cubicBezTo>
                <a:cubicBezTo>
                  <a:pt x="804569" y="681602"/>
                  <a:pt x="624462" y="878192"/>
                  <a:pt x="402285" y="878192"/>
                </a:cubicBezTo>
                <a:cubicBezTo>
                  <a:pt x="180110" y="878192"/>
                  <a:pt x="0" y="681602"/>
                  <a:pt x="0" y="439096"/>
                </a:cubicBezTo>
              </a:path>
            </a:pathLst>
          </a:custGeom>
          <a:solidFill xmlns:a="http://schemas.openxmlformats.org/drawingml/2006/main">
            <a:srgbClr val="C9F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df-path-34">
            <a:extLst xmlns:a="http://schemas.openxmlformats.org/drawingml/2006/main">
              <a:ext uri="{FF2B5EF4-FFF2-40B4-BE49-F238E27FC236}">
                <a16:creationId xmlns:a16="http://schemas.microsoft.com/office/drawing/2014/main" id="{B2024E95-03AD-4262-B22F-35FFB8B5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760" y="5088401"/>
            <a:ext cx="804571" cy="878192"/>
          </a:xfrm>
          <a:custGeom xmlns:a="http://schemas.openxmlformats.org/drawingml/2006/main">
            <a:pathLst>
              <a:path w="804571" h="878192">
                <a:moveTo>
                  <a:pt x="0" y="439096"/>
                </a:moveTo>
                <a:cubicBezTo>
                  <a:pt x="0" y="196590"/>
                  <a:pt x="180109" y="0"/>
                  <a:pt x="402285" y="0"/>
                </a:cubicBezTo>
                <a:cubicBezTo>
                  <a:pt x="624461" y="0"/>
                  <a:pt x="804571" y="196590"/>
                  <a:pt x="804571" y="439096"/>
                </a:cubicBezTo>
                <a:cubicBezTo>
                  <a:pt x="804571" y="681602"/>
                  <a:pt x="624461" y="878192"/>
                  <a:pt x="402285" y="878192"/>
                </a:cubicBezTo>
                <a:cubicBezTo>
                  <a:pt x="180109" y="878192"/>
                  <a:pt x="0" y="681602"/>
                  <a:pt x="0" y="43909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26" name="pdf-path-35">
            <a:extLst xmlns:a="http://schemas.openxmlformats.org/drawingml/2006/main">
              <a:ext uri="{FF2B5EF4-FFF2-40B4-BE49-F238E27FC236}">
                <a16:creationId xmlns:a16="http://schemas.microsoft.com/office/drawing/2014/main" id="{48068C17-9111-48AA-B5BB-09F535CA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78" y="5411807"/>
            <a:ext cx="794053" cy="253072"/>
          </a:xfrm>
          <a:custGeom xmlns:a="http://schemas.openxmlformats.org/drawingml/2006/main">
            <a:pathLst>
              <a:path w="794053" h="253072">
                <a:moveTo>
                  <a:pt x="0" y="0"/>
                </a:moveTo>
                <a:cubicBezTo>
                  <a:pt x="40398" y="64089"/>
                  <a:pt x="80797" y="128180"/>
                  <a:pt x="133734" y="167620"/>
                </a:cubicBezTo>
                <a:cubicBezTo>
                  <a:pt x="186671" y="207060"/>
                  <a:pt x="266077" y="223493"/>
                  <a:pt x="317620" y="236640"/>
                </a:cubicBezTo>
                <a:cubicBezTo>
                  <a:pt x="369165" y="249786"/>
                  <a:pt x="384489" y="253072"/>
                  <a:pt x="442999" y="246499"/>
                </a:cubicBezTo>
                <a:cubicBezTo>
                  <a:pt x="501507" y="239925"/>
                  <a:pt x="610166" y="221850"/>
                  <a:pt x="668675" y="197199"/>
                </a:cubicBezTo>
                <a:cubicBezTo>
                  <a:pt x="727185" y="172551"/>
                  <a:pt x="760619" y="135575"/>
                  <a:pt x="794053" y="986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7CAB61"/>
            </a:solidFill>
            <a:prstDash val="dash"/>
          </a:ln>
        </p:spPr>
      </p:sp>
      <p:sp>
        <p:nvSpPr>
          <p:cNvPr id="27" name="pdf-path-36">
            <a:extLst xmlns:a="http://schemas.openxmlformats.org/drawingml/2006/main">
              <a:ext uri="{FF2B5EF4-FFF2-40B4-BE49-F238E27FC236}">
                <a16:creationId xmlns:a16="http://schemas.microsoft.com/office/drawing/2014/main" id="{8083B99D-2DCD-42E5-AD3F-2E06DD3C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519" y="5077884"/>
            <a:ext cx="176337" cy="883451"/>
          </a:xfrm>
          <a:custGeom xmlns:a="http://schemas.openxmlformats.org/drawingml/2006/main">
            <a:pathLst>
              <a:path w="176337" h="883451">
                <a:moveTo>
                  <a:pt x="176337" y="0"/>
                </a:moveTo>
                <a:cubicBezTo>
                  <a:pt x="142928" y="33170"/>
                  <a:pt x="109522" y="66340"/>
                  <a:pt x="81281" y="135916"/>
                </a:cubicBezTo>
                <a:cubicBezTo>
                  <a:pt x="53039" y="205491"/>
                  <a:pt x="13777" y="325226"/>
                  <a:pt x="6889" y="417455"/>
                </a:cubicBezTo>
                <a:cubicBezTo>
                  <a:pt x="0" y="509683"/>
                  <a:pt x="18599" y="611620"/>
                  <a:pt x="39952" y="689286"/>
                </a:cubicBezTo>
                <a:cubicBezTo>
                  <a:pt x="61304" y="766951"/>
                  <a:pt x="98156" y="825201"/>
                  <a:pt x="135008" y="88345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7CAB61"/>
            </a:solidFill>
            <a:prstDash val="dash"/>
          </a:ln>
        </p:spPr>
      </p:sp>
      <p:sp>
        <p:nvSpPr>
          <p:cNvPr id="28" name="pdf-path-37">
            <a:extLst xmlns:a="http://schemas.openxmlformats.org/drawingml/2006/main">
              <a:ext uri="{FF2B5EF4-FFF2-40B4-BE49-F238E27FC236}">
                <a16:creationId xmlns:a16="http://schemas.microsoft.com/office/drawing/2014/main" id="{9ADA1100-7558-465B-ADE5-0F5D785B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8114" y="5304005"/>
            <a:ext cx="86767" cy="84139"/>
          </a:xfrm>
          <a:custGeom xmlns:a="http://schemas.openxmlformats.org/drawingml/2006/main">
            <a:pathLst>
              <a:path w="86767" h="84139">
                <a:moveTo>
                  <a:pt x="0" y="42070"/>
                </a:moveTo>
                <a:cubicBezTo>
                  <a:pt x="0" y="18835"/>
                  <a:pt x="19424" y="0"/>
                  <a:pt x="43383" y="0"/>
                </a:cubicBezTo>
                <a:cubicBezTo>
                  <a:pt x="67345" y="0"/>
                  <a:pt x="86767" y="18835"/>
                  <a:pt x="86767" y="42070"/>
                </a:cubicBezTo>
                <a:cubicBezTo>
                  <a:pt x="86767" y="65304"/>
                  <a:pt x="67345" y="84139"/>
                  <a:pt x="43383" y="84139"/>
                </a:cubicBezTo>
                <a:cubicBezTo>
                  <a:pt x="19424" y="84139"/>
                  <a:pt x="0" y="65304"/>
                  <a:pt x="0" y="42070"/>
                </a:cubicBezTo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df-path-38">
            <a:extLst xmlns:a="http://schemas.openxmlformats.org/drawingml/2006/main">
              <a:ext uri="{FF2B5EF4-FFF2-40B4-BE49-F238E27FC236}">
                <a16:creationId xmlns:a16="http://schemas.microsoft.com/office/drawing/2014/main" id="{A5C94C55-5B16-43BB-B1B4-C9037E1D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8114" y="5304005"/>
            <a:ext cx="86768" cy="84139"/>
          </a:xfrm>
          <a:custGeom xmlns:a="http://schemas.openxmlformats.org/drawingml/2006/main">
            <a:pathLst>
              <a:path w="86768" h="84139">
                <a:moveTo>
                  <a:pt x="0" y="42070"/>
                </a:moveTo>
                <a:cubicBezTo>
                  <a:pt x="0" y="18835"/>
                  <a:pt x="19423" y="0"/>
                  <a:pt x="43383" y="0"/>
                </a:cubicBezTo>
                <a:cubicBezTo>
                  <a:pt x="67344" y="0"/>
                  <a:pt x="86768" y="18835"/>
                  <a:pt x="86768" y="42070"/>
                </a:cubicBezTo>
                <a:cubicBezTo>
                  <a:pt x="86768" y="65304"/>
                  <a:pt x="67344" y="84139"/>
                  <a:pt x="43383" y="84139"/>
                </a:cubicBezTo>
                <a:cubicBezTo>
                  <a:pt x="19423" y="84139"/>
                  <a:pt x="0" y="65304"/>
                  <a:pt x="0" y="4207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051">
            <a:solidFill>
              <a:srgbClr val="70AD47"/>
            </a:solidFill>
            <a:prstDash val="solid"/>
          </a:ln>
        </p:spPr>
      </p:sp>
      <p:sp>
        <p:nvSpPr>
          <p:cNvPr id="30" name="pdf-path-40">
            <a:extLst xmlns:a="http://schemas.openxmlformats.org/drawingml/2006/main">
              <a:ext uri="{FF2B5EF4-FFF2-40B4-BE49-F238E27FC236}">
                <a16:creationId xmlns:a16="http://schemas.microsoft.com/office/drawing/2014/main" id="{BFDB7E29-572B-48E6-94CD-57FAA828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055" y="5263579"/>
            <a:ext cx="663119" cy="278170"/>
          </a:xfrm>
          <a:custGeom xmlns:a="http://schemas.openxmlformats.org/drawingml/2006/main">
            <a:pathLst>
              <a:path w="663119" h="278170">
                <a:moveTo>
                  <a:pt x="0" y="37511"/>
                </a:moveTo>
                <a:lnTo>
                  <a:pt x="57777" y="26874"/>
                </a:lnTo>
                <a:lnTo>
                  <a:pt x="71243" y="24558"/>
                </a:lnTo>
                <a:lnTo>
                  <a:pt x="74307" y="42373"/>
                </a:lnTo>
                <a:lnTo>
                  <a:pt x="60893" y="44680"/>
                </a:lnTo>
                <a:lnTo>
                  <a:pt x="60997" y="44661"/>
                </a:lnTo>
                <a:lnTo>
                  <a:pt x="3273" y="55289"/>
                </a:lnTo>
                <a:lnTo>
                  <a:pt x="0" y="37511"/>
                </a:lnTo>
                <a:moveTo>
                  <a:pt x="124942" y="15567"/>
                </a:moveTo>
                <a:lnTo>
                  <a:pt x="171609" y="8705"/>
                </a:lnTo>
                <a:lnTo>
                  <a:pt x="196950" y="5972"/>
                </a:lnTo>
                <a:lnTo>
                  <a:pt x="198888" y="23944"/>
                </a:lnTo>
                <a:lnTo>
                  <a:pt x="173722" y="26659"/>
                </a:lnTo>
                <a:lnTo>
                  <a:pt x="174067" y="26615"/>
                </a:lnTo>
                <a:lnTo>
                  <a:pt x="127572" y="33451"/>
                </a:lnTo>
                <a:lnTo>
                  <a:pt x="124942" y="15567"/>
                </a:lnTo>
                <a:moveTo>
                  <a:pt x="251304" y="1087"/>
                </a:moveTo>
                <a:lnTo>
                  <a:pt x="253500" y="938"/>
                </a:lnTo>
                <a:lnTo>
                  <a:pt x="279819" y="0"/>
                </a:lnTo>
                <a:lnTo>
                  <a:pt x="305544" y="61"/>
                </a:lnTo>
                <a:lnTo>
                  <a:pt x="324603" y="946"/>
                </a:lnTo>
                <a:lnTo>
                  <a:pt x="323765" y="19003"/>
                </a:lnTo>
                <a:lnTo>
                  <a:pt x="304905" y="18127"/>
                </a:lnTo>
                <a:lnTo>
                  <a:pt x="305302" y="18137"/>
                </a:lnTo>
                <a:lnTo>
                  <a:pt x="279946" y="18077"/>
                </a:lnTo>
                <a:lnTo>
                  <a:pt x="280289" y="18072"/>
                </a:lnTo>
                <a:lnTo>
                  <a:pt x="254290" y="18997"/>
                </a:lnTo>
                <a:lnTo>
                  <a:pt x="254583" y="18982"/>
                </a:lnTo>
                <a:lnTo>
                  <a:pt x="252536" y="19122"/>
                </a:lnTo>
                <a:lnTo>
                  <a:pt x="251304" y="1087"/>
                </a:lnTo>
                <a:moveTo>
                  <a:pt x="379973" y="7612"/>
                </a:moveTo>
                <a:lnTo>
                  <a:pt x="401346" y="12429"/>
                </a:lnTo>
                <a:lnTo>
                  <a:pt x="423199" y="19105"/>
                </a:lnTo>
                <a:lnTo>
                  <a:pt x="444048" y="27391"/>
                </a:lnTo>
                <a:lnTo>
                  <a:pt x="450556" y="30608"/>
                </a:lnTo>
                <a:lnTo>
                  <a:pt x="442544" y="46812"/>
                </a:lnTo>
                <a:lnTo>
                  <a:pt x="436365" y="43757"/>
                </a:lnTo>
                <a:lnTo>
                  <a:pt x="437033" y="44055"/>
                </a:lnTo>
                <a:lnTo>
                  <a:pt x="416866" y="36041"/>
                </a:lnTo>
                <a:lnTo>
                  <a:pt x="417562" y="36285"/>
                </a:lnTo>
                <a:lnTo>
                  <a:pt x="396389" y="29816"/>
                </a:lnTo>
                <a:lnTo>
                  <a:pt x="397042" y="29989"/>
                </a:lnTo>
                <a:lnTo>
                  <a:pt x="375999" y="25246"/>
                </a:lnTo>
                <a:lnTo>
                  <a:pt x="379973" y="7612"/>
                </a:lnTo>
                <a:moveTo>
                  <a:pt x="498151" y="59124"/>
                </a:moveTo>
                <a:lnTo>
                  <a:pt x="500747" y="60930"/>
                </a:lnTo>
                <a:lnTo>
                  <a:pt x="517885" y="74624"/>
                </a:lnTo>
                <a:lnTo>
                  <a:pt x="534250" y="89391"/>
                </a:lnTo>
                <a:lnTo>
                  <a:pt x="549913" y="105123"/>
                </a:lnTo>
                <a:lnTo>
                  <a:pt x="553279" y="108839"/>
                </a:lnTo>
                <a:lnTo>
                  <a:pt x="539882" y="120975"/>
                </a:lnTo>
                <a:lnTo>
                  <a:pt x="536659" y="117417"/>
                </a:lnTo>
                <a:lnTo>
                  <a:pt x="536952" y="117725"/>
                </a:lnTo>
                <a:lnTo>
                  <a:pt x="521611" y="102316"/>
                </a:lnTo>
                <a:lnTo>
                  <a:pt x="521960" y="102650"/>
                </a:lnTo>
                <a:lnTo>
                  <a:pt x="505976" y="88227"/>
                </a:lnTo>
                <a:lnTo>
                  <a:pt x="506389" y="88577"/>
                </a:lnTo>
                <a:lnTo>
                  <a:pt x="489697" y="75238"/>
                </a:lnTo>
                <a:lnTo>
                  <a:pt x="490176" y="75596"/>
                </a:lnTo>
                <a:lnTo>
                  <a:pt x="487825" y="73960"/>
                </a:lnTo>
                <a:lnTo>
                  <a:pt x="498151" y="59124"/>
                </a:lnTo>
                <a:moveTo>
                  <a:pt x="588382" y="150841"/>
                </a:moveTo>
                <a:lnTo>
                  <a:pt x="593375" y="157049"/>
                </a:lnTo>
                <a:lnTo>
                  <a:pt x="620130" y="194632"/>
                </a:lnTo>
                <a:lnTo>
                  <a:pt x="630600" y="210582"/>
                </a:lnTo>
                <a:lnTo>
                  <a:pt x="615487" y="220502"/>
                </a:lnTo>
                <a:lnTo>
                  <a:pt x="605111" y="204694"/>
                </a:lnTo>
                <a:lnTo>
                  <a:pt x="605304" y="204976"/>
                </a:lnTo>
                <a:lnTo>
                  <a:pt x="578803" y="167748"/>
                </a:lnTo>
                <a:lnTo>
                  <a:pt x="579124" y="168172"/>
                </a:lnTo>
                <a:lnTo>
                  <a:pt x="574296" y="162172"/>
                </a:lnTo>
                <a:lnTo>
                  <a:pt x="588382" y="150841"/>
                </a:lnTo>
                <a:moveTo>
                  <a:pt x="660033" y="256324"/>
                </a:moveTo>
                <a:lnTo>
                  <a:pt x="661199" y="258176"/>
                </a:lnTo>
                <a:lnTo>
                  <a:pt x="645908" y="267815"/>
                </a:lnTo>
                <a:lnTo>
                  <a:pt x="644741" y="265963"/>
                </a:lnTo>
                <a:lnTo>
                  <a:pt x="660033" y="256324"/>
                </a:lnTo>
                <a:moveTo>
                  <a:pt x="659712" y="179025"/>
                </a:moveTo>
                <a:lnTo>
                  <a:pt x="663119" y="278170"/>
                </a:lnTo>
                <a:lnTo>
                  <a:pt x="575139" y="232333"/>
                </a:lnTo>
                <a:cubicBezTo>
                  <a:pt x="570713" y="230027"/>
                  <a:pt x="568994" y="224568"/>
                  <a:pt x="571299" y="220142"/>
                </a:cubicBezTo>
                <a:cubicBezTo>
                  <a:pt x="573606" y="215715"/>
                  <a:pt x="579066" y="213996"/>
                  <a:pt x="583491" y="216302"/>
                </a:cubicBezTo>
                <a:lnTo>
                  <a:pt x="657730" y="254980"/>
                </a:lnTo>
                <a:lnTo>
                  <a:pt x="644520" y="263305"/>
                </a:lnTo>
                <a:lnTo>
                  <a:pt x="641646" y="179646"/>
                </a:lnTo>
                <a:cubicBezTo>
                  <a:pt x="641476" y="174657"/>
                  <a:pt x="645380" y="170474"/>
                  <a:pt x="650368" y="170302"/>
                </a:cubicBezTo>
                <a:cubicBezTo>
                  <a:pt x="655359" y="170131"/>
                  <a:pt x="659541" y="174036"/>
                  <a:pt x="659712" y="17902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df-path-41">
            <a:extLst xmlns:a="http://schemas.openxmlformats.org/drawingml/2006/main">
              <a:ext uri="{FF2B5EF4-FFF2-40B4-BE49-F238E27FC236}">
                <a16:creationId xmlns:a16="http://schemas.microsoft.com/office/drawing/2014/main" id="{DF8C1DA7-7CDD-43BE-881C-FA9803E4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294" y="3283376"/>
            <a:ext cx="1503969" cy="410174"/>
          </a:xfrm>
          <a:custGeom xmlns:a="http://schemas.openxmlformats.org/drawingml/2006/main">
            <a:pathLst>
              <a:path w="1503969" h="410174">
                <a:moveTo>
                  <a:pt x="0" y="0"/>
                </a:moveTo>
                <a:lnTo>
                  <a:pt x="1503969" y="0"/>
                </a:lnTo>
                <a:lnTo>
                  <a:pt x="1503969" y="410174"/>
                </a:lnTo>
                <a:lnTo>
                  <a:pt x="0" y="410174"/>
                </a:lnTo>
                <a:close/>
              </a:path>
            </a:pathLst>
          </a:custGeom>
          <a:solidFill xmlns:a="http://schemas.openxmlformats.org/drawingml/2006/main">
            <a:srgbClr val="F98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D9D7B7E7-F44E-479A-AF15-E5FA69A2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997" y="3360844"/>
            <a:ext cx="1188511" cy="28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77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77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77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Discovery</a:t>
            </a:r>
          </a:p>
        </p:txBody>
      </p:sp>
      <p:sp>
        <p:nvSpPr>
          <p:cNvPr id="33" name="pdf-path-45">
            <a:extLst xmlns:a="http://schemas.openxmlformats.org/drawingml/2006/main">
              <a:ext uri="{FF2B5EF4-FFF2-40B4-BE49-F238E27FC236}">
                <a16:creationId xmlns:a16="http://schemas.microsoft.com/office/drawing/2014/main" id="{FD76D01F-1886-4802-9B95-0F528B83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220" y="1976606"/>
            <a:ext cx="54229" cy="280115"/>
          </a:xfrm>
          <a:custGeom xmlns:a="http://schemas.openxmlformats.org/drawingml/2006/main">
            <a:pathLst>
              <a:path w="54229" h="280115">
                <a:moveTo>
                  <a:pt x="54229" y="280115"/>
                </a:moveTo>
                <a:lnTo>
                  <a:pt x="54229" y="67787"/>
                </a:lnTo>
                <a:lnTo>
                  <a:pt x="27115" y="67787"/>
                </a:lnTo>
                <a:lnTo>
                  <a:pt x="27115" y="280115"/>
                </a:lnTo>
                <a:lnTo>
                  <a:pt x="54229" y="280115"/>
                </a:lnTo>
                <a:moveTo>
                  <a:pt x="81344" y="81344"/>
                </a:moveTo>
                <a:lnTo>
                  <a:pt x="40672" y="0"/>
                </a:lnTo>
                <a:lnTo>
                  <a:pt x="0" y="81344"/>
                </a:lnTo>
                <a:lnTo>
                  <a:pt x="81344" y="8134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path-46">
            <a:extLst xmlns:a="http://schemas.openxmlformats.org/drawingml/2006/main">
              <a:ext uri="{FF2B5EF4-FFF2-40B4-BE49-F238E27FC236}">
                <a16:creationId xmlns:a16="http://schemas.microsoft.com/office/drawing/2014/main" id="{CCF1130F-6EB3-44D6-97BA-5A740F9A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528" y="1897727"/>
            <a:ext cx="54229" cy="341603"/>
          </a:xfrm>
          <a:custGeom xmlns:a="http://schemas.openxmlformats.org/drawingml/2006/main">
            <a:pathLst>
              <a:path w="54229" h="341603">
                <a:moveTo>
                  <a:pt x="54228" y="341603"/>
                </a:moveTo>
                <a:lnTo>
                  <a:pt x="54229" y="67787"/>
                </a:lnTo>
                <a:lnTo>
                  <a:pt x="27115" y="67787"/>
                </a:lnTo>
                <a:lnTo>
                  <a:pt x="27113" y="341603"/>
                </a:lnTo>
                <a:lnTo>
                  <a:pt x="54228" y="341603"/>
                </a:lnTo>
                <a:moveTo>
                  <a:pt x="81345" y="81344"/>
                </a:moveTo>
                <a:lnTo>
                  <a:pt x="40672" y="0"/>
                </a:lnTo>
                <a:lnTo>
                  <a:pt x="0" y="81344"/>
                </a:lnTo>
                <a:lnTo>
                  <a:pt x="81345" y="8134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df-path-47">
            <a:extLst xmlns:a="http://schemas.openxmlformats.org/drawingml/2006/main">
              <a:ext uri="{FF2B5EF4-FFF2-40B4-BE49-F238E27FC236}">
                <a16:creationId xmlns:a16="http://schemas.microsoft.com/office/drawing/2014/main" id="{2FB4DA1A-42DA-445C-94BA-A8E946D0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733" y="2250054"/>
            <a:ext cx="1786506" cy="95"/>
          </a:xfrm>
          <a:custGeom xmlns:a="http://schemas.openxmlformats.org/drawingml/2006/main">
            <a:pathLst>
              <a:path w="1786506" h="95">
                <a:moveTo>
                  <a:pt x="0" y="1"/>
                </a:moveTo>
                <a:lnTo>
                  <a:pt x="17865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15">
            <a:solidFill>
              <a:srgbClr val="000000"/>
            </a:solidFill>
            <a:prstDash val="solid"/>
          </a:ln>
        </p:spPr>
      </p:sp>
      <p:sp>
        <p:nvSpPr>
          <p:cNvPr id="36" name="pdf-path-48">
            <a:extLst xmlns:a="http://schemas.openxmlformats.org/drawingml/2006/main">
              <a:ext uri="{FF2B5EF4-FFF2-40B4-BE49-F238E27FC236}">
                <a16:creationId xmlns:a16="http://schemas.microsoft.com/office/drawing/2014/main" id="{118E2B1D-E1B2-4F4A-8E98-56072487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117" y="2102814"/>
            <a:ext cx="95" cy="200887"/>
          </a:xfrm>
          <a:custGeom xmlns:a="http://schemas.openxmlformats.org/drawingml/2006/main">
            <a:pathLst>
              <a:path w="95" h="200887">
                <a:moveTo>
                  <a:pt x="0" y="0"/>
                </a:moveTo>
                <a:lnTo>
                  <a:pt x="1" y="200887"/>
                </a:lnTo>
              </a:path>
            </a:pathLst>
          </a:custGeom>
          <a:noFill xmlns:a="http://schemas.openxmlformats.org/drawingml/2006/main"/>
          <a:ln xmlns:a="http://schemas.openxmlformats.org/drawingml/2006/main" w="27115">
            <a:solidFill>
              <a:srgbClr val="000000"/>
            </a:solidFill>
            <a:prstDash val="solid"/>
          </a:ln>
        </p:spPr>
      </p:sp>
      <p:sp>
        <p:nvSpPr>
          <p:cNvPr id="37" name="pdf-path-49">
            <a:extLst xmlns:a="http://schemas.openxmlformats.org/drawingml/2006/main">
              <a:ext uri="{FF2B5EF4-FFF2-40B4-BE49-F238E27FC236}">
                <a16:creationId xmlns:a16="http://schemas.microsoft.com/office/drawing/2014/main" id="{BD35D704-E14D-4420-8226-D2E1FFD3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970" y="2118589"/>
            <a:ext cx="209530" cy="95"/>
          </a:xfrm>
          <a:custGeom xmlns:a="http://schemas.openxmlformats.org/drawingml/2006/main">
            <a:pathLst>
              <a:path w="209530" h="95">
                <a:moveTo>
                  <a:pt x="0" y="0"/>
                </a:moveTo>
                <a:lnTo>
                  <a:pt x="209530" y="1"/>
                </a:lnTo>
              </a:path>
            </a:pathLst>
          </a:custGeom>
          <a:noFill xmlns:a="http://schemas.openxmlformats.org/drawingml/2006/main"/>
          <a:ln xmlns:a="http://schemas.openxmlformats.org/drawingml/2006/main" w="27115">
            <a:solidFill>
              <a:srgbClr val="000000"/>
            </a:solidFill>
            <a:prstDash val="solid"/>
          </a:ln>
        </p:spPr>
      </p:sp>
      <p:sp>
        <p:nvSpPr>
          <p:cNvPr id="38" name="pdf-path-50">
            <a:extLst xmlns:a="http://schemas.openxmlformats.org/drawingml/2006/main">
              <a:ext uri="{FF2B5EF4-FFF2-40B4-BE49-F238E27FC236}">
                <a16:creationId xmlns:a16="http://schemas.microsoft.com/office/drawing/2014/main" id="{BB53597C-7B71-447F-A5EC-F28573E4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9425" y="2289495"/>
            <a:ext cx="414541" cy="95"/>
          </a:xfrm>
          <a:custGeom xmlns:a="http://schemas.openxmlformats.org/drawingml/2006/main">
            <a:pathLst>
              <a:path w="414541" h="95">
                <a:moveTo>
                  <a:pt x="0" y="0"/>
                </a:moveTo>
                <a:lnTo>
                  <a:pt x="414541" y="1"/>
                </a:lnTo>
              </a:path>
            </a:pathLst>
          </a:custGeom>
          <a:noFill xmlns:a="http://schemas.openxmlformats.org/drawingml/2006/main"/>
          <a:ln xmlns:a="http://schemas.openxmlformats.org/drawingml/2006/main" w="27115">
            <a:solidFill>
              <a:srgbClr val="000000"/>
            </a:solidFill>
            <a:prstDash val="solid"/>
          </a:ln>
        </p:spPr>
      </p:sp>
      <p:sp>
        <p:nvSpPr>
          <p:cNvPr id="39" name="pdf-path-51">
            <a:extLst xmlns:a="http://schemas.openxmlformats.org/drawingml/2006/main">
              <a:ext uri="{FF2B5EF4-FFF2-40B4-BE49-F238E27FC236}">
                <a16:creationId xmlns:a16="http://schemas.microsoft.com/office/drawing/2014/main" id="{21E1C04A-152D-4B18-9521-D275D3E0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575" y="2102814"/>
            <a:ext cx="95" cy="200887"/>
          </a:xfrm>
          <a:custGeom xmlns:a="http://schemas.openxmlformats.org/drawingml/2006/main">
            <a:pathLst>
              <a:path w="95" h="200887">
                <a:moveTo>
                  <a:pt x="0" y="0"/>
                </a:moveTo>
                <a:lnTo>
                  <a:pt x="1" y="200887"/>
                </a:lnTo>
              </a:path>
            </a:pathLst>
          </a:custGeom>
          <a:noFill xmlns:a="http://schemas.openxmlformats.org/drawingml/2006/main"/>
          <a:ln xmlns:a="http://schemas.openxmlformats.org/drawingml/2006/main" w="27115">
            <a:solidFill>
              <a:srgbClr val="000000"/>
            </a:solidFill>
            <a:prstDash val="solid"/>
          </a:ln>
        </p:spPr>
      </p:sp>
      <p:sp>
        <p:nvSpPr>
          <p:cNvPr id="40" name="pdf-path-52">
            <a:extLst xmlns:a="http://schemas.openxmlformats.org/drawingml/2006/main">
              <a:ext uri="{FF2B5EF4-FFF2-40B4-BE49-F238E27FC236}">
                <a16:creationId xmlns:a16="http://schemas.microsoft.com/office/drawing/2014/main" id="{D0B5EFA3-E29E-404C-B1A0-241F7794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144" y="2907384"/>
            <a:ext cx="5200537" cy="605"/>
          </a:xfrm>
          <a:custGeom xmlns:a="http://schemas.openxmlformats.org/drawingml/2006/main">
            <a:pathLst>
              <a:path w="5200537" h="605">
                <a:moveTo>
                  <a:pt x="0" y="605"/>
                </a:moveTo>
                <a:lnTo>
                  <a:pt x="52005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15">
            <a:solidFill>
              <a:srgbClr val="000000"/>
            </a:solidFill>
            <a:prstDash val="solid"/>
          </a:ln>
        </p:spPr>
      </p:sp>
      <p:sp>
        <p:nvSpPr>
          <p:cNvPr id="41" name="pdf-path-53">
            <a:extLst xmlns:a="http://schemas.openxmlformats.org/drawingml/2006/main">
              <a:ext uri="{FF2B5EF4-FFF2-40B4-BE49-F238E27FC236}">
                <a16:creationId xmlns:a16="http://schemas.microsoft.com/office/drawing/2014/main" id="{AA955742-EC4F-4DAC-A071-647A59C6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772" y="732940"/>
            <a:ext cx="95" cy="2176017"/>
          </a:xfrm>
          <a:custGeom xmlns:a="http://schemas.openxmlformats.org/drawingml/2006/main">
            <a:pathLst>
              <a:path w="95" h="2176017">
                <a:moveTo>
                  <a:pt x="1" y="21760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15">
            <a:solidFill>
              <a:srgbClr val="000000"/>
            </a:solidFill>
            <a:prstDash val="solid"/>
          </a:ln>
        </p:spPr>
      </p:sp>
      <p:sp>
        <p:nvSpPr>
          <p:cNvPr id="42" name="pdf-path-54">
            <a:extLst xmlns:a="http://schemas.openxmlformats.org/drawingml/2006/main">
              <a:ext uri="{FF2B5EF4-FFF2-40B4-BE49-F238E27FC236}">
                <a16:creationId xmlns:a16="http://schemas.microsoft.com/office/drawing/2014/main" id="{4B94D0CE-383F-42C7-8DA7-CCCD1DF6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727271"/>
            <a:ext cx="409925" cy="54229"/>
          </a:xfrm>
          <a:custGeom xmlns:a="http://schemas.openxmlformats.org/drawingml/2006/main">
            <a:pathLst>
              <a:path w="409925" h="54229">
                <a:moveTo>
                  <a:pt x="0" y="0"/>
                </a:moveTo>
                <a:lnTo>
                  <a:pt x="342137" y="0"/>
                </a:lnTo>
                <a:lnTo>
                  <a:pt x="342137" y="27115"/>
                </a:lnTo>
                <a:lnTo>
                  <a:pt x="0" y="27115"/>
                </a:lnTo>
                <a:close/>
                <a:moveTo>
                  <a:pt x="328582" y="-27115"/>
                </a:moveTo>
                <a:lnTo>
                  <a:pt x="409925" y="13557"/>
                </a:lnTo>
                <a:lnTo>
                  <a:pt x="328580" y="54229"/>
                </a:lnTo>
                <a:lnTo>
                  <a:pt x="328582" y="-271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df-path-55">
            <a:extLst xmlns:a="http://schemas.openxmlformats.org/drawingml/2006/main">
              <a:ext uri="{FF2B5EF4-FFF2-40B4-BE49-F238E27FC236}">
                <a16:creationId xmlns:a16="http://schemas.microsoft.com/office/drawing/2014/main" id="{3CA73939-7CC9-4A06-9DC4-8FEDD0D2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0300" y="2002899"/>
            <a:ext cx="95" cy="915499"/>
          </a:xfrm>
          <a:custGeom xmlns:a="http://schemas.openxmlformats.org/drawingml/2006/main">
            <a:pathLst>
              <a:path w="95" h="915499">
                <a:moveTo>
                  <a:pt x="0" y="915499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15">
            <a:solidFill>
              <a:srgbClr val="000000"/>
            </a:solidFill>
            <a:prstDash val="solid"/>
          </a:ln>
        </p:spPr>
      </p:sp>
      <p:sp>
        <p:nvSpPr>
          <p:cNvPr id="44" name="pdf-path-56">
            <a:extLst xmlns:a="http://schemas.openxmlformats.org/drawingml/2006/main">
              <a:ext uri="{FF2B5EF4-FFF2-40B4-BE49-F238E27FC236}">
                <a16:creationId xmlns:a16="http://schemas.microsoft.com/office/drawing/2014/main" id="{4AF9B4D5-9ED2-4107-9A1B-A012B7D6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99" y="717164"/>
            <a:ext cx="54229" cy="427005"/>
          </a:xfrm>
          <a:custGeom xmlns:a="http://schemas.openxmlformats.org/drawingml/2006/main">
            <a:pathLst>
              <a:path w="54229" h="427005">
                <a:moveTo>
                  <a:pt x="54227" y="0"/>
                </a:moveTo>
                <a:lnTo>
                  <a:pt x="54229" y="359218"/>
                </a:lnTo>
                <a:lnTo>
                  <a:pt x="27115" y="359218"/>
                </a:lnTo>
                <a:lnTo>
                  <a:pt x="27112" y="0"/>
                </a:lnTo>
                <a:lnTo>
                  <a:pt x="54227" y="0"/>
                </a:lnTo>
                <a:moveTo>
                  <a:pt x="81344" y="345661"/>
                </a:moveTo>
                <a:lnTo>
                  <a:pt x="40672" y="427005"/>
                </a:lnTo>
                <a:lnTo>
                  <a:pt x="0" y="345661"/>
                </a:lnTo>
                <a:lnTo>
                  <a:pt x="81344" y="34566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57">
            <a:extLst xmlns:a="http://schemas.openxmlformats.org/drawingml/2006/main">
              <a:ext uri="{FF2B5EF4-FFF2-40B4-BE49-F238E27FC236}">
                <a16:creationId xmlns:a16="http://schemas.microsoft.com/office/drawing/2014/main" id="{27AEE5E2-B23B-45F4-BA05-659EB888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136" y="722422"/>
            <a:ext cx="427005" cy="95"/>
          </a:xfrm>
          <a:custGeom xmlns:a="http://schemas.openxmlformats.org/drawingml/2006/main">
            <a:pathLst>
              <a:path w="427005" h="95">
                <a:moveTo>
                  <a:pt x="0" y="0"/>
                </a:moveTo>
                <a:lnTo>
                  <a:pt x="427005" y="1"/>
                </a:lnTo>
              </a:path>
            </a:pathLst>
          </a:custGeom>
          <a:noFill xmlns:a="http://schemas.openxmlformats.org/drawingml/2006/main"/>
          <a:ln xmlns:a="http://schemas.openxmlformats.org/drawingml/2006/main" w="27115">
            <a:solidFill>
              <a:srgbClr val="000000"/>
            </a:solidFill>
            <a:prstDash val="solid"/>
          </a:ln>
        </p:spPr>
      </p:sp>
      <p:sp>
        <p:nvSpPr>
          <p:cNvPr id="46" name="pdf-path-60">
            <a:extLst xmlns:a="http://schemas.openxmlformats.org/drawingml/2006/main">
              <a:ext uri="{FF2B5EF4-FFF2-40B4-BE49-F238E27FC236}">
                <a16:creationId xmlns:a16="http://schemas.microsoft.com/office/drawing/2014/main" id="{56DDE639-D4D4-46B0-85E8-B4BF0740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020" y="4043248"/>
            <a:ext cx="1781252" cy="2684"/>
          </a:xfrm>
          <a:custGeom xmlns:a="http://schemas.openxmlformats.org/drawingml/2006/main">
            <a:pathLst>
              <a:path w="1781252" h="2684">
                <a:moveTo>
                  <a:pt x="0" y="0"/>
                </a:moveTo>
                <a:lnTo>
                  <a:pt x="1781252" y="2684"/>
                </a:lnTo>
              </a:path>
            </a:pathLst>
          </a:custGeom>
          <a:noFill xmlns:a="http://schemas.openxmlformats.org/drawingml/2006/main"/>
          <a:ln xmlns:a="http://schemas.openxmlformats.org/drawingml/2006/main" w="27115">
            <a:solidFill>
              <a:srgbClr val="000000"/>
            </a:solidFill>
            <a:prstDash val="solid"/>
          </a:ln>
        </p:spPr>
      </p:sp>
      <p:sp>
        <p:nvSpPr>
          <p:cNvPr id="47" name="pdf-path-63">
            <a:extLst xmlns:a="http://schemas.openxmlformats.org/drawingml/2006/main">
              <a:ext uri="{FF2B5EF4-FFF2-40B4-BE49-F238E27FC236}">
                <a16:creationId xmlns:a16="http://schemas.microsoft.com/office/drawing/2014/main" id="{AA7044A0-5909-40A9-8429-29306A06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668" y="5339501"/>
            <a:ext cx="54229" cy="854499"/>
          </a:xfrm>
          <a:custGeom xmlns:a="http://schemas.openxmlformats.org/drawingml/2006/main">
            <a:pathLst>
              <a:path w="54229" h="854499">
                <a:moveTo>
                  <a:pt x="54229" y="854499"/>
                </a:moveTo>
                <a:lnTo>
                  <a:pt x="54229" y="67787"/>
                </a:lnTo>
                <a:lnTo>
                  <a:pt x="27115" y="67787"/>
                </a:lnTo>
                <a:lnTo>
                  <a:pt x="27113" y="854499"/>
                </a:lnTo>
                <a:lnTo>
                  <a:pt x="54229" y="854499"/>
                </a:lnTo>
                <a:moveTo>
                  <a:pt x="81344" y="81344"/>
                </a:moveTo>
                <a:lnTo>
                  <a:pt x="40672" y="0"/>
                </a:lnTo>
                <a:lnTo>
                  <a:pt x="0" y="81344"/>
                </a:lnTo>
                <a:lnTo>
                  <a:pt x="81344" y="8134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df-path-64">
            <a:extLst xmlns:a="http://schemas.openxmlformats.org/drawingml/2006/main">
              <a:ext uri="{FF2B5EF4-FFF2-40B4-BE49-F238E27FC236}">
                <a16:creationId xmlns:a16="http://schemas.microsoft.com/office/drawing/2014/main" id="{3CB97524-00B8-48F3-A9C9-ECB9C4EB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537" y="4032732"/>
            <a:ext cx="95" cy="321108"/>
          </a:xfrm>
          <a:custGeom xmlns:a="http://schemas.openxmlformats.org/drawingml/2006/main">
            <a:pathLst>
              <a:path w="95" h="321108">
                <a:moveTo>
                  <a:pt x="1" y="3211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15">
            <a:solidFill>
              <a:srgbClr val="000000"/>
            </a:solidFill>
            <a:prstDash val="solid"/>
          </a:ln>
        </p:spPr>
      </p:sp>
      <p:sp>
        <p:nvSpPr>
          <p:cNvPr id="49" name="pdf-path-67">
            <a:extLst xmlns:a="http://schemas.openxmlformats.org/drawingml/2006/main">
              <a:ext uri="{FF2B5EF4-FFF2-40B4-BE49-F238E27FC236}">
                <a16:creationId xmlns:a16="http://schemas.microsoft.com/office/drawing/2014/main" id="{0CE737ED-E6FC-4021-B911-81DE8F1A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2255" y="5336871"/>
            <a:ext cx="54229" cy="280115"/>
          </a:xfrm>
          <a:custGeom xmlns:a="http://schemas.openxmlformats.org/drawingml/2006/main">
            <a:pathLst>
              <a:path w="54229" h="280115">
                <a:moveTo>
                  <a:pt x="54228" y="280115"/>
                </a:moveTo>
                <a:lnTo>
                  <a:pt x="54229" y="67787"/>
                </a:lnTo>
                <a:lnTo>
                  <a:pt x="27115" y="67787"/>
                </a:lnTo>
                <a:lnTo>
                  <a:pt x="27113" y="280115"/>
                </a:lnTo>
                <a:lnTo>
                  <a:pt x="54228" y="280115"/>
                </a:lnTo>
                <a:moveTo>
                  <a:pt x="81345" y="81345"/>
                </a:moveTo>
                <a:lnTo>
                  <a:pt x="40672" y="0"/>
                </a:lnTo>
                <a:lnTo>
                  <a:pt x="0" y="81344"/>
                </a:lnTo>
                <a:lnTo>
                  <a:pt x="81345" y="813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path-68">
            <a:extLst xmlns:a="http://schemas.openxmlformats.org/drawingml/2006/main">
              <a:ext uri="{FF2B5EF4-FFF2-40B4-BE49-F238E27FC236}">
                <a16:creationId xmlns:a16="http://schemas.microsoft.com/office/drawing/2014/main" id="{CA905F01-15A2-4CDD-90BE-A5CA3304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318" y="5618207"/>
            <a:ext cx="1754331" cy="95"/>
          </a:xfrm>
          <a:custGeom xmlns:a="http://schemas.openxmlformats.org/drawingml/2006/main">
            <a:pathLst>
              <a:path w="1754331" h="95">
                <a:moveTo>
                  <a:pt x="0" y="1"/>
                </a:moveTo>
                <a:lnTo>
                  <a:pt x="1754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15">
            <a:solidFill>
              <a:srgbClr val="000000"/>
            </a:solidFill>
            <a:prstDash val="solid"/>
          </a:ln>
        </p:spPr>
      </p:sp>
      <p:sp>
        <p:nvSpPr>
          <p:cNvPr id="51" name="pdf-path-69">
            <a:extLst xmlns:a="http://schemas.openxmlformats.org/drawingml/2006/main">
              <a:ext uri="{FF2B5EF4-FFF2-40B4-BE49-F238E27FC236}">
                <a16:creationId xmlns:a16="http://schemas.microsoft.com/office/drawing/2014/main" id="{2B54E45C-50FA-4BA0-9DE4-EF0948E2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660" y="6194028"/>
            <a:ext cx="5300694" cy="95"/>
          </a:xfrm>
          <a:custGeom xmlns:a="http://schemas.openxmlformats.org/drawingml/2006/main">
            <a:pathLst>
              <a:path w="5300694" h="95">
                <a:moveTo>
                  <a:pt x="0" y="0"/>
                </a:moveTo>
                <a:lnTo>
                  <a:pt x="5300694" y="1"/>
                </a:lnTo>
              </a:path>
            </a:pathLst>
          </a:custGeom>
          <a:noFill xmlns:a="http://schemas.openxmlformats.org/drawingml/2006/main"/>
          <a:ln xmlns:a="http://schemas.openxmlformats.org/drawingml/2006/main" w="27115">
            <a:solidFill>
              <a:srgbClr val="000000"/>
            </a:solidFill>
            <a:prstDash val="solid"/>
          </a:ln>
        </p:spPr>
      </p:sp>
      <p:sp>
        <p:nvSpPr>
          <p:cNvPr id="52" name="pdf-path-70">
            <a:extLst xmlns:a="http://schemas.openxmlformats.org/drawingml/2006/main">
              <a:ext uri="{FF2B5EF4-FFF2-40B4-BE49-F238E27FC236}">
                <a16:creationId xmlns:a16="http://schemas.microsoft.com/office/drawing/2014/main" id="{F69DB6A5-2AC7-4A41-9F8A-AADEF372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178" y="4101094"/>
            <a:ext cx="95" cy="2094033"/>
          </a:xfrm>
          <a:custGeom xmlns:a="http://schemas.openxmlformats.org/drawingml/2006/main">
            <a:pathLst>
              <a:path w="95" h="2094033">
                <a:moveTo>
                  <a:pt x="0" y="2094033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15">
            <a:solidFill>
              <a:srgbClr val="000000"/>
            </a:solidFill>
            <a:prstDash val="solid"/>
          </a:ln>
        </p:spPr>
      </p:sp>
      <p:sp>
        <p:nvSpPr>
          <p:cNvPr id="53" name="pdf-path-71">
            <a:extLst xmlns:a="http://schemas.openxmlformats.org/drawingml/2006/main">
              <a:ext uri="{FF2B5EF4-FFF2-40B4-BE49-F238E27FC236}">
                <a16:creationId xmlns:a16="http://schemas.microsoft.com/office/drawing/2014/main" id="{DB17418B-030A-4F5A-BC96-29BFF63E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660" y="4095423"/>
            <a:ext cx="443488" cy="54230"/>
          </a:xfrm>
          <a:custGeom xmlns:a="http://schemas.openxmlformats.org/drawingml/2006/main">
            <a:pathLst>
              <a:path w="443488" h="54230">
                <a:moveTo>
                  <a:pt x="0" y="0"/>
                </a:moveTo>
                <a:lnTo>
                  <a:pt x="375700" y="1"/>
                </a:lnTo>
                <a:lnTo>
                  <a:pt x="375700" y="27116"/>
                </a:lnTo>
                <a:lnTo>
                  <a:pt x="0" y="27115"/>
                </a:lnTo>
                <a:lnTo>
                  <a:pt x="0" y="0"/>
                </a:lnTo>
                <a:moveTo>
                  <a:pt x="362143" y="-27113"/>
                </a:moveTo>
                <a:lnTo>
                  <a:pt x="443488" y="13558"/>
                </a:lnTo>
                <a:lnTo>
                  <a:pt x="362143" y="54230"/>
                </a:lnTo>
                <a:lnTo>
                  <a:pt x="362143" y="-271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df-path-72">
            <a:extLst xmlns:a="http://schemas.openxmlformats.org/drawingml/2006/main">
              <a:ext uri="{FF2B5EF4-FFF2-40B4-BE49-F238E27FC236}">
                <a16:creationId xmlns:a16="http://schemas.microsoft.com/office/drawing/2014/main" id="{FEBA9BD1-2704-44F3-81A8-DC57237D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8654" y="4090576"/>
            <a:ext cx="427005" cy="95"/>
          </a:xfrm>
          <a:custGeom xmlns:a="http://schemas.openxmlformats.org/drawingml/2006/main">
            <a:pathLst>
              <a:path w="427005" h="95">
                <a:moveTo>
                  <a:pt x="0" y="0"/>
                </a:moveTo>
                <a:lnTo>
                  <a:pt x="427005" y="1"/>
                </a:lnTo>
              </a:path>
            </a:pathLst>
          </a:custGeom>
          <a:noFill xmlns:a="http://schemas.openxmlformats.org/drawingml/2006/main"/>
          <a:ln xmlns:a="http://schemas.openxmlformats.org/drawingml/2006/main" w="27115">
            <a:solidFill>
              <a:srgbClr val="000000"/>
            </a:solidFill>
            <a:prstDash val="solid"/>
          </a:ln>
        </p:spPr>
      </p:sp>
      <p:sp>
        <p:nvSpPr>
          <p:cNvPr id="55" name="pdf-path-73">
            <a:extLst xmlns:a="http://schemas.openxmlformats.org/drawingml/2006/main">
              <a:ext uri="{FF2B5EF4-FFF2-40B4-BE49-F238E27FC236}">
                <a16:creationId xmlns:a16="http://schemas.microsoft.com/office/drawing/2014/main" id="{5EFD0A12-BB80-4F5A-8A21-F4BFD96D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87" y="101904"/>
            <a:ext cx="1503969" cy="407544"/>
          </a:xfrm>
          <a:custGeom xmlns:a="http://schemas.openxmlformats.org/drawingml/2006/main">
            <a:pathLst>
              <a:path w="1503969" h="407544">
                <a:moveTo>
                  <a:pt x="0" y="0"/>
                </a:moveTo>
                <a:lnTo>
                  <a:pt x="1503969" y="0"/>
                </a:lnTo>
                <a:lnTo>
                  <a:pt x="1503969" y="407544"/>
                </a:lnTo>
                <a:lnTo>
                  <a:pt x="0" y="407544"/>
                </a:lnTo>
                <a:close/>
              </a:path>
            </a:pathLst>
          </a:custGeom>
          <a:solidFill xmlns:a="http://schemas.openxmlformats.org/drawingml/2006/main">
            <a:srgbClr val="6C8E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7F97708A-020D-422D-856C-06D3689C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80" y="176744"/>
            <a:ext cx="1283377" cy="28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77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77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77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Pretraining</a:t>
            </a:r>
          </a:p>
        </p:txBody>
      </p:sp>
      <p:sp>
        <p:nvSpPr>
          <p:cNvPr id="57" name="pdf-path-75">
            <a:extLst xmlns:a="http://schemas.openxmlformats.org/drawingml/2006/main">
              <a:ext uri="{FF2B5EF4-FFF2-40B4-BE49-F238E27FC236}">
                <a16:creationId xmlns:a16="http://schemas.microsoft.com/office/drawing/2014/main" id="{965BD0C3-4601-4ACB-A01E-1DE9BEDE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35" y="4168142"/>
            <a:ext cx="1666987" cy="1661726"/>
          </a:xfrm>
          <a:custGeom xmlns:a="http://schemas.openxmlformats.org/drawingml/2006/main">
            <a:pathLst>
              <a:path w="1666987" h="1661726">
                <a:moveTo>
                  <a:pt x="0" y="830863"/>
                </a:moveTo>
                <a:cubicBezTo>
                  <a:pt x="0" y="371990"/>
                  <a:pt x="373167" y="0"/>
                  <a:pt x="833493" y="0"/>
                </a:cubicBezTo>
                <a:cubicBezTo>
                  <a:pt x="1293818" y="0"/>
                  <a:pt x="1666987" y="371990"/>
                  <a:pt x="1666987" y="830863"/>
                </a:cubicBezTo>
                <a:cubicBezTo>
                  <a:pt x="1666987" y="1289736"/>
                  <a:pt x="1293818" y="1661726"/>
                  <a:pt x="833493" y="1661726"/>
                </a:cubicBezTo>
                <a:cubicBezTo>
                  <a:pt x="373167" y="1661726"/>
                  <a:pt x="0" y="1289736"/>
                  <a:pt x="0" y="830863"/>
                </a:cubicBezTo>
              </a:path>
            </a:pathLst>
          </a:custGeom>
          <a:solidFill xmlns:a="http://schemas.openxmlformats.org/drawingml/2006/main">
            <a:srgbClr val="C9F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df-path-76">
            <a:extLst xmlns:a="http://schemas.openxmlformats.org/drawingml/2006/main">
              <a:ext uri="{FF2B5EF4-FFF2-40B4-BE49-F238E27FC236}">
                <a16:creationId xmlns:a16="http://schemas.microsoft.com/office/drawing/2014/main" id="{6C7E2B21-1172-48A4-BE26-813A1518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535" y="4168142"/>
            <a:ext cx="1666986" cy="1661727"/>
          </a:xfrm>
          <a:custGeom xmlns:a="http://schemas.openxmlformats.org/drawingml/2006/main">
            <a:pathLst>
              <a:path w="1666986" h="1661727">
                <a:moveTo>
                  <a:pt x="0" y="830863"/>
                </a:moveTo>
                <a:cubicBezTo>
                  <a:pt x="0" y="371990"/>
                  <a:pt x="373167" y="0"/>
                  <a:pt x="833493" y="0"/>
                </a:cubicBezTo>
                <a:cubicBezTo>
                  <a:pt x="1293819" y="0"/>
                  <a:pt x="1666986" y="371990"/>
                  <a:pt x="1666986" y="830863"/>
                </a:cubicBezTo>
                <a:cubicBezTo>
                  <a:pt x="1666986" y="1289736"/>
                  <a:pt x="1293819" y="1661727"/>
                  <a:pt x="833493" y="1661727"/>
                </a:cubicBezTo>
                <a:cubicBezTo>
                  <a:pt x="373167" y="1661727"/>
                  <a:pt x="0" y="1289736"/>
                  <a:pt x="0" y="83086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59" name="pdf-path-77">
            <a:extLst xmlns:a="http://schemas.openxmlformats.org/drawingml/2006/main">
              <a:ext uri="{FF2B5EF4-FFF2-40B4-BE49-F238E27FC236}">
                <a16:creationId xmlns:a16="http://schemas.microsoft.com/office/drawing/2014/main" id="{DABA31B5-8C11-44CC-BAC0-48078FAF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56" y="2280292"/>
            <a:ext cx="1162158" cy="1109572"/>
          </a:xfrm>
          <a:custGeom xmlns:a="http://schemas.openxmlformats.org/drawingml/2006/main">
            <a:pathLst>
              <a:path w="1162158" h="1109572">
                <a:moveTo>
                  <a:pt x="0" y="184932"/>
                </a:moveTo>
                <a:cubicBezTo>
                  <a:pt x="0" y="82797"/>
                  <a:pt x="82797" y="0"/>
                  <a:pt x="184932" y="0"/>
                </a:cubicBezTo>
                <a:lnTo>
                  <a:pt x="977226" y="0"/>
                </a:lnTo>
                <a:cubicBezTo>
                  <a:pt x="1079360" y="0"/>
                  <a:pt x="1162158" y="82797"/>
                  <a:pt x="1162158" y="184932"/>
                </a:cubicBezTo>
                <a:lnTo>
                  <a:pt x="1162158" y="924639"/>
                </a:lnTo>
                <a:cubicBezTo>
                  <a:pt x="1162158" y="1026775"/>
                  <a:pt x="1079360" y="1109572"/>
                  <a:pt x="977226" y="1109572"/>
                </a:cubicBezTo>
                <a:lnTo>
                  <a:pt x="184932" y="1109572"/>
                </a:lnTo>
                <a:cubicBezTo>
                  <a:pt x="82797" y="1109572"/>
                  <a:pt x="0" y="1026775"/>
                  <a:pt x="0" y="924639"/>
                </a:cubicBezTo>
                <a:lnTo>
                  <a:pt x="0" y="184932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60" name="pdf-path-78">
            <a:extLst xmlns:a="http://schemas.openxmlformats.org/drawingml/2006/main">
              <a:ext uri="{FF2B5EF4-FFF2-40B4-BE49-F238E27FC236}">
                <a16:creationId xmlns:a16="http://schemas.microsoft.com/office/drawing/2014/main" id="{FBCEC0B4-AF32-4C1D-8401-A19741AA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52" y="2690466"/>
            <a:ext cx="163018" cy="165646"/>
          </a:xfrm>
          <a:custGeom xmlns:a="http://schemas.openxmlformats.org/drawingml/2006/main">
            <a:pathLst>
              <a:path w="163018" h="165646">
                <a:moveTo>
                  <a:pt x="0" y="82823"/>
                </a:moveTo>
                <a:cubicBezTo>
                  <a:pt x="0" y="37081"/>
                  <a:pt x="36492" y="0"/>
                  <a:pt x="81508" y="0"/>
                </a:cubicBezTo>
                <a:cubicBezTo>
                  <a:pt x="126525" y="0"/>
                  <a:pt x="163018" y="37081"/>
                  <a:pt x="163018" y="82823"/>
                </a:cubicBezTo>
                <a:cubicBezTo>
                  <a:pt x="163018" y="128565"/>
                  <a:pt x="126525" y="165646"/>
                  <a:pt x="81508" y="165646"/>
                </a:cubicBezTo>
                <a:cubicBezTo>
                  <a:pt x="36492" y="165646"/>
                  <a:pt x="0" y="128565"/>
                  <a:pt x="0" y="82823"/>
                </a:cubicBezTo>
              </a:path>
            </a:pathLst>
          </a:custGeom>
          <a:solidFill xmlns:a="http://schemas.openxmlformats.org/drawingml/2006/main">
            <a:srgbClr val="219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path-79">
            <a:extLst xmlns:a="http://schemas.openxmlformats.org/drawingml/2006/main">
              <a:ext uri="{FF2B5EF4-FFF2-40B4-BE49-F238E27FC236}">
                <a16:creationId xmlns:a16="http://schemas.microsoft.com/office/drawing/2014/main" id="{85840730-0222-4CD6-AD6F-34763F5F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52" y="2690466"/>
            <a:ext cx="163018" cy="165647"/>
          </a:xfrm>
          <a:custGeom xmlns:a="http://schemas.openxmlformats.org/drawingml/2006/main">
            <a:pathLst>
              <a:path w="163018" h="165647">
                <a:moveTo>
                  <a:pt x="0" y="82823"/>
                </a:moveTo>
                <a:cubicBezTo>
                  <a:pt x="0" y="37081"/>
                  <a:pt x="36493" y="0"/>
                  <a:pt x="81509" y="0"/>
                </a:cubicBezTo>
                <a:cubicBezTo>
                  <a:pt x="126525" y="0"/>
                  <a:pt x="163018" y="37081"/>
                  <a:pt x="163018" y="82823"/>
                </a:cubicBezTo>
                <a:cubicBezTo>
                  <a:pt x="163018" y="128565"/>
                  <a:pt x="126525" y="165647"/>
                  <a:pt x="81509" y="165647"/>
                </a:cubicBezTo>
                <a:cubicBezTo>
                  <a:pt x="36493" y="165647"/>
                  <a:pt x="0" y="128565"/>
                  <a:pt x="0" y="8282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62" name="pdf-path-80">
            <a:extLst xmlns:a="http://schemas.openxmlformats.org/drawingml/2006/main">
              <a:ext uri="{FF2B5EF4-FFF2-40B4-BE49-F238E27FC236}">
                <a16:creationId xmlns:a16="http://schemas.microsoft.com/office/drawing/2014/main" id="{8E62ED29-10B1-4F67-8119-B8FD3E37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52" y="2898182"/>
            <a:ext cx="163018" cy="168276"/>
          </a:xfrm>
          <a:custGeom xmlns:a="http://schemas.openxmlformats.org/drawingml/2006/main">
            <a:pathLst>
              <a:path w="163018" h="168276">
                <a:moveTo>
                  <a:pt x="0" y="84138"/>
                </a:moveTo>
                <a:cubicBezTo>
                  <a:pt x="0" y="37669"/>
                  <a:pt x="36492" y="0"/>
                  <a:pt x="81508" y="0"/>
                </a:cubicBezTo>
                <a:cubicBezTo>
                  <a:pt x="126525" y="0"/>
                  <a:pt x="163018" y="37669"/>
                  <a:pt x="163018" y="84138"/>
                </a:cubicBezTo>
                <a:cubicBezTo>
                  <a:pt x="163018" y="130605"/>
                  <a:pt x="126525" y="168276"/>
                  <a:pt x="81508" y="168276"/>
                </a:cubicBezTo>
                <a:cubicBezTo>
                  <a:pt x="36492" y="168276"/>
                  <a:pt x="0" y="130605"/>
                  <a:pt x="0" y="84138"/>
                </a:cubicBezTo>
              </a:path>
            </a:pathLst>
          </a:custGeom>
          <a:solidFill xmlns:a="http://schemas.openxmlformats.org/drawingml/2006/main">
            <a:srgbClr val="219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81">
            <a:extLst xmlns:a="http://schemas.openxmlformats.org/drawingml/2006/main">
              <a:ext uri="{FF2B5EF4-FFF2-40B4-BE49-F238E27FC236}">
                <a16:creationId xmlns:a16="http://schemas.microsoft.com/office/drawing/2014/main" id="{09D6A74B-7D8D-43E5-8AB2-28528648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52" y="2898182"/>
            <a:ext cx="163018" cy="168276"/>
          </a:xfrm>
          <a:custGeom xmlns:a="http://schemas.openxmlformats.org/drawingml/2006/main">
            <a:pathLst>
              <a:path w="163018" h="168276">
                <a:moveTo>
                  <a:pt x="0" y="84138"/>
                </a:moveTo>
                <a:cubicBezTo>
                  <a:pt x="0" y="37670"/>
                  <a:pt x="36493" y="0"/>
                  <a:pt x="81509" y="0"/>
                </a:cubicBezTo>
                <a:cubicBezTo>
                  <a:pt x="126525" y="0"/>
                  <a:pt x="163018" y="37670"/>
                  <a:pt x="163018" y="84138"/>
                </a:cubicBezTo>
                <a:cubicBezTo>
                  <a:pt x="163018" y="130606"/>
                  <a:pt x="126525" y="168276"/>
                  <a:pt x="81509" y="168276"/>
                </a:cubicBezTo>
                <a:cubicBezTo>
                  <a:pt x="36493" y="168276"/>
                  <a:pt x="0" y="130606"/>
                  <a:pt x="0" y="8413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64" name="pdf-path-82">
            <a:extLst xmlns:a="http://schemas.openxmlformats.org/drawingml/2006/main">
              <a:ext uri="{FF2B5EF4-FFF2-40B4-BE49-F238E27FC236}">
                <a16:creationId xmlns:a16="http://schemas.microsoft.com/office/drawing/2014/main" id="{29B25E91-38C3-427A-8B65-ED481014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52" y="3121673"/>
            <a:ext cx="163018" cy="165646"/>
          </a:xfrm>
          <a:custGeom xmlns:a="http://schemas.openxmlformats.org/drawingml/2006/main">
            <a:pathLst>
              <a:path w="163018" h="165646">
                <a:moveTo>
                  <a:pt x="0" y="82823"/>
                </a:moveTo>
                <a:cubicBezTo>
                  <a:pt x="0" y="37081"/>
                  <a:pt x="36492" y="0"/>
                  <a:pt x="81508" y="0"/>
                </a:cubicBezTo>
                <a:cubicBezTo>
                  <a:pt x="126525" y="0"/>
                  <a:pt x="163018" y="37081"/>
                  <a:pt x="163018" y="82823"/>
                </a:cubicBezTo>
                <a:cubicBezTo>
                  <a:pt x="163018" y="128565"/>
                  <a:pt x="126525" y="165646"/>
                  <a:pt x="81508" y="165646"/>
                </a:cubicBezTo>
                <a:cubicBezTo>
                  <a:pt x="36492" y="165646"/>
                  <a:pt x="0" y="128565"/>
                  <a:pt x="0" y="82823"/>
                </a:cubicBezTo>
              </a:path>
            </a:pathLst>
          </a:custGeom>
          <a:solidFill xmlns:a="http://schemas.openxmlformats.org/drawingml/2006/main">
            <a:srgbClr val="219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83">
            <a:extLst xmlns:a="http://schemas.openxmlformats.org/drawingml/2006/main">
              <a:ext uri="{FF2B5EF4-FFF2-40B4-BE49-F238E27FC236}">
                <a16:creationId xmlns:a16="http://schemas.microsoft.com/office/drawing/2014/main" id="{8A76BF5B-94B4-40D5-9431-9F596F20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252" y="3121673"/>
            <a:ext cx="163018" cy="165647"/>
          </a:xfrm>
          <a:custGeom xmlns:a="http://schemas.openxmlformats.org/drawingml/2006/main">
            <a:pathLst>
              <a:path w="163018" h="165647">
                <a:moveTo>
                  <a:pt x="0" y="82823"/>
                </a:moveTo>
                <a:cubicBezTo>
                  <a:pt x="0" y="37081"/>
                  <a:pt x="36493" y="0"/>
                  <a:pt x="81509" y="0"/>
                </a:cubicBezTo>
                <a:cubicBezTo>
                  <a:pt x="126525" y="0"/>
                  <a:pt x="163018" y="37081"/>
                  <a:pt x="163018" y="82823"/>
                </a:cubicBezTo>
                <a:cubicBezTo>
                  <a:pt x="163018" y="128565"/>
                  <a:pt x="126525" y="165647"/>
                  <a:pt x="81509" y="165647"/>
                </a:cubicBezTo>
                <a:cubicBezTo>
                  <a:pt x="36493" y="165647"/>
                  <a:pt x="0" y="128565"/>
                  <a:pt x="0" y="8282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66" name="pdf-path-84">
            <a:extLst xmlns:a="http://schemas.openxmlformats.org/drawingml/2006/main">
              <a:ext uri="{FF2B5EF4-FFF2-40B4-BE49-F238E27FC236}">
                <a16:creationId xmlns:a16="http://schemas.microsoft.com/office/drawing/2014/main" id="{32FD6338-C240-4044-BA4F-F481FA19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57" y="2785121"/>
            <a:ext cx="163017" cy="168277"/>
          </a:xfrm>
          <a:custGeom xmlns:a="http://schemas.openxmlformats.org/drawingml/2006/main">
            <a:pathLst>
              <a:path w="163017" h="168277">
                <a:moveTo>
                  <a:pt x="0" y="84138"/>
                </a:moveTo>
                <a:cubicBezTo>
                  <a:pt x="0" y="37670"/>
                  <a:pt x="36493" y="0"/>
                  <a:pt x="81509" y="0"/>
                </a:cubicBezTo>
                <a:cubicBezTo>
                  <a:pt x="126525" y="0"/>
                  <a:pt x="163017" y="37670"/>
                  <a:pt x="163017" y="84138"/>
                </a:cubicBezTo>
                <a:cubicBezTo>
                  <a:pt x="163017" y="130607"/>
                  <a:pt x="126525" y="168277"/>
                  <a:pt x="81509" y="168277"/>
                </a:cubicBezTo>
                <a:cubicBezTo>
                  <a:pt x="36493" y="168277"/>
                  <a:pt x="0" y="130607"/>
                  <a:pt x="0" y="84138"/>
                </a:cubicBezTo>
              </a:path>
            </a:pathLst>
          </a:custGeom>
          <a:solidFill xmlns:a="http://schemas.openxmlformats.org/drawingml/2006/main">
            <a:srgbClr val="219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85">
            <a:extLst xmlns:a="http://schemas.openxmlformats.org/drawingml/2006/main">
              <a:ext uri="{FF2B5EF4-FFF2-40B4-BE49-F238E27FC236}">
                <a16:creationId xmlns:a16="http://schemas.microsoft.com/office/drawing/2014/main" id="{053E296C-3DD8-493B-B551-94B9C702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57" y="2785121"/>
            <a:ext cx="163017" cy="168276"/>
          </a:xfrm>
          <a:custGeom xmlns:a="http://schemas.openxmlformats.org/drawingml/2006/main">
            <a:pathLst>
              <a:path w="163017" h="168276">
                <a:moveTo>
                  <a:pt x="0" y="84138"/>
                </a:moveTo>
                <a:cubicBezTo>
                  <a:pt x="0" y="37670"/>
                  <a:pt x="36493" y="0"/>
                  <a:pt x="81508" y="0"/>
                </a:cubicBezTo>
                <a:cubicBezTo>
                  <a:pt x="126524" y="0"/>
                  <a:pt x="163017" y="37670"/>
                  <a:pt x="163017" y="84138"/>
                </a:cubicBezTo>
                <a:cubicBezTo>
                  <a:pt x="163017" y="130606"/>
                  <a:pt x="126524" y="168276"/>
                  <a:pt x="81508" y="168276"/>
                </a:cubicBezTo>
                <a:cubicBezTo>
                  <a:pt x="36493" y="168276"/>
                  <a:pt x="0" y="130606"/>
                  <a:pt x="0" y="8413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68" name="pdf-path-86">
            <a:extLst xmlns:a="http://schemas.openxmlformats.org/drawingml/2006/main">
              <a:ext uri="{FF2B5EF4-FFF2-40B4-BE49-F238E27FC236}">
                <a16:creationId xmlns:a16="http://schemas.microsoft.com/office/drawing/2014/main" id="{4FD5A27F-8C06-42A7-AA82-61121CFC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57" y="3079603"/>
            <a:ext cx="163017" cy="165649"/>
          </a:xfrm>
          <a:custGeom xmlns:a="http://schemas.openxmlformats.org/drawingml/2006/main">
            <a:pathLst>
              <a:path w="163017" h="165649">
                <a:moveTo>
                  <a:pt x="0" y="82825"/>
                </a:moveTo>
                <a:cubicBezTo>
                  <a:pt x="0" y="37082"/>
                  <a:pt x="36493" y="0"/>
                  <a:pt x="81509" y="0"/>
                </a:cubicBezTo>
                <a:cubicBezTo>
                  <a:pt x="126525" y="0"/>
                  <a:pt x="163017" y="37082"/>
                  <a:pt x="163017" y="82825"/>
                </a:cubicBezTo>
                <a:cubicBezTo>
                  <a:pt x="163017" y="128566"/>
                  <a:pt x="126525" y="165649"/>
                  <a:pt x="81509" y="165649"/>
                </a:cubicBezTo>
                <a:cubicBezTo>
                  <a:pt x="36493" y="165649"/>
                  <a:pt x="0" y="128566"/>
                  <a:pt x="0" y="82825"/>
                </a:cubicBezTo>
              </a:path>
            </a:pathLst>
          </a:custGeom>
          <a:solidFill xmlns:a="http://schemas.openxmlformats.org/drawingml/2006/main">
            <a:srgbClr val="219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df-path-87">
            <a:extLst xmlns:a="http://schemas.openxmlformats.org/drawingml/2006/main">
              <a:ext uri="{FF2B5EF4-FFF2-40B4-BE49-F238E27FC236}">
                <a16:creationId xmlns:a16="http://schemas.microsoft.com/office/drawing/2014/main" id="{DB2CADB9-394D-4F35-9512-3F0136F4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157" y="3079603"/>
            <a:ext cx="163017" cy="165647"/>
          </a:xfrm>
          <a:custGeom xmlns:a="http://schemas.openxmlformats.org/drawingml/2006/main">
            <a:pathLst>
              <a:path w="163017" h="165647">
                <a:moveTo>
                  <a:pt x="0" y="82824"/>
                </a:moveTo>
                <a:cubicBezTo>
                  <a:pt x="0" y="37081"/>
                  <a:pt x="36493" y="0"/>
                  <a:pt x="81508" y="0"/>
                </a:cubicBezTo>
                <a:cubicBezTo>
                  <a:pt x="126524" y="0"/>
                  <a:pt x="163017" y="37081"/>
                  <a:pt x="163017" y="82824"/>
                </a:cubicBezTo>
                <a:cubicBezTo>
                  <a:pt x="163017" y="128566"/>
                  <a:pt x="126524" y="165647"/>
                  <a:pt x="81508" y="165647"/>
                </a:cubicBezTo>
                <a:cubicBezTo>
                  <a:pt x="36493" y="165647"/>
                  <a:pt x="0" y="128566"/>
                  <a:pt x="0" y="8282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70" name="pdf-path-88">
            <a:extLst xmlns:a="http://schemas.openxmlformats.org/drawingml/2006/main">
              <a:ext uri="{FF2B5EF4-FFF2-40B4-BE49-F238E27FC236}">
                <a16:creationId xmlns:a16="http://schemas.microsoft.com/office/drawing/2014/main" id="{653B0612-5E41-4B9B-804B-C534BD63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70" y="2771974"/>
            <a:ext cx="315089" cy="96360"/>
          </a:xfrm>
          <a:custGeom xmlns:a="http://schemas.openxmlformats.org/drawingml/2006/main">
            <a:pathLst>
              <a:path w="315089" h="96360">
                <a:moveTo>
                  <a:pt x="0" y="0"/>
                </a:moveTo>
                <a:lnTo>
                  <a:pt x="315089" y="9636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71" name="pdf-path-89">
            <a:extLst xmlns:a="http://schemas.openxmlformats.org/drawingml/2006/main">
              <a:ext uri="{FF2B5EF4-FFF2-40B4-BE49-F238E27FC236}">
                <a16:creationId xmlns:a16="http://schemas.microsoft.com/office/drawing/2014/main" id="{D377B1F1-D0F9-4886-A8AB-1AC2359C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70" y="2771974"/>
            <a:ext cx="315089" cy="389863"/>
          </a:xfrm>
          <a:custGeom xmlns:a="http://schemas.openxmlformats.org/drawingml/2006/main">
            <a:pathLst>
              <a:path w="315089" h="389863">
                <a:moveTo>
                  <a:pt x="0" y="0"/>
                </a:moveTo>
                <a:lnTo>
                  <a:pt x="315089" y="389863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72" name="pdf-path-90">
            <a:extLst xmlns:a="http://schemas.openxmlformats.org/drawingml/2006/main">
              <a:ext uri="{FF2B5EF4-FFF2-40B4-BE49-F238E27FC236}">
                <a16:creationId xmlns:a16="http://schemas.microsoft.com/office/drawing/2014/main" id="{641E53F4-4076-4E96-B1FA-84A7E4E2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70" y="2869259"/>
            <a:ext cx="315089" cy="113676"/>
          </a:xfrm>
          <a:custGeom xmlns:a="http://schemas.openxmlformats.org/drawingml/2006/main">
            <a:pathLst>
              <a:path w="315089" h="113676">
                <a:moveTo>
                  <a:pt x="0" y="113676"/>
                </a:moveTo>
                <a:lnTo>
                  <a:pt x="31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73" name="pdf-path-91">
            <a:extLst xmlns:a="http://schemas.openxmlformats.org/drawingml/2006/main">
              <a:ext uri="{FF2B5EF4-FFF2-40B4-BE49-F238E27FC236}">
                <a16:creationId xmlns:a16="http://schemas.microsoft.com/office/drawing/2014/main" id="{0C60A5D9-463E-4372-9528-B97A3172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70" y="3163742"/>
            <a:ext cx="315089" cy="41482"/>
          </a:xfrm>
          <a:custGeom xmlns:a="http://schemas.openxmlformats.org/drawingml/2006/main">
            <a:pathLst>
              <a:path w="315089" h="41482">
                <a:moveTo>
                  <a:pt x="0" y="41482"/>
                </a:moveTo>
                <a:lnTo>
                  <a:pt x="31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74" name="pdf-path-92">
            <a:extLst xmlns:a="http://schemas.openxmlformats.org/drawingml/2006/main">
              <a:ext uri="{FF2B5EF4-FFF2-40B4-BE49-F238E27FC236}">
                <a16:creationId xmlns:a16="http://schemas.microsoft.com/office/drawing/2014/main" id="{AC14B2D2-8F80-4D30-AEDC-F51D6100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70" y="2982320"/>
            <a:ext cx="315089" cy="179828"/>
          </a:xfrm>
          <a:custGeom xmlns:a="http://schemas.openxmlformats.org/drawingml/2006/main">
            <a:pathLst>
              <a:path w="315089" h="179828">
                <a:moveTo>
                  <a:pt x="0" y="0"/>
                </a:moveTo>
                <a:lnTo>
                  <a:pt x="315089" y="179828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75" name="pdf-path-93">
            <a:extLst xmlns:a="http://schemas.openxmlformats.org/drawingml/2006/main">
              <a:ext uri="{FF2B5EF4-FFF2-40B4-BE49-F238E27FC236}">
                <a16:creationId xmlns:a16="http://schemas.microsoft.com/office/drawing/2014/main" id="{16475137-BB11-4D7C-B3FA-85573605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70" y="2869259"/>
            <a:ext cx="315089" cy="334985"/>
          </a:xfrm>
          <a:custGeom xmlns:a="http://schemas.openxmlformats.org/drawingml/2006/main">
            <a:pathLst>
              <a:path w="315089" h="334985">
                <a:moveTo>
                  <a:pt x="0" y="334985"/>
                </a:moveTo>
                <a:lnTo>
                  <a:pt x="31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B954617-3BF3-4A3B-A539-FB27216BB8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799e1885e46db"/>
          <a:srcRect xmlns:a="http://schemas.openxmlformats.org/drawingml/2006/main" l="0" t="214" r="0" b="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05025" y="588645"/>
            <a:ext cx="1487805" cy="1009650"/>
          </a:xfrm>
          <a:prstGeom xmlns:a="http://schemas.openxmlformats.org/drawingml/2006/main" prst="rect">
            <a:avLst/>
          </a:prstGeom>
        </p:spPr>
      </p:pic>
      <p:sp>
        <p:nvSpPr>
          <p:cNvPr id="77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02D98240-937F-4C9F-8780-B042EF27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88645"/>
            <a:ext cx="148780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pdf-path-95">
            <a:extLst xmlns:a="http://schemas.openxmlformats.org/drawingml/2006/main">
              <a:ext uri="{FF2B5EF4-FFF2-40B4-BE49-F238E27FC236}">
                <a16:creationId xmlns:a16="http://schemas.microsoft.com/office/drawing/2014/main" id="{803758FC-5493-4E20-841A-07B4E8E8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31" y="4527043"/>
            <a:ext cx="78879" cy="78879"/>
          </a:xfrm>
          <a:custGeom xmlns:a="http://schemas.openxmlformats.org/drawingml/2006/main">
            <a:pathLst>
              <a:path w="78879" h="78879">
                <a:moveTo>
                  <a:pt x="0" y="39439"/>
                </a:moveTo>
                <a:cubicBezTo>
                  <a:pt x="0" y="17657"/>
                  <a:pt x="17658" y="0"/>
                  <a:pt x="39439" y="0"/>
                </a:cubicBezTo>
                <a:cubicBezTo>
                  <a:pt x="61222" y="0"/>
                  <a:pt x="78879" y="17657"/>
                  <a:pt x="78879" y="39439"/>
                </a:cubicBezTo>
                <a:cubicBezTo>
                  <a:pt x="78879" y="61222"/>
                  <a:pt x="61222" y="78879"/>
                  <a:pt x="39439" y="78879"/>
                </a:cubicBezTo>
                <a:cubicBezTo>
                  <a:pt x="17658" y="78879"/>
                  <a:pt x="0" y="61222"/>
                  <a:pt x="0" y="3943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96">
            <a:extLst xmlns:a="http://schemas.openxmlformats.org/drawingml/2006/main">
              <a:ext uri="{FF2B5EF4-FFF2-40B4-BE49-F238E27FC236}">
                <a16:creationId xmlns:a16="http://schemas.microsoft.com/office/drawing/2014/main" id="{936D7B60-2583-4D2F-857A-BD7C1B57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144" y="1553619"/>
            <a:ext cx="424585" cy="623387"/>
          </a:xfrm>
          <a:custGeom xmlns:a="http://schemas.openxmlformats.org/drawingml/2006/main">
            <a:pathLst>
              <a:path w="424585" h="623387">
                <a:moveTo>
                  <a:pt x="22514" y="0"/>
                </a:moveTo>
                <a:lnTo>
                  <a:pt x="398066" y="559546"/>
                </a:lnTo>
                <a:lnTo>
                  <a:pt x="375551" y="574657"/>
                </a:lnTo>
                <a:lnTo>
                  <a:pt x="0" y="15111"/>
                </a:lnTo>
                <a:lnTo>
                  <a:pt x="22514" y="0"/>
                </a:lnTo>
                <a:moveTo>
                  <a:pt x="413023" y="533179"/>
                </a:moveTo>
                <a:lnTo>
                  <a:pt x="424585" y="623387"/>
                </a:lnTo>
                <a:lnTo>
                  <a:pt x="345482" y="578511"/>
                </a:lnTo>
                <a:lnTo>
                  <a:pt x="413023" y="5331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E78925DC-6D4A-48E2-92D2-03C02A60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34" y="1846359"/>
            <a:ext cx="96314" cy="28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81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7C7B9BE3-B1FC-4BFA-8391-D2EE6C46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594" y="1505575"/>
            <a:ext cx="525880" cy="677220"/>
          </a:xfrm>
          <a:custGeom xmlns:a="http://schemas.openxmlformats.org/drawingml/2006/main">
            <a:pathLst>
              <a:path w="525880" h="677220">
                <a:moveTo>
                  <a:pt x="504398" y="0"/>
                </a:moveTo>
                <a:lnTo>
                  <a:pt x="30618" y="615240"/>
                </a:lnTo>
                <a:lnTo>
                  <a:pt x="52101" y="631784"/>
                </a:lnTo>
                <a:lnTo>
                  <a:pt x="525880" y="16544"/>
                </a:lnTo>
                <a:lnTo>
                  <a:pt x="504398" y="0"/>
                </a:lnTo>
                <a:moveTo>
                  <a:pt x="17406" y="587956"/>
                </a:moveTo>
                <a:lnTo>
                  <a:pt x="0" y="677220"/>
                </a:lnTo>
                <a:lnTo>
                  <a:pt x="81855" y="637586"/>
                </a:lnTo>
                <a:lnTo>
                  <a:pt x="17406" y="58795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93BD84F7-5389-43D3-9146-DD41FA57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088" y="4294348"/>
            <a:ext cx="195517" cy="729885"/>
          </a:xfrm>
          <a:custGeom xmlns:a="http://schemas.openxmlformats.org/drawingml/2006/main">
            <a:pathLst>
              <a:path w="195517" h="729885">
                <a:moveTo>
                  <a:pt x="178008" y="729885"/>
                </a:moveTo>
                <a:lnTo>
                  <a:pt x="6226" y="60609"/>
                </a:lnTo>
                <a:lnTo>
                  <a:pt x="23735" y="56116"/>
                </a:lnTo>
                <a:lnTo>
                  <a:pt x="195517" y="725391"/>
                </a:lnTo>
                <a:lnTo>
                  <a:pt x="178008" y="729885"/>
                </a:lnTo>
                <a:moveTo>
                  <a:pt x="-17042" y="79023"/>
                </a:moveTo>
                <a:lnTo>
                  <a:pt x="0" y="0"/>
                </a:lnTo>
                <a:lnTo>
                  <a:pt x="52994" y="61047"/>
                </a:lnTo>
                <a:lnTo>
                  <a:pt x="-17042" y="790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2316D330-7FC5-45A9-B163-F70A927B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001" y="3472686"/>
            <a:ext cx="72306" cy="375764"/>
          </a:xfrm>
          <a:custGeom xmlns:a="http://schemas.openxmlformats.org/drawingml/2006/main">
            <a:pathLst>
              <a:path w="72306" h="375764">
                <a:moveTo>
                  <a:pt x="72306" y="0"/>
                </a:moveTo>
                <a:lnTo>
                  <a:pt x="72306" y="285381"/>
                </a:lnTo>
                <a:lnTo>
                  <a:pt x="36153" y="285381"/>
                </a:lnTo>
                <a:lnTo>
                  <a:pt x="36153" y="0"/>
                </a:lnTo>
                <a:lnTo>
                  <a:pt x="72306" y="0"/>
                </a:lnTo>
                <a:moveTo>
                  <a:pt x="108459" y="267305"/>
                </a:moveTo>
                <a:lnTo>
                  <a:pt x="54229" y="375764"/>
                </a:lnTo>
                <a:lnTo>
                  <a:pt x="0" y="267305"/>
                </a:lnTo>
                <a:lnTo>
                  <a:pt x="108459" y="26730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6C64FD75-06E0-49A5-B0C7-73D28465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772" y="4807065"/>
            <a:ext cx="80265" cy="97284"/>
          </a:xfrm>
          <a:custGeom xmlns:a="http://schemas.openxmlformats.org/drawingml/2006/main">
            <a:pathLst>
              <a:path w="80265" h="97284">
                <a:moveTo>
                  <a:pt x="80265" y="0"/>
                </a:moveTo>
                <a:cubicBezTo>
                  <a:pt x="53199" y="1013"/>
                  <a:pt x="26133" y="2027"/>
                  <a:pt x="13067" y="18241"/>
                </a:cubicBezTo>
                <a:cubicBezTo>
                  <a:pt x="0" y="34455"/>
                  <a:pt x="934" y="65869"/>
                  <a:pt x="1867" y="972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85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F0BDF4D5-6FD1-4AF4-9202-28903ADC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318" y="4930875"/>
            <a:ext cx="141431" cy="200592"/>
          </a:xfrm>
          <a:custGeom xmlns:a="http://schemas.openxmlformats.org/drawingml/2006/main">
            <a:pathLst>
              <a:path w="141431" h="200592">
                <a:moveTo>
                  <a:pt x="0" y="0"/>
                </a:moveTo>
                <a:cubicBezTo>
                  <a:pt x="2295" y="59919"/>
                  <a:pt x="4590" y="119839"/>
                  <a:pt x="28163" y="153271"/>
                </a:cubicBezTo>
                <a:cubicBezTo>
                  <a:pt x="51735" y="186703"/>
                  <a:pt x="96582" y="193647"/>
                  <a:pt x="141431" y="20059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363">
            <a:solidFill>
              <a:srgbClr val="000000"/>
            </a:solidFill>
            <a:prstDash val="solid"/>
          </a:ln>
        </p:spPr>
      </p:sp>
      <p:sp>
        <p:nvSpPr>
          <p:cNvPr id="86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E273AE87-DA98-4F2B-86E5-527BEBDF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955" y="5082716"/>
            <a:ext cx="617416" cy="631504"/>
          </a:xfrm>
          <a:custGeom xmlns:a="http://schemas.openxmlformats.org/drawingml/2006/main">
            <a:pathLst>
              <a:path w="617416" h="631504">
                <a:moveTo>
                  <a:pt x="617416" y="16630"/>
                </a:moveTo>
                <a:lnTo>
                  <a:pt x="551046" y="44902"/>
                </a:lnTo>
                <a:lnTo>
                  <a:pt x="551124" y="44868"/>
                </a:lnTo>
                <a:lnTo>
                  <a:pt x="550974" y="44934"/>
                </a:lnTo>
                <a:lnTo>
                  <a:pt x="543731" y="28372"/>
                </a:lnTo>
                <a:lnTo>
                  <a:pt x="543921" y="28289"/>
                </a:lnTo>
                <a:lnTo>
                  <a:pt x="610333" y="0"/>
                </a:lnTo>
                <a:lnTo>
                  <a:pt x="617416" y="16630"/>
                </a:lnTo>
                <a:moveTo>
                  <a:pt x="501290" y="66666"/>
                </a:moveTo>
                <a:lnTo>
                  <a:pt x="485720" y="73476"/>
                </a:lnTo>
                <a:lnTo>
                  <a:pt x="485883" y="73402"/>
                </a:lnTo>
                <a:lnTo>
                  <a:pt x="435657" y="96569"/>
                </a:lnTo>
                <a:lnTo>
                  <a:pt x="428086" y="80154"/>
                </a:lnTo>
                <a:lnTo>
                  <a:pt x="478393" y="56950"/>
                </a:lnTo>
                <a:lnTo>
                  <a:pt x="494046" y="50104"/>
                </a:lnTo>
                <a:lnTo>
                  <a:pt x="501290" y="66666"/>
                </a:lnTo>
                <a:moveTo>
                  <a:pt x="387208" y="120281"/>
                </a:moveTo>
                <a:lnTo>
                  <a:pt x="362080" y="132842"/>
                </a:lnTo>
                <a:lnTo>
                  <a:pt x="362337" y="132708"/>
                </a:lnTo>
                <a:lnTo>
                  <a:pt x="333433" y="148333"/>
                </a:lnTo>
                <a:lnTo>
                  <a:pt x="333641" y="148216"/>
                </a:lnTo>
                <a:lnTo>
                  <a:pt x="323797" y="153879"/>
                </a:lnTo>
                <a:lnTo>
                  <a:pt x="314783" y="138210"/>
                </a:lnTo>
                <a:lnTo>
                  <a:pt x="324731" y="132487"/>
                </a:lnTo>
                <a:lnTo>
                  <a:pt x="353869" y="116738"/>
                </a:lnTo>
                <a:lnTo>
                  <a:pt x="379125" y="104112"/>
                </a:lnTo>
                <a:lnTo>
                  <a:pt x="387208" y="120281"/>
                </a:lnTo>
                <a:moveTo>
                  <a:pt x="277873" y="181555"/>
                </a:moveTo>
                <a:lnTo>
                  <a:pt x="254434" y="197202"/>
                </a:lnTo>
                <a:lnTo>
                  <a:pt x="254741" y="196988"/>
                </a:lnTo>
                <a:lnTo>
                  <a:pt x="230902" y="214372"/>
                </a:lnTo>
                <a:lnTo>
                  <a:pt x="231244" y="214110"/>
                </a:lnTo>
                <a:lnTo>
                  <a:pt x="219856" y="223278"/>
                </a:lnTo>
                <a:lnTo>
                  <a:pt x="208520" y="209198"/>
                </a:lnTo>
                <a:lnTo>
                  <a:pt x="220076" y="199894"/>
                </a:lnTo>
                <a:lnTo>
                  <a:pt x="244241" y="182272"/>
                </a:lnTo>
                <a:lnTo>
                  <a:pt x="267835" y="166521"/>
                </a:lnTo>
                <a:lnTo>
                  <a:pt x="277873" y="181555"/>
                </a:lnTo>
                <a:moveTo>
                  <a:pt x="180372" y="258820"/>
                </a:moveTo>
                <a:lnTo>
                  <a:pt x="170399" y="268989"/>
                </a:lnTo>
                <a:lnTo>
                  <a:pt x="170823" y="268525"/>
                </a:lnTo>
                <a:lnTo>
                  <a:pt x="153938" y="288327"/>
                </a:lnTo>
                <a:lnTo>
                  <a:pt x="154333" y="287830"/>
                </a:lnTo>
                <a:lnTo>
                  <a:pt x="139257" y="308260"/>
                </a:lnTo>
                <a:lnTo>
                  <a:pt x="139607" y="307749"/>
                </a:lnTo>
                <a:lnTo>
                  <a:pt x="136035" y="313356"/>
                </a:lnTo>
                <a:lnTo>
                  <a:pt x="120789" y="303644"/>
                </a:lnTo>
                <a:lnTo>
                  <a:pt x="124527" y="297775"/>
                </a:lnTo>
                <a:lnTo>
                  <a:pt x="139977" y="276840"/>
                </a:lnTo>
                <a:lnTo>
                  <a:pt x="157273" y="256557"/>
                </a:lnTo>
                <a:lnTo>
                  <a:pt x="167465" y="246163"/>
                </a:lnTo>
                <a:lnTo>
                  <a:pt x="180372" y="258820"/>
                </a:lnTo>
                <a:moveTo>
                  <a:pt x="110118" y="359607"/>
                </a:moveTo>
                <a:lnTo>
                  <a:pt x="104581" y="371383"/>
                </a:lnTo>
                <a:lnTo>
                  <a:pt x="104789" y="370906"/>
                </a:lnTo>
                <a:lnTo>
                  <a:pt x="95742" y="393432"/>
                </a:lnTo>
                <a:lnTo>
                  <a:pt x="95908" y="392986"/>
                </a:lnTo>
                <a:lnTo>
                  <a:pt x="88067" y="415932"/>
                </a:lnTo>
                <a:lnTo>
                  <a:pt x="88195" y="415523"/>
                </a:lnTo>
                <a:lnTo>
                  <a:pt x="85198" y="425869"/>
                </a:lnTo>
                <a:lnTo>
                  <a:pt x="67836" y="420839"/>
                </a:lnTo>
                <a:lnTo>
                  <a:pt x="70892" y="410289"/>
                </a:lnTo>
                <a:lnTo>
                  <a:pt x="78879" y="386916"/>
                </a:lnTo>
                <a:lnTo>
                  <a:pt x="88111" y="363928"/>
                </a:lnTo>
                <a:lnTo>
                  <a:pt x="93759" y="351916"/>
                </a:lnTo>
                <a:lnTo>
                  <a:pt x="110118" y="359607"/>
                </a:lnTo>
                <a:moveTo>
                  <a:pt x="72616" y="478041"/>
                </a:moveTo>
                <a:lnTo>
                  <a:pt x="70837" y="485929"/>
                </a:lnTo>
                <a:lnTo>
                  <a:pt x="70943" y="485380"/>
                </a:lnTo>
                <a:lnTo>
                  <a:pt x="63100" y="533995"/>
                </a:lnTo>
                <a:lnTo>
                  <a:pt x="63151" y="533633"/>
                </a:lnTo>
                <a:lnTo>
                  <a:pt x="61366" y="548502"/>
                </a:lnTo>
                <a:lnTo>
                  <a:pt x="43418" y="546348"/>
                </a:lnTo>
                <a:lnTo>
                  <a:pt x="45225" y="531297"/>
                </a:lnTo>
                <a:lnTo>
                  <a:pt x="53142" y="482225"/>
                </a:lnTo>
                <a:lnTo>
                  <a:pt x="54983" y="474064"/>
                </a:lnTo>
                <a:lnTo>
                  <a:pt x="72616" y="478041"/>
                </a:lnTo>
                <a:moveTo>
                  <a:pt x="55314" y="602208"/>
                </a:moveTo>
                <a:lnTo>
                  <a:pt x="54083" y="614552"/>
                </a:lnTo>
                <a:lnTo>
                  <a:pt x="36095" y="612758"/>
                </a:lnTo>
                <a:lnTo>
                  <a:pt x="37327" y="600414"/>
                </a:lnTo>
                <a:lnTo>
                  <a:pt x="55314" y="602208"/>
                </a:lnTo>
                <a:moveTo>
                  <a:pt x="101553" y="551198"/>
                </a:moveTo>
                <a:lnTo>
                  <a:pt x="43309" y="631504"/>
                </a:lnTo>
                <a:lnTo>
                  <a:pt x="2075" y="541276"/>
                </a:lnTo>
                <a:cubicBezTo>
                  <a:pt x="0" y="536736"/>
                  <a:pt x="1999" y="531374"/>
                  <a:pt x="6539" y="529299"/>
                </a:cubicBezTo>
                <a:cubicBezTo>
                  <a:pt x="11078" y="527224"/>
                  <a:pt x="16441" y="529223"/>
                  <a:pt x="18516" y="533763"/>
                </a:cubicBezTo>
                <a:lnTo>
                  <a:pt x="53310" y="609898"/>
                </a:lnTo>
                <a:lnTo>
                  <a:pt x="37773" y="608348"/>
                </a:lnTo>
                <a:lnTo>
                  <a:pt x="86919" y="540586"/>
                </a:lnTo>
                <a:cubicBezTo>
                  <a:pt x="89850" y="536545"/>
                  <a:pt x="95502" y="535645"/>
                  <a:pt x="99543" y="538576"/>
                </a:cubicBezTo>
                <a:cubicBezTo>
                  <a:pt x="103583" y="541506"/>
                  <a:pt x="104483" y="547158"/>
                  <a:pt x="101553" y="55119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892F4DEB-D87C-4EA8-BAA9-7D1A0093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020" y="4091719"/>
            <a:ext cx="534930" cy="673777"/>
          </a:xfrm>
          <a:custGeom xmlns:a="http://schemas.openxmlformats.org/drawingml/2006/main">
            <a:pathLst>
              <a:path w="534930" h="673777">
                <a:moveTo>
                  <a:pt x="0" y="672775"/>
                </a:moveTo>
                <a:lnTo>
                  <a:pt x="4012" y="600581"/>
                </a:lnTo>
                <a:lnTo>
                  <a:pt x="22061" y="601584"/>
                </a:lnTo>
                <a:lnTo>
                  <a:pt x="18049" y="673777"/>
                </a:lnTo>
                <a:lnTo>
                  <a:pt x="0" y="672775"/>
                </a:lnTo>
                <a:moveTo>
                  <a:pt x="7731" y="546359"/>
                </a:moveTo>
                <a:lnTo>
                  <a:pt x="9082" y="526749"/>
                </a:lnTo>
                <a:lnTo>
                  <a:pt x="14176" y="474094"/>
                </a:lnTo>
                <a:lnTo>
                  <a:pt x="32170" y="475835"/>
                </a:lnTo>
                <a:lnTo>
                  <a:pt x="27086" y="528365"/>
                </a:lnTo>
                <a:lnTo>
                  <a:pt x="27106" y="528115"/>
                </a:lnTo>
                <a:lnTo>
                  <a:pt x="25764" y="547601"/>
                </a:lnTo>
                <a:lnTo>
                  <a:pt x="7731" y="546359"/>
                </a:lnTo>
                <a:moveTo>
                  <a:pt x="20653" y="419730"/>
                </a:moveTo>
                <a:lnTo>
                  <a:pt x="25481" y="388759"/>
                </a:lnTo>
                <a:lnTo>
                  <a:pt x="31595" y="356489"/>
                </a:lnTo>
                <a:lnTo>
                  <a:pt x="33558" y="347950"/>
                </a:lnTo>
                <a:lnTo>
                  <a:pt x="51175" y="352001"/>
                </a:lnTo>
                <a:lnTo>
                  <a:pt x="49250" y="360369"/>
                </a:lnTo>
                <a:lnTo>
                  <a:pt x="49323" y="360026"/>
                </a:lnTo>
                <a:lnTo>
                  <a:pt x="43269" y="391977"/>
                </a:lnTo>
                <a:lnTo>
                  <a:pt x="43319" y="391688"/>
                </a:lnTo>
                <a:lnTo>
                  <a:pt x="38515" y="422515"/>
                </a:lnTo>
                <a:lnTo>
                  <a:pt x="20653" y="419730"/>
                </a:lnTo>
                <a:moveTo>
                  <a:pt x="47388" y="294596"/>
                </a:moveTo>
                <a:lnTo>
                  <a:pt x="56686" y="267096"/>
                </a:lnTo>
                <a:lnTo>
                  <a:pt x="67723" y="240202"/>
                </a:lnTo>
                <a:lnTo>
                  <a:pt x="74620" y="226383"/>
                </a:lnTo>
                <a:lnTo>
                  <a:pt x="90794" y="234458"/>
                </a:lnTo>
                <a:lnTo>
                  <a:pt x="84044" y="247978"/>
                </a:lnTo>
                <a:lnTo>
                  <a:pt x="84319" y="247373"/>
                </a:lnTo>
                <a:lnTo>
                  <a:pt x="73519" y="273693"/>
                </a:lnTo>
                <a:lnTo>
                  <a:pt x="73719" y="273157"/>
                </a:lnTo>
                <a:lnTo>
                  <a:pt x="64512" y="300386"/>
                </a:lnTo>
                <a:lnTo>
                  <a:pt x="47388" y="294596"/>
                </a:lnTo>
                <a:moveTo>
                  <a:pt x="104033" y="179019"/>
                </a:moveTo>
                <a:lnTo>
                  <a:pt x="110688" y="170165"/>
                </a:lnTo>
                <a:lnTo>
                  <a:pt x="128653" y="150885"/>
                </a:lnTo>
                <a:lnTo>
                  <a:pt x="148351" y="133712"/>
                </a:lnTo>
                <a:lnTo>
                  <a:pt x="157726" y="127022"/>
                </a:lnTo>
                <a:lnTo>
                  <a:pt x="168227" y="141737"/>
                </a:lnTo>
                <a:lnTo>
                  <a:pt x="159210" y="148171"/>
                </a:lnTo>
                <a:lnTo>
                  <a:pt x="159898" y="147627"/>
                </a:lnTo>
                <a:lnTo>
                  <a:pt x="140884" y="164202"/>
                </a:lnTo>
                <a:lnTo>
                  <a:pt x="141558" y="163552"/>
                </a:lnTo>
                <a:lnTo>
                  <a:pt x="124239" y="182138"/>
                </a:lnTo>
                <a:lnTo>
                  <a:pt x="124852" y="181406"/>
                </a:lnTo>
                <a:lnTo>
                  <a:pt x="118485" y="189880"/>
                </a:lnTo>
                <a:lnTo>
                  <a:pt x="104033" y="179019"/>
                </a:lnTo>
                <a:moveTo>
                  <a:pt x="205656" y="98742"/>
                </a:moveTo>
                <a:lnTo>
                  <a:pt x="216391" y="93542"/>
                </a:lnTo>
                <a:lnTo>
                  <a:pt x="241610" y="83451"/>
                </a:lnTo>
                <a:lnTo>
                  <a:pt x="267896" y="74759"/>
                </a:lnTo>
                <a:lnTo>
                  <a:pt x="274838" y="72863"/>
                </a:lnTo>
                <a:lnTo>
                  <a:pt x="279601" y="90300"/>
                </a:lnTo>
                <a:lnTo>
                  <a:pt x="272887" y="92135"/>
                </a:lnTo>
                <a:lnTo>
                  <a:pt x="273344" y="91996"/>
                </a:lnTo>
                <a:lnTo>
                  <a:pt x="247548" y="100526"/>
                </a:lnTo>
                <a:lnTo>
                  <a:pt x="248069" y="100337"/>
                </a:lnTo>
                <a:lnTo>
                  <a:pt x="223403" y="110206"/>
                </a:lnTo>
                <a:lnTo>
                  <a:pt x="223985" y="109950"/>
                </a:lnTo>
                <a:lnTo>
                  <a:pt x="213536" y="115012"/>
                </a:lnTo>
                <a:lnTo>
                  <a:pt x="205656" y="98742"/>
                </a:lnTo>
                <a:moveTo>
                  <a:pt x="328279" y="60045"/>
                </a:moveTo>
                <a:lnTo>
                  <a:pt x="352085" y="55611"/>
                </a:lnTo>
                <a:lnTo>
                  <a:pt x="400091" y="48816"/>
                </a:lnTo>
                <a:lnTo>
                  <a:pt x="402624" y="66715"/>
                </a:lnTo>
                <a:lnTo>
                  <a:pt x="354814" y="73481"/>
                </a:lnTo>
                <a:lnTo>
                  <a:pt x="355202" y="73417"/>
                </a:lnTo>
                <a:lnTo>
                  <a:pt x="331589" y="77817"/>
                </a:lnTo>
                <a:lnTo>
                  <a:pt x="328279" y="60045"/>
                </a:lnTo>
                <a:moveTo>
                  <a:pt x="454336" y="42836"/>
                </a:moveTo>
                <a:lnTo>
                  <a:pt x="472402" y="40994"/>
                </a:lnTo>
                <a:lnTo>
                  <a:pt x="516305" y="37345"/>
                </a:lnTo>
                <a:lnTo>
                  <a:pt x="517802" y="55360"/>
                </a:lnTo>
                <a:lnTo>
                  <a:pt x="473984" y="59002"/>
                </a:lnTo>
                <a:lnTo>
                  <a:pt x="474152" y="58986"/>
                </a:lnTo>
                <a:lnTo>
                  <a:pt x="456170" y="60820"/>
                </a:lnTo>
                <a:lnTo>
                  <a:pt x="454336" y="42836"/>
                </a:lnTo>
                <a:moveTo>
                  <a:pt x="445394" y="2150"/>
                </a:moveTo>
                <a:lnTo>
                  <a:pt x="534930" y="44867"/>
                </a:lnTo>
                <a:lnTo>
                  <a:pt x="453673" y="101778"/>
                </a:lnTo>
                <a:cubicBezTo>
                  <a:pt x="449586" y="104641"/>
                  <a:pt x="443950" y="103648"/>
                  <a:pt x="441086" y="99559"/>
                </a:cubicBezTo>
                <a:cubicBezTo>
                  <a:pt x="438222" y="95470"/>
                  <a:pt x="439214" y="89835"/>
                  <a:pt x="443304" y="86971"/>
                </a:cubicBezTo>
                <a:lnTo>
                  <a:pt x="511869" y="38950"/>
                </a:lnTo>
                <a:lnTo>
                  <a:pt x="513162" y="54511"/>
                </a:lnTo>
                <a:lnTo>
                  <a:pt x="437610" y="18465"/>
                </a:lnTo>
                <a:cubicBezTo>
                  <a:pt x="433106" y="16314"/>
                  <a:pt x="431196" y="10920"/>
                  <a:pt x="433346" y="6415"/>
                </a:cubicBezTo>
                <a:cubicBezTo>
                  <a:pt x="435494" y="1910"/>
                  <a:pt x="440890" y="0"/>
                  <a:pt x="445394" y="21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78D3146E-06E0-4F0F-8527-477EFF26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591" y="95331"/>
            <a:ext cx="95" cy="6089142"/>
          </a:xfrm>
          <a:custGeom xmlns:a="http://schemas.openxmlformats.org/drawingml/2006/main">
            <a:pathLst>
              <a:path w="95" h="6089142">
                <a:moveTo>
                  <a:pt x="0" y="6089142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dash"/>
          </a:ln>
        </p:spPr>
      </p:sp>
      <p:sp>
        <p:nvSpPr>
          <p:cNvPr id="89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07F3EA59-590E-4FA7-B5EF-8591BD23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941" y="2774604"/>
            <a:ext cx="185402" cy="95"/>
          </a:xfrm>
          <a:custGeom xmlns:a="http://schemas.openxmlformats.org/drawingml/2006/main">
            <a:pathLst>
              <a:path w="185402" h="95">
                <a:moveTo>
                  <a:pt x="0" y="0"/>
                </a:moveTo>
                <a:lnTo>
                  <a:pt x="185402" y="1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90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ECE50DB5-658D-4E19-B5FC-0941B54E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458" y="2984950"/>
            <a:ext cx="185402" cy="95"/>
          </a:xfrm>
          <a:custGeom xmlns:a="http://schemas.openxmlformats.org/drawingml/2006/main">
            <a:pathLst>
              <a:path w="185402" h="95">
                <a:moveTo>
                  <a:pt x="0" y="0"/>
                </a:moveTo>
                <a:lnTo>
                  <a:pt x="185402" y="1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91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99A24D34-78C5-41CC-B033-C07DF850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941" y="3203182"/>
            <a:ext cx="185402" cy="95"/>
          </a:xfrm>
          <a:custGeom xmlns:a="http://schemas.openxmlformats.org/drawingml/2006/main">
            <a:pathLst>
              <a:path w="185402" h="95">
                <a:moveTo>
                  <a:pt x="0" y="0"/>
                </a:moveTo>
                <a:lnTo>
                  <a:pt x="185402" y="1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92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D8B109E0-72BE-4446-B952-9E4FDAF5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174" y="2849703"/>
            <a:ext cx="185403" cy="45191"/>
          </a:xfrm>
          <a:custGeom xmlns:a="http://schemas.openxmlformats.org/drawingml/2006/main">
            <a:pathLst>
              <a:path w="185403" h="45191">
                <a:moveTo>
                  <a:pt x="0" y="0"/>
                </a:moveTo>
                <a:lnTo>
                  <a:pt x="125148" y="1"/>
                </a:lnTo>
                <a:lnTo>
                  <a:pt x="125148" y="18077"/>
                </a:lnTo>
                <a:lnTo>
                  <a:pt x="0" y="18076"/>
                </a:lnTo>
                <a:lnTo>
                  <a:pt x="0" y="0"/>
                </a:lnTo>
                <a:moveTo>
                  <a:pt x="113097" y="-27115"/>
                </a:moveTo>
                <a:lnTo>
                  <a:pt x="185403" y="9040"/>
                </a:lnTo>
                <a:lnTo>
                  <a:pt x="113095" y="45191"/>
                </a:lnTo>
                <a:lnTo>
                  <a:pt x="113097" y="-271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DFCD6381-848C-4A98-B090-81AFA376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174" y="3154704"/>
            <a:ext cx="185403" cy="45191"/>
          </a:xfrm>
          <a:custGeom xmlns:a="http://schemas.openxmlformats.org/drawingml/2006/main">
            <a:pathLst>
              <a:path w="185403" h="45191">
                <a:moveTo>
                  <a:pt x="0" y="0"/>
                </a:moveTo>
                <a:lnTo>
                  <a:pt x="125148" y="0"/>
                </a:lnTo>
                <a:lnTo>
                  <a:pt x="125148" y="18077"/>
                </a:lnTo>
                <a:lnTo>
                  <a:pt x="0" y="18077"/>
                </a:lnTo>
                <a:close/>
                <a:moveTo>
                  <a:pt x="113097" y="-27115"/>
                </a:moveTo>
                <a:lnTo>
                  <a:pt x="185403" y="9038"/>
                </a:lnTo>
                <a:lnTo>
                  <a:pt x="113095" y="45191"/>
                </a:lnTo>
                <a:lnTo>
                  <a:pt x="113097" y="-271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21625505-6AC8-41D1-B610-B2590949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376" y="978781"/>
            <a:ext cx="1296253" cy="268191"/>
          </a:xfrm>
          <a:custGeom xmlns:a="http://schemas.openxmlformats.org/drawingml/2006/main">
            <a:pathLst>
              <a:path w="1296253" h="268191">
                <a:moveTo>
                  <a:pt x="164074" y="0"/>
                </a:moveTo>
                <a:lnTo>
                  <a:pt x="1132180" y="0"/>
                </a:lnTo>
                <a:cubicBezTo>
                  <a:pt x="1222795" y="0"/>
                  <a:pt x="1296253" y="49194"/>
                  <a:pt x="1296253" y="109879"/>
                </a:cubicBezTo>
                <a:lnTo>
                  <a:pt x="1296253" y="268191"/>
                </a:lnTo>
                <a:lnTo>
                  <a:pt x="0" y="268191"/>
                </a:lnTo>
                <a:lnTo>
                  <a:pt x="0" y="109879"/>
                </a:lnTo>
                <a:cubicBezTo>
                  <a:pt x="0" y="49194"/>
                  <a:pt x="73458" y="0"/>
                  <a:pt x="164074" y="0"/>
                </a:cubicBezTo>
              </a:path>
            </a:pathLst>
          </a:custGeom>
          <a:solidFill xmlns:a="http://schemas.openxmlformats.org/drawingml/2006/main">
            <a:srgbClr val="FFD2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5B625C18-D44F-4E58-8AC8-234C34F8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376" y="978781"/>
            <a:ext cx="1296252" cy="268191"/>
          </a:xfrm>
          <a:custGeom xmlns:a="http://schemas.openxmlformats.org/drawingml/2006/main">
            <a:pathLst>
              <a:path w="1296252" h="268191">
                <a:moveTo>
                  <a:pt x="164073" y="0"/>
                </a:moveTo>
                <a:lnTo>
                  <a:pt x="1132180" y="0"/>
                </a:lnTo>
                <a:cubicBezTo>
                  <a:pt x="1222795" y="0"/>
                  <a:pt x="1296252" y="49194"/>
                  <a:pt x="1296252" y="109878"/>
                </a:cubicBezTo>
                <a:lnTo>
                  <a:pt x="1296252" y="268191"/>
                </a:lnTo>
                <a:lnTo>
                  <a:pt x="0" y="268191"/>
                </a:lnTo>
                <a:lnTo>
                  <a:pt x="0" y="109878"/>
                </a:lnTo>
                <a:cubicBezTo>
                  <a:pt x="0" y="49194"/>
                  <a:pt x="73457" y="0"/>
                  <a:pt x="16407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96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C275A603-60F4-4095-B7F2-895717C8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028" y="1017419"/>
            <a:ext cx="555185" cy="218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</p:txBody>
      </p:sp>
      <p:sp>
        <p:nvSpPr>
          <p:cNvPr id="97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DCD0FBA4-4059-44D6-8736-71DD380C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37" y="1762317"/>
            <a:ext cx="163018" cy="163018"/>
          </a:xfrm>
          <a:custGeom xmlns:a="http://schemas.openxmlformats.org/drawingml/2006/main">
            <a:pathLst>
              <a:path w="163018" h="163018">
                <a:moveTo>
                  <a:pt x="81509" y="163018"/>
                </a:moveTo>
                <a:cubicBezTo>
                  <a:pt x="36493" y="163018"/>
                  <a:pt x="0" y="126525"/>
                  <a:pt x="0" y="81508"/>
                </a:cubicBezTo>
                <a:cubicBezTo>
                  <a:pt x="0" y="36493"/>
                  <a:pt x="36493" y="0"/>
                  <a:pt x="81509" y="0"/>
                </a:cubicBezTo>
                <a:cubicBezTo>
                  <a:pt x="126525" y="0"/>
                  <a:pt x="163018" y="36493"/>
                  <a:pt x="163018" y="81508"/>
                </a:cubicBezTo>
                <a:cubicBezTo>
                  <a:pt x="163018" y="126525"/>
                  <a:pt x="126525" y="163018"/>
                  <a:pt x="81509" y="163018"/>
                </a:cubicBezTo>
              </a:path>
            </a:pathLst>
          </a:custGeom>
          <a:solidFill xmlns:a="http://schemas.openxmlformats.org/drawingml/2006/main">
            <a:srgbClr val="FFD2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A13F4C1E-AB71-485B-9CD8-50FD8792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37" y="1762318"/>
            <a:ext cx="163018" cy="163017"/>
          </a:xfrm>
          <a:custGeom xmlns:a="http://schemas.openxmlformats.org/drawingml/2006/main">
            <a:pathLst>
              <a:path w="163018" h="163017">
                <a:moveTo>
                  <a:pt x="81509" y="163017"/>
                </a:moveTo>
                <a:cubicBezTo>
                  <a:pt x="36493" y="163017"/>
                  <a:pt x="0" y="126525"/>
                  <a:pt x="0" y="81508"/>
                </a:cubicBezTo>
                <a:cubicBezTo>
                  <a:pt x="0" y="36493"/>
                  <a:pt x="36493" y="0"/>
                  <a:pt x="81509" y="0"/>
                </a:cubicBezTo>
                <a:cubicBezTo>
                  <a:pt x="126525" y="0"/>
                  <a:pt x="163018" y="36493"/>
                  <a:pt x="163018" y="81508"/>
                </a:cubicBezTo>
                <a:cubicBezTo>
                  <a:pt x="163018" y="126525"/>
                  <a:pt x="126525" y="163017"/>
                  <a:pt x="81509" y="16301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99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1C869308-C991-433F-B5AA-C20B31C9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645" y="1762316"/>
            <a:ext cx="160388" cy="163018"/>
          </a:xfrm>
          <a:custGeom xmlns:a="http://schemas.openxmlformats.org/drawingml/2006/main">
            <a:pathLst>
              <a:path w="160388" h="163018">
                <a:moveTo>
                  <a:pt x="80195" y="163018"/>
                </a:moveTo>
                <a:cubicBezTo>
                  <a:pt x="35905" y="163018"/>
                  <a:pt x="0" y="126525"/>
                  <a:pt x="0" y="81510"/>
                </a:cubicBezTo>
                <a:cubicBezTo>
                  <a:pt x="0" y="36493"/>
                  <a:pt x="35905" y="0"/>
                  <a:pt x="80195" y="0"/>
                </a:cubicBezTo>
                <a:cubicBezTo>
                  <a:pt x="124485" y="0"/>
                  <a:pt x="160388" y="36493"/>
                  <a:pt x="160388" y="81510"/>
                </a:cubicBezTo>
                <a:cubicBezTo>
                  <a:pt x="160388" y="126525"/>
                  <a:pt x="124485" y="163018"/>
                  <a:pt x="80195" y="163018"/>
                </a:cubicBezTo>
              </a:path>
            </a:pathLst>
          </a:custGeom>
          <a:solidFill xmlns:a="http://schemas.openxmlformats.org/drawingml/2006/main">
            <a:srgbClr val="FFD2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CBEB9C23-3C89-4443-AEE1-6CEBBA04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645" y="1762317"/>
            <a:ext cx="160388" cy="163017"/>
          </a:xfrm>
          <a:custGeom xmlns:a="http://schemas.openxmlformats.org/drawingml/2006/main">
            <a:pathLst>
              <a:path w="160388" h="163017">
                <a:moveTo>
                  <a:pt x="80194" y="163017"/>
                </a:moveTo>
                <a:cubicBezTo>
                  <a:pt x="35904" y="163017"/>
                  <a:pt x="0" y="126525"/>
                  <a:pt x="0" y="81508"/>
                </a:cubicBezTo>
                <a:cubicBezTo>
                  <a:pt x="0" y="36493"/>
                  <a:pt x="35904" y="0"/>
                  <a:pt x="80194" y="0"/>
                </a:cubicBezTo>
                <a:cubicBezTo>
                  <a:pt x="124484" y="0"/>
                  <a:pt x="160388" y="36493"/>
                  <a:pt x="160388" y="81508"/>
                </a:cubicBezTo>
                <a:cubicBezTo>
                  <a:pt x="160388" y="126525"/>
                  <a:pt x="124484" y="163017"/>
                  <a:pt x="80194" y="16301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01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AA82B44F-9A8D-4AF8-8999-8F1EF5E4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5059" y="1762317"/>
            <a:ext cx="160389" cy="163017"/>
          </a:xfrm>
          <a:custGeom xmlns:a="http://schemas.openxmlformats.org/drawingml/2006/main">
            <a:pathLst>
              <a:path w="160389" h="163017">
                <a:moveTo>
                  <a:pt x="80195" y="163017"/>
                </a:moveTo>
                <a:cubicBezTo>
                  <a:pt x="35906" y="163017"/>
                  <a:pt x="0" y="126525"/>
                  <a:pt x="0" y="81508"/>
                </a:cubicBezTo>
                <a:cubicBezTo>
                  <a:pt x="0" y="36493"/>
                  <a:pt x="35906" y="0"/>
                  <a:pt x="80195" y="0"/>
                </a:cubicBezTo>
                <a:cubicBezTo>
                  <a:pt x="124485" y="0"/>
                  <a:pt x="160389" y="36493"/>
                  <a:pt x="160389" y="81508"/>
                </a:cubicBezTo>
                <a:cubicBezTo>
                  <a:pt x="160389" y="126525"/>
                  <a:pt x="124485" y="163017"/>
                  <a:pt x="80195" y="163017"/>
                </a:cubicBezTo>
              </a:path>
            </a:pathLst>
          </a:custGeom>
          <a:solidFill xmlns:a="http://schemas.openxmlformats.org/drawingml/2006/main">
            <a:srgbClr val="FFD2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E04C717E-D32B-42F5-9812-1391974A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5059" y="1762317"/>
            <a:ext cx="160389" cy="163017"/>
          </a:xfrm>
          <a:custGeom xmlns:a="http://schemas.openxmlformats.org/drawingml/2006/main">
            <a:pathLst>
              <a:path w="160389" h="163017">
                <a:moveTo>
                  <a:pt x="80194" y="163017"/>
                </a:moveTo>
                <a:cubicBezTo>
                  <a:pt x="35905" y="163017"/>
                  <a:pt x="0" y="126525"/>
                  <a:pt x="0" y="81508"/>
                </a:cubicBezTo>
                <a:cubicBezTo>
                  <a:pt x="0" y="36493"/>
                  <a:pt x="35905" y="0"/>
                  <a:pt x="80194" y="0"/>
                </a:cubicBezTo>
                <a:cubicBezTo>
                  <a:pt x="124484" y="0"/>
                  <a:pt x="160389" y="36493"/>
                  <a:pt x="160389" y="81508"/>
                </a:cubicBezTo>
                <a:cubicBezTo>
                  <a:pt x="160389" y="126525"/>
                  <a:pt x="124484" y="163017"/>
                  <a:pt x="80194" y="16301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03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2D4AAF28-0E89-472A-A3D2-D5A54AE0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663" y="1291669"/>
            <a:ext cx="160388" cy="163018"/>
          </a:xfrm>
          <a:custGeom xmlns:a="http://schemas.openxmlformats.org/drawingml/2006/main">
            <a:pathLst>
              <a:path w="160388" h="163018">
                <a:moveTo>
                  <a:pt x="80193" y="163018"/>
                </a:moveTo>
                <a:cubicBezTo>
                  <a:pt x="35904" y="163018"/>
                  <a:pt x="0" y="126526"/>
                  <a:pt x="0" y="81510"/>
                </a:cubicBezTo>
                <a:cubicBezTo>
                  <a:pt x="0" y="36493"/>
                  <a:pt x="35904" y="0"/>
                  <a:pt x="80193" y="0"/>
                </a:cubicBezTo>
                <a:cubicBezTo>
                  <a:pt x="124483" y="0"/>
                  <a:pt x="160388" y="36493"/>
                  <a:pt x="160388" y="81510"/>
                </a:cubicBezTo>
                <a:cubicBezTo>
                  <a:pt x="160388" y="126526"/>
                  <a:pt x="124483" y="163018"/>
                  <a:pt x="80193" y="163018"/>
                </a:cubicBezTo>
              </a:path>
            </a:pathLst>
          </a:custGeom>
          <a:solidFill xmlns:a="http://schemas.openxmlformats.org/drawingml/2006/main">
            <a:srgbClr val="FFD2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426F177C-7789-44FE-9353-6FCDB12D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663" y="1291669"/>
            <a:ext cx="160388" cy="163018"/>
          </a:xfrm>
          <a:custGeom xmlns:a="http://schemas.openxmlformats.org/drawingml/2006/main">
            <a:pathLst>
              <a:path w="160388" h="163018">
                <a:moveTo>
                  <a:pt x="80194" y="163018"/>
                </a:moveTo>
                <a:cubicBezTo>
                  <a:pt x="35904" y="163018"/>
                  <a:pt x="0" y="126525"/>
                  <a:pt x="0" y="81509"/>
                </a:cubicBezTo>
                <a:cubicBezTo>
                  <a:pt x="0" y="36493"/>
                  <a:pt x="35904" y="0"/>
                  <a:pt x="80194" y="0"/>
                </a:cubicBezTo>
                <a:cubicBezTo>
                  <a:pt x="124484" y="0"/>
                  <a:pt x="160388" y="36493"/>
                  <a:pt x="160388" y="81509"/>
                </a:cubicBezTo>
                <a:cubicBezTo>
                  <a:pt x="160388" y="126525"/>
                  <a:pt x="124484" y="163018"/>
                  <a:pt x="80194" y="16301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05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E0FECC7D-B694-405B-A37D-25DF59C6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2000" y="1291669"/>
            <a:ext cx="163018" cy="163018"/>
          </a:xfrm>
          <a:custGeom xmlns:a="http://schemas.openxmlformats.org/drawingml/2006/main">
            <a:pathLst>
              <a:path w="163018" h="163018">
                <a:moveTo>
                  <a:pt x="81508" y="163018"/>
                </a:moveTo>
                <a:cubicBezTo>
                  <a:pt x="36493" y="163018"/>
                  <a:pt x="0" y="126525"/>
                  <a:pt x="0" y="81509"/>
                </a:cubicBezTo>
                <a:cubicBezTo>
                  <a:pt x="0" y="36493"/>
                  <a:pt x="36493" y="0"/>
                  <a:pt x="81508" y="0"/>
                </a:cubicBezTo>
                <a:cubicBezTo>
                  <a:pt x="126525" y="0"/>
                  <a:pt x="163018" y="36493"/>
                  <a:pt x="163018" y="81509"/>
                </a:cubicBezTo>
                <a:cubicBezTo>
                  <a:pt x="163018" y="126525"/>
                  <a:pt x="126525" y="163018"/>
                  <a:pt x="81508" y="163018"/>
                </a:cubicBezTo>
              </a:path>
            </a:pathLst>
          </a:custGeom>
          <a:solidFill xmlns:a="http://schemas.openxmlformats.org/drawingml/2006/main">
            <a:srgbClr val="FFD2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51DEA184-9CED-4F36-B8FF-FDECF230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2000" y="1291669"/>
            <a:ext cx="163017" cy="163018"/>
          </a:xfrm>
          <a:custGeom xmlns:a="http://schemas.openxmlformats.org/drawingml/2006/main">
            <a:pathLst>
              <a:path w="163017" h="163018">
                <a:moveTo>
                  <a:pt x="81509" y="163018"/>
                </a:moveTo>
                <a:cubicBezTo>
                  <a:pt x="36493" y="163018"/>
                  <a:pt x="0" y="126525"/>
                  <a:pt x="0" y="81509"/>
                </a:cubicBezTo>
                <a:cubicBezTo>
                  <a:pt x="0" y="36493"/>
                  <a:pt x="36493" y="0"/>
                  <a:pt x="81509" y="0"/>
                </a:cubicBezTo>
                <a:cubicBezTo>
                  <a:pt x="126525" y="0"/>
                  <a:pt x="163017" y="36493"/>
                  <a:pt x="163017" y="81509"/>
                </a:cubicBezTo>
                <a:cubicBezTo>
                  <a:pt x="163017" y="126525"/>
                  <a:pt x="126525" y="163018"/>
                  <a:pt x="81509" y="16301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07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049598AA-C44A-492F-9CB6-A5ECB28E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446" y="1454688"/>
            <a:ext cx="135249" cy="309009"/>
          </a:xfrm>
          <a:custGeom xmlns:a="http://schemas.openxmlformats.org/drawingml/2006/main">
            <a:pathLst>
              <a:path w="135249" h="309009">
                <a:moveTo>
                  <a:pt x="0" y="309009"/>
                </a:moveTo>
                <a:lnTo>
                  <a:pt x="1352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08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38381DF7-2017-4A68-8775-A7E22A51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446" y="1454688"/>
            <a:ext cx="417968" cy="309009"/>
          </a:xfrm>
          <a:custGeom xmlns:a="http://schemas.openxmlformats.org/drawingml/2006/main">
            <a:pathLst>
              <a:path w="417968" h="309009">
                <a:moveTo>
                  <a:pt x="0" y="309009"/>
                </a:moveTo>
                <a:lnTo>
                  <a:pt x="417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09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F01FD9C7-236C-4373-8139-07DFB9AE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9542" y="1454686"/>
            <a:ext cx="142004" cy="309009"/>
          </a:xfrm>
          <a:custGeom xmlns:a="http://schemas.openxmlformats.org/drawingml/2006/main">
            <a:pathLst>
              <a:path w="142004" h="309009">
                <a:moveTo>
                  <a:pt x="142004" y="30900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10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7363FFC1-FDB6-4720-BB8D-06A64EE7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509" y="1454686"/>
            <a:ext cx="112794" cy="309009"/>
          </a:xfrm>
          <a:custGeom xmlns:a="http://schemas.openxmlformats.org/drawingml/2006/main">
            <a:pathLst>
              <a:path w="112794" h="309009">
                <a:moveTo>
                  <a:pt x="112794" y="30900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11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B83FE2A5-099A-4B61-A1E1-62FD3138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1524" y="1454686"/>
            <a:ext cx="140715" cy="309009"/>
          </a:xfrm>
          <a:custGeom xmlns:a="http://schemas.openxmlformats.org/drawingml/2006/main">
            <a:pathLst>
              <a:path w="140715" h="309009">
                <a:moveTo>
                  <a:pt x="0" y="309009"/>
                </a:moveTo>
                <a:lnTo>
                  <a:pt x="1407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12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26BDCD8A-8219-48EF-8E12-3CFBE579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9542" y="1454688"/>
            <a:ext cx="395513" cy="309009"/>
          </a:xfrm>
          <a:custGeom xmlns:a="http://schemas.openxmlformats.org/drawingml/2006/main">
            <a:pathLst>
              <a:path w="395513" h="309009">
                <a:moveTo>
                  <a:pt x="395513" y="30900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13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A10C5720-0443-493C-94C4-9D2ECFCD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964" y="4360080"/>
            <a:ext cx="1296252" cy="985994"/>
          </a:xfrm>
          <a:custGeom xmlns:a="http://schemas.openxmlformats.org/drawingml/2006/main">
            <a:pathLst>
              <a:path w="1296252" h="985994">
                <a:moveTo>
                  <a:pt x="0" y="164335"/>
                </a:moveTo>
                <a:cubicBezTo>
                  <a:pt x="0" y="73576"/>
                  <a:pt x="73575" y="0"/>
                  <a:pt x="164335" y="0"/>
                </a:cubicBezTo>
                <a:lnTo>
                  <a:pt x="1131917" y="0"/>
                </a:lnTo>
                <a:cubicBezTo>
                  <a:pt x="1222678" y="0"/>
                  <a:pt x="1296252" y="73576"/>
                  <a:pt x="1296252" y="164335"/>
                </a:cubicBezTo>
                <a:lnTo>
                  <a:pt x="1296252" y="821659"/>
                </a:lnTo>
                <a:cubicBezTo>
                  <a:pt x="1296252" y="912419"/>
                  <a:pt x="1222678" y="985994"/>
                  <a:pt x="1131917" y="985994"/>
                </a:cubicBezTo>
                <a:lnTo>
                  <a:pt x="164335" y="985994"/>
                </a:lnTo>
                <a:cubicBezTo>
                  <a:pt x="73575" y="985994"/>
                  <a:pt x="0" y="912419"/>
                  <a:pt x="0" y="821659"/>
                </a:cubicBezTo>
                <a:lnTo>
                  <a:pt x="0" y="16433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B6EEAF52-034C-46BF-A77C-E645CE46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964" y="4360080"/>
            <a:ext cx="1296252" cy="985993"/>
          </a:xfrm>
          <a:custGeom xmlns:a="http://schemas.openxmlformats.org/drawingml/2006/main">
            <a:pathLst>
              <a:path w="1296252" h="985993">
                <a:moveTo>
                  <a:pt x="0" y="164335"/>
                </a:moveTo>
                <a:cubicBezTo>
                  <a:pt x="0" y="73575"/>
                  <a:pt x="73576" y="0"/>
                  <a:pt x="164335" y="0"/>
                </a:cubicBezTo>
                <a:lnTo>
                  <a:pt x="1131917" y="0"/>
                </a:lnTo>
                <a:cubicBezTo>
                  <a:pt x="1222677" y="0"/>
                  <a:pt x="1296252" y="73575"/>
                  <a:pt x="1296252" y="164335"/>
                </a:cubicBezTo>
                <a:lnTo>
                  <a:pt x="1296252" y="821658"/>
                </a:lnTo>
                <a:cubicBezTo>
                  <a:pt x="1296252" y="912418"/>
                  <a:pt x="1222677" y="985993"/>
                  <a:pt x="1131917" y="985993"/>
                </a:cubicBezTo>
                <a:lnTo>
                  <a:pt x="164335" y="985993"/>
                </a:lnTo>
                <a:cubicBezTo>
                  <a:pt x="73576" y="985993"/>
                  <a:pt x="0" y="912418"/>
                  <a:pt x="0" y="821658"/>
                </a:cubicBezTo>
                <a:lnTo>
                  <a:pt x="0" y="164335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15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37A6A27D-FB9D-4A22-B719-B58E1354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964" y="4349564"/>
            <a:ext cx="1296252" cy="265561"/>
          </a:xfrm>
          <a:custGeom xmlns:a="http://schemas.openxmlformats.org/drawingml/2006/main">
            <a:pathLst>
              <a:path w="1296252" h="265561">
                <a:moveTo>
                  <a:pt x="164073" y="0"/>
                </a:moveTo>
                <a:lnTo>
                  <a:pt x="1132180" y="0"/>
                </a:lnTo>
                <a:cubicBezTo>
                  <a:pt x="1222795" y="0"/>
                  <a:pt x="1296252" y="48712"/>
                  <a:pt x="1296252" y="108800"/>
                </a:cubicBezTo>
                <a:lnTo>
                  <a:pt x="1296252" y="265561"/>
                </a:lnTo>
                <a:lnTo>
                  <a:pt x="0" y="265561"/>
                </a:lnTo>
                <a:lnTo>
                  <a:pt x="0" y="108800"/>
                </a:lnTo>
                <a:cubicBezTo>
                  <a:pt x="0" y="48712"/>
                  <a:pt x="73457" y="0"/>
                  <a:pt x="164073" y="0"/>
                </a:cubicBezTo>
              </a:path>
            </a:pathLst>
          </a:custGeom>
          <a:solidFill xmlns:a="http://schemas.openxmlformats.org/drawingml/2006/main">
            <a:srgbClr val="F8A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96E13A07-9326-4886-B6B7-F71EA153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964" y="4349564"/>
            <a:ext cx="1296252" cy="265561"/>
          </a:xfrm>
          <a:custGeom xmlns:a="http://schemas.openxmlformats.org/drawingml/2006/main">
            <a:pathLst>
              <a:path w="1296252" h="265561">
                <a:moveTo>
                  <a:pt x="164073" y="0"/>
                </a:moveTo>
                <a:lnTo>
                  <a:pt x="1132180" y="0"/>
                </a:lnTo>
                <a:cubicBezTo>
                  <a:pt x="1222795" y="0"/>
                  <a:pt x="1296252" y="48712"/>
                  <a:pt x="1296252" y="108801"/>
                </a:cubicBezTo>
                <a:lnTo>
                  <a:pt x="1296252" y="265561"/>
                </a:lnTo>
                <a:lnTo>
                  <a:pt x="0" y="265561"/>
                </a:lnTo>
                <a:lnTo>
                  <a:pt x="0" y="108801"/>
                </a:lnTo>
                <a:cubicBezTo>
                  <a:pt x="0" y="48712"/>
                  <a:pt x="73457" y="0"/>
                  <a:pt x="16407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17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470368EF-AD1F-4612-AE59-755E8532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078" y="4385572"/>
            <a:ext cx="555185" cy="218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</p:txBody>
      </p:sp>
      <p:sp>
        <p:nvSpPr>
          <p:cNvPr id="118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2EB05D3F-E0A0-4E4C-8C64-07F98479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524" y="5130470"/>
            <a:ext cx="160388" cy="163019"/>
          </a:xfrm>
          <a:custGeom xmlns:a="http://schemas.openxmlformats.org/drawingml/2006/main">
            <a:pathLst>
              <a:path w="160388" h="163019">
                <a:moveTo>
                  <a:pt x="80194" y="163019"/>
                </a:moveTo>
                <a:cubicBezTo>
                  <a:pt x="35905" y="163019"/>
                  <a:pt x="0" y="126525"/>
                  <a:pt x="0" y="81509"/>
                </a:cubicBezTo>
                <a:cubicBezTo>
                  <a:pt x="0" y="36493"/>
                  <a:pt x="35905" y="0"/>
                  <a:pt x="80194" y="0"/>
                </a:cubicBezTo>
                <a:cubicBezTo>
                  <a:pt x="124484" y="0"/>
                  <a:pt x="160388" y="36493"/>
                  <a:pt x="160388" y="81509"/>
                </a:cubicBezTo>
                <a:cubicBezTo>
                  <a:pt x="160388" y="126525"/>
                  <a:pt x="124484" y="163019"/>
                  <a:pt x="80194" y="163019"/>
                </a:cubicBezTo>
              </a:path>
            </a:pathLst>
          </a:custGeom>
          <a:solidFill xmlns:a="http://schemas.openxmlformats.org/drawingml/2006/main">
            <a:srgbClr val="F8A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CD1C37F4-005A-4141-9563-EE28EC43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524" y="5130471"/>
            <a:ext cx="160388" cy="163018"/>
          </a:xfrm>
          <a:custGeom xmlns:a="http://schemas.openxmlformats.org/drawingml/2006/main">
            <a:pathLst>
              <a:path w="160388" h="163018">
                <a:moveTo>
                  <a:pt x="80194" y="163018"/>
                </a:moveTo>
                <a:cubicBezTo>
                  <a:pt x="35904" y="163018"/>
                  <a:pt x="0" y="126525"/>
                  <a:pt x="0" y="81509"/>
                </a:cubicBezTo>
                <a:cubicBezTo>
                  <a:pt x="0" y="36493"/>
                  <a:pt x="35904" y="0"/>
                  <a:pt x="80194" y="0"/>
                </a:cubicBezTo>
                <a:cubicBezTo>
                  <a:pt x="124484" y="0"/>
                  <a:pt x="160388" y="36493"/>
                  <a:pt x="160388" y="81509"/>
                </a:cubicBezTo>
                <a:cubicBezTo>
                  <a:pt x="160388" y="126525"/>
                  <a:pt x="124484" y="163018"/>
                  <a:pt x="80194" y="16301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20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59114196-DBD5-40AE-BF19-13735B22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232" y="5130470"/>
            <a:ext cx="160388" cy="163019"/>
          </a:xfrm>
          <a:custGeom xmlns:a="http://schemas.openxmlformats.org/drawingml/2006/main">
            <a:pathLst>
              <a:path w="160388" h="163019">
                <a:moveTo>
                  <a:pt x="80194" y="163019"/>
                </a:moveTo>
                <a:cubicBezTo>
                  <a:pt x="35906" y="163019"/>
                  <a:pt x="0" y="126525"/>
                  <a:pt x="0" y="81509"/>
                </a:cubicBezTo>
                <a:cubicBezTo>
                  <a:pt x="0" y="36493"/>
                  <a:pt x="35906" y="0"/>
                  <a:pt x="80194" y="0"/>
                </a:cubicBezTo>
                <a:cubicBezTo>
                  <a:pt x="124484" y="0"/>
                  <a:pt x="160388" y="36493"/>
                  <a:pt x="160388" y="81509"/>
                </a:cubicBezTo>
                <a:cubicBezTo>
                  <a:pt x="160388" y="126525"/>
                  <a:pt x="124484" y="163019"/>
                  <a:pt x="80194" y="163019"/>
                </a:cubicBezTo>
              </a:path>
            </a:pathLst>
          </a:custGeom>
          <a:solidFill xmlns:a="http://schemas.openxmlformats.org/drawingml/2006/main">
            <a:srgbClr val="F8A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ED8B5C57-E6D4-4724-A20E-840E4243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232" y="5130471"/>
            <a:ext cx="160388" cy="163018"/>
          </a:xfrm>
          <a:custGeom xmlns:a="http://schemas.openxmlformats.org/drawingml/2006/main">
            <a:pathLst>
              <a:path w="160388" h="163018">
                <a:moveTo>
                  <a:pt x="80194" y="163018"/>
                </a:moveTo>
                <a:cubicBezTo>
                  <a:pt x="35904" y="163018"/>
                  <a:pt x="0" y="126525"/>
                  <a:pt x="0" y="81509"/>
                </a:cubicBezTo>
                <a:cubicBezTo>
                  <a:pt x="0" y="36493"/>
                  <a:pt x="35904" y="0"/>
                  <a:pt x="80194" y="0"/>
                </a:cubicBezTo>
                <a:cubicBezTo>
                  <a:pt x="124484" y="0"/>
                  <a:pt x="160388" y="36493"/>
                  <a:pt x="160388" y="81509"/>
                </a:cubicBezTo>
                <a:cubicBezTo>
                  <a:pt x="160388" y="126525"/>
                  <a:pt x="124484" y="163018"/>
                  <a:pt x="80194" y="16301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22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7B5A1DE4-150B-48DE-8A65-77021CF4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7646" y="5130469"/>
            <a:ext cx="160389" cy="163018"/>
          </a:xfrm>
          <a:custGeom xmlns:a="http://schemas.openxmlformats.org/drawingml/2006/main">
            <a:pathLst>
              <a:path w="160389" h="163018">
                <a:moveTo>
                  <a:pt x="80194" y="163018"/>
                </a:moveTo>
                <a:cubicBezTo>
                  <a:pt x="35904" y="163018"/>
                  <a:pt x="0" y="126525"/>
                  <a:pt x="0" y="81509"/>
                </a:cubicBezTo>
                <a:cubicBezTo>
                  <a:pt x="0" y="36493"/>
                  <a:pt x="35904" y="0"/>
                  <a:pt x="80194" y="0"/>
                </a:cubicBezTo>
                <a:cubicBezTo>
                  <a:pt x="124484" y="0"/>
                  <a:pt x="160389" y="36493"/>
                  <a:pt x="160389" y="81509"/>
                </a:cubicBezTo>
                <a:cubicBezTo>
                  <a:pt x="160389" y="126525"/>
                  <a:pt x="124484" y="163018"/>
                  <a:pt x="80194" y="163018"/>
                </a:cubicBezTo>
              </a:path>
            </a:pathLst>
          </a:custGeom>
          <a:solidFill xmlns:a="http://schemas.openxmlformats.org/drawingml/2006/main">
            <a:srgbClr val="F8A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EAB8D54A-13EC-43C0-BD73-28AABEAA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7646" y="5130469"/>
            <a:ext cx="160389" cy="163018"/>
          </a:xfrm>
          <a:custGeom xmlns:a="http://schemas.openxmlformats.org/drawingml/2006/main">
            <a:pathLst>
              <a:path w="160389" h="163018">
                <a:moveTo>
                  <a:pt x="80194" y="163018"/>
                </a:moveTo>
                <a:cubicBezTo>
                  <a:pt x="35905" y="163018"/>
                  <a:pt x="0" y="126525"/>
                  <a:pt x="0" y="81509"/>
                </a:cubicBezTo>
                <a:cubicBezTo>
                  <a:pt x="0" y="36493"/>
                  <a:pt x="35905" y="0"/>
                  <a:pt x="80194" y="0"/>
                </a:cubicBezTo>
                <a:cubicBezTo>
                  <a:pt x="124484" y="0"/>
                  <a:pt x="160389" y="36493"/>
                  <a:pt x="160389" y="81509"/>
                </a:cubicBezTo>
                <a:cubicBezTo>
                  <a:pt x="160389" y="126525"/>
                  <a:pt x="124484" y="163018"/>
                  <a:pt x="80194" y="16301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24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80EE9824-2085-414E-9938-48DA2552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251" y="4659823"/>
            <a:ext cx="160386" cy="163018"/>
          </a:xfrm>
          <a:custGeom xmlns:a="http://schemas.openxmlformats.org/drawingml/2006/main">
            <a:pathLst>
              <a:path w="160386" h="163018">
                <a:moveTo>
                  <a:pt x="80193" y="163018"/>
                </a:moveTo>
                <a:cubicBezTo>
                  <a:pt x="35902" y="163018"/>
                  <a:pt x="0" y="126525"/>
                  <a:pt x="0" y="81508"/>
                </a:cubicBezTo>
                <a:cubicBezTo>
                  <a:pt x="0" y="36493"/>
                  <a:pt x="35902" y="0"/>
                  <a:pt x="80193" y="0"/>
                </a:cubicBezTo>
                <a:cubicBezTo>
                  <a:pt x="124483" y="0"/>
                  <a:pt x="160386" y="36493"/>
                  <a:pt x="160386" y="81508"/>
                </a:cubicBezTo>
                <a:cubicBezTo>
                  <a:pt x="160386" y="126525"/>
                  <a:pt x="124483" y="163018"/>
                  <a:pt x="80193" y="163018"/>
                </a:cubicBezTo>
              </a:path>
            </a:pathLst>
          </a:custGeom>
          <a:solidFill xmlns:a="http://schemas.openxmlformats.org/drawingml/2006/main">
            <a:srgbClr val="F8A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04662DA5-3B92-44C6-8677-B9B48EEC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251" y="4659823"/>
            <a:ext cx="160388" cy="163017"/>
          </a:xfrm>
          <a:custGeom xmlns:a="http://schemas.openxmlformats.org/drawingml/2006/main">
            <a:pathLst>
              <a:path w="160388" h="163017">
                <a:moveTo>
                  <a:pt x="80194" y="163017"/>
                </a:moveTo>
                <a:cubicBezTo>
                  <a:pt x="35904" y="163017"/>
                  <a:pt x="0" y="126525"/>
                  <a:pt x="0" y="81509"/>
                </a:cubicBezTo>
                <a:cubicBezTo>
                  <a:pt x="0" y="36493"/>
                  <a:pt x="35904" y="0"/>
                  <a:pt x="80194" y="0"/>
                </a:cubicBezTo>
                <a:cubicBezTo>
                  <a:pt x="124484" y="0"/>
                  <a:pt x="160388" y="36493"/>
                  <a:pt x="160388" y="81509"/>
                </a:cubicBezTo>
                <a:cubicBezTo>
                  <a:pt x="160388" y="126525"/>
                  <a:pt x="124484" y="163017"/>
                  <a:pt x="80194" y="16301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26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DE99C214-4DD5-4589-9C90-AD237576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585" y="4659824"/>
            <a:ext cx="160389" cy="163017"/>
          </a:xfrm>
          <a:custGeom xmlns:a="http://schemas.openxmlformats.org/drawingml/2006/main">
            <a:pathLst>
              <a:path w="160389" h="163017">
                <a:moveTo>
                  <a:pt x="80195" y="163017"/>
                </a:moveTo>
                <a:cubicBezTo>
                  <a:pt x="35905" y="163017"/>
                  <a:pt x="0" y="126524"/>
                  <a:pt x="0" y="81508"/>
                </a:cubicBezTo>
                <a:cubicBezTo>
                  <a:pt x="0" y="36493"/>
                  <a:pt x="35905" y="0"/>
                  <a:pt x="80195" y="0"/>
                </a:cubicBezTo>
                <a:cubicBezTo>
                  <a:pt x="124485" y="0"/>
                  <a:pt x="160389" y="36493"/>
                  <a:pt x="160389" y="81508"/>
                </a:cubicBezTo>
                <a:cubicBezTo>
                  <a:pt x="160389" y="126524"/>
                  <a:pt x="124485" y="163017"/>
                  <a:pt x="80195" y="163017"/>
                </a:cubicBezTo>
              </a:path>
            </a:pathLst>
          </a:custGeom>
          <a:solidFill xmlns:a="http://schemas.openxmlformats.org/drawingml/2006/main">
            <a:srgbClr val="F8A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7DE52CA8-FA4F-4A97-9FD9-EE476190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585" y="4659823"/>
            <a:ext cx="160389" cy="163017"/>
          </a:xfrm>
          <a:custGeom xmlns:a="http://schemas.openxmlformats.org/drawingml/2006/main">
            <a:pathLst>
              <a:path w="160389" h="163017">
                <a:moveTo>
                  <a:pt x="80194" y="163017"/>
                </a:moveTo>
                <a:cubicBezTo>
                  <a:pt x="35905" y="163017"/>
                  <a:pt x="0" y="126525"/>
                  <a:pt x="0" y="81509"/>
                </a:cubicBezTo>
                <a:cubicBezTo>
                  <a:pt x="0" y="36493"/>
                  <a:pt x="35905" y="0"/>
                  <a:pt x="80194" y="0"/>
                </a:cubicBezTo>
                <a:cubicBezTo>
                  <a:pt x="124484" y="0"/>
                  <a:pt x="160389" y="36493"/>
                  <a:pt x="160389" y="81509"/>
                </a:cubicBezTo>
                <a:cubicBezTo>
                  <a:pt x="160389" y="126525"/>
                  <a:pt x="124484" y="163017"/>
                  <a:pt x="80194" y="16301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28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913930A4-F22B-4321-A639-448262D0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8033" y="4822841"/>
            <a:ext cx="135249" cy="309009"/>
          </a:xfrm>
          <a:custGeom xmlns:a="http://schemas.openxmlformats.org/drawingml/2006/main">
            <a:pathLst>
              <a:path w="135249" h="309009">
                <a:moveTo>
                  <a:pt x="0" y="309009"/>
                </a:moveTo>
                <a:lnTo>
                  <a:pt x="1352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29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D24A0F10-592D-41F2-8CDD-74501384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8033" y="4822841"/>
            <a:ext cx="417968" cy="309009"/>
          </a:xfrm>
          <a:custGeom xmlns:a="http://schemas.openxmlformats.org/drawingml/2006/main">
            <a:pathLst>
              <a:path w="417968" h="309009">
                <a:moveTo>
                  <a:pt x="0" y="309009"/>
                </a:moveTo>
                <a:lnTo>
                  <a:pt x="417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30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E7A1C6EA-B49F-4C02-9875-7BEA1D68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129" y="4822841"/>
            <a:ext cx="142004" cy="309009"/>
          </a:xfrm>
          <a:custGeom xmlns:a="http://schemas.openxmlformats.org/drawingml/2006/main">
            <a:pathLst>
              <a:path w="142004" h="309009">
                <a:moveTo>
                  <a:pt x="142004" y="30900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31" name="pdf-path-164">
            <a:extLst xmlns:a="http://schemas.openxmlformats.org/drawingml/2006/main">
              <a:ext uri="{FF2B5EF4-FFF2-40B4-BE49-F238E27FC236}">
                <a16:creationId xmlns:a16="http://schemas.microsoft.com/office/drawing/2014/main" id="{41593EA4-866D-4953-A4BA-C10A55BD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096" y="4822841"/>
            <a:ext cx="112794" cy="309009"/>
          </a:xfrm>
          <a:custGeom xmlns:a="http://schemas.openxmlformats.org/drawingml/2006/main">
            <a:pathLst>
              <a:path w="112794" h="309009">
                <a:moveTo>
                  <a:pt x="112794" y="30900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32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E35DBDDD-0F7E-4FC3-8DDC-472A0C6C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4112" y="4822841"/>
            <a:ext cx="140715" cy="309009"/>
          </a:xfrm>
          <a:custGeom xmlns:a="http://schemas.openxmlformats.org/drawingml/2006/main">
            <a:pathLst>
              <a:path w="140715" h="309009">
                <a:moveTo>
                  <a:pt x="0" y="309009"/>
                </a:moveTo>
                <a:lnTo>
                  <a:pt x="1407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33" name="pdf-path-166">
            <a:extLst xmlns:a="http://schemas.openxmlformats.org/drawingml/2006/main">
              <a:ext uri="{FF2B5EF4-FFF2-40B4-BE49-F238E27FC236}">
                <a16:creationId xmlns:a16="http://schemas.microsoft.com/office/drawing/2014/main" id="{E71EA241-953A-4A68-83F7-B788A555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127" y="4822841"/>
            <a:ext cx="395513" cy="309009"/>
          </a:xfrm>
          <a:custGeom xmlns:a="http://schemas.openxmlformats.org/drawingml/2006/main">
            <a:pathLst>
              <a:path w="395513" h="309009">
                <a:moveTo>
                  <a:pt x="395513" y="30900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34" name="pdf-path-167">
            <a:extLst xmlns:a="http://schemas.openxmlformats.org/drawingml/2006/main">
              <a:ext uri="{FF2B5EF4-FFF2-40B4-BE49-F238E27FC236}">
                <a16:creationId xmlns:a16="http://schemas.microsoft.com/office/drawing/2014/main" id="{B72F513A-D2C2-4165-9BA0-5073D97D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165" y="2761456"/>
            <a:ext cx="176164" cy="709917"/>
          </a:xfrm>
          <a:custGeom xmlns:a="http://schemas.openxmlformats.org/drawingml/2006/main">
            <a:pathLst>
              <a:path w="176164" h="709917">
                <a:moveTo>
                  <a:pt x="0" y="88082"/>
                </a:moveTo>
                <a:lnTo>
                  <a:pt x="88083" y="0"/>
                </a:lnTo>
                <a:lnTo>
                  <a:pt x="176164" y="88082"/>
                </a:lnTo>
                <a:lnTo>
                  <a:pt x="132124" y="88082"/>
                </a:lnTo>
                <a:lnTo>
                  <a:pt x="132124" y="621834"/>
                </a:lnTo>
                <a:lnTo>
                  <a:pt x="176164" y="621834"/>
                </a:lnTo>
                <a:lnTo>
                  <a:pt x="88083" y="709917"/>
                </a:lnTo>
                <a:lnTo>
                  <a:pt x="0" y="621834"/>
                </a:lnTo>
                <a:lnTo>
                  <a:pt x="44041" y="621834"/>
                </a:lnTo>
                <a:lnTo>
                  <a:pt x="44041" y="88082"/>
                </a:lnTo>
                <a:lnTo>
                  <a:pt x="0" y="88082"/>
                </a:lnTo>
              </a:path>
            </a:pathLst>
          </a:custGeom>
          <a:solidFill xmlns:a="http://schemas.openxmlformats.org/drawingml/2006/main">
            <a:srgbClr val="F982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df-path-168">
            <a:extLst xmlns:a="http://schemas.openxmlformats.org/drawingml/2006/main">
              <a:ext uri="{FF2B5EF4-FFF2-40B4-BE49-F238E27FC236}">
                <a16:creationId xmlns:a16="http://schemas.microsoft.com/office/drawing/2014/main" id="{960E654A-3620-4018-AD3C-0E589859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165" y="2761456"/>
            <a:ext cx="176164" cy="709916"/>
          </a:xfrm>
          <a:custGeom xmlns:a="http://schemas.openxmlformats.org/drawingml/2006/main">
            <a:pathLst>
              <a:path w="176164" h="709916">
                <a:moveTo>
                  <a:pt x="0" y="88082"/>
                </a:moveTo>
                <a:lnTo>
                  <a:pt x="88082" y="0"/>
                </a:lnTo>
                <a:lnTo>
                  <a:pt x="176164" y="88082"/>
                </a:lnTo>
                <a:lnTo>
                  <a:pt x="132123" y="88082"/>
                </a:lnTo>
                <a:lnTo>
                  <a:pt x="132123" y="621834"/>
                </a:lnTo>
                <a:lnTo>
                  <a:pt x="176164" y="621834"/>
                </a:lnTo>
                <a:lnTo>
                  <a:pt x="88082" y="709916"/>
                </a:lnTo>
                <a:lnTo>
                  <a:pt x="0" y="621834"/>
                </a:lnTo>
                <a:lnTo>
                  <a:pt x="44041" y="621834"/>
                </a:lnTo>
                <a:lnTo>
                  <a:pt x="44041" y="88082"/>
                </a:lnTo>
                <a:lnTo>
                  <a:pt x="0" y="88082"/>
                </a:lnTo>
              </a:path>
            </a:pathLst>
          </a:custGeom>
          <a:noFill xmlns:a="http://schemas.openxmlformats.org/drawingml/2006/main"/>
          <a:ln xmlns:a="http://schemas.openxmlformats.org/drawingml/2006/main" w="12051">
            <a:solidFill>
              <a:srgbClr val="000000"/>
            </a:solidFill>
            <a:prstDash val="solid"/>
          </a:ln>
        </p:spPr>
      </p:sp>
      <p:sp>
        <p:nvSpPr>
          <p:cNvPr id="136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390B87D4-D1B4-4290-82DD-8E759CFF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883" y="3025575"/>
            <a:ext cx="907416" cy="241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minimize</a:t>
            </a:r>
          </a:p>
        </p:txBody>
      </p:sp>
      <p:sp>
        <p:nvSpPr>
          <p:cNvPr id="137" name="pdf-path-170">
            <a:extLst xmlns:a="http://schemas.openxmlformats.org/drawingml/2006/main">
              <a:ext uri="{FF2B5EF4-FFF2-40B4-BE49-F238E27FC236}">
                <a16:creationId xmlns:a16="http://schemas.microsoft.com/office/drawing/2014/main" id="{3D34A343-F261-4BF5-92FF-A7DCA167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940" y="4862281"/>
            <a:ext cx="1640693" cy="407120"/>
          </a:xfrm>
          <a:custGeom xmlns:a="http://schemas.openxmlformats.org/drawingml/2006/main">
            <a:pathLst>
              <a:path w="1640693" h="407120">
                <a:moveTo>
                  <a:pt x="0" y="0"/>
                </a:moveTo>
                <a:cubicBezTo>
                  <a:pt x="235034" y="180296"/>
                  <a:pt x="470068" y="360593"/>
                  <a:pt x="743517" y="383856"/>
                </a:cubicBezTo>
                <a:cubicBezTo>
                  <a:pt x="1016966" y="407120"/>
                  <a:pt x="1328829" y="273353"/>
                  <a:pt x="1640693" y="1395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7CAB61"/>
            </a:solidFill>
            <a:prstDash val="dash"/>
          </a:ln>
        </p:spPr>
      </p:sp>
      <p:sp>
        <p:nvSpPr>
          <p:cNvPr id="138" name="pdf-path-171">
            <a:extLst xmlns:a="http://schemas.openxmlformats.org/drawingml/2006/main">
              <a:ext uri="{FF2B5EF4-FFF2-40B4-BE49-F238E27FC236}">
                <a16:creationId xmlns:a16="http://schemas.microsoft.com/office/drawing/2014/main" id="{B3C86AA8-688C-4049-8FF1-E543C7F1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334" y="4232559"/>
            <a:ext cx="78879" cy="76249"/>
          </a:xfrm>
          <a:custGeom xmlns:a="http://schemas.openxmlformats.org/drawingml/2006/main">
            <a:pathLst>
              <a:path w="78879" h="76249">
                <a:moveTo>
                  <a:pt x="0" y="38124"/>
                </a:moveTo>
                <a:cubicBezTo>
                  <a:pt x="0" y="17069"/>
                  <a:pt x="17657" y="0"/>
                  <a:pt x="39439" y="0"/>
                </a:cubicBezTo>
                <a:cubicBezTo>
                  <a:pt x="61221" y="0"/>
                  <a:pt x="78879" y="17069"/>
                  <a:pt x="78879" y="38124"/>
                </a:cubicBezTo>
                <a:cubicBezTo>
                  <a:pt x="78879" y="59180"/>
                  <a:pt x="61221" y="76249"/>
                  <a:pt x="39439" y="76249"/>
                </a:cubicBezTo>
                <a:cubicBezTo>
                  <a:pt x="17657" y="76249"/>
                  <a:pt x="0" y="59180"/>
                  <a:pt x="0" y="3812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df-path-172">
            <a:extLst xmlns:a="http://schemas.openxmlformats.org/drawingml/2006/main">
              <a:ext uri="{FF2B5EF4-FFF2-40B4-BE49-F238E27FC236}">
                <a16:creationId xmlns:a16="http://schemas.microsoft.com/office/drawing/2014/main" id="{BDD2866F-7132-4589-B90F-E5F32933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377" y="5726010"/>
            <a:ext cx="78879" cy="78880"/>
          </a:xfrm>
          <a:custGeom xmlns:a="http://schemas.openxmlformats.org/drawingml/2006/main">
            <a:pathLst>
              <a:path w="78879" h="78880">
                <a:moveTo>
                  <a:pt x="0" y="39440"/>
                </a:moveTo>
                <a:cubicBezTo>
                  <a:pt x="0" y="17658"/>
                  <a:pt x="17657" y="0"/>
                  <a:pt x="39439" y="0"/>
                </a:cubicBezTo>
                <a:cubicBezTo>
                  <a:pt x="61222" y="0"/>
                  <a:pt x="78879" y="17658"/>
                  <a:pt x="78879" y="39440"/>
                </a:cubicBezTo>
                <a:cubicBezTo>
                  <a:pt x="78879" y="61222"/>
                  <a:pt x="61222" y="78880"/>
                  <a:pt x="39439" y="78880"/>
                </a:cubicBezTo>
                <a:cubicBezTo>
                  <a:pt x="17657" y="78880"/>
                  <a:pt x="0" y="61222"/>
                  <a:pt x="0" y="3944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df-path-173">
            <a:extLst xmlns:a="http://schemas.openxmlformats.org/drawingml/2006/main">
              <a:ext uri="{FF2B5EF4-FFF2-40B4-BE49-F238E27FC236}">
                <a16:creationId xmlns:a16="http://schemas.microsoft.com/office/drawing/2014/main" id="{49693E12-BDDD-47C5-9DE7-4C501150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726" y="4583573"/>
            <a:ext cx="556322" cy="445635"/>
          </a:xfrm>
          <a:custGeom xmlns:a="http://schemas.openxmlformats.org/drawingml/2006/main">
            <a:pathLst>
              <a:path w="556322" h="445635">
                <a:moveTo>
                  <a:pt x="545060" y="445635"/>
                </a:moveTo>
                <a:lnTo>
                  <a:pt x="41503" y="44607"/>
                </a:lnTo>
                <a:lnTo>
                  <a:pt x="52764" y="30466"/>
                </a:lnTo>
                <a:lnTo>
                  <a:pt x="556322" y="431495"/>
                </a:lnTo>
                <a:lnTo>
                  <a:pt x="545060" y="445635"/>
                </a:lnTo>
                <a:moveTo>
                  <a:pt x="34037" y="73325"/>
                </a:moveTo>
                <a:lnTo>
                  <a:pt x="0" y="0"/>
                </a:lnTo>
                <a:lnTo>
                  <a:pt x="79084" y="16763"/>
                </a:lnTo>
                <a:lnTo>
                  <a:pt x="34037" y="7332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df-path-174">
            <a:extLst xmlns:a="http://schemas.openxmlformats.org/drawingml/2006/main">
              <a:ext uri="{FF2B5EF4-FFF2-40B4-BE49-F238E27FC236}">
                <a16:creationId xmlns:a16="http://schemas.microsoft.com/office/drawing/2014/main" id="{63A4A692-A4C6-498D-B958-D41D5167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766" y="5021868"/>
            <a:ext cx="74067" cy="691952"/>
          </a:xfrm>
          <a:custGeom xmlns:a="http://schemas.openxmlformats.org/drawingml/2006/main">
            <a:pathLst>
              <a:path w="74067" h="691952">
                <a:moveTo>
                  <a:pt x="18005" y="0"/>
                </a:moveTo>
                <a:lnTo>
                  <a:pt x="74067" y="631133"/>
                </a:lnTo>
                <a:lnTo>
                  <a:pt x="56060" y="632732"/>
                </a:lnTo>
                <a:lnTo>
                  <a:pt x="0" y="1599"/>
                </a:lnTo>
                <a:lnTo>
                  <a:pt x="18005" y="0"/>
                </a:lnTo>
                <a:moveTo>
                  <a:pt x="100009" y="616730"/>
                </a:moveTo>
                <a:lnTo>
                  <a:pt x="70395" y="691952"/>
                </a:lnTo>
                <a:lnTo>
                  <a:pt x="27986" y="623128"/>
                </a:lnTo>
                <a:lnTo>
                  <a:pt x="100009" y="61673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df-path-175">
            <a:extLst xmlns:a="http://schemas.openxmlformats.org/drawingml/2006/main">
              <a:ext uri="{FF2B5EF4-FFF2-40B4-BE49-F238E27FC236}">
                <a16:creationId xmlns:a16="http://schemas.microsoft.com/office/drawing/2014/main" id="{4DAC9E5B-C596-4322-A981-1A2FBAFE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834" y="249146"/>
            <a:ext cx="1149011" cy="307629"/>
          </a:xfrm>
          <a:custGeom xmlns:a="http://schemas.openxmlformats.org/drawingml/2006/main">
            <a:pathLst>
              <a:path w="1149011" h="307629">
                <a:moveTo>
                  <a:pt x="185778" y="0"/>
                </a:moveTo>
                <a:lnTo>
                  <a:pt x="963232" y="0"/>
                </a:lnTo>
                <a:cubicBezTo>
                  <a:pt x="1065835" y="0"/>
                  <a:pt x="1149011" y="65018"/>
                  <a:pt x="1149011" y="145221"/>
                </a:cubicBezTo>
                <a:lnTo>
                  <a:pt x="1149011" y="307629"/>
                </a:lnTo>
                <a:lnTo>
                  <a:pt x="0" y="307629"/>
                </a:lnTo>
                <a:lnTo>
                  <a:pt x="0" y="145221"/>
                </a:lnTo>
                <a:cubicBezTo>
                  <a:pt x="0" y="65018"/>
                  <a:pt x="83176" y="0"/>
                  <a:pt x="185778" y="0"/>
                </a:cubicBezTo>
              </a:path>
            </a:pathLst>
          </a:custGeom>
          <a:solidFill xmlns:a="http://schemas.openxmlformats.org/drawingml/2006/main">
            <a:srgbClr val="A9C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33094CE0-EB19-4A7D-847C-4BD434EF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456" y="307504"/>
            <a:ext cx="742581" cy="218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144" name="pdf-path-177">
            <a:extLst xmlns:a="http://schemas.openxmlformats.org/drawingml/2006/main">
              <a:ext uri="{FF2B5EF4-FFF2-40B4-BE49-F238E27FC236}">
                <a16:creationId xmlns:a16="http://schemas.microsoft.com/office/drawing/2014/main" id="{9A9F3F74-1612-4129-9283-FA6F853F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632" y="242572"/>
            <a:ext cx="1159528" cy="1112201"/>
          </a:xfrm>
          <a:custGeom xmlns:a="http://schemas.openxmlformats.org/drawingml/2006/main">
            <a:pathLst>
              <a:path w="1159528" h="1112201">
                <a:moveTo>
                  <a:pt x="0" y="185370"/>
                </a:moveTo>
                <a:cubicBezTo>
                  <a:pt x="0" y="82993"/>
                  <a:pt x="82993" y="0"/>
                  <a:pt x="185370" y="0"/>
                </a:cubicBezTo>
                <a:lnTo>
                  <a:pt x="974159" y="0"/>
                </a:lnTo>
                <a:cubicBezTo>
                  <a:pt x="1076535" y="0"/>
                  <a:pt x="1159528" y="82993"/>
                  <a:pt x="1159528" y="185370"/>
                </a:cubicBezTo>
                <a:lnTo>
                  <a:pt x="1159528" y="926831"/>
                </a:lnTo>
                <a:cubicBezTo>
                  <a:pt x="1159528" y="1029208"/>
                  <a:pt x="1076535" y="1112201"/>
                  <a:pt x="974159" y="1112201"/>
                </a:cubicBezTo>
                <a:lnTo>
                  <a:pt x="185370" y="1112201"/>
                </a:lnTo>
                <a:cubicBezTo>
                  <a:pt x="82993" y="1112201"/>
                  <a:pt x="0" y="1029208"/>
                  <a:pt x="0" y="926831"/>
                </a:cubicBezTo>
                <a:lnTo>
                  <a:pt x="0" y="18537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45" name="pdf-path-178">
            <a:extLst xmlns:a="http://schemas.openxmlformats.org/drawingml/2006/main">
              <a:ext uri="{FF2B5EF4-FFF2-40B4-BE49-F238E27FC236}">
                <a16:creationId xmlns:a16="http://schemas.microsoft.com/office/drawing/2014/main" id="{A4B0EE6D-B7B2-47E0-AE11-07ECFC97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596" y="652745"/>
            <a:ext cx="163018" cy="168277"/>
          </a:xfrm>
          <a:custGeom xmlns:a="http://schemas.openxmlformats.org/drawingml/2006/main">
            <a:pathLst>
              <a:path w="163018" h="168277">
                <a:moveTo>
                  <a:pt x="0" y="84138"/>
                </a:moveTo>
                <a:cubicBezTo>
                  <a:pt x="0" y="37670"/>
                  <a:pt x="36493" y="0"/>
                  <a:pt x="81509" y="0"/>
                </a:cubicBezTo>
                <a:cubicBezTo>
                  <a:pt x="126526" y="0"/>
                  <a:pt x="163018" y="37670"/>
                  <a:pt x="163018" y="84138"/>
                </a:cubicBezTo>
                <a:cubicBezTo>
                  <a:pt x="163018" y="130607"/>
                  <a:pt x="126526" y="168277"/>
                  <a:pt x="81509" y="168277"/>
                </a:cubicBezTo>
                <a:cubicBezTo>
                  <a:pt x="36493" y="168277"/>
                  <a:pt x="0" y="130607"/>
                  <a:pt x="0" y="84138"/>
                </a:cubicBezTo>
              </a:path>
            </a:pathLst>
          </a:custGeom>
          <a:solidFill xmlns:a="http://schemas.openxmlformats.org/drawingml/2006/main">
            <a:srgbClr val="219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df-path-179">
            <a:extLst xmlns:a="http://schemas.openxmlformats.org/drawingml/2006/main">
              <a:ext uri="{FF2B5EF4-FFF2-40B4-BE49-F238E27FC236}">
                <a16:creationId xmlns:a16="http://schemas.microsoft.com/office/drawing/2014/main" id="{8EBC919D-0CF5-4793-B516-2AA54FCE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596" y="652745"/>
            <a:ext cx="163017" cy="168276"/>
          </a:xfrm>
          <a:custGeom xmlns:a="http://schemas.openxmlformats.org/drawingml/2006/main">
            <a:pathLst>
              <a:path w="163017" h="168276">
                <a:moveTo>
                  <a:pt x="0" y="84138"/>
                </a:moveTo>
                <a:cubicBezTo>
                  <a:pt x="0" y="37670"/>
                  <a:pt x="36493" y="0"/>
                  <a:pt x="81509" y="0"/>
                </a:cubicBezTo>
                <a:cubicBezTo>
                  <a:pt x="126525" y="0"/>
                  <a:pt x="163017" y="37670"/>
                  <a:pt x="163017" y="84138"/>
                </a:cubicBezTo>
                <a:cubicBezTo>
                  <a:pt x="163017" y="130606"/>
                  <a:pt x="126525" y="168276"/>
                  <a:pt x="81509" y="168276"/>
                </a:cubicBezTo>
                <a:cubicBezTo>
                  <a:pt x="36493" y="168276"/>
                  <a:pt x="0" y="130606"/>
                  <a:pt x="0" y="8413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47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996F916D-4FA2-4B0C-9A92-16E2E633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596" y="863091"/>
            <a:ext cx="163018" cy="168276"/>
          </a:xfrm>
          <a:custGeom xmlns:a="http://schemas.openxmlformats.org/drawingml/2006/main">
            <a:pathLst>
              <a:path w="163018" h="168276">
                <a:moveTo>
                  <a:pt x="0" y="84138"/>
                </a:moveTo>
                <a:cubicBezTo>
                  <a:pt x="0" y="37670"/>
                  <a:pt x="36493" y="0"/>
                  <a:pt x="81509" y="0"/>
                </a:cubicBezTo>
                <a:cubicBezTo>
                  <a:pt x="126526" y="0"/>
                  <a:pt x="163018" y="37670"/>
                  <a:pt x="163018" y="84138"/>
                </a:cubicBezTo>
                <a:cubicBezTo>
                  <a:pt x="163018" y="130607"/>
                  <a:pt x="126526" y="168276"/>
                  <a:pt x="81509" y="168276"/>
                </a:cubicBezTo>
                <a:cubicBezTo>
                  <a:pt x="36493" y="168276"/>
                  <a:pt x="0" y="130607"/>
                  <a:pt x="0" y="84138"/>
                </a:cubicBezTo>
              </a:path>
            </a:pathLst>
          </a:custGeom>
          <a:solidFill xmlns:a="http://schemas.openxmlformats.org/drawingml/2006/main">
            <a:srgbClr val="219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df-path-181">
            <a:extLst xmlns:a="http://schemas.openxmlformats.org/drawingml/2006/main">
              <a:ext uri="{FF2B5EF4-FFF2-40B4-BE49-F238E27FC236}">
                <a16:creationId xmlns:a16="http://schemas.microsoft.com/office/drawing/2014/main" id="{3E239958-AEED-470F-91EF-030F536E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596" y="863091"/>
            <a:ext cx="163017" cy="168276"/>
          </a:xfrm>
          <a:custGeom xmlns:a="http://schemas.openxmlformats.org/drawingml/2006/main">
            <a:pathLst>
              <a:path w="163017" h="168276">
                <a:moveTo>
                  <a:pt x="0" y="84138"/>
                </a:moveTo>
                <a:cubicBezTo>
                  <a:pt x="0" y="37670"/>
                  <a:pt x="36493" y="0"/>
                  <a:pt x="81509" y="0"/>
                </a:cubicBezTo>
                <a:cubicBezTo>
                  <a:pt x="126525" y="0"/>
                  <a:pt x="163017" y="37670"/>
                  <a:pt x="163017" y="84138"/>
                </a:cubicBezTo>
                <a:cubicBezTo>
                  <a:pt x="163017" y="130606"/>
                  <a:pt x="126525" y="168276"/>
                  <a:pt x="81509" y="168276"/>
                </a:cubicBezTo>
                <a:cubicBezTo>
                  <a:pt x="36493" y="168276"/>
                  <a:pt x="0" y="130606"/>
                  <a:pt x="0" y="8413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49" name="pdf-path-182">
            <a:extLst xmlns:a="http://schemas.openxmlformats.org/drawingml/2006/main">
              <a:ext uri="{FF2B5EF4-FFF2-40B4-BE49-F238E27FC236}">
                <a16:creationId xmlns:a16="http://schemas.microsoft.com/office/drawing/2014/main" id="{7C58370B-6C12-452B-B64B-3D5F9B9F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596" y="1083952"/>
            <a:ext cx="163018" cy="168277"/>
          </a:xfrm>
          <a:custGeom xmlns:a="http://schemas.openxmlformats.org/drawingml/2006/main">
            <a:pathLst>
              <a:path w="163018" h="168277">
                <a:moveTo>
                  <a:pt x="0" y="84140"/>
                </a:moveTo>
                <a:cubicBezTo>
                  <a:pt x="0" y="37670"/>
                  <a:pt x="36493" y="0"/>
                  <a:pt x="81509" y="0"/>
                </a:cubicBezTo>
                <a:cubicBezTo>
                  <a:pt x="126526" y="0"/>
                  <a:pt x="163018" y="37670"/>
                  <a:pt x="163018" y="84140"/>
                </a:cubicBezTo>
                <a:cubicBezTo>
                  <a:pt x="163018" y="130608"/>
                  <a:pt x="126526" y="168277"/>
                  <a:pt x="81509" y="168277"/>
                </a:cubicBezTo>
                <a:cubicBezTo>
                  <a:pt x="36493" y="168277"/>
                  <a:pt x="0" y="130608"/>
                  <a:pt x="0" y="84140"/>
                </a:cubicBezTo>
              </a:path>
            </a:pathLst>
          </a:custGeom>
          <a:solidFill xmlns:a="http://schemas.openxmlformats.org/drawingml/2006/main">
            <a:srgbClr val="219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df-path-183">
            <a:extLst xmlns:a="http://schemas.openxmlformats.org/drawingml/2006/main">
              <a:ext uri="{FF2B5EF4-FFF2-40B4-BE49-F238E27FC236}">
                <a16:creationId xmlns:a16="http://schemas.microsoft.com/office/drawing/2014/main" id="{59E241B6-20EA-4DA2-852B-89ED0AC4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596" y="1083952"/>
            <a:ext cx="163017" cy="168277"/>
          </a:xfrm>
          <a:custGeom xmlns:a="http://schemas.openxmlformats.org/drawingml/2006/main">
            <a:pathLst>
              <a:path w="163017" h="168277">
                <a:moveTo>
                  <a:pt x="0" y="84138"/>
                </a:moveTo>
                <a:cubicBezTo>
                  <a:pt x="0" y="37670"/>
                  <a:pt x="36493" y="0"/>
                  <a:pt x="81509" y="0"/>
                </a:cubicBezTo>
                <a:cubicBezTo>
                  <a:pt x="126525" y="0"/>
                  <a:pt x="163017" y="37670"/>
                  <a:pt x="163017" y="84138"/>
                </a:cubicBezTo>
                <a:cubicBezTo>
                  <a:pt x="163017" y="130607"/>
                  <a:pt x="126525" y="168277"/>
                  <a:pt x="81509" y="168277"/>
                </a:cubicBezTo>
                <a:cubicBezTo>
                  <a:pt x="36493" y="168277"/>
                  <a:pt x="0" y="130607"/>
                  <a:pt x="0" y="8413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51" name="pdf-path-184">
            <a:extLst xmlns:a="http://schemas.openxmlformats.org/drawingml/2006/main">
              <a:ext uri="{FF2B5EF4-FFF2-40B4-BE49-F238E27FC236}">
                <a16:creationId xmlns:a16="http://schemas.microsoft.com/office/drawing/2014/main" id="{E304237D-29A1-407C-AB25-83A94661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6132" y="750030"/>
            <a:ext cx="163018" cy="165647"/>
          </a:xfrm>
          <a:custGeom xmlns:a="http://schemas.openxmlformats.org/drawingml/2006/main">
            <a:pathLst>
              <a:path w="163018" h="165647">
                <a:moveTo>
                  <a:pt x="0" y="82823"/>
                </a:moveTo>
                <a:cubicBezTo>
                  <a:pt x="0" y="37081"/>
                  <a:pt x="36493" y="0"/>
                  <a:pt x="81509" y="0"/>
                </a:cubicBezTo>
                <a:cubicBezTo>
                  <a:pt x="126525" y="0"/>
                  <a:pt x="163018" y="37081"/>
                  <a:pt x="163018" y="82823"/>
                </a:cubicBezTo>
                <a:cubicBezTo>
                  <a:pt x="163018" y="128565"/>
                  <a:pt x="126525" y="165647"/>
                  <a:pt x="81509" y="165647"/>
                </a:cubicBezTo>
                <a:cubicBezTo>
                  <a:pt x="36493" y="165647"/>
                  <a:pt x="0" y="128565"/>
                  <a:pt x="0" y="82823"/>
                </a:cubicBezTo>
              </a:path>
            </a:pathLst>
          </a:custGeom>
          <a:solidFill xmlns:a="http://schemas.openxmlformats.org/drawingml/2006/main">
            <a:srgbClr val="219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df-path-185">
            <a:extLst xmlns:a="http://schemas.openxmlformats.org/drawingml/2006/main">
              <a:ext uri="{FF2B5EF4-FFF2-40B4-BE49-F238E27FC236}">
                <a16:creationId xmlns:a16="http://schemas.microsoft.com/office/drawing/2014/main" id="{753667BC-979C-4716-B537-F4DB5EE4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6132" y="750030"/>
            <a:ext cx="163018" cy="165647"/>
          </a:xfrm>
          <a:custGeom xmlns:a="http://schemas.openxmlformats.org/drawingml/2006/main">
            <a:pathLst>
              <a:path w="163018" h="165647">
                <a:moveTo>
                  <a:pt x="0" y="82823"/>
                </a:moveTo>
                <a:cubicBezTo>
                  <a:pt x="0" y="37081"/>
                  <a:pt x="36493" y="0"/>
                  <a:pt x="81509" y="0"/>
                </a:cubicBezTo>
                <a:cubicBezTo>
                  <a:pt x="126525" y="0"/>
                  <a:pt x="163018" y="37081"/>
                  <a:pt x="163018" y="82823"/>
                </a:cubicBezTo>
                <a:cubicBezTo>
                  <a:pt x="163018" y="128565"/>
                  <a:pt x="126525" y="165647"/>
                  <a:pt x="81509" y="165647"/>
                </a:cubicBezTo>
                <a:cubicBezTo>
                  <a:pt x="36493" y="165647"/>
                  <a:pt x="0" y="128565"/>
                  <a:pt x="0" y="8282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53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89EB1D1E-452A-4792-A496-41DDF2C0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6132" y="1041885"/>
            <a:ext cx="163018" cy="168276"/>
          </a:xfrm>
          <a:custGeom xmlns:a="http://schemas.openxmlformats.org/drawingml/2006/main">
            <a:pathLst>
              <a:path w="163018" h="168276">
                <a:moveTo>
                  <a:pt x="0" y="84138"/>
                </a:moveTo>
                <a:cubicBezTo>
                  <a:pt x="0" y="37670"/>
                  <a:pt x="36493" y="0"/>
                  <a:pt x="81509" y="0"/>
                </a:cubicBezTo>
                <a:cubicBezTo>
                  <a:pt x="126525" y="0"/>
                  <a:pt x="163018" y="37670"/>
                  <a:pt x="163018" y="84138"/>
                </a:cubicBezTo>
                <a:cubicBezTo>
                  <a:pt x="163018" y="130605"/>
                  <a:pt x="126525" y="168276"/>
                  <a:pt x="81509" y="168276"/>
                </a:cubicBezTo>
                <a:cubicBezTo>
                  <a:pt x="36493" y="168276"/>
                  <a:pt x="0" y="130605"/>
                  <a:pt x="0" y="84138"/>
                </a:cubicBezTo>
              </a:path>
            </a:pathLst>
          </a:custGeom>
          <a:solidFill xmlns:a="http://schemas.openxmlformats.org/drawingml/2006/main">
            <a:srgbClr val="219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df-path-187">
            <a:extLst xmlns:a="http://schemas.openxmlformats.org/drawingml/2006/main">
              <a:ext uri="{FF2B5EF4-FFF2-40B4-BE49-F238E27FC236}">
                <a16:creationId xmlns:a16="http://schemas.microsoft.com/office/drawing/2014/main" id="{2A259354-DC76-4AC3-A642-7480FB42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6132" y="1041885"/>
            <a:ext cx="163018" cy="168276"/>
          </a:xfrm>
          <a:custGeom xmlns:a="http://schemas.openxmlformats.org/drawingml/2006/main">
            <a:pathLst>
              <a:path w="163018" h="168276">
                <a:moveTo>
                  <a:pt x="0" y="84138"/>
                </a:moveTo>
                <a:cubicBezTo>
                  <a:pt x="0" y="37670"/>
                  <a:pt x="36493" y="0"/>
                  <a:pt x="81509" y="0"/>
                </a:cubicBezTo>
                <a:cubicBezTo>
                  <a:pt x="126525" y="0"/>
                  <a:pt x="163018" y="37670"/>
                  <a:pt x="163018" y="84138"/>
                </a:cubicBezTo>
                <a:cubicBezTo>
                  <a:pt x="163018" y="130606"/>
                  <a:pt x="126525" y="168276"/>
                  <a:pt x="81509" y="168276"/>
                </a:cubicBezTo>
                <a:cubicBezTo>
                  <a:pt x="36493" y="168276"/>
                  <a:pt x="0" y="130606"/>
                  <a:pt x="0" y="8413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55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1552E9B2-41B1-41DB-873D-3CCFF4FC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614" y="736883"/>
            <a:ext cx="315089" cy="96360"/>
          </a:xfrm>
          <a:custGeom xmlns:a="http://schemas.openxmlformats.org/drawingml/2006/main">
            <a:pathLst>
              <a:path w="315089" h="96360">
                <a:moveTo>
                  <a:pt x="0" y="0"/>
                </a:moveTo>
                <a:lnTo>
                  <a:pt x="315089" y="9636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56" name="pdf-path-189">
            <a:extLst xmlns:a="http://schemas.openxmlformats.org/drawingml/2006/main">
              <a:ext uri="{FF2B5EF4-FFF2-40B4-BE49-F238E27FC236}">
                <a16:creationId xmlns:a16="http://schemas.microsoft.com/office/drawing/2014/main" id="{DAB93A06-BFB0-47C6-978F-E914612C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614" y="736883"/>
            <a:ext cx="315089" cy="389863"/>
          </a:xfrm>
          <a:custGeom xmlns:a="http://schemas.openxmlformats.org/drawingml/2006/main">
            <a:pathLst>
              <a:path w="315089" h="389863">
                <a:moveTo>
                  <a:pt x="0" y="0"/>
                </a:moveTo>
                <a:lnTo>
                  <a:pt x="315089" y="389863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57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674298D8-FA8A-4C69-8241-8B6082F4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614" y="831538"/>
            <a:ext cx="315089" cy="113675"/>
          </a:xfrm>
          <a:custGeom xmlns:a="http://schemas.openxmlformats.org/drawingml/2006/main">
            <a:pathLst>
              <a:path w="315089" h="113675">
                <a:moveTo>
                  <a:pt x="0" y="113675"/>
                </a:moveTo>
                <a:lnTo>
                  <a:pt x="31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58" name="pdf-path-191">
            <a:extLst xmlns:a="http://schemas.openxmlformats.org/drawingml/2006/main">
              <a:ext uri="{FF2B5EF4-FFF2-40B4-BE49-F238E27FC236}">
                <a16:creationId xmlns:a16="http://schemas.microsoft.com/office/drawing/2014/main" id="{8475423E-CFD6-4445-87C1-84E183D3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614" y="1126023"/>
            <a:ext cx="315089" cy="41482"/>
          </a:xfrm>
          <a:custGeom xmlns:a="http://schemas.openxmlformats.org/drawingml/2006/main">
            <a:pathLst>
              <a:path w="315089" h="41482">
                <a:moveTo>
                  <a:pt x="0" y="41482"/>
                </a:moveTo>
                <a:lnTo>
                  <a:pt x="31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59" name="pdf-path-192">
            <a:extLst xmlns:a="http://schemas.openxmlformats.org/drawingml/2006/main">
              <a:ext uri="{FF2B5EF4-FFF2-40B4-BE49-F238E27FC236}">
                <a16:creationId xmlns:a16="http://schemas.microsoft.com/office/drawing/2014/main" id="{ED76EC7B-C2B6-41A1-A7FB-A139A957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614" y="947229"/>
            <a:ext cx="315089" cy="179828"/>
          </a:xfrm>
          <a:custGeom xmlns:a="http://schemas.openxmlformats.org/drawingml/2006/main">
            <a:pathLst>
              <a:path w="315089" h="179828">
                <a:moveTo>
                  <a:pt x="0" y="0"/>
                </a:moveTo>
                <a:lnTo>
                  <a:pt x="315089" y="179828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60" name="pdf-path-193">
            <a:extLst xmlns:a="http://schemas.openxmlformats.org/drawingml/2006/main">
              <a:ext uri="{FF2B5EF4-FFF2-40B4-BE49-F238E27FC236}">
                <a16:creationId xmlns:a16="http://schemas.microsoft.com/office/drawing/2014/main" id="{E3D2B9EE-2F6B-476B-80BC-74CE0BDC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614" y="831540"/>
            <a:ext cx="315089" cy="334985"/>
          </a:xfrm>
          <a:custGeom xmlns:a="http://schemas.openxmlformats.org/drawingml/2006/main">
            <a:pathLst>
              <a:path w="315089" h="334985">
                <a:moveTo>
                  <a:pt x="0" y="334985"/>
                </a:moveTo>
                <a:lnTo>
                  <a:pt x="31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61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269C7608-C17B-43C3-9F83-1107FDB6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917" y="736883"/>
            <a:ext cx="185401" cy="95"/>
          </a:xfrm>
          <a:custGeom xmlns:a="http://schemas.openxmlformats.org/drawingml/2006/main">
            <a:pathLst>
              <a:path w="185401" h="95">
                <a:moveTo>
                  <a:pt x="0" y="0"/>
                </a:moveTo>
                <a:lnTo>
                  <a:pt x="185401" y="1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62" name="pdf-path-195">
            <a:extLst xmlns:a="http://schemas.openxmlformats.org/drawingml/2006/main">
              <a:ext uri="{FF2B5EF4-FFF2-40B4-BE49-F238E27FC236}">
                <a16:creationId xmlns:a16="http://schemas.microsoft.com/office/drawing/2014/main" id="{D1481D42-D386-4F34-93E5-0BA8DB8F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802" y="949858"/>
            <a:ext cx="185401" cy="95"/>
          </a:xfrm>
          <a:custGeom xmlns:a="http://schemas.openxmlformats.org/drawingml/2006/main">
            <a:pathLst>
              <a:path w="185401" h="95">
                <a:moveTo>
                  <a:pt x="0" y="0"/>
                </a:moveTo>
                <a:lnTo>
                  <a:pt x="185401" y="1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63" name="pdf-path-196">
            <a:extLst xmlns:a="http://schemas.openxmlformats.org/drawingml/2006/main">
              <a:ext uri="{FF2B5EF4-FFF2-40B4-BE49-F238E27FC236}">
                <a16:creationId xmlns:a16="http://schemas.microsoft.com/office/drawing/2014/main" id="{8EA4446D-3200-4031-ABA0-037DD3F1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917" y="1168092"/>
            <a:ext cx="185401" cy="95"/>
          </a:xfrm>
          <a:custGeom xmlns:a="http://schemas.openxmlformats.org/drawingml/2006/main">
            <a:pathLst>
              <a:path w="185401" h="95">
                <a:moveTo>
                  <a:pt x="0" y="0"/>
                </a:moveTo>
                <a:lnTo>
                  <a:pt x="185401" y="1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64" name="pdf-path-197">
            <a:extLst xmlns:a="http://schemas.openxmlformats.org/drawingml/2006/main">
              <a:ext uri="{FF2B5EF4-FFF2-40B4-BE49-F238E27FC236}">
                <a16:creationId xmlns:a16="http://schemas.microsoft.com/office/drawing/2014/main" id="{28A0CA04-79C9-4EF7-B19B-4F957CE8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150" y="814612"/>
            <a:ext cx="185403" cy="45193"/>
          </a:xfrm>
          <a:custGeom xmlns:a="http://schemas.openxmlformats.org/drawingml/2006/main">
            <a:pathLst>
              <a:path w="185403" h="45193">
                <a:moveTo>
                  <a:pt x="0" y="0"/>
                </a:moveTo>
                <a:lnTo>
                  <a:pt x="125146" y="1"/>
                </a:lnTo>
                <a:lnTo>
                  <a:pt x="125146" y="18078"/>
                </a:lnTo>
                <a:lnTo>
                  <a:pt x="0" y="18077"/>
                </a:lnTo>
                <a:lnTo>
                  <a:pt x="0" y="0"/>
                </a:lnTo>
                <a:moveTo>
                  <a:pt x="113095" y="-27113"/>
                </a:moveTo>
                <a:lnTo>
                  <a:pt x="185403" y="9040"/>
                </a:lnTo>
                <a:lnTo>
                  <a:pt x="113095" y="45193"/>
                </a:lnTo>
                <a:lnTo>
                  <a:pt x="113095" y="-271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df-path-198">
            <a:extLst xmlns:a="http://schemas.openxmlformats.org/drawingml/2006/main">
              <a:ext uri="{FF2B5EF4-FFF2-40B4-BE49-F238E27FC236}">
                <a16:creationId xmlns:a16="http://schemas.microsoft.com/office/drawing/2014/main" id="{9DACECC6-CB9C-4C04-98A4-992AD9E3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150" y="1116985"/>
            <a:ext cx="185403" cy="45191"/>
          </a:xfrm>
          <a:custGeom xmlns:a="http://schemas.openxmlformats.org/drawingml/2006/main">
            <a:pathLst>
              <a:path w="185403" h="45191">
                <a:moveTo>
                  <a:pt x="0" y="0"/>
                </a:moveTo>
                <a:lnTo>
                  <a:pt x="125146" y="0"/>
                </a:lnTo>
                <a:lnTo>
                  <a:pt x="125146" y="18076"/>
                </a:lnTo>
                <a:lnTo>
                  <a:pt x="0" y="18076"/>
                </a:lnTo>
                <a:close/>
                <a:moveTo>
                  <a:pt x="113095" y="-27115"/>
                </a:moveTo>
                <a:lnTo>
                  <a:pt x="185403" y="9039"/>
                </a:lnTo>
                <a:lnTo>
                  <a:pt x="113095" y="45191"/>
                </a:lnTo>
                <a:lnTo>
                  <a:pt x="113095" y="-271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df-path-199">
            <a:extLst xmlns:a="http://schemas.openxmlformats.org/drawingml/2006/main">
              <a:ext uri="{FF2B5EF4-FFF2-40B4-BE49-F238E27FC236}">
                <a16:creationId xmlns:a16="http://schemas.microsoft.com/office/drawing/2014/main" id="{3D9989DE-355C-4CCD-A055-F29ECCC8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03" y="1605873"/>
            <a:ext cx="1151641" cy="310258"/>
          </a:xfrm>
          <a:custGeom xmlns:a="http://schemas.openxmlformats.org/drawingml/2006/main">
            <a:pathLst>
              <a:path w="1151641" h="310258">
                <a:moveTo>
                  <a:pt x="186205" y="0"/>
                </a:moveTo>
                <a:lnTo>
                  <a:pt x="965438" y="0"/>
                </a:lnTo>
                <a:cubicBezTo>
                  <a:pt x="1068274" y="0"/>
                  <a:pt x="1151641" y="65573"/>
                  <a:pt x="1151641" y="146462"/>
                </a:cubicBezTo>
                <a:lnTo>
                  <a:pt x="1151641" y="310258"/>
                </a:lnTo>
                <a:lnTo>
                  <a:pt x="0" y="310258"/>
                </a:lnTo>
                <a:lnTo>
                  <a:pt x="0" y="146462"/>
                </a:lnTo>
                <a:cubicBezTo>
                  <a:pt x="0" y="65573"/>
                  <a:pt x="83367" y="0"/>
                  <a:pt x="186205" y="0"/>
                </a:cubicBezTo>
              </a:path>
            </a:pathLst>
          </a:custGeom>
          <a:solidFill xmlns:a="http://schemas.openxmlformats.org/drawingml/2006/main">
            <a:srgbClr val="A9C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5AC9B40B-660F-4422-9766-9D807690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913" y="1666860"/>
            <a:ext cx="742583" cy="218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168" name="pdf-path-201">
            <a:extLst xmlns:a="http://schemas.openxmlformats.org/drawingml/2006/main">
              <a:ext uri="{FF2B5EF4-FFF2-40B4-BE49-F238E27FC236}">
                <a16:creationId xmlns:a16="http://schemas.microsoft.com/office/drawing/2014/main" id="{A9BE53A7-CEF6-4096-8EF0-9FACDFE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1002" y="1601929"/>
            <a:ext cx="1162158" cy="1109572"/>
          </a:xfrm>
          <a:custGeom xmlns:a="http://schemas.openxmlformats.org/drawingml/2006/main">
            <a:pathLst>
              <a:path w="1162158" h="1109572">
                <a:moveTo>
                  <a:pt x="0" y="184932"/>
                </a:moveTo>
                <a:cubicBezTo>
                  <a:pt x="0" y="82797"/>
                  <a:pt x="82797" y="0"/>
                  <a:pt x="184932" y="0"/>
                </a:cubicBezTo>
                <a:lnTo>
                  <a:pt x="977225" y="0"/>
                </a:lnTo>
                <a:cubicBezTo>
                  <a:pt x="1079361" y="0"/>
                  <a:pt x="1162158" y="82797"/>
                  <a:pt x="1162158" y="184932"/>
                </a:cubicBezTo>
                <a:lnTo>
                  <a:pt x="1162158" y="924639"/>
                </a:lnTo>
                <a:cubicBezTo>
                  <a:pt x="1162158" y="1026775"/>
                  <a:pt x="1079361" y="1109572"/>
                  <a:pt x="977225" y="1109572"/>
                </a:cubicBezTo>
                <a:lnTo>
                  <a:pt x="184932" y="1109572"/>
                </a:lnTo>
                <a:cubicBezTo>
                  <a:pt x="82797" y="1109572"/>
                  <a:pt x="0" y="1026775"/>
                  <a:pt x="0" y="924639"/>
                </a:cubicBezTo>
                <a:lnTo>
                  <a:pt x="0" y="184932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69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93B829BA-54E9-42DF-BDD9-D977441B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596" y="2012101"/>
            <a:ext cx="163018" cy="165647"/>
          </a:xfrm>
          <a:custGeom xmlns:a="http://schemas.openxmlformats.org/drawingml/2006/main">
            <a:pathLst>
              <a:path w="163018" h="165647">
                <a:moveTo>
                  <a:pt x="0" y="82824"/>
                </a:moveTo>
                <a:cubicBezTo>
                  <a:pt x="0" y="37082"/>
                  <a:pt x="36493" y="0"/>
                  <a:pt x="81509" y="0"/>
                </a:cubicBezTo>
                <a:cubicBezTo>
                  <a:pt x="126526" y="0"/>
                  <a:pt x="163018" y="37082"/>
                  <a:pt x="163018" y="82824"/>
                </a:cubicBezTo>
                <a:cubicBezTo>
                  <a:pt x="163018" y="128567"/>
                  <a:pt x="126526" y="165647"/>
                  <a:pt x="81509" y="165647"/>
                </a:cubicBezTo>
                <a:cubicBezTo>
                  <a:pt x="36493" y="165647"/>
                  <a:pt x="0" y="128567"/>
                  <a:pt x="0" y="82824"/>
                </a:cubicBezTo>
              </a:path>
            </a:pathLst>
          </a:custGeom>
          <a:solidFill xmlns:a="http://schemas.openxmlformats.org/drawingml/2006/main">
            <a:srgbClr val="219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BF2D8E4B-E2E8-4503-AC8F-171D7BCF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596" y="2012101"/>
            <a:ext cx="163017" cy="165647"/>
          </a:xfrm>
          <a:custGeom xmlns:a="http://schemas.openxmlformats.org/drawingml/2006/main">
            <a:pathLst>
              <a:path w="163017" h="165647">
                <a:moveTo>
                  <a:pt x="0" y="82824"/>
                </a:moveTo>
                <a:cubicBezTo>
                  <a:pt x="0" y="37081"/>
                  <a:pt x="36493" y="0"/>
                  <a:pt x="81509" y="0"/>
                </a:cubicBezTo>
                <a:cubicBezTo>
                  <a:pt x="126525" y="0"/>
                  <a:pt x="163017" y="37081"/>
                  <a:pt x="163017" y="82824"/>
                </a:cubicBezTo>
                <a:cubicBezTo>
                  <a:pt x="163017" y="128566"/>
                  <a:pt x="126525" y="165647"/>
                  <a:pt x="81509" y="165647"/>
                </a:cubicBezTo>
                <a:cubicBezTo>
                  <a:pt x="36493" y="165647"/>
                  <a:pt x="0" y="128566"/>
                  <a:pt x="0" y="8282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71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9F01E412-F02F-4201-8885-B91D0231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596" y="2222447"/>
            <a:ext cx="163018" cy="165646"/>
          </a:xfrm>
          <a:custGeom xmlns:a="http://schemas.openxmlformats.org/drawingml/2006/main">
            <a:pathLst>
              <a:path w="163018" h="165646">
                <a:moveTo>
                  <a:pt x="0" y="82823"/>
                </a:moveTo>
                <a:cubicBezTo>
                  <a:pt x="0" y="37081"/>
                  <a:pt x="36493" y="0"/>
                  <a:pt x="81509" y="0"/>
                </a:cubicBezTo>
                <a:cubicBezTo>
                  <a:pt x="126526" y="0"/>
                  <a:pt x="163018" y="37081"/>
                  <a:pt x="163018" y="82823"/>
                </a:cubicBezTo>
                <a:cubicBezTo>
                  <a:pt x="163018" y="128565"/>
                  <a:pt x="126526" y="165646"/>
                  <a:pt x="81509" y="165646"/>
                </a:cubicBezTo>
                <a:cubicBezTo>
                  <a:pt x="36493" y="165646"/>
                  <a:pt x="0" y="128565"/>
                  <a:pt x="0" y="82823"/>
                </a:cubicBezTo>
              </a:path>
            </a:pathLst>
          </a:custGeom>
          <a:solidFill xmlns:a="http://schemas.openxmlformats.org/drawingml/2006/main">
            <a:srgbClr val="219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df-path-205">
            <a:extLst xmlns:a="http://schemas.openxmlformats.org/drawingml/2006/main">
              <a:ext uri="{FF2B5EF4-FFF2-40B4-BE49-F238E27FC236}">
                <a16:creationId xmlns:a16="http://schemas.microsoft.com/office/drawing/2014/main" id="{21B38485-7E5F-4F83-B839-BD1AD16A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596" y="2222447"/>
            <a:ext cx="163017" cy="165647"/>
          </a:xfrm>
          <a:custGeom xmlns:a="http://schemas.openxmlformats.org/drawingml/2006/main">
            <a:pathLst>
              <a:path w="163017" h="165647">
                <a:moveTo>
                  <a:pt x="0" y="82823"/>
                </a:moveTo>
                <a:cubicBezTo>
                  <a:pt x="0" y="37081"/>
                  <a:pt x="36493" y="0"/>
                  <a:pt x="81509" y="0"/>
                </a:cubicBezTo>
                <a:cubicBezTo>
                  <a:pt x="126525" y="0"/>
                  <a:pt x="163017" y="37081"/>
                  <a:pt x="163017" y="82823"/>
                </a:cubicBezTo>
                <a:cubicBezTo>
                  <a:pt x="163017" y="128565"/>
                  <a:pt x="126525" y="165647"/>
                  <a:pt x="81509" y="165647"/>
                </a:cubicBezTo>
                <a:cubicBezTo>
                  <a:pt x="36493" y="165647"/>
                  <a:pt x="0" y="128565"/>
                  <a:pt x="0" y="8282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73" name="pdf-path-206">
            <a:extLst xmlns:a="http://schemas.openxmlformats.org/drawingml/2006/main">
              <a:ext uri="{FF2B5EF4-FFF2-40B4-BE49-F238E27FC236}">
                <a16:creationId xmlns:a16="http://schemas.microsoft.com/office/drawing/2014/main" id="{843FBF5E-72D2-470C-A4E9-CF38837C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596" y="2443309"/>
            <a:ext cx="163018" cy="165648"/>
          </a:xfrm>
          <a:custGeom xmlns:a="http://schemas.openxmlformats.org/drawingml/2006/main">
            <a:pathLst>
              <a:path w="163018" h="165648">
                <a:moveTo>
                  <a:pt x="0" y="82824"/>
                </a:moveTo>
                <a:cubicBezTo>
                  <a:pt x="0" y="37082"/>
                  <a:pt x="36493" y="0"/>
                  <a:pt x="81509" y="0"/>
                </a:cubicBezTo>
                <a:cubicBezTo>
                  <a:pt x="126526" y="0"/>
                  <a:pt x="163018" y="37082"/>
                  <a:pt x="163018" y="82824"/>
                </a:cubicBezTo>
                <a:cubicBezTo>
                  <a:pt x="163018" y="128567"/>
                  <a:pt x="126526" y="165648"/>
                  <a:pt x="81509" y="165648"/>
                </a:cubicBezTo>
                <a:cubicBezTo>
                  <a:pt x="36493" y="165648"/>
                  <a:pt x="0" y="128567"/>
                  <a:pt x="0" y="82824"/>
                </a:cubicBezTo>
              </a:path>
            </a:pathLst>
          </a:custGeom>
          <a:solidFill xmlns:a="http://schemas.openxmlformats.org/drawingml/2006/main">
            <a:srgbClr val="219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df-path-207">
            <a:extLst xmlns:a="http://schemas.openxmlformats.org/drawingml/2006/main">
              <a:ext uri="{FF2B5EF4-FFF2-40B4-BE49-F238E27FC236}">
                <a16:creationId xmlns:a16="http://schemas.microsoft.com/office/drawing/2014/main" id="{868261A8-4F90-4B1A-A86D-7002E1C2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596" y="2443309"/>
            <a:ext cx="163017" cy="165648"/>
          </a:xfrm>
          <a:custGeom xmlns:a="http://schemas.openxmlformats.org/drawingml/2006/main">
            <a:pathLst>
              <a:path w="163017" h="165648">
                <a:moveTo>
                  <a:pt x="0" y="82824"/>
                </a:moveTo>
                <a:cubicBezTo>
                  <a:pt x="0" y="37081"/>
                  <a:pt x="36493" y="0"/>
                  <a:pt x="81509" y="0"/>
                </a:cubicBezTo>
                <a:cubicBezTo>
                  <a:pt x="126525" y="0"/>
                  <a:pt x="163017" y="37081"/>
                  <a:pt x="163017" y="82824"/>
                </a:cubicBezTo>
                <a:cubicBezTo>
                  <a:pt x="163017" y="128566"/>
                  <a:pt x="126525" y="165648"/>
                  <a:pt x="81509" y="165648"/>
                </a:cubicBezTo>
                <a:cubicBezTo>
                  <a:pt x="36493" y="165648"/>
                  <a:pt x="0" y="128566"/>
                  <a:pt x="0" y="8282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75" name="pdf-path-208">
            <a:extLst xmlns:a="http://schemas.openxmlformats.org/drawingml/2006/main">
              <a:ext uri="{FF2B5EF4-FFF2-40B4-BE49-F238E27FC236}">
                <a16:creationId xmlns:a16="http://schemas.microsoft.com/office/drawing/2014/main" id="{EEDCDF00-ED83-4C9D-BC8D-AC2834E4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503" y="2106757"/>
            <a:ext cx="163017" cy="168275"/>
          </a:xfrm>
          <a:custGeom xmlns:a="http://schemas.openxmlformats.org/drawingml/2006/main">
            <a:pathLst>
              <a:path w="163017" h="168275">
                <a:moveTo>
                  <a:pt x="0" y="84138"/>
                </a:moveTo>
                <a:cubicBezTo>
                  <a:pt x="0" y="37670"/>
                  <a:pt x="36493" y="0"/>
                  <a:pt x="81510" y="0"/>
                </a:cubicBezTo>
                <a:cubicBezTo>
                  <a:pt x="126525" y="0"/>
                  <a:pt x="163017" y="37670"/>
                  <a:pt x="163017" y="84138"/>
                </a:cubicBezTo>
                <a:cubicBezTo>
                  <a:pt x="163017" y="130607"/>
                  <a:pt x="126525" y="168275"/>
                  <a:pt x="81510" y="168275"/>
                </a:cubicBezTo>
                <a:cubicBezTo>
                  <a:pt x="36493" y="168275"/>
                  <a:pt x="0" y="130607"/>
                  <a:pt x="0" y="84138"/>
                </a:cubicBezTo>
              </a:path>
            </a:pathLst>
          </a:custGeom>
          <a:solidFill xmlns:a="http://schemas.openxmlformats.org/drawingml/2006/main">
            <a:srgbClr val="219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df-path-209">
            <a:extLst xmlns:a="http://schemas.openxmlformats.org/drawingml/2006/main">
              <a:ext uri="{FF2B5EF4-FFF2-40B4-BE49-F238E27FC236}">
                <a16:creationId xmlns:a16="http://schemas.microsoft.com/office/drawing/2014/main" id="{59C4B04B-F165-4184-81B2-D7BF6F5C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503" y="2106757"/>
            <a:ext cx="163017" cy="168276"/>
          </a:xfrm>
          <a:custGeom xmlns:a="http://schemas.openxmlformats.org/drawingml/2006/main">
            <a:pathLst>
              <a:path w="163017" h="168276">
                <a:moveTo>
                  <a:pt x="0" y="84138"/>
                </a:moveTo>
                <a:cubicBezTo>
                  <a:pt x="0" y="37670"/>
                  <a:pt x="36493" y="0"/>
                  <a:pt x="81509" y="0"/>
                </a:cubicBezTo>
                <a:cubicBezTo>
                  <a:pt x="126525" y="0"/>
                  <a:pt x="163017" y="37670"/>
                  <a:pt x="163017" y="84138"/>
                </a:cubicBezTo>
                <a:cubicBezTo>
                  <a:pt x="163017" y="130606"/>
                  <a:pt x="126525" y="168276"/>
                  <a:pt x="81509" y="168276"/>
                </a:cubicBezTo>
                <a:cubicBezTo>
                  <a:pt x="36493" y="168276"/>
                  <a:pt x="0" y="130606"/>
                  <a:pt x="0" y="8413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77" name="pdf-path-210">
            <a:extLst xmlns:a="http://schemas.openxmlformats.org/drawingml/2006/main">
              <a:ext uri="{FF2B5EF4-FFF2-40B4-BE49-F238E27FC236}">
                <a16:creationId xmlns:a16="http://schemas.microsoft.com/office/drawing/2014/main" id="{E4A26949-913A-427F-AED2-8389180C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503" y="2401241"/>
            <a:ext cx="163017" cy="168276"/>
          </a:xfrm>
          <a:custGeom xmlns:a="http://schemas.openxmlformats.org/drawingml/2006/main">
            <a:pathLst>
              <a:path w="163017" h="168276">
                <a:moveTo>
                  <a:pt x="0" y="84138"/>
                </a:moveTo>
                <a:cubicBezTo>
                  <a:pt x="0" y="37669"/>
                  <a:pt x="36493" y="0"/>
                  <a:pt x="81510" y="0"/>
                </a:cubicBezTo>
                <a:cubicBezTo>
                  <a:pt x="126525" y="0"/>
                  <a:pt x="163017" y="37669"/>
                  <a:pt x="163017" y="84138"/>
                </a:cubicBezTo>
                <a:cubicBezTo>
                  <a:pt x="163017" y="130605"/>
                  <a:pt x="126525" y="168276"/>
                  <a:pt x="81510" y="168276"/>
                </a:cubicBezTo>
                <a:cubicBezTo>
                  <a:pt x="36493" y="168276"/>
                  <a:pt x="0" y="130605"/>
                  <a:pt x="0" y="84138"/>
                </a:cubicBezTo>
              </a:path>
            </a:pathLst>
          </a:custGeom>
          <a:solidFill xmlns:a="http://schemas.openxmlformats.org/drawingml/2006/main">
            <a:srgbClr val="2199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df-path-211">
            <a:extLst xmlns:a="http://schemas.openxmlformats.org/drawingml/2006/main">
              <a:ext uri="{FF2B5EF4-FFF2-40B4-BE49-F238E27FC236}">
                <a16:creationId xmlns:a16="http://schemas.microsoft.com/office/drawing/2014/main" id="{1BF7FE2C-FB3D-4C38-A4A4-6755AB91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503" y="2401241"/>
            <a:ext cx="163017" cy="168276"/>
          </a:xfrm>
          <a:custGeom xmlns:a="http://schemas.openxmlformats.org/drawingml/2006/main">
            <a:pathLst>
              <a:path w="163017" h="168276">
                <a:moveTo>
                  <a:pt x="0" y="84138"/>
                </a:moveTo>
                <a:cubicBezTo>
                  <a:pt x="0" y="37670"/>
                  <a:pt x="36493" y="0"/>
                  <a:pt x="81509" y="0"/>
                </a:cubicBezTo>
                <a:cubicBezTo>
                  <a:pt x="126525" y="0"/>
                  <a:pt x="163017" y="37670"/>
                  <a:pt x="163017" y="84138"/>
                </a:cubicBezTo>
                <a:cubicBezTo>
                  <a:pt x="163017" y="130606"/>
                  <a:pt x="126525" y="168276"/>
                  <a:pt x="81509" y="168276"/>
                </a:cubicBezTo>
                <a:cubicBezTo>
                  <a:pt x="36493" y="168276"/>
                  <a:pt x="0" y="130606"/>
                  <a:pt x="0" y="8413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79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62528FEA-D738-4CA7-B8C1-DF4F883A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614" y="2093611"/>
            <a:ext cx="315089" cy="96360"/>
          </a:xfrm>
          <a:custGeom xmlns:a="http://schemas.openxmlformats.org/drawingml/2006/main">
            <a:pathLst>
              <a:path w="315089" h="96360">
                <a:moveTo>
                  <a:pt x="0" y="0"/>
                </a:moveTo>
                <a:lnTo>
                  <a:pt x="315089" y="9636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80" name="pdf-path-213">
            <a:extLst xmlns:a="http://schemas.openxmlformats.org/drawingml/2006/main">
              <a:ext uri="{FF2B5EF4-FFF2-40B4-BE49-F238E27FC236}">
                <a16:creationId xmlns:a16="http://schemas.microsoft.com/office/drawing/2014/main" id="{AA1E89C2-675F-4FCB-BE2F-7DCBE38C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614" y="2093611"/>
            <a:ext cx="315089" cy="389863"/>
          </a:xfrm>
          <a:custGeom xmlns:a="http://schemas.openxmlformats.org/drawingml/2006/main">
            <a:pathLst>
              <a:path w="315089" h="389863">
                <a:moveTo>
                  <a:pt x="0" y="0"/>
                </a:moveTo>
                <a:lnTo>
                  <a:pt x="315089" y="389863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81" name="pdf-path-214">
            <a:extLst xmlns:a="http://schemas.openxmlformats.org/drawingml/2006/main">
              <a:ext uri="{FF2B5EF4-FFF2-40B4-BE49-F238E27FC236}">
                <a16:creationId xmlns:a16="http://schemas.microsoft.com/office/drawing/2014/main" id="{F9C3135E-7B62-424B-962D-DC046931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614" y="2190895"/>
            <a:ext cx="315089" cy="113675"/>
          </a:xfrm>
          <a:custGeom xmlns:a="http://schemas.openxmlformats.org/drawingml/2006/main">
            <a:pathLst>
              <a:path w="315089" h="113675">
                <a:moveTo>
                  <a:pt x="0" y="113675"/>
                </a:moveTo>
                <a:lnTo>
                  <a:pt x="31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82" name="pdf-path-215">
            <a:extLst xmlns:a="http://schemas.openxmlformats.org/drawingml/2006/main">
              <a:ext uri="{FF2B5EF4-FFF2-40B4-BE49-F238E27FC236}">
                <a16:creationId xmlns:a16="http://schemas.microsoft.com/office/drawing/2014/main" id="{5F4C27D8-7AA5-494E-A6E3-E4EDCAF8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614" y="2485379"/>
            <a:ext cx="315089" cy="41482"/>
          </a:xfrm>
          <a:custGeom xmlns:a="http://schemas.openxmlformats.org/drawingml/2006/main">
            <a:pathLst>
              <a:path w="315089" h="41482">
                <a:moveTo>
                  <a:pt x="0" y="41482"/>
                </a:moveTo>
                <a:lnTo>
                  <a:pt x="31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83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99E09016-5607-4E55-A2BC-C02011C2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614" y="2303956"/>
            <a:ext cx="315089" cy="179828"/>
          </a:xfrm>
          <a:custGeom xmlns:a="http://schemas.openxmlformats.org/drawingml/2006/main">
            <a:pathLst>
              <a:path w="315089" h="179828">
                <a:moveTo>
                  <a:pt x="0" y="0"/>
                </a:moveTo>
                <a:lnTo>
                  <a:pt x="315089" y="179828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84" name="pdf-path-217">
            <a:extLst xmlns:a="http://schemas.openxmlformats.org/drawingml/2006/main">
              <a:ext uri="{FF2B5EF4-FFF2-40B4-BE49-F238E27FC236}">
                <a16:creationId xmlns:a16="http://schemas.microsoft.com/office/drawing/2014/main" id="{AEFA3FC3-963A-4466-9614-F79102C1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614" y="2190896"/>
            <a:ext cx="315089" cy="334985"/>
          </a:xfrm>
          <a:custGeom xmlns:a="http://schemas.openxmlformats.org/drawingml/2006/main">
            <a:pathLst>
              <a:path w="315089" h="334985">
                <a:moveTo>
                  <a:pt x="0" y="334985"/>
                </a:moveTo>
                <a:lnTo>
                  <a:pt x="31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85" name="pdf-path-218">
            <a:extLst xmlns:a="http://schemas.openxmlformats.org/drawingml/2006/main">
              <a:ext uri="{FF2B5EF4-FFF2-40B4-BE49-F238E27FC236}">
                <a16:creationId xmlns:a16="http://schemas.microsoft.com/office/drawing/2014/main" id="{718245C7-F558-46E5-AA56-43CDD17D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286" y="2096239"/>
            <a:ext cx="185401" cy="95"/>
          </a:xfrm>
          <a:custGeom xmlns:a="http://schemas.openxmlformats.org/drawingml/2006/main">
            <a:pathLst>
              <a:path w="185401" h="95">
                <a:moveTo>
                  <a:pt x="0" y="0"/>
                </a:moveTo>
                <a:lnTo>
                  <a:pt x="185401" y="1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86" name="pdf-path-219">
            <a:extLst xmlns:a="http://schemas.openxmlformats.org/drawingml/2006/main">
              <a:ext uri="{FF2B5EF4-FFF2-40B4-BE49-F238E27FC236}">
                <a16:creationId xmlns:a16="http://schemas.microsoft.com/office/drawing/2014/main" id="{08E9919B-B820-4C1D-886A-CE71129D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802" y="2306585"/>
            <a:ext cx="185401" cy="95"/>
          </a:xfrm>
          <a:custGeom xmlns:a="http://schemas.openxmlformats.org/drawingml/2006/main">
            <a:pathLst>
              <a:path w="185401" h="95">
                <a:moveTo>
                  <a:pt x="0" y="0"/>
                </a:moveTo>
                <a:lnTo>
                  <a:pt x="185401" y="1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87" name="pdf-path-220">
            <a:extLst xmlns:a="http://schemas.openxmlformats.org/drawingml/2006/main">
              <a:ext uri="{FF2B5EF4-FFF2-40B4-BE49-F238E27FC236}">
                <a16:creationId xmlns:a16="http://schemas.microsoft.com/office/drawing/2014/main" id="{D94959A2-AC66-433C-B7A3-F3A12924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286" y="2527448"/>
            <a:ext cx="185401" cy="95"/>
          </a:xfrm>
          <a:custGeom xmlns:a="http://schemas.openxmlformats.org/drawingml/2006/main">
            <a:pathLst>
              <a:path w="185401" h="95">
                <a:moveTo>
                  <a:pt x="0" y="0"/>
                </a:moveTo>
                <a:lnTo>
                  <a:pt x="185401" y="1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88" name="pdf-path-221">
            <a:extLst xmlns:a="http://schemas.openxmlformats.org/drawingml/2006/main">
              <a:ext uri="{FF2B5EF4-FFF2-40B4-BE49-F238E27FC236}">
                <a16:creationId xmlns:a16="http://schemas.microsoft.com/office/drawing/2014/main" id="{1F2BAE05-B47B-4D2C-A199-C7E08128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520" y="2171340"/>
            <a:ext cx="185403" cy="45191"/>
          </a:xfrm>
          <a:custGeom xmlns:a="http://schemas.openxmlformats.org/drawingml/2006/main">
            <a:pathLst>
              <a:path w="185403" h="45191">
                <a:moveTo>
                  <a:pt x="0" y="0"/>
                </a:moveTo>
                <a:lnTo>
                  <a:pt x="125147" y="0"/>
                </a:lnTo>
                <a:lnTo>
                  <a:pt x="125147" y="18077"/>
                </a:lnTo>
                <a:lnTo>
                  <a:pt x="0" y="18077"/>
                </a:lnTo>
                <a:close/>
                <a:moveTo>
                  <a:pt x="113095" y="-27115"/>
                </a:moveTo>
                <a:lnTo>
                  <a:pt x="185403" y="9038"/>
                </a:lnTo>
                <a:lnTo>
                  <a:pt x="113095" y="45191"/>
                </a:lnTo>
                <a:lnTo>
                  <a:pt x="113095" y="-271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df-path-222">
            <a:extLst xmlns:a="http://schemas.openxmlformats.org/drawingml/2006/main">
              <a:ext uri="{FF2B5EF4-FFF2-40B4-BE49-F238E27FC236}">
                <a16:creationId xmlns:a16="http://schemas.microsoft.com/office/drawing/2014/main" id="{8AEC97A9-982E-4C98-9FD5-7241AFE0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520" y="2476341"/>
            <a:ext cx="185403" cy="45191"/>
          </a:xfrm>
          <a:custGeom xmlns:a="http://schemas.openxmlformats.org/drawingml/2006/main">
            <a:pathLst>
              <a:path w="185403" h="45191">
                <a:moveTo>
                  <a:pt x="0" y="0"/>
                </a:moveTo>
                <a:lnTo>
                  <a:pt x="125147" y="0"/>
                </a:lnTo>
                <a:lnTo>
                  <a:pt x="125147" y="18077"/>
                </a:lnTo>
                <a:lnTo>
                  <a:pt x="0" y="18077"/>
                </a:lnTo>
                <a:close/>
                <a:moveTo>
                  <a:pt x="113095" y="-27115"/>
                </a:moveTo>
                <a:lnTo>
                  <a:pt x="185403" y="9040"/>
                </a:lnTo>
                <a:lnTo>
                  <a:pt x="113095" y="45191"/>
                </a:lnTo>
                <a:lnTo>
                  <a:pt x="113095" y="-271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df-path-223">
            <a:extLst xmlns:a="http://schemas.openxmlformats.org/drawingml/2006/main">
              <a:ext uri="{FF2B5EF4-FFF2-40B4-BE49-F238E27FC236}">
                <a16:creationId xmlns:a16="http://schemas.microsoft.com/office/drawing/2014/main" id="{38ACDEC3-5C73-407D-BB63-9CB48072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15" y="3506867"/>
            <a:ext cx="1151639" cy="310260"/>
          </a:xfrm>
          <a:custGeom xmlns:a="http://schemas.openxmlformats.org/drawingml/2006/main">
            <a:pathLst>
              <a:path w="1151639" h="310260">
                <a:moveTo>
                  <a:pt x="186203" y="0"/>
                </a:moveTo>
                <a:lnTo>
                  <a:pt x="965436" y="0"/>
                </a:lnTo>
                <a:cubicBezTo>
                  <a:pt x="1068274" y="0"/>
                  <a:pt x="1151639" y="65574"/>
                  <a:pt x="1151639" y="146463"/>
                </a:cubicBezTo>
                <a:lnTo>
                  <a:pt x="1151639" y="310260"/>
                </a:lnTo>
                <a:lnTo>
                  <a:pt x="0" y="310260"/>
                </a:lnTo>
                <a:lnTo>
                  <a:pt x="0" y="146463"/>
                </a:lnTo>
                <a:cubicBezTo>
                  <a:pt x="0" y="65574"/>
                  <a:pt x="83365" y="0"/>
                  <a:pt x="186203" y="0"/>
                </a:cubicBezTo>
              </a:path>
            </a:pathLst>
          </a:custGeom>
          <a:solidFill xmlns:a="http://schemas.openxmlformats.org/drawingml/2006/main">
            <a:srgbClr val="F8A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0C2622BB-0A19-4F09-B9C5-5E41A99F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366" y="3575743"/>
            <a:ext cx="723533" cy="218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192" name="pdf-path-226">
            <a:extLst xmlns:a="http://schemas.openxmlformats.org/drawingml/2006/main">
              <a:ext uri="{FF2B5EF4-FFF2-40B4-BE49-F238E27FC236}">
                <a16:creationId xmlns:a16="http://schemas.microsoft.com/office/drawing/2014/main" id="{0CAA591F-EFF7-489B-9ED9-05FC3E1B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7811" y="3502925"/>
            <a:ext cx="1162157" cy="1109571"/>
          </a:xfrm>
          <a:custGeom xmlns:a="http://schemas.openxmlformats.org/drawingml/2006/main">
            <a:pathLst>
              <a:path w="1162157" h="1109571">
                <a:moveTo>
                  <a:pt x="0" y="184932"/>
                </a:moveTo>
                <a:cubicBezTo>
                  <a:pt x="0" y="82797"/>
                  <a:pt x="82797" y="0"/>
                  <a:pt x="184932" y="0"/>
                </a:cubicBezTo>
                <a:lnTo>
                  <a:pt x="977224" y="0"/>
                </a:lnTo>
                <a:cubicBezTo>
                  <a:pt x="1079360" y="0"/>
                  <a:pt x="1162157" y="82797"/>
                  <a:pt x="1162157" y="184932"/>
                </a:cubicBezTo>
                <a:lnTo>
                  <a:pt x="1162157" y="924638"/>
                </a:lnTo>
                <a:cubicBezTo>
                  <a:pt x="1162157" y="1026773"/>
                  <a:pt x="1079360" y="1109571"/>
                  <a:pt x="977224" y="1109571"/>
                </a:cubicBezTo>
                <a:lnTo>
                  <a:pt x="184932" y="1109571"/>
                </a:lnTo>
                <a:cubicBezTo>
                  <a:pt x="82797" y="1109571"/>
                  <a:pt x="0" y="1026773"/>
                  <a:pt x="0" y="924638"/>
                </a:cubicBezTo>
                <a:lnTo>
                  <a:pt x="0" y="184932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93" name="pdf-path-227">
            <a:extLst xmlns:a="http://schemas.openxmlformats.org/drawingml/2006/main">
              <a:ext uri="{FF2B5EF4-FFF2-40B4-BE49-F238E27FC236}">
                <a16:creationId xmlns:a16="http://schemas.microsoft.com/office/drawing/2014/main" id="{72938F7A-87BC-40C1-B952-C075CE2E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408" y="3913097"/>
            <a:ext cx="163017" cy="165647"/>
          </a:xfrm>
          <a:custGeom xmlns:a="http://schemas.openxmlformats.org/drawingml/2006/main">
            <a:pathLst>
              <a:path w="163017" h="165647">
                <a:moveTo>
                  <a:pt x="0" y="82824"/>
                </a:moveTo>
                <a:cubicBezTo>
                  <a:pt x="0" y="37082"/>
                  <a:pt x="36492" y="0"/>
                  <a:pt x="81509" y="0"/>
                </a:cubicBezTo>
                <a:cubicBezTo>
                  <a:pt x="126524" y="0"/>
                  <a:pt x="163017" y="37082"/>
                  <a:pt x="163017" y="82824"/>
                </a:cubicBezTo>
                <a:cubicBezTo>
                  <a:pt x="163017" y="128565"/>
                  <a:pt x="126524" y="165647"/>
                  <a:pt x="81509" y="165647"/>
                </a:cubicBezTo>
                <a:cubicBezTo>
                  <a:pt x="36492" y="165647"/>
                  <a:pt x="0" y="128565"/>
                  <a:pt x="0" y="82824"/>
                </a:cubicBezTo>
              </a:path>
            </a:pathLst>
          </a:custGeom>
          <a:solidFill xmlns:a="http://schemas.openxmlformats.org/drawingml/2006/main">
            <a:srgbClr val="F8A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df-path-228">
            <a:extLst xmlns:a="http://schemas.openxmlformats.org/drawingml/2006/main">
              <a:ext uri="{FF2B5EF4-FFF2-40B4-BE49-F238E27FC236}">
                <a16:creationId xmlns:a16="http://schemas.microsoft.com/office/drawing/2014/main" id="{FFC89B74-65CA-4B11-85A3-0E0611A5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408" y="3913097"/>
            <a:ext cx="163017" cy="165647"/>
          </a:xfrm>
          <a:custGeom xmlns:a="http://schemas.openxmlformats.org/drawingml/2006/main">
            <a:pathLst>
              <a:path w="163017" h="165647">
                <a:moveTo>
                  <a:pt x="0" y="82823"/>
                </a:moveTo>
                <a:cubicBezTo>
                  <a:pt x="0" y="37081"/>
                  <a:pt x="36493" y="0"/>
                  <a:pt x="81509" y="0"/>
                </a:cubicBezTo>
                <a:cubicBezTo>
                  <a:pt x="126525" y="0"/>
                  <a:pt x="163017" y="37081"/>
                  <a:pt x="163017" y="82823"/>
                </a:cubicBezTo>
                <a:cubicBezTo>
                  <a:pt x="163017" y="128565"/>
                  <a:pt x="126525" y="165647"/>
                  <a:pt x="81509" y="165647"/>
                </a:cubicBezTo>
                <a:cubicBezTo>
                  <a:pt x="36493" y="165647"/>
                  <a:pt x="0" y="128565"/>
                  <a:pt x="0" y="8282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95" name="pdf-path-229">
            <a:extLst xmlns:a="http://schemas.openxmlformats.org/drawingml/2006/main">
              <a:ext uri="{FF2B5EF4-FFF2-40B4-BE49-F238E27FC236}">
                <a16:creationId xmlns:a16="http://schemas.microsoft.com/office/drawing/2014/main" id="{106D8D51-79F4-480E-929C-D203BFC5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408" y="4123442"/>
            <a:ext cx="163017" cy="165647"/>
          </a:xfrm>
          <a:custGeom xmlns:a="http://schemas.openxmlformats.org/drawingml/2006/main">
            <a:pathLst>
              <a:path w="163017" h="165647">
                <a:moveTo>
                  <a:pt x="0" y="82825"/>
                </a:moveTo>
                <a:cubicBezTo>
                  <a:pt x="0" y="37082"/>
                  <a:pt x="36492" y="0"/>
                  <a:pt x="81509" y="0"/>
                </a:cubicBezTo>
                <a:cubicBezTo>
                  <a:pt x="126524" y="0"/>
                  <a:pt x="163017" y="37082"/>
                  <a:pt x="163017" y="82825"/>
                </a:cubicBezTo>
                <a:cubicBezTo>
                  <a:pt x="163017" y="128567"/>
                  <a:pt x="126524" y="165647"/>
                  <a:pt x="81509" y="165647"/>
                </a:cubicBezTo>
                <a:cubicBezTo>
                  <a:pt x="36492" y="165647"/>
                  <a:pt x="0" y="128567"/>
                  <a:pt x="0" y="82825"/>
                </a:cubicBezTo>
              </a:path>
            </a:pathLst>
          </a:custGeom>
          <a:solidFill xmlns:a="http://schemas.openxmlformats.org/drawingml/2006/main">
            <a:srgbClr val="F8A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df-path-230">
            <a:extLst xmlns:a="http://schemas.openxmlformats.org/drawingml/2006/main">
              <a:ext uri="{FF2B5EF4-FFF2-40B4-BE49-F238E27FC236}">
                <a16:creationId xmlns:a16="http://schemas.microsoft.com/office/drawing/2014/main" id="{A27D1B5D-9432-495D-AE65-B4DB06FA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408" y="4123442"/>
            <a:ext cx="163017" cy="165647"/>
          </a:xfrm>
          <a:custGeom xmlns:a="http://schemas.openxmlformats.org/drawingml/2006/main">
            <a:pathLst>
              <a:path w="163017" h="165647">
                <a:moveTo>
                  <a:pt x="0" y="82824"/>
                </a:moveTo>
                <a:cubicBezTo>
                  <a:pt x="0" y="37081"/>
                  <a:pt x="36493" y="0"/>
                  <a:pt x="81509" y="0"/>
                </a:cubicBezTo>
                <a:cubicBezTo>
                  <a:pt x="126525" y="0"/>
                  <a:pt x="163017" y="37081"/>
                  <a:pt x="163017" y="82824"/>
                </a:cubicBezTo>
                <a:cubicBezTo>
                  <a:pt x="163017" y="128566"/>
                  <a:pt x="126525" y="165647"/>
                  <a:pt x="81509" y="165647"/>
                </a:cubicBezTo>
                <a:cubicBezTo>
                  <a:pt x="36493" y="165647"/>
                  <a:pt x="0" y="128566"/>
                  <a:pt x="0" y="8282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97" name="pdf-path-231">
            <a:extLst xmlns:a="http://schemas.openxmlformats.org/drawingml/2006/main">
              <a:ext uri="{FF2B5EF4-FFF2-40B4-BE49-F238E27FC236}">
                <a16:creationId xmlns:a16="http://schemas.microsoft.com/office/drawing/2014/main" id="{E9F728A1-9470-4913-B66D-823D21DC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408" y="4344306"/>
            <a:ext cx="163017" cy="165646"/>
          </a:xfrm>
          <a:custGeom xmlns:a="http://schemas.openxmlformats.org/drawingml/2006/main">
            <a:pathLst>
              <a:path w="163017" h="165646">
                <a:moveTo>
                  <a:pt x="0" y="82823"/>
                </a:moveTo>
                <a:cubicBezTo>
                  <a:pt x="0" y="37081"/>
                  <a:pt x="36492" y="0"/>
                  <a:pt x="81509" y="0"/>
                </a:cubicBezTo>
                <a:cubicBezTo>
                  <a:pt x="126524" y="0"/>
                  <a:pt x="163017" y="37081"/>
                  <a:pt x="163017" y="82823"/>
                </a:cubicBezTo>
                <a:cubicBezTo>
                  <a:pt x="163017" y="128565"/>
                  <a:pt x="126524" y="165646"/>
                  <a:pt x="81509" y="165646"/>
                </a:cubicBezTo>
                <a:cubicBezTo>
                  <a:pt x="36492" y="165646"/>
                  <a:pt x="0" y="128565"/>
                  <a:pt x="0" y="82823"/>
                </a:cubicBezTo>
              </a:path>
            </a:pathLst>
          </a:custGeom>
          <a:solidFill xmlns:a="http://schemas.openxmlformats.org/drawingml/2006/main">
            <a:srgbClr val="F8A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df-path-232">
            <a:extLst xmlns:a="http://schemas.openxmlformats.org/drawingml/2006/main">
              <a:ext uri="{FF2B5EF4-FFF2-40B4-BE49-F238E27FC236}">
                <a16:creationId xmlns:a16="http://schemas.microsoft.com/office/drawing/2014/main" id="{2CA9F640-187B-4909-BB52-EE6DDD99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408" y="4344306"/>
            <a:ext cx="163017" cy="165647"/>
          </a:xfrm>
          <a:custGeom xmlns:a="http://schemas.openxmlformats.org/drawingml/2006/main">
            <a:pathLst>
              <a:path w="163017" h="165647">
                <a:moveTo>
                  <a:pt x="0" y="82823"/>
                </a:moveTo>
                <a:cubicBezTo>
                  <a:pt x="0" y="37081"/>
                  <a:pt x="36493" y="0"/>
                  <a:pt x="81509" y="0"/>
                </a:cubicBezTo>
                <a:cubicBezTo>
                  <a:pt x="126525" y="0"/>
                  <a:pt x="163017" y="37081"/>
                  <a:pt x="163017" y="82823"/>
                </a:cubicBezTo>
                <a:cubicBezTo>
                  <a:pt x="163017" y="128565"/>
                  <a:pt x="126525" y="165647"/>
                  <a:pt x="81509" y="165647"/>
                </a:cubicBezTo>
                <a:cubicBezTo>
                  <a:pt x="36493" y="165647"/>
                  <a:pt x="0" y="128565"/>
                  <a:pt x="0" y="8282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199" name="pdf-path-233">
            <a:extLst xmlns:a="http://schemas.openxmlformats.org/drawingml/2006/main">
              <a:ext uri="{FF2B5EF4-FFF2-40B4-BE49-F238E27FC236}">
                <a16:creationId xmlns:a16="http://schemas.microsoft.com/office/drawing/2014/main" id="{E2367DE2-3002-4F6F-BEAA-58975F01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313" y="4007752"/>
            <a:ext cx="163017" cy="168277"/>
          </a:xfrm>
          <a:custGeom xmlns:a="http://schemas.openxmlformats.org/drawingml/2006/main">
            <a:pathLst>
              <a:path w="163017" h="168277">
                <a:moveTo>
                  <a:pt x="0" y="84138"/>
                </a:moveTo>
                <a:cubicBezTo>
                  <a:pt x="0" y="37670"/>
                  <a:pt x="36492" y="0"/>
                  <a:pt x="81509" y="0"/>
                </a:cubicBezTo>
                <a:cubicBezTo>
                  <a:pt x="126525" y="0"/>
                  <a:pt x="163017" y="37670"/>
                  <a:pt x="163017" y="84138"/>
                </a:cubicBezTo>
                <a:cubicBezTo>
                  <a:pt x="163017" y="130607"/>
                  <a:pt x="126525" y="168277"/>
                  <a:pt x="81509" y="168277"/>
                </a:cubicBezTo>
                <a:cubicBezTo>
                  <a:pt x="36492" y="168277"/>
                  <a:pt x="0" y="130607"/>
                  <a:pt x="0" y="84138"/>
                </a:cubicBezTo>
              </a:path>
            </a:pathLst>
          </a:custGeom>
          <a:solidFill xmlns:a="http://schemas.openxmlformats.org/drawingml/2006/main">
            <a:srgbClr val="F8A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df-path-234">
            <a:extLst xmlns:a="http://schemas.openxmlformats.org/drawingml/2006/main">
              <a:ext uri="{FF2B5EF4-FFF2-40B4-BE49-F238E27FC236}">
                <a16:creationId xmlns:a16="http://schemas.microsoft.com/office/drawing/2014/main" id="{C569C4B2-D08F-4868-9944-5A7321AB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313" y="4007752"/>
            <a:ext cx="163018" cy="168276"/>
          </a:xfrm>
          <a:custGeom xmlns:a="http://schemas.openxmlformats.org/drawingml/2006/main">
            <a:pathLst>
              <a:path w="163018" h="168276">
                <a:moveTo>
                  <a:pt x="0" y="84138"/>
                </a:moveTo>
                <a:cubicBezTo>
                  <a:pt x="0" y="37670"/>
                  <a:pt x="36493" y="0"/>
                  <a:pt x="81509" y="0"/>
                </a:cubicBezTo>
                <a:cubicBezTo>
                  <a:pt x="126525" y="0"/>
                  <a:pt x="163018" y="37670"/>
                  <a:pt x="163018" y="84138"/>
                </a:cubicBezTo>
                <a:cubicBezTo>
                  <a:pt x="163018" y="130606"/>
                  <a:pt x="126525" y="168276"/>
                  <a:pt x="81509" y="168276"/>
                </a:cubicBezTo>
                <a:cubicBezTo>
                  <a:pt x="36493" y="168276"/>
                  <a:pt x="0" y="130606"/>
                  <a:pt x="0" y="8413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201" name="pdf-path-235">
            <a:extLst xmlns:a="http://schemas.openxmlformats.org/drawingml/2006/main">
              <a:ext uri="{FF2B5EF4-FFF2-40B4-BE49-F238E27FC236}">
                <a16:creationId xmlns:a16="http://schemas.microsoft.com/office/drawing/2014/main" id="{62E06257-405B-406B-9990-6D3644AF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313" y="4302236"/>
            <a:ext cx="163017" cy="168276"/>
          </a:xfrm>
          <a:custGeom xmlns:a="http://schemas.openxmlformats.org/drawingml/2006/main">
            <a:pathLst>
              <a:path w="163017" h="168276">
                <a:moveTo>
                  <a:pt x="0" y="84138"/>
                </a:moveTo>
                <a:cubicBezTo>
                  <a:pt x="0" y="37670"/>
                  <a:pt x="36492" y="0"/>
                  <a:pt x="81509" y="0"/>
                </a:cubicBezTo>
                <a:cubicBezTo>
                  <a:pt x="126525" y="0"/>
                  <a:pt x="163017" y="37670"/>
                  <a:pt x="163017" y="84138"/>
                </a:cubicBezTo>
                <a:cubicBezTo>
                  <a:pt x="163017" y="130607"/>
                  <a:pt x="126525" y="168276"/>
                  <a:pt x="81509" y="168276"/>
                </a:cubicBezTo>
                <a:cubicBezTo>
                  <a:pt x="36492" y="168276"/>
                  <a:pt x="0" y="130607"/>
                  <a:pt x="0" y="84138"/>
                </a:cubicBezTo>
              </a:path>
            </a:pathLst>
          </a:custGeom>
          <a:solidFill xmlns:a="http://schemas.openxmlformats.org/drawingml/2006/main">
            <a:srgbClr val="F8A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df-path-236">
            <a:extLst xmlns:a="http://schemas.openxmlformats.org/drawingml/2006/main">
              <a:ext uri="{FF2B5EF4-FFF2-40B4-BE49-F238E27FC236}">
                <a16:creationId xmlns:a16="http://schemas.microsoft.com/office/drawing/2014/main" id="{9A9CADBE-8A93-478F-9D6B-6EB42507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313" y="4302236"/>
            <a:ext cx="163018" cy="168276"/>
          </a:xfrm>
          <a:custGeom xmlns:a="http://schemas.openxmlformats.org/drawingml/2006/main">
            <a:pathLst>
              <a:path w="163018" h="168276">
                <a:moveTo>
                  <a:pt x="0" y="84138"/>
                </a:moveTo>
                <a:cubicBezTo>
                  <a:pt x="0" y="37670"/>
                  <a:pt x="36493" y="0"/>
                  <a:pt x="81509" y="0"/>
                </a:cubicBezTo>
                <a:cubicBezTo>
                  <a:pt x="126525" y="0"/>
                  <a:pt x="163018" y="37670"/>
                  <a:pt x="163018" y="84138"/>
                </a:cubicBezTo>
                <a:cubicBezTo>
                  <a:pt x="163018" y="130606"/>
                  <a:pt x="126525" y="168276"/>
                  <a:pt x="81509" y="168276"/>
                </a:cubicBezTo>
                <a:cubicBezTo>
                  <a:pt x="36493" y="168276"/>
                  <a:pt x="0" y="130606"/>
                  <a:pt x="0" y="8413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203" name="pdf-path-237">
            <a:extLst xmlns:a="http://schemas.openxmlformats.org/drawingml/2006/main">
              <a:ext uri="{FF2B5EF4-FFF2-40B4-BE49-F238E27FC236}">
                <a16:creationId xmlns:a16="http://schemas.microsoft.com/office/drawing/2014/main" id="{06771EA6-ADFF-4AFB-B350-276444FD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424" y="3994607"/>
            <a:ext cx="315089" cy="96360"/>
          </a:xfrm>
          <a:custGeom xmlns:a="http://schemas.openxmlformats.org/drawingml/2006/main">
            <a:pathLst>
              <a:path w="315089" h="96360">
                <a:moveTo>
                  <a:pt x="0" y="0"/>
                </a:moveTo>
                <a:lnTo>
                  <a:pt x="315089" y="9636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204" name="pdf-path-238">
            <a:extLst xmlns:a="http://schemas.openxmlformats.org/drawingml/2006/main">
              <a:ext uri="{FF2B5EF4-FFF2-40B4-BE49-F238E27FC236}">
                <a16:creationId xmlns:a16="http://schemas.microsoft.com/office/drawing/2014/main" id="{92B72E22-E4B3-4C94-A13A-050694E4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424" y="3994607"/>
            <a:ext cx="315089" cy="389863"/>
          </a:xfrm>
          <a:custGeom xmlns:a="http://schemas.openxmlformats.org/drawingml/2006/main">
            <a:pathLst>
              <a:path w="315089" h="389863">
                <a:moveTo>
                  <a:pt x="0" y="0"/>
                </a:moveTo>
                <a:lnTo>
                  <a:pt x="315089" y="389863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205" name="pdf-path-239">
            <a:extLst xmlns:a="http://schemas.openxmlformats.org/drawingml/2006/main">
              <a:ext uri="{FF2B5EF4-FFF2-40B4-BE49-F238E27FC236}">
                <a16:creationId xmlns:a16="http://schemas.microsoft.com/office/drawing/2014/main" id="{330564CB-E5AF-46FA-8F09-F990AC00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424" y="4091890"/>
            <a:ext cx="315089" cy="113676"/>
          </a:xfrm>
          <a:custGeom xmlns:a="http://schemas.openxmlformats.org/drawingml/2006/main">
            <a:pathLst>
              <a:path w="315089" h="113676">
                <a:moveTo>
                  <a:pt x="0" y="113676"/>
                </a:moveTo>
                <a:lnTo>
                  <a:pt x="31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206" name="pdf-path-240">
            <a:extLst xmlns:a="http://schemas.openxmlformats.org/drawingml/2006/main">
              <a:ext uri="{FF2B5EF4-FFF2-40B4-BE49-F238E27FC236}">
                <a16:creationId xmlns:a16="http://schemas.microsoft.com/office/drawing/2014/main" id="{44D0C382-608B-443F-B5F4-40186564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424" y="4386373"/>
            <a:ext cx="315089" cy="41482"/>
          </a:xfrm>
          <a:custGeom xmlns:a="http://schemas.openxmlformats.org/drawingml/2006/main">
            <a:pathLst>
              <a:path w="315089" h="41482">
                <a:moveTo>
                  <a:pt x="0" y="41482"/>
                </a:moveTo>
                <a:lnTo>
                  <a:pt x="31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207" name="pdf-path-241">
            <a:extLst xmlns:a="http://schemas.openxmlformats.org/drawingml/2006/main">
              <a:ext uri="{FF2B5EF4-FFF2-40B4-BE49-F238E27FC236}">
                <a16:creationId xmlns:a16="http://schemas.microsoft.com/office/drawing/2014/main" id="{74CA2B38-BF9B-46AB-9C60-731B7AFB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424" y="4204951"/>
            <a:ext cx="315089" cy="179828"/>
          </a:xfrm>
          <a:custGeom xmlns:a="http://schemas.openxmlformats.org/drawingml/2006/main">
            <a:pathLst>
              <a:path w="315089" h="179828">
                <a:moveTo>
                  <a:pt x="0" y="0"/>
                </a:moveTo>
                <a:lnTo>
                  <a:pt x="315089" y="179828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208" name="pdf-path-242">
            <a:extLst xmlns:a="http://schemas.openxmlformats.org/drawingml/2006/main">
              <a:ext uri="{FF2B5EF4-FFF2-40B4-BE49-F238E27FC236}">
                <a16:creationId xmlns:a16="http://schemas.microsoft.com/office/drawing/2014/main" id="{D9A4E460-21DC-4657-B337-27F33FDE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424" y="4091890"/>
            <a:ext cx="315089" cy="334985"/>
          </a:xfrm>
          <a:custGeom xmlns:a="http://schemas.openxmlformats.org/drawingml/2006/main">
            <a:pathLst>
              <a:path w="315089" h="334985">
                <a:moveTo>
                  <a:pt x="0" y="334985"/>
                </a:moveTo>
                <a:lnTo>
                  <a:pt x="31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209" name="pdf-path-243">
            <a:extLst xmlns:a="http://schemas.openxmlformats.org/drawingml/2006/main">
              <a:ext uri="{FF2B5EF4-FFF2-40B4-BE49-F238E27FC236}">
                <a16:creationId xmlns:a16="http://schemas.microsoft.com/office/drawing/2014/main" id="{D6FC6874-A277-491D-9696-07C474A4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096" y="3997236"/>
            <a:ext cx="185401" cy="95"/>
          </a:xfrm>
          <a:custGeom xmlns:a="http://schemas.openxmlformats.org/drawingml/2006/main">
            <a:pathLst>
              <a:path w="185401" h="95">
                <a:moveTo>
                  <a:pt x="0" y="0"/>
                </a:moveTo>
                <a:lnTo>
                  <a:pt x="185401" y="1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210" name="pdf-path-244">
            <a:extLst xmlns:a="http://schemas.openxmlformats.org/drawingml/2006/main">
              <a:ext uri="{FF2B5EF4-FFF2-40B4-BE49-F238E27FC236}">
                <a16:creationId xmlns:a16="http://schemas.microsoft.com/office/drawing/2014/main" id="{700A0D3C-30C8-4858-8E9F-B730BF9C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614" y="4207580"/>
            <a:ext cx="185401" cy="95"/>
          </a:xfrm>
          <a:custGeom xmlns:a="http://schemas.openxmlformats.org/drawingml/2006/main">
            <a:pathLst>
              <a:path w="185401" h="95">
                <a:moveTo>
                  <a:pt x="0" y="0"/>
                </a:moveTo>
                <a:lnTo>
                  <a:pt x="185401" y="1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211" name="pdf-path-245">
            <a:extLst xmlns:a="http://schemas.openxmlformats.org/drawingml/2006/main">
              <a:ext uri="{FF2B5EF4-FFF2-40B4-BE49-F238E27FC236}">
                <a16:creationId xmlns:a16="http://schemas.microsoft.com/office/drawing/2014/main" id="{3EF1AB3C-A383-46E2-8670-9C5DAB9E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096" y="4428444"/>
            <a:ext cx="185401" cy="95"/>
          </a:xfrm>
          <a:custGeom xmlns:a="http://schemas.openxmlformats.org/drawingml/2006/main">
            <a:pathLst>
              <a:path w="185401" h="95">
                <a:moveTo>
                  <a:pt x="0" y="0"/>
                </a:moveTo>
                <a:lnTo>
                  <a:pt x="185401" y="1"/>
                </a:lnTo>
              </a:path>
            </a:pathLst>
          </a:custGeom>
          <a:noFill xmlns:a="http://schemas.openxmlformats.org/drawingml/2006/main"/>
          <a:ln xmlns:a="http://schemas.openxmlformats.org/drawingml/2006/main" w="18077">
            <a:solidFill>
              <a:srgbClr val="000000"/>
            </a:solidFill>
            <a:prstDash val="solid"/>
          </a:ln>
        </p:spPr>
      </p:sp>
      <p:sp>
        <p:nvSpPr>
          <p:cNvPr id="212" name="pdf-path-246">
            <a:extLst xmlns:a="http://schemas.openxmlformats.org/drawingml/2006/main">
              <a:ext uri="{FF2B5EF4-FFF2-40B4-BE49-F238E27FC236}">
                <a16:creationId xmlns:a16="http://schemas.microsoft.com/office/drawing/2014/main" id="{9AB7F6F3-65E6-45EB-BD15-BF6AE69F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330" y="4072336"/>
            <a:ext cx="185404" cy="45191"/>
          </a:xfrm>
          <a:custGeom xmlns:a="http://schemas.openxmlformats.org/drawingml/2006/main">
            <a:pathLst>
              <a:path w="185404" h="45191">
                <a:moveTo>
                  <a:pt x="1" y="0"/>
                </a:moveTo>
                <a:lnTo>
                  <a:pt x="125148" y="0"/>
                </a:lnTo>
                <a:lnTo>
                  <a:pt x="125148" y="18077"/>
                </a:lnTo>
                <a:lnTo>
                  <a:pt x="0" y="18077"/>
                </a:lnTo>
                <a:lnTo>
                  <a:pt x="1" y="0"/>
                </a:lnTo>
                <a:moveTo>
                  <a:pt x="113097" y="-27115"/>
                </a:moveTo>
                <a:lnTo>
                  <a:pt x="185404" y="9040"/>
                </a:lnTo>
                <a:lnTo>
                  <a:pt x="113097" y="45191"/>
                </a:lnTo>
                <a:lnTo>
                  <a:pt x="113097" y="-271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df-path-247">
            <a:extLst xmlns:a="http://schemas.openxmlformats.org/drawingml/2006/main">
              <a:ext uri="{FF2B5EF4-FFF2-40B4-BE49-F238E27FC236}">
                <a16:creationId xmlns:a16="http://schemas.microsoft.com/office/drawing/2014/main" id="{B922638D-D5F3-45B2-80A4-5F444E7D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330" y="4377335"/>
            <a:ext cx="185404" cy="45193"/>
          </a:xfrm>
          <a:custGeom xmlns:a="http://schemas.openxmlformats.org/drawingml/2006/main">
            <a:pathLst>
              <a:path w="185404" h="45193">
                <a:moveTo>
                  <a:pt x="1" y="0"/>
                </a:moveTo>
                <a:lnTo>
                  <a:pt x="125148" y="1"/>
                </a:lnTo>
                <a:lnTo>
                  <a:pt x="125148" y="18078"/>
                </a:lnTo>
                <a:lnTo>
                  <a:pt x="0" y="18077"/>
                </a:lnTo>
                <a:lnTo>
                  <a:pt x="1" y="0"/>
                </a:lnTo>
                <a:moveTo>
                  <a:pt x="113097" y="-27113"/>
                </a:moveTo>
                <a:lnTo>
                  <a:pt x="185404" y="9040"/>
                </a:lnTo>
                <a:lnTo>
                  <a:pt x="113097" y="45193"/>
                </a:lnTo>
                <a:lnTo>
                  <a:pt x="113097" y="-271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C743C54E-8D62-4F7F-BD08-CBE2752984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d4206b61a4b7e"/>
          <a:srcRect xmlns:a="http://schemas.openxmlformats.org/drawingml/2006/main" l="130" t="0" r="1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5590" y="251460"/>
            <a:ext cx="291465" cy="292227"/>
          </a:xfrm>
          <a:prstGeom xmlns:a="http://schemas.openxmlformats.org/drawingml/2006/main" prst="rect">
            <a:avLst/>
          </a:prstGeom>
        </p:spPr>
      </p:pic>
      <p:sp>
        <p:nvSpPr>
          <p:cNvPr id="215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A8C66DB7-7D3F-4C5E-A458-78AA3649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5590" y="251460"/>
            <a:ext cx="291465" cy="2922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E35B499F-1C37-41C2-A479-DE68A5DE08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0488cf11c42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5877" y="1608582"/>
            <a:ext cx="291846" cy="291846"/>
          </a:xfrm>
          <a:prstGeom xmlns:a="http://schemas.openxmlformats.org/drawingml/2006/main" prst="rect">
            <a:avLst/>
          </a:prstGeom>
        </p:spPr>
      </p:pic>
      <p:sp>
        <p:nvSpPr>
          <p:cNvPr id="217" name="pdf-raster-4">
            <a:extLst xmlns:a="http://schemas.openxmlformats.org/drawingml/2006/main">
              <a:ext uri="{FF2B5EF4-FFF2-40B4-BE49-F238E27FC236}">
                <a16:creationId xmlns:a16="http://schemas.microsoft.com/office/drawing/2014/main" id="{C228B525-A3FD-4E85-A21B-C3E5288E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877" y="1608582"/>
            <a:ext cx="291846" cy="29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8" name="pdf-path-250">
            <a:extLst xmlns:a="http://schemas.openxmlformats.org/drawingml/2006/main">
              <a:ext uri="{FF2B5EF4-FFF2-40B4-BE49-F238E27FC236}">
                <a16:creationId xmlns:a16="http://schemas.microsoft.com/office/drawing/2014/main" id="{06488B84-8786-4D82-892B-19E35FCC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936" y="1164406"/>
            <a:ext cx="721504" cy="721513"/>
          </a:xfrm>
          <a:custGeom xmlns:a="http://schemas.openxmlformats.org/drawingml/2006/main">
            <a:pathLst>
              <a:path w="721504" h="721513">
                <a:moveTo>
                  <a:pt x="359715" y="0"/>
                </a:moveTo>
                <a:lnTo>
                  <a:pt x="721504" y="362862"/>
                </a:lnTo>
                <a:lnTo>
                  <a:pt x="361788" y="721513"/>
                </a:lnTo>
                <a:lnTo>
                  <a:pt x="0" y="358651"/>
                </a:lnTo>
                <a:lnTo>
                  <a:pt x="3597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145">
            <a:solidFill>
              <a:srgbClr val="000000"/>
            </a:solidFill>
            <a:prstDash val="solid"/>
          </a:ln>
        </p:spPr>
      </p:sp>
      <p:sp>
        <p:nvSpPr>
          <p:cNvPr id="219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DB740BD8-56E9-422B-8F4B-28A92ADB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394" y="1256688"/>
            <a:ext cx="289761" cy="218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cos</a:t>
            </a:r>
          </a:p>
        </p:txBody>
      </p:sp>
      <p:sp>
        <p:nvSpPr>
          <p:cNvPr id="220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2087A896-FCA8-4B90-A823-CCAED83A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394" y="1516989"/>
            <a:ext cx="314438" cy="218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</a:t>
            </a:r>
          </a:p>
        </p:txBody>
      </p:sp>
      <p:sp>
        <p:nvSpPr>
          <p:cNvPr id="221" name="pdf-path-254">
            <a:extLst xmlns:a="http://schemas.openxmlformats.org/drawingml/2006/main">
              <a:ext uri="{FF2B5EF4-FFF2-40B4-BE49-F238E27FC236}">
                <a16:creationId xmlns:a16="http://schemas.microsoft.com/office/drawing/2014/main" id="{F450777C-E6F7-432C-8ADD-FCF21B52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303" y="5263251"/>
            <a:ext cx="54229" cy="341604"/>
          </a:xfrm>
          <a:custGeom xmlns:a="http://schemas.openxmlformats.org/drawingml/2006/main">
            <a:pathLst>
              <a:path w="54229" h="341604">
                <a:moveTo>
                  <a:pt x="54229" y="341604"/>
                </a:moveTo>
                <a:lnTo>
                  <a:pt x="54229" y="67787"/>
                </a:lnTo>
                <a:lnTo>
                  <a:pt x="27115" y="67787"/>
                </a:lnTo>
                <a:lnTo>
                  <a:pt x="27113" y="341604"/>
                </a:lnTo>
                <a:lnTo>
                  <a:pt x="54229" y="341604"/>
                </a:lnTo>
                <a:moveTo>
                  <a:pt x="81344" y="81344"/>
                </a:moveTo>
                <a:lnTo>
                  <a:pt x="40672" y="0"/>
                </a:lnTo>
                <a:lnTo>
                  <a:pt x="0" y="81344"/>
                </a:lnTo>
                <a:lnTo>
                  <a:pt x="81344" y="8134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df-path-255">
            <a:extLst xmlns:a="http://schemas.openxmlformats.org/drawingml/2006/main">
              <a:ext uri="{FF2B5EF4-FFF2-40B4-BE49-F238E27FC236}">
                <a16:creationId xmlns:a16="http://schemas.microsoft.com/office/drawing/2014/main" id="{D92DF4F2-70DD-4555-A9E2-BF7FEB1F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8673" y="4085317"/>
            <a:ext cx="54229" cy="427005"/>
          </a:xfrm>
          <a:custGeom xmlns:a="http://schemas.openxmlformats.org/drawingml/2006/main">
            <a:pathLst>
              <a:path w="54229" h="427005">
                <a:moveTo>
                  <a:pt x="54229" y="0"/>
                </a:moveTo>
                <a:lnTo>
                  <a:pt x="54229" y="359219"/>
                </a:lnTo>
                <a:lnTo>
                  <a:pt x="27115" y="359219"/>
                </a:lnTo>
                <a:lnTo>
                  <a:pt x="27115" y="0"/>
                </a:lnTo>
                <a:lnTo>
                  <a:pt x="54229" y="0"/>
                </a:lnTo>
                <a:moveTo>
                  <a:pt x="81344" y="345661"/>
                </a:moveTo>
                <a:lnTo>
                  <a:pt x="40672" y="427005"/>
                </a:lnTo>
                <a:lnTo>
                  <a:pt x="0" y="345661"/>
                </a:lnTo>
                <a:lnTo>
                  <a:pt x="81344" y="34566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df-path-256">
            <a:extLst xmlns:a="http://schemas.openxmlformats.org/drawingml/2006/main">
              <a:ext uri="{FF2B5EF4-FFF2-40B4-BE49-F238E27FC236}">
                <a16:creationId xmlns:a16="http://schemas.microsoft.com/office/drawing/2014/main" id="{913CB313-806E-4293-9BB6-B711ABB7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667" y="4532302"/>
            <a:ext cx="721504" cy="721514"/>
          </a:xfrm>
          <a:custGeom xmlns:a="http://schemas.openxmlformats.org/drawingml/2006/main">
            <a:pathLst>
              <a:path w="721504" h="721514">
                <a:moveTo>
                  <a:pt x="359715" y="0"/>
                </a:moveTo>
                <a:lnTo>
                  <a:pt x="721504" y="362862"/>
                </a:lnTo>
                <a:lnTo>
                  <a:pt x="361788" y="721514"/>
                </a:lnTo>
                <a:lnTo>
                  <a:pt x="0" y="358651"/>
                </a:lnTo>
                <a:lnTo>
                  <a:pt x="3597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145">
            <a:solidFill>
              <a:srgbClr val="000000"/>
            </a:solidFill>
            <a:prstDash val="solid"/>
          </a:ln>
        </p:spPr>
      </p:sp>
      <p:sp>
        <p:nvSpPr>
          <p:cNvPr id="224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361EA7F6-4F23-4400-8056-CD6EE026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5125" y="4622211"/>
            <a:ext cx="289761" cy="218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cos</a:t>
            </a:r>
          </a:p>
        </p:txBody>
      </p:sp>
      <p:sp>
        <p:nvSpPr>
          <p:cNvPr id="225" name="pdf-text-55-0">
            <a:extLst xmlns:a="http://schemas.openxmlformats.org/drawingml/2006/main">
              <a:ext uri="{FF2B5EF4-FFF2-40B4-BE49-F238E27FC236}">
                <a16:creationId xmlns:a16="http://schemas.microsoft.com/office/drawing/2014/main" id="{3FC6F9F8-85D1-4E99-9F03-CB0EA946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5125" y="4882513"/>
            <a:ext cx="314438" cy="218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</a:t>
            </a:r>
          </a:p>
        </p:txBody>
      </p:sp>
      <p:sp>
        <p:nvSpPr>
          <p:cNvPr id="226" name="pdf-path-262">
            <a:extLst xmlns:a="http://schemas.openxmlformats.org/drawingml/2006/main">
              <a:ext uri="{FF2B5EF4-FFF2-40B4-BE49-F238E27FC236}">
                <a16:creationId xmlns:a16="http://schemas.microsoft.com/office/drawing/2014/main" id="{87E3B016-38AE-4D07-A2EF-4E7FFB57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5338" y="4871072"/>
            <a:ext cx="437251" cy="54230"/>
          </a:xfrm>
          <a:custGeom xmlns:a="http://schemas.openxmlformats.org/drawingml/2006/main">
            <a:pathLst>
              <a:path w="437251" h="54230">
                <a:moveTo>
                  <a:pt x="0" y="0"/>
                </a:moveTo>
                <a:lnTo>
                  <a:pt x="369465" y="0"/>
                </a:lnTo>
                <a:lnTo>
                  <a:pt x="369465" y="27115"/>
                </a:lnTo>
                <a:lnTo>
                  <a:pt x="0" y="27115"/>
                </a:lnTo>
                <a:close/>
                <a:moveTo>
                  <a:pt x="355906" y="-27115"/>
                </a:moveTo>
                <a:lnTo>
                  <a:pt x="437251" y="13558"/>
                </a:lnTo>
                <a:lnTo>
                  <a:pt x="355906" y="54230"/>
                </a:lnTo>
                <a:lnTo>
                  <a:pt x="355906" y="-271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C216B926-4C9F-4C42-A2FF-DDD50B616A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8e28b8e3048f0"/>
          <a:srcRect xmlns:a="http://schemas.openxmlformats.org/drawingml/2006/main" l="149" t="0" r="1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16490" y="4591050"/>
            <a:ext cx="1421130" cy="807720"/>
          </a:xfrm>
          <a:prstGeom xmlns:a="http://schemas.openxmlformats.org/drawingml/2006/main" prst="rect">
            <a:avLst/>
          </a:prstGeom>
        </p:spPr>
      </p:pic>
      <p:sp>
        <p:nvSpPr>
          <p:cNvPr id="228" name="pdf-raster-5">
            <a:extLst xmlns:a="http://schemas.openxmlformats.org/drawingml/2006/main">
              <a:ext uri="{FF2B5EF4-FFF2-40B4-BE49-F238E27FC236}">
                <a16:creationId xmlns:a16="http://schemas.microsoft.com/office/drawing/2014/main" id="{D72D8451-B084-453D-B680-D8A1507D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490" y="4591050"/>
            <a:ext cx="1421130" cy="80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9" name="pdf-path-264">
            <a:extLst xmlns:a="http://schemas.openxmlformats.org/drawingml/2006/main">
              <a:ext uri="{FF2B5EF4-FFF2-40B4-BE49-F238E27FC236}">
                <a16:creationId xmlns:a16="http://schemas.microsoft.com/office/drawing/2014/main" id="{40C1BD14-8934-4BB0-8925-C2E17297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3767" y="4032731"/>
            <a:ext cx="54229" cy="302451"/>
          </a:xfrm>
          <a:custGeom xmlns:a="http://schemas.openxmlformats.org/drawingml/2006/main">
            <a:pathLst>
              <a:path w="54229" h="302451">
                <a:moveTo>
                  <a:pt x="54228" y="0"/>
                </a:moveTo>
                <a:lnTo>
                  <a:pt x="54229" y="234664"/>
                </a:lnTo>
                <a:lnTo>
                  <a:pt x="27115" y="234664"/>
                </a:lnTo>
                <a:lnTo>
                  <a:pt x="27113" y="0"/>
                </a:lnTo>
                <a:lnTo>
                  <a:pt x="54228" y="0"/>
                </a:lnTo>
                <a:moveTo>
                  <a:pt x="81344" y="221106"/>
                </a:moveTo>
                <a:lnTo>
                  <a:pt x="40672" y="302451"/>
                </a:lnTo>
                <a:lnTo>
                  <a:pt x="0" y="221107"/>
                </a:lnTo>
                <a:lnTo>
                  <a:pt x="81344" y="22110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df-path-265">
            <a:extLst xmlns:a="http://schemas.openxmlformats.org/drawingml/2006/main">
              <a:ext uri="{FF2B5EF4-FFF2-40B4-BE49-F238E27FC236}">
                <a16:creationId xmlns:a16="http://schemas.microsoft.com/office/drawing/2014/main" id="{FCB97C0C-C68A-4FA9-A4DC-E596483C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481" y="4350879"/>
            <a:ext cx="1335692" cy="241897"/>
          </a:xfrm>
          <a:custGeom xmlns:a="http://schemas.openxmlformats.org/drawingml/2006/main">
            <a:pathLst>
              <a:path w="1335692" h="241897">
                <a:moveTo>
                  <a:pt x="0" y="0"/>
                </a:moveTo>
                <a:lnTo>
                  <a:pt x="1335692" y="0"/>
                </a:lnTo>
                <a:lnTo>
                  <a:pt x="1335692" y="241897"/>
                </a:lnTo>
                <a:lnTo>
                  <a:pt x="0" y="2418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C97E116E-922B-4B0A-BB8E-2325D15D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6364" y="4375056"/>
            <a:ext cx="1133684" cy="218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8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18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8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Environment</a:t>
            </a:r>
          </a:p>
        </p:txBody>
      </p:sp>
      <p:sp>
        <p:nvSpPr>
          <p:cNvPr id="232" name="pdf-path-267">
            <a:extLst xmlns:a="http://schemas.openxmlformats.org/drawingml/2006/main">
              <a:ext uri="{FF2B5EF4-FFF2-40B4-BE49-F238E27FC236}">
                <a16:creationId xmlns:a16="http://schemas.microsoft.com/office/drawing/2014/main" id="{EA523B50-3CFE-42E6-9DD6-E6BC8680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585" y="5373682"/>
            <a:ext cx="95" cy="819796"/>
          </a:xfrm>
          <a:custGeom xmlns:a="http://schemas.openxmlformats.org/drawingml/2006/main">
            <a:pathLst>
              <a:path w="95" h="819796">
                <a:moveTo>
                  <a:pt x="0" y="819796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15">
            <a:solidFill>
              <a:srgbClr val="000000"/>
            </a:solidFill>
            <a:prstDash val="solid"/>
          </a:ln>
        </p:spPr>
      </p:sp>
      <p:sp>
        <p:nvSpPr>
          <p:cNvPr id="233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6763A71C-4D22-4743-8FA0-6B9FA5D6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3789" y="2317504"/>
            <a:ext cx="132750" cy="135009"/>
          </a:xfrm>
          <a:custGeom xmlns:a="http://schemas.openxmlformats.org/drawingml/2006/main">
            <a:pathLst>
              <a:path w="132750" h="135009">
                <a:moveTo>
                  <a:pt x="113544" y="95326"/>
                </a:moveTo>
                <a:lnTo>
                  <a:pt x="104930" y="135009"/>
                </a:lnTo>
                <a:lnTo>
                  <a:pt x="2684" y="135009"/>
                </a:lnTo>
                <a:lnTo>
                  <a:pt x="0" y="128089"/>
                </a:lnTo>
                <a:lnTo>
                  <a:pt x="77250" y="39119"/>
                </a:lnTo>
                <a:cubicBezTo>
                  <a:pt x="88170" y="26597"/>
                  <a:pt x="96173" y="17700"/>
                  <a:pt x="101258" y="12428"/>
                </a:cubicBezTo>
                <a:lnTo>
                  <a:pt x="100410" y="11439"/>
                </a:lnTo>
                <a:lnTo>
                  <a:pt x="67364" y="11439"/>
                </a:lnTo>
                <a:cubicBezTo>
                  <a:pt x="62468" y="11439"/>
                  <a:pt x="58891" y="11768"/>
                  <a:pt x="56631" y="12428"/>
                </a:cubicBezTo>
                <a:cubicBezTo>
                  <a:pt x="54371" y="13087"/>
                  <a:pt x="52112" y="14240"/>
                  <a:pt x="49853" y="15888"/>
                </a:cubicBezTo>
                <a:cubicBezTo>
                  <a:pt x="47592" y="17535"/>
                  <a:pt x="45168" y="19983"/>
                  <a:pt x="42579" y="23231"/>
                </a:cubicBezTo>
                <a:cubicBezTo>
                  <a:pt x="39991" y="26479"/>
                  <a:pt x="37095" y="31116"/>
                  <a:pt x="33894" y="37142"/>
                </a:cubicBezTo>
                <a:lnTo>
                  <a:pt x="21325" y="37142"/>
                </a:lnTo>
                <a:lnTo>
                  <a:pt x="29657" y="0"/>
                </a:lnTo>
                <a:lnTo>
                  <a:pt x="130066" y="0"/>
                </a:lnTo>
                <a:lnTo>
                  <a:pt x="132750" y="7061"/>
                </a:lnTo>
                <a:lnTo>
                  <a:pt x="65387" y="84451"/>
                </a:lnTo>
                <a:cubicBezTo>
                  <a:pt x="52300" y="99421"/>
                  <a:pt x="40956" y="112131"/>
                  <a:pt x="31352" y="122581"/>
                </a:cubicBezTo>
                <a:lnTo>
                  <a:pt x="32199" y="123570"/>
                </a:lnTo>
                <a:lnTo>
                  <a:pt x="64116" y="123570"/>
                </a:lnTo>
                <a:cubicBezTo>
                  <a:pt x="69764" y="123570"/>
                  <a:pt x="74095" y="123264"/>
                  <a:pt x="77108" y="122652"/>
                </a:cubicBezTo>
                <a:cubicBezTo>
                  <a:pt x="80121" y="122040"/>
                  <a:pt x="82758" y="120887"/>
                  <a:pt x="85017" y="119192"/>
                </a:cubicBezTo>
                <a:cubicBezTo>
                  <a:pt x="87276" y="117497"/>
                  <a:pt x="89606" y="114932"/>
                  <a:pt x="92007" y="111496"/>
                </a:cubicBezTo>
                <a:cubicBezTo>
                  <a:pt x="94408" y="108059"/>
                  <a:pt x="97398" y="102669"/>
                  <a:pt x="100975" y="95326"/>
                </a:cubicBezTo>
                <a:lnTo>
                  <a:pt x="113544" y="953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463FE6F8-FEA9-406C-AFA4-ACAF4B7E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514" y="2408121"/>
            <a:ext cx="103426" cy="104865"/>
          </a:xfrm>
          <a:custGeom xmlns:a="http://schemas.openxmlformats.org/drawingml/2006/main">
            <a:pathLst>
              <a:path w="103426" h="104865">
                <a:moveTo>
                  <a:pt x="28449" y="37899"/>
                </a:moveTo>
                <a:cubicBezTo>
                  <a:pt x="29409" y="33928"/>
                  <a:pt x="30076" y="30641"/>
                  <a:pt x="30453" y="28039"/>
                </a:cubicBezTo>
                <a:cubicBezTo>
                  <a:pt x="30830" y="25437"/>
                  <a:pt x="31018" y="23246"/>
                  <a:pt x="31018" y="21466"/>
                </a:cubicBezTo>
                <a:cubicBezTo>
                  <a:pt x="31018" y="16468"/>
                  <a:pt x="28997" y="13968"/>
                  <a:pt x="24958" y="13968"/>
                </a:cubicBezTo>
                <a:cubicBezTo>
                  <a:pt x="23657" y="13968"/>
                  <a:pt x="22373" y="14225"/>
                  <a:pt x="21106" y="14739"/>
                </a:cubicBezTo>
                <a:cubicBezTo>
                  <a:pt x="19839" y="15252"/>
                  <a:pt x="18521" y="16023"/>
                  <a:pt x="17151" y="17050"/>
                </a:cubicBezTo>
                <a:cubicBezTo>
                  <a:pt x="15783" y="18077"/>
                  <a:pt x="14276" y="19378"/>
                  <a:pt x="12633" y="20953"/>
                </a:cubicBezTo>
                <a:cubicBezTo>
                  <a:pt x="10989" y="22527"/>
                  <a:pt x="9140" y="24376"/>
                  <a:pt x="7087" y="26499"/>
                </a:cubicBezTo>
                <a:lnTo>
                  <a:pt x="0" y="19823"/>
                </a:lnTo>
                <a:cubicBezTo>
                  <a:pt x="3423" y="16331"/>
                  <a:pt x="6555" y="13335"/>
                  <a:pt x="9397" y="10836"/>
                </a:cubicBezTo>
                <a:cubicBezTo>
                  <a:pt x="12239" y="8336"/>
                  <a:pt x="14961" y="6282"/>
                  <a:pt x="17563" y="4673"/>
                </a:cubicBezTo>
                <a:cubicBezTo>
                  <a:pt x="20165" y="3064"/>
                  <a:pt x="22732" y="1883"/>
                  <a:pt x="25266" y="1130"/>
                </a:cubicBezTo>
                <a:cubicBezTo>
                  <a:pt x="27799" y="377"/>
                  <a:pt x="30435" y="0"/>
                  <a:pt x="33175" y="0"/>
                </a:cubicBezTo>
                <a:cubicBezTo>
                  <a:pt x="38241" y="0"/>
                  <a:pt x="42161" y="1660"/>
                  <a:pt x="44934" y="4981"/>
                </a:cubicBezTo>
                <a:cubicBezTo>
                  <a:pt x="47708" y="8302"/>
                  <a:pt x="49094" y="12667"/>
                  <a:pt x="49094" y="18077"/>
                </a:cubicBezTo>
                <a:cubicBezTo>
                  <a:pt x="49094" y="21158"/>
                  <a:pt x="48614" y="23897"/>
                  <a:pt x="47656" y="26293"/>
                </a:cubicBezTo>
                <a:lnTo>
                  <a:pt x="49094" y="26909"/>
                </a:lnTo>
                <a:cubicBezTo>
                  <a:pt x="56009" y="17666"/>
                  <a:pt x="62737" y="10870"/>
                  <a:pt x="69276" y="6522"/>
                </a:cubicBezTo>
                <a:cubicBezTo>
                  <a:pt x="75815" y="2174"/>
                  <a:pt x="82543" y="0"/>
                  <a:pt x="89458" y="0"/>
                </a:cubicBezTo>
                <a:cubicBezTo>
                  <a:pt x="92059" y="0"/>
                  <a:pt x="94508" y="137"/>
                  <a:pt x="96801" y="411"/>
                </a:cubicBezTo>
                <a:cubicBezTo>
                  <a:pt x="99095" y="685"/>
                  <a:pt x="101303" y="1027"/>
                  <a:pt x="103426" y="1438"/>
                </a:cubicBezTo>
                <a:lnTo>
                  <a:pt x="98188" y="26293"/>
                </a:lnTo>
                <a:lnTo>
                  <a:pt x="86274" y="26293"/>
                </a:lnTo>
                <a:cubicBezTo>
                  <a:pt x="85932" y="22185"/>
                  <a:pt x="85059" y="19241"/>
                  <a:pt x="83655" y="17460"/>
                </a:cubicBezTo>
                <a:cubicBezTo>
                  <a:pt x="82251" y="15680"/>
                  <a:pt x="80215" y="14790"/>
                  <a:pt x="77544" y="14790"/>
                </a:cubicBezTo>
                <a:cubicBezTo>
                  <a:pt x="75969" y="14721"/>
                  <a:pt x="74155" y="15201"/>
                  <a:pt x="72100" y="16228"/>
                </a:cubicBezTo>
                <a:cubicBezTo>
                  <a:pt x="70046" y="17255"/>
                  <a:pt x="67873" y="18727"/>
                  <a:pt x="65579" y="20644"/>
                </a:cubicBezTo>
                <a:cubicBezTo>
                  <a:pt x="63285" y="22561"/>
                  <a:pt x="61008" y="24821"/>
                  <a:pt x="58749" y="27423"/>
                </a:cubicBezTo>
                <a:cubicBezTo>
                  <a:pt x="56488" y="30025"/>
                  <a:pt x="54349" y="32867"/>
                  <a:pt x="52329" y="35948"/>
                </a:cubicBezTo>
                <a:cubicBezTo>
                  <a:pt x="50310" y="39029"/>
                  <a:pt x="48546" y="42299"/>
                  <a:pt x="47040" y="45756"/>
                </a:cubicBezTo>
                <a:cubicBezTo>
                  <a:pt x="45533" y="49214"/>
                  <a:pt x="44403" y="52689"/>
                  <a:pt x="43651" y="56181"/>
                </a:cubicBezTo>
                <a:lnTo>
                  <a:pt x="33175" y="104865"/>
                </a:lnTo>
                <a:lnTo>
                  <a:pt x="13043" y="104865"/>
                </a:lnTo>
                <a:lnTo>
                  <a:pt x="28449" y="378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616295BD-9D60-4094-8630-F7BB350B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912" y="2408121"/>
            <a:ext cx="91204" cy="106713"/>
          </a:xfrm>
          <a:custGeom xmlns:a="http://schemas.openxmlformats.org/drawingml/2006/main">
            <a:pathLst>
              <a:path w="91204" h="106713">
                <a:moveTo>
                  <a:pt x="82680" y="82988"/>
                </a:moveTo>
                <a:cubicBezTo>
                  <a:pt x="74736" y="90862"/>
                  <a:pt x="66811" y="96785"/>
                  <a:pt x="58902" y="100756"/>
                </a:cubicBezTo>
                <a:cubicBezTo>
                  <a:pt x="50995" y="104728"/>
                  <a:pt x="42487" y="106713"/>
                  <a:pt x="33379" y="106713"/>
                </a:cubicBezTo>
                <a:cubicBezTo>
                  <a:pt x="28039" y="106713"/>
                  <a:pt x="23297" y="105909"/>
                  <a:pt x="19155" y="104300"/>
                </a:cubicBezTo>
                <a:cubicBezTo>
                  <a:pt x="15012" y="102691"/>
                  <a:pt x="11520" y="100345"/>
                  <a:pt x="8679" y="97264"/>
                </a:cubicBezTo>
                <a:cubicBezTo>
                  <a:pt x="5837" y="94183"/>
                  <a:pt x="3680" y="90434"/>
                  <a:pt x="2208" y="86018"/>
                </a:cubicBezTo>
                <a:cubicBezTo>
                  <a:pt x="736" y="81601"/>
                  <a:pt x="0" y="76620"/>
                  <a:pt x="0" y="71074"/>
                </a:cubicBezTo>
                <a:cubicBezTo>
                  <a:pt x="0" y="67171"/>
                  <a:pt x="342" y="63114"/>
                  <a:pt x="1027" y="58903"/>
                </a:cubicBezTo>
                <a:cubicBezTo>
                  <a:pt x="1712" y="54692"/>
                  <a:pt x="2773" y="50481"/>
                  <a:pt x="4210" y="46270"/>
                </a:cubicBezTo>
                <a:cubicBezTo>
                  <a:pt x="5648" y="42059"/>
                  <a:pt x="7429" y="37951"/>
                  <a:pt x="9552" y="33945"/>
                </a:cubicBezTo>
                <a:cubicBezTo>
                  <a:pt x="11674" y="29939"/>
                  <a:pt x="14174" y="26191"/>
                  <a:pt x="17049" y="22698"/>
                </a:cubicBezTo>
                <a:cubicBezTo>
                  <a:pt x="22801" y="15577"/>
                  <a:pt x="29733" y="10014"/>
                  <a:pt x="37848" y="6008"/>
                </a:cubicBezTo>
                <a:cubicBezTo>
                  <a:pt x="45961" y="2003"/>
                  <a:pt x="54812" y="0"/>
                  <a:pt x="64397" y="0"/>
                </a:cubicBezTo>
                <a:cubicBezTo>
                  <a:pt x="73162" y="0"/>
                  <a:pt x="79821" y="1917"/>
                  <a:pt x="84374" y="5752"/>
                </a:cubicBezTo>
                <a:cubicBezTo>
                  <a:pt x="88927" y="9586"/>
                  <a:pt x="91204" y="15030"/>
                  <a:pt x="91204" y="22082"/>
                </a:cubicBezTo>
                <a:cubicBezTo>
                  <a:pt x="91204" y="46869"/>
                  <a:pt x="67753" y="59262"/>
                  <a:pt x="20850" y="59262"/>
                </a:cubicBezTo>
                <a:cubicBezTo>
                  <a:pt x="20507" y="61042"/>
                  <a:pt x="20234" y="62977"/>
                  <a:pt x="20028" y="65065"/>
                </a:cubicBezTo>
                <a:cubicBezTo>
                  <a:pt x="19822" y="67154"/>
                  <a:pt x="19720" y="69430"/>
                  <a:pt x="19720" y="71895"/>
                </a:cubicBezTo>
                <a:cubicBezTo>
                  <a:pt x="19720" y="79359"/>
                  <a:pt x="21243" y="84802"/>
                  <a:pt x="24290" y="88226"/>
                </a:cubicBezTo>
                <a:cubicBezTo>
                  <a:pt x="27337" y="91649"/>
                  <a:pt x="32078" y="93361"/>
                  <a:pt x="38515" y="93361"/>
                </a:cubicBezTo>
                <a:cubicBezTo>
                  <a:pt x="41871" y="93361"/>
                  <a:pt x="45054" y="93002"/>
                  <a:pt x="48067" y="92283"/>
                </a:cubicBezTo>
                <a:cubicBezTo>
                  <a:pt x="51079" y="91564"/>
                  <a:pt x="54041" y="90451"/>
                  <a:pt x="56951" y="88945"/>
                </a:cubicBezTo>
                <a:cubicBezTo>
                  <a:pt x="59861" y="87439"/>
                  <a:pt x="62788" y="85504"/>
                  <a:pt x="65732" y="83142"/>
                </a:cubicBezTo>
                <a:cubicBezTo>
                  <a:pt x="68677" y="80780"/>
                  <a:pt x="71758" y="77955"/>
                  <a:pt x="74977" y="74668"/>
                </a:cubicBezTo>
                <a:lnTo>
                  <a:pt x="82680" y="82988"/>
                </a:lnTo>
                <a:moveTo>
                  <a:pt x="22903" y="49300"/>
                </a:moveTo>
                <a:cubicBezTo>
                  <a:pt x="31599" y="49231"/>
                  <a:pt x="39080" y="48546"/>
                  <a:pt x="45345" y="47246"/>
                </a:cubicBezTo>
                <a:cubicBezTo>
                  <a:pt x="51611" y="45945"/>
                  <a:pt x="56745" y="44164"/>
                  <a:pt x="60751" y="41905"/>
                </a:cubicBezTo>
                <a:cubicBezTo>
                  <a:pt x="64757" y="39645"/>
                  <a:pt x="67702" y="36975"/>
                  <a:pt x="69584" y="33894"/>
                </a:cubicBezTo>
                <a:cubicBezTo>
                  <a:pt x="71467" y="30812"/>
                  <a:pt x="72408" y="27423"/>
                  <a:pt x="72408" y="23726"/>
                </a:cubicBezTo>
                <a:cubicBezTo>
                  <a:pt x="72408" y="19480"/>
                  <a:pt x="71347" y="16159"/>
                  <a:pt x="69225" y="13763"/>
                </a:cubicBezTo>
                <a:cubicBezTo>
                  <a:pt x="67102" y="11366"/>
                  <a:pt x="64021" y="10168"/>
                  <a:pt x="59981" y="10168"/>
                </a:cubicBezTo>
                <a:cubicBezTo>
                  <a:pt x="56215" y="10168"/>
                  <a:pt x="52500" y="11092"/>
                  <a:pt x="48838" y="12941"/>
                </a:cubicBezTo>
                <a:cubicBezTo>
                  <a:pt x="45174" y="14790"/>
                  <a:pt x="41716" y="17409"/>
                  <a:pt x="38464" y="20798"/>
                </a:cubicBezTo>
                <a:cubicBezTo>
                  <a:pt x="35212" y="24188"/>
                  <a:pt x="32250" y="28296"/>
                  <a:pt x="29580" y="33123"/>
                </a:cubicBezTo>
                <a:cubicBezTo>
                  <a:pt x="26909" y="37951"/>
                  <a:pt x="24683" y="43343"/>
                  <a:pt x="22903" y="4930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0F0C47C9-104C-4F27-BE92-ED58F3CD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0507" y="2369401"/>
            <a:ext cx="120374" cy="184463"/>
          </a:xfrm>
          <a:custGeom xmlns:a="http://schemas.openxmlformats.org/drawingml/2006/main">
            <a:pathLst>
              <a:path w="120374" h="184463">
                <a:moveTo>
                  <a:pt x="51457" y="140298"/>
                </a:moveTo>
                <a:cubicBezTo>
                  <a:pt x="48239" y="155294"/>
                  <a:pt x="43018" y="166403"/>
                  <a:pt x="35794" y="173627"/>
                </a:cubicBezTo>
                <a:cubicBezTo>
                  <a:pt x="28570" y="180851"/>
                  <a:pt x="18933" y="184463"/>
                  <a:pt x="6882" y="184463"/>
                </a:cubicBezTo>
                <a:cubicBezTo>
                  <a:pt x="3732" y="184463"/>
                  <a:pt x="1438" y="184257"/>
                  <a:pt x="0" y="183846"/>
                </a:cubicBezTo>
                <a:cubicBezTo>
                  <a:pt x="412" y="182135"/>
                  <a:pt x="788" y="180372"/>
                  <a:pt x="1130" y="178557"/>
                </a:cubicBezTo>
                <a:cubicBezTo>
                  <a:pt x="1472" y="176743"/>
                  <a:pt x="1884" y="174979"/>
                  <a:pt x="2363" y="173268"/>
                </a:cubicBezTo>
                <a:cubicBezTo>
                  <a:pt x="2773" y="173405"/>
                  <a:pt x="3356" y="173473"/>
                  <a:pt x="4109" y="173473"/>
                </a:cubicBezTo>
                <a:cubicBezTo>
                  <a:pt x="4861" y="173473"/>
                  <a:pt x="5923" y="173473"/>
                  <a:pt x="7293" y="173473"/>
                </a:cubicBezTo>
                <a:cubicBezTo>
                  <a:pt x="9963" y="173473"/>
                  <a:pt x="12411" y="173045"/>
                  <a:pt x="14636" y="172189"/>
                </a:cubicBezTo>
                <a:cubicBezTo>
                  <a:pt x="16862" y="171333"/>
                  <a:pt x="18899" y="169793"/>
                  <a:pt x="20748" y="167567"/>
                </a:cubicBezTo>
                <a:cubicBezTo>
                  <a:pt x="22596" y="165342"/>
                  <a:pt x="24290" y="162295"/>
                  <a:pt x="25831" y="158426"/>
                </a:cubicBezTo>
                <a:cubicBezTo>
                  <a:pt x="27372" y="154558"/>
                  <a:pt x="28827" y="149576"/>
                  <a:pt x="30197" y="143483"/>
                </a:cubicBezTo>
                <a:lnTo>
                  <a:pt x="50738" y="52278"/>
                </a:lnTo>
                <a:lnTo>
                  <a:pt x="33072" y="52278"/>
                </a:lnTo>
                <a:lnTo>
                  <a:pt x="34921" y="44370"/>
                </a:lnTo>
                <a:cubicBezTo>
                  <a:pt x="38687" y="44164"/>
                  <a:pt x="41682" y="43925"/>
                  <a:pt x="43908" y="43651"/>
                </a:cubicBezTo>
                <a:cubicBezTo>
                  <a:pt x="46133" y="43377"/>
                  <a:pt x="48016" y="42778"/>
                  <a:pt x="49556" y="41853"/>
                </a:cubicBezTo>
                <a:cubicBezTo>
                  <a:pt x="51097" y="40929"/>
                  <a:pt x="52244" y="39371"/>
                  <a:pt x="52998" y="37180"/>
                </a:cubicBezTo>
                <a:cubicBezTo>
                  <a:pt x="56969" y="24650"/>
                  <a:pt x="62943" y="15321"/>
                  <a:pt x="70920" y="9192"/>
                </a:cubicBezTo>
                <a:cubicBezTo>
                  <a:pt x="78898" y="3064"/>
                  <a:pt x="89288" y="0"/>
                  <a:pt x="102091" y="0"/>
                </a:cubicBezTo>
                <a:cubicBezTo>
                  <a:pt x="105857" y="0"/>
                  <a:pt x="109178" y="188"/>
                  <a:pt x="112055" y="565"/>
                </a:cubicBezTo>
                <a:cubicBezTo>
                  <a:pt x="114930" y="941"/>
                  <a:pt x="117703" y="1404"/>
                  <a:pt x="120374" y="1951"/>
                </a:cubicBezTo>
                <a:lnTo>
                  <a:pt x="116163" y="21055"/>
                </a:lnTo>
                <a:lnTo>
                  <a:pt x="105995" y="21055"/>
                </a:lnTo>
                <a:cubicBezTo>
                  <a:pt x="105516" y="17152"/>
                  <a:pt x="104352" y="14293"/>
                  <a:pt x="102503" y="12479"/>
                </a:cubicBezTo>
                <a:cubicBezTo>
                  <a:pt x="100654" y="10664"/>
                  <a:pt x="98189" y="9757"/>
                  <a:pt x="95108" y="9757"/>
                </a:cubicBezTo>
                <a:cubicBezTo>
                  <a:pt x="91547" y="9757"/>
                  <a:pt x="88552" y="10528"/>
                  <a:pt x="86120" y="12068"/>
                </a:cubicBezTo>
                <a:cubicBezTo>
                  <a:pt x="83690" y="13609"/>
                  <a:pt x="81567" y="15937"/>
                  <a:pt x="79753" y="19052"/>
                </a:cubicBezTo>
                <a:cubicBezTo>
                  <a:pt x="77938" y="22168"/>
                  <a:pt x="76380" y="25814"/>
                  <a:pt x="75079" y="29991"/>
                </a:cubicBezTo>
                <a:cubicBezTo>
                  <a:pt x="73779" y="34167"/>
                  <a:pt x="72889" y="37796"/>
                  <a:pt x="72410" y="40877"/>
                </a:cubicBezTo>
                <a:lnTo>
                  <a:pt x="100859" y="40877"/>
                </a:lnTo>
                <a:lnTo>
                  <a:pt x="98600" y="52278"/>
                </a:lnTo>
                <a:lnTo>
                  <a:pt x="70047" y="52278"/>
                </a:lnTo>
                <a:lnTo>
                  <a:pt x="51457" y="1402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82BB0DBC-4A4C-4B9B-AA6A-E9A73F7D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944" y="2036395"/>
            <a:ext cx="145460" cy="139669"/>
          </a:xfrm>
          <a:custGeom xmlns:a="http://schemas.openxmlformats.org/drawingml/2006/main">
            <a:pathLst>
              <a:path w="145460" h="139669">
                <a:moveTo>
                  <a:pt x="63126" y="73577"/>
                </a:moveTo>
                <a:cubicBezTo>
                  <a:pt x="61714" y="66139"/>
                  <a:pt x="60254" y="58984"/>
                  <a:pt x="58749" y="52111"/>
                </a:cubicBezTo>
                <a:cubicBezTo>
                  <a:pt x="57242" y="45239"/>
                  <a:pt x="55688" y="38836"/>
                  <a:pt x="54089" y="32905"/>
                </a:cubicBezTo>
                <a:cubicBezTo>
                  <a:pt x="52487" y="26974"/>
                  <a:pt x="51169" y="23090"/>
                  <a:pt x="50134" y="21254"/>
                </a:cubicBezTo>
                <a:cubicBezTo>
                  <a:pt x="49098" y="19418"/>
                  <a:pt x="47992" y="18147"/>
                  <a:pt x="46815" y="17441"/>
                </a:cubicBezTo>
                <a:cubicBezTo>
                  <a:pt x="45638" y="16735"/>
                  <a:pt x="44155" y="16382"/>
                  <a:pt x="42367" y="16382"/>
                </a:cubicBezTo>
                <a:cubicBezTo>
                  <a:pt x="40389" y="16382"/>
                  <a:pt x="38601" y="16829"/>
                  <a:pt x="37000" y="17723"/>
                </a:cubicBezTo>
                <a:cubicBezTo>
                  <a:pt x="35400" y="18618"/>
                  <a:pt x="33658" y="20171"/>
                  <a:pt x="31775" y="22384"/>
                </a:cubicBezTo>
                <a:cubicBezTo>
                  <a:pt x="29892" y="24596"/>
                  <a:pt x="27397" y="28056"/>
                  <a:pt x="24290" y="32764"/>
                </a:cubicBezTo>
                <a:lnTo>
                  <a:pt x="15111" y="26691"/>
                </a:lnTo>
                <a:cubicBezTo>
                  <a:pt x="21042" y="17747"/>
                  <a:pt x="26738" y="11062"/>
                  <a:pt x="32198" y="6637"/>
                </a:cubicBezTo>
                <a:cubicBezTo>
                  <a:pt x="37659" y="2212"/>
                  <a:pt x="44109" y="0"/>
                  <a:pt x="51546" y="0"/>
                </a:cubicBezTo>
                <a:cubicBezTo>
                  <a:pt x="54465" y="0"/>
                  <a:pt x="57030" y="329"/>
                  <a:pt x="59243" y="989"/>
                </a:cubicBezTo>
                <a:cubicBezTo>
                  <a:pt x="61456" y="1648"/>
                  <a:pt x="63409" y="2660"/>
                  <a:pt x="65103" y="4025"/>
                </a:cubicBezTo>
                <a:cubicBezTo>
                  <a:pt x="66798" y="5390"/>
                  <a:pt x="68305" y="7155"/>
                  <a:pt x="69622" y="9321"/>
                </a:cubicBezTo>
                <a:cubicBezTo>
                  <a:pt x="70941" y="11486"/>
                  <a:pt x="72212" y="14428"/>
                  <a:pt x="73436" y="18147"/>
                </a:cubicBezTo>
                <a:cubicBezTo>
                  <a:pt x="74659" y="21866"/>
                  <a:pt x="75813" y="26479"/>
                  <a:pt x="76895" y="31987"/>
                </a:cubicBezTo>
                <a:cubicBezTo>
                  <a:pt x="77978" y="37495"/>
                  <a:pt x="78943" y="43214"/>
                  <a:pt x="79790" y="49146"/>
                </a:cubicBezTo>
                <a:lnTo>
                  <a:pt x="81203" y="49146"/>
                </a:lnTo>
                <a:cubicBezTo>
                  <a:pt x="90241" y="36436"/>
                  <a:pt x="97091" y="27138"/>
                  <a:pt x="101751" y="21254"/>
                </a:cubicBezTo>
                <a:cubicBezTo>
                  <a:pt x="106411" y="15370"/>
                  <a:pt x="110342" y="10992"/>
                  <a:pt x="113543" y="8120"/>
                </a:cubicBezTo>
                <a:cubicBezTo>
                  <a:pt x="116744" y="5249"/>
                  <a:pt x="119828" y="3225"/>
                  <a:pt x="122794" y="2048"/>
                </a:cubicBezTo>
                <a:cubicBezTo>
                  <a:pt x="125759" y="871"/>
                  <a:pt x="129690" y="283"/>
                  <a:pt x="134585" y="283"/>
                </a:cubicBezTo>
                <a:cubicBezTo>
                  <a:pt x="139010" y="283"/>
                  <a:pt x="142635" y="847"/>
                  <a:pt x="145460" y="1977"/>
                </a:cubicBezTo>
                <a:lnTo>
                  <a:pt x="139810" y="27538"/>
                </a:lnTo>
                <a:lnTo>
                  <a:pt x="129925" y="27538"/>
                </a:lnTo>
                <a:cubicBezTo>
                  <a:pt x="129360" y="23584"/>
                  <a:pt x="127712" y="21607"/>
                  <a:pt x="124982" y="21607"/>
                </a:cubicBezTo>
                <a:cubicBezTo>
                  <a:pt x="124134" y="21607"/>
                  <a:pt x="123240" y="21748"/>
                  <a:pt x="122298" y="22031"/>
                </a:cubicBezTo>
                <a:cubicBezTo>
                  <a:pt x="121358" y="22313"/>
                  <a:pt x="120204" y="22925"/>
                  <a:pt x="118839" y="23867"/>
                </a:cubicBezTo>
                <a:cubicBezTo>
                  <a:pt x="117474" y="24808"/>
                  <a:pt x="115473" y="26644"/>
                  <a:pt x="112837" y="29374"/>
                </a:cubicBezTo>
                <a:cubicBezTo>
                  <a:pt x="110200" y="32105"/>
                  <a:pt x="107235" y="35447"/>
                  <a:pt x="103940" y="39401"/>
                </a:cubicBezTo>
                <a:cubicBezTo>
                  <a:pt x="100645" y="43355"/>
                  <a:pt x="97256" y="47498"/>
                  <a:pt x="93772" y="51829"/>
                </a:cubicBezTo>
                <a:lnTo>
                  <a:pt x="84168" y="63833"/>
                </a:lnTo>
                <a:cubicBezTo>
                  <a:pt x="85863" y="72871"/>
                  <a:pt x="87463" y="80685"/>
                  <a:pt x="88970" y="87276"/>
                </a:cubicBezTo>
                <a:cubicBezTo>
                  <a:pt x="90477" y="93866"/>
                  <a:pt x="91818" y="99350"/>
                  <a:pt x="92995" y="103728"/>
                </a:cubicBezTo>
                <a:cubicBezTo>
                  <a:pt x="94172" y="108106"/>
                  <a:pt x="95208" y="111566"/>
                  <a:pt x="96102" y="114108"/>
                </a:cubicBezTo>
                <a:cubicBezTo>
                  <a:pt x="96996" y="116650"/>
                  <a:pt x="97961" y="118557"/>
                  <a:pt x="98997" y="119828"/>
                </a:cubicBezTo>
                <a:cubicBezTo>
                  <a:pt x="100032" y="121099"/>
                  <a:pt x="101092" y="121993"/>
                  <a:pt x="102174" y="122511"/>
                </a:cubicBezTo>
                <a:cubicBezTo>
                  <a:pt x="103258" y="123029"/>
                  <a:pt x="104505" y="123288"/>
                  <a:pt x="105917" y="123288"/>
                </a:cubicBezTo>
                <a:cubicBezTo>
                  <a:pt x="108458" y="123288"/>
                  <a:pt x="110930" y="122299"/>
                  <a:pt x="113331" y="120322"/>
                </a:cubicBezTo>
                <a:cubicBezTo>
                  <a:pt x="115732" y="118345"/>
                  <a:pt x="119192" y="113873"/>
                  <a:pt x="123711" y="106906"/>
                </a:cubicBezTo>
                <a:lnTo>
                  <a:pt x="132891" y="112978"/>
                </a:lnTo>
                <a:cubicBezTo>
                  <a:pt x="126300" y="122770"/>
                  <a:pt x="120345" y="129666"/>
                  <a:pt x="115026" y="133667"/>
                </a:cubicBezTo>
                <a:cubicBezTo>
                  <a:pt x="109706" y="137669"/>
                  <a:pt x="103375" y="139669"/>
                  <a:pt x="96031" y="139669"/>
                </a:cubicBezTo>
                <a:cubicBezTo>
                  <a:pt x="91983" y="139669"/>
                  <a:pt x="88547" y="138940"/>
                  <a:pt x="85722" y="137481"/>
                </a:cubicBezTo>
                <a:cubicBezTo>
                  <a:pt x="82897" y="136021"/>
                  <a:pt x="80450" y="133691"/>
                  <a:pt x="78379" y="130490"/>
                </a:cubicBezTo>
                <a:cubicBezTo>
                  <a:pt x="76307" y="127289"/>
                  <a:pt x="74471" y="122299"/>
                  <a:pt x="72871" y="115520"/>
                </a:cubicBezTo>
                <a:cubicBezTo>
                  <a:pt x="69953" y="103469"/>
                  <a:pt x="68163" y="94243"/>
                  <a:pt x="67504" y="87841"/>
                </a:cubicBezTo>
                <a:lnTo>
                  <a:pt x="66092" y="87841"/>
                </a:lnTo>
                <a:cubicBezTo>
                  <a:pt x="56113" y="101869"/>
                  <a:pt x="48698" y="111943"/>
                  <a:pt x="43850" y="118062"/>
                </a:cubicBezTo>
                <a:cubicBezTo>
                  <a:pt x="39001" y="124182"/>
                  <a:pt x="34999" y="128701"/>
                  <a:pt x="31846" y="131620"/>
                </a:cubicBezTo>
                <a:cubicBezTo>
                  <a:pt x="28691" y="134538"/>
                  <a:pt x="25632" y="136586"/>
                  <a:pt x="22666" y="137763"/>
                </a:cubicBezTo>
                <a:cubicBezTo>
                  <a:pt x="19700" y="138940"/>
                  <a:pt x="15770" y="139528"/>
                  <a:pt x="10874" y="139528"/>
                </a:cubicBezTo>
                <a:cubicBezTo>
                  <a:pt x="6448" y="139528"/>
                  <a:pt x="2824" y="138963"/>
                  <a:pt x="0" y="137834"/>
                </a:cubicBezTo>
                <a:lnTo>
                  <a:pt x="5648" y="112272"/>
                </a:lnTo>
                <a:lnTo>
                  <a:pt x="15534" y="112272"/>
                </a:lnTo>
                <a:cubicBezTo>
                  <a:pt x="16099" y="116226"/>
                  <a:pt x="17747" y="118204"/>
                  <a:pt x="20477" y="118204"/>
                </a:cubicBezTo>
                <a:cubicBezTo>
                  <a:pt x="21795" y="118204"/>
                  <a:pt x="23183" y="117851"/>
                  <a:pt x="24643" y="117144"/>
                </a:cubicBezTo>
                <a:cubicBezTo>
                  <a:pt x="26102" y="116438"/>
                  <a:pt x="28197" y="114744"/>
                  <a:pt x="30927" y="112060"/>
                </a:cubicBezTo>
                <a:cubicBezTo>
                  <a:pt x="33658" y="109377"/>
                  <a:pt x="37423" y="105164"/>
                  <a:pt x="42225" y="99421"/>
                </a:cubicBezTo>
                <a:cubicBezTo>
                  <a:pt x="47027" y="93678"/>
                  <a:pt x="53994" y="85063"/>
                  <a:pt x="63126" y="7357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0DE27C7A-522A-4054-8E3C-95813B27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112" y="2105485"/>
            <a:ext cx="74669" cy="130644"/>
          </a:xfrm>
          <a:custGeom xmlns:a="http://schemas.openxmlformats.org/drawingml/2006/main">
            <a:pathLst>
              <a:path w="74669" h="130644">
                <a:moveTo>
                  <a:pt x="64707" y="108973"/>
                </a:moveTo>
                <a:cubicBezTo>
                  <a:pt x="61214" y="112876"/>
                  <a:pt x="57893" y="116196"/>
                  <a:pt x="54743" y="118935"/>
                </a:cubicBezTo>
                <a:cubicBezTo>
                  <a:pt x="51593" y="121674"/>
                  <a:pt x="48512" y="123917"/>
                  <a:pt x="45500" y="125663"/>
                </a:cubicBezTo>
                <a:cubicBezTo>
                  <a:pt x="42487" y="127409"/>
                  <a:pt x="39509" y="128676"/>
                  <a:pt x="36564" y="129463"/>
                </a:cubicBezTo>
                <a:cubicBezTo>
                  <a:pt x="33620" y="130250"/>
                  <a:pt x="30607" y="130644"/>
                  <a:pt x="27526" y="130644"/>
                </a:cubicBezTo>
                <a:cubicBezTo>
                  <a:pt x="19378" y="130644"/>
                  <a:pt x="13302" y="128727"/>
                  <a:pt x="9296" y="124892"/>
                </a:cubicBezTo>
                <a:cubicBezTo>
                  <a:pt x="5290" y="121058"/>
                  <a:pt x="3287" y="115409"/>
                  <a:pt x="3287" y="107946"/>
                </a:cubicBezTo>
                <a:cubicBezTo>
                  <a:pt x="3287" y="105412"/>
                  <a:pt x="3475" y="102622"/>
                  <a:pt x="3852" y="99575"/>
                </a:cubicBezTo>
                <a:cubicBezTo>
                  <a:pt x="4229" y="96528"/>
                  <a:pt x="4759" y="93567"/>
                  <a:pt x="5444" y="90691"/>
                </a:cubicBezTo>
                <a:lnTo>
                  <a:pt x="17666" y="37488"/>
                </a:lnTo>
                <a:lnTo>
                  <a:pt x="0" y="37488"/>
                </a:lnTo>
                <a:lnTo>
                  <a:pt x="2055" y="29580"/>
                </a:lnTo>
                <a:cubicBezTo>
                  <a:pt x="6162" y="29580"/>
                  <a:pt x="9365" y="29186"/>
                  <a:pt x="11657" y="28399"/>
                </a:cubicBezTo>
                <a:cubicBezTo>
                  <a:pt x="13951" y="27611"/>
                  <a:pt x="15886" y="26533"/>
                  <a:pt x="17461" y="25163"/>
                </a:cubicBezTo>
                <a:cubicBezTo>
                  <a:pt x="18488" y="24205"/>
                  <a:pt x="19480" y="23024"/>
                  <a:pt x="20439" y="21620"/>
                </a:cubicBezTo>
                <a:cubicBezTo>
                  <a:pt x="21398" y="20216"/>
                  <a:pt x="22357" y="18522"/>
                  <a:pt x="23315" y="16536"/>
                </a:cubicBezTo>
                <a:cubicBezTo>
                  <a:pt x="24274" y="14550"/>
                  <a:pt x="25250" y="12205"/>
                  <a:pt x="26243" y="9501"/>
                </a:cubicBezTo>
                <a:cubicBezTo>
                  <a:pt x="27236" y="6796"/>
                  <a:pt x="28348" y="3629"/>
                  <a:pt x="29581" y="0"/>
                </a:cubicBezTo>
                <a:lnTo>
                  <a:pt x="45603" y="0"/>
                </a:lnTo>
                <a:lnTo>
                  <a:pt x="39749" y="26088"/>
                </a:lnTo>
                <a:lnTo>
                  <a:pt x="74669" y="26088"/>
                </a:lnTo>
                <a:lnTo>
                  <a:pt x="72307" y="37488"/>
                </a:lnTo>
                <a:lnTo>
                  <a:pt x="37488" y="37488"/>
                </a:lnTo>
                <a:lnTo>
                  <a:pt x="27012" y="80523"/>
                </a:lnTo>
                <a:cubicBezTo>
                  <a:pt x="26327" y="83399"/>
                  <a:pt x="25764" y="85983"/>
                  <a:pt x="25318" y="88277"/>
                </a:cubicBezTo>
                <a:cubicBezTo>
                  <a:pt x="24873" y="90571"/>
                  <a:pt x="24514" y="92642"/>
                  <a:pt x="24239" y="94491"/>
                </a:cubicBezTo>
                <a:cubicBezTo>
                  <a:pt x="23966" y="96340"/>
                  <a:pt x="23778" y="98017"/>
                  <a:pt x="23674" y="99524"/>
                </a:cubicBezTo>
                <a:cubicBezTo>
                  <a:pt x="23572" y="101030"/>
                  <a:pt x="23521" y="102434"/>
                  <a:pt x="23521" y="103735"/>
                </a:cubicBezTo>
                <a:cubicBezTo>
                  <a:pt x="23521" y="107843"/>
                  <a:pt x="24376" y="111061"/>
                  <a:pt x="26088" y="113389"/>
                </a:cubicBezTo>
                <a:cubicBezTo>
                  <a:pt x="27799" y="115717"/>
                  <a:pt x="30607" y="116881"/>
                  <a:pt x="34511" y="116881"/>
                </a:cubicBezTo>
                <a:cubicBezTo>
                  <a:pt x="37797" y="116881"/>
                  <a:pt x="41289" y="115666"/>
                  <a:pt x="44987" y="113235"/>
                </a:cubicBezTo>
                <a:cubicBezTo>
                  <a:pt x="48684" y="110804"/>
                  <a:pt x="52894" y="106987"/>
                  <a:pt x="57620" y="101783"/>
                </a:cubicBezTo>
                <a:lnTo>
                  <a:pt x="64707" y="10897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0268A02A-9AE8-4840-AE87-C956876E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5809" y="400961"/>
            <a:ext cx="142918" cy="139669"/>
          </a:xfrm>
          <a:custGeom xmlns:a="http://schemas.openxmlformats.org/drawingml/2006/main">
            <a:pathLst>
              <a:path w="142918" h="139669">
                <a:moveTo>
                  <a:pt x="106482" y="9321"/>
                </a:moveTo>
                <a:lnTo>
                  <a:pt x="119475" y="0"/>
                </a:lnTo>
                <a:lnTo>
                  <a:pt x="128513" y="2259"/>
                </a:lnTo>
                <a:lnTo>
                  <a:pt x="107754" y="91795"/>
                </a:lnTo>
                <a:cubicBezTo>
                  <a:pt x="105682" y="100739"/>
                  <a:pt x="104646" y="107706"/>
                  <a:pt x="104646" y="112696"/>
                </a:cubicBezTo>
                <a:cubicBezTo>
                  <a:pt x="104646" y="116462"/>
                  <a:pt x="105259" y="119192"/>
                  <a:pt x="106482" y="120887"/>
                </a:cubicBezTo>
                <a:cubicBezTo>
                  <a:pt x="107706" y="122581"/>
                  <a:pt x="109636" y="123429"/>
                  <a:pt x="112272" y="123429"/>
                </a:cubicBezTo>
                <a:cubicBezTo>
                  <a:pt x="115096" y="123429"/>
                  <a:pt x="118110" y="122276"/>
                  <a:pt x="121311" y="119969"/>
                </a:cubicBezTo>
                <a:cubicBezTo>
                  <a:pt x="124512" y="117662"/>
                  <a:pt x="129030" y="113261"/>
                  <a:pt x="134869" y="106764"/>
                </a:cubicBezTo>
                <a:lnTo>
                  <a:pt x="142918" y="114673"/>
                </a:lnTo>
                <a:cubicBezTo>
                  <a:pt x="134444" y="123711"/>
                  <a:pt x="127219" y="130137"/>
                  <a:pt x="121240" y="133950"/>
                </a:cubicBezTo>
                <a:cubicBezTo>
                  <a:pt x="115262" y="137763"/>
                  <a:pt x="108789" y="139669"/>
                  <a:pt x="101822" y="139669"/>
                </a:cubicBezTo>
                <a:cubicBezTo>
                  <a:pt x="95985" y="139669"/>
                  <a:pt x="91325" y="137740"/>
                  <a:pt x="87841" y="133879"/>
                </a:cubicBezTo>
                <a:cubicBezTo>
                  <a:pt x="84358" y="130019"/>
                  <a:pt x="82616" y="124888"/>
                  <a:pt x="82616" y="118486"/>
                </a:cubicBezTo>
                <a:cubicBezTo>
                  <a:pt x="82616" y="113308"/>
                  <a:pt x="83698" y="107800"/>
                  <a:pt x="85863" y="101963"/>
                </a:cubicBezTo>
                <a:lnTo>
                  <a:pt x="84027" y="101398"/>
                </a:lnTo>
                <a:cubicBezTo>
                  <a:pt x="74990" y="114579"/>
                  <a:pt x="66423" y="124229"/>
                  <a:pt x="58326" y="130349"/>
                </a:cubicBezTo>
                <a:cubicBezTo>
                  <a:pt x="50228" y="136468"/>
                  <a:pt x="41661" y="139528"/>
                  <a:pt x="32622" y="139528"/>
                </a:cubicBezTo>
                <a:cubicBezTo>
                  <a:pt x="22266" y="139528"/>
                  <a:pt x="14240" y="135621"/>
                  <a:pt x="8544" y="127807"/>
                </a:cubicBezTo>
                <a:cubicBezTo>
                  <a:pt x="2849" y="119992"/>
                  <a:pt x="0" y="109024"/>
                  <a:pt x="0" y="94902"/>
                </a:cubicBezTo>
                <a:cubicBezTo>
                  <a:pt x="0" y="78708"/>
                  <a:pt x="3178" y="63150"/>
                  <a:pt x="9533" y="48228"/>
                </a:cubicBezTo>
                <a:cubicBezTo>
                  <a:pt x="15887" y="33305"/>
                  <a:pt x="24621" y="21536"/>
                  <a:pt x="35729" y="12922"/>
                </a:cubicBezTo>
                <a:cubicBezTo>
                  <a:pt x="46839" y="4307"/>
                  <a:pt x="59220" y="0"/>
                  <a:pt x="72871" y="0"/>
                </a:cubicBezTo>
                <a:cubicBezTo>
                  <a:pt x="78991" y="0"/>
                  <a:pt x="84710" y="683"/>
                  <a:pt x="90029" y="2048"/>
                </a:cubicBezTo>
                <a:cubicBezTo>
                  <a:pt x="95349" y="3413"/>
                  <a:pt x="100833" y="5837"/>
                  <a:pt x="106482" y="9321"/>
                </a:cubicBezTo>
                <a:moveTo>
                  <a:pt x="94055" y="51405"/>
                </a:moveTo>
                <a:cubicBezTo>
                  <a:pt x="94902" y="47545"/>
                  <a:pt x="95467" y="44203"/>
                  <a:pt x="95750" y="41378"/>
                </a:cubicBezTo>
                <a:cubicBezTo>
                  <a:pt x="96031" y="38554"/>
                  <a:pt x="96173" y="35494"/>
                  <a:pt x="96173" y="32199"/>
                </a:cubicBezTo>
                <a:cubicBezTo>
                  <a:pt x="96173" y="24949"/>
                  <a:pt x="94620" y="19630"/>
                  <a:pt x="91513" y="16241"/>
                </a:cubicBezTo>
                <a:cubicBezTo>
                  <a:pt x="88406" y="12851"/>
                  <a:pt x="83133" y="11157"/>
                  <a:pt x="75695" y="11157"/>
                </a:cubicBezTo>
                <a:cubicBezTo>
                  <a:pt x="65998" y="11157"/>
                  <a:pt x="57290" y="15064"/>
                  <a:pt x="49569" y="22878"/>
                </a:cubicBezTo>
                <a:cubicBezTo>
                  <a:pt x="41850" y="30692"/>
                  <a:pt x="35823" y="41166"/>
                  <a:pt x="31493" y="54300"/>
                </a:cubicBezTo>
                <a:cubicBezTo>
                  <a:pt x="27162" y="67434"/>
                  <a:pt x="24996" y="80544"/>
                  <a:pt x="24996" y="93631"/>
                </a:cubicBezTo>
                <a:cubicBezTo>
                  <a:pt x="24996" y="103422"/>
                  <a:pt x="26338" y="110742"/>
                  <a:pt x="29021" y="115591"/>
                </a:cubicBezTo>
                <a:cubicBezTo>
                  <a:pt x="31705" y="120440"/>
                  <a:pt x="36200" y="122864"/>
                  <a:pt x="42508" y="122864"/>
                </a:cubicBezTo>
                <a:cubicBezTo>
                  <a:pt x="48723" y="122864"/>
                  <a:pt x="54819" y="120181"/>
                  <a:pt x="60796" y="114814"/>
                </a:cubicBezTo>
                <a:cubicBezTo>
                  <a:pt x="66775" y="109448"/>
                  <a:pt x="72942" y="101798"/>
                  <a:pt x="79297" y="91866"/>
                </a:cubicBezTo>
                <a:cubicBezTo>
                  <a:pt x="85652" y="81933"/>
                  <a:pt x="90148" y="70470"/>
                  <a:pt x="92784" y="57478"/>
                </a:cubicBezTo>
                <a:lnTo>
                  <a:pt x="94055" y="5140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80BD5577-8B2B-474A-8500-50FC7463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746" y="470050"/>
            <a:ext cx="74669" cy="130644"/>
          </a:xfrm>
          <a:custGeom xmlns:a="http://schemas.openxmlformats.org/drawingml/2006/main">
            <a:pathLst>
              <a:path w="74669" h="130644">
                <a:moveTo>
                  <a:pt x="64707" y="108973"/>
                </a:moveTo>
                <a:cubicBezTo>
                  <a:pt x="61214" y="112876"/>
                  <a:pt x="57893" y="116196"/>
                  <a:pt x="54743" y="118935"/>
                </a:cubicBezTo>
                <a:cubicBezTo>
                  <a:pt x="51593" y="121674"/>
                  <a:pt x="48512" y="123917"/>
                  <a:pt x="45500" y="125663"/>
                </a:cubicBezTo>
                <a:cubicBezTo>
                  <a:pt x="42487" y="127409"/>
                  <a:pt x="39509" y="128676"/>
                  <a:pt x="36564" y="129463"/>
                </a:cubicBezTo>
                <a:cubicBezTo>
                  <a:pt x="33620" y="130250"/>
                  <a:pt x="30607" y="130644"/>
                  <a:pt x="27526" y="130644"/>
                </a:cubicBezTo>
                <a:cubicBezTo>
                  <a:pt x="19378" y="130644"/>
                  <a:pt x="13302" y="128727"/>
                  <a:pt x="9296" y="124892"/>
                </a:cubicBezTo>
                <a:cubicBezTo>
                  <a:pt x="5290" y="121058"/>
                  <a:pt x="3287" y="115409"/>
                  <a:pt x="3287" y="107946"/>
                </a:cubicBezTo>
                <a:cubicBezTo>
                  <a:pt x="3287" y="105412"/>
                  <a:pt x="3475" y="102622"/>
                  <a:pt x="3852" y="99575"/>
                </a:cubicBezTo>
                <a:cubicBezTo>
                  <a:pt x="4229" y="96528"/>
                  <a:pt x="4759" y="93567"/>
                  <a:pt x="5444" y="90691"/>
                </a:cubicBezTo>
                <a:lnTo>
                  <a:pt x="17666" y="37488"/>
                </a:lnTo>
                <a:lnTo>
                  <a:pt x="0" y="37488"/>
                </a:lnTo>
                <a:lnTo>
                  <a:pt x="2055" y="29580"/>
                </a:lnTo>
                <a:cubicBezTo>
                  <a:pt x="6162" y="29580"/>
                  <a:pt x="9365" y="29186"/>
                  <a:pt x="11657" y="28399"/>
                </a:cubicBezTo>
                <a:cubicBezTo>
                  <a:pt x="13951" y="27611"/>
                  <a:pt x="15886" y="26533"/>
                  <a:pt x="17461" y="25163"/>
                </a:cubicBezTo>
                <a:cubicBezTo>
                  <a:pt x="18488" y="24205"/>
                  <a:pt x="19480" y="23024"/>
                  <a:pt x="20439" y="21620"/>
                </a:cubicBezTo>
                <a:cubicBezTo>
                  <a:pt x="21398" y="20216"/>
                  <a:pt x="22357" y="18522"/>
                  <a:pt x="23315" y="16536"/>
                </a:cubicBezTo>
                <a:cubicBezTo>
                  <a:pt x="24274" y="14550"/>
                  <a:pt x="25250" y="12205"/>
                  <a:pt x="26243" y="9501"/>
                </a:cubicBezTo>
                <a:cubicBezTo>
                  <a:pt x="27236" y="6796"/>
                  <a:pt x="28348" y="3629"/>
                  <a:pt x="29581" y="0"/>
                </a:cubicBezTo>
                <a:lnTo>
                  <a:pt x="45603" y="0"/>
                </a:lnTo>
                <a:lnTo>
                  <a:pt x="39749" y="26088"/>
                </a:lnTo>
                <a:lnTo>
                  <a:pt x="74669" y="26088"/>
                </a:lnTo>
                <a:lnTo>
                  <a:pt x="72307" y="37488"/>
                </a:lnTo>
                <a:lnTo>
                  <a:pt x="37488" y="37488"/>
                </a:lnTo>
                <a:lnTo>
                  <a:pt x="27012" y="80523"/>
                </a:lnTo>
                <a:cubicBezTo>
                  <a:pt x="26327" y="83399"/>
                  <a:pt x="25764" y="85983"/>
                  <a:pt x="25318" y="88277"/>
                </a:cubicBezTo>
                <a:cubicBezTo>
                  <a:pt x="24873" y="90571"/>
                  <a:pt x="24514" y="92642"/>
                  <a:pt x="24239" y="94491"/>
                </a:cubicBezTo>
                <a:cubicBezTo>
                  <a:pt x="23966" y="96340"/>
                  <a:pt x="23778" y="98017"/>
                  <a:pt x="23674" y="99524"/>
                </a:cubicBezTo>
                <a:cubicBezTo>
                  <a:pt x="23572" y="101030"/>
                  <a:pt x="23521" y="102434"/>
                  <a:pt x="23521" y="103735"/>
                </a:cubicBezTo>
                <a:cubicBezTo>
                  <a:pt x="23521" y="107843"/>
                  <a:pt x="24376" y="111061"/>
                  <a:pt x="26088" y="113389"/>
                </a:cubicBezTo>
                <a:cubicBezTo>
                  <a:pt x="27799" y="115717"/>
                  <a:pt x="30607" y="116881"/>
                  <a:pt x="34511" y="116881"/>
                </a:cubicBezTo>
                <a:cubicBezTo>
                  <a:pt x="37797" y="116881"/>
                  <a:pt x="41289" y="115666"/>
                  <a:pt x="44987" y="113235"/>
                </a:cubicBezTo>
                <a:cubicBezTo>
                  <a:pt x="48684" y="110804"/>
                  <a:pt x="52894" y="106987"/>
                  <a:pt x="57620" y="101783"/>
                </a:cubicBezTo>
                <a:lnTo>
                  <a:pt x="64707" y="10897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22FF8752-6596-442A-8827-688BA887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479" y="513793"/>
            <a:ext cx="132750" cy="135009"/>
          </a:xfrm>
          <a:custGeom xmlns:a="http://schemas.openxmlformats.org/drawingml/2006/main">
            <a:pathLst>
              <a:path w="132750" h="135009">
                <a:moveTo>
                  <a:pt x="113544" y="95326"/>
                </a:moveTo>
                <a:lnTo>
                  <a:pt x="104930" y="135009"/>
                </a:lnTo>
                <a:lnTo>
                  <a:pt x="2684" y="135009"/>
                </a:lnTo>
                <a:lnTo>
                  <a:pt x="0" y="128089"/>
                </a:lnTo>
                <a:lnTo>
                  <a:pt x="77250" y="39119"/>
                </a:lnTo>
                <a:cubicBezTo>
                  <a:pt x="88170" y="26597"/>
                  <a:pt x="96173" y="17700"/>
                  <a:pt x="101258" y="12428"/>
                </a:cubicBezTo>
                <a:lnTo>
                  <a:pt x="100410" y="11439"/>
                </a:lnTo>
                <a:lnTo>
                  <a:pt x="67364" y="11439"/>
                </a:lnTo>
                <a:cubicBezTo>
                  <a:pt x="62468" y="11439"/>
                  <a:pt x="58891" y="11769"/>
                  <a:pt x="56631" y="12428"/>
                </a:cubicBezTo>
                <a:cubicBezTo>
                  <a:pt x="54371" y="13087"/>
                  <a:pt x="52112" y="14240"/>
                  <a:pt x="49853" y="15888"/>
                </a:cubicBezTo>
                <a:cubicBezTo>
                  <a:pt x="47592" y="17535"/>
                  <a:pt x="45168" y="19983"/>
                  <a:pt x="42579" y="23231"/>
                </a:cubicBezTo>
                <a:cubicBezTo>
                  <a:pt x="39991" y="26479"/>
                  <a:pt x="37095" y="31116"/>
                  <a:pt x="33894" y="37142"/>
                </a:cubicBezTo>
                <a:lnTo>
                  <a:pt x="21325" y="37142"/>
                </a:lnTo>
                <a:lnTo>
                  <a:pt x="29657" y="0"/>
                </a:lnTo>
                <a:lnTo>
                  <a:pt x="130066" y="0"/>
                </a:lnTo>
                <a:lnTo>
                  <a:pt x="132750" y="7061"/>
                </a:lnTo>
                <a:lnTo>
                  <a:pt x="65387" y="84451"/>
                </a:lnTo>
                <a:cubicBezTo>
                  <a:pt x="52300" y="99421"/>
                  <a:pt x="40956" y="112131"/>
                  <a:pt x="31352" y="122581"/>
                </a:cubicBezTo>
                <a:lnTo>
                  <a:pt x="32199" y="123570"/>
                </a:lnTo>
                <a:lnTo>
                  <a:pt x="64116" y="123570"/>
                </a:lnTo>
                <a:cubicBezTo>
                  <a:pt x="69764" y="123570"/>
                  <a:pt x="74095" y="123264"/>
                  <a:pt x="77108" y="122652"/>
                </a:cubicBezTo>
                <a:cubicBezTo>
                  <a:pt x="80121" y="122040"/>
                  <a:pt x="82758" y="120887"/>
                  <a:pt x="85017" y="119192"/>
                </a:cubicBezTo>
                <a:cubicBezTo>
                  <a:pt x="87276" y="117497"/>
                  <a:pt x="89606" y="114932"/>
                  <a:pt x="92007" y="111496"/>
                </a:cubicBezTo>
                <a:cubicBezTo>
                  <a:pt x="94408" y="108059"/>
                  <a:pt x="97398" y="102669"/>
                  <a:pt x="100975" y="95326"/>
                </a:cubicBezTo>
                <a:lnTo>
                  <a:pt x="113544" y="953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E56DC60B-1D6F-46B5-9695-162366CF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372" y="445158"/>
            <a:ext cx="80921" cy="52535"/>
          </a:xfrm>
          <a:custGeom xmlns:a="http://schemas.openxmlformats.org/drawingml/2006/main">
            <a:pathLst>
              <a:path w="80921" h="52535">
                <a:moveTo>
                  <a:pt x="50557" y="0"/>
                </a:moveTo>
                <a:lnTo>
                  <a:pt x="80921" y="44485"/>
                </a:lnTo>
                <a:lnTo>
                  <a:pt x="71035" y="52535"/>
                </a:lnTo>
                <a:lnTo>
                  <a:pt x="41096" y="18218"/>
                </a:lnTo>
                <a:lnTo>
                  <a:pt x="39542" y="18218"/>
                </a:lnTo>
                <a:lnTo>
                  <a:pt x="9603" y="52535"/>
                </a:lnTo>
                <a:lnTo>
                  <a:pt x="0" y="44485"/>
                </a:lnTo>
                <a:lnTo>
                  <a:pt x="31634" y="0"/>
                </a:lnTo>
                <a:lnTo>
                  <a:pt x="50557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2C90778C-5E5C-4BF5-8AD3-3198DAFB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9677" y="1271265"/>
            <a:ext cx="129219" cy="137410"/>
          </a:xfrm>
          <a:custGeom xmlns:a="http://schemas.openxmlformats.org/drawingml/2006/main">
            <a:pathLst>
              <a:path w="129219" h="137410">
                <a:moveTo>
                  <a:pt x="59455" y="36436"/>
                </a:moveTo>
                <a:cubicBezTo>
                  <a:pt x="68681" y="23914"/>
                  <a:pt x="77555" y="14734"/>
                  <a:pt x="86075" y="8897"/>
                </a:cubicBezTo>
                <a:cubicBezTo>
                  <a:pt x="94595" y="3060"/>
                  <a:pt x="103233" y="141"/>
                  <a:pt x="111990" y="141"/>
                </a:cubicBezTo>
                <a:cubicBezTo>
                  <a:pt x="118863" y="141"/>
                  <a:pt x="124605" y="659"/>
                  <a:pt x="129219" y="1695"/>
                </a:cubicBezTo>
                <a:lnTo>
                  <a:pt x="122440" y="33328"/>
                </a:lnTo>
                <a:lnTo>
                  <a:pt x="107893" y="33328"/>
                </a:lnTo>
                <a:cubicBezTo>
                  <a:pt x="107329" y="29374"/>
                  <a:pt x="106528" y="26314"/>
                  <a:pt x="105494" y="24149"/>
                </a:cubicBezTo>
                <a:cubicBezTo>
                  <a:pt x="104458" y="21984"/>
                  <a:pt x="103233" y="20477"/>
                  <a:pt x="101822" y="19630"/>
                </a:cubicBezTo>
                <a:cubicBezTo>
                  <a:pt x="100409" y="18783"/>
                  <a:pt x="98621" y="18359"/>
                  <a:pt x="96455" y="18359"/>
                </a:cubicBezTo>
                <a:cubicBezTo>
                  <a:pt x="93065" y="18359"/>
                  <a:pt x="89370" y="19818"/>
                  <a:pt x="85369" y="22737"/>
                </a:cubicBezTo>
                <a:cubicBezTo>
                  <a:pt x="81367" y="25655"/>
                  <a:pt x="76872" y="30222"/>
                  <a:pt x="71882" y="36436"/>
                </a:cubicBezTo>
                <a:cubicBezTo>
                  <a:pt x="66892" y="42649"/>
                  <a:pt x="62915" y="48628"/>
                  <a:pt x="59949" y="54371"/>
                </a:cubicBezTo>
                <a:cubicBezTo>
                  <a:pt x="56983" y="60114"/>
                  <a:pt x="54512" y="67410"/>
                  <a:pt x="52534" y="76260"/>
                </a:cubicBezTo>
                <a:lnTo>
                  <a:pt x="39119" y="137410"/>
                </a:lnTo>
                <a:lnTo>
                  <a:pt x="14686" y="137410"/>
                </a:lnTo>
                <a:lnTo>
                  <a:pt x="35164" y="47875"/>
                </a:lnTo>
                <a:cubicBezTo>
                  <a:pt x="36483" y="42226"/>
                  <a:pt x="37329" y="37848"/>
                  <a:pt x="37706" y="34741"/>
                </a:cubicBezTo>
                <a:cubicBezTo>
                  <a:pt x="38083" y="31634"/>
                  <a:pt x="38271" y="29045"/>
                  <a:pt x="38271" y="26974"/>
                </a:cubicBezTo>
                <a:cubicBezTo>
                  <a:pt x="38271" y="23208"/>
                  <a:pt x="37659" y="20477"/>
                  <a:pt x="36435" y="18783"/>
                </a:cubicBezTo>
                <a:cubicBezTo>
                  <a:pt x="35211" y="17088"/>
                  <a:pt x="33281" y="16241"/>
                  <a:pt x="30645" y="16241"/>
                </a:cubicBezTo>
                <a:cubicBezTo>
                  <a:pt x="27726" y="16241"/>
                  <a:pt x="24643" y="17441"/>
                  <a:pt x="21395" y="19842"/>
                </a:cubicBezTo>
                <a:cubicBezTo>
                  <a:pt x="18147" y="22243"/>
                  <a:pt x="13698" y="26597"/>
                  <a:pt x="8050" y="32905"/>
                </a:cubicBezTo>
                <a:lnTo>
                  <a:pt x="0" y="24996"/>
                </a:lnTo>
                <a:cubicBezTo>
                  <a:pt x="8661" y="15958"/>
                  <a:pt x="15911" y="9533"/>
                  <a:pt x="21748" y="5719"/>
                </a:cubicBezTo>
                <a:cubicBezTo>
                  <a:pt x="27586" y="1907"/>
                  <a:pt x="34034" y="0"/>
                  <a:pt x="41095" y="0"/>
                </a:cubicBezTo>
                <a:cubicBezTo>
                  <a:pt x="47026" y="0"/>
                  <a:pt x="51711" y="1954"/>
                  <a:pt x="55147" y="5861"/>
                </a:cubicBezTo>
                <a:cubicBezTo>
                  <a:pt x="58584" y="9768"/>
                  <a:pt x="60302" y="14876"/>
                  <a:pt x="60302" y="21183"/>
                </a:cubicBezTo>
                <a:cubicBezTo>
                  <a:pt x="60302" y="25891"/>
                  <a:pt x="59407" y="30739"/>
                  <a:pt x="57619" y="35730"/>
                </a:cubicBezTo>
                <a:lnTo>
                  <a:pt x="59455" y="364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C366F46E-B217-4B0C-A26D-2AA20FC6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339" y="1337724"/>
            <a:ext cx="74669" cy="130644"/>
          </a:xfrm>
          <a:custGeom xmlns:a="http://schemas.openxmlformats.org/drawingml/2006/main">
            <a:pathLst>
              <a:path w="74669" h="130644">
                <a:moveTo>
                  <a:pt x="64707" y="108973"/>
                </a:moveTo>
                <a:cubicBezTo>
                  <a:pt x="61214" y="112876"/>
                  <a:pt x="57893" y="116196"/>
                  <a:pt x="54743" y="118935"/>
                </a:cubicBezTo>
                <a:cubicBezTo>
                  <a:pt x="51593" y="121674"/>
                  <a:pt x="48512" y="123917"/>
                  <a:pt x="45500" y="125663"/>
                </a:cubicBezTo>
                <a:cubicBezTo>
                  <a:pt x="42487" y="127409"/>
                  <a:pt x="39509" y="128676"/>
                  <a:pt x="36564" y="129463"/>
                </a:cubicBezTo>
                <a:cubicBezTo>
                  <a:pt x="33620" y="130250"/>
                  <a:pt x="30607" y="130644"/>
                  <a:pt x="27526" y="130644"/>
                </a:cubicBezTo>
                <a:cubicBezTo>
                  <a:pt x="19378" y="130644"/>
                  <a:pt x="13302" y="128727"/>
                  <a:pt x="9296" y="124892"/>
                </a:cubicBezTo>
                <a:cubicBezTo>
                  <a:pt x="5290" y="121058"/>
                  <a:pt x="3287" y="115409"/>
                  <a:pt x="3287" y="107946"/>
                </a:cubicBezTo>
                <a:cubicBezTo>
                  <a:pt x="3287" y="105412"/>
                  <a:pt x="3475" y="102622"/>
                  <a:pt x="3852" y="99575"/>
                </a:cubicBezTo>
                <a:cubicBezTo>
                  <a:pt x="4229" y="96528"/>
                  <a:pt x="4759" y="93567"/>
                  <a:pt x="5444" y="90691"/>
                </a:cubicBezTo>
                <a:lnTo>
                  <a:pt x="17666" y="37488"/>
                </a:lnTo>
                <a:lnTo>
                  <a:pt x="0" y="37488"/>
                </a:lnTo>
                <a:lnTo>
                  <a:pt x="2055" y="29580"/>
                </a:lnTo>
                <a:cubicBezTo>
                  <a:pt x="6162" y="29580"/>
                  <a:pt x="9365" y="29186"/>
                  <a:pt x="11657" y="28399"/>
                </a:cubicBezTo>
                <a:cubicBezTo>
                  <a:pt x="13951" y="27611"/>
                  <a:pt x="15886" y="26533"/>
                  <a:pt x="17461" y="25163"/>
                </a:cubicBezTo>
                <a:cubicBezTo>
                  <a:pt x="18488" y="24205"/>
                  <a:pt x="19480" y="23024"/>
                  <a:pt x="20439" y="21620"/>
                </a:cubicBezTo>
                <a:cubicBezTo>
                  <a:pt x="21398" y="20216"/>
                  <a:pt x="22357" y="18522"/>
                  <a:pt x="23315" y="16536"/>
                </a:cubicBezTo>
                <a:cubicBezTo>
                  <a:pt x="24274" y="14550"/>
                  <a:pt x="25250" y="12205"/>
                  <a:pt x="26243" y="9501"/>
                </a:cubicBezTo>
                <a:cubicBezTo>
                  <a:pt x="27236" y="6796"/>
                  <a:pt x="28348" y="3629"/>
                  <a:pt x="29581" y="0"/>
                </a:cubicBezTo>
                <a:lnTo>
                  <a:pt x="45603" y="0"/>
                </a:lnTo>
                <a:lnTo>
                  <a:pt x="39749" y="26088"/>
                </a:lnTo>
                <a:lnTo>
                  <a:pt x="74669" y="26088"/>
                </a:lnTo>
                <a:lnTo>
                  <a:pt x="72307" y="37488"/>
                </a:lnTo>
                <a:lnTo>
                  <a:pt x="37488" y="37488"/>
                </a:lnTo>
                <a:lnTo>
                  <a:pt x="27012" y="80523"/>
                </a:lnTo>
                <a:cubicBezTo>
                  <a:pt x="26327" y="83399"/>
                  <a:pt x="25764" y="85983"/>
                  <a:pt x="25318" y="88277"/>
                </a:cubicBezTo>
                <a:cubicBezTo>
                  <a:pt x="24873" y="90571"/>
                  <a:pt x="24514" y="92642"/>
                  <a:pt x="24239" y="94491"/>
                </a:cubicBezTo>
                <a:cubicBezTo>
                  <a:pt x="23966" y="96340"/>
                  <a:pt x="23778" y="98017"/>
                  <a:pt x="23674" y="99524"/>
                </a:cubicBezTo>
                <a:cubicBezTo>
                  <a:pt x="23572" y="101030"/>
                  <a:pt x="23521" y="102434"/>
                  <a:pt x="23521" y="103735"/>
                </a:cubicBezTo>
                <a:cubicBezTo>
                  <a:pt x="23521" y="107843"/>
                  <a:pt x="24376" y="111061"/>
                  <a:pt x="26088" y="113389"/>
                </a:cubicBezTo>
                <a:cubicBezTo>
                  <a:pt x="27799" y="115717"/>
                  <a:pt x="30607" y="116881"/>
                  <a:pt x="34511" y="116881"/>
                </a:cubicBezTo>
                <a:cubicBezTo>
                  <a:pt x="37797" y="116881"/>
                  <a:pt x="41289" y="115666"/>
                  <a:pt x="44987" y="113235"/>
                </a:cubicBezTo>
                <a:cubicBezTo>
                  <a:pt x="48684" y="110804"/>
                  <a:pt x="52894" y="106987"/>
                  <a:pt x="57620" y="101783"/>
                </a:cubicBezTo>
                <a:lnTo>
                  <a:pt x="64707" y="10897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B131697B-84C0-467A-83EC-7C3F6F57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27" y="5525267"/>
            <a:ext cx="132750" cy="135009"/>
          </a:xfrm>
          <a:custGeom xmlns:a="http://schemas.openxmlformats.org/drawingml/2006/main">
            <a:pathLst>
              <a:path w="132750" h="135009">
                <a:moveTo>
                  <a:pt x="113544" y="95326"/>
                </a:moveTo>
                <a:lnTo>
                  <a:pt x="104930" y="135009"/>
                </a:lnTo>
                <a:lnTo>
                  <a:pt x="2684" y="135009"/>
                </a:lnTo>
                <a:lnTo>
                  <a:pt x="0" y="128089"/>
                </a:lnTo>
                <a:lnTo>
                  <a:pt x="77250" y="39119"/>
                </a:lnTo>
                <a:cubicBezTo>
                  <a:pt x="88170" y="26597"/>
                  <a:pt x="96173" y="17700"/>
                  <a:pt x="101258" y="12428"/>
                </a:cubicBezTo>
                <a:lnTo>
                  <a:pt x="100410" y="11439"/>
                </a:lnTo>
                <a:lnTo>
                  <a:pt x="67364" y="11439"/>
                </a:lnTo>
                <a:cubicBezTo>
                  <a:pt x="62468" y="11439"/>
                  <a:pt x="58891" y="11768"/>
                  <a:pt x="56631" y="12428"/>
                </a:cubicBezTo>
                <a:cubicBezTo>
                  <a:pt x="54371" y="13087"/>
                  <a:pt x="52112" y="14240"/>
                  <a:pt x="49853" y="15887"/>
                </a:cubicBezTo>
                <a:cubicBezTo>
                  <a:pt x="47592" y="17535"/>
                  <a:pt x="45168" y="19983"/>
                  <a:pt x="42579" y="23231"/>
                </a:cubicBezTo>
                <a:cubicBezTo>
                  <a:pt x="39991" y="26479"/>
                  <a:pt x="37095" y="31116"/>
                  <a:pt x="33894" y="37142"/>
                </a:cubicBezTo>
                <a:lnTo>
                  <a:pt x="21325" y="37142"/>
                </a:lnTo>
                <a:lnTo>
                  <a:pt x="29657" y="0"/>
                </a:lnTo>
                <a:lnTo>
                  <a:pt x="130066" y="0"/>
                </a:lnTo>
                <a:lnTo>
                  <a:pt x="132750" y="7061"/>
                </a:lnTo>
                <a:lnTo>
                  <a:pt x="65387" y="84451"/>
                </a:lnTo>
                <a:cubicBezTo>
                  <a:pt x="52300" y="99421"/>
                  <a:pt x="40956" y="112131"/>
                  <a:pt x="31352" y="122581"/>
                </a:cubicBezTo>
                <a:lnTo>
                  <a:pt x="32199" y="123570"/>
                </a:lnTo>
                <a:lnTo>
                  <a:pt x="64116" y="123570"/>
                </a:lnTo>
                <a:cubicBezTo>
                  <a:pt x="69764" y="123570"/>
                  <a:pt x="74095" y="123264"/>
                  <a:pt x="77108" y="122652"/>
                </a:cubicBezTo>
                <a:cubicBezTo>
                  <a:pt x="80121" y="122040"/>
                  <a:pt x="82758" y="120887"/>
                  <a:pt x="85017" y="119192"/>
                </a:cubicBezTo>
                <a:cubicBezTo>
                  <a:pt x="87276" y="117497"/>
                  <a:pt x="89606" y="114932"/>
                  <a:pt x="92007" y="111496"/>
                </a:cubicBezTo>
                <a:cubicBezTo>
                  <a:pt x="94408" y="108059"/>
                  <a:pt x="97398" y="102669"/>
                  <a:pt x="100975" y="95326"/>
                </a:cubicBezTo>
                <a:lnTo>
                  <a:pt x="113544" y="953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F9A4D362-009E-41B1-ADB8-47E7C441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5962" y="2672829"/>
            <a:ext cx="117215" cy="139670"/>
          </a:xfrm>
          <a:custGeom xmlns:a="http://schemas.openxmlformats.org/drawingml/2006/main">
            <a:pathLst>
              <a:path w="117215" h="139670">
                <a:moveTo>
                  <a:pt x="99421" y="36577"/>
                </a:moveTo>
                <a:cubicBezTo>
                  <a:pt x="98386" y="28198"/>
                  <a:pt x="95631" y="21843"/>
                  <a:pt x="91160" y="17512"/>
                </a:cubicBezTo>
                <a:cubicBezTo>
                  <a:pt x="86688" y="13181"/>
                  <a:pt x="79650" y="11016"/>
                  <a:pt x="70047" y="11016"/>
                </a:cubicBezTo>
                <a:cubicBezTo>
                  <a:pt x="62609" y="11016"/>
                  <a:pt x="56584" y="12922"/>
                  <a:pt x="51970" y="16735"/>
                </a:cubicBezTo>
                <a:cubicBezTo>
                  <a:pt x="47356" y="20548"/>
                  <a:pt x="45050" y="25562"/>
                  <a:pt x="45050" y="31775"/>
                </a:cubicBezTo>
                <a:cubicBezTo>
                  <a:pt x="45050" y="35165"/>
                  <a:pt x="45639" y="38154"/>
                  <a:pt x="46816" y="40743"/>
                </a:cubicBezTo>
                <a:cubicBezTo>
                  <a:pt x="47992" y="43332"/>
                  <a:pt x="50369" y="46180"/>
                  <a:pt x="53947" y="49287"/>
                </a:cubicBezTo>
                <a:cubicBezTo>
                  <a:pt x="57524" y="52394"/>
                  <a:pt x="63080" y="56207"/>
                  <a:pt x="70612" y="60726"/>
                </a:cubicBezTo>
                <a:cubicBezTo>
                  <a:pt x="76543" y="64304"/>
                  <a:pt x="81297" y="67576"/>
                  <a:pt x="84875" y="70541"/>
                </a:cubicBezTo>
                <a:cubicBezTo>
                  <a:pt x="88453" y="73507"/>
                  <a:pt x="91277" y="76449"/>
                  <a:pt x="93348" y="79367"/>
                </a:cubicBezTo>
                <a:cubicBezTo>
                  <a:pt x="95420" y="82286"/>
                  <a:pt x="96925" y="85370"/>
                  <a:pt x="97867" y="88618"/>
                </a:cubicBezTo>
                <a:cubicBezTo>
                  <a:pt x="98809" y="91866"/>
                  <a:pt x="99280" y="95796"/>
                  <a:pt x="99280" y="100410"/>
                </a:cubicBezTo>
                <a:cubicBezTo>
                  <a:pt x="99280" y="108789"/>
                  <a:pt x="97044" y="115968"/>
                  <a:pt x="92571" y="121946"/>
                </a:cubicBezTo>
                <a:cubicBezTo>
                  <a:pt x="88099" y="127925"/>
                  <a:pt x="82026" y="132373"/>
                  <a:pt x="74354" y="135292"/>
                </a:cubicBezTo>
                <a:cubicBezTo>
                  <a:pt x="66681" y="138210"/>
                  <a:pt x="57949" y="139670"/>
                  <a:pt x="48158" y="139670"/>
                </a:cubicBezTo>
                <a:cubicBezTo>
                  <a:pt x="40343" y="139670"/>
                  <a:pt x="32670" y="139081"/>
                  <a:pt x="25138" y="137904"/>
                </a:cubicBezTo>
                <a:cubicBezTo>
                  <a:pt x="17606" y="136728"/>
                  <a:pt x="9226" y="134727"/>
                  <a:pt x="0" y="131902"/>
                </a:cubicBezTo>
                <a:lnTo>
                  <a:pt x="6779" y="101116"/>
                </a:lnTo>
                <a:lnTo>
                  <a:pt x="17794" y="101116"/>
                </a:lnTo>
                <a:cubicBezTo>
                  <a:pt x="18171" y="110154"/>
                  <a:pt x="20713" y="116980"/>
                  <a:pt x="25421" y="121593"/>
                </a:cubicBezTo>
                <a:cubicBezTo>
                  <a:pt x="30127" y="126206"/>
                  <a:pt x="37613" y="128513"/>
                  <a:pt x="47875" y="128513"/>
                </a:cubicBezTo>
                <a:cubicBezTo>
                  <a:pt x="56819" y="128513"/>
                  <a:pt x="63809" y="126513"/>
                  <a:pt x="68846" y="122511"/>
                </a:cubicBezTo>
                <a:cubicBezTo>
                  <a:pt x="73883" y="118510"/>
                  <a:pt x="76401" y="112837"/>
                  <a:pt x="76401" y="105494"/>
                </a:cubicBezTo>
                <a:cubicBezTo>
                  <a:pt x="76401" y="101257"/>
                  <a:pt x="75695" y="97609"/>
                  <a:pt x="74283" y="94549"/>
                </a:cubicBezTo>
                <a:cubicBezTo>
                  <a:pt x="72871" y="91489"/>
                  <a:pt x="70564" y="88547"/>
                  <a:pt x="67363" y="85723"/>
                </a:cubicBezTo>
                <a:cubicBezTo>
                  <a:pt x="64162" y="82898"/>
                  <a:pt x="59078" y="79367"/>
                  <a:pt x="52111" y="75131"/>
                </a:cubicBezTo>
                <a:cubicBezTo>
                  <a:pt x="44768" y="70706"/>
                  <a:pt x="39048" y="66705"/>
                  <a:pt x="34953" y="63127"/>
                </a:cubicBezTo>
                <a:cubicBezTo>
                  <a:pt x="30857" y="59549"/>
                  <a:pt x="27774" y="55666"/>
                  <a:pt x="25703" y="51476"/>
                </a:cubicBezTo>
                <a:cubicBezTo>
                  <a:pt x="23631" y="47287"/>
                  <a:pt x="22595" y="42461"/>
                  <a:pt x="22595" y="37001"/>
                </a:cubicBezTo>
                <a:cubicBezTo>
                  <a:pt x="22595" y="29563"/>
                  <a:pt x="24596" y="23043"/>
                  <a:pt x="28597" y="17441"/>
                </a:cubicBezTo>
                <a:cubicBezTo>
                  <a:pt x="32599" y="11839"/>
                  <a:pt x="38319" y="7532"/>
                  <a:pt x="45757" y="4519"/>
                </a:cubicBezTo>
                <a:cubicBezTo>
                  <a:pt x="53194" y="1507"/>
                  <a:pt x="61856" y="0"/>
                  <a:pt x="71741" y="0"/>
                </a:cubicBezTo>
                <a:cubicBezTo>
                  <a:pt x="80497" y="0"/>
                  <a:pt x="88476" y="518"/>
                  <a:pt x="95679" y="1553"/>
                </a:cubicBezTo>
                <a:cubicBezTo>
                  <a:pt x="102881" y="2589"/>
                  <a:pt x="110060" y="4378"/>
                  <a:pt x="117215" y="6920"/>
                </a:cubicBezTo>
                <a:lnTo>
                  <a:pt x="110860" y="36577"/>
                </a:lnTo>
                <a:lnTo>
                  <a:pt x="99421" y="3657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df-path-100014">
            <a:extLst xmlns:a="http://schemas.openxmlformats.org/drawingml/2006/main">
              <a:ext uri="{FF2B5EF4-FFF2-40B4-BE49-F238E27FC236}">
                <a16:creationId xmlns:a16="http://schemas.microsoft.com/office/drawing/2014/main" id="{6082F551-47F5-4C78-ACA3-CFEF1A87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503" y="2739148"/>
            <a:ext cx="74669" cy="130644"/>
          </a:xfrm>
          <a:custGeom xmlns:a="http://schemas.openxmlformats.org/drawingml/2006/main">
            <a:pathLst>
              <a:path w="74669" h="130644">
                <a:moveTo>
                  <a:pt x="64707" y="108973"/>
                </a:moveTo>
                <a:cubicBezTo>
                  <a:pt x="61214" y="112876"/>
                  <a:pt x="57893" y="116197"/>
                  <a:pt x="54743" y="118936"/>
                </a:cubicBezTo>
                <a:cubicBezTo>
                  <a:pt x="51593" y="121675"/>
                  <a:pt x="48512" y="123917"/>
                  <a:pt x="45500" y="125663"/>
                </a:cubicBezTo>
                <a:cubicBezTo>
                  <a:pt x="42487" y="127409"/>
                  <a:pt x="39509" y="128676"/>
                  <a:pt x="36564" y="129463"/>
                </a:cubicBezTo>
                <a:cubicBezTo>
                  <a:pt x="33620" y="130251"/>
                  <a:pt x="30607" y="130644"/>
                  <a:pt x="27526" y="130644"/>
                </a:cubicBezTo>
                <a:cubicBezTo>
                  <a:pt x="19378" y="130644"/>
                  <a:pt x="13302" y="128727"/>
                  <a:pt x="9296" y="124893"/>
                </a:cubicBezTo>
                <a:cubicBezTo>
                  <a:pt x="5290" y="121058"/>
                  <a:pt x="3287" y="115409"/>
                  <a:pt x="3287" y="107946"/>
                </a:cubicBezTo>
                <a:cubicBezTo>
                  <a:pt x="3287" y="105413"/>
                  <a:pt x="3475" y="102622"/>
                  <a:pt x="3852" y="99575"/>
                </a:cubicBezTo>
                <a:cubicBezTo>
                  <a:pt x="4229" y="96528"/>
                  <a:pt x="4759" y="93567"/>
                  <a:pt x="5444" y="90691"/>
                </a:cubicBezTo>
                <a:lnTo>
                  <a:pt x="17666" y="37488"/>
                </a:lnTo>
                <a:lnTo>
                  <a:pt x="0" y="37488"/>
                </a:lnTo>
                <a:lnTo>
                  <a:pt x="2055" y="29580"/>
                </a:lnTo>
                <a:cubicBezTo>
                  <a:pt x="6162" y="29580"/>
                  <a:pt x="9365" y="29187"/>
                  <a:pt x="11657" y="28399"/>
                </a:cubicBezTo>
                <a:cubicBezTo>
                  <a:pt x="13951" y="27612"/>
                  <a:pt x="15886" y="26533"/>
                  <a:pt x="17461" y="25164"/>
                </a:cubicBezTo>
                <a:cubicBezTo>
                  <a:pt x="18488" y="24205"/>
                  <a:pt x="19480" y="23024"/>
                  <a:pt x="20439" y="21620"/>
                </a:cubicBezTo>
                <a:cubicBezTo>
                  <a:pt x="21398" y="20217"/>
                  <a:pt x="22357" y="18522"/>
                  <a:pt x="23315" y="16536"/>
                </a:cubicBezTo>
                <a:cubicBezTo>
                  <a:pt x="24274" y="14550"/>
                  <a:pt x="25250" y="12206"/>
                  <a:pt x="26243" y="9501"/>
                </a:cubicBezTo>
                <a:cubicBezTo>
                  <a:pt x="27236" y="6796"/>
                  <a:pt x="28348" y="3629"/>
                  <a:pt x="29581" y="0"/>
                </a:cubicBezTo>
                <a:lnTo>
                  <a:pt x="45603" y="0"/>
                </a:lnTo>
                <a:lnTo>
                  <a:pt x="39749" y="26088"/>
                </a:lnTo>
                <a:lnTo>
                  <a:pt x="74669" y="26088"/>
                </a:lnTo>
                <a:lnTo>
                  <a:pt x="72307" y="37488"/>
                </a:lnTo>
                <a:lnTo>
                  <a:pt x="37488" y="37488"/>
                </a:lnTo>
                <a:lnTo>
                  <a:pt x="27012" y="80523"/>
                </a:lnTo>
                <a:cubicBezTo>
                  <a:pt x="26327" y="83399"/>
                  <a:pt x="25764" y="85984"/>
                  <a:pt x="25318" y="88278"/>
                </a:cubicBezTo>
                <a:cubicBezTo>
                  <a:pt x="24873" y="90571"/>
                  <a:pt x="24514" y="92643"/>
                  <a:pt x="24239" y="94491"/>
                </a:cubicBezTo>
                <a:cubicBezTo>
                  <a:pt x="23966" y="96340"/>
                  <a:pt x="23778" y="98018"/>
                  <a:pt x="23674" y="99524"/>
                </a:cubicBezTo>
                <a:cubicBezTo>
                  <a:pt x="23572" y="101030"/>
                  <a:pt x="23521" y="102434"/>
                  <a:pt x="23521" y="103735"/>
                </a:cubicBezTo>
                <a:cubicBezTo>
                  <a:pt x="23521" y="107843"/>
                  <a:pt x="24376" y="111061"/>
                  <a:pt x="26088" y="113390"/>
                </a:cubicBezTo>
                <a:cubicBezTo>
                  <a:pt x="27799" y="115717"/>
                  <a:pt x="30607" y="116882"/>
                  <a:pt x="34511" y="116882"/>
                </a:cubicBezTo>
                <a:cubicBezTo>
                  <a:pt x="37797" y="116882"/>
                  <a:pt x="41289" y="115666"/>
                  <a:pt x="44987" y="113236"/>
                </a:cubicBezTo>
                <a:cubicBezTo>
                  <a:pt x="48684" y="110805"/>
                  <a:pt x="52894" y="106988"/>
                  <a:pt x="57620" y="101783"/>
                </a:cubicBezTo>
                <a:lnTo>
                  <a:pt x="64707" y="10897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df-path-100015">
            <a:extLst xmlns:a="http://schemas.openxmlformats.org/drawingml/2006/main">
              <a:ext uri="{FF2B5EF4-FFF2-40B4-BE49-F238E27FC236}">
                <a16:creationId xmlns:a16="http://schemas.microsoft.com/office/drawing/2014/main" id="{41E4C3AB-6C95-41A5-8781-A8665674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486" y="3769112"/>
            <a:ext cx="142918" cy="139670"/>
          </a:xfrm>
          <a:custGeom xmlns:a="http://schemas.openxmlformats.org/drawingml/2006/main">
            <a:pathLst>
              <a:path w="142918" h="139670">
                <a:moveTo>
                  <a:pt x="106482" y="9321"/>
                </a:moveTo>
                <a:lnTo>
                  <a:pt x="119475" y="0"/>
                </a:lnTo>
                <a:lnTo>
                  <a:pt x="128513" y="2260"/>
                </a:lnTo>
                <a:lnTo>
                  <a:pt x="107754" y="91795"/>
                </a:lnTo>
                <a:cubicBezTo>
                  <a:pt x="105682" y="100739"/>
                  <a:pt x="104646" y="107706"/>
                  <a:pt x="104646" y="112696"/>
                </a:cubicBezTo>
                <a:cubicBezTo>
                  <a:pt x="104646" y="116462"/>
                  <a:pt x="105259" y="119193"/>
                  <a:pt x="106482" y="120887"/>
                </a:cubicBezTo>
                <a:cubicBezTo>
                  <a:pt x="107706" y="122582"/>
                  <a:pt x="109636" y="123429"/>
                  <a:pt x="112272" y="123429"/>
                </a:cubicBezTo>
                <a:cubicBezTo>
                  <a:pt x="115096" y="123429"/>
                  <a:pt x="118110" y="122276"/>
                  <a:pt x="121311" y="119969"/>
                </a:cubicBezTo>
                <a:cubicBezTo>
                  <a:pt x="124512" y="117663"/>
                  <a:pt x="129030" y="113261"/>
                  <a:pt x="134869" y="106765"/>
                </a:cubicBezTo>
                <a:lnTo>
                  <a:pt x="142918" y="114673"/>
                </a:lnTo>
                <a:cubicBezTo>
                  <a:pt x="134444" y="123712"/>
                  <a:pt x="127219" y="130137"/>
                  <a:pt x="121240" y="133951"/>
                </a:cubicBezTo>
                <a:cubicBezTo>
                  <a:pt x="115262" y="137763"/>
                  <a:pt x="108789" y="139670"/>
                  <a:pt x="101822" y="139670"/>
                </a:cubicBezTo>
                <a:cubicBezTo>
                  <a:pt x="95985" y="139670"/>
                  <a:pt x="91325" y="137740"/>
                  <a:pt x="87841" y="133880"/>
                </a:cubicBezTo>
                <a:cubicBezTo>
                  <a:pt x="84358" y="130019"/>
                  <a:pt x="82616" y="124888"/>
                  <a:pt x="82616" y="118486"/>
                </a:cubicBezTo>
                <a:cubicBezTo>
                  <a:pt x="82616" y="113308"/>
                  <a:pt x="83698" y="107800"/>
                  <a:pt x="85863" y="101963"/>
                </a:cubicBezTo>
                <a:lnTo>
                  <a:pt x="84027" y="101398"/>
                </a:lnTo>
                <a:cubicBezTo>
                  <a:pt x="74990" y="114579"/>
                  <a:pt x="66423" y="124230"/>
                  <a:pt x="58326" y="130349"/>
                </a:cubicBezTo>
                <a:cubicBezTo>
                  <a:pt x="50228" y="136469"/>
                  <a:pt x="41661" y="139529"/>
                  <a:pt x="32622" y="139529"/>
                </a:cubicBezTo>
                <a:cubicBezTo>
                  <a:pt x="22266" y="139529"/>
                  <a:pt x="14240" y="135621"/>
                  <a:pt x="8544" y="127807"/>
                </a:cubicBezTo>
                <a:cubicBezTo>
                  <a:pt x="2849" y="119993"/>
                  <a:pt x="0" y="109024"/>
                  <a:pt x="0" y="94902"/>
                </a:cubicBezTo>
                <a:cubicBezTo>
                  <a:pt x="0" y="78709"/>
                  <a:pt x="3178" y="63150"/>
                  <a:pt x="9533" y="48228"/>
                </a:cubicBezTo>
                <a:cubicBezTo>
                  <a:pt x="15887" y="33306"/>
                  <a:pt x="24621" y="21536"/>
                  <a:pt x="35729" y="12922"/>
                </a:cubicBezTo>
                <a:cubicBezTo>
                  <a:pt x="46839" y="4307"/>
                  <a:pt x="59220" y="0"/>
                  <a:pt x="72871" y="0"/>
                </a:cubicBezTo>
                <a:cubicBezTo>
                  <a:pt x="78991" y="0"/>
                  <a:pt x="84710" y="683"/>
                  <a:pt x="90029" y="2048"/>
                </a:cubicBezTo>
                <a:cubicBezTo>
                  <a:pt x="95349" y="3413"/>
                  <a:pt x="100833" y="5837"/>
                  <a:pt x="106482" y="9321"/>
                </a:cubicBezTo>
                <a:moveTo>
                  <a:pt x="94055" y="51406"/>
                </a:moveTo>
                <a:cubicBezTo>
                  <a:pt x="94902" y="47545"/>
                  <a:pt x="95467" y="44203"/>
                  <a:pt x="95750" y="41379"/>
                </a:cubicBezTo>
                <a:cubicBezTo>
                  <a:pt x="96031" y="38554"/>
                  <a:pt x="96173" y="35494"/>
                  <a:pt x="96173" y="32199"/>
                </a:cubicBezTo>
                <a:cubicBezTo>
                  <a:pt x="96173" y="24950"/>
                  <a:pt x="94620" y="19630"/>
                  <a:pt x="91513" y="16241"/>
                </a:cubicBezTo>
                <a:cubicBezTo>
                  <a:pt x="88406" y="12852"/>
                  <a:pt x="83133" y="11157"/>
                  <a:pt x="75695" y="11157"/>
                </a:cubicBezTo>
                <a:cubicBezTo>
                  <a:pt x="65998" y="11157"/>
                  <a:pt x="57290" y="15064"/>
                  <a:pt x="49569" y="22878"/>
                </a:cubicBezTo>
                <a:cubicBezTo>
                  <a:pt x="41850" y="30693"/>
                  <a:pt x="35823" y="41167"/>
                  <a:pt x="31493" y="54301"/>
                </a:cubicBezTo>
                <a:cubicBezTo>
                  <a:pt x="27162" y="67434"/>
                  <a:pt x="24996" y="80545"/>
                  <a:pt x="24996" y="93631"/>
                </a:cubicBezTo>
                <a:cubicBezTo>
                  <a:pt x="24996" y="103423"/>
                  <a:pt x="26338" y="110743"/>
                  <a:pt x="29021" y="115591"/>
                </a:cubicBezTo>
                <a:cubicBezTo>
                  <a:pt x="31705" y="120440"/>
                  <a:pt x="36200" y="122864"/>
                  <a:pt x="42508" y="122864"/>
                </a:cubicBezTo>
                <a:cubicBezTo>
                  <a:pt x="48723" y="122864"/>
                  <a:pt x="54819" y="120181"/>
                  <a:pt x="60796" y="114815"/>
                </a:cubicBezTo>
                <a:cubicBezTo>
                  <a:pt x="66775" y="109448"/>
                  <a:pt x="72942" y="101798"/>
                  <a:pt x="79297" y="91866"/>
                </a:cubicBezTo>
                <a:cubicBezTo>
                  <a:pt x="85652" y="81933"/>
                  <a:pt x="90148" y="70471"/>
                  <a:pt x="92784" y="57478"/>
                </a:cubicBezTo>
                <a:lnTo>
                  <a:pt x="94055" y="5140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df-path-100016">
            <a:extLst xmlns:a="http://schemas.openxmlformats.org/drawingml/2006/main">
              <a:ext uri="{FF2B5EF4-FFF2-40B4-BE49-F238E27FC236}">
                <a16:creationId xmlns:a16="http://schemas.microsoft.com/office/drawing/2014/main" id="{C65185C0-FE2C-497F-86EC-58912DDA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423" y="3838202"/>
            <a:ext cx="74669" cy="130644"/>
          </a:xfrm>
          <a:custGeom xmlns:a="http://schemas.openxmlformats.org/drawingml/2006/main">
            <a:pathLst>
              <a:path w="74669" h="130644">
                <a:moveTo>
                  <a:pt x="64707" y="108972"/>
                </a:moveTo>
                <a:cubicBezTo>
                  <a:pt x="61214" y="112875"/>
                  <a:pt x="57893" y="116196"/>
                  <a:pt x="54743" y="118935"/>
                </a:cubicBezTo>
                <a:cubicBezTo>
                  <a:pt x="51593" y="121674"/>
                  <a:pt x="48512" y="123916"/>
                  <a:pt x="45500" y="125663"/>
                </a:cubicBezTo>
                <a:cubicBezTo>
                  <a:pt x="42487" y="127409"/>
                  <a:pt x="39509" y="128675"/>
                  <a:pt x="36564" y="129462"/>
                </a:cubicBezTo>
                <a:cubicBezTo>
                  <a:pt x="33620" y="130250"/>
                  <a:pt x="30607" y="130644"/>
                  <a:pt x="27526" y="130644"/>
                </a:cubicBezTo>
                <a:cubicBezTo>
                  <a:pt x="19378" y="130644"/>
                  <a:pt x="13302" y="128726"/>
                  <a:pt x="9296" y="124892"/>
                </a:cubicBezTo>
                <a:cubicBezTo>
                  <a:pt x="5290" y="121058"/>
                  <a:pt x="3287" y="115409"/>
                  <a:pt x="3287" y="107945"/>
                </a:cubicBezTo>
                <a:cubicBezTo>
                  <a:pt x="3287" y="105412"/>
                  <a:pt x="3475" y="102622"/>
                  <a:pt x="3852" y="99575"/>
                </a:cubicBezTo>
                <a:cubicBezTo>
                  <a:pt x="4229" y="96528"/>
                  <a:pt x="4759" y="93566"/>
                  <a:pt x="5444" y="90690"/>
                </a:cubicBezTo>
                <a:lnTo>
                  <a:pt x="17666" y="37488"/>
                </a:lnTo>
                <a:lnTo>
                  <a:pt x="0" y="37488"/>
                </a:lnTo>
                <a:lnTo>
                  <a:pt x="2055" y="29580"/>
                </a:lnTo>
                <a:cubicBezTo>
                  <a:pt x="6162" y="29580"/>
                  <a:pt x="9365" y="29186"/>
                  <a:pt x="11657" y="28398"/>
                </a:cubicBezTo>
                <a:cubicBezTo>
                  <a:pt x="13951" y="27611"/>
                  <a:pt x="15886" y="26533"/>
                  <a:pt x="17461" y="25163"/>
                </a:cubicBezTo>
                <a:cubicBezTo>
                  <a:pt x="18488" y="24204"/>
                  <a:pt x="19480" y="23024"/>
                  <a:pt x="20439" y="21620"/>
                </a:cubicBezTo>
                <a:cubicBezTo>
                  <a:pt x="21398" y="20216"/>
                  <a:pt x="22357" y="18522"/>
                  <a:pt x="23315" y="16536"/>
                </a:cubicBezTo>
                <a:cubicBezTo>
                  <a:pt x="24274" y="14550"/>
                  <a:pt x="25250" y="12205"/>
                  <a:pt x="26243" y="9500"/>
                </a:cubicBezTo>
                <a:cubicBezTo>
                  <a:pt x="27236" y="6796"/>
                  <a:pt x="28348" y="3629"/>
                  <a:pt x="29581" y="0"/>
                </a:cubicBezTo>
                <a:lnTo>
                  <a:pt x="45603" y="0"/>
                </a:lnTo>
                <a:lnTo>
                  <a:pt x="39749" y="26087"/>
                </a:lnTo>
                <a:lnTo>
                  <a:pt x="74669" y="26087"/>
                </a:lnTo>
                <a:lnTo>
                  <a:pt x="72307" y="37488"/>
                </a:lnTo>
                <a:lnTo>
                  <a:pt x="37488" y="37488"/>
                </a:lnTo>
                <a:lnTo>
                  <a:pt x="27012" y="80522"/>
                </a:lnTo>
                <a:cubicBezTo>
                  <a:pt x="26327" y="83398"/>
                  <a:pt x="25764" y="85983"/>
                  <a:pt x="25318" y="88277"/>
                </a:cubicBezTo>
                <a:cubicBezTo>
                  <a:pt x="24873" y="90571"/>
                  <a:pt x="24514" y="92642"/>
                  <a:pt x="24239" y="94491"/>
                </a:cubicBezTo>
                <a:cubicBezTo>
                  <a:pt x="23966" y="96339"/>
                  <a:pt x="23778" y="98017"/>
                  <a:pt x="23674" y="99524"/>
                </a:cubicBezTo>
                <a:cubicBezTo>
                  <a:pt x="23572" y="101030"/>
                  <a:pt x="23521" y="102433"/>
                  <a:pt x="23521" y="103734"/>
                </a:cubicBezTo>
                <a:cubicBezTo>
                  <a:pt x="23521" y="107843"/>
                  <a:pt x="24376" y="111061"/>
                  <a:pt x="26088" y="113389"/>
                </a:cubicBezTo>
                <a:cubicBezTo>
                  <a:pt x="27799" y="115717"/>
                  <a:pt x="30607" y="116881"/>
                  <a:pt x="34511" y="116881"/>
                </a:cubicBezTo>
                <a:cubicBezTo>
                  <a:pt x="37797" y="116881"/>
                  <a:pt x="41289" y="115666"/>
                  <a:pt x="44987" y="113235"/>
                </a:cubicBezTo>
                <a:cubicBezTo>
                  <a:pt x="48684" y="110804"/>
                  <a:pt x="52894" y="106987"/>
                  <a:pt x="57620" y="101783"/>
                </a:cubicBezTo>
                <a:lnTo>
                  <a:pt x="64707" y="1089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df-path-100017">
            <a:extLst xmlns:a="http://schemas.openxmlformats.org/drawingml/2006/main">
              <a:ext uri="{FF2B5EF4-FFF2-40B4-BE49-F238E27FC236}">
                <a16:creationId xmlns:a16="http://schemas.microsoft.com/office/drawing/2014/main" id="{442EE3E4-27EE-43EE-A505-BA25673B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158" y="3884573"/>
            <a:ext cx="132750" cy="135009"/>
          </a:xfrm>
          <a:custGeom xmlns:a="http://schemas.openxmlformats.org/drawingml/2006/main">
            <a:pathLst>
              <a:path w="132750" h="135009">
                <a:moveTo>
                  <a:pt x="113544" y="95326"/>
                </a:moveTo>
                <a:lnTo>
                  <a:pt x="104930" y="135009"/>
                </a:lnTo>
                <a:lnTo>
                  <a:pt x="2684" y="135009"/>
                </a:lnTo>
                <a:lnTo>
                  <a:pt x="0" y="128089"/>
                </a:lnTo>
                <a:lnTo>
                  <a:pt x="77250" y="39119"/>
                </a:lnTo>
                <a:cubicBezTo>
                  <a:pt x="88170" y="26597"/>
                  <a:pt x="96173" y="17700"/>
                  <a:pt x="101258" y="12428"/>
                </a:cubicBezTo>
                <a:lnTo>
                  <a:pt x="100410" y="11439"/>
                </a:lnTo>
                <a:lnTo>
                  <a:pt x="67364" y="11439"/>
                </a:lnTo>
                <a:cubicBezTo>
                  <a:pt x="62468" y="11439"/>
                  <a:pt x="58891" y="11768"/>
                  <a:pt x="56631" y="12428"/>
                </a:cubicBezTo>
                <a:cubicBezTo>
                  <a:pt x="54371" y="13087"/>
                  <a:pt x="52112" y="14240"/>
                  <a:pt x="49853" y="15887"/>
                </a:cubicBezTo>
                <a:cubicBezTo>
                  <a:pt x="47592" y="17535"/>
                  <a:pt x="45168" y="19983"/>
                  <a:pt x="42579" y="23231"/>
                </a:cubicBezTo>
                <a:cubicBezTo>
                  <a:pt x="39991" y="26479"/>
                  <a:pt x="37095" y="31116"/>
                  <a:pt x="33894" y="37142"/>
                </a:cubicBezTo>
                <a:lnTo>
                  <a:pt x="21325" y="37142"/>
                </a:lnTo>
                <a:lnTo>
                  <a:pt x="29657" y="0"/>
                </a:lnTo>
                <a:lnTo>
                  <a:pt x="130066" y="0"/>
                </a:lnTo>
                <a:lnTo>
                  <a:pt x="132750" y="7061"/>
                </a:lnTo>
                <a:lnTo>
                  <a:pt x="65387" y="84451"/>
                </a:lnTo>
                <a:cubicBezTo>
                  <a:pt x="52300" y="99421"/>
                  <a:pt x="40956" y="112131"/>
                  <a:pt x="31352" y="122581"/>
                </a:cubicBezTo>
                <a:lnTo>
                  <a:pt x="32199" y="123570"/>
                </a:lnTo>
                <a:lnTo>
                  <a:pt x="64116" y="123570"/>
                </a:lnTo>
                <a:cubicBezTo>
                  <a:pt x="69764" y="123570"/>
                  <a:pt x="74095" y="123264"/>
                  <a:pt x="77108" y="122652"/>
                </a:cubicBezTo>
                <a:cubicBezTo>
                  <a:pt x="80121" y="122040"/>
                  <a:pt x="82758" y="120887"/>
                  <a:pt x="85017" y="119192"/>
                </a:cubicBezTo>
                <a:cubicBezTo>
                  <a:pt x="87276" y="117497"/>
                  <a:pt x="89606" y="114932"/>
                  <a:pt x="92007" y="111496"/>
                </a:cubicBezTo>
                <a:cubicBezTo>
                  <a:pt x="94408" y="108059"/>
                  <a:pt x="97398" y="102669"/>
                  <a:pt x="100975" y="95326"/>
                </a:cubicBezTo>
                <a:lnTo>
                  <a:pt x="113544" y="953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df-path-100018">
            <a:extLst xmlns:a="http://schemas.openxmlformats.org/drawingml/2006/main">
              <a:ext uri="{FF2B5EF4-FFF2-40B4-BE49-F238E27FC236}">
                <a16:creationId xmlns:a16="http://schemas.microsoft.com/office/drawing/2014/main" id="{8CB621FF-36DB-41F1-9B4C-A890AED0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051" y="3815939"/>
            <a:ext cx="80921" cy="52535"/>
          </a:xfrm>
          <a:custGeom xmlns:a="http://schemas.openxmlformats.org/drawingml/2006/main">
            <a:pathLst>
              <a:path w="80921" h="52535">
                <a:moveTo>
                  <a:pt x="50557" y="0"/>
                </a:moveTo>
                <a:lnTo>
                  <a:pt x="80921" y="44485"/>
                </a:lnTo>
                <a:lnTo>
                  <a:pt x="71035" y="52535"/>
                </a:lnTo>
                <a:lnTo>
                  <a:pt x="41096" y="18217"/>
                </a:lnTo>
                <a:lnTo>
                  <a:pt x="39542" y="18217"/>
                </a:lnTo>
                <a:lnTo>
                  <a:pt x="9603" y="52535"/>
                </a:lnTo>
                <a:lnTo>
                  <a:pt x="0" y="44485"/>
                </a:lnTo>
                <a:lnTo>
                  <a:pt x="31634" y="0"/>
                </a:lnTo>
                <a:lnTo>
                  <a:pt x="50557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df-path-100019">
            <a:extLst xmlns:a="http://schemas.openxmlformats.org/drawingml/2006/main">
              <a:ext uri="{FF2B5EF4-FFF2-40B4-BE49-F238E27FC236}">
                <a16:creationId xmlns:a16="http://schemas.microsoft.com/office/drawing/2014/main" id="{CD1A605D-98E6-401F-BD4A-AD91BC91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642" y="5896370"/>
            <a:ext cx="117215" cy="139670"/>
          </a:xfrm>
          <a:custGeom xmlns:a="http://schemas.openxmlformats.org/drawingml/2006/main">
            <a:pathLst>
              <a:path w="117215" h="139670">
                <a:moveTo>
                  <a:pt x="99421" y="36577"/>
                </a:moveTo>
                <a:cubicBezTo>
                  <a:pt x="98386" y="28198"/>
                  <a:pt x="95631" y="21843"/>
                  <a:pt x="91160" y="17512"/>
                </a:cubicBezTo>
                <a:cubicBezTo>
                  <a:pt x="86688" y="13181"/>
                  <a:pt x="79650" y="11016"/>
                  <a:pt x="70047" y="11016"/>
                </a:cubicBezTo>
                <a:cubicBezTo>
                  <a:pt x="62609" y="11016"/>
                  <a:pt x="56584" y="12922"/>
                  <a:pt x="51970" y="16735"/>
                </a:cubicBezTo>
                <a:cubicBezTo>
                  <a:pt x="47356" y="20548"/>
                  <a:pt x="45050" y="25562"/>
                  <a:pt x="45050" y="31775"/>
                </a:cubicBezTo>
                <a:cubicBezTo>
                  <a:pt x="45050" y="35165"/>
                  <a:pt x="45639" y="38154"/>
                  <a:pt x="46816" y="40743"/>
                </a:cubicBezTo>
                <a:cubicBezTo>
                  <a:pt x="47992" y="43332"/>
                  <a:pt x="50369" y="46180"/>
                  <a:pt x="53947" y="49287"/>
                </a:cubicBezTo>
                <a:cubicBezTo>
                  <a:pt x="57524" y="52394"/>
                  <a:pt x="63080" y="56207"/>
                  <a:pt x="70612" y="60726"/>
                </a:cubicBezTo>
                <a:cubicBezTo>
                  <a:pt x="76543" y="64304"/>
                  <a:pt x="81297" y="67576"/>
                  <a:pt x="84875" y="70541"/>
                </a:cubicBezTo>
                <a:cubicBezTo>
                  <a:pt x="88453" y="73507"/>
                  <a:pt x="91277" y="76449"/>
                  <a:pt x="93348" y="79367"/>
                </a:cubicBezTo>
                <a:cubicBezTo>
                  <a:pt x="95420" y="82286"/>
                  <a:pt x="96925" y="85370"/>
                  <a:pt x="97867" y="88618"/>
                </a:cubicBezTo>
                <a:cubicBezTo>
                  <a:pt x="98809" y="91866"/>
                  <a:pt x="99280" y="95796"/>
                  <a:pt x="99280" y="100410"/>
                </a:cubicBezTo>
                <a:cubicBezTo>
                  <a:pt x="99280" y="108789"/>
                  <a:pt x="97044" y="115968"/>
                  <a:pt x="92571" y="121946"/>
                </a:cubicBezTo>
                <a:cubicBezTo>
                  <a:pt x="88099" y="127925"/>
                  <a:pt x="82026" y="132373"/>
                  <a:pt x="74354" y="135292"/>
                </a:cubicBezTo>
                <a:cubicBezTo>
                  <a:pt x="66681" y="138210"/>
                  <a:pt x="57949" y="139670"/>
                  <a:pt x="48158" y="139670"/>
                </a:cubicBezTo>
                <a:cubicBezTo>
                  <a:pt x="40343" y="139670"/>
                  <a:pt x="32670" y="139081"/>
                  <a:pt x="25138" y="137904"/>
                </a:cubicBezTo>
                <a:cubicBezTo>
                  <a:pt x="17606" y="136728"/>
                  <a:pt x="9226" y="134727"/>
                  <a:pt x="0" y="131902"/>
                </a:cubicBezTo>
                <a:lnTo>
                  <a:pt x="6779" y="101116"/>
                </a:lnTo>
                <a:lnTo>
                  <a:pt x="17794" y="101116"/>
                </a:lnTo>
                <a:cubicBezTo>
                  <a:pt x="18171" y="110154"/>
                  <a:pt x="20713" y="116980"/>
                  <a:pt x="25421" y="121593"/>
                </a:cubicBezTo>
                <a:cubicBezTo>
                  <a:pt x="30127" y="126206"/>
                  <a:pt x="37613" y="128513"/>
                  <a:pt x="47875" y="128513"/>
                </a:cubicBezTo>
                <a:cubicBezTo>
                  <a:pt x="56819" y="128513"/>
                  <a:pt x="63809" y="126513"/>
                  <a:pt x="68846" y="122511"/>
                </a:cubicBezTo>
                <a:cubicBezTo>
                  <a:pt x="73883" y="118510"/>
                  <a:pt x="76401" y="112837"/>
                  <a:pt x="76401" y="105494"/>
                </a:cubicBezTo>
                <a:cubicBezTo>
                  <a:pt x="76401" y="101257"/>
                  <a:pt x="75695" y="97609"/>
                  <a:pt x="74283" y="94549"/>
                </a:cubicBezTo>
                <a:cubicBezTo>
                  <a:pt x="72871" y="91489"/>
                  <a:pt x="70564" y="88547"/>
                  <a:pt x="67363" y="85723"/>
                </a:cubicBezTo>
                <a:cubicBezTo>
                  <a:pt x="64162" y="82898"/>
                  <a:pt x="59078" y="79367"/>
                  <a:pt x="52111" y="75131"/>
                </a:cubicBezTo>
                <a:cubicBezTo>
                  <a:pt x="44768" y="70706"/>
                  <a:pt x="39048" y="66705"/>
                  <a:pt x="34953" y="63127"/>
                </a:cubicBezTo>
                <a:cubicBezTo>
                  <a:pt x="30857" y="59549"/>
                  <a:pt x="27774" y="55666"/>
                  <a:pt x="25703" y="51476"/>
                </a:cubicBezTo>
                <a:cubicBezTo>
                  <a:pt x="23631" y="47287"/>
                  <a:pt x="22595" y="42461"/>
                  <a:pt x="22595" y="37001"/>
                </a:cubicBezTo>
                <a:cubicBezTo>
                  <a:pt x="22595" y="29563"/>
                  <a:pt x="24596" y="23043"/>
                  <a:pt x="28597" y="17441"/>
                </a:cubicBezTo>
                <a:cubicBezTo>
                  <a:pt x="32599" y="11839"/>
                  <a:pt x="38319" y="7532"/>
                  <a:pt x="45757" y="4519"/>
                </a:cubicBezTo>
                <a:cubicBezTo>
                  <a:pt x="53194" y="1507"/>
                  <a:pt x="61856" y="0"/>
                  <a:pt x="71741" y="0"/>
                </a:cubicBezTo>
                <a:cubicBezTo>
                  <a:pt x="80497" y="0"/>
                  <a:pt x="88476" y="518"/>
                  <a:pt x="95679" y="1553"/>
                </a:cubicBezTo>
                <a:cubicBezTo>
                  <a:pt x="102881" y="2589"/>
                  <a:pt x="110060" y="4378"/>
                  <a:pt x="117215" y="6920"/>
                </a:cubicBezTo>
                <a:lnTo>
                  <a:pt x="110860" y="36577"/>
                </a:lnTo>
                <a:lnTo>
                  <a:pt x="99421" y="3657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df-path-100020">
            <a:extLst xmlns:a="http://schemas.openxmlformats.org/drawingml/2006/main">
              <a:ext uri="{FF2B5EF4-FFF2-40B4-BE49-F238E27FC236}">
                <a16:creationId xmlns:a16="http://schemas.microsoft.com/office/drawing/2014/main" id="{07B8CF1D-009F-43E3-A403-145E308D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183" y="5965316"/>
            <a:ext cx="74669" cy="130644"/>
          </a:xfrm>
          <a:custGeom xmlns:a="http://schemas.openxmlformats.org/drawingml/2006/main">
            <a:pathLst>
              <a:path w="74669" h="130644">
                <a:moveTo>
                  <a:pt x="64707" y="108973"/>
                </a:moveTo>
                <a:cubicBezTo>
                  <a:pt x="61214" y="112876"/>
                  <a:pt x="57893" y="116197"/>
                  <a:pt x="54743" y="118936"/>
                </a:cubicBezTo>
                <a:cubicBezTo>
                  <a:pt x="51593" y="121675"/>
                  <a:pt x="48512" y="123917"/>
                  <a:pt x="45500" y="125663"/>
                </a:cubicBezTo>
                <a:cubicBezTo>
                  <a:pt x="42487" y="127409"/>
                  <a:pt x="39509" y="128676"/>
                  <a:pt x="36564" y="129463"/>
                </a:cubicBezTo>
                <a:cubicBezTo>
                  <a:pt x="33620" y="130251"/>
                  <a:pt x="30607" y="130644"/>
                  <a:pt x="27526" y="130644"/>
                </a:cubicBezTo>
                <a:cubicBezTo>
                  <a:pt x="19378" y="130644"/>
                  <a:pt x="13302" y="128727"/>
                  <a:pt x="9296" y="124893"/>
                </a:cubicBezTo>
                <a:cubicBezTo>
                  <a:pt x="5290" y="121058"/>
                  <a:pt x="3287" y="115409"/>
                  <a:pt x="3287" y="107946"/>
                </a:cubicBezTo>
                <a:cubicBezTo>
                  <a:pt x="3287" y="105413"/>
                  <a:pt x="3475" y="102622"/>
                  <a:pt x="3852" y="99575"/>
                </a:cubicBezTo>
                <a:cubicBezTo>
                  <a:pt x="4229" y="96528"/>
                  <a:pt x="4759" y="93567"/>
                  <a:pt x="5444" y="90691"/>
                </a:cubicBezTo>
                <a:lnTo>
                  <a:pt x="17666" y="37488"/>
                </a:lnTo>
                <a:lnTo>
                  <a:pt x="0" y="37488"/>
                </a:lnTo>
                <a:lnTo>
                  <a:pt x="2055" y="29580"/>
                </a:lnTo>
                <a:cubicBezTo>
                  <a:pt x="6162" y="29580"/>
                  <a:pt x="9365" y="29187"/>
                  <a:pt x="11657" y="28399"/>
                </a:cubicBezTo>
                <a:cubicBezTo>
                  <a:pt x="13951" y="27612"/>
                  <a:pt x="15886" y="26533"/>
                  <a:pt x="17461" y="25164"/>
                </a:cubicBezTo>
                <a:cubicBezTo>
                  <a:pt x="18488" y="24205"/>
                  <a:pt x="19480" y="23024"/>
                  <a:pt x="20439" y="21620"/>
                </a:cubicBezTo>
                <a:cubicBezTo>
                  <a:pt x="21398" y="20217"/>
                  <a:pt x="22357" y="18522"/>
                  <a:pt x="23315" y="16536"/>
                </a:cubicBezTo>
                <a:cubicBezTo>
                  <a:pt x="24274" y="14550"/>
                  <a:pt x="25250" y="12206"/>
                  <a:pt x="26243" y="9501"/>
                </a:cubicBezTo>
                <a:cubicBezTo>
                  <a:pt x="27236" y="6796"/>
                  <a:pt x="28348" y="3629"/>
                  <a:pt x="29581" y="0"/>
                </a:cubicBezTo>
                <a:lnTo>
                  <a:pt x="45603" y="0"/>
                </a:lnTo>
                <a:lnTo>
                  <a:pt x="39749" y="26088"/>
                </a:lnTo>
                <a:lnTo>
                  <a:pt x="74669" y="26088"/>
                </a:lnTo>
                <a:lnTo>
                  <a:pt x="72307" y="37488"/>
                </a:lnTo>
                <a:lnTo>
                  <a:pt x="37488" y="37488"/>
                </a:lnTo>
                <a:lnTo>
                  <a:pt x="27012" y="80523"/>
                </a:lnTo>
                <a:cubicBezTo>
                  <a:pt x="26327" y="83399"/>
                  <a:pt x="25764" y="85984"/>
                  <a:pt x="25318" y="88278"/>
                </a:cubicBezTo>
                <a:cubicBezTo>
                  <a:pt x="24873" y="90571"/>
                  <a:pt x="24514" y="92643"/>
                  <a:pt x="24239" y="94491"/>
                </a:cubicBezTo>
                <a:cubicBezTo>
                  <a:pt x="23966" y="96340"/>
                  <a:pt x="23778" y="98018"/>
                  <a:pt x="23674" y="99524"/>
                </a:cubicBezTo>
                <a:cubicBezTo>
                  <a:pt x="23572" y="101030"/>
                  <a:pt x="23521" y="102434"/>
                  <a:pt x="23521" y="103735"/>
                </a:cubicBezTo>
                <a:cubicBezTo>
                  <a:pt x="23521" y="107843"/>
                  <a:pt x="24376" y="111061"/>
                  <a:pt x="26088" y="113390"/>
                </a:cubicBezTo>
                <a:cubicBezTo>
                  <a:pt x="27799" y="115717"/>
                  <a:pt x="30607" y="116882"/>
                  <a:pt x="34511" y="116882"/>
                </a:cubicBezTo>
                <a:cubicBezTo>
                  <a:pt x="37797" y="116882"/>
                  <a:pt x="41289" y="115666"/>
                  <a:pt x="44987" y="113236"/>
                </a:cubicBezTo>
                <a:cubicBezTo>
                  <a:pt x="48684" y="110805"/>
                  <a:pt x="52894" y="106988"/>
                  <a:pt x="57620" y="101783"/>
                </a:cubicBezTo>
                <a:lnTo>
                  <a:pt x="64707" y="10897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df-path-100021">
            <a:extLst xmlns:a="http://schemas.openxmlformats.org/drawingml/2006/main">
              <a:ext uri="{FF2B5EF4-FFF2-40B4-BE49-F238E27FC236}">
                <a16:creationId xmlns:a16="http://schemas.microsoft.com/office/drawing/2014/main" id="{BE5F163A-D8CC-4066-A177-0082CC9E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86" y="1875080"/>
            <a:ext cx="89253" cy="267900"/>
          </a:xfrm>
          <a:custGeom xmlns:a="http://schemas.openxmlformats.org/drawingml/2006/main">
            <a:pathLst>
              <a:path w="89253" h="267900">
                <a:moveTo>
                  <a:pt x="24432" y="132608"/>
                </a:moveTo>
                <a:cubicBezTo>
                  <a:pt x="24432" y="165561"/>
                  <a:pt x="29728" y="192722"/>
                  <a:pt x="40319" y="214094"/>
                </a:cubicBezTo>
                <a:cubicBezTo>
                  <a:pt x="50911" y="235466"/>
                  <a:pt x="67081" y="249776"/>
                  <a:pt x="88829" y="257026"/>
                </a:cubicBezTo>
                <a:lnTo>
                  <a:pt x="85440" y="267900"/>
                </a:lnTo>
                <a:cubicBezTo>
                  <a:pt x="57855" y="260651"/>
                  <a:pt x="36718" y="245046"/>
                  <a:pt x="22031" y="221084"/>
                </a:cubicBezTo>
                <a:cubicBezTo>
                  <a:pt x="7344" y="197124"/>
                  <a:pt x="0" y="168103"/>
                  <a:pt x="0" y="134021"/>
                </a:cubicBezTo>
                <a:cubicBezTo>
                  <a:pt x="0" y="100033"/>
                  <a:pt x="7368" y="71012"/>
                  <a:pt x="22102" y="46957"/>
                </a:cubicBezTo>
                <a:cubicBezTo>
                  <a:pt x="36836" y="22902"/>
                  <a:pt x="57949" y="7250"/>
                  <a:pt x="85440" y="0"/>
                </a:cubicBezTo>
                <a:lnTo>
                  <a:pt x="89253" y="10874"/>
                </a:lnTo>
                <a:cubicBezTo>
                  <a:pt x="67222" y="18124"/>
                  <a:pt x="50911" y="32270"/>
                  <a:pt x="40319" y="53312"/>
                </a:cubicBezTo>
                <a:cubicBezTo>
                  <a:pt x="29728" y="74354"/>
                  <a:pt x="24432" y="100786"/>
                  <a:pt x="24432" y="1326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df-path-100022">
            <a:extLst xmlns:a="http://schemas.openxmlformats.org/drawingml/2006/main">
              <a:ext uri="{FF2B5EF4-FFF2-40B4-BE49-F238E27FC236}">
                <a16:creationId xmlns:a16="http://schemas.microsoft.com/office/drawing/2014/main" id="{22C3D3FD-448D-431C-93CE-796A6C4E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37" y="1941879"/>
            <a:ext cx="117215" cy="139669"/>
          </a:xfrm>
          <a:custGeom xmlns:a="http://schemas.openxmlformats.org/drawingml/2006/main">
            <a:pathLst>
              <a:path w="117215" h="139669">
                <a:moveTo>
                  <a:pt x="99421" y="36577"/>
                </a:moveTo>
                <a:cubicBezTo>
                  <a:pt x="98385" y="28197"/>
                  <a:pt x="95631" y="21843"/>
                  <a:pt x="91160" y="17511"/>
                </a:cubicBezTo>
                <a:cubicBezTo>
                  <a:pt x="86687" y="13181"/>
                  <a:pt x="79650" y="11015"/>
                  <a:pt x="70046" y="11015"/>
                </a:cubicBezTo>
                <a:cubicBezTo>
                  <a:pt x="62609" y="11015"/>
                  <a:pt x="56583" y="12922"/>
                  <a:pt x="51970" y="16735"/>
                </a:cubicBezTo>
                <a:cubicBezTo>
                  <a:pt x="47357" y="20548"/>
                  <a:pt x="45050" y="25561"/>
                  <a:pt x="45050" y="31775"/>
                </a:cubicBezTo>
                <a:cubicBezTo>
                  <a:pt x="45050" y="35164"/>
                  <a:pt x="45638" y="38154"/>
                  <a:pt x="46815" y="40743"/>
                </a:cubicBezTo>
                <a:cubicBezTo>
                  <a:pt x="47992" y="43332"/>
                  <a:pt x="50370" y="46180"/>
                  <a:pt x="53947" y="49287"/>
                </a:cubicBezTo>
                <a:cubicBezTo>
                  <a:pt x="57525" y="52394"/>
                  <a:pt x="63079" y="56207"/>
                  <a:pt x="70611" y="60726"/>
                </a:cubicBezTo>
                <a:cubicBezTo>
                  <a:pt x="76543" y="64303"/>
                  <a:pt x="81297" y="67575"/>
                  <a:pt x="84875" y="70541"/>
                </a:cubicBezTo>
                <a:cubicBezTo>
                  <a:pt x="88453" y="73507"/>
                  <a:pt x="91277" y="76449"/>
                  <a:pt x="93348" y="79367"/>
                </a:cubicBezTo>
                <a:cubicBezTo>
                  <a:pt x="95420" y="82286"/>
                  <a:pt x="96926" y="85369"/>
                  <a:pt x="97867" y="88617"/>
                </a:cubicBezTo>
                <a:cubicBezTo>
                  <a:pt x="98809" y="91866"/>
                  <a:pt x="99280" y="95796"/>
                  <a:pt x="99280" y="100410"/>
                </a:cubicBezTo>
                <a:cubicBezTo>
                  <a:pt x="99280" y="108789"/>
                  <a:pt x="97043" y="115968"/>
                  <a:pt x="92572" y="121946"/>
                </a:cubicBezTo>
                <a:cubicBezTo>
                  <a:pt x="88099" y="127924"/>
                  <a:pt x="82027" y="132373"/>
                  <a:pt x="74354" y="135291"/>
                </a:cubicBezTo>
                <a:cubicBezTo>
                  <a:pt x="66681" y="138210"/>
                  <a:pt x="57948" y="139669"/>
                  <a:pt x="48157" y="139669"/>
                </a:cubicBezTo>
                <a:cubicBezTo>
                  <a:pt x="40343" y="139669"/>
                  <a:pt x="32670" y="139081"/>
                  <a:pt x="25137" y="137904"/>
                </a:cubicBezTo>
                <a:cubicBezTo>
                  <a:pt x="17606" y="136727"/>
                  <a:pt x="9227" y="134727"/>
                  <a:pt x="0" y="131902"/>
                </a:cubicBezTo>
                <a:lnTo>
                  <a:pt x="6779" y="101116"/>
                </a:lnTo>
                <a:lnTo>
                  <a:pt x="17794" y="101116"/>
                </a:lnTo>
                <a:cubicBezTo>
                  <a:pt x="18170" y="110154"/>
                  <a:pt x="20713" y="116979"/>
                  <a:pt x="25420" y="121593"/>
                </a:cubicBezTo>
                <a:cubicBezTo>
                  <a:pt x="30127" y="126206"/>
                  <a:pt x="37612" y="128513"/>
                  <a:pt x="47874" y="128513"/>
                </a:cubicBezTo>
                <a:cubicBezTo>
                  <a:pt x="56819" y="128513"/>
                  <a:pt x="63809" y="126512"/>
                  <a:pt x="68846" y="122511"/>
                </a:cubicBezTo>
                <a:cubicBezTo>
                  <a:pt x="73883" y="118510"/>
                  <a:pt x="76402" y="112837"/>
                  <a:pt x="76402" y="105494"/>
                </a:cubicBezTo>
                <a:cubicBezTo>
                  <a:pt x="76402" y="101257"/>
                  <a:pt x="75695" y="97609"/>
                  <a:pt x="74283" y="94549"/>
                </a:cubicBezTo>
                <a:cubicBezTo>
                  <a:pt x="72871" y="91489"/>
                  <a:pt x="70564" y="88547"/>
                  <a:pt x="67363" y="85722"/>
                </a:cubicBezTo>
                <a:cubicBezTo>
                  <a:pt x="64162" y="82898"/>
                  <a:pt x="59078" y="79367"/>
                  <a:pt x="52111" y="75131"/>
                </a:cubicBezTo>
                <a:cubicBezTo>
                  <a:pt x="44768" y="70706"/>
                  <a:pt x="39048" y="66704"/>
                  <a:pt x="34953" y="63127"/>
                </a:cubicBezTo>
                <a:cubicBezTo>
                  <a:pt x="30857" y="59549"/>
                  <a:pt x="27774" y="55665"/>
                  <a:pt x="25703" y="51476"/>
                </a:cubicBezTo>
                <a:cubicBezTo>
                  <a:pt x="23631" y="47286"/>
                  <a:pt x="22596" y="42461"/>
                  <a:pt x="22596" y="37000"/>
                </a:cubicBezTo>
                <a:cubicBezTo>
                  <a:pt x="22596" y="29563"/>
                  <a:pt x="24596" y="23043"/>
                  <a:pt x="28598" y="17441"/>
                </a:cubicBezTo>
                <a:cubicBezTo>
                  <a:pt x="32599" y="11839"/>
                  <a:pt x="38319" y="7532"/>
                  <a:pt x="45756" y="4519"/>
                </a:cubicBezTo>
                <a:cubicBezTo>
                  <a:pt x="53194" y="1506"/>
                  <a:pt x="61856" y="0"/>
                  <a:pt x="71741" y="0"/>
                </a:cubicBezTo>
                <a:cubicBezTo>
                  <a:pt x="80497" y="0"/>
                  <a:pt x="88476" y="518"/>
                  <a:pt x="95678" y="1553"/>
                </a:cubicBezTo>
                <a:cubicBezTo>
                  <a:pt x="102881" y="2589"/>
                  <a:pt x="110060" y="4378"/>
                  <a:pt x="117215" y="6920"/>
                </a:cubicBezTo>
                <a:lnTo>
                  <a:pt x="110860" y="36577"/>
                </a:lnTo>
                <a:lnTo>
                  <a:pt x="99421" y="3657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df-path-100023">
            <a:extLst xmlns:a="http://schemas.openxmlformats.org/drawingml/2006/main">
              <a:ext uri="{FF2B5EF4-FFF2-40B4-BE49-F238E27FC236}">
                <a16:creationId xmlns:a16="http://schemas.microsoft.com/office/drawing/2014/main" id="{5A4904DE-19EF-4ABD-AA53-8A5B9CCA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68" y="1866482"/>
            <a:ext cx="114314" cy="106713"/>
          </a:xfrm>
          <a:custGeom xmlns:a="http://schemas.openxmlformats.org/drawingml/2006/main">
            <a:pathLst>
              <a:path w="114314" h="106713">
                <a:moveTo>
                  <a:pt x="65528" y="79393"/>
                </a:moveTo>
                <a:cubicBezTo>
                  <a:pt x="62036" y="84254"/>
                  <a:pt x="58646" y="88397"/>
                  <a:pt x="55359" y="91821"/>
                </a:cubicBezTo>
                <a:cubicBezTo>
                  <a:pt x="52073" y="95244"/>
                  <a:pt x="48821" y="98069"/>
                  <a:pt x="45602" y="100294"/>
                </a:cubicBezTo>
                <a:cubicBezTo>
                  <a:pt x="42384" y="102519"/>
                  <a:pt x="39132" y="104146"/>
                  <a:pt x="35845" y="105173"/>
                </a:cubicBezTo>
                <a:cubicBezTo>
                  <a:pt x="32558" y="106200"/>
                  <a:pt x="29135" y="106713"/>
                  <a:pt x="25575" y="106713"/>
                </a:cubicBezTo>
                <a:cubicBezTo>
                  <a:pt x="17426" y="106713"/>
                  <a:pt x="11127" y="103786"/>
                  <a:pt x="6676" y="97932"/>
                </a:cubicBezTo>
                <a:cubicBezTo>
                  <a:pt x="2225" y="92078"/>
                  <a:pt x="0" y="83570"/>
                  <a:pt x="0" y="72409"/>
                </a:cubicBezTo>
                <a:cubicBezTo>
                  <a:pt x="0" y="65767"/>
                  <a:pt x="702" y="59382"/>
                  <a:pt x="2106" y="53254"/>
                </a:cubicBezTo>
                <a:cubicBezTo>
                  <a:pt x="3510" y="47126"/>
                  <a:pt x="5495" y="41374"/>
                  <a:pt x="8063" y="35999"/>
                </a:cubicBezTo>
                <a:cubicBezTo>
                  <a:pt x="10631" y="30624"/>
                  <a:pt x="13695" y="25728"/>
                  <a:pt x="17255" y="21312"/>
                </a:cubicBezTo>
                <a:cubicBezTo>
                  <a:pt x="20816" y="16895"/>
                  <a:pt x="24719" y="13112"/>
                  <a:pt x="28964" y="9963"/>
                </a:cubicBezTo>
                <a:cubicBezTo>
                  <a:pt x="33209" y="6813"/>
                  <a:pt x="37728" y="4365"/>
                  <a:pt x="42521" y="2619"/>
                </a:cubicBezTo>
                <a:cubicBezTo>
                  <a:pt x="47314" y="873"/>
                  <a:pt x="52278" y="0"/>
                  <a:pt x="57414" y="0"/>
                </a:cubicBezTo>
                <a:cubicBezTo>
                  <a:pt x="62823" y="0"/>
                  <a:pt x="67599" y="633"/>
                  <a:pt x="71742" y="1900"/>
                </a:cubicBezTo>
                <a:cubicBezTo>
                  <a:pt x="75884" y="3167"/>
                  <a:pt x="79667" y="4896"/>
                  <a:pt x="83091" y="7087"/>
                </a:cubicBezTo>
                <a:lnTo>
                  <a:pt x="93054" y="0"/>
                </a:lnTo>
                <a:lnTo>
                  <a:pt x="101373" y="2157"/>
                </a:lnTo>
                <a:lnTo>
                  <a:pt x="85864" y="69430"/>
                </a:lnTo>
                <a:cubicBezTo>
                  <a:pt x="84974" y="73265"/>
                  <a:pt x="84358" y="76432"/>
                  <a:pt x="84015" y="78931"/>
                </a:cubicBezTo>
                <a:cubicBezTo>
                  <a:pt x="83673" y="81430"/>
                  <a:pt x="83501" y="83638"/>
                  <a:pt x="83501" y="85556"/>
                </a:cubicBezTo>
                <a:cubicBezTo>
                  <a:pt x="83501" y="88157"/>
                  <a:pt x="84032" y="90040"/>
                  <a:pt x="85094" y="91204"/>
                </a:cubicBezTo>
                <a:cubicBezTo>
                  <a:pt x="86155" y="92368"/>
                  <a:pt x="87678" y="92950"/>
                  <a:pt x="89664" y="92950"/>
                </a:cubicBezTo>
                <a:cubicBezTo>
                  <a:pt x="90897" y="92950"/>
                  <a:pt x="92112" y="92711"/>
                  <a:pt x="93310" y="92232"/>
                </a:cubicBezTo>
                <a:cubicBezTo>
                  <a:pt x="94508" y="91752"/>
                  <a:pt x="95809" y="90999"/>
                  <a:pt x="97213" y="89972"/>
                </a:cubicBezTo>
                <a:cubicBezTo>
                  <a:pt x="98617" y="88945"/>
                  <a:pt x="100157" y="87627"/>
                  <a:pt x="101835" y="86018"/>
                </a:cubicBezTo>
                <a:cubicBezTo>
                  <a:pt x="103512" y="84409"/>
                  <a:pt x="105413" y="82474"/>
                  <a:pt x="107535" y="80215"/>
                </a:cubicBezTo>
                <a:cubicBezTo>
                  <a:pt x="108631" y="81379"/>
                  <a:pt x="109761" y="82525"/>
                  <a:pt x="110925" y="83655"/>
                </a:cubicBezTo>
                <a:cubicBezTo>
                  <a:pt x="112089" y="84785"/>
                  <a:pt x="113218" y="85898"/>
                  <a:pt x="114314" y="86994"/>
                </a:cubicBezTo>
                <a:cubicBezTo>
                  <a:pt x="110890" y="90485"/>
                  <a:pt x="107775" y="93481"/>
                  <a:pt x="104967" y="95980"/>
                </a:cubicBezTo>
                <a:cubicBezTo>
                  <a:pt x="102160" y="98479"/>
                  <a:pt x="99438" y="100534"/>
                  <a:pt x="96802" y="102143"/>
                </a:cubicBezTo>
                <a:cubicBezTo>
                  <a:pt x="94166" y="103752"/>
                  <a:pt x="91581" y="104916"/>
                  <a:pt x="89048" y="105635"/>
                </a:cubicBezTo>
                <a:cubicBezTo>
                  <a:pt x="86514" y="106354"/>
                  <a:pt x="83878" y="106713"/>
                  <a:pt x="81139" y="106713"/>
                </a:cubicBezTo>
                <a:cubicBezTo>
                  <a:pt x="76209" y="106713"/>
                  <a:pt x="72375" y="105121"/>
                  <a:pt x="69636" y="101937"/>
                </a:cubicBezTo>
                <a:cubicBezTo>
                  <a:pt x="66897" y="98754"/>
                  <a:pt x="65528" y="94388"/>
                  <a:pt x="65528" y="88842"/>
                </a:cubicBezTo>
                <a:cubicBezTo>
                  <a:pt x="65528" y="85761"/>
                  <a:pt x="66007" y="82817"/>
                  <a:pt x="66966" y="80009"/>
                </a:cubicBezTo>
                <a:lnTo>
                  <a:pt x="65528" y="79393"/>
                </a:lnTo>
                <a:moveTo>
                  <a:pt x="72204" y="46732"/>
                </a:moveTo>
                <a:cubicBezTo>
                  <a:pt x="73162" y="42487"/>
                  <a:pt x="73915" y="38652"/>
                  <a:pt x="74463" y="35229"/>
                </a:cubicBezTo>
                <a:cubicBezTo>
                  <a:pt x="75011" y="31805"/>
                  <a:pt x="75285" y="28553"/>
                  <a:pt x="75285" y="25471"/>
                </a:cubicBezTo>
                <a:cubicBezTo>
                  <a:pt x="75285" y="19994"/>
                  <a:pt x="74001" y="16074"/>
                  <a:pt x="71433" y="13712"/>
                </a:cubicBezTo>
                <a:cubicBezTo>
                  <a:pt x="68866" y="11349"/>
                  <a:pt x="64809" y="10168"/>
                  <a:pt x="59263" y="10168"/>
                </a:cubicBezTo>
                <a:cubicBezTo>
                  <a:pt x="55223" y="10168"/>
                  <a:pt x="51457" y="11058"/>
                  <a:pt x="47965" y="12838"/>
                </a:cubicBezTo>
                <a:cubicBezTo>
                  <a:pt x="44473" y="14619"/>
                  <a:pt x="41289" y="17050"/>
                  <a:pt x="38413" y="20131"/>
                </a:cubicBezTo>
                <a:cubicBezTo>
                  <a:pt x="35537" y="23212"/>
                  <a:pt x="32986" y="26772"/>
                  <a:pt x="30761" y="30812"/>
                </a:cubicBezTo>
                <a:cubicBezTo>
                  <a:pt x="28536" y="34852"/>
                  <a:pt x="26653" y="39132"/>
                  <a:pt x="25112" y="43651"/>
                </a:cubicBezTo>
                <a:cubicBezTo>
                  <a:pt x="23572" y="48170"/>
                  <a:pt x="22408" y="52809"/>
                  <a:pt x="21620" y="57568"/>
                </a:cubicBezTo>
                <a:cubicBezTo>
                  <a:pt x="20833" y="62326"/>
                  <a:pt x="20439" y="66897"/>
                  <a:pt x="20439" y="71279"/>
                </a:cubicBezTo>
                <a:cubicBezTo>
                  <a:pt x="20439" y="78674"/>
                  <a:pt x="21484" y="84169"/>
                  <a:pt x="23572" y="87764"/>
                </a:cubicBezTo>
                <a:cubicBezTo>
                  <a:pt x="25660" y="91358"/>
                  <a:pt x="29033" y="93156"/>
                  <a:pt x="33689" y="93156"/>
                </a:cubicBezTo>
                <a:cubicBezTo>
                  <a:pt x="36016" y="93156"/>
                  <a:pt x="38259" y="92745"/>
                  <a:pt x="40416" y="91923"/>
                </a:cubicBezTo>
                <a:cubicBezTo>
                  <a:pt x="42572" y="91102"/>
                  <a:pt x="44849" y="89801"/>
                  <a:pt x="47246" y="88020"/>
                </a:cubicBezTo>
                <a:cubicBezTo>
                  <a:pt x="53271" y="83296"/>
                  <a:pt x="58407" y="77544"/>
                  <a:pt x="62652" y="70766"/>
                </a:cubicBezTo>
                <a:cubicBezTo>
                  <a:pt x="66897" y="63987"/>
                  <a:pt x="70081" y="55976"/>
                  <a:pt x="72204" y="4673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df-path-100024">
            <a:extLst xmlns:a="http://schemas.openxmlformats.org/drawingml/2006/main">
              <a:ext uri="{FF2B5EF4-FFF2-40B4-BE49-F238E27FC236}">
                <a16:creationId xmlns:a16="http://schemas.microsoft.com/office/drawing/2014/main" id="{36EAA6F4-CB50-4E8C-B6FA-11DAD32D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385" y="2046384"/>
            <a:ext cx="42226" cy="71741"/>
          </a:xfrm>
          <a:custGeom xmlns:a="http://schemas.openxmlformats.org/drawingml/2006/main">
            <a:pathLst>
              <a:path w="42226" h="71741">
                <a:moveTo>
                  <a:pt x="40249" y="0"/>
                </a:moveTo>
                <a:cubicBezTo>
                  <a:pt x="41567" y="6590"/>
                  <a:pt x="42226" y="13087"/>
                  <a:pt x="42226" y="19489"/>
                </a:cubicBezTo>
                <a:cubicBezTo>
                  <a:pt x="42226" y="26079"/>
                  <a:pt x="41096" y="32105"/>
                  <a:pt x="38837" y="37565"/>
                </a:cubicBezTo>
                <a:cubicBezTo>
                  <a:pt x="36577" y="43026"/>
                  <a:pt x="32975" y="48463"/>
                  <a:pt x="28033" y="53877"/>
                </a:cubicBezTo>
                <a:cubicBezTo>
                  <a:pt x="23090" y="59290"/>
                  <a:pt x="16288" y="65245"/>
                  <a:pt x="7626" y="71741"/>
                </a:cubicBezTo>
                <a:lnTo>
                  <a:pt x="0" y="63127"/>
                </a:lnTo>
                <a:cubicBezTo>
                  <a:pt x="4801" y="58607"/>
                  <a:pt x="8285" y="54536"/>
                  <a:pt x="10451" y="50911"/>
                </a:cubicBezTo>
                <a:cubicBezTo>
                  <a:pt x="12616" y="47286"/>
                  <a:pt x="14169" y="43167"/>
                  <a:pt x="15111" y="38554"/>
                </a:cubicBezTo>
                <a:cubicBezTo>
                  <a:pt x="16053" y="33941"/>
                  <a:pt x="16523" y="28150"/>
                  <a:pt x="16523" y="21183"/>
                </a:cubicBezTo>
                <a:cubicBezTo>
                  <a:pt x="16523" y="14028"/>
                  <a:pt x="16194" y="6967"/>
                  <a:pt x="15535" y="0"/>
                </a:cubicBezTo>
                <a:lnTo>
                  <a:pt x="4024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df-path-100025">
            <a:extLst xmlns:a="http://schemas.openxmlformats.org/drawingml/2006/main">
              <a:ext uri="{FF2B5EF4-FFF2-40B4-BE49-F238E27FC236}">
                <a16:creationId xmlns:a16="http://schemas.microsoft.com/office/drawing/2014/main" id="{D107C57D-11AA-4CEC-87D7-3B584E0C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10" y="1941879"/>
            <a:ext cx="117215" cy="139669"/>
          </a:xfrm>
          <a:custGeom xmlns:a="http://schemas.openxmlformats.org/drawingml/2006/main">
            <a:pathLst>
              <a:path w="117215" h="139669">
                <a:moveTo>
                  <a:pt x="99421" y="36577"/>
                </a:moveTo>
                <a:cubicBezTo>
                  <a:pt x="98385" y="28197"/>
                  <a:pt x="95631" y="21842"/>
                  <a:pt x="91160" y="17512"/>
                </a:cubicBezTo>
                <a:cubicBezTo>
                  <a:pt x="86687" y="13181"/>
                  <a:pt x="79650" y="11015"/>
                  <a:pt x="70046" y="11015"/>
                </a:cubicBezTo>
                <a:cubicBezTo>
                  <a:pt x="62609" y="11015"/>
                  <a:pt x="56583" y="12922"/>
                  <a:pt x="51970" y="16735"/>
                </a:cubicBezTo>
                <a:cubicBezTo>
                  <a:pt x="47357" y="20548"/>
                  <a:pt x="45050" y="25561"/>
                  <a:pt x="45050" y="31775"/>
                </a:cubicBezTo>
                <a:cubicBezTo>
                  <a:pt x="45050" y="35164"/>
                  <a:pt x="45638" y="38154"/>
                  <a:pt x="46815" y="40743"/>
                </a:cubicBezTo>
                <a:cubicBezTo>
                  <a:pt x="47992" y="43332"/>
                  <a:pt x="50370" y="46180"/>
                  <a:pt x="53947" y="49287"/>
                </a:cubicBezTo>
                <a:cubicBezTo>
                  <a:pt x="57525" y="52394"/>
                  <a:pt x="63079" y="56207"/>
                  <a:pt x="70611" y="60726"/>
                </a:cubicBezTo>
                <a:cubicBezTo>
                  <a:pt x="76543" y="64303"/>
                  <a:pt x="81297" y="67575"/>
                  <a:pt x="84875" y="70541"/>
                </a:cubicBezTo>
                <a:cubicBezTo>
                  <a:pt x="88453" y="73507"/>
                  <a:pt x="91277" y="76449"/>
                  <a:pt x="93348" y="79367"/>
                </a:cubicBezTo>
                <a:cubicBezTo>
                  <a:pt x="95420" y="82286"/>
                  <a:pt x="96926" y="85369"/>
                  <a:pt x="97867" y="88617"/>
                </a:cubicBezTo>
                <a:cubicBezTo>
                  <a:pt x="98809" y="91866"/>
                  <a:pt x="99279" y="95796"/>
                  <a:pt x="99279" y="100410"/>
                </a:cubicBezTo>
                <a:cubicBezTo>
                  <a:pt x="99279" y="108789"/>
                  <a:pt x="97043" y="115968"/>
                  <a:pt x="92572" y="121946"/>
                </a:cubicBezTo>
                <a:cubicBezTo>
                  <a:pt x="88099" y="127924"/>
                  <a:pt x="82027" y="132373"/>
                  <a:pt x="74354" y="135291"/>
                </a:cubicBezTo>
                <a:cubicBezTo>
                  <a:pt x="66681" y="138210"/>
                  <a:pt x="57948" y="139669"/>
                  <a:pt x="48157" y="139669"/>
                </a:cubicBezTo>
                <a:cubicBezTo>
                  <a:pt x="40343" y="139669"/>
                  <a:pt x="32670" y="139081"/>
                  <a:pt x="25137" y="137904"/>
                </a:cubicBezTo>
                <a:cubicBezTo>
                  <a:pt x="17606" y="136727"/>
                  <a:pt x="9227" y="134727"/>
                  <a:pt x="0" y="131902"/>
                </a:cubicBezTo>
                <a:lnTo>
                  <a:pt x="6779" y="101116"/>
                </a:lnTo>
                <a:lnTo>
                  <a:pt x="17794" y="101116"/>
                </a:lnTo>
                <a:cubicBezTo>
                  <a:pt x="18170" y="110154"/>
                  <a:pt x="20713" y="116979"/>
                  <a:pt x="25420" y="121593"/>
                </a:cubicBezTo>
                <a:cubicBezTo>
                  <a:pt x="30127" y="126206"/>
                  <a:pt x="37612" y="128513"/>
                  <a:pt x="47874" y="128513"/>
                </a:cubicBezTo>
                <a:cubicBezTo>
                  <a:pt x="56819" y="128513"/>
                  <a:pt x="63809" y="126512"/>
                  <a:pt x="68846" y="122511"/>
                </a:cubicBezTo>
                <a:cubicBezTo>
                  <a:pt x="73883" y="118510"/>
                  <a:pt x="76402" y="112837"/>
                  <a:pt x="76402" y="105494"/>
                </a:cubicBezTo>
                <a:cubicBezTo>
                  <a:pt x="76402" y="101257"/>
                  <a:pt x="75695" y="97609"/>
                  <a:pt x="74283" y="94549"/>
                </a:cubicBezTo>
                <a:cubicBezTo>
                  <a:pt x="72871" y="91489"/>
                  <a:pt x="70564" y="88547"/>
                  <a:pt x="67363" y="85722"/>
                </a:cubicBezTo>
                <a:cubicBezTo>
                  <a:pt x="64162" y="82898"/>
                  <a:pt x="59078" y="79367"/>
                  <a:pt x="52111" y="75131"/>
                </a:cubicBezTo>
                <a:cubicBezTo>
                  <a:pt x="44768" y="70706"/>
                  <a:pt x="39048" y="66704"/>
                  <a:pt x="34953" y="63127"/>
                </a:cubicBezTo>
                <a:cubicBezTo>
                  <a:pt x="30857" y="59549"/>
                  <a:pt x="27774" y="55665"/>
                  <a:pt x="25703" y="51476"/>
                </a:cubicBezTo>
                <a:cubicBezTo>
                  <a:pt x="23631" y="47286"/>
                  <a:pt x="22596" y="42461"/>
                  <a:pt x="22596" y="37000"/>
                </a:cubicBezTo>
                <a:cubicBezTo>
                  <a:pt x="22596" y="29563"/>
                  <a:pt x="24596" y="23043"/>
                  <a:pt x="28598" y="17441"/>
                </a:cubicBezTo>
                <a:cubicBezTo>
                  <a:pt x="32599" y="11839"/>
                  <a:pt x="38319" y="7532"/>
                  <a:pt x="45756" y="4519"/>
                </a:cubicBezTo>
                <a:cubicBezTo>
                  <a:pt x="53194" y="1506"/>
                  <a:pt x="61856" y="0"/>
                  <a:pt x="71741" y="0"/>
                </a:cubicBezTo>
                <a:cubicBezTo>
                  <a:pt x="80497" y="0"/>
                  <a:pt x="88476" y="518"/>
                  <a:pt x="95678" y="1553"/>
                </a:cubicBezTo>
                <a:cubicBezTo>
                  <a:pt x="102881" y="2589"/>
                  <a:pt x="110060" y="4378"/>
                  <a:pt x="117215" y="6920"/>
                </a:cubicBezTo>
                <a:lnTo>
                  <a:pt x="110860" y="36577"/>
                </a:lnTo>
                <a:lnTo>
                  <a:pt x="99421" y="3657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df-path-100026">
            <a:extLst xmlns:a="http://schemas.openxmlformats.org/drawingml/2006/main">
              <a:ext uri="{FF2B5EF4-FFF2-40B4-BE49-F238E27FC236}">
                <a16:creationId xmlns:a16="http://schemas.microsoft.com/office/drawing/2014/main" id="{F179FDE4-0870-4D90-A377-19709E37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052" y="1849330"/>
            <a:ext cx="118319" cy="123763"/>
          </a:xfrm>
          <a:custGeom xmlns:a="http://schemas.openxmlformats.org/drawingml/2006/main">
            <a:pathLst>
              <a:path w="118319" h="123763">
                <a:moveTo>
                  <a:pt x="67479" y="69738"/>
                </a:moveTo>
                <a:lnTo>
                  <a:pt x="67479" y="123763"/>
                </a:lnTo>
                <a:lnTo>
                  <a:pt x="50840" y="123763"/>
                </a:lnTo>
                <a:lnTo>
                  <a:pt x="50840" y="69738"/>
                </a:lnTo>
                <a:lnTo>
                  <a:pt x="0" y="69738"/>
                </a:lnTo>
                <a:lnTo>
                  <a:pt x="0" y="54024"/>
                </a:lnTo>
                <a:lnTo>
                  <a:pt x="50840" y="54024"/>
                </a:lnTo>
                <a:lnTo>
                  <a:pt x="50840" y="0"/>
                </a:lnTo>
                <a:lnTo>
                  <a:pt x="67479" y="0"/>
                </a:lnTo>
                <a:lnTo>
                  <a:pt x="67479" y="54024"/>
                </a:lnTo>
                <a:lnTo>
                  <a:pt x="118319" y="54024"/>
                </a:lnTo>
                <a:lnTo>
                  <a:pt x="118319" y="69738"/>
                </a:lnTo>
                <a:lnTo>
                  <a:pt x="67479" y="6973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df-path-100027">
            <a:extLst xmlns:a="http://schemas.openxmlformats.org/drawingml/2006/main">
              <a:ext uri="{FF2B5EF4-FFF2-40B4-BE49-F238E27FC236}">
                <a16:creationId xmlns:a16="http://schemas.microsoft.com/office/drawing/2014/main" id="{54A95B52-F31B-40D6-B565-76A22B8E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709" y="1907699"/>
            <a:ext cx="117215" cy="139669"/>
          </a:xfrm>
          <a:custGeom xmlns:a="http://schemas.openxmlformats.org/drawingml/2006/main">
            <a:pathLst>
              <a:path w="117215" h="139669">
                <a:moveTo>
                  <a:pt x="99421" y="36577"/>
                </a:moveTo>
                <a:cubicBezTo>
                  <a:pt x="98385" y="28197"/>
                  <a:pt x="95631" y="21842"/>
                  <a:pt x="91160" y="17512"/>
                </a:cubicBezTo>
                <a:cubicBezTo>
                  <a:pt x="86687" y="13181"/>
                  <a:pt x="79650" y="11015"/>
                  <a:pt x="70046" y="11015"/>
                </a:cubicBezTo>
                <a:cubicBezTo>
                  <a:pt x="62609" y="11015"/>
                  <a:pt x="56583" y="12922"/>
                  <a:pt x="51970" y="16735"/>
                </a:cubicBezTo>
                <a:cubicBezTo>
                  <a:pt x="47357" y="20548"/>
                  <a:pt x="45050" y="25561"/>
                  <a:pt x="45050" y="31775"/>
                </a:cubicBezTo>
                <a:cubicBezTo>
                  <a:pt x="45050" y="35164"/>
                  <a:pt x="45638" y="38154"/>
                  <a:pt x="46815" y="40743"/>
                </a:cubicBezTo>
                <a:cubicBezTo>
                  <a:pt x="47992" y="43332"/>
                  <a:pt x="50370" y="46180"/>
                  <a:pt x="53947" y="49287"/>
                </a:cubicBezTo>
                <a:cubicBezTo>
                  <a:pt x="57525" y="52394"/>
                  <a:pt x="63079" y="56207"/>
                  <a:pt x="70611" y="60726"/>
                </a:cubicBezTo>
                <a:cubicBezTo>
                  <a:pt x="76543" y="64303"/>
                  <a:pt x="81297" y="67575"/>
                  <a:pt x="84875" y="70541"/>
                </a:cubicBezTo>
                <a:cubicBezTo>
                  <a:pt x="88453" y="73507"/>
                  <a:pt x="91277" y="76449"/>
                  <a:pt x="93348" y="79367"/>
                </a:cubicBezTo>
                <a:cubicBezTo>
                  <a:pt x="95420" y="82286"/>
                  <a:pt x="96926" y="85369"/>
                  <a:pt x="97867" y="88617"/>
                </a:cubicBezTo>
                <a:cubicBezTo>
                  <a:pt x="98809" y="91866"/>
                  <a:pt x="99280" y="95796"/>
                  <a:pt x="99280" y="100410"/>
                </a:cubicBezTo>
                <a:cubicBezTo>
                  <a:pt x="99280" y="108789"/>
                  <a:pt x="97043" y="115968"/>
                  <a:pt x="92572" y="121946"/>
                </a:cubicBezTo>
                <a:cubicBezTo>
                  <a:pt x="88099" y="127924"/>
                  <a:pt x="82027" y="132373"/>
                  <a:pt x="74354" y="135291"/>
                </a:cubicBezTo>
                <a:cubicBezTo>
                  <a:pt x="66681" y="138210"/>
                  <a:pt x="57948" y="139669"/>
                  <a:pt x="48157" y="139669"/>
                </a:cubicBezTo>
                <a:cubicBezTo>
                  <a:pt x="40343" y="139669"/>
                  <a:pt x="32670" y="139081"/>
                  <a:pt x="25137" y="137904"/>
                </a:cubicBezTo>
                <a:cubicBezTo>
                  <a:pt x="17606" y="136727"/>
                  <a:pt x="9227" y="134727"/>
                  <a:pt x="0" y="131902"/>
                </a:cubicBezTo>
                <a:lnTo>
                  <a:pt x="6779" y="101116"/>
                </a:lnTo>
                <a:lnTo>
                  <a:pt x="17794" y="101116"/>
                </a:lnTo>
                <a:cubicBezTo>
                  <a:pt x="18170" y="110154"/>
                  <a:pt x="20713" y="116979"/>
                  <a:pt x="25420" y="121593"/>
                </a:cubicBezTo>
                <a:cubicBezTo>
                  <a:pt x="30127" y="126206"/>
                  <a:pt x="37612" y="128513"/>
                  <a:pt x="47874" y="128513"/>
                </a:cubicBezTo>
                <a:cubicBezTo>
                  <a:pt x="56819" y="128513"/>
                  <a:pt x="63809" y="126512"/>
                  <a:pt x="68846" y="122511"/>
                </a:cubicBezTo>
                <a:cubicBezTo>
                  <a:pt x="73883" y="118510"/>
                  <a:pt x="76402" y="112837"/>
                  <a:pt x="76402" y="105494"/>
                </a:cubicBezTo>
                <a:cubicBezTo>
                  <a:pt x="76402" y="101257"/>
                  <a:pt x="75695" y="97609"/>
                  <a:pt x="74283" y="94549"/>
                </a:cubicBezTo>
                <a:cubicBezTo>
                  <a:pt x="72871" y="91489"/>
                  <a:pt x="70564" y="88547"/>
                  <a:pt x="67363" y="85722"/>
                </a:cubicBezTo>
                <a:cubicBezTo>
                  <a:pt x="64162" y="82898"/>
                  <a:pt x="59078" y="79367"/>
                  <a:pt x="52111" y="75131"/>
                </a:cubicBezTo>
                <a:cubicBezTo>
                  <a:pt x="44768" y="70706"/>
                  <a:pt x="39048" y="66704"/>
                  <a:pt x="34953" y="63127"/>
                </a:cubicBezTo>
                <a:cubicBezTo>
                  <a:pt x="30857" y="59549"/>
                  <a:pt x="27774" y="55665"/>
                  <a:pt x="25703" y="51476"/>
                </a:cubicBezTo>
                <a:cubicBezTo>
                  <a:pt x="23631" y="47286"/>
                  <a:pt x="22596" y="42461"/>
                  <a:pt x="22596" y="37000"/>
                </a:cubicBezTo>
                <a:cubicBezTo>
                  <a:pt x="22596" y="29563"/>
                  <a:pt x="24596" y="23043"/>
                  <a:pt x="28598" y="17441"/>
                </a:cubicBezTo>
                <a:cubicBezTo>
                  <a:pt x="32599" y="11839"/>
                  <a:pt x="38319" y="7532"/>
                  <a:pt x="45756" y="4519"/>
                </a:cubicBezTo>
                <a:cubicBezTo>
                  <a:pt x="53194" y="1506"/>
                  <a:pt x="61856" y="0"/>
                  <a:pt x="71741" y="0"/>
                </a:cubicBezTo>
                <a:cubicBezTo>
                  <a:pt x="80497" y="0"/>
                  <a:pt x="88476" y="518"/>
                  <a:pt x="95678" y="1553"/>
                </a:cubicBezTo>
                <a:cubicBezTo>
                  <a:pt x="102881" y="2589"/>
                  <a:pt x="110060" y="4378"/>
                  <a:pt x="117215" y="6920"/>
                </a:cubicBezTo>
                <a:lnTo>
                  <a:pt x="110860" y="36577"/>
                </a:lnTo>
                <a:lnTo>
                  <a:pt x="99421" y="3657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df-path-100028">
            <a:extLst xmlns:a="http://schemas.openxmlformats.org/drawingml/2006/main">
              <a:ext uri="{FF2B5EF4-FFF2-40B4-BE49-F238E27FC236}">
                <a16:creationId xmlns:a16="http://schemas.microsoft.com/office/drawing/2014/main" id="{C9FBE4E3-9AED-434E-8088-840B5A52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751" y="1871803"/>
            <a:ext cx="118319" cy="15714"/>
          </a:xfrm>
          <a:custGeom xmlns:a="http://schemas.openxmlformats.org/drawingml/2006/main">
            <a:pathLst>
              <a:path w="118319" h="15714">
                <a:moveTo>
                  <a:pt x="0" y="15714"/>
                </a:moveTo>
                <a:lnTo>
                  <a:pt x="0" y="0"/>
                </a:lnTo>
                <a:lnTo>
                  <a:pt x="118319" y="0"/>
                </a:lnTo>
                <a:lnTo>
                  <a:pt x="118319" y="15714"/>
                </a:lnTo>
                <a:lnTo>
                  <a:pt x="0" y="157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df-path-100029">
            <a:extLst xmlns:a="http://schemas.openxmlformats.org/drawingml/2006/main">
              <a:ext uri="{FF2B5EF4-FFF2-40B4-BE49-F238E27FC236}">
                <a16:creationId xmlns:a16="http://schemas.microsoft.com/office/drawing/2014/main" id="{342298DA-9FBE-407A-92E2-693BF715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1" y="4428842"/>
            <a:ext cx="132749" cy="135009"/>
          </a:xfrm>
          <a:custGeom xmlns:a="http://schemas.openxmlformats.org/drawingml/2006/main">
            <a:pathLst>
              <a:path w="132749" h="135009">
                <a:moveTo>
                  <a:pt x="113543" y="95326"/>
                </a:moveTo>
                <a:lnTo>
                  <a:pt x="104928" y="135009"/>
                </a:lnTo>
                <a:lnTo>
                  <a:pt x="2683" y="135009"/>
                </a:lnTo>
                <a:lnTo>
                  <a:pt x="0" y="128089"/>
                </a:lnTo>
                <a:lnTo>
                  <a:pt x="77249" y="39119"/>
                </a:lnTo>
                <a:cubicBezTo>
                  <a:pt x="88170" y="26597"/>
                  <a:pt x="96173" y="17700"/>
                  <a:pt x="101257" y="12428"/>
                </a:cubicBezTo>
                <a:lnTo>
                  <a:pt x="100410" y="11439"/>
                </a:lnTo>
                <a:lnTo>
                  <a:pt x="67363" y="11439"/>
                </a:lnTo>
                <a:cubicBezTo>
                  <a:pt x="62468" y="11439"/>
                  <a:pt x="58890" y="11768"/>
                  <a:pt x="56630" y="12428"/>
                </a:cubicBezTo>
                <a:cubicBezTo>
                  <a:pt x="54371" y="13087"/>
                  <a:pt x="52111" y="14240"/>
                  <a:pt x="49852" y="15887"/>
                </a:cubicBezTo>
                <a:cubicBezTo>
                  <a:pt x="47592" y="17535"/>
                  <a:pt x="45168" y="19983"/>
                  <a:pt x="42579" y="23231"/>
                </a:cubicBezTo>
                <a:cubicBezTo>
                  <a:pt x="39989" y="26479"/>
                  <a:pt x="37095" y="31116"/>
                  <a:pt x="33893" y="37142"/>
                </a:cubicBezTo>
                <a:lnTo>
                  <a:pt x="21325" y="37142"/>
                </a:lnTo>
                <a:lnTo>
                  <a:pt x="29657" y="0"/>
                </a:lnTo>
                <a:lnTo>
                  <a:pt x="130066" y="0"/>
                </a:lnTo>
                <a:lnTo>
                  <a:pt x="132749" y="7061"/>
                </a:lnTo>
                <a:lnTo>
                  <a:pt x="65386" y="84451"/>
                </a:lnTo>
                <a:cubicBezTo>
                  <a:pt x="52300" y="99421"/>
                  <a:pt x="40954" y="112131"/>
                  <a:pt x="31352" y="122581"/>
                </a:cubicBezTo>
                <a:lnTo>
                  <a:pt x="32199" y="123570"/>
                </a:lnTo>
                <a:lnTo>
                  <a:pt x="64115" y="123570"/>
                </a:lnTo>
                <a:cubicBezTo>
                  <a:pt x="69764" y="123570"/>
                  <a:pt x="74095" y="123264"/>
                  <a:pt x="77108" y="122652"/>
                </a:cubicBezTo>
                <a:cubicBezTo>
                  <a:pt x="80121" y="122040"/>
                  <a:pt x="82757" y="120887"/>
                  <a:pt x="85016" y="119192"/>
                </a:cubicBezTo>
                <a:cubicBezTo>
                  <a:pt x="87275" y="117497"/>
                  <a:pt x="89606" y="114932"/>
                  <a:pt x="92007" y="111496"/>
                </a:cubicBezTo>
                <a:cubicBezTo>
                  <a:pt x="94408" y="108059"/>
                  <a:pt x="97397" y="102669"/>
                  <a:pt x="100975" y="95326"/>
                </a:cubicBezTo>
                <a:lnTo>
                  <a:pt x="113543" y="953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df-path-100030">
            <a:extLst xmlns:a="http://schemas.openxmlformats.org/drawingml/2006/main">
              <a:ext uri="{FF2B5EF4-FFF2-40B4-BE49-F238E27FC236}">
                <a16:creationId xmlns:a16="http://schemas.microsoft.com/office/drawing/2014/main" id="{57428A94-D17C-4FEF-BD93-8F526569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40" y="4353814"/>
            <a:ext cx="114314" cy="106713"/>
          </a:xfrm>
          <a:custGeom xmlns:a="http://schemas.openxmlformats.org/drawingml/2006/main">
            <a:pathLst>
              <a:path w="114314" h="106713">
                <a:moveTo>
                  <a:pt x="65528" y="79393"/>
                </a:moveTo>
                <a:cubicBezTo>
                  <a:pt x="62036" y="84255"/>
                  <a:pt x="58646" y="88397"/>
                  <a:pt x="55359" y="91821"/>
                </a:cubicBezTo>
                <a:cubicBezTo>
                  <a:pt x="52073" y="95244"/>
                  <a:pt x="48821" y="98068"/>
                  <a:pt x="45602" y="100294"/>
                </a:cubicBezTo>
                <a:cubicBezTo>
                  <a:pt x="42384" y="102519"/>
                  <a:pt x="39132" y="104145"/>
                  <a:pt x="35845" y="105173"/>
                </a:cubicBezTo>
                <a:cubicBezTo>
                  <a:pt x="32558" y="106200"/>
                  <a:pt x="29135" y="106713"/>
                  <a:pt x="25575" y="106713"/>
                </a:cubicBezTo>
                <a:cubicBezTo>
                  <a:pt x="17426" y="106713"/>
                  <a:pt x="11127" y="103786"/>
                  <a:pt x="6676" y="97932"/>
                </a:cubicBezTo>
                <a:cubicBezTo>
                  <a:pt x="2225" y="92078"/>
                  <a:pt x="0" y="83570"/>
                  <a:pt x="0" y="72409"/>
                </a:cubicBezTo>
                <a:cubicBezTo>
                  <a:pt x="0" y="65767"/>
                  <a:pt x="702" y="59382"/>
                  <a:pt x="2106" y="53254"/>
                </a:cubicBezTo>
                <a:cubicBezTo>
                  <a:pt x="3510" y="47126"/>
                  <a:pt x="5495" y="41374"/>
                  <a:pt x="8063" y="35999"/>
                </a:cubicBezTo>
                <a:cubicBezTo>
                  <a:pt x="10631" y="30624"/>
                  <a:pt x="13695" y="25728"/>
                  <a:pt x="17255" y="21312"/>
                </a:cubicBezTo>
                <a:cubicBezTo>
                  <a:pt x="20816" y="16895"/>
                  <a:pt x="24719" y="13113"/>
                  <a:pt x="28964" y="9963"/>
                </a:cubicBezTo>
                <a:cubicBezTo>
                  <a:pt x="33209" y="6813"/>
                  <a:pt x="37728" y="4365"/>
                  <a:pt x="42521" y="2619"/>
                </a:cubicBezTo>
                <a:cubicBezTo>
                  <a:pt x="47314" y="873"/>
                  <a:pt x="52278" y="0"/>
                  <a:pt x="57414" y="0"/>
                </a:cubicBezTo>
                <a:cubicBezTo>
                  <a:pt x="62823" y="0"/>
                  <a:pt x="67599" y="634"/>
                  <a:pt x="71742" y="1900"/>
                </a:cubicBezTo>
                <a:cubicBezTo>
                  <a:pt x="75884" y="3167"/>
                  <a:pt x="79667" y="4896"/>
                  <a:pt x="83091" y="7087"/>
                </a:cubicBezTo>
                <a:lnTo>
                  <a:pt x="93054" y="0"/>
                </a:lnTo>
                <a:lnTo>
                  <a:pt x="101373" y="2157"/>
                </a:lnTo>
                <a:lnTo>
                  <a:pt x="85864" y="69431"/>
                </a:lnTo>
                <a:cubicBezTo>
                  <a:pt x="84974" y="73265"/>
                  <a:pt x="84358" y="76431"/>
                  <a:pt x="84015" y="78931"/>
                </a:cubicBezTo>
                <a:cubicBezTo>
                  <a:pt x="83673" y="81430"/>
                  <a:pt x="83501" y="83638"/>
                  <a:pt x="83501" y="85555"/>
                </a:cubicBezTo>
                <a:cubicBezTo>
                  <a:pt x="83501" y="88157"/>
                  <a:pt x="84032" y="90040"/>
                  <a:pt x="85094" y="91204"/>
                </a:cubicBezTo>
                <a:cubicBezTo>
                  <a:pt x="86155" y="92368"/>
                  <a:pt x="87678" y="92951"/>
                  <a:pt x="89664" y="92951"/>
                </a:cubicBezTo>
                <a:cubicBezTo>
                  <a:pt x="90897" y="92951"/>
                  <a:pt x="92112" y="92711"/>
                  <a:pt x="93310" y="92232"/>
                </a:cubicBezTo>
                <a:cubicBezTo>
                  <a:pt x="94508" y="91752"/>
                  <a:pt x="95809" y="90999"/>
                  <a:pt x="97213" y="89972"/>
                </a:cubicBezTo>
                <a:cubicBezTo>
                  <a:pt x="98617" y="88945"/>
                  <a:pt x="100157" y="87627"/>
                  <a:pt x="101835" y="86017"/>
                </a:cubicBezTo>
                <a:cubicBezTo>
                  <a:pt x="103512" y="84409"/>
                  <a:pt x="105413" y="82474"/>
                  <a:pt x="107535" y="80215"/>
                </a:cubicBezTo>
                <a:cubicBezTo>
                  <a:pt x="108631" y="81379"/>
                  <a:pt x="109761" y="82526"/>
                  <a:pt x="110925" y="83655"/>
                </a:cubicBezTo>
                <a:cubicBezTo>
                  <a:pt x="112089" y="84785"/>
                  <a:pt x="113218" y="85898"/>
                  <a:pt x="114314" y="86994"/>
                </a:cubicBezTo>
                <a:cubicBezTo>
                  <a:pt x="110890" y="90485"/>
                  <a:pt x="107775" y="93481"/>
                  <a:pt x="104967" y="95980"/>
                </a:cubicBezTo>
                <a:cubicBezTo>
                  <a:pt x="102160" y="98479"/>
                  <a:pt x="99438" y="100534"/>
                  <a:pt x="96802" y="102143"/>
                </a:cubicBezTo>
                <a:cubicBezTo>
                  <a:pt x="94166" y="103752"/>
                  <a:pt x="91581" y="104916"/>
                  <a:pt x="89048" y="105635"/>
                </a:cubicBezTo>
                <a:cubicBezTo>
                  <a:pt x="86514" y="106354"/>
                  <a:pt x="83878" y="106713"/>
                  <a:pt x="81139" y="106713"/>
                </a:cubicBezTo>
                <a:cubicBezTo>
                  <a:pt x="76209" y="106713"/>
                  <a:pt x="72375" y="105121"/>
                  <a:pt x="69636" y="101937"/>
                </a:cubicBezTo>
                <a:cubicBezTo>
                  <a:pt x="66897" y="98753"/>
                  <a:pt x="65528" y="94388"/>
                  <a:pt x="65528" y="88842"/>
                </a:cubicBezTo>
                <a:cubicBezTo>
                  <a:pt x="65528" y="85761"/>
                  <a:pt x="66007" y="82816"/>
                  <a:pt x="66966" y="80009"/>
                </a:cubicBezTo>
                <a:lnTo>
                  <a:pt x="65528" y="79393"/>
                </a:lnTo>
                <a:moveTo>
                  <a:pt x="72204" y="46732"/>
                </a:moveTo>
                <a:cubicBezTo>
                  <a:pt x="73162" y="42487"/>
                  <a:pt x="73915" y="38652"/>
                  <a:pt x="74463" y="35229"/>
                </a:cubicBezTo>
                <a:cubicBezTo>
                  <a:pt x="75011" y="31805"/>
                  <a:pt x="75285" y="28553"/>
                  <a:pt x="75285" y="25472"/>
                </a:cubicBezTo>
                <a:cubicBezTo>
                  <a:pt x="75285" y="19994"/>
                  <a:pt x="74001" y="16074"/>
                  <a:pt x="71433" y="13711"/>
                </a:cubicBezTo>
                <a:cubicBezTo>
                  <a:pt x="68866" y="11349"/>
                  <a:pt x="64809" y="10168"/>
                  <a:pt x="59263" y="10168"/>
                </a:cubicBezTo>
                <a:cubicBezTo>
                  <a:pt x="55223" y="10168"/>
                  <a:pt x="51457" y="11058"/>
                  <a:pt x="47965" y="12839"/>
                </a:cubicBezTo>
                <a:cubicBezTo>
                  <a:pt x="44473" y="14619"/>
                  <a:pt x="41289" y="17050"/>
                  <a:pt x="38413" y="20131"/>
                </a:cubicBezTo>
                <a:cubicBezTo>
                  <a:pt x="35537" y="23212"/>
                  <a:pt x="32986" y="26773"/>
                  <a:pt x="30761" y="30812"/>
                </a:cubicBezTo>
                <a:cubicBezTo>
                  <a:pt x="28536" y="34852"/>
                  <a:pt x="26653" y="39132"/>
                  <a:pt x="25112" y="43651"/>
                </a:cubicBezTo>
                <a:cubicBezTo>
                  <a:pt x="23572" y="48170"/>
                  <a:pt x="22408" y="52809"/>
                  <a:pt x="21620" y="57567"/>
                </a:cubicBezTo>
                <a:cubicBezTo>
                  <a:pt x="20833" y="62326"/>
                  <a:pt x="20439" y="66897"/>
                  <a:pt x="20439" y="71279"/>
                </a:cubicBezTo>
                <a:cubicBezTo>
                  <a:pt x="20439" y="78674"/>
                  <a:pt x="21484" y="84169"/>
                  <a:pt x="23572" y="87764"/>
                </a:cubicBezTo>
                <a:cubicBezTo>
                  <a:pt x="25660" y="91358"/>
                  <a:pt x="29033" y="93156"/>
                  <a:pt x="33689" y="93156"/>
                </a:cubicBezTo>
                <a:cubicBezTo>
                  <a:pt x="36016" y="93156"/>
                  <a:pt x="38259" y="92745"/>
                  <a:pt x="40416" y="91923"/>
                </a:cubicBezTo>
                <a:cubicBezTo>
                  <a:pt x="42572" y="91102"/>
                  <a:pt x="44849" y="89801"/>
                  <a:pt x="47246" y="88020"/>
                </a:cubicBezTo>
                <a:cubicBezTo>
                  <a:pt x="53271" y="83296"/>
                  <a:pt x="58407" y="77544"/>
                  <a:pt x="62652" y="70765"/>
                </a:cubicBezTo>
                <a:cubicBezTo>
                  <a:pt x="66897" y="63987"/>
                  <a:pt x="70081" y="55976"/>
                  <a:pt x="72204" y="4673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df-path-100031">
            <a:extLst xmlns:a="http://schemas.openxmlformats.org/drawingml/2006/main">
              <a:ext uri="{FF2B5EF4-FFF2-40B4-BE49-F238E27FC236}">
                <a16:creationId xmlns:a16="http://schemas.microsoft.com/office/drawing/2014/main" id="{73749B98-5A1C-4CEE-BCB8-725AD8DC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789" y="4037075"/>
            <a:ext cx="132749" cy="135009"/>
          </a:xfrm>
          <a:custGeom xmlns:a="http://schemas.openxmlformats.org/drawingml/2006/main">
            <a:pathLst>
              <a:path w="132749" h="135009">
                <a:moveTo>
                  <a:pt x="113543" y="95326"/>
                </a:moveTo>
                <a:lnTo>
                  <a:pt x="104928" y="135009"/>
                </a:lnTo>
                <a:lnTo>
                  <a:pt x="2683" y="135009"/>
                </a:lnTo>
                <a:lnTo>
                  <a:pt x="0" y="128089"/>
                </a:lnTo>
                <a:lnTo>
                  <a:pt x="77249" y="39119"/>
                </a:lnTo>
                <a:cubicBezTo>
                  <a:pt x="88170" y="26597"/>
                  <a:pt x="96173" y="17700"/>
                  <a:pt x="101257" y="12428"/>
                </a:cubicBezTo>
                <a:lnTo>
                  <a:pt x="100410" y="11439"/>
                </a:lnTo>
                <a:lnTo>
                  <a:pt x="67363" y="11439"/>
                </a:lnTo>
                <a:cubicBezTo>
                  <a:pt x="62468" y="11439"/>
                  <a:pt x="58890" y="11768"/>
                  <a:pt x="56630" y="12428"/>
                </a:cubicBezTo>
                <a:cubicBezTo>
                  <a:pt x="54371" y="13087"/>
                  <a:pt x="52111" y="14240"/>
                  <a:pt x="49852" y="15887"/>
                </a:cubicBezTo>
                <a:cubicBezTo>
                  <a:pt x="47592" y="17535"/>
                  <a:pt x="45168" y="19983"/>
                  <a:pt x="42579" y="23231"/>
                </a:cubicBezTo>
                <a:cubicBezTo>
                  <a:pt x="39989" y="26479"/>
                  <a:pt x="37095" y="31116"/>
                  <a:pt x="33893" y="37142"/>
                </a:cubicBezTo>
                <a:lnTo>
                  <a:pt x="21325" y="37142"/>
                </a:lnTo>
                <a:lnTo>
                  <a:pt x="29657" y="0"/>
                </a:lnTo>
                <a:lnTo>
                  <a:pt x="130066" y="0"/>
                </a:lnTo>
                <a:lnTo>
                  <a:pt x="132749" y="7061"/>
                </a:lnTo>
                <a:lnTo>
                  <a:pt x="65386" y="84451"/>
                </a:lnTo>
                <a:cubicBezTo>
                  <a:pt x="52300" y="99421"/>
                  <a:pt x="40954" y="112131"/>
                  <a:pt x="31352" y="122581"/>
                </a:cubicBezTo>
                <a:lnTo>
                  <a:pt x="32199" y="123570"/>
                </a:lnTo>
                <a:lnTo>
                  <a:pt x="64115" y="123570"/>
                </a:lnTo>
                <a:cubicBezTo>
                  <a:pt x="69764" y="123570"/>
                  <a:pt x="74095" y="123264"/>
                  <a:pt x="77108" y="122652"/>
                </a:cubicBezTo>
                <a:cubicBezTo>
                  <a:pt x="80121" y="122040"/>
                  <a:pt x="82757" y="120887"/>
                  <a:pt x="85016" y="119192"/>
                </a:cubicBezTo>
                <a:cubicBezTo>
                  <a:pt x="87275" y="117497"/>
                  <a:pt x="89606" y="114932"/>
                  <a:pt x="92007" y="111496"/>
                </a:cubicBezTo>
                <a:cubicBezTo>
                  <a:pt x="94408" y="108059"/>
                  <a:pt x="97397" y="102669"/>
                  <a:pt x="100975" y="95326"/>
                </a:cubicBezTo>
                <a:lnTo>
                  <a:pt x="113543" y="953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pdf-path-100032">
            <a:extLst xmlns:a="http://schemas.openxmlformats.org/drawingml/2006/main">
              <a:ext uri="{FF2B5EF4-FFF2-40B4-BE49-F238E27FC236}">
                <a16:creationId xmlns:a16="http://schemas.microsoft.com/office/drawing/2014/main" id="{59F268D3-503A-499D-997C-00194EA6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809" y="3944895"/>
            <a:ext cx="118319" cy="123762"/>
          </a:xfrm>
          <a:custGeom xmlns:a="http://schemas.openxmlformats.org/drawingml/2006/main">
            <a:pathLst>
              <a:path w="118319" h="123762">
                <a:moveTo>
                  <a:pt x="67479" y="69738"/>
                </a:moveTo>
                <a:lnTo>
                  <a:pt x="67479" y="123762"/>
                </a:lnTo>
                <a:lnTo>
                  <a:pt x="50840" y="123762"/>
                </a:lnTo>
                <a:lnTo>
                  <a:pt x="50840" y="69738"/>
                </a:lnTo>
                <a:lnTo>
                  <a:pt x="0" y="69738"/>
                </a:lnTo>
                <a:lnTo>
                  <a:pt x="0" y="54024"/>
                </a:lnTo>
                <a:lnTo>
                  <a:pt x="50840" y="54024"/>
                </a:lnTo>
                <a:lnTo>
                  <a:pt x="50840" y="0"/>
                </a:lnTo>
                <a:lnTo>
                  <a:pt x="67479" y="0"/>
                </a:lnTo>
                <a:lnTo>
                  <a:pt x="67479" y="54024"/>
                </a:lnTo>
                <a:lnTo>
                  <a:pt x="118319" y="54024"/>
                </a:lnTo>
                <a:lnTo>
                  <a:pt x="118319" y="69738"/>
                </a:lnTo>
                <a:lnTo>
                  <a:pt x="67479" y="6973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df-path-100033">
            <a:extLst xmlns:a="http://schemas.openxmlformats.org/drawingml/2006/main">
              <a:ext uri="{FF2B5EF4-FFF2-40B4-BE49-F238E27FC236}">
                <a16:creationId xmlns:a16="http://schemas.microsoft.com/office/drawing/2014/main" id="{2ADBBE65-38A0-4E61-9359-A6C9CF33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966" y="5575223"/>
            <a:ext cx="132749" cy="135009"/>
          </a:xfrm>
          <a:custGeom xmlns:a="http://schemas.openxmlformats.org/drawingml/2006/main">
            <a:pathLst>
              <a:path w="132749" h="135009">
                <a:moveTo>
                  <a:pt x="113543" y="95326"/>
                </a:moveTo>
                <a:lnTo>
                  <a:pt x="104928" y="135009"/>
                </a:lnTo>
                <a:lnTo>
                  <a:pt x="2683" y="135009"/>
                </a:lnTo>
                <a:lnTo>
                  <a:pt x="0" y="128089"/>
                </a:lnTo>
                <a:lnTo>
                  <a:pt x="77249" y="39119"/>
                </a:lnTo>
                <a:cubicBezTo>
                  <a:pt x="88170" y="26597"/>
                  <a:pt x="96173" y="17700"/>
                  <a:pt x="101257" y="12428"/>
                </a:cubicBezTo>
                <a:lnTo>
                  <a:pt x="100410" y="11439"/>
                </a:lnTo>
                <a:lnTo>
                  <a:pt x="67363" y="11439"/>
                </a:lnTo>
                <a:cubicBezTo>
                  <a:pt x="62468" y="11439"/>
                  <a:pt x="58890" y="11768"/>
                  <a:pt x="56630" y="12428"/>
                </a:cubicBezTo>
                <a:cubicBezTo>
                  <a:pt x="54371" y="13087"/>
                  <a:pt x="52111" y="14240"/>
                  <a:pt x="49852" y="15887"/>
                </a:cubicBezTo>
                <a:cubicBezTo>
                  <a:pt x="47592" y="17535"/>
                  <a:pt x="45168" y="19983"/>
                  <a:pt x="42579" y="23231"/>
                </a:cubicBezTo>
                <a:cubicBezTo>
                  <a:pt x="39989" y="26479"/>
                  <a:pt x="37095" y="31116"/>
                  <a:pt x="33893" y="37142"/>
                </a:cubicBezTo>
                <a:lnTo>
                  <a:pt x="21325" y="37142"/>
                </a:lnTo>
                <a:lnTo>
                  <a:pt x="29657" y="0"/>
                </a:lnTo>
                <a:lnTo>
                  <a:pt x="130066" y="0"/>
                </a:lnTo>
                <a:lnTo>
                  <a:pt x="132749" y="7061"/>
                </a:lnTo>
                <a:lnTo>
                  <a:pt x="65386" y="84451"/>
                </a:lnTo>
                <a:cubicBezTo>
                  <a:pt x="52300" y="99421"/>
                  <a:pt x="40954" y="112131"/>
                  <a:pt x="31352" y="122581"/>
                </a:cubicBezTo>
                <a:lnTo>
                  <a:pt x="32199" y="123570"/>
                </a:lnTo>
                <a:lnTo>
                  <a:pt x="64115" y="123570"/>
                </a:lnTo>
                <a:cubicBezTo>
                  <a:pt x="69764" y="123570"/>
                  <a:pt x="74095" y="123264"/>
                  <a:pt x="77108" y="122652"/>
                </a:cubicBezTo>
                <a:cubicBezTo>
                  <a:pt x="80121" y="122040"/>
                  <a:pt x="82757" y="120887"/>
                  <a:pt x="85016" y="119192"/>
                </a:cubicBezTo>
                <a:cubicBezTo>
                  <a:pt x="87275" y="117497"/>
                  <a:pt x="89606" y="114932"/>
                  <a:pt x="92007" y="111496"/>
                </a:cubicBezTo>
                <a:cubicBezTo>
                  <a:pt x="94408" y="108059"/>
                  <a:pt x="97397" y="102669"/>
                  <a:pt x="100975" y="95326"/>
                </a:cubicBezTo>
                <a:lnTo>
                  <a:pt x="113543" y="953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df-path-100034">
            <a:extLst xmlns:a="http://schemas.openxmlformats.org/drawingml/2006/main">
              <a:ext uri="{FF2B5EF4-FFF2-40B4-BE49-F238E27FC236}">
                <a16:creationId xmlns:a16="http://schemas.microsoft.com/office/drawing/2014/main" id="{BB0D1AB7-63FF-48AD-AF21-08B99C72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986" y="5534438"/>
            <a:ext cx="118319" cy="15714"/>
          </a:xfrm>
          <a:custGeom xmlns:a="http://schemas.openxmlformats.org/drawingml/2006/main">
            <a:pathLst>
              <a:path w="118319" h="15714">
                <a:moveTo>
                  <a:pt x="0" y="15714"/>
                </a:moveTo>
                <a:lnTo>
                  <a:pt x="0" y="0"/>
                </a:lnTo>
                <a:lnTo>
                  <a:pt x="118319" y="0"/>
                </a:lnTo>
                <a:lnTo>
                  <a:pt x="118319" y="15714"/>
                </a:lnTo>
                <a:lnTo>
                  <a:pt x="0" y="157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df-path-100035">
            <a:extLst xmlns:a="http://schemas.openxmlformats.org/drawingml/2006/main">
              <a:ext uri="{FF2B5EF4-FFF2-40B4-BE49-F238E27FC236}">
                <a16:creationId xmlns:a16="http://schemas.microsoft.com/office/drawing/2014/main" id="{89D1884A-0102-4FF6-88BC-1ADC4527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78" y="5797765"/>
            <a:ext cx="197132" cy="116815"/>
          </a:xfrm>
          <a:custGeom xmlns:a="http://schemas.openxmlformats.org/drawingml/2006/main">
            <a:pathLst>
              <a:path w="197132" h="116815">
                <a:moveTo>
                  <a:pt x="49135" y="32009"/>
                </a:moveTo>
                <a:cubicBezTo>
                  <a:pt x="56380" y="21221"/>
                  <a:pt x="63584" y="13209"/>
                  <a:pt x="70750" y="7973"/>
                </a:cubicBezTo>
                <a:cubicBezTo>
                  <a:pt x="77916" y="2736"/>
                  <a:pt x="85160" y="119"/>
                  <a:pt x="92483" y="119"/>
                </a:cubicBezTo>
                <a:cubicBezTo>
                  <a:pt x="100042" y="119"/>
                  <a:pt x="105791" y="2264"/>
                  <a:pt x="109728" y="6555"/>
                </a:cubicBezTo>
                <a:cubicBezTo>
                  <a:pt x="113665" y="10847"/>
                  <a:pt x="115634" y="17048"/>
                  <a:pt x="115634" y="25158"/>
                </a:cubicBezTo>
                <a:lnTo>
                  <a:pt x="115634" y="26812"/>
                </a:lnTo>
                <a:cubicBezTo>
                  <a:pt x="115634" y="27363"/>
                  <a:pt x="115594" y="27954"/>
                  <a:pt x="115515" y="28584"/>
                </a:cubicBezTo>
                <a:cubicBezTo>
                  <a:pt x="122287" y="18977"/>
                  <a:pt x="129039" y="11831"/>
                  <a:pt x="135772" y="7146"/>
                </a:cubicBezTo>
                <a:cubicBezTo>
                  <a:pt x="142504" y="2461"/>
                  <a:pt x="149493" y="119"/>
                  <a:pt x="156737" y="119"/>
                </a:cubicBezTo>
                <a:cubicBezTo>
                  <a:pt x="163981" y="119"/>
                  <a:pt x="169572" y="2205"/>
                  <a:pt x="173509" y="6379"/>
                </a:cubicBezTo>
                <a:cubicBezTo>
                  <a:pt x="177446" y="10552"/>
                  <a:pt x="179415" y="16418"/>
                  <a:pt x="179415" y="23978"/>
                </a:cubicBezTo>
                <a:cubicBezTo>
                  <a:pt x="179415" y="28938"/>
                  <a:pt x="178273" y="35986"/>
                  <a:pt x="175989" y="45120"/>
                </a:cubicBezTo>
                <a:lnTo>
                  <a:pt x="168312" y="76066"/>
                </a:lnTo>
                <a:cubicBezTo>
                  <a:pt x="166186" y="84648"/>
                  <a:pt x="165123" y="90712"/>
                  <a:pt x="165123" y="94255"/>
                </a:cubicBezTo>
                <a:cubicBezTo>
                  <a:pt x="165123" y="97405"/>
                  <a:pt x="165635" y="99688"/>
                  <a:pt x="166658" y="101105"/>
                </a:cubicBezTo>
                <a:cubicBezTo>
                  <a:pt x="167682" y="102523"/>
                  <a:pt x="169297" y="103231"/>
                  <a:pt x="171501" y="103231"/>
                </a:cubicBezTo>
                <a:cubicBezTo>
                  <a:pt x="173863" y="103231"/>
                  <a:pt x="176383" y="102267"/>
                  <a:pt x="179061" y="100338"/>
                </a:cubicBezTo>
                <a:cubicBezTo>
                  <a:pt x="181738" y="98409"/>
                  <a:pt x="185517" y="94727"/>
                  <a:pt x="190399" y="89295"/>
                </a:cubicBezTo>
                <a:lnTo>
                  <a:pt x="197132" y="95909"/>
                </a:lnTo>
                <a:cubicBezTo>
                  <a:pt x="190360" y="103074"/>
                  <a:pt x="184454" y="108350"/>
                  <a:pt x="179415" y="111736"/>
                </a:cubicBezTo>
                <a:cubicBezTo>
                  <a:pt x="174375" y="115122"/>
                  <a:pt x="168627" y="116815"/>
                  <a:pt x="162170" y="116815"/>
                </a:cubicBezTo>
                <a:cubicBezTo>
                  <a:pt x="157052" y="116815"/>
                  <a:pt x="152958" y="114984"/>
                  <a:pt x="149886" y="111322"/>
                </a:cubicBezTo>
                <a:cubicBezTo>
                  <a:pt x="146815" y="107661"/>
                  <a:pt x="145280" y="102995"/>
                  <a:pt x="145280" y="97326"/>
                </a:cubicBezTo>
                <a:cubicBezTo>
                  <a:pt x="145280" y="92208"/>
                  <a:pt x="146579" y="84688"/>
                  <a:pt x="149178" y="74766"/>
                </a:cubicBezTo>
                <a:lnTo>
                  <a:pt x="154375" y="54333"/>
                </a:lnTo>
                <a:cubicBezTo>
                  <a:pt x="156264" y="46931"/>
                  <a:pt x="157505" y="41458"/>
                  <a:pt x="158095" y="37915"/>
                </a:cubicBezTo>
                <a:cubicBezTo>
                  <a:pt x="158686" y="34371"/>
                  <a:pt x="158981" y="31497"/>
                  <a:pt x="158981" y="29292"/>
                </a:cubicBezTo>
                <a:cubicBezTo>
                  <a:pt x="158981" y="23859"/>
                  <a:pt x="158076" y="19942"/>
                  <a:pt x="156264" y="17540"/>
                </a:cubicBezTo>
                <a:cubicBezTo>
                  <a:pt x="154453" y="15139"/>
                  <a:pt x="151501" y="13938"/>
                  <a:pt x="147406" y="13938"/>
                </a:cubicBezTo>
                <a:cubicBezTo>
                  <a:pt x="144099" y="13938"/>
                  <a:pt x="140555" y="15178"/>
                  <a:pt x="136776" y="17658"/>
                </a:cubicBezTo>
                <a:cubicBezTo>
                  <a:pt x="132996" y="20139"/>
                  <a:pt x="129019" y="23997"/>
                  <a:pt x="124846" y="29234"/>
                </a:cubicBezTo>
                <a:cubicBezTo>
                  <a:pt x="120673" y="34470"/>
                  <a:pt x="117267" y="39627"/>
                  <a:pt x="114630" y="44707"/>
                </a:cubicBezTo>
                <a:cubicBezTo>
                  <a:pt x="111991" y="49785"/>
                  <a:pt x="109885" y="55986"/>
                  <a:pt x="108310" y="63310"/>
                </a:cubicBezTo>
                <a:lnTo>
                  <a:pt x="97562" y="114925"/>
                </a:lnTo>
                <a:lnTo>
                  <a:pt x="77128" y="114925"/>
                </a:lnTo>
                <a:lnTo>
                  <a:pt x="90711" y="54923"/>
                </a:lnTo>
                <a:cubicBezTo>
                  <a:pt x="92365" y="47600"/>
                  <a:pt x="93487" y="42186"/>
                  <a:pt x="94077" y="38683"/>
                </a:cubicBezTo>
                <a:cubicBezTo>
                  <a:pt x="94668" y="35179"/>
                  <a:pt x="94963" y="32167"/>
                  <a:pt x="94963" y="29647"/>
                </a:cubicBezTo>
                <a:cubicBezTo>
                  <a:pt x="94963" y="23978"/>
                  <a:pt x="93959" y="19942"/>
                  <a:pt x="91951" y="17540"/>
                </a:cubicBezTo>
                <a:cubicBezTo>
                  <a:pt x="89943" y="15139"/>
                  <a:pt x="86814" y="13938"/>
                  <a:pt x="82561" y="13938"/>
                </a:cubicBezTo>
                <a:cubicBezTo>
                  <a:pt x="79570" y="13938"/>
                  <a:pt x="76164" y="15178"/>
                  <a:pt x="72344" y="17658"/>
                </a:cubicBezTo>
                <a:cubicBezTo>
                  <a:pt x="68525" y="20139"/>
                  <a:pt x="64451" y="24115"/>
                  <a:pt x="60120" y="29588"/>
                </a:cubicBezTo>
                <a:cubicBezTo>
                  <a:pt x="55789" y="35061"/>
                  <a:pt x="52403" y="40317"/>
                  <a:pt x="49962" y="45356"/>
                </a:cubicBezTo>
                <a:cubicBezTo>
                  <a:pt x="47521" y="50396"/>
                  <a:pt x="45474" y="56537"/>
                  <a:pt x="43820" y="63782"/>
                </a:cubicBezTo>
                <a:lnTo>
                  <a:pt x="32599" y="114925"/>
                </a:lnTo>
                <a:lnTo>
                  <a:pt x="12166" y="114925"/>
                </a:lnTo>
                <a:lnTo>
                  <a:pt x="29410" y="40041"/>
                </a:lnTo>
                <a:cubicBezTo>
                  <a:pt x="31143" y="32482"/>
                  <a:pt x="32009" y="26655"/>
                  <a:pt x="32009" y="22560"/>
                </a:cubicBezTo>
                <a:cubicBezTo>
                  <a:pt x="32009" y="19410"/>
                  <a:pt x="31497" y="17127"/>
                  <a:pt x="30473" y="15710"/>
                </a:cubicBezTo>
                <a:cubicBezTo>
                  <a:pt x="29450" y="14292"/>
                  <a:pt x="27836" y="13583"/>
                  <a:pt x="25630" y="13583"/>
                </a:cubicBezTo>
                <a:cubicBezTo>
                  <a:pt x="23190" y="13583"/>
                  <a:pt x="20611" y="14587"/>
                  <a:pt x="17894" y="16595"/>
                </a:cubicBezTo>
                <a:cubicBezTo>
                  <a:pt x="15178" y="18603"/>
                  <a:pt x="11457" y="22245"/>
                  <a:pt x="6733" y="27521"/>
                </a:cubicBezTo>
                <a:lnTo>
                  <a:pt x="0" y="20906"/>
                </a:lnTo>
                <a:cubicBezTo>
                  <a:pt x="6929" y="13662"/>
                  <a:pt x="12894" y="8367"/>
                  <a:pt x="17894" y="5020"/>
                </a:cubicBezTo>
                <a:cubicBezTo>
                  <a:pt x="22895" y="1674"/>
                  <a:pt x="28387" y="0"/>
                  <a:pt x="34371" y="0"/>
                </a:cubicBezTo>
                <a:cubicBezTo>
                  <a:pt x="39332" y="0"/>
                  <a:pt x="43249" y="1634"/>
                  <a:pt x="46123" y="4902"/>
                </a:cubicBezTo>
                <a:cubicBezTo>
                  <a:pt x="48998" y="8170"/>
                  <a:pt x="50435" y="12442"/>
                  <a:pt x="50435" y="17718"/>
                </a:cubicBezTo>
                <a:cubicBezTo>
                  <a:pt x="50435" y="22048"/>
                  <a:pt x="49529" y="26655"/>
                  <a:pt x="47718" y="31536"/>
                </a:cubicBezTo>
                <a:lnTo>
                  <a:pt x="49135" y="320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df-path-100036">
            <a:extLst xmlns:a="http://schemas.openxmlformats.org/drawingml/2006/main">
              <a:ext uri="{FF2B5EF4-FFF2-40B4-BE49-F238E27FC236}">
                <a16:creationId xmlns:a16="http://schemas.microsoft.com/office/drawing/2014/main" id="{EA365B08-AF9A-4851-A028-E15042DA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09" y="5797765"/>
            <a:ext cx="119531" cy="116815"/>
          </a:xfrm>
          <a:custGeom xmlns:a="http://schemas.openxmlformats.org/drawingml/2006/main">
            <a:pathLst>
              <a:path w="119531" h="116815">
                <a:moveTo>
                  <a:pt x="89057" y="7796"/>
                </a:moveTo>
                <a:lnTo>
                  <a:pt x="99924" y="0"/>
                </a:lnTo>
                <a:lnTo>
                  <a:pt x="107484" y="1890"/>
                </a:lnTo>
                <a:lnTo>
                  <a:pt x="90121" y="76774"/>
                </a:lnTo>
                <a:cubicBezTo>
                  <a:pt x="88388" y="84255"/>
                  <a:pt x="87522" y="90082"/>
                  <a:pt x="87522" y="94255"/>
                </a:cubicBezTo>
                <a:cubicBezTo>
                  <a:pt x="87522" y="97405"/>
                  <a:pt x="88034" y="99688"/>
                  <a:pt x="89057" y="101105"/>
                </a:cubicBezTo>
                <a:cubicBezTo>
                  <a:pt x="90081" y="102523"/>
                  <a:pt x="91696" y="103231"/>
                  <a:pt x="93900" y="103231"/>
                </a:cubicBezTo>
                <a:cubicBezTo>
                  <a:pt x="96263" y="103231"/>
                  <a:pt x="98782" y="102267"/>
                  <a:pt x="101460" y="100338"/>
                </a:cubicBezTo>
                <a:cubicBezTo>
                  <a:pt x="104137" y="98409"/>
                  <a:pt x="107916" y="94727"/>
                  <a:pt x="112798" y="89295"/>
                </a:cubicBezTo>
                <a:lnTo>
                  <a:pt x="119531" y="95909"/>
                </a:lnTo>
                <a:cubicBezTo>
                  <a:pt x="112444" y="103468"/>
                  <a:pt x="106400" y="108842"/>
                  <a:pt x="101400" y="112031"/>
                </a:cubicBezTo>
                <a:cubicBezTo>
                  <a:pt x="96401" y="115220"/>
                  <a:pt x="90987" y="116815"/>
                  <a:pt x="85160" y="116815"/>
                </a:cubicBezTo>
                <a:cubicBezTo>
                  <a:pt x="80278" y="116815"/>
                  <a:pt x="76380" y="115201"/>
                  <a:pt x="73466" y="111972"/>
                </a:cubicBezTo>
                <a:cubicBezTo>
                  <a:pt x="70553" y="108744"/>
                  <a:pt x="69096" y="104452"/>
                  <a:pt x="69096" y="99097"/>
                </a:cubicBezTo>
                <a:cubicBezTo>
                  <a:pt x="69096" y="94767"/>
                  <a:pt x="70002" y="90160"/>
                  <a:pt x="71813" y="85279"/>
                </a:cubicBezTo>
                <a:lnTo>
                  <a:pt x="70278" y="84806"/>
                </a:lnTo>
                <a:cubicBezTo>
                  <a:pt x="62718" y="95830"/>
                  <a:pt x="55552" y="103901"/>
                  <a:pt x="48781" y="109020"/>
                </a:cubicBezTo>
                <a:cubicBezTo>
                  <a:pt x="42009" y="114138"/>
                  <a:pt x="34843" y="116697"/>
                  <a:pt x="27284" y="116697"/>
                </a:cubicBezTo>
                <a:cubicBezTo>
                  <a:pt x="18622" y="116697"/>
                  <a:pt x="11910" y="113429"/>
                  <a:pt x="7145" y="106893"/>
                </a:cubicBezTo>
                <a:cubicBezTo>
                  <a:pt x="2382" y="100358"/>
                  <a:pt x="0" y="91184"/>
                  <a:pt x="0" y="79372"/>
                </a:cubicBezTo>
                <a:cubicBezTo>
                  <a:pt x="0" y="65829"/>
                  <a:pt x="2657" y="52817"/>
                  <a:pt x="7972" y="40336"/>
                </a:cubicBezTo>
                <a:cubicBezTo>
                  <a:pt x="13288" y="27855"/>
                  <a:pt x="20591" y="18013"/>
                  <a:pt x="29882" y="10807"/>
                </a:cubicBezTo>
                <a:cubicBezTo>
                  <a:pt x="39174" y="3603"/>
                  <a:pt x="49529" y="0"/>
                  <a:pt x="60946" y="0"/>
                </a:cubicBezTo>
                <a:cubicBezTo>
                  <a:pt x="66065" y="0"/>
                  <a:pt x="70849" y="571"/>
                  <a:pt x="75297" y="1713"/>
                </a:cubicBezTo>
                <a:cubicBezTo>
                  <a:pt x="79746" y="2854"/>
                  <a:pt x="84333" y="4882"/>
                  <a:pt x="89057" y="7796"/>
                </a:cubicBezTo>
                <a:moveTo>
                  <a:pt x="78664" y="42994"/>
                </a:moveTo>
                <a:cubicBezTo>
                  <a:pt x="79372" y="39765"/>
                  <a:pt x="79845" y="36970"/>
                  <a:pt x="80081" y="34608"/>
                </a:cubicBezTo>
                <a:cubicBezTo>
                  <a:pt x="80317" y="32245"/>
                  <a:pt x="80435" y="29686"/>
                  <a:pt x="80435" y="26930"/>
                </a:cubicBezTo>
                <a:cubicBezTo>
                  <a:pt x="80435" y="20867"/>
                  <a:pt x="79136" y="16418"/>
                  <a:pt x="76538" y="13583"/>
                </a:cubicBezTo>
                <a:cubicBezTo>
                  <a:pt x="73939" y="10749"/>
                  <a:pt x="69529" y="9331"/>
                  <a:pt x="63309" y="9331"/>
                </a:cubicBezTo>
                <a:cubicBezTo>
                  <a:pt x="55198" y="9331"/>
                  <a:pt x="47915" y="12599"/>
                  <a:pt x="41458" y="19135"/>
                </a:cubicBezTo>
                <a:cubicBezTo>
                  <a:pt x="35001" y="25671"/>
                  <a:pt x="29962" y="34430"/>
                  <a:pt x="26339" y="45415"/>
                </a:cubicBezTo>
                <a:cubicBezTo>
                  <a:pt x="22717" y="56399"/>
                  <a:pt x="20906" y="67364"/>
                  <a:pt x="20906" y="78310"/>
                </a:cubicBezTo>
                <a:cubicBezTo>
                  <a:pt x="20906" y="86499"/>
                  <a:pt x="22028" y="92621"/>
                  <a:pt x="24272" y="96677"/>
                </a:cubicBezTo>
                <a:cubicBezTo>
                  <a:pt x="26516" y="100732"/>
                  <a:pt x="30276" y="102759"/>
                  <a:pt x="35552" y="102759"/>
                </a:cubicBezTo>
                <a:cubicBezTo>
                  <a:pt x="40749" y="102759"/>
                  <a:pt x="45848" y="100515"/>
                  <a:pt x="50847" y="96027"/>
                </a:cubicBezTo>
                <a:cubicBezTo>
                  <a:pt x="55848" y="91539"/>
                  <a:pt x="61006" y="85141"/>
                  <a:pt x="66320" y="76833"/>
                </a:cubicBezTo>
                <a:cubicBezTo>
                  <a:pt x="71636" y="68526"/>
                  <a:pt x="75396" y="58939"/>
                  <a:pt x="77600" y="48073"/>
                </a:cubicBezTo>
                <a:lnTo>
                  <a:pt x="78664" y="429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df-path-100037">
            <a:extLst xmlns:a="http://schemas.openxmlformats.org/drawingml/2006/main">
              <a:ext uri="{FF2B5EF4-FFF2-40B4-BE49-F238E27FC236}">
                <a16:creationId xmlns:a16="http://schemas.microsoft.com/office/drawing/2014/main" id="{3897E01B-8069-4EBE-96DD-40598B58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82" y="5797765"/>
            <a:ext cx="121657" cy="116815"/>
          </a:xfrm>
          <a:custGeom xmlns:a="http://schemas.openxmlformats.org/drawingml/2006/main">
            <a:pathLst>
              <a:path w="121657" h="116815">
                <a:moveTo>
                  <a:pt x="52797" y="61538"/>
                </a:moveTo>
                <a:cubicBezTo>
                  <a:pt x="51615" y="55317"/>
                  <a:pt x="50395" y="49332"/>
                  <a:pt x="49135" y="43585"/>
                </a:cubicBezTo>
                <a:cubicBezTo>
                  <a:pt x="47876" y="37836"/>
                  <a:pt x="46576" y="32482"/>
                  <a:pt x="45237" y="27521"/>
                </a:cubicBezTo>
                <a:cubicBezTo>
                  <a:pt x="43899" y="22560"/>
                  <a:pt x="42797" y="19312"/>
                  <a:pt x="41931" y="17776"/>
                </a:cubicBezTo>
                <a:cubicBezTo>
                  <a:pt x="41064" y="16241"/>
                  <a:pt x="40139" y="15178"/>
                  <a:pt x="39155" y="14587"/>
                </a:cubicBezTo>
                <a:cubicBezTo>
                  <a:pt x="38170" y="13997"/>
                  <a:pt x="36930" y="13701"/>
                  <a:pt x="35434" y="13701"/>
                </a:cubicBezTo>
                <a:cubicBezTo>
                  <a:pt x="33780" y="13701"/>
                  <a:pt x="32285" y="14075"/>
                  <a:pt x="30946" y="14824"/>
                </a:cubicBezTo>
                <a:cubicBezTo>
                  <a:pt x="29607" y="15572"/>
                  <a:pt x="28151" y="16871"/>
                  <a:pt x="26576" y="18722"/>
                </a:cubicBezTo>
                <a:cubicBezTo>
                  <a:pt x="25001" y="20572"/>
                  <a:pt x="22914" y="23465"/>
                  <a:pt x="20316" y="27402"/>
                </a:cubicBezTo>
                <a:lnTo>
                  <a:pt x="12638" y="22324"/>
                </a:lnTo>
                <a:cubicBezTo>
                  <a:pt x="17599" y="14843"/>
                  <a:pt x="22363" y="9252"/>
                  <a:pt x="26930" y="5551"/>
                </a:cubicBezTo>
                <a:cubicBezTo>
                  <a:pt x="31497" y="1850"/>
                  <a:pt x="36891" y="0"/>
                  <a:pt x="43111" y="0"/>
                </a:cubicBezTo>
                <a:cubicBezTo>
                  <a:pt x="45552" y="0"/>
                  <a:pt x="47698" y="276"/>
                  <a:pt x="49549" y="827"/>
                </a:cubicBezTo>
                <a:cubicBezTo>
                  <a:pt x="51399" y="1378"/>
                  <a:pt x="53033" y="2225"/>
                  <a:pt x="54450" y="3367"/>
                </a:cubicBezTo>
                <a:cubicBezTo>
                  <a:pt x="55868" y="4508"/>
                  <a:pt x="57128" y="5985"/>
                  <a:pt x="58230" y="7796"/>
                </a:cubicBezTo>
                <a:cubicBezTo>
                  <a:pt x="59332" y="9607"/>
                  <a:pt x="60396" y="12068"/>
                  <a:pt x="61419" y="15178"/>
                </a:cubicBezTo>
                <a:cubicBezTo>
                  <a:pt x="62443" y="18288"/>
                  <a:pt x="63407" y="22147"/>
                  <a:pt x="64313" y="26753"/>
                </a:cubicBezTo>
                <a:cubicBezTo>
                  <a:pt x="65219" y="31360"/>
                  <a:pt x="66026" y="36143"/>
                  <a:pt x="66734" y="41104"/>
                </a:cubicBezTo>
                <a:lnTo>
                  <a:pt x="67916" y="41104"/>
                </a:lnTo>
                <a:cubicBezTo>
                  <a:pt x="75474" y="30474"/>
                  <a:pt x="81203" y="22698"/>
                  <a:pt x="85101" y="17776"/>
                </a:cubicBezTo>
                <a:cubicBezTo>
                  <a:pt x="88999" y="12855"/>
                  <a:pt x="92286" y="9194"/>
                  <a:pt x="94963" y="6792"/>
                </a:cubicBezTo>
                <a:cubicBezTo>
                  <a:pt x="97641" y="4390"/>
                  <a:pt x="100219" y="2698"/>
                  <a:pt x="102700" y="1713"/>
                </a:cubicBezTo>
                <a:cubicBezTo>
                  <a:pt x="105180" y="728"/>
                  <a:pt x="108468" y="237"/>
                  <a:pt x="112562" y="237"/>
                </a:cubicBezTo>
                <a:cubicBezTo>
                  <a:pt x="116263" y="237"/>
                  <a:pt x="119295" y="709"/>
                  <a:pt x="121657" y="1654"/>
                </a:cubicBezTo>
                <a:lnTo>
                  <a:pt x="116932" y="23032"/>
                </a:lnTo>
                <a:lnTo>
                  <a:pt x="108665" y="23032"/>
                </a:lnTo>
                <a:cubicBezTo>
                  <a:pt x="108192" y="19726"/>
                  <a:pt x="106814" y="18072"/>
                  <a:pt x="104531" y="18072"/>
                </a:cubicBezTo>
                <a:cubicBezTo>
                  <a:pt x="103822" y="18072"/>
                  <a:pt x="103074" y="18190"/>
                  <a:pt x="102287" y="18426"/>
                </a:cubicBezTo>
                <a:cubicBezTo>
                  <a:pt x="101499" y="18662"/>
                  <a:pt x="100535" y="19174"/>
                  <a:pt x="99393" y="19962"/>
                </a:cubicBezTo>
                <a:cubicBezTo>
                  <a:pt x="98251" y="20749"/>
                  <a:pt x="96578" y="22285"/>
                  <a:pt x="94373" y="24568"/>
                </a:cubicBezTo>
                <a:cubicBezTo>
                  <a:pt x="92168" y="26851"/>
                  <a:pt x="89688" y="29647"/>
                  <a:pt x="86932" y="32954"/>
                </a:cubicBezTo>
                <a:cubicBezTo>
                  <a:pt x="84176" y="36261"/>
                  <a:pt x="81341" y="39726"/>
                  <a:pt x="78428" y="43348"/>
                </a:cubicBezTo>
                <a:lnTo>
                  <a:pt x="70396" y="53387"/>
                </a:lnTo>
                <a:cubicBezTo>
                  <a:pt x="71813" y="60947"/>
                  <a:pt x="73152" y="67483"/>
                  <a:pt x="74412" y="72994"/>
                </a:cubicBezTo>
                <a:cubicBezTo>
                  <a:pt x="75672" y="78507"/>
                  <a:pt x="76794" y="83093"/>
                  <a:pt x="77778" y="86755"/>
                </a:cubicBezTo>
                <a:cubicBezTo>
                  <a:pt x="78762" y="90417"/>
                  <a:pt x="79628" y="93310"/>
                  <a:pt x="80376" y="95436"/>
                </a:cubicBezTo>
                <a:cubicBezTo>
                  <a:pt x="81125" y="97562"/>
                  <a:pt x="81932" y="99157"/>
                  <a:pt x="82798" y="100220"/>
                </a:cubicBezTo>
                <a:cubicBezTo>
                  <a:pt x="83664" y="101283"/>
                  <a:pt x="84549" y="102031"/>
                  <a:pt x="85455" y="102464"/>
                </a:cubicBezTo>
                <a:cubicBezTo>
                  <a:pt x="86361" y="102897"/>
                  <a:pt x="87404" y="103113"/>
                  <a:pt x="88585" y="103113"/>
                </a:cubicBezTo>
                <a:cubicBezTo>
                  <a:pt x="90711" y="103113"/>
                  <a:pt x="92779" y="102287"/>
                  <a:pt x="94786" y="100633"/>
                </a:cubicBezTo>
                <a:cubicBezTo>
                  <a:pt x="96794" y="98979"/>
                  <a:pt x="99688" y="95240"/>
                  <a:pt x="103468" y="89413"/>
                </a:cubicBezTo>
                <a:lnTo>
                  <a:pt x="111145" y="94491"/>
                </a:lnTo>
                <a:cubicBezTo>
                  <a:pt x="105633" y="102680"/>
                  <a:pt x="100653" y="108449"/>
                  <a:pt x="96203" y="111795"/>
                </a:cubicBezTo>
                <a:cubicBezTo>
                  <a:pt x="91755" y="115141"/>
                  <a:pt x="86459" y="116815"/>
                  <a:pt x="80317" y="116815"/>
                </a:cubicBezTo>
                <a:cubicBezTo>
                  <a:pt x="76931" y="116815"/>
                  <a:pt x="74057" y="116205"/>
                  <a:pt x="71695" y="114984"/>
                </a:cubicBezTo>
                <a:cubicBezTo>
                  <a:pt x="69333" y="113763"/>
                  <a:pt x="67285" y="111815"/>
                  <a:pt x="65553" y="109138"/>
                </a:cubicBezTo>
                <a:cubicBezTo>
                  <a:pt x="63821" y="106460"/>
                  <a:pt x="62285" y="102287"/>
                  <a:pt x="60947" y="96617"/>
                </a:cubicBezTo>
                <a:cubicBezTo>
                  <a:pt x="58506" y="86538"/>
                  <a:pt x="57009" y="78821"/>
                  <a:pt x="56458" y="73467"/>
                </a:cubicBezTo>
                <a:lnTo>
                  <a:pt x="55277" y="73467"/>
                </a:lnTo>
                <a:cubicBezTo>
                  <a:pt x="46930" y="85199"/>
                  <a:pt x="40729" y="93625"/>
                  <a:pt x="36675" y="98743"/>
                </a:cubicBezTo>
                <a:cubicBezTo>
                  <a:pt x="32619" y="103862"/>
                  <a:pt x="29273" y="107641"/>
                  <a:pt x="26634" y="110082"/>
                </a:cubicBezTo>
                <a:cubicBezTo>
                  <a:pt x="23997" y="112523"/>
                  <a:pt x="21438" y="114236"/>
                  <a:pt x="18958" y="115220"/>
                </a:cubicBezTo>
                <a:cubicBezTo>
                  <a:pt x="16477" y="116205"/>
                  <a:pt x="13189" y="116697"/>
                  <a:pt x="9095" y="116697"/>
                </a:cubicBezTo>
                <a:cubicBezTo>
                  <a:pt x="5394" y="116697"/>
                  <a:pt x="2362" y="116224"/>
                  <a:pt x="0" y="115280"/>
                </a:cubicBezTo>
                <a:lnTo>
                  <a:pt x="4725" y="93901"/>
                </a:lnTo>
                <a:lnTo>
                  <a:pt x="12993" y="93901"/>
                </a:lnTo>
                <a:cubicBezTo>
                  <a:pt x="13465" y="97208"/>
                  <a:pt x="14843" y="98861"/>
                  <a:pt x="17126" y="98861"/>
                </a:cubicBezTo>
                <a:cubicBezTo>
                  <a:pt x="18229" y="98861"/>
                  <a:pt x="19390" y="98566"/>
                  <a:pt x="20611" y="97975"/>
                </a:cubicBezTo>
                <a:cubicBezTo>
                  <a:pt x="21831" y="97385"/>
                  <a:pt x="23583" y="95968"/>
                  <a:pt x="25867" y="93723"/>
                </a:cubicBezTo>
                <a:cubicBezTo>
                  <a:pt x="28151" y="91479"/>
                  <a:pt x="31300" y="87956"/>
                  <a:pt x="35316" y="83152"/>
                </a:cubicBezTo>
                <a:cubicBezTo>
                  <a:pt x="39332" y="78349"/>
                  <a:pt x="45159" y="71144"/>
                  <a:pt x="52797" y="615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df-path-100038">
            <a:extLst xmlns:a="http://schemas.openxmlformats.org/drawingml/2006/main">
              <a:ext uri="{FF2B5EF4-FFF2-40B4-BE49-F238E27FC236}">
                <a16:creationId xmlns:a16="http://schemas.microsoft.com/office/drawing/2014/main" id="{39C4C54F-BCDC-424D-B2D8-D664F2F5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58" y="5753472"/>
            <a:ext cx="51851" cy="161108"/>
          </a:xfrm>
          <a:custGeom xmlns:a="http://schemas.openxmlformats.org/drawingml/2006/main">
            <a:pathLst>
              <a:path w="51851" h="161108">
                <a:moveTo>
                  <a:pt x="50198" y="0"/>
                </a:moveTo>
                <a:lnTo>
                  <a:pt x="44765" y="22914"/>
                </a:lnTo>
                <a:lnTo>
                  <a:pt x="23858" y="22914"/>
                </a:lnTo>
                <a:lnTo>
                  <a:pt x="29292" y="0"/>
                </a:lnTo>
                <a:lnTo>
                  <a:pt x="50198" y="0"/>
                </a:lnTo>
                <a:moveTo>
                  <a:pt x="12166" y="79609"/>
                </a:moveTo>
                <a:cubicBezTo>
                  <a:pt x="13976" y="71735"/>
                  <a:pt x="14882" y="65829"/>
                  <a:pt x="14882" y="61892"/>
                </a:cubicBezTo>
                <a:cubicBezTo>
                  <a:pt x="14882" y="58349"/>
                  <a:pt x="14036" y="55947"/>
                  <a:pt x="12343" y="54687"/>
                </a:cubicBezTo>
                <a:cubicBezTo>
                  <a:pt x="10650" y="53427"/>
                  <a:pt x="7323" y="52718"/>
                  <a:pt x="2362" y="52561"/>
                </a:cubicBezTo>
                <a:lnTo>
                  <a:pt x="3661" y="46301"/>
                </a:lnTo>
                <a:lnTo>
                  <a:pt x="32481" y="45238"/>
                </a:lnTo>
                <a:lnTo>
                  <a:pt x="39450" y="45238"/>
                </a:lnTo>
                <a:lnTo>
                  <a:pt x="22441" y="121067"/>
                </a:lnTo>
                <a:cubicBezTo>
                  <a:pt x="20709" y="128783"/>
                  <a:pt x="19843" y="134610"/>
                  <a:pt x="19843" y="138548"/>
                </a:cubicBezTo>
                <a:cubicBezTo>
                  <a:pt x="19843" y="141697"/>
                  <a:pt x="20355" y="143981"/>
                  <a:pt x="21378" y="145398"/>
                </a:cubicBezTo>
                <a:cubicBezTo>
                  <a:pt x="22402" y="146815"/>
                  <a:pt x="24016" y="147524"/>
                  <a:pt x="26221" y="147524"/>
                </a:cubicBezTo>
                <a:cubicBezTo>
                  <a:pt x="28583" y="147524"/>
                  <a:pt x="31103" y="146560"/>
                  <a:pt x="33780" y="144631"/>
                </a:cubicBezTo>
                <a:cubicBezTo>
                  <a:pt x="36458" y="142701"/>
                  <a:pt x="40237" y="139020"/>
                  <a:pt x="45119" y="133587"/>
                </a:cubicBezTo>
                <a:lnTo>
                  <a:pt x="51851" y="140201"/>
                </a:lnTo>
                <a:cubicBezTo>
                  <a:pt x="44135" y="148312"/>
                  <a:pt x="37875" y="153824"/>
                  <a:pt x="33072" y="156737"/>
                </a:cubicBezTo>
                <a:cubicBezTo>
                  <a:pt x="28268" y="159651"/>
                  <a:pt x="22874" y="161108"/>
                  <a:pt x="16890" y="161108"/>
                </a:cubicBezTo>
                <a:cubicBezTo>
                  <a:pt x="11772" y="161108"/>
                  <a:pt x="7677" y="159237"/>
                  <a:pt x="4606" y="155497"/>
                </a:cubicBezTo>
                <a:cubicBezTo>
                  <a:pt x="1535" y="151757"/>
                  <a:pt x="0" y="146973"/>
                  <a:pt x="0" y="141146"/>
                </a:cubicBezTo>
                <a:cubicBezTo>
                  <a:pt x="0" y="135162"/>
                  <a:pt x="1102" y="127524"/>
                  <a:pt x="3307" y="118232"/>
                </a:cubicBezTo>
                <a:lnTo>
                  <a:pt x="12166" y="796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df-path-100039">
            <a:extLst xmlns:a="http://schemas.openxmlformats.org/drawingml/2006/main">
              <a:ext uri="{FF2B5EF4-FFF2-40B4-BE49-F238E27FC236}">
                <a16:creationId xmlns:a16="http://schemas.microsoft.com/office/drawing/2014/main" id="{41F51C64-C0A7-4C32-867D-6875BDDE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59" y="5797765"/>
            <a:ext cx="197132" cy="116815"/>
          </a:xfrm>
          <a:custGeom xmlns:a="http://schemas.openxmlformats.org/drawingml/2006/main">
            <a:pathLst>
              <a:path w="197132" h="116815">
                <a:moveTo>
                  <a:pt x="49135" y="32009"/>
                </a:moveTo>
                <a:cubicBezTo>
                  <a:pt x="56380" y="21221"/>
                  <a:pt x="63584" y="13209"/>
                  <a:pt x="70750" y="7973"/>
                </a:cubicBezTo>
                <a:cubicBezTo>
                  <a:pt x="77916" y="2736"/>
                  <a:pt x="85160" y="119"/>
                  <a:pt x="92483" y="119"/>
                </a:cubicBezTo>
                <a:cubicBezTo>
                  <a:pt x="100042" y="119"/>
                  <a:pt x="105791" y="2264"/>
                  <a:pt x="109728" y="6555"/>
                </a:cubicBezTo>
                <a:cubicBezTo>
                  <a:pt x="113665" y="10847"/>
                  <a:pt x="115634" y="17048"/>
                  <a:pt x="115634" y="25158"/>
                </a:cubicBezTo>
                <a:lnTo>
                  <a:pt x="115634" y="26812"/>
                </a:lnTo>
                <a:cubicBezTo>
                  <a:pt x="115634" y="27363"/>
                  <a:pt x="115594" y="27954"/>
                  <a:pt x="115515" y="28584"/>
                </a:cubicBezTo>
                <a:cubicBezTo>
                  <a:pt x="122287" y="18977"/>
                  <a:pt x="129039" y="11831"/>
                  <a:pt x="135772" y="7146"/>
                </a:cubicBezTo>
                <a:cubicBezTo>
                  <a:pt x="142504" y="2461"/>
                  <a:pt x="149493" y="119"/>
                  <a:pt x="156737" y="119"/>
                </a:cubicBezTo>
                <a:cubicBezTo>
                  <a:pt x="163981" y="119"/>
                  <a:pt x="169572" y="2205"/>
                  <a:pt x="173509" y="6379"/>
                </a:cubicBezTo>
                <a:cubicBezTo>
                  <a:pt x="177446" y="10552"/>
                  <a:pt x="179415" y="16418"/>
                  <a:pt x="179415" y="23978"/>
                </a:cubicBezTo>
                <a:cubicBezTo>
                  <a:pt x="179415" y="28938"/>
                  <a:pt x="178273" y="35986"/>
                  <a:pt x="175989" y="45120"/>
                </a:cubicBezTo>
                <a:lnTo>
                  <a:pt x="168312" y="76066"/>
                </a:lnTo>
                <a:cubicBezTo>
                  <a:pt x="166186" y="84648"/>
                  <a:pt x="165123" y="90712"/>
                  <a:pt x="165123" y="94255"/>
                </a:cubicBezTo>
                <a:cubicBezTo>
                  <a:pt x="165123" y="97405"/>
                  <a:pt x="165635" y="99688"/>
                  <a:pt x="166658" y="101105"/>
                </a:cubicBezTo>
                <a:cubicBezTo>
                  <a:pt x="167682" y="102523"/>
                  <a:pt x="169297" y="103231"/>
                  <a:pt x="171501" y="103231"/>
                </a:cubicBezTo>
                <a:cubicBezTo>
                  <a:pt x="173863" y="103231"/>
                  <a:pt x="176383" y="102267"/>
                  <a:pt x="179061" y="100338"/>
                </a:cubicBezTo>
                <a:cubicBezTo>
                  <a:pt x="181738" y="98409"/>
                  <a:pt x="185517" y="94727"/>
                  <a:pt x="190399" y="89295"/>
                </a:cubicBezTo>
                <a:lnTo>
                  <a:pt x="197132" y="95909"/>
                </a:lnTo>
                <a:cubicBezTo>
                  <a:pt x="190360" y="103074"/>
                  <a:pt x="184454" y="108350"/>
                  <a:pt x="179415" y="111736"/>
                </a:cubicBezTo>
                <a:cubicBezTo>
                  <a:pt x="174375" y="115122"/>
                  <a:pt x="168627" y="116815"/>
                  <a:pt x="162170" y="116815"/>
                </a:cubicBezTo>
                <a:cubicBezTo>
                  <a:pt x="157052" y="116815"/>
                  <a:pt x="152958" y="114984"/>
                  <a:pt x="149886" y="111322"/>
                </a:cubicBezTo>
                <a:cubicBezTo>
                  <a:pt x="146815" y="107661"/>
                  <a:pt x="145280" y="102995"/>
                  <a:pt x="145280" y="97326"/>
                </a:cubicBezTo>
                <a:cubicBezTo>
                  <a:pt x="145280" y="92208"/>
                  <a:pt x="146579" y="84688"/>
                  <a:pt x="149178" y="74766"/>
                </a:cubicBezTo>
                <a:lnTo>
                  <a:pt x="154375" y="54333"/>
                </a:lnTo>
                <a:cubicBezTo>
                  <a:pt x="156264" y="46931"/>
                  <a:pt x="157505" y="41458"/>
                  <a:pt x="158095" y="37915"/>
                </a:cubicBezTo>
                <a:cubicBezTo>
                  <a:pt x="158686" y="34371"/>
                  <a:pt x="158981" y="31497"/>
                  <a:pt x="158981" y="29292"/>
                </a:cubicBezTo>
                <a:cubicBezTo>
                  <a:pt x="158981" y="23859"/>
                  <a:pt x="158076" y="19942"/>
                  <a:pt x="156264" y="17540"/>
                </a:cubicBezTo>
                <a:cubicBezTo>
                  <a:pt x="154453" y="15139"/>
                  <a:pt x="151501" y="13938"/>
                  <a:pt x="147406" y="13938"/>
                </a:cubicBezTo>
                <a:cubicBezTo>
                  <a:pt x="144099" y="13938"/>
                  <a:pt x="140555" y="15178"/>
                  <a:pt x="136776" y="17658"/>
                </a:cubicBezTo>
                <a:cubicBezTo>
                  <a:pt x="132996" y="20139"/>
                  <a:pt x="129019" y="23997"/>
                  <a:pt x="124846" y="29234"/>
                </a:cubicBezTo>
                <a:cubicBezTo>
                  <a:pt x="120673" y="34470"/>
                  <a:pt x="117267" y="39627"/>
                  <a:pt x="114630" y="44707"/>
                </a:cubicBezTo>
                <a:cubicBezTo>
                  <a:pt x="111991" y="49785"/>
                  <a:pt x="109885" y="55986"/>
                  <a:pt x="108310" y="63310"/>
                </a:cubicBezTo>
                <a:lnTo>
                  <a:pt x="97562" y="114925"/>
                </a:lnTo>
                <a:lnTo>
                  <a:pt x="77128" y="114925"/>
                </a:lnTo>
                <a:lnTo>
                  <a:pt x="90711" y="54923"/>
                </a:lnTo>
                <a:cubicBezTo>
                  <a:pt x="92365" y="47600"/>
                  <a:pt x="93487" y="42186"/>
                  <a:pt x="94077" y="38683"/>
                </a:cubicBezTo>
                <a:cubicBezTo>
                  <a:pt x="94668" y="35179"/>
                  <a:pt x="94963" y="32167"/>
                  <a:pt x="94963" y="29647"/>
                </a:cubicBezTo>
                <a:cubicBezTo>
                  <a:pt x="94963" y="23978"/>
                  <a:pt x="93959" y="19942"/>
                  <a:pt x="91951" y="17540"/>
                </a:cubicBezTo>
                <a:cubicBezTo>
                  <a:pt x="89943" y="15139"/>
                  <a:pt x="86814" y="13938"/>
                  <a:pt x="82561" y="13938"/>
                </a:cubicBezTo>
                <a:cubicBezTo>
                  <a:pt x="79570" y="13938"/>
                  <a:pt x="76164" y="15178"/>
                  <a:pt x="72344" y="17658"/>
                </a:cubicBezTo>
                <a:cubicBezTo>
                  <a:pt x="68525" y="20139"/>
                  <a:pt x="64451" y="24115"/>
                  <a:pt x="60120" y="29588"/>
                </a:cubicBezTo>
                <a:cubicBezTo>
                  <a:pt x="55789" y="35061"/>
                  <a:pt x="52403" y="40317"/>
                  <a:pt x="49962" y="45356"/>
                </a:cubicBezTo>
                <a:cubicBezTo>
                  <a:pt x="47521" y="50396"/>
                  <a:pt x="45474" y="56537"/>
                  <a:pt x="43820" y="63782"/>
                </a:cubicBezTo>
                <a:lnTo>
                  <a:pt x="32599" y="114925"/>
                </a:lnTo>
                <a:lnTo>
                  <a:pt x="12166" y="114925"/>
                </a:lnTo>
                <a:lnTo>
                  <a:pt x="29410" y="40041"/>
                </a:lnTo>
                <a:cubicBezTo>
                  <a:pt x="31143" y="32482"/>
                  <a:pt x="32009" y="26655"/>
                  <a:pt x="32009" y="22560"/>
                </a:cubicBezTo>
                <a:cubicBezTo>
                  <a:pt x="32009" y="19410"/>
                  <a:pt x="31497" y="17127"/>
                  <a:pt x="30473" y="15710"/>
                </a:cubicBezTo>
                <a:cubicBezTo>
                  <a:pt x="29450" y="14292"/>
                  <a:pt x="27836" y="13583"/>
                  <a:pt x="25630" y="13583"/>
                </a:cubicBezTo>
                <a:cubicBezTo>
                  <a:pt x="23190" y="13583"/>
                  <a:pt x="20611" y="14587"/>
                  <a:pt x="17894" y="16595"/>
                </a:cubicBezTo>
                <a:cubicBezTo>
                  <a:pt x="15178" y="18603"/>
                  <a:pt x="11457" y="22245"/>
                  <a:pt x="6733" y="27521"/>
                </a:cubicBezTo>
                <a:lnTo>
                  <a:pt x="0" y="20906"/>
                </a:lnTo>
                <a:cubicBezTo>
                  <a:pt x="6929" y="13662"/>
                  <a:pt x="12894" y="8367"/>
                  <a:pt x="17894" y="5020"/>
                </a:cubicBezTo>
                <a:cubicBezTo>
                  <a:pt x="22895" y="1674"/>
                  <a:pt x="28387" y="0"/>
                  <a:pt x="34371" y="0"/>
                </a:cubicBezTo>
                <a:cubicBezTo>
                  <a:pt x="39332" y="0"/>
                  <a:pt x="43249" y="1634"/>
                  <a:pt x="46123" y="4902"/>
                </a:cubicBezTo>
                <a:cubicBezTo>
                  <a:pt x="48998" y="8170"/>
                  <a:pt x="50435" y="12442"/>
                  <a:pt x="50435" y="17718"/>
                </a:cubicBezTo>
                <a:cubicBezTo>
                  <a:pt x="50435" y="22048"/>
                  <a:pt x="49529" y="26655"/>
                  <a:pt x="47718" y="31536"/>
                </a:cubicBezTo>
                <a:lnTo>
                  <a:pt x="49135" y="320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df-path-100040">
            <a:extLst xmlns:a="http://schemas.openxmlformats.org/drawingml/2006/main">
              <a:ext uri="{FF2B5EF4-FFF2-40B4-BE49-F238E27FC236}">
                <a16:creationId xmlns:a16="http://schemas.microsoft.com/office/drawing/2014/main" id="{62A2CAE4-10BC-4EA0-A4EF-B5F0F67F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724" y="5753472"/>
            <a:ext cx="51851" cy="161108"/>
          </a:xfrm>
          <a:custGeom xmlns:a="http://schemas.openxmlformats.org/drawingml/2006/main">
            <a:pathLst>
              <a:path w="51851" h="161108">
                <a:moveTo>
                  <a:pt x="50198" y="0"/>
                </a:moveTo>
                <a:lnTo>
                  <a:pt x="44765" y="22914"/>
                </a:lnTo>
                <a:lnTo>
                  <a:pt x="23858" y="22914"/>
                </a:lnTo>
                <a:lnTo>
                  <a:pt x="29292" y="0"/>
                </a:lnTo>
                <a:lnTo>
                  <a:pt x="50198" y="0"/>
                </a:lnTo>
                <a:moveTo>
                  <a:pt x="12166" y="79609"/>
                </a:moveTo>
                <a:cubicBezTo>
                  <a:pt x="13976" y="71735"/>
                  <a:pt x="14882" y="65829"/>
                  <a:pt x="14882" y="61892"/>
                </a:cubicBezTo>
                <a:cubicBezTo>
                  <a:pt x="14882" y="58349"/>
                  <a:pt x="14036" y="55947"/>
                  <a:pt x="12343" y="54687"/>
                </a:cubicBezTo>
                <a:cubicBezTo>
                  <a:pt x="10650" y="53427"/>
                  <a:pt x="7323" y="52718"/>
                  <a:pt x="2362" y="52561"/>
                </a:cubicBezTo>
                <a:lnTo>
                  <a:pt x="3661" y="46301"/>
                </a:lnTo>
                <a:lnTo>
                  <a:pt x="32481" y="45238"/>
                </a:lnTo>
                <a:lnTo>
                  <a:pt x="39450" y="45238"/>
                </a:lnTo>
                <a:lnTo>
                  <a:pt x="22441" y="121067"/>
                </a:lnTo>
                <a:cubicBezTo>
                  <a:pt x="20709" y="128783"/>
                  <a:pt x="19843" y="134610"/>
                  <a:pt x="19843" y="138548"/>
                </a:cubicBezTo>
                <a:cubicBezTo>
                  <a:pt x="19843" y="141697"/>
                  <a:pt x="20355" y="143981"/>
                  <a:pt x="21378" y="145398"/>
                </a:cubicBezTo>
                <a:cubicBezTo>
                  <a:pt x="22402" y="146815"/>
                  <a:pt x="24016" y="147524"/>
                  <a:pt x="26221" y="147524"/>
                </a:cubicBezTo>
                <a:cubicBezTo>
                  <a:pt x="28583" y="147524"/>
                  <a:pt x="31103" y="146560"/>
                  <a:pt x="33780" y="144631"/>
                </a:cubicBezTo>
                <a:cubicBezTo>
                  <a:pt x="36458" y="142701"/>
                  <a:pt x="40237" y="139020"/>
                  <a:pt x="45119" y="133587"/>
                </a:cubicBezTo>
                <a:lnTo>
                  <a:pt x="51851" y="140201"/>
                </a:lnTo>
                <a:cubicBezTo>
                  <a:pt x="44135" y="148312"/>
                  <a:pt x="37875" y="153824"/>
                  <a:pt x="33072" y="156737"/>
                </a:cubicBezTo>
                <a:cubicBezTo>
                  <a:pt x="28268" y="159651"/>
                  <a:pt x="22874" y="161108"/>
                  <a:pt x="16890" y="161108"/>
                </a:cubicBezTo>
                <a:cubicBezTo>
                  <a:pt x="11772" y="161108"/>
                  <a:pt x="7677" y="159237"/>
                  <a:pt x="4606" y="155497"/>
                </a:cubicBezTo>
                <a:cubicBezTo>
                  <a:pt x="1535" y="151757"/>
                  <a:pt x="0" y="146973"/>
                  <a:pt x="0" y="141146"/>
                </a:cubicBezTo>
                <a:cubicBezTo>
                  <a:pt x="0" y="135162"/>
                  <a:pt x="1102" y="127524"/>
                  <a:pt x="3307" y="118232"/>
                </a:cubicBezTo>
                <a:lnTo>
                  <a:pt x="12166" y="796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df-path-100041">
            <a:extLst xmlns:a="http://schemas.openxmlformats.org/drawingml/2006/main">
              <a:ext uri="{FF2B5EF4-FFF2-40B4-BE49-F238E27FC236}">
                <a16:creationId xmlns:a16="http://schemas.microsoft.com/office/drawing/2014/main" id="{BB5DEC04-67BD-4F53-A523-4AC639DB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942" y="5799773"/>
            <a:ext cx="111027" cy="112917"/>
          </a:xfrm>
          <a:custGeom xmlns:a="http://schemas.openxmlformats.org/drawingml/2006/main">
            <a:pathLst>
              <a:path w="111027" h="112917">
                <a:moveTo>
                  <a:pt x="94963" y="79727"/>
                </a:moveTo>
                <a:lnTo>
                  <a:pt x="87759" y="112917"/>
                </a:lnTo>
                <a:lnTo>
                  <a:pt x="2244" y="112917"/>
                </a:lnTo>
                <a:lnTo>
                  <a:pt x="0" y="107130"/>
                </a:lnTo>
                <a:lnTo>
                  <a:pt x="64608" y="32718"/>
                </a:lnTo>
                <a:cubicBezTo>
                  <a:pt x="73743" y="22245"/>
                  <a:pt x="80436" y="14804"/>
                  <a:pt x="84688" y="10394"/>
                </a:cubicBezTo>
                <a:lnTo>
                  <a:pt x="83979" y="9567"/>
                </a:lnTo>
                <a:lnTo>
                  <a:pt x="56340" y="9567"/>
                </a:lnTo>
                <a:cubicBezTo>
                  <a:pt x="52246" y="9567"/>
                  <a:pt x="49253" y="9843"/>
                  <a:pt x="47364" y="10394"/>
                </a:cubicBezTo>
                <a:cubicBezTo>
                  <a:pt x="45474" y="10945"/>
                  <a:pt x="43584" y="11910"/>
                  <a:pt x="41695" y="13288"/>
                </a:cubicBezTo>
                <a:cubicBezTo>
                  <a:pt x="39805" y="14666"/>
                  <a:pt x="37777" y="16714"/>
                  <a:pt x="35611" y="19430"/>
                </a:cubicBezTo>
                <a:cubicBezTo>
                  <a:pt x="33446" y="22146"/>
                  <a:pt x="31025" y="26025"/>
                  <a:pt x="28348" y="31064"/>
                </a:cubicBezTo>
                <a:lnTo>
                  <a:pt x="17836" y="31064"/>
                </a:lnTo>
                <a:lnTo>
                  <a:pt x="24804" y="0"/>
                </a:lnTo>
                <a:lnTo>
                  <a:pt x="108783" y="0"/>
                </a:lnTo>
                <a:lnTo>
                  <a:pt x="111027" y="5906"/>
                </a:lnTo>
                <a:lnTo>
                  <a:pt x="54687" y="70632"/>
                </a:lnTo>
                <a:cubicBezTo>
                  <a:pt x="43742" y="83152"/>
                  <a:pt x="34253" y="93783"/>
                  <a:pt x="26222" y="102523"/>
                </a:cubicBezTo>
                <a:lnTo>
                  <a:pt x="26930" y="103350"/>
                </a:lnTo>
                <a:lnTo>
                  <a:pt x="53623" y="103350"/>
                </a:lnTo>
                <a:cubicBezTo>
                  <a:pt x="58348" y="103350"/>
                  <a:pt x="61971" y="103094"/>
                  <a:pt x="64490" y="102582"/>
                </a:cubicBezTo>
                <a:cubicBezTo>
                  <a:pt x="67010" y="102070"/>
                  <a:pt x="69215" y="101105"/>
                  <a:pt x="71104" y="99688"/>
                </a:cubicBezTo>
                <a:cubicBezTo>
                  <a:pt x="72994" y="98271"/>
                  <a:pt x="74943" y="96125"/>
                  <a:pt x="76951" y="93251"/>
                </a:cubicBezTo>
                <a:cubicBezTo>
                  <a:pt x="78959" y="90377"/>
                  <a:pt x="81459" y="85869"/>
                  <a:pt x="84451" y="79727"/>
                </a:cubicBezTo>
                <a:lnTo>
                  <a:pt x="94963" y="797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df-path-100042">
            <a:extLst xmlns:a="http://schemas.openxmlformats.org/drawingml/2006/main">
              <a:ext uri="{FF2B5EF4-FFF2-40B4-BE49-F238E27FC236}">
                <a16:creationId xmlns:a16="http://schemas.microsoft.com/office/drawing/2014/main" id="{7363E3FA-F63D-4763-850A-CCCCEDE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381" y="5797765"/>
            <a:ext cx="96381" cy="116815"/>
          </a:xfrm>
          <a:custGeom xmlns:a="http://schemas.openxmlformats.org/drawingml/2006/main">
            <a:pathLst>
              <a:path w="96381" h="116815">
                <a:moveTo>
                  <a:pt x="86459" y="91421"/>
                </a:moveTo>
                <a:cubicBezTo>
                  <a:pt x="78821" y="99846"/>
                  <a:pt x="71085" y="106185"/>
                  <a:pt x="63250" y="110437"/>
                </a:cubicBezTo>
                <a:cubicBezTo>
                  <a:pt x="55415" y="114689"/>
                  <a:pt x="46301" y="116815"/>
                  <a:pt x="35907" y="116815"/>
                </a:cubicBezTo>
                <a:cubicBezTo>
                  <a:pt x="24489" y="116815"/>
                  <a:pt x="15650" y="113330"/>
                  <a:pt x="9390" y="106362"/>
                </a:cubicBezTo>
                <a:cubicBezTo>
                  <a:pt x="3130" y="99393"/>
                  <a:pt x="0" y="89688"/>
                  <a:pt x="0" y="77246"/>
                </a:cubicBezTo>
                <a:cubicBezTo>
                  <a:pt x="0" y="68821"/>
                  <a:pt x="1516" y="59785"/>
                  <a:pt x="4547" y="50139"/>
                </a:cubicBezTo>
                <a:cubicBezTo>
                  <a:pt x="7579" y="40493"/>
                  <a:pt x="12166" y="31832"/>
                  <a:pt x="18308" y="24154"/>
                </a:cubicBezTo>
                <a:cubicBezTo>
                  <a:pt x="24449" y="16477"/>
                  <a:pt x="31812" y="10532"/>
                  <a:pt x="40395" y="6319"/>
                </a:cubicBezTo>
                <a:cubicBezTo>
                  <a:pt x="48978" y="2107"/>
                  <a:pt x="58112" y="0"/>
                  <a:pt x="67797" y="0"/>
                </a:cubicBezTo>
                <a:cubicBezTo>
                  <a:pt x="77325" y="0"/>
                  <a:pt x="84471" y="1930"/>
                  <a:pt x="89235" y="5788"/>
                </a:cubicBezTo>
                <a:cubicBezTo>
                  <a:pt x="93999" y="9647"/>
                  <a:pt x="96381" y="15670"/>
                  <a:pt x="96381" y="23859"/>
                </a:cubicBezTo>
                <a:cubicBezTo>
                  <a:pt x="96381" y="37245"/>
                  <a:pt x="90101" y="47285"/>
                  <a:pt x="77541" y="53978"/>
                </a:cubicBezTo>
                <a:cubicBezTo>
                  <a:pt x="64982" y="60671"/>
                  <a:pt x="46340" y="64018"/>
                  <a:pt x="21614" y="64018"/>
                </a:cubicBezTo>
                <a:cubicBezTo>
                  <a:pt x="20670" y="68742"/>
                  <a:pt x="20197" y="73861"/>
                  <a:pt x="20197" y="79372"/>
                </a:cubicBezTo>
                <a:cubicBezTo>
                  <a:pt x="20197" y="87641"/>
                  <a:pt x="21811" y="93645"/>
                  <a:pt x="25040" y="97385"/>
                </a:cubicBezTo>
                <a:cubicBezTo>
                  <a:pt x="28269" y="101125"/>
                  <a:pt x="33544" y="102995"/>
                  <a:pt x="40867" y="102995"/>
                </a:cubicBezTo>
                <a:cubicBezTo>
                  <a:pt x="48112" y="102995"/>
                  <a:pt x="54667" y="101421"/>
                  <a:pt x="60533" y="98271"/>
                </a:cubicBezTo>
                <a:cubicBezTo>
                  <a:pt x="66399" y="95121"/>
                  <a:pt x="72600" y="90279"/>
                  <a:pt x="79136" y="83743"/>
                </a:cubicBezTo>
                <a:lnTo>
                  <a:pt x="86459" y="91421"/>
                </a:lnTo>
                <a:moveTo>
                  <a:pt x="23622" y="53978"/>
                </a:moveTo>
                <a:cubicBezTo>
                  <a:pt x="34725" y="53900"/>
                  <a:pt x="44253" y="52896"/>
                  <a:pt x="52206" y="50967"/>
                </a:cubicBezTo>
                <a:cubicBezTo>
                  <a:pt x="60159" y="49037"/>
                  <a:pt x="66262" y="45966"/>
                  <a:pt x="70514" y="41753"/>
                </a:cubicBezTo>
                <a:cubicBezTo>
                  <a:pt x="74766" y="37541"/>
                  <a:pt x="76892" y="31852"/>
                  <a:pt x="76892" y="24686"/>
                </a:cubicBezTo>
                <a:cubicBezTo>
                  <a:pt x="76892" y="19883"/>
                  <a:pt x="75770" y="16123"/>
                  <a:pt x="73526" y="13406"/>
                </a:cubicBezTo>
                <a:cubicBezTo>
                  <a:pt x="71282" y="10689"/>
                  <a:pt x="67955" y="9331"/>
                  <a:pt x="63545" y="9331"/>
                </a:cubicBezTo>
                <a:cubicBezTo>
                  <a:pt x="55592" y="9331"/>
                  <a:pt x="47934" y="13347"/>
                  <a:pt x="40572" y="21379"/>
                </a:cubicBezTo>
                <a:cubicBezTo>
                  <a:pt x="33210" y="29410"/>
                  <a:pt x="27560" y="40277"/>
                  <a:pt x="23622" y="539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df-path-100043">
            <a:extLst xmlns:a="http://schemas.openxmlformats.org/drawingml/2006/main">
              <a:ext uri="{FF2B5EF4-FFF2-40B4-BE49-F238E27FC236}">
                <a16:creationId xmlns:a16="http://schemas.microsoft.com/office/drawing/2014/main" id="{5B065A32-BB93-4A27-93A5-DFD09F85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719" y="4022978"/>
            <a:ext cx="197132" cy="116814"/>
          </a:xfrm>
          <a:custGeom xmlns:a="http://schemas.openxmlformats.org/drawingml/2006/main">
            <a:pathLst>
              <a:path w="197132" h="116814">
                <a:moveTo>
                  <a:pt x="49135" y="32009"/>
                </a:moveTo>
                <a:cubicBezTo>
                  <a:pt x="56380" y="21221"/>
                  <a:pt x="63584" y="13208"/>
                  <a:pt x="70750" y="7972"/>
                </a:cubicBezTo>
                <a:cubicBezTo>
                  <a:pt x="77916" y="2736"/>
                  <a:pt x="85160" y="118"/>
                  <a:pt x="92483" y="118"/>
                </a:cubicBezTo>
                <a:cubicBezTo>
                  <a:pt x="100042" y="118"/>
                  <a:pt x="105791" y="2264"/>
                  <a:pt x="109728" y="6555"/>
                </a:cubicBezTo>
                <a:cubicBezTo>
                  <a:pt x="113665" y="10846"/>
                  <a:pt x="115634" y="17047"/>
                  <a:pt x="115634" y="25158"/>
                </a:cubicBezTo>
                <a:lnTo>
                  <a:pt x="115634" y="26812"/>
                </a:lnTo>
                <a:cubicBezTo>
                  <a:pt x="115634" y="27363"/>
                  <a:pt x="115594" y="27954"/>
                  <a:pt x="115515" y="28583"/>
                </a:cubicBezTo>
                <a:cubicBezTo>
                  <a:pt x="122287" y="18977"/>
                  <a:pt x="129039" y="11831"/>
                  <a:pt x="135772" y="7145"/>
                </a:cubicBezTo>
                <a:cubicBezTo>
                  <a:pt x="142504" y="2460"/>
                  <a:pt x="149493" y="118"/>
                  <a:pt x="156737" y="118"/>
                </a:cubicBezTo>
                <a:cubicBezTo>
                  <a:pt x="163981" y="118"/>
                  <a:pt x="169572" y="2205"/>
                  <a:pt x="173509" y="6378"/>
                </a:cubicBezTo>
                <a:cubicBezTo>
                  <a:pt x="177446" y="10551"/>
                  <a:pt x="179415" y="16418"/>
                  <a:pt x="179415" y="23977"/>
                </a:cubicBezTo>
                <a:cubicBezTo>
                  <a:pt x="179415" y="28938"/>
                  <a:pt x="178273" y="35985"/>
                  <a:pt x="175989" y="45119"/>
                </a:cubicBezTo>
                <a:lnTo>
                  <a:pt x="168312" y="76065"/>
                </a:lnTo>
                <a:cubicBezTo>
                  <a:pt x="166186" y="84648"/>
                  <a:pt x="165123" y="90711"/>
                  <a:pt x="165123" y="94255"/>
                </a:cubicBezTo>
                <a:cubicBezTo>
                  <a:pt x="165123" y="97404"/>
                  <a:pt x="165635" y="99688"/>
                  <a:pt x="166658" y="101105"/>
                </a:cubicBezTo>
                <a:cubicBezTo>
                  <a:pt x="167682" y="102522"/>
                  <a:pt x="169297" y="103231"/>
                  <a:pt x="171501" y="103231"/>
                </a:cubicBezTo>
                <a:cubicBezTo>
                  <a:pt x="173863" y="103231"/>
                  <a:pt x="176383" y="102266"/>
                  <a:pt x="179061" y="100337"/>
                </a:cubicBezTo>
                <a:cubicBezTo>
                  <a:pt x="181738" y="98408"/>
                  <a:pt x="185517" y="94727"/>
                  <a:pt x="190399" y="89294"/>
                </a:cubicBezTo>
                <a:lnTo>
                  <a:pt x="197132" y="95908"/>
                </a:lnTo>
                <a:cubicBezTo>
                  <a:pt x="190360" y="103073"/>
                  <a:pt x="184454" y="108349"/>
                  <a:pt x="179415" y="111735"/>
                </a:cubicBezTo>
                <a:cubicBezTo>
                  <a:pt x="174375" y="115121"/>
                  <a:pt x="168627" y="116814"/>
                  <a:pt x="162170" y="116814"/>
                </a:cubicBezTo>
                <a:cubicBezTo>
                  <a:pt x="157052" y="116814"/>
                  <a:pt x="152958" y="114984"/>
                  <a:pt x="149886" y="111322"/>
                </a:cubicBezTo>
                <a:cubicBezTo>
                  <a:pt x="146815" y="107660"/>
                  <a:pt x="145280" y="102995"/>
                  <a:pt x="145280" y="97325"/>
                </a:cubicBezTo>
                <a:cubicBezTo>
                  <a:pt x="145280" y="92207"/>
                  <a:pt x="146579" y="84687"/>
                  <a:pt x="149178" y="74766"/>
                </a:cubicBezTo>
                <a:lnTo>
                  <a:pt x="154375" y="54332"/>
                </a:lnTo>
                <a:cubicBezTo>
                  <a:pt x="156264" y="46930"/>
                  <a:pt x="157505" y="41457"/>
                  <a:pt x="158095" y="37914"/>
                </a:cubicBezTo>
                <a:cubicBezTo>
                  <a:pt x="158686" y="34371"/>
                  <a:pt x="158981" y="31497"/>
                  <a:pt x="158981" y="29292"/>
                </a:cubicBezTo>
                <a:cubicBezTo>
                  <a:pt x="158981" y="23858"/>
                  <a:pt x="158076" y="19941"/>
                  <a:pt x="156264" y="17540"/>
                </a:cubicBezTo>
                <a:cubicBezTo>
                  <a:pt x="154453" y="15138"/>
                  <a:pt x="151501" y="13937"/>
                  <a:pt x="147406" y="13937"/>
                </a:cubicBezTo>
                <a:cubicBezTo>
                  <a:pt x="144099" y="13937"/>
                  <a:pt x="140555" y="15178"/>
                  <a:pt x="136776" y="17658"/>
                </a:cubicBezTo>
                <a:cubicBezTo>
                  <a:pt x="132996" y="20138"/>
                  <a:pt x="129019" y="23996"/>
                  <a:pt x="124846" y="29233"/>
                </a:cubicBezTo>
                <a:cubicBezTo>
                  <a:pt x="120673" y="34469"/>
                  <a:pt x="117267" y="39627"/>
                  <a:pt x="114630" y="44706"/>
                </a:cubicBezTo>
                <a:cubicBezTo>
                  <a:pt x="111991" y="49785"/>
                  <a:pt x="109885" y="55986"/>
                  <a:pt x="108310" y="63309"/>
                </a:cubicBezTo>
                <a:lnTo>
                  <a:pt x="97562" y="114924"/>
                </a:lnTo>
                <a:lnTo>
                  <a:pt x="77128" y="114924"/>
                </a:lnTo>
                <a:lnTo>
                  <a:pt x="90711" y="54923"/>
                </a:lnTo>
                <a:cubicBezTo>
                  <a:pt x="92365" y="47599"/>
                  <a:pt x="93487" y="42186"/>
                  <a:pt x="94077" y="38682"/>
                </a:cubicBezTo>
                <a:cubicBezTo>
                  <a:pt x="94668" y="35178"/>
                  <a:pt x="94963" y="32166"/>
                  <a:pt x="94963" y="29646"/>
                </a:cubicBezTo>
                <a:cubicBezTo>
                  <a:pt x="94963" y="23977"/>
                  <a:pt x="93959" y="19941"/>
                  <a:pt x="91951" y="17540"/>
                </a:cubicBezTo>
                <a:cubicBezTo>
                  <a:pt x="89943" y="15138"/>
                  <a:pt x="86814" y="13937"/>
                  <a:pt x="82561" y="13937"/>
                </a:cubicBezTo>
                <a:cubicBezTo>
                  <a:pt x="79570" y="13937"/>
                  <a:pt x="76164" y="15178"/>
                  <a:pt x="72344" y="17658"/>
                </a:cubicBezTo>
                <a:cubicBezTo>
                  <a:pt x="68525" y="20138"/>
                  <a:pt x="64451" y="24115"/>
                  <a:pt x="60120" y="29587"/>
                </a:cubicBezTo>
                <a:cubicBezTo>
                  <a:pt x="55789" y="35060"/>
                  <a:pt x="52403" y="40316"/>
                  <a:pt x="49962" y="45355"/>
                </a:cubicBezTo>
                <a:cubicBezTo>
                  <a:pt x="47521" y="50395"/>
                  <a:pt x="45474" y="56537"/>
                  <a:pt x="43820" y="63781"/>
                </a:cubicBezTo>
                <a:lnTo>
                  <a:pt x="32599" y="114924"/>
                </a:lnTo>
                <a:lnTo>
                  <a:pt x="12166" y="114924"/>
                </a:lnTo>
                <a:lnTo>
                  <a:pt x="29410" y="40040"/>
                </a:lnTo>
                <a:cubicBezTo>
                  <a:pt x="31143" y="32481"/>
                  <a:pt x="32009" y="26654"/>
                  <a:pt x="32009" y="22560"/>
                </a:cubicBezTo>
                <a:cubicBezTo>
                  <a:pt x="32009" y="19410"/>
                  <a:pt x="31497" y="17126"/>
                  <a:pt x="30473" y="15709"/>
                </a:cubicBezTo>
                <a:cubicBezTo>
                  <a:pt x="29450" y="14292"/>
                  <a:pt x="27836" y="13583"/>
                  <a:pt x="25630" y="13583"/>
                </a:cubicBezTo>
                <a:cubicBezTo>
                  <a:pt x="23190" y="13583"/>
                  <a:pt x="20611" y="14587"/>
                  <a:pt x="17894" y="16595"/>
                </a:cubicBezTo>
                <a:cubicBezTo>
                  <a:pt x="15178" y="18602"/>
                  <a:pt x="11457" y="22245"/>
                  <a:pt x="6733" y="27520"/>
                </a:cubicBezTo>
                <a:lnTo>
                  <a:pt x="0" y="20906"/>
                </a:lnTo>
                <a:cubicBezTo>
                  <a:pt x="6929" y="13661"/>
                  <a:pt x="12894" y="8366"/>
                  <a:pt x="17894" y="5019"/>
                </a:cubicBezTo>
                <a:cubicBezTo>
                  <a:pt x="22895" y="1673"/>
                  <a:pt x="28387" y="0"/>
                  <a:pt x="34371" y="0"/>
                </a:cubicBezTo>
                <a:cubicBezTo>
                  <a:pt x="39332" y="0"/>
                  <a:pt x="43249" y="1634"/>
                  <a:pt x="46123" y="4901"/>
                </a:cubicBezTo>
                <a:cubicBezTo>
                  <a:pt x="48998" y="8169"/>
                  <a:pt x="50435" y="12441"/>
                  <a:pt x="50435" y="17717"/>
                </a:cubicBezTo>
                <a:cubicBezTo>
                  <a:pt x="50435" y="22047"/>
                  <a:pt x="49529" y="26654"/>
                  <a:pt x="47718" y="31536"/>
                </a:cubicBezTo>
                <a:lnTo>
                  <a:pt x="49135" y="320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df-path-100044">
            <a:extLst xmlns:a="http://schemas.openxmlformats.org/drawingml/2006/main">
              <a:ext uri="{FF2B5EF4-FFF2-40B4-BE49-F238E27FC236}">
                <a16:creationId xmlns:a16="http://schemas.microsoft.com/office/drawing/2014/main" id="{1ACCC011-A1E5-4383-B962-D8B8A536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284" y="3978685"/>
            <a:ext cx="51851" cy="161107"/>
          </a:xfrm>
          <a:custGeom xmlns:a="http://schemas.openxmlformats.org/drawingml/2006/main">
            <a:pathLst>
              <a:path w="51851" h="161107">
                <a:moveTo>
                  <a:pt x="50198" y="0"/>
                </a:moveTo>
                <a:lnTo>
                  <a:pt x="44765" y="22914"/>
                </a:lnTo>
                <a:lnTo>
                  <a:pt x="23858" y="22914"/>
                </a:lnTo>
                <a:lnTo>
                  <a:pt x="29292" y="0"/>
                </a:lnTo>
                <a:lnTo>
                  <a:pt x="50198" y="0"/>
                </a:lnTo>
                <a:moveTo>
                  <a:pt x="12166" y="79609"/>
                </a:moveTo>
                <a:cubicBezTo>
                  <a:pt x="13976" y="71734"/>
                  <a:pt x="14882" y="65829"/>
                  <a:pt x="14882" y="61892"/>
                </a:cubicBezTo>
                <a:cubicBezTo>
                  <a:pt x="14882" y="58348"/>
                  <a:pt x="14036" y="55946"/>
                  <a:pt x="12343" y="54686"/>
                </a:cubicBezTo>
                <a:cubicBezTo>
                  <a:pt x="10650" y="53426"/>
                  <a:pt x="7323" y="52718"/>
                  <a:pt x="2362" y="52560"/>
                </a:cubicBezTo>
                <a:lnTo>
                  <a:pt x="3661" y="46300"/>
                </a:lnTo>
                <a:lnTo>
                  <a:pt x="32481" y="45237"/>
                </a:lnTo>
                <a:lnTo>
                  <a:pt x="39450" y="45237"/>
                </a:lnTo>
                <a:lnTo>
                  <a:pt x="22441" y="121066"/>
                </a:lnTo>
                <a:cubicBezTo>
                  <a:pt x="20709" y="128783"/>
                  <a:pt x="19843" y="134610"/>
                  <a:pt x="19843" y="138547"/>
                </a:cubicBezTo>
                <a:cubicBezTo>
                  <a:pt x="19843" y="141697"/>
                  <a:pt x="20355" y="143980"/>
                  <a:pt x="21378" y="145398"/>
                </a:cubicBezTo>
                <a:cubicBezTo>
                  <a:pt x="22402" y="146815"/>
                  <a:pt x="24016" y="147524"/>
                  <a:pt x="26221" y="147524"/>
                </a:cubicBezTo>
                <a:cubicBezTo>
                  <a:pt x="28583" y="147524"/>
                  <a:pt x="31103" y="146559"/>
                  <a:pt x="33780" y="144630"/>
                </a:cubicBezTo>
                <a:cubicBezTo>
                  <a:pt x="36458" y="142701"/>
                  <a:pt x="40237" y="139019"/>
                  <a:pt x="45119" y="133587"/>
                </a:cubicBezTo>
                <a:lnTo>
                  <a:pt x="51851" y="140201"/>
                </a:lnTo>
                <a:cubicBezTo>
                  <a:pt x="44135" y="148311"/>
                  <a:pt x="37875" y="153823"/>
                  <a:pt x="33072" y="156736"/>
                </a:cubicBezTo>
                <a:cubicBezTo>
                  <a:pt x="28268" y="159650"/>
                  <a:pt x="22874" y="161107"/>
                  <a:pt x="16890" y="161107"/>
                </a:cubicBezTo>
                <a:cubicBezTo>
                  <a:pt x="11772" y="161107"/>
                  <a:pt x="7677" y="159237"/>
                  <a:pt x="4606" y="155496"/>
                </a:cubicBezTo>
                <a:cubicBezTo>
                  <a:pt x="1535" y="151756"/>
                  <a:pt x="0" y="146972"/>
                  <a:pt x="0" y="141145"/>
                </a:cubicBezTo>
                <a:cubicBezTo>
                  <a:pt x="0" y="135161"/>
                  <a:pt x="1102" y="127523"/>
                  <a:pt x="3307" y="118232"/>
                </a:cubicBezTo>
                <a:lnTo>
                  <a:pt x="12166" y="796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df-path-100045">
            <a:extLst xmlns:a="http://schemas.openxmlformats.org/drawingml/2006/main">
              <a:ext uri="{FF2B5EF4-FFF2-40B4-BE49-F238E27FC236}">
                <a16:creationId xmlns:a16="http://schemas.microsoft.com/office/drawing/2014/main" id="{DE8530EC-6774-4AAE-BB6B-6583FE06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384" y="4022978"/>
            <a:ext cx="133114" cy="116814"/>
          </a:xfrm>
          <a:custGeom xmlns:a="http://schemas.openxmlformats.org/drawingml/2006/main">
            <a:pathLst>
              <a:path w="133114" h="116814">
                <a:moveTo>
                  <a:pt x="29410" y="40040"/>
                </a:moveTo>
                <a:cubicBezTo>
                  <a:pt x="31143" y="32481"/>
                  <a:pt x="32009" y="26654"/>
                  <a:pt x="32009" y="22560"/>
                </a:cubicBezTo>
                <a:cubicBezTo>
                  <a:pt x="32009" y="19410"/>
                  <a:pt x="31497" y="17126"/>
                  <a:pt x="30473" y="15709"/>
                </a:cubicBezTo>
                <a:cubicBezTo>
                  <a:pt x="29450" y="14292"/>
                  <a:pt x="27836" y="13583"/>
                  <a:pt x="25630" y="13583"/>
                </a:cubicBezTo>
                <a:cubicBezTo>
                  <a:pt x="23190" y="13583"/>
                  <a:pt x="20611" y="14587"/>
                  <a:pt x="17894" y="16595"/>
                </a:cubicBezTo>
                <a:cubicBezTo>
                  <a:pt x="15178" y="18602"/>
                  <a:pt x="11457" y="22245"/>
                  <a:pt x="6733" y="27520"/>
                </a:cubicBezTo>
                <a:lnTo>
                  <a:pt x="0" y="20906"/>
                </a:lnTo>
                <a:cubicBezTo>
                  <a:pt x="7244" y="13347"/>
                  <a:pt x="13268" y="7972"/>
                  <a:pt x="18072" y="4783"/>
                </a:cubicBezTo>
                <a:cubicBezTo>
                  <a:pt x="22875" y="1594"/>
                  <a:pt x="28308" y="0"/>
                  <a:pt x="34371" y="0"/>
                </a:cubicBezTo>
                <a:cubicBezTo>
                  <a:pt x="39332" y="0"/>
                  <a:pt x="43249" y="1634"/>
                  <a:pt x="46123" y="4901"/>
                </a:cubicBezTo>
                <a:cubicBezTo>
                  <a:pt x="48998" y="8169"/>
                  <a:pt x="50435" y="12441"/>
                  <a:pt x="50435" y="17717"/>
                </a:cubicBezTo>
                <a:cubicBezTo>
                  <a:pt x="50435" y="21890"/>
                  <a:pt x="49489" y="26536"/>
                  <a:pt x="47600" y="31654"/>
                </a:cubicBezTo>
                <a:lnTo>
                  <a:pt x="49017" y="32127"/>
                </a:lnTo>
                <a:cubicBezTo>
                  <a:pt x="56734" y="21260"/>
                  <a:pt x="64077" y="13208"/>
                  <a:pt x="71046" y="7972"/>
                </a:cubicBezTo>
                <a:cubicBezTo>
                  <a:pt x="78014" y="2736"/>
                  <a:pt x="85199" y="118"/>
                  <a:pt x="92601" y="118"/>
                </a:cubicBezTo>
                <a:cubicBezTo>
                  <a:pt x="99924" y="118"/>
                  <a:pt x="105555" y="2224"/>
                  <a:pt x="109492" y="6437"/>
                </a:cubicBezTo>
                <a:cubicBezTo>
                  <a:pt x="113429" y="10649"/>
                  <a:pt x="115397" y="16496"/>
                  <a:pt x="115397" y="23977"/>
                </a:cubicBezTo>
                <a:cubicBezTo>
                  <a:pt x="115397" y="28938"/>
                  <a:pt x="114255" y="35985"/>
                  <a:pt x="111972" y="45119"/>
                </a:cubicBezTo>
                <a:lnTo>
                  <a:pt x="104294" y="76065"/>
                </a:lnTo>
                <a:cubicBezTo>
                  <a:pt x="102168" y="84648"/>
                  <a:pt x="101105" y="90711"/>
                  <a:pt x="101105" y="94255"/>
                </a:cubicBezTo>
                <a:cubicBezTo>
                  <a:pt x="101105" y="97404"/>
                  <a:pt x="101617" y="99688"/>
                  <a:pt x="102641" y="101105"/>
                </a:cubicBezTo>
                <a:cubicBezTo>
                  <a:pt x="103665" y="102522"/>
                  <a:pt x="105278" y="103231"/>
                  <a:pt x="107484" y="103231"/>
                </a:cubicBezTo>
                <a:cubicBezTo>
                  <a:pt x="109846" y="103231"/>
                  <a:pt x="112366" y="102266"/>
                  <a:pt x="115043" y="100337"/>
                </a:cubicBezTo>
                <a:cubicBezTo>
                  <a:pt x="117720" y="98408"/>
                  <a:pt x="121500" y="94727"/>
                  <a:pt x="126382" y="89294"/>
                </a:cubicBezTo>
                <a:lnTo>
                  <a:pt x="133114" y="95908"/>
                </a:lnTo>
                <a:cubicBezTo>
                  <a:pt x="126342" y="103152"/>
                  <a:pt x="120437" y="108448"/>
                  <a:pt x="115397" y="111794"/>
                </a:cubicBezTo>
                <a:cubicBezTo>
                  <a:pt x="110358" y="115141"/>
                  <a:pt x="104609" y="116814"/>
                  <a:pt x="98153" y="116814"/>
                </a:cubicBezTo>
                <a:cubicBezTo>
                  <a:pt x="93034" y="116814"/>
                  <a:pt x="88940" y="114984"/>
                  <a:pt x="85869" y="111322"/>
                </a:cubicBezTo>
                <a:cubicBezTo>
                  <a:pt x="82798" y="107660"/>
                  <a:pt x="81262" y="102995"/>
                  <a:pt x="81262" y="97325"/>
                </a:cubicBezTo>
                <a:cubicBezTo>
                  <a:pt x="81262" y="92207"/>
                  <a:pt x="82561" y="84687"/>
                  <a:pt x="85160" y="74766"/>
                </a:cubicBezTo>
                <a:lnTo>
                  <a:pt x="90357" y="54332"/>
                </a:lnTo>
                <a:cubicBezTo>
                  <a:pt x="92247" y="46930"/>
                  <a:pt x="93487" y="41457"/>
                  <a:pt x="94077" y="37914"/>
                </a:cubicBezTo>
                <a:cubicBezTo>
                  <a:pt x="94668" y="34371"/>
                  <a:pt x="94963" y="31497"/>
                  <a:pt x="94963" y="29292"/>
                </a:cubicBezTo>
                <a:cubicBezTo>
                  <a:pt x="94963" y="23858"/>
                  <a:pt x="94058" y="19941"/>
                  <a:pt x="92247" y="17540"/>
                </a:cubicBezTo>
                <a:cubicBezTo>
                  <a:pt x="90436" y="15138"/>
                  <a:pt x="87483" y="13937"/>
                  <a:pt x="83389" y="13937"/>
                </a:cubicBezTo>
                <a:cubicBezTo>
                  <a:pt x="80081" y="13937"/>
                  <a:pt x="76518" y="15256"/>
                  <a:pt x="72699" y="17894"/>
                </a:cubicBezTo>
                <a:cubicBezTo>
                  <a:pt x="68880" y="20532"/>
                  <a:pt x="64825" y="24508"/>
                  <a:pt x="60534" y="29823"/>
                </a:cubicBezTo>
                <a:cubicBezTo>
                  <a:pt x="56242" y="35139"/>
                  <a:pt x="52797" y="40296"/>
                  <a:pt x="50198" y="45296"/>
                </a:cubicBezTo>
                <a:cubicBezTo>
                  <a:pt x="47600" y="50296"/>
                  <a:pt x="45474" y="56458"/>
                  <a:pt x="43820" y="63781"/>
                </a:cubicBezTo>
                <a:lnTo>
                  <a:pt x="32599" y="114924"/>
                </a:lnTo>
                <a:lnTo>
                  <a:pt x="12166" y="114924"/>
                </a:lnTo>
                <a:lnTo>
                  <a:pt x="29410" y="400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df-path-100046">
            <a:extLst xmlns:a="http://schemas.openxmlformats.org/drawingml/2006/main">
              <a:ext uri="{FF2B5EF4-FFF2-40B4-BE49-F238E27FC236}">
                <a16:creationId xmlns:a16="http://schemas.microsoft.com/office/drawing/2014/main" id="{B3AF6C6F-6BFF-403E-8AA6-DE3B0CD4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572" y="3978685"/>
            <a:ext cx="51851" cy="161107"/>
          </a:xfrm>
          <a:custGeom xmlns:a="http://schemas.openxmlformats.org/drawingml/2006/main">
            <a:pathLst>
              <a:path w="51851" h="161107">
                <a:moveTo>
                  <a:pt x="50198" y="0"/>
                </a:moveTo>
                <a:lnTo>
                  <a:pt x="44765" y="22914"/>
                </a:lnTo>
                <a:lnTo>
                  <a:pt x="23858" y="22914"/>
                </a:lnTo>
                <a:lnTo>
                  <a:pt x="29292" y="0"/>
                </a:lnTo>
                <a:lnTo>
                  <a:pt x="50198" y="0"/>
                </a:lnTo>
                <a:moveTo>
                  <a:pt x="12166" y="79609"/>
                </a:moveTo>
                <a:cubicBezTo>
                  <a:pt x="13976" y="71734"/>
                  <a:pt x="14882" y="65829"/>
                  <a:pt x="14882" y="61892"/>
                </a:cubicBezTo>
                <a:cubicBezTo>
                  <a:pt x="14882" y="58348"/>
                  <a:pt x="14036" y="55946"/>
                  <a:pt x="12343" y="54686"/>
                </a:cubicBezTo>
                <a:cubicBezTo>
                  <a:pt x="10650" y="53426"/>
                  <a:pt x="7323" y="52718"/>
                  <a:pt x="2362" y="52560"/>
                </a:cubicBezTo>
                <a:lnTo>
                  <a:pt x="3661" y="46300"/>
                </a:lnTo>
                <a:lnTo>
                  <a:pt x="32481" y="45237"/>
                </a:lnTo>
                <a:lnTo>
                  <a:pt x="39450" y="45237"/>
                </a:lnTo>
                <a:lnTo>
                  <a:pt x="22441" y="121066"/>
                </a:lnTo>
                <a:cubicBezTo>
                  <a:pt x="20709" y="128783"/>
                  <a:pt x="19843" y="134610"/>
                  <a:pt x="19843" y="138547"/>
                </a:cubicBezTo>
                <a:cubicBezTo>
                  <a:pt x="19843" y="141697"/>
                  <a:pt x="20355" y="143980"/>
                  <a:pt x="21378" y="145398"/>
                </a:cubicBezTo>
                <a:cubicBezTo>
                  <a:pt x="22402" y="146815"/>
                  <a:pt x="24016" y="147524"/>
                  <a:pt x="26221" y="147524"/>
                </a:cubicBezTo>
                <a:cubicBezTo>
                  <a:pt x="28583" y="147524"/>
                  <a:pt x="31103" y="146559"/>
                  <a:pt x="33780" y="144630"/>
                </a:cubicBezTo>
                <a:cubicBezTo>
                  <a:pt x="36458" y="142701"/>
                  <a:pt x="40237" y="139019"/>
                  <a:pt x="45119" y="133587"/>
                </a:cubicBezTo>
                <a:lnTo>
                  <a:pt x="51851" y="140201"/>
                </a:lnTo>
                <a:cubicBezTo>
                  <a:pt x="44135" y="148311"/>
                  <a:pt x="37875" y="153823"/>
                  <a:pt x="33072" y="156736"/>
                </a:cubicBezTo>
                <a:cubicBezTo>
                  <a:pt x="28268" y="159650"/>
                  <a:pt x="22874" y="161107"/>
                  <a:pt x="16890" y="161107"/>
                </a:cubicBezTo>
                <a:cubicBezTo>
                  <a:pt x="11772" y="161107"/>
                  <a:pt x="7677" y="159237"/>
                  <a:pt x="4606" y="155496"/>
                </a:cubicBezTo>
                <a:cubicBezTo>
                  <a:pt x="1535" y="151756"/>
                  <a:pt x="0" y="146972"/>
                  <a:pt x="0" y="141145"/>
                </a:cubicBezTo>
                <a:cubicBezTo>
                  <a:pt x="0" y="135161"/>
                  <a:pt x="1102" y="127523"/>
                  <a:pt x="3307" y="118232"/>
                </a:cubicBezTo>
                <a:lnTo>
                  <a:pt x="12166" y="796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df-path-100047">
            <a:extLst xmlns:a="http://schemas.openxmlformats.org/drawingml/2006/main">
              <a:ext uri="{FF2B5EF4-FFF2-40B4-BE49-F238E27FC236}">
                <a16:creationId xmlns:a16="http://schemas.microsoft.com/office/drawing/2014/main" id="{81E1EC39-A73E-404C-9222-316E634B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672" y="4022978"/>
            <a:ext cx="197132" cy="116814"/>
          </a:xfrm>
          <a:custGeom xmlns:a="http://schemas.openxmlformats.org/drawingml/2006/main">
            <a:pathLst>
              <a:path w="197132" h="116814">
                <a:moveTo>
                  <a:pt x="49135" y="32009"/>
                </a:moveTo>
                <a:cubicBezTo>
                  <a:pt x="56380" y="21221"/>
                  <a:pt x="63584" y="13208"/>
                  <a:pt x="70750" y="7972"/>
                </a:cubicBezTo>
                <a:cubicBezTo>
                  <a:pt x="77916" y="2736"/>
                  <a:pt x="85160" y="118"/>
                  <a:pt x="92483" y="118"/>
                </a:cubicBezTo>
                <a:cubicBezTo>
                  <a:pt x="100042" y="118"/>
                  <a:pt x="105791" y="2264"/>
                  <a:pt x="109728" y="6555"/>
                </a:cubicBezTo>
                <a:cubicBezTo>
                  <a:pt x="113665" y="10846"/>
                  <a:pt x="115634" y="17047"/>
                  <a:pt x="115634" y="25158"/>
                </a:cubicBezTo>
                <a:lnTo>
                  <a:pt x="115634" y="26812"/>
                </a:lnTo>
                <a:cubicBezTo>
                  <a:pt x="115634" y="27363"/>
                  <a:pt x="115594" y="27954"/>
                  <a:pt x="115515" y="28583"/>
                </a:cubicBezTo>
                <a:cubicBezTo>
                  <a:pt x="122287" y="18977"/>
                  <a:pt x="129039" y="11831"/>
                  <a:pt x="135772" y="7145"/>
                </a:cubicBezTo>
                <a:cubicBezTo>
                  <a:pt x="142504" y="2460"/>
                  <a:pt x="149493" y="118"/>
                  <a:pt x="156737" y="118"/>
                </a:cubicBezTo>
                <a:cubicBezTo>
                  <a:pt x="163981" y="118"/>
                  <a:pt x="169572" y="2205"/>
                  <a:pt x="173509" y="6378"/>
                </a:cubicBezTo>
                <a:cubicBezTo>
                  <a:pt x="177446" y="10551"/>
                  <a:pt x="179415" y="16418"/>
                  <a:pt x="179415" y="23977"/>
                </a:cubicBezTo>
                <a:cubicBezTo>
                  <a:pt x="179415" y="28938"/>
                  <a:pt x="178273" y="35985"/>
                  <a:pt x="175989" y="45119"/>
                </a:cubicBezTo>
                <a:lnTo>
                  <a:pt x="168312" y="76065"/>
                </a:lnTo>
                <a:cubicBezTo>
                  <a:pt x="166186" y="84648"/>
                  <a:pt x="165123" y="90711"/>
                  <a:pt x="165123" y="94255"/>
                </a:cubicBezTo>
                <a:cubicBezTo>
                  <a:pt x="165123" y="97404"/>
                  <a:pt x="165635" y="99688"/>
                  <a:pt x="166658" y="101105"/>
                </a:cubicBezTo>
                <a:cubicBezTo>
                  <a:pt x="167682" y="102522"/>
                  <a:pt x="169297" y="103231"/>
                  <a:pt x="171501" y="103231"/>
                </a:cubicBezTo>
                <a:cubicBezTo>
                  <a:pt x="173863" y="103231"/>
                  <a:pt x="176383" y="102266"/>
                  <a:pt x="179061" y="100337"/>
                </a:cubicBezTo>
                <a:cubicBezTo>
                  <a:pt x="181738" y="98408"/>
                  <a:pt x="185517" y="94727"/>
                  <a:pt x="190399" y="89294"/>
                </a:cubicBezTo>
                <a:lnTo>
                  <a:pt x="197132" y="95908"/>
                </a:lnTo>
                <a:cubicBezTo>
                  <a:pt x="190360" y="103073"/>
                  <a:pt x="184454" y="108349"/>
                  <a:pt x="179415" y="111735"/>
                </a:cubicBezTo>
                <a:cubicBezTo>
                  <a:pt x="174375" y="115121"/>
                  <a:pt x="168627" y="116814"/>
                  <a:pt x="162170" y="116814"/>
                </a:cubicBezTo>
                <a:cubicBezTo>
                  <a:pt x="157052" y="116814"/>
                  <a:pt x="152958" y="114984"/>
                  <a:pt x="149886" y="111322"/>
                </a:cubicBezTo>
                <a:cubicBezTo>
                  <a:pt x="146815" y="107660"/>
                  <a:pt x="145280" y="102995"/>
                  <a:pt x="145280" y="97325"/>
                </a:cubicBezTo>
                <a:cubicBezTo>
                  <a:pt x="145280" y="92207"/>
                  <a:pt x="146579" y="84687"/>
                  <a:pt x="149178" y="74766"/>
                </a:cubicBezTo>
                <a:lnTo>
                  <a:pt x="154375" y="54332"/>
                </a:lnTo>
                <a:cubicBezTo>
                  <a:pt x="156264" y="46930"/>
                  <a:pt x="157505" y="41457"/>
                  <a:pt x="158095" y="37914"/>
                </a:cubicBezTo>
                <a:cubicBezTo>
                  <a:pt x="158686" y="34371"/>
                  <a:pt x="158981" y="31497"/>
                  <a:pt x="158981" y="29292"/>
                </a:cubicBezTo>
                <a:cubicBezTo>
                  <a:pt x="158981" y="23858"/>
                  <a:pt x="158076" y="19941"/>
                  <a:pt x="156264" y="17540"/>
                </a:cubicBezTo>
                <a:cubicBezTo>
                  <a:pt x="154453" y="15138"/>
                  <a:pt x="151501" y="13937"/>
                  <a:pt x="147406" y="13937"/>
                </a:cubicBezTo>
                <a:cubicBezTo>
                  <a:pt x="144099" y="13937"/>
                  <a:pt x="140555" y="15178"/>
                  <a:pt x="136776" y="17658"/>
                </a:cubicBezTo>
                <a:cubicBezTo>
                  <a:pt x="132996" y="20138"/>
                  <a:pt x="129019" y="23996"/>
                  <a:pt x="124846" y="29233"/>
                </a:cubicBezTo>
                <a:cubicBezTo>
                  <a:pt x="120673" y="34469"/>
                  <a:pt x="117267" y="39627"/>
                  <a:pt x="114630" y="44706"/>
                </a:cubicBezTo>
                <a:cubicBezTo>
                  <a:pt x="111991" y="49785"/>
                  <a:pt x="109885" y="55986"/>
                  <a:pt x="108310" y="63309"/>
                </a:cubicBezTo>
                <a:lnTo>
                  <a:pt x="97562" y="114924"/>
                </a:lnTo>
                <a:lnTo>
                  <a:pt x="77128" y="114924"/>
                </a:lnTo>
                <a:lnTo>
                  <a:pt x="90711" y="54923"/>
                </a:lnTo>
                <a:cubicBezTo>
                  <a:pt x="92365" y="47599"/>
                  <a:pt x="93487" y="42186"/>
                  <a:pt x="94077" y="38682"/>
                </a:cubicBezTo>
                <a:cubicBezTo>
                  <a:pt x="94668" y="35178"/>
                  <a:pt x="94963" y="32166"/>
                  <a:pt x="94963" y="29646"/>
                </a:cubicBezTo>
                <a:cubicBezTo>
                  <a:pt x="94963" y="23977"/>
                  <a:pt x="93959" y="19941"/>
                  <a:pt x="91951" y="17540"/>
                </a:cubicBezTo>
                <a:cubicBezTo>
                  <a:pt x="89943" y="15138"/>
                  <a:pt x="86814" y="13937"/>
                  <a:pt x="82561" y="13937"/>
                </a:cubicBezTo>
                <a:cubicBezTo>
                  <a:pt x="79570" y="13937"/>
                  <a:pt x="76164" y="15178"/>
                  <a:pt x="72344" y="17658"/>
                </a:cubicBezTo>
                <a:cubicBezTo>
                  <a:pt x="68525" y="20138"/>
                  <a:pt x="64451" y="24115"/>
                  <a:pt x="60120" y="29587"/>
                </a:cubicBezTo>
                <a:cubicBezTo>
                  <a:pt x="55789" y="35060"/>
                  <a:pt x="52403" y="40316"/>
                  <a:pt x="49962" y="45355"/>
                </a:cubicBezTo>
                <a:cubicBezTo>
                  <a:pt x="47521" y="50395"/>
                  <a:pt x="45474" y="56537"/>
                  <a:pt x="43820" y="63781"/>
                </a:cubicBezTo>
                <a:lnTo>
                  <a:pt x="32599" y="114924"/>
                </a:lnTo>
                <a:lnTo>
                  <a:pt x="12166" y="114924"/>
                </a:lnTo>
                <a:lnTo>
                  <a:pt x="29410" y="40040"/>
                </a:lnTo>
                <a:cubicBezTo>
                  <a:pt x="31143" y="32481"/>
                  <a:pt x="32009" y="26654"/>
                  <a:pt x="32009" y="22560"/>
                </a:cubicBezTo>
                <a:cubicBezTo>
                  <a:pt x="32009" y="19410"/>
                  <a:pt x="31497" y="17126"/>
                  <a:pt x="30473" y="15709"/>
                </a:cubicBezTo>
                <a:cubicBezTo>
                  <a:pt x="29450" y="14292"/>
                  <a:pt x="27836" y="13583"/>
                  <a:pt x="25630" y="13583"/>
                </a:cubicBezTo>
                <a:cubicBezTo>
                  <a:pt x="23190" y="13583"/>
                  <a:pt x="20611" y="14587"/>
                  <a:pt x="17894" y="16595"/>
                </a:cubicBezTo>
                <a:cubicBezTo>
                  <a:pt x="15178" y="18602"/>
                  <a:pt x="11457" y="22245"/>
                  <a:pt x="6733" y="27520"/>
                </a:cubicBezTo>
                <a:lnTo>
                  <a:pt x="0" y="20906"/>
                </a:lnTo>
                <a:cubicBezTo>
                  <a:pt x="6929" y="13661"/>
                  <a:pt x="12894" y="8366"/>
                  <a:pt x="17894" y="5019"/>
                </a:cubicBezTo>
                <a:cubicBezTo>
                  <a:pt x="22895" y="1673"/>
                  <a:pt x="28387" y="0"/>
                  <a:pt x="34371" y="0"/>
                </a:cubicBezTo>
                <a:cubicBezTo>
                  <a:pt x="39332" y="0"/>
                  <a:pt x="43249" y="1634"/>
                  <a:pt x="46123" y="4901"/>
                </a:cubicBezTo>
                <a:cubicBezTo>
                  <a:pt x="48998" y="8169"/>
                  <a:pt x="50435" y="12441"/>
                  <a:pt x="50435" y="17717"/>
                </a:cubicBezTo>
                <a:cubicBezTo>
                  <a:pt x="50435" y="22047"/>
                  <a:pt x="49529" y="26654"/>
                  <a:pt x="47718" y="31536"/>
                </a:cubicBezTo>
                <a:lnTo>
                  <a:pt x="49135" y="320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df-path-100048">
            <a:extLst xmlns:a="http://schemas.openxmlformats.org/drawingml/2006/main">
              <a:ext uri="{FF2B5EF4-FFF2-40B4-BE49-F238E27FC236}">
                <a16:creationId xmlns:a16="http://schemas.microsoft.com/office/drawing/2014/main" id="{7BE2AEF2-EC3B-4632-BB7C-F4A7AF33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237" y="3978685"/>
            <a:ext cx="51851" cy="161107"/>
          </a:xfrm>
          <a:custGeom xmlns:a="http://schemas.openxmlformats.org/drawingml/2006/main">
            <a:pathLst>
              <a:path w="51851" h="161107">
                <a:moveTo>
                  <a:pt x="50198" y="0"/>
                </a:moveTo>
                <a:lnTo>
                  <a:pt x="44765" y="22914"/>
                </a:lnTo>
                <a:lnTo>
                  <a:pt x="23858" y="22914"/>
                </a:lnTo>
                <a:lnTo>
                  <a:pt x="29292" y="0"/>
                </a:lnTo>
                <a:lnTo>
                  <a:pt x="50198" y="0"/>
                </a:lnTo>
                <a:moveTo>
                  <a:pt x="12166" y="79609"/>
                </a:moveTo>
                <a:cubicBezTo>
                  <a:pt x="13976" y="71734"/>
                  <a:pt x="14882" y="65829"/>
                  <a:pt x="14882" y="61892"/>
                </a:cubicBezTo>
                <a:cubicBezTo>
                  <a:pt x="14882" y="58348"/>
                  <a:pt x="14036" y="55946"/>
                  <a:pt x="12343" y="54686"/>
                </a:cubicBezTo>
                <a:cubicBezTo>
                  <a:pt x="10650" y="53426"/>
                  <a:pt x="7323" y="52718"/>
                  <a:pt x="2362" y="52560"/>
                </a:cubicBezTo>
                <a:lnTo>
                  <a:pt x="3661" y="46300"/>
                </a:lnTo>
                <a:lnTo>
                  <a:pt x="32481" y="45237"/>
                </a:lnTo>
                <a:lnTo>
                  <a:pt x="39450" y="45237"/>
                </a:lnTo>
                <a:lnTo>
                  <a:pt x="22441" y="121066"/>
                </a:lnTo>
                <a:cubicBezTo>
                  <a:pt x="20709" y="128783"/>
                  <a:pt x="19843" y="134610"/>
                  <a:pt x="19843" y="138547"/>
                </a:cubicBezTo>
                <a:cubicBezTo>
                  <a:pt x="19843" y="141697"/>
                  <a:pt x="20355" y="143980"/>
                  <a:pt x="21378" y="145398"/>
                </a:cubicBezTo>
                <a:cubicBezTo>
                  <a:pt x="22402" y="146815"/>
                  <a:pt x="24016" y="147524"/>
                  <a:pt x="26221" y="147524"/>
                </a:cubicBezTo>
                <a:cubicBezTo>
                  <a:pt x="28583" y="147524"/>
                  <a:pt x="31103" y="146559"/>
                  <a:pt x="33780" y="144630"/>
                </a:cubicBezTo>
                <a:cubicBezTo>
                  <a:pt x="36458" y="142701"/>
                  <a:pt x="40237" y="139019"/>
                  <a:pt x="45119" y="133587"/>
                </a:cubicBezTo>
                <a:lnTo>
                  <a:pt x="51851" y="140201"/>
                </a:lnTo>
                <a:cubicBezTo>
                  <a:pt x="44135" y="148311"/>
                  <a:pt x="37875" y="153823"/>
                  <a:pt x="33072" y="156736"/>
                </a:cubicBezTo>
                <a:cubicBezTo>
                  <a:pt x="28268" y="159650"/>
                  <a:pt x="22874" y="161107"/>
                  <a:pt x="16890" y="161107"/>
                </a:cubicBezTo>
                <a:cubicBezTo>
                  <a:pt x="11772" y="161107"/>
                  <a:pt x="7677" y="159237"/>
                  <a:pt x="4606" y="155496"/>
                </a:cubicBezTo>
                <a:cubicBezTo>
                  <a:pt x="1535" y="151756"/>
                  <a:pt x="0" y="146972"/>
                  <a:pt x="0" y="141145"/>
                </a:cubicBezTo>
                <a:cubicBezTo>
                  <a:pt x="0" y="135161"/>
                  <a:pt x="1102" y="127523"/>
                  <a:pt x="3307" y="118232"/>
                </a:cubicBezTo>
                <a:lnTo>
                  <a:pt x="12166" y="796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df-path-100049">
            <a:extLst xmlns:a="http://schemas.openxmlformats.org/drawingml/2006/main">
              <a:ext uri="{FF2B5EF4-FFF2-40B4-BE49-F238E27FC236}">
                <a16:creationId xmlns:a16="http://schemas.microsoft.com/office/drawing/2014/main" id="{D26A2207-619C-42CC-A28B-7DE05555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456" y="4024985"/>
            <a:ext cx="111027" cy="112917"/>
          </a:xfrm>
          <a:custGeom xmlns:a="http://schemas.openxmlformats.org/drawingml/2006/main">
            <a:pathLst>
              <a:path w="111027" h="112917">
                <a:moveTo>
                  <a:pt x="94963" y="79727"/>
                </a:moveTo>
                <a:lnTo>
                  <a:pt x="87759" y="112917"/>
                </a:lnTo>
                <a:lnTo>
                  <a:pt x="2244" y="112917"/>
                </a:lnTo>
                <a:lnTo>
                  <a:pt x="0" y="107130"/>
                </a:lnTo>
                <a:lnTo>
                  <a:pt x="64608" y="32718"/>
                </a:lnTo>
                <a:cubicBezTo>
                  <a:pt x="73743" y="22245"/>
                  <a:pt x="80436" y="14804"/>
                  <a:pt x="84688" y="10394"/>
                </a:cubicBezTo>
                <a:lnTo>
                  <a:pt x="83979" y="9567"/>
                </a:lnTo>
                <a:lnTo>
                  <a:pt x="56340" y="9567"/>
                </a:lnTo>
                <a:cubicBezTo>
                  <a:pt x="52246" y="9567"/>
                  <a:pt x="49253" y="9843"/>
                  <a:pt x="47364" y="10394"/>
                </a:cubicBezTo>
                <a:cubicBezTo>
                  <a:pt x="45474" y="10945"/>
                  <a:pt x="43584" y="11910"/>
                  <a:pt x="41695" y="13288"/>
                </a:cubicBezTo>
                <a:cubicBezTo>
                  <a:pt x="39805" y="14666"/>
                  <a:pt x="37777" y="16714"/>
                  <a:pt x="35611" y="19430"/>
                </a:cubicBezTo>
                <a:cubicBezTo>
                  <a:pt x="33446" y="22146"/>
                  <a:pt x="31025" y="26025"/>
                  <a:pt x="28348" y="31064"/>
                </a:cubicBezTo>
                <a:lnTo>
                  <a:pt x="17836" y="31064"/>
                </a:lnTo>
                <a:lnTo>
                  <a:pt x="24804" y="0"/>
                </a:lnTo>
                <a:lnTo>
                  <a:pt x="108783" y="0"/>
                </a:lnTo>
                <a:lnTo>
                  <a:pt x="111027" y="5906"/>
                </a:lnTo>
                <a:lnTo>
                  <a:pt x="54687" y="70632"/>
                </a:lnTo>
                <a:cubicBezTo>
                  <a:pt x="43742" y="83152"/>
                  <a:pt x="34253" y="93783"/>
                  <a:pt x="26222" y="102523"/>
                </a:cubicBezTo>
                <a:lnTo>
                  <a:pt x="26930" y="103350"/>
                </a:lnTo>
                <a:lnTo>
                  <a:pt x="53623" y="103350"/>
                </a:lnTo>
                <a:cubicBezTo>
                  <a:pt x="58348" y="103350"/>
                  <a:pt x="61971" y="103094"/>
                  <a:pt x="64490" y="102582"/>
                </a:cubicBezTo>
                <a:cubicBezTo>
                  <a:pt x="67010" y="102070"/>
                  <a:pt x="69215" y="101105"/>
                  <a:pt x="71104" y="99688"/>
                </a:cubicBezTo>
                <a:cubicBezTo>
                  <a:pt x="72994" y="98271"/>
                  <a:pt x="74943" y="96125"/>
                  <a:pt x="76951" y="93251"/>
                </a:cubicBezTo>
                <a:cubicBezTo>
                  <a:pt x="78959" y="90377"/>
                  <a:pt x="81459" y="85869"/>
                  <a:pt x="84451" y="79727"/>
                </a:cubicBezTo>
                <a:lnTo>
                  <a:pt x="94963" y="797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df-path-100050">
            <a:extLst xmlns:a="http://schemas.openxmlformats.org/drawingml/2006/main">
              <a:ext uri="{FF2B5EF4-FFF2-40B4-BE49-F238E27FC236}">
                <a16:creationId xmlns:a16="http://schemas.microsoft.com/office/drawing/2014/main" id="{D862BB74-90EC-4852-9897-19DF258F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3895" y="4022978"/>
            <a:ext cx="96381" cy="116814"/>
          </a:xfrm>
          <a:custGeom xmlns:a="http://schemas.openxmlformats.org/drawingml/2006/main">
            <a:pathLst>
              <a:path w="96381" h="116814">
                <a:moveTo>
                  <a:pt x="86459" y="91420"/>
                </a:moveTo>
                <a:cubicBezTo>
                  <a:pt x="78821" y="99845"/>
                  <a:pt x="71085" y="106184"/>
                  <a:pt x="63250" y="110436"/>
                </a:cubicBezTo>
                <a:cubicBezTo>
                  <a:pt x="55415" y="114688"/>
                  <a:pt x="46301" y="116814"/>
                  <a:pt x="35907" y="116814"/>
                </a:cubicBezTo>
                <a:cubicBezTo>
                  <a:pt x="24489" y="116814"/>
                  <a:pt x="15650" y="113330"/>
                  <a:pt x="9390" y="106361"/>
                </a:cubicBezTo>
                <a:cubicBezTo>
                  <a:pt x="3130" y="99392"/>
                  <a:pt x="0" y="89688"/>
                  <a:pt x="0" y="77246"/>
                </a:cubicBezTo>
                <a:cubicBezTo>
                  <a:pt x="0" y="68821"/>
                  <a:pt x="1516" y="59785"/>
                  <a:pt x="4547" y="50139"/>
                </a:cubicBezTo>
                <a:cubicBezTo>
                  <a:pt x="7579" y="40493"/>
                  <a:pt x="12166" y="31831"/>
                  <a:pt x="18308" y="24154"/>
                </a:cubicBezTo>
                <a:cubicBezTo>
                  <a:pt x="24449" y="16476"/>
                  <a:pt x="31812" y="10531"/>
                  <a:pt x="40395" y="6319"/>
                </a:cubicBezTo>
                <a:cubicBezTo>
                  <a:pt x="48978" y="2106"/>
                  <a:pt x="58112" y="0"/>
                  <a:pt x="67797" y="0"/>
                </a:cubicBezTo>
                <a:cubicBezTo>
                  <a:pt x="77325" y="0"/>
                  <a:pt x="84471" y="1929"/>
                  <a:pt x="89235" y="5787"/>
                </a:cubicBezTo>
                <a:cubicBezTo>
                  <a:pt x="93999" y="9646"/>
                  <a:pt x="96381" y="15669"/>
                  <a:pt x="96381" y="23858"/>
                </a:cubicBezTo>
                <a:cubicBezTo>
                  <a:pt x="96381" y="37245"/>
                  <a:pt x="90101" y="47284"/>
                  <a:pt x="77541" y="53978"/>
                </a:cubicBezTo>
                <a:cubicBezTo>
                  <a:pt x="64982" y="60671"/>
                  <a:pt x="46340" y="64018"/>
                  <a:pt x="21614" y="64018"/>
                </a:cubicBezTo>
                <a:cubicBezTo>
                  <a:pt x="20670" y="68742"/>
                  <a:pt x="20197" y="73860"/>
                  <a:pt x="20197" y="79372"/>
                </a:cubicBezTo>
                <a:cubicBezTo>
                  <a:pt x="20197" y="87640"/>
                  <a:pt x="21811" y="93644"/>
                  <a:pt x="25040" y="97385"/>
                </a:cubicBezTo>
                <a:cubicBezTo>
                  <a:pt x="28269" y="101125"/>
                  <a:pt x="33544" y="102995"/>
                  <a:pt x="40867" y="102995"/>
                </a:cubicBezTo>
                <a:cubicBezTo>
                  <a:pt x="48112" y="102995"/>
                  <a:pt x="54667" y="101420"/>
                  <a:pt x="60533" y="98270"/>
                </a:cubicBezTo>
                <a:cubicBezTo>
                  <a:pt x="66399" y="95120"/>
                  <a:pt x="72600" y="90278"/>
                  <a:pt x="79136" y="83743"/>
                </a:cubicBezTo>
                <a:lnTo>
                  <a:pt x="86459" y="91420"/>
                </a:lnTo>
                <a:moveTo>
                  <a:pt x="23622" y="53978"/>
                </a:moveTo>
                <a:cubicBezTo>
                  <a:pt x="34725" y="53899"/>
                  <a:pt x="44253" y="52895"/>
                  <a:pt x="52206" y="50966"/>
                </a:cubicBezTo>
                <a:cubicBezTo>
                  <a:pt x="60159" y="49037"/>
                  <a:pt x="66262" y="45966"/>
                  <a:pt x="70514" y="41753"/>
                </a:cubicBezTo>
                <a:cubicBezTo>
                  <a:pt x="74766" y="37540"/>
                  <a:pt x="76892" y="31851"/>
                  <a:pt x="76892" y="24686"/>
                </a:cubicBezTo>
                <a:cubicBezTo>
                  <a:pt x="76892" y="19882"/>
                  <a:pt x="75770" y="16122"/>
                  <a:pt x="73526" y="13406"/>
                </a:cubicBezTo>
                <a:cubicBezTo>
                  <a:pt x="71282" y="10689"/>
                  <a:pt x="67955" y="9331"/>
                  <a:pt x="63545" y="9331"/>
                </a:cubicBezTo>
                <a:cubicBezTo>
                  <a:pt x="55592" y="9331"/>
                  <a:pt x="47934" y="13347"/>
                  <a:pt x="40572" y="21378"/>
                </a:cubicBezTo>
                <a:cubicBezTo>
                  <a:pt x="33210" y="29410"/>
                  <a:pt x="27560" y="40277"/>
                  <a:pt x="23622" y="539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df-path-100051">
            <a:extLst xmlns:a="http://schemas.openxmlformats.org/drawingml/2006/main">
              <a:ext uri="{FF2B5EF4-FFF2-40B4-BE49-F238E27FC236}">
                <a16:creationId xmlns:a16="http://schemas.microsoft.com/office/drawing/2014/main" id="{7C8813B5-7F4E-432B-9500-E641BB6B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186" y="3566191"/>
            <a:ext cx="38505" cy="75238"/>
          </a:xfrm>
          <a:custGeom xmlns:a="http://schemas.openxmlformats.org/drawingml/2006/main">
            <a:pathLst>
              <a:path w="38505" h="75238">
                <a:moveTo>
                  <a:pt x="38505" y="0"/>
                </a:moveTo>
                <a:lnTo>
                  <a:pt x="38505" y="6732"/>
                </a:lnTo>
                <a:lnTo>
                  <a:pt x="10040" y="75238"/>
                </a:lnTo>
                <a:lnTo>
                  <a:pt x="0" y="72285"/>
                </a:lnTo>
                <a:lnTo>
                  <a:pt x="16418" y="0"/>
                </a:lnTo>
                <a:lnTo>
                  <a:pt x="3850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df-path-100052">
            <a:extLst xmlns:a="http://schemas.openxmlformats.org/drawingml/2006/main">
              <a:ext uri="{FF2B5EF4-FFF2-40B4-BE49-F238E27FC236}">
                <a16:creationId xmlns:a16="http://schemas.microsoft.com/office/drawing/2014/main" id="{B233F538-8FA3-4C2E-9EC0-28CAB23C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514" y="4631528"/>
            <a:ext cx="129219" cy="137410"/>
          </a:xfrm>
          <a:custGeom xmlns:a="http://schemas.openxmlformats.org/drawingml/2006/main">
            <a:pathLst>
              <a:path w="129219" h="137410">
                <a:moveTo>
                  <a:pt x="59455" y="36436"/>
                </a:moveTo>
                <a:cubicBezTo>
                  <a:pt x="68681" y="23914"/>
                  <a:pt x="77555" y="14735"/>
                  <a:pt x="86075" y="8897"/>
                </a:cubicBezTo>
                <a:cubicBezTo>
                  <a:pt x="94595" y="3060"/>
                  <a:pt x="103233" y="141"/>
                  <a:pt x="111990" y="141"/>
                </a:cubicBezTo>
                <a:cubicBezTo>
                  <a:pt x="118863" y="141"/>
                  <a:pt x="124605" y="659"/>
                  <a:pt x="129219" y="1695"/>
                </a:cubicBezTo>
                <a:lnTo>
                  <a:pt x="122440" y="33329"/>
                </a:lnTo>
                <a:lnTo>
                  <a:pt x="107893" y="33329"/>
                </a:lnTo>
                <a:cubicBezTo>
                  <a:pt x="107329" y="29374"/>
                  <a:pt x="106528" y="26315"/>
                  <a:pt x="105494" y="24150"/>
                </a:cubicBezTo>
                <a:cubicBezTo>
                  <a:pt x="104458" y="21984"/>
                  <a:pt x="103233" y="20478"/>
                  <a:pt x="101822" y="19630"/>
                </a:cubicBezTo>
                <a:cubicBezTo>
                  <a:pt x="100409" y="18783"/>
                  <a:pt x="98621" y="18359"/>
                  <a:pt x="96455" y="18359"/>
                </a:cubicBezTo>
                <a:cubicBezTo>
                  <a:pt x="93065" y="18359"/>
                  <a:pt x="89370" y="19819"/>
                  <a:pt x="85369" y="22737"/>
                </a:cubicBezTo>
                <a:cubicBezTo>
                  <a:pt x="81367" y="25656"/>
                  <a:pt x="76872" y="30222"/>
                  <a:pt x="71882" y="36436"/>
                </a:cubicBezTo>
                <a:cubicBezTo>
                  <a:pt x="66892" y="42650"/>
                  <a:pt x="62915" y="48628"/>
                  <a:pt x="59949" y="54371"/>
                </a:cubicBezTo>
                <a:cubicBezTo>
                  <a:pt x="56983" y="60114"/>
                  <a:pt x="54512" y="67410"/>
                  <a:pt x="52534" y="76260"/>
                </a:cubicBezTo>
                <a:lnTo>
                  <a:pt x="39119" y="137410"/>
                </a:lnTo>
                <a:lnTo>
                  <a:pt x="14686" y="137410"/>
                </a:lnTo>
                <a:lnTo>
                  <a:pt x="35164" y="47875"/>
                </a:lnTo>
                <a:cubicBezTo>
                  <a:pt x="36483" y="42226"/>
                  <a:pt x="37329" y="37848"/>
                  <a:pt x="37706" y="34741"/>
                </a:cubicBezTo>
                <a:cubicBezTo>
                  <a:pt x="38083" y="31634"/>
                  <a:pt x="38271" y="29045"/>
                  <a:pt x="38271" y="26974"/>
                </a:cubicBezTo>
                <a:cubicBezTo>
                  <a:pt x="38271" y="23208"/>
                  <a:pt x="37659" y="20478"/>
                  <a:pt x="36435" y="18783"/>
                </a:cubicBezTo>
                <a:cubicBezTo>
                  <a:pt x="35211" y="17088"/>
                  <a:pt x="33281" y="16241"/>
                  <a:pt x="30645" y="16241"/>
                </a:cubicBezTo>
                <a:cubicBezTo>
                  <a:pt x="27726" y="16241"/>
                  <a:pt x="24643" y="17441"/>
                  <a:pt x="21395" y="19842"/>
                </a:cubicBezTo>
                <a:cubicBezTo>
                  <a:pt x="18147" y="22243"/>
                  <a:pt x="13698" y="26597"/>
                  <a:pt x="8050" y="32905"/>
                </a:cubicBezTo>
                <a:lnTo>
                  <a:pt x="0" y="24997"/>
                </a:lnTo>
                <a:cubicBezTo>
                  <a:pt x="8661" y="15958"/>
                  <a:pt x="15911" y="9533"/>
                  <a:pt x="21748" y="5720"/>
                </a:cubicBezTo>
                <a:cubicBezTo>
                  <a:pt x="27586" y="1907"/>
                  <a:pt x="34034" y="0"/>
                  <a:pt x="41095" y="0"/>
                </a:cubicBezTo>
                <a:cubicBezTo>
                  <a:pt x="47026" y="0"/>
                  <a:pt x="51711" y="1954"/>
                  <a:pt x="55147" y="5861"/>
                </a:cubicBezTo>
                <a:cubicBezTo>
                  <a:pt x="58584" y="9768"/>
                  <a:pt x="60302" y="14876"/>
                  <a:pt x="60302" y="21184"/>
                </a:cubicBezTo>
                <a:cubicBezTo>
                  <a:pt x="60302" y="25891"/>
                  <a:pt x="59407" y="30740"/>
                  <a:pt x="57619" y="35730"/>
                </a:cubicBezTo>
                <a:lnTo>
                  <a:pt x="59455" y="364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df-path-100053">
            <a:extLst xmlns:a="http://schemas.openxmlformats.org/drawingml/2006/main">
              <a:ext uri="{FF2B5EF4-FFF2-40B4-BE49-F238E27FC236}">
                <a16:creationId xmlns:a16="http://schemas.microsoft.com/office/drawing/2014/main" id="{99BD846C-1D28-47B3-A2FA-FE3E315C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176" y="4700617"/>
            <a:ext cx="74669" cy="130644"/>
          </a:xfrm>
          <a:custGeom xmlns:a="http://schemas.openxmlformats.org/drawingml/2006/main">
            <a:pathLst>
              <a:path w="74669" h="130644">
                <a:moveTo>
                  <a:pt x="64707" y="108973"/>
                </a:moveTo>
                <a:cubicBezTo>
                  <a:pt x="61214" y="112876"/>
                  <a:pt x="57893" y="116197"/>
                  <a:pt x="54743" y="118936"/>
                </a:cubicBezTo>
                <a:cubicBezTo>
                  <a:pt x="51593" y="121675"/>
                  <a:pt x="48512" y="123917"/>
                  <a:pt x="45500" y="125663"/>
                </a:cubicBezTo>
                <a:cubicBezTo>
                  <a:pt x="42487" y="127409"/>
                  <a:pt x="39509" y="128676"/>
                  <a:pt x="36564" y="129463"/>
                </a:cubicBezTo>
                <a:cubicBezTo>
                  <a:pt x="33620" y="130251"/>
                  <a:pt x="30607" y="130644"/>
                  <a:pt x="27526" y="130644"/>
                </a:cubicBezTo>
                <a:cubicBezTo>
                  <a:pt x="19378" y="130644"/>
                  <a:pt x="13302" y="128727"/>
                  <a:pt x="9296" y="124893"/>
                </a:cubicBezTo>
                <a:cubicBezTo>
                  <a:pt x="5290" y="121058"/>
                  <a:pt x="3287" y="115409"/>
                  <a:pt x="3287" y="107946"/>
                </a:cubicBezTo>
                <a:cubicBezTo>
                  <a:pt x="3287" y="105413"/>
                  <a:pt x="3475" y="102622"/>
                  <a:pt x="3852" y="99575"/>
                </a:cubicBezTo>
                <a:cubicBezTo>
                  <a:pt x="4229" y="96528"/>
                  <a:pt x="4759" y="93567"/>
                  <a:pt x="5444" y="90691"/>
                </a:cubicBezTo>
                <a:lnTo>
                  <a:pt x="17666" y="37488"/>
                </a:lnTo>
                <a:lnTo>
                  <a:pt x="0" y="37488"/>
                </a:lnTo>
                <a:lnTo>
                  <a:pt x="2055" y="29580"/>
                </a:lnTo>
                <a:cubicBezTo>
                  <a:pt x="6162" y="29580"/>
                  <a:pt x="9365" y="29187"/>
                  <a:pt x="11657" y="28399"/>
                </a:cubicBezTo>
                <a:cubicBezTo>
                  <a:pt x="13951" y="27612"/>
                  <a:pt x="15886" y="26533"/>
                  <a:pt x="17461" y="25164"/>
                </a:cubicBezTo>
                <a:cubicBezTo>
                  <a:pt x="18488" y="24205"/>
                  <a:pt x="19480" y="23024"/>
                  <a:pt x="20439" y="21620"/>
                </a:cubicBezTo>
                <a:cubicBezTo>
                  <a:pt x="21398" y="20217"/>
                  <a:pt x="22357" y="18522"/>
                  <a:pt x="23315" y="16536"/>
                </a:cubicBezTo>
                <a:cubicBezTo>
                  <a:pt x="24274" y="14550"/>
                  <a:pt x="25250" y="12206"/>
                  <a:pt x="26243" y="9501"/>
                </a:cubicBezTo>
                <a:cubicBezTo>
                  <a:pt x="27236" y="6796"/>
                  <a:pt x="28348" y="3629"/>
                  <a:pt x="29581" y="0"/>
                </a:cubicBezTo>
                <a:lnTo>
                  <a:pt x="45603" y="0"/>
                </a:lnTo>
                <a:lnTo>
                  <a:pt x="39749" y="26088"/>
                </a:lnTo>
                <a:lnTo>
                  <a:pt x="74669" y="26088"/>
                </a:lnTo>
                <a:lnTo>
                  <a:pt x="72307" y="37488"/>
                </a:lnTo>
                <a:lnTo>
                  <a:pt x="37488" y="37488"/>
                </a:lnTo>
                <a:lnTo>
                  <a:pt x="27012" y="80523"/>
                </a:lnTo>
                <a:cubicBezTo>
                  <a:pt x="26327" y="83399"/>
                  <a:pt x="25764" y="85984"/>
                  <a:pt x="25318" y="88278"/>
                </a:cubicBezTo>
                <a:cubicBezTo>
                  <a:pt x="24873" y="90571"/>
                  <a:pt x="24514" y="92643"/>
                  <a:pt x="24239" y="94491"/>
                </a:cubicBezTo>
                <a:cubicBezTo>
                  <a:pt x="23966" y="96340"/>
                  <a:pt x="23778" y="98018"/>
                  <a:pt x="23674" y="99524"/>
                </a:cubicBezTo>
                <a:cubicBezTo>
                  <a:pt x="23572" y="101030"/>
                  <a:pt x="23521" y="102434"/>
                  <a:pt x="23521" y="103735"/>
                </a:cubicBezTo>
                <a:cubicBezTo>
                  <a:pt x="23521" y="107843"/>
                  <a:pt x="24376" y="111061"/>
                  <a:pt x="26088" y="113390"/>
                </a:cubicBezTo>
                <a:cubicBezTo>
                  <a:pt x="27799" y="115717"/>
                  <a:pt x="30607" y="116882"/>
                  <a:pt x="34511" y="116882"/>
                </a:cubicBezTo>
                <a:cubicBezTo>
                  <a:pt x="37797" y="116882"/>
                  <a:pt x="41289" y="115666"/>
                  <a:pt x="44987" y="113236"/>
                </a:cubicBezTo>
                <a:cubicBezTo>
                  <a:pt x="48684" y="110805"/>
                  <a:pt x="52894" y="106988"/>
                  <a:pt x="57620" y="101783"/>
                </a:cubicBezTo>
                <a:lnTo>
                  <a:pt x="64707" y="10897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59574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2026-10-09T20:09:18.5190000Z</dcterms:created>
  <dcterms:modified xsi:type="dcterms:W3CDTF">2026-10-09T20:09:18.5190000Z</dcterms:modified>
</coreProperties>
</file>