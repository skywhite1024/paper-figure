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578cac87e242c5" /><Relationship Type="http://schemas.openxmlformats.org/officeDocument/2006/relationships/extended-properties" Target="/docProps/app.xml" Id="Re832643a94704926" /><Relationship Type="http://schemas.openxmlformats.org/officeDocument/2006/relationships/officeDocument" Target="/ppt/presentation.xml" Id="R4ef63b9b48e04c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be4e97000744e1"/>
  </p:sldMasterIdLst>
  <p:notesMasterIdLst>
    <p:notesMasterId xmlns:r="http://schemas.openxmlformats.org/officeDocument/2006/relationships" r:id="R5863bf57e9174d5b"/>
  </p:notesMasterIdLst>
  <p:sldIdLst>
    <p:sldId xmlns:r="http://schemas.openxmlformats.org/officeDocument/2006/relationships" id="256" r:id="Rdb559a42b44c4374"/>
  </p:sldIdLst>
  <p:sldSz cx="15163800" cy="3467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cebe69f51b4ce6" /><Relationship Type="http://schemas.openxmlformats.org/officeDocument/2006/relationships/slideMaster" Target="/ppt/slideMasters/slideMaster1.xml" Id="R77be4e97000744e1" /><Relationship Type="http://schemas.openxmlformats.org/officeDocument/2006/relationships/notesMaster" Target="/ppt/notesMasters/notesMaster1.xml" Id="R5863bf57e9174d5b" /><Relationship Type="http://schemas.openxmlformats.org/officeDocument/2006/relationships/presProps" Target="/ppt/presProps.xml" Id="R6aa0c82fba96477d" /><Relationship Type="http://schemas.openxmlformats.org/officeDocument/2006/relationships/tableStyles" Target="/ppt/tableStyles.xml" Id="R40eadc5a971d4b8f" /><Relationship Type="http://schemas.openxmlformats.org/officeDocument/2006/relationships/slide" Target="/ppt/slides/slide1.xml" Id="Rdb559a42b44c43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b0622cfa354d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12394177a24c90" /><Relationship Type="http://schemas.openxmlformats.org/officeDocument/2006/relationships/notesMaster" Target="/ppt/notesMasters/notesMaster1.xml" Id="R4be51e3ef3304d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"XSkill: Cross Embodiment Skill Discovery",</a:t>
            </a:r>
          </a:p>
          <a:p xmlns:a="http://schemas.openxmlformats.org/drawingml/2006/main">
            <a:r>
              <a:t>  "paper_url": "https://proceedings.mlr.press/v229/xu23a/xu23a.pdf",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"License not independently verified; official PMLR proceedings source",</a:t>
            </a:r>
          </a:p>
          <a:p xmlns:a="http://schemas.openxmlformats.org/drawingml/2006/main">
            <a:r>
              <a:t>  "notes": "Source architecture including temporal encoders, skill prototypes and distribution bar charts retained as native geometry and live text. Four original human/robot demonstration frames remain separately cropped raster images.",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"c99c21d537d98e14430b650ed0b02eee012a932b349f53ba08a977e1ab30f5ca",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110,</a:t>
            </a:r>
          </a:p>
          <a:p xmlns:a="http://schemas.openxmlformats.org/drawingml/2006/main">
            <a:r>
              <a:t>    71,</a:t>
            </a:r>
          </a:p>
          <a:p xmlns:a="http://schemas.openxmlformats.org/drawingml/2006/main">
            <a:r>
              <a:t>    508,</a:t>
            </a:r>
          </a:p>
          <a:p xmlns:a="http://schemas.openxmlformats.org/drawingml/2006/main">
            <a:r>
              <a:t>    162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"TimesNewRomanPS-BoldItal"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"6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partially intersects raster inset: 13",</a:t>
            </a:r>
          </a:p>
          <a:p xmlns:a="http://schemas.openxmlformats.org/drawingml/2006/main">
            <a:r>
              <a:t>    "path partially intersects raster inset: 17",</a:t>
            </a:r>
          </a:p>
          <a:p xmlns:a="http://schemas.openxmlformats.org/drawingml/2006/main">
            <a:r>
              <a:t>    "path partially intersects raster inset: 19",</a:t>
            </a:r>
          </a:p>
          <a:p xmlns:a="http://schemas.openxmlformats.org/drawingml/2006/main">
            <a:r>
              <a:t>    "path partially intersects raster inset: 23",</a:t>
            </a:r>
          </a:p>
          <a:p xmlns:a="http://schemas.openxmlformats.org/drawingml/2006/main">
            <a:r>
              <a:t>    "path crosses crop boundary: 25",</a:t>
            </a:r>
          </a:p>
          <a:p xmlns:a="http://schemas.openxmlformats.org/drawingml/2006/main">
            <a:r>
              <a:t>    "path crosses crop boundary: 63",</a:t>
            </a:r>
          </a:p>
          <a:p xmlns:a="http://schemas.openxmlformats.org/drawingml/2006/main">
            <a:r>
              <a:t>    "path crosses crop boundary: 69",</a:t>
            </a:r>
          </a:p>
          <a:p xmlns:a="http://schemas.openxmlformats.org/drawingml/2006/main">
            <a:r>
              <a:t>    "path partially intersects raster inset: 86",</a:t>
            </a:r>
          </a:p>
          <a:p xmlns:a="http://schemas.openxmlformats.org/drawingml/2006/main">
            <a:r>
              <a:t>    "path crosses crop boundary: 98",</a:t>
            </a:r>
          </a:p>
          <a:p xmlns:a="http://schemas.openxmlformats.org/drawingml/2006/main">
            <a:r>
              <a:t>    "unhandled image/shading at seq 14: [150.9268341064453, 85.4818115234375, 209.1416473388672, 117.98323059082031]; requires reviewed raster region",</a:t>
            </a:r>
          </a:p>
          <a:p xmlns:a="http://schemas.openxmlformats.org/drawingml/2006/main">
            <a:r>
              <a:t>    "unhandled image/shading at seq 18: [102.7559814453125, 85.4818115234375, 160.97079467773438, 117.98451232910156]; requires reviewed raster region",</a:t>
            </a:r>
          </a:p>
          <a:p xmlns:a="http://schemas.openxmlformats.org/drawingml/2006/main">
            <a:r>
              <a:t>    "unhandled image/shading at seq 20: [162.69662475585938, 119.81675720214844, 220.91143798828125, 152.3194580078125]; requires reviewed raster region",</a:t>
            </a:r>
          </a:p>
          <a:p xmlns:a="http://schemas.openxmlformats.org/drawingml/2006/main">
            <a:r>
              <a:t>    "unhandled image/shading at seq 24: [115.99642944335938, 119.81675720214844, 174.21124267578125, 152.3194580078125];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"text_repairs": "Ordinary labels remain live Times/Arial text; the three stylized function glyphs retain source outlines. Bottom distribution ellipsis baseline adjusted by one PDF point for substituted font metrics."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23384437344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4348b8f204a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4a081fc5b43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59d115d214f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da1acc3f3f4b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728b275ee40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1477AB-CCC9-4E47-AD51-416F65D99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6380" y="1309793"/>
            <a:ext cx="12131040" cy="500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33BDEC-8D8C-40DC-9FF7-40463D6C46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74570" y="1906905"/>
            <a:ext cx="10614660" cy="385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60D061-1D45-46C1-8CB1-CCC2F7AAAF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6380" y="1444625"/>
            <a:ext cx="12131040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2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42BE0F-8B61-48C9-AE9F-221528E6A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2964" y="269663"/>
            <a:ext cx="13457872" cy="423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0E60CD-D446-44CE-822F-0DE2973FA4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2964" y="963083"/>
            <a:ext cx="13457872" cy="2157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570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1pPr>
            <a:lvl2pPr marL="269663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2pPr>
            <a:lvl3pPr marL="423757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3pPr>
            <a:lvl4pPr marL="577850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4pPr>
            <a:lvl5pPr marL="731943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5pPr>
            <a:lvl6pPr marL="886037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6pPr>
            <a:lvl7pPr marL="1040130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7pPr>
            <a:lvl8pPr marL="1194223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8pPr>
            <a:lvl9pPr marL="1348317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565CB7-6E9E-41DC-871B-9360F05B89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2964" y="269663"/>
            <a:ext cx="13457872" cy="423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CB277F-EC91-4BB7-B09C-5DEDA5274B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2964" y="963083"/>
            <a:ext cx="6255067" cy="2157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570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1pPr>
            <a:lvl2pPr marL="269663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2pPr>
            <a:lvl3pPr marL="423757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3pPr>
            <a:lvl4pPr marL="577850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4pPr>
            <a:lvl5pPr marL="731943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5pPr>
            <a:lvl6pPr marL="886037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6pPr>
            <a:lvl7pPr marL="1040130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7pPr>
            <a:lvl8pPr marL="1194223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8pPr>
            <a:lvl9pPr marL="1348317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6B91FD-CD4F-4685-A88D-C25FA55C42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55769" y="963083"/>
            <a:ext cx="6255067" cy="2157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570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1pPr>
            <a:lvl2pPr marL="269663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2pPr>
            <a:lvl3pPr marL="423757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3pPr>
            <a:lvl4pPr marL="577850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4pPr>
            <a:lvl5pPr marL="731943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5pPr>
            <a:lvl6pPr marL="886037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6pPr>
            <a:lvl7pPr marL="1040130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7pPr>
            <a:lvl8pPr marL="1194223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8pPr>
            <a:lvl9pPr marL="1348317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5E688E-721A-4552-9DC3-45739A2EF1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2964" y="269663"/>
            <a:ext cx="13457872" cy="423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679A8F-F03A-44CA-8747-E94FDB9B9A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2964" y="963083"/>
            <a:ext cx="6255067" cy="2157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570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1pPr>
            <a:lvl2pPr marL="269663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2pPr>
            <a:lvl3pPr marL="423757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3pPr>
            <a:lvl4pPr marL="577850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4pPr>
            <a:lvl5pPr marL="731943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5pPr>
            <a:lvl6pPr marL="886037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6pPr>
            <a:lvl7pPr marL="1040130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7pPr>
            <a:lvl8pPr marL="1194223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8pPr>
            <a:lvl9pPr marL="1348317" indent="-115570">
              <a:lnSpc>
                <a:spcPct val="110000"/>
              </a:lnSpc>
              <a:spcBef>
                <a:spcPts val="0"/>
              </a:spcBef>
              <a:spcAft>
                <a:spcPts val="60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89b13bbddc4cde" /><Relationship Type="http://schemas.openxmlformats.org/officeDocument/2006/relationships/slideLayout" Target="/ppt/slideLayouts/slideLayout1.xml" Id="Rf272bc07511f4943" /><Relationship Type="http://schemas.openxmlformats.org/officeDocument/2006/relationships/slideLayout" Target="/ppt/slideLayouts/slideLayout2.xml" Id="R06bff58b67f24988" /><Relationship Type="http://schemas.openxmlformats.org/officeDocument/2006/relationships/slideLayout" Target="/ppt/slideLayouts/slideLayout3.xml" Id="R64cdb04385b34216" /><Relationship Type="http://schemas.openxmlformats.org/officeDocument/2006/relationships/slideLayout" Target="/ppt/slideLayouts/slideLayout4.xml" Id="Rea984a85068e4acb" /><Relationship Type="http://schemas.openxmlformats.org/officeDocument/2006/relationships/slideLayout" Target="/ppt/slideLayouts/slideLayout5.xml" Id="R7cdee8ac8e104318" /><Relationship Type="http://schemas.openxmlformats.org/officeDocument/2006/relationships/slideLayout" Target="/ppt/slideLayouts/slideLayout6.xml" Id="R159f9a54eac944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72bc07511f4943"/>
    <p:sldLayoutId xmlns:r="http://schemas.openxmlformats.org/officeDocument/2006/relationships" id="2147483650" r:id="R06bff58b67f24988"/>
    <p:sldLayoutId xmlns:r="http://schemas.openxmlformats.org/officeDocument/2006/relationships" id="2147483651" r:id="R64cdb04385b34216"/>
    <p:sldLayoutId xmlns:r="http://schemas.openxmlformats.org/officeDocument/2006/relationships" id="2147483652" r:id="Rea984a85068e4acb"/>
    <p:sldLayoutId xmlns:r="http://schemas.openxmlformats.org/officeDocument/2006/relationships" id="2147483653" r:id="R7cdee8ac8e104318"/>
    <p:sldLayoutId xmlns:r="http://schemas.openxmlformats.org/officeDocument/2006/relationships" id="2147483654" r:id="R159f9a54eac944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fb674270246c9" /><Relationship Type="http://schemas.openxmlformats.org/officeDocument/2006/relationships/image" Target="/ppt/media/image.png" Id="Rdbe4aaa40be64dd9" /><Relationship Type="http://schemas.openxmlformats.org/officeDocument/2006/relationships/image" Target="/ppt/media/image2.png" Id="Re3396e0806054558" /><Relationship Type="http://schemas.openxmlformats.org/officeDocument/2006/relationships/image" Target="/ppt/media/image3.png" Id="Rece3563fdc724a6a" /><Relationship Type="http://schemas.openxmlformats.org/officeDocument/2006/relationships/image" Target="/ppt/media/image4.png" Id="Re26dc74695b9453f" /><Relationship Type="http://schemas.openxmlformats.org/officeDocument/2006/relationships/notesSlide" Target="/ppt/notesSlides/notesSlide1.xml" Id="Rc1a6bf58b2364c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pdf-path-1">
            <a:extLst xmlns:a="http://schemas.openxmlformats.org/drawingml/2006/main">
              <a:ext uri="{FF2B5EF4-FFF2-40B4-BE49-F238E27FC236}">
                <a16:creationId xmlns:a16="http://schemas.microsoft.com/office/drawing/2014/main" id="{AFFE0973-6022-4481-BBF7-E3C267BE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0929" y="1419482"/>
            <a:ext cx="518103" cy="704969"/>
          </a:xfrm>
          <a:custGeom xmlns:a="http://schemas.openxmlformats.org/drawingml/2006/main">
            <a:pathLst>
              <a:path w="518103" h="704969">
                <a:moveTo>
                  <a:pt x="0" y="0"/>
                </a:moveTo>
                <a:lnTo>
                  <a:pt x="518103" y="0"/>
                </a:lnTo>
                <a:lnTo>
                  <a:pt x="518103" y="704969"/>
                </a:lnTo>
                <a:lnTo>
                  <a:pt x="0" y="704969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2" name="pdf-path-3">
            <a:extLst xmlns:a="http://schemas.openxmlformats.org/drawingml/2006/main">
              <a:ext uri="{FF2B5EF4-FFF2-40B4-BE49-F238E27FC236}">
                <a16:creationId xmlns:a16="http://schemas.microsoft.com/office/drawing/2014/main" id="{BE9C89B8-F6AB-4F32-B541-CB8224E6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87" y="2924837"/>
            <a:ext cx="378389" cy="95"/>
          </a:xfrm>
          <a:custGeom xmlns:a="http://schemas.openxmlformats.org/drawingml/2006/main">
            <a:pathLst>
              <a:path w="378389" h="95">
                <a:moveTo>
                  <a:pt x="0" y="0"/>
                </a:moveTo>
                <a:lnTo>
                  <a:pt x="37838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4">
            <a:extLst xmlns:a="http://schemas.openxmlformats.org/drawingml/2006/main">
              <a:ext uri="{FF2B5EF4-FFF2-40B4-BE49-F238E27FC236}">
                <a16:creationId xmlns:a16="http://schemas.microsoft.com/office/drawing/2014/main" id="{528A7C1A-F4F9-41CD-BAFE-322BDCF7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87" y="2924837"/>
            <a:ext cx="267492" cy="95"/>
          </a:xfrm>
          <a:custGeom xmlns:a="http://schemas.openxmlformats.org/drawingml/2006/main">
            <a:pathLst>
              <a:path w="267492" h="95">
                <a:moveTo>
                  <a:pt x="0" y="0"/>
                </a:moveTo>
                <a:lnTo>
                  <a:pt x="2674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4" name="pdf-path-5">
            <a:extLst xmlns:a="http://schemas.openxmlformats.org/drawingml/2006/main">
              <a:ext uri="{FF2B5EF4-FFF2-40B4-BE49-F238E27FC236}">
                <a16:creationId xmlns:a16="http://schemas.microsoft.com/office/drawing/2014/main" id="{9A63E70D-D117-4BF6-BF4E-B2CE245B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5079" y="2894308"/>
            <a:ext cx="83877" cy="61057"/>
          </a:xfrm>
          <a:custGeom xmlns:a="http://schemas.openxmlformats.org/drawingml/2006/main">
            <a:pathLst>
              <a:path w="83877" h="61057">
                <a:moveTo>
                  <a:pt x="0" y="61057"/>
                </a:moveTo>
                <a:lnTo>
                  <a:pt x="83877" y="30529"/>
                </a:lnTo>
                <a:lnTo>
                  <a:pt x="0" y="0"/>
                </a:lnTo>
                <a:lnTo>
                  <a:pt x="0" y="610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5" name="pdf-path-9">
            <a:extLst xmlns:a="http://schemas.openxmlformats.org/drawingml/2006/main">
              <a:ext uri="{FF2B5EF4-FFF2-40B4-BE49-F238E27FC236}">
                <a16:creationId xmlns:a16="http://schemas.microsoft.com/office/drawing/2014/main" id="{A4BB5390-BE1F-4DC4-8145-979E816A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13" y="95769"/>
            <a:ext cx="3765851" cy="3314694"/>
          </a:xfrm>
          <a:custGeom xmlns:a="http://schemas.openxmlformats.org/drawingml/2006/main">
            <a:pathLst>
              <a:path w="3765851" h="3314694">
                <a:moveTo>
                  <a:pt x="0" y="96988"/>
                </a:moveTo>
                <a:lnTo>
                  <a:pt x="0" y="96988"/>
                </a:lnTo>
                <a:cubicBezTo>
                  <a:pt x="0" y="43423"/>
                  <a:pt x="43423" y="0"/>
                  <a:pt x="96988" y="0"/>
                </a:cubicBezTo>
                <a:lnTo>
                  <a:pt x="3668863" y="0"/>
                </a:lnTo>
                <a:cubicBezTo>
                  <a:pt x="3694585" y="0"/>
                  <a:pt x="3719255" y="10219"/>
                  <a:pt x="3737444" y="28407"/>
                </a:cubicBezTo>
                <a:cubicBezTo>
                  <a:pt x="3755633" y="46596"/>
                  <a:pt x="3765851" y="71265"/>
                  <a:pt x="3765851" y="96988"/>
                </a:cubicBezTo>
                <a:lnTo>
                  <a:pt x="3765851" y="3217706"/>
                </a:lnTo>
                <a:cubicBezTo>
                  <a:pt x="3765851" y="3271271"/>
                  <a:pt x="3722428" y="3314694"/>
                  <a:pt x="3668863" y="3314694"/>
                </a:cubicBezTo>
                <a:lnTo>
                  <a:pt x="96988" y="3314694"/>
                </a:lnTo>
                <a:cubicBezTo>
                  <a:pt x="43423" y="3314694"/>
                  <a:pt x="0" y="3271271"/>
                  <a:pt x="0" y="3217706"/>
                </a:cubicBezTo>
                <a:lnTo>
                  <a:pt x="0" y="96988"/>
                </a:lnTo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18483">
            <a:solidFill>
              <a:srgbClr val="434343"/>
            </a:solidFill>
            <a:prstDash val="solid"/>
          </a:ln>
        </p:spPr>
      </p:sp>
      <p:sp>
        <p:nvSpPr>
          <p:cNvPr id="6" name="pdf-path-13">
            <a:extLst xmlns:a="http://schemas.openxmlformats.org/drawingml/2006/main">
              <a:ext uri="{FF2B5EF4-FFF2-40B4-BE49-F238E27FC236}">
                <a16:creationId xmlns:a16="http://schemas.microsoft.com/office/drawing/2014/main" id="{E10D3906-21F3-41FC-8A25-7E866017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7741" y="551757"/>
            <a:ext cx="1713523" cy="1238304"/>
          </a:xfrm>
          <a:custGeom xmlns:a="http://schemas.openxmlformats.org/drawingml/2006/main">
            <a:pathLst>
              <a:path w="1713523" h="1238304">
                <a:moveTo>
                  <a:pt x="0" y="0"/>
                </a:moveTo>
                <a:lnTo>
                  <a:pt x="1713523" y="0"/>
                </a:lnTo>
                <a:lnTo>
                  <a:pt x="1713523" y="1238304"/>
                </a:lnTo>
                <a:lnTo>
                  <a:pt x="0" y="123830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00F66-01E3-4110-B8C9-957EA4CF1B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4aaa40be64dd9"/>
          <a:srcRect xmlns:a="http://schemas.openxmlformats.org/drawingml/2006/main" l="0" t="75" r="0" b="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07741" y="551757"/>
            <a:ext cx="1713523" cy="1238304"/>
          </a:xfrm>
          <a:prstGeom xmlns:a="http://schemas.openxmlformats.org/drawingml/2006/main" prst="rect">
            <a:avLst/>
          </a:prstGeom>
        </p:spPr>
      </p:pic>
      <p:sp>
        <p:nvSpPr>
          <p:cNvPr id="8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A654B031-10E9-4420-B22F-104BAE32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7741" y="551757"/>
            <a:ext cx="1713523" cy="1238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pdf-path-17">
            <a:extLst xmlns:a="http://schemas.openxmlformats.org/drawingml/2006/main">
              <a:ext uri="{FF2B5EF4-FFF2-40B4-BE49-F238E27FC236}">
                <a16:creationId xmlns:a16="http://schemas.microsoft.com/office/drawing/2014/main" id="{5E07E6CA-4D32-4479-B126-59FB318C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464" y="551757"/>
            <a:ext cx="1713523" cy="1238353"/>
          </a:xfrm>
          <a:custGeom xmlns:a="http://schemas.openxmlformats.org/drawingml/2006/main">
            <a:pathLst>
              <a:path w="1713523" h="1238353">
                <a:moveTo>
                  <a:pt x="0" y="0"/>
                </a:moveTo>
                <a:lnTo>
                  <a:pt x="1713523" y="0"/>
                </a:lnTo>
                <a:lnTo>
                  <a:pt x="1713523" y="1238353"/>
                </a:lnTo>
                <a:lnTo>
                  <a:pt x="0" y="123835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E2EB7-2BEB-4687-8895-BA215DC97A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96e0806054558"/>
          <a:srcRect xmlns:a="http://schemas.openxmlformats.org/drawingml/2006/main" l="0" t="73" r="0" b="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464" y="551757"/>
            <a:ext cx="1713523" cy="1238353"/>
          </a:xfrm>
          <a:prstGeom xmlns:a="http://schemas.openxmlformats.org/drawingml/2006/main" prst="rect">
            <a:avLst/>
          </a:prstGeom>
        </p:spPr>
      </p:pic>
      <p:sp>
        <p:nvSpPr>
          <p:cNvPr id="11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9CF97222-EBD8-47F6-A1ED-69260E93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464" y="551757"/>
            <a:ext cx="1713523" cy="1238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pdf-path-19">
            <a:extLst xmlns:a="http://schemas.openxmlformats.org/drawingml/2006/main">
              <a:ext uri="{FF2B5EF4-FFF2-40B4-BE49-F238E27FC236}">
                <a16:creationId xmlns:a16="http://schemas.microsoft.com/office/drawing/2014/main" id="{EDE3FFC9-3411-4468-B075-D2F4258B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7741" y="1859918"/>
            <a:ext cx="1713523" cy="1238353"/>
          </a:xfrm>
          <a:custGeom xmlns:a="http://schemas.openxmlformats.org/drawingml/2006/main">
            <a:pathLst>
              <a:path w="1713523" h="1238353">
                <a:moveTo>
                  <a:pt x="0" y="0"/>
                </a:moveTo>
                <a:lnTo>
                  <a:pt x="1713523" y="0"/>
                </a:lnTo>
                <a:lnTo>
                  <a:pt x="1713523" y="1238353"/>
                </a:lnTo>
                <a:lnTo>
                  <a:pt x="0" y="123835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19EB6-7ACF-4572-A5F0-5428E2DB03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3563fdc724a6a"/>
          <a:srcRect xmlns:a="http://schemas.openxmlformats.org/drawingml/2006/main" l="0" t="73" r="0" b="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07741" y="1859918"/>
            <a:ext cx="1713523" cy="1238353"/>
          </a:xfrm>
          <a:prstGeom xmlns:a="http://schemas.openxmlformats.org/drawingml/2006/main" prst="rect">
            <a:avLst/>
          </a:prstGeom>
        </p:spPr>
      </p:pic>
      <p:sp>
        <p:nvSpPr>
          <p:cNvPr id="14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5336B652-7C6C-4881-AC0B-530493D5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7741" y="1859918"/>
            <a:ext cx="1713523" cy="1238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pdf-path-23">
            <a:extLst xmlns:a="http://schemas.openxmlformats.org/drawingml/2006/main">
              <a:ext uri="{FF2B5EF4-FFF2-40B4-BE49-F238E27FC236}">
                <a16:creationId xmlns:a16="http://schemas.microsoft.com/office/drawing/2014/main" id="{D7081100-C7DB-4739-8A3A-A3E9A058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464" y="1859918"/>
            <a:ext cx="1713523" cy="1238353"/>
          </a:xfrm>
          <a:custGeom xmlns:a="http://schemas.openxmlformats.org/drawingml/2006/main">
            <a:pathLst>
              <a:path w="1713523" h="1238353">
                <a:moveTo>
                  <a:pt x="0" y="0"/>
                </a:moveTo>
                <a:lnTo>
                  <a:pt x="1713523" y="0"/>
                </a:lnTo>
                <a:lnTo>
                  <a:pt x="1713523" y="1238353"/>
                </a:lnTo>
                <a:lnTo>
                  <a:pt x="0" y="123835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983FE-67A3-4430-B3CD-EAC474A27E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dc74695b9453f"/>
          <a:srcRect xmlns:a="http://schemas.openxmlformats.org/drawingml/2006/main" l="0" t="73" r="0" b="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464" y="1859918"/>
            <a:ext cx="1713523" cy="1238353"/>
          </a:xfrm>
          <a:prstGeom xmlns:a="http://schemas.openxmlformats.org/drawingml/2006/main" prst="rect">
            <a:avLst/>
          </a:prstGeom>
        </p:spPr>
      </p:pic>
      <p:sp>
        <p:nvSpPr>
          <p:cNvPr id="17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15717DE7-1853-4FAC-930C-A85DFEBD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464" y="1859918"/>
            <a:ext cx="1713523" cy="1238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5C5645DA-06AB-4F6B-975B-CB233FEB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493" y="203106"/>
            <a:ext cx="2778094" cy="27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Human &amp; Robot Videos</a:t>
            </a:r>
          </a:p>
        </p:txBody>
      </p:sp>
      <p:sp>
        <p:nvSpPr>
          <p:cNvPr id="19" name="pdf-path-33">
            <a:extLst xmlns:a="http://schemas.openxmlformats.org/drawingml/2006/main">
              <a:ext uri="{FF2B5EF4-FFF2-40B4-BE49-F238E27FC236}">
                <a16:creationId xmlns:a16="http://schemas.microsoft.com/office/drawing/2014/main" id="{1769B971-F0D6-4786-9A9B-35FDA6C7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81387" y="1313180"/>
            <a:ext cx="223541" cy="860400"/>
          </a:xfrm>
          <a:custGeom xmlns:a="http://schemas.openxmlformats.org/drawingml/2006/main">
            <a:pathLst>
              <a:path w="223541" h="860400">
                <a:moveTo>
                  <a:pt x="223541" y="823142"/>
                </a:moveTo>
                <a:lnTo>
                  <a:pt x="223541" y="823142"/>
                </a:lnTo>
                <a:cubicBezTo>
                  <a:pt x="223541" y="843719"/>
                  <a:pt x="206861" y="860400"/>
                  <a:pt x="186284" y="860400"/>
                </a:cubicBezTo>
                <a:lnTo>
                  <a:pt x="37258" y="860400"/>
                </a:lnTo>
                <a:cubicBezTo>
                  <a:pt x="27376" y="860400"/>
                  <a:pt x="17900" y="856475"/>
                  <a:pt x="10913" y="849488"/>
                </a:cubicBezTo>
                <a:cubicBezTo>
                  <a:pt x="3925" y="842500"/>
                  <a:pt x="0" y="833024"/>
                  <a:pt x="0" y="823142"/>
                </a:cubicBezTo>
                <a:lnTo>
                  <a:pt x="0" y="37258"/>
                </a:lnTo>
                <a:cubicBezTo>
                  <a:pt x="0" y="16681"/>
                  <a:pt x="16682" y="0"/>
                  <a:pt x="37258" y="0"/>
                </a:cubicBezTo>
                <a:lnTo>
                  <a:pt x="186284" y="0"/>
                </a:lnTo>
                <a:cubicBezTo>
                  <a:pt x="206861" y="0"/>
                  <a:pt x="223541" y="16681"/>
                  <a:pt x="223541" y="37258"/>
                </a:cubicBezTo>
                <a:lnTo>
                  <a:pt x="223541" y="823142"/>
                </a:lnTo>
              </a:path>
            </a:pathLst>
          </a:custGeom>
          <a:solidFill xmlns:a="http://schemas.openxmlformats.org/drawingml/2006/main">
            <a:srgbClr val="A4C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34">
            <a:extLst xmlns:a="http://schemas.openxmlformats.org/drawingml/2006/main">
              <a:ext uri="{FF2B5EF4-FFF2-40B4-BE49-F238E27FC236}">
                <a16:creationId xmlns:a16="http://schemas.microsoft.com/office/drawing/2014/main" id="{9791F31F-442C-447B-82EF-DA234991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2587" y="1313194"/>
            <a:ext cx="223541" cy="860400"/>
          </a:xfrm>
          <a:custGeom xmlns:a="http://schemas.openxmlformats.org/drawingml/2006/main">
            <a:pathLst>
              <a:path w="223541" h="860400">
                <a:moveTo>
                  <a:pt x="223541" y="823142"/>
                </a:moveTo>
                <a:lnTo>
                  <a:pt x="223541" y="823142"/>
                </a:lnTo>
                <a:cubicBezTo>
                  <a:pt x="223541" y="843719"/>
                  <a:pt x="206859" y="860400"/>
                  <a:pt x="186284" y="860400"/>
                </a:cubicBezTo>
                <a:lnTo>
                  <a:pt x="37258" y="860400"/>
                </a:lnTo>
                <a:cubicBezTo>
                  <a:pt x="27376" y="860400"/>
                  <a:pt x="17899" y="856474"/>
                  <a:pt x="10912" y="849488"/>
                </a:cubicBezTo>
                <a:cubicBezTo>
                  <a:pt x="3925" y="842500"/>
                  <a:pt x="0" y="833024"/>
                  <a:pt x="0" y="823142"/>
                </a:cubicBezTo>
                <a:lnTo>
                  <a:pt x="0" y="37258"/>
                </a:lnTo>
                <a:cubicBezTo>
                  <a:pt x="0" y="16681"/>
                  <a:pt x="16680" y="0"/>
                  <a:pt x="37258" y="0"/>
                </a:cubicBezTo>
                <a:lnTo>
                  <a:pt x="186284" y="0"/>
                </a:lnTo>
                <a:cubicBezTo>
                  <a:pt x="206859" y="0"/>
                  <a:pt x="223541" y="16681"/>
                  <a:pt x="223541" y="37258"/>
                </a:cubicBezTo>
                <a:lnTo>
                  <a:pt x="223541" y="823142"/>
                </a:lnTo>
              </a:path>
            </a:pathLst>
          </a:custGeom>
          <a:solidFill xmlns:a="http://schemas.openxmlformats.org/drawingml/2006/main">
            <a:srgbClr val="DD7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35">
            <a:extLst xmlns:a="http://schemas.openxmlformats.org/drawingml/2006/main">
              <a:ext uri="{FF2B5EF4-FFF2-40B4-BE49-F238E27FC236}">
                <a16:creationId xmlns:a16="http://schemas.microsoft.com/office/drawing/2014/main" id="{834EACEF-2FF3-477F-B979-6FD772BF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5409" y="1313194"/>
            <a:ext cx="223541" cy="860400"/>
          </a:xfrm>
          <a:custGeom xmlns:a="http://schemas.openxmlformats.org/drawingml/2006/main">
            <a:pathLst>
              <a:path w="223541" h="860400">
                <a:moveTo>
                  <a:pt x="223541" y="823142"/>
                </a:moveTo>
                <a:lnTo>
                  <a:pt x="223541" y="823142"/>
                </a:lnTo>
                <a:cubicBezTo>
                  <a:pt x="223541" y="843719"/>
                  <a:pt x="206859" y="860400"/>
                  <a:pt x="186284" y="860400"/>
                </a:cubicBezTo>
                <a:lnTo>
                  <a:pt x="37258" y="860400"/>
                </a:lnTo>
                <a:cubicBezTo>
                  <a:pt x="27376" y="860400"/>
                  <a:pt x="17899" y="856474"/>
                  <a:pt x="10912" y="849488"/>
                </a:cubicBezTo>
                <a:cubicBezTo>
                  <a:pt x="3925" y="842500"/>
                  <a:pt x="0" y="833024"/>
                  <a:pt x="0" y="823142"/>
                </a:cubicBezTo>
                <a:lnTo>
                  <a:pt x="0" y="37258"/>
                </a:lnTo>
                <a:cubicBezTo>
                  <a:pt x="0" y="16681"/>
                  <a:pt x="16680" y="0"/>
                  <a:pt x="37258" y="0"/>
                </a:cubicBezTo>
                <a:lnTo>
                  <a:pt x="186284" y="0"/>
                </a:lnTo>
                <a:cubicBezTo>
                  <a:pt x="206859" y="0"/>
                  <a:pt x="223541" y="16681"/>
                  <a:pt x="223541" y="37258"/>
                </a:cubicBezTo>
                <a:lnTo>
                  <a:pt x="223541" y="823142"/>
                </a:lnTo>
              </a:path>
            </a:pathLst>
          </a:custGeom>
          <a:solidFill xmlns:a="http://schemas.openxmlformats.org/drawingml/2006/main">
            <a:srgbClr val="F9CB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path-36">
            <a:extLst xmlns:a="http://schemas.openxmlformats.org/drawingml/2006/main">
              <a:ext uri="{FF2B5EF4-FFF2-40B4-BE49-F238E27FC236}">
                <a16:creationId xmlns:a16="http://schemas.microsoft.com/office/drawing/2014/main" id="{49E56A03-1A29-4E8A-9EF5-5651743B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6953" y="1313194"/>
            <a:ext cx="223540" cy="860400"/>
          </a:xfrm>
          <a:custGeom xmlns:a="http://schemas.openxmlformats.org/drawingml/2006/main">
            <a:pathLst>
              <a:path w="223540" h="860400">
                <a:moveTo>
                  <a:pt x="223540" y="823142"/>
                </a:moveTo>
                <a:lnTo>
                  <a:pt x="223540" y="823142"/>
                </a:lnTo>
                <a:cubicBezTo>
                  <a:pt x="223540" y="843719"/>
                  <a:pt x="206859" y="860400"/>
                  <a:pt x="186283" y="860400"/>
                </a:cubicBezTo>
                <a:lnTo>
                  <a:pt x="37257" y="860400"/>
                </a:lnTo>
                <a:cubicBezTo>
                  <a:pt x="27375" y="860400"/>
                  <a:pt x="17899" y="856474"/>
                  <a:pt x="10911" y="849488"/>
                </a:cubicBezTo>
                <a:cubicBezTo>
                  <a:pt x="3924" y="842500"/>
                  <a:pt x="0" y="833024"/>
                  <a:pt x="0" y="823142"/>
                </a:cubicBezTo>
                <a:lnTo>
                  <a:pt x="0" y="37258"/>
                </a:lnTo>
                <a:cubicBezTo>
                  <a:pt x="0" y="16681"/>
                  <a:pt x="16680" y="0"/>
                  <a:pt x="37257" y="0"/>
                </a:cubicBezTo>
                <a:lnTo>
                  <a:pt x="186283" y="0"/>
                </a:lnTo>
                <a:cubicBezTo>
                  <a:pt x="206859" y="0"/>
                  <a:pt x="223540" y="16681"/>
                  <a:pt x="223540" y="37258"/>
                </a:cubicBezTo>
                <a:lnTo>
                  <a:pt x="223540" y="823142"/>
                </a:lnTo>
              </a:path>
            </a:pathLst>
          </a:custGeom>
          <a:solidFill xmlns:a="http://schemas.openxmlformats.org/drawingml/2006/main">
            <a:srgbClr val="FFE5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37">
            <a:extLst xmlns:a="http://schemas.openxmlformats.org/drawingml/2006/main">
              <a:ext uri="{FF2B5EF4-FFF2-40B4-BE49-F238E27FC236}">
                <a16:creationId xmlns:a16="http://schemas.microsoft.com/office/drawing/2014/main" id="{F2A3863A-8E64-4989-A532-C0D7719A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8862" y="1225652"/>
            <a:ext cx="419721" cy="776572"/>
          </a:xfrm>
          <a:custGeom xmlns:a="http://schemas.openxmlformats.org/drawingml/2006/main">
            <a:pathLst>
              <a:path w="419721" h="776572">
                <a:moveTo>
                  <a:pt x="0" y="0"/>
                </a:moveTo>
                <a:lnTo>
                  <a:pt x="419721" y="0"/>
                </a:lnTo>
                <a:lnTo>
                  <a:pt x="419721" y="776572"/>
                </a:lnTo>
                <a:lnTo>
                  <a:pt x="0" y="77657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E215F3F5-EFCF-47BA-A2BA-38D5791E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207" y="1459891"/>
            <a:ext cx="345014" cy="345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25" name="pdf-path-39">
            <a:extLst xmlns:a="http://schemas.openxmlformats.org/drawingml/2006/main">
              <a:ext uri="{FF2B5EF4-FFF2-40B4-BE49-F238E27FC236}">
                <a16:creationId xmlns:a16="http://schemas.microsoft.com/office/drawing/2014/main" id="{71AECC39-54FD-429E-A0AE-B14FC241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749" y="2515317"/>
            <a:ext cx="1930951" cy="819069"/>
          </a:xfrm>
          <a:custGeom xmlns:a="http://schemas.openxmlformats.org/drawingml/2006/main">
            <a:pathLst>
              <a:path w="1930951" h="819069">
                <a:moveTo>
                  <a:pt x="0" y="136514"/>
                </a:moveTo>
                <a:lnTo>
                  <a:pt x="0" y="136514"/>
                </a:lnTo>
                <a:cubicBezTo>
                  <a:pt x="0" y="61120"/>
                  <a:pt x="61120" y="0"/>
                  <a:pt x="136514" y="0"/>
                </a:cubicBezTo>
                <a:lnTo>
                  <a:pt x="1794438" y="0"/>
                </a:lnTo>
                <a:cubicBezTo>
                  <a:pt x="1830643" y="0"/>
                  <a:pt x="1865366" y="14383"/>
                  <a:pt x="1890967" y="39985"/>
                </a:cubicBezTo>
                <a:cubicBezTo>
                  <a:pt x="1916570" y="65586"/>
                  <a:pt x="1930951" y="100309"/>
                  <a:pt x="1930951" y="136514"/>
                </a:cubicBezTo>
                <a:lnTo>
                  <a:pt x="1930951" y="682555"/>
                </a:lnTo>
                <a:cubicBezTo>
                  <a:pt x="1930951" y="757949"/>
                  <a:pt x="1869832" y="819069"/>
                  <a:pt x="1794438" y="819069"/>
                </a:cubicBezTo>
                <a:lnTo>
                  <a:pt x="136514" y="819069"/>
                </a:lnTo>
                <a:cubicBezTo>
                  <a:pt x="61120" y="819069"/>
                  <a:pt x="0" y="757949"/>
                  <a:pt x="0" y="682555"/>
                </a:cubicBezTo>
                <a:lnTo>
                  <a:pt x="0" y="136514"/>
                </a:lnTo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36966">
            <a:solidFill>
              <a:srgbClr val="0B5394"/>
            </a:solidFill>
            <a:prstDash val="solid"/>
          </a:ln>
        </p:spPr>
      </p:sp>
      <p:sp>
        <p:nvSpPr>
          <p:cNvPr id="26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A62CAEB7-B715-46DC-8F19-5C1BD76B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9919" y="3011721"/>
            <a:ext cx="990716" cy="246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40" b="1" i="0">
                <a:solidFill>
                  <a:srgbClr val="0B53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40" b="1" i="0">
                <a:solidFill>
                  <a:srgbClr val="0B5394"/>
                </a:solidFill>
                <a:latin typeface="Arial"/>
                <a:ea typeface="Arial"/>
                <a:cs typeface="Arial"/>
              </a:defRPr>
            </a:pPr>
            <a:r>
              <a:rPr sz="1940" b="1" i="0">
                <a:solidFill>
                  <a:srgbClr val="0B5394"/>
                </a:solidFill>
                <a:latin typeface="Arial"/>
                <a:ea typeface="Arial"/>
                <a:cs typeface="Arial"/>
              </a:rPr>
              <a:t>temporal</a:t>
            </a:r>
          </a:p>
        </p:txBody>
      </p:sp>
      <p:sp>
        <p:nvSpPr>
          <p:cNvPr id="27" name="pdf-path-43">
            <a:extLst xmlns:a="http://schemas.openxmlformats.org/drawingml/2006/main">
              <a:ext uri="{FF2B5EF4-FFF2-40B4-BE49-F238E27FC236}">
                <a16:creationId xmlns:a16="http://schemas.microsoft.com/office/drawing/2014/main" id="{1A8E427D-B35E-49D3-8F48-E8973B16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4813" y="770311"/>
            <a:ext cx="1979269" cy="95"/>
          </a:xfrm>
          <a:custGeom xmlns:a="http://schemas.openxmlformats.org/drawingml/2006/main">
            <a:pathLst>
              <a:path w="1979269" h="95">
                <a:moveTo>
                  <a:pt x="0" y="0"/>
                </a:moveTo>
                <a:lnTo>
                  <a:pt x="197926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28" name="pdf-path-45">
            <a:extLst xmlns:a="http://schemas.openxmlformats.org/drawingml/2006/main">
              <a:ext uri="{FF2B5EF4-FFF2-40B4-BE49-F238E27FC236}">
                <a16:creationId xmlns:a16="http://schemas.microsoft.com/office/drawing/2014/main" id="{07C781B1-5862-4DF4-898A-C52A7F1A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1956" y="448364"/>
            <a:ext cx="209570" cy="307951"/>
          </a:xfrm>
          <a:custGeom xmlns:a="http://schemas.openxmlformats.org/drawingml/2006/main">
            <a:pathLst>
              <a:path w="209570" h="307951">
                <a:moveTo>
                  <a:pt x="209570" y="273022"/>
                </a:moveTo>
                <a:lnTo>
                  <a:pt x="209570" y="273022"/>
                </a:lnTo>
                <a:cubicBezTo>
                  <a:pt x="209570" y="292313"/>
                  <a:pt x="193931" y="307951"/>
                  <a:pt x="174641" y="307951"/>
                </a:cubicBezTo>
                <a:lnTo>
                  <a:pt x="34929" y="307951"/>
                </a:lnTo>
                <a:cubicBezTo>
                  <a:pt x="25666" y="307951"/>
                  <a:pt x="16782" y="304271"/>
                  <a:pt x="10231" y="297721"/>
                </a:cubicBezTo>
                <a:cubicBezTo>
                  <a:pt x="3680" y="291170"/>
                  <a:pt x="0" y="282286"/>
                  <a:pt x="0" y="273022"/>
                </a:cubicBezTo>
                <a:lnTo>
                  <a:pt x="0" y="34929"/>
                </a:lnTo>
                <a:cubicBezTo>
                  <a:pt x="0" y="15638"/>
                  <a:pt x="15639" y="0"/>
                  <a:pt x="34929" y="0"/>
                </a:cubicBezTo>
                <a:lnTo>
                  <a:pt x="174641" y="0"/>
                </a:lnTo>
                <a:cubicBezTo>
                  <a:pt x="193931" y="0"/>
                  <a:pt x="209570" y="15638"/>
                  <a:pt x="209570" y="34929"/>
                </a:cubicBezTo>
                <a:lnTo>
                  <a:pt x="209570" y="273022"/>
                </a:lnTo>
              </a:path>
            </a:pathLst>
          </a:custGeom>
          <a:solidFill xmlns:a="http://schemas.openxmlformats.org/drawingml/2006/main">
            <a:srgbClr val="FFE5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path-46">
            <a:extLst xmlns:a="http://schemas.openxmlformats.org/drawingml/2006/main">
              <a:ext uri="{FF2B5EF4-FFF2-40B4-BE49-F238E27FC236}">
                <a16:creationId xmlns:a16="http://schemas.microsoft.com/office/drawing/2014/main" id="{C1562422-A1F0-4BD7-8DD4-7B5F7591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4243" y="138075"/>
            <a:ext cx="209570" cy="618231"/>
          </a:xfrm>
          <a:custGeom xmlns:a="http://schemas.openxmlformats.org/drawingml/2006/main">
            <a:pathLst>
              <a:path w="209570" h="618231">
                <a:moveTo>
                  <a:pt x="209570" y="583302"/>
                </a:moveTo>
                <a:lnTo>
                  <a:pt x="209570" y="583302"/>
                </a:lnTo>
                <a:cubicBezTo>
                  <a:pt x="209570" y="602592"/>
                  <a:pt x="193932" y="618231"/>
                  <a:pt x="174642" y="618231"/>
                </a:cubicBezTo>
                <a:lnTo>
                  <a:pt x="34929" y="618231"/>
                </a:lnTo>
                <a:cubicBezTo>
                  <a:pt x="25666" y="618231"/>
                  <a:pt x="16782" y="614551"/>
                  <a:pt x="10231" y="608000"/>
                </a:cubicBezTo>
                <a:cubicBezTo>
                  <a:pt x="3680" y="601450"/>
                  <a:pt x="0" y="592565"/>
                  <a:pt x="0" y="583302"/>
                </a:cubicBezTo>
                <a:lnTo>
                  <a:pt x="0" y="34929"/>
                </a:lnTo>
                <a:cubicBezTo>
                  <a:pt x="0" y="15638"/>
                  <a:pt x="15639" y="0"/>
                  <a:pt x="34929" y="0"/>
                </a:cubicBezTo>
                <a:lnTo>
                  <a:pt x="174642" y="0"/>
                </a:lnTo>
                <a:cubicBezTo>
                  <a:pt x="193932" y="0"/>
                  <a:pt x="209570" y="15638"/>
                  <a:pt x="209570" y="34929"/>
                </a:cubicBezTo>
                <a:lnTo>
                  <a:pt x="209570" y="583302"/>
                </a:lnTo>
              </a:path>
            </a:pathLst>
          </a:custGeom>
          <a:solidFill xmlns:a="http://schemas.openxmlformats.org/drawingml/2006/main">
            <a:srgbClr val="F9CB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df-path-47">
            <a:extLst xmlns:a="http://schemas.openxmlformats.org/drawingml/2006/main">
              <a:ext uri="{FF2B5EF4-FFF2-40B4-BE49-F238E27FC236}">
                <a16:creationId xmlns:a16="http://schemas.microsoft.com/office/drawing/2014/main" id="{2A42214E-989D-4CCF-8219-BFAE0BAD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130" y="294702"/>
            <a:ext cx="209570" cy="461635"/>
          </a:xfrm>
          <a:custGeom xmlns:a="http://schemas.openxmlformats.org/drawingml/2006/main">
            <a:pathLst>
              <a:path w="209570" h="461635">
                <a:moveTo>
                  <a:pt x="209570" y="426707"/>
                </a:moveTo>
                <a:lnTo>
                  <a:pt x="209570" y="426707"/>
                </a:lnTo>
                <a:cubicBezTo>
                  <a:pt x="209570" y="445997"/>
                  <a:pt x="193931" y="461635"/>
                  <a:pt x="174641" y="461635"/>
                </a:cubicBezTo>
                <a:lnTo>
                  <a:pt x="34929" y="461635"/>
                </a:lnTo>
                <a:cubicBezTo>
                  <a:pt x="25665" y="461635"/>
                  <a:pt x="16780" y="457955"/>
                  <a:pt x="10230" y="451405"/>
                </a:cubicBezTo>
                <a:cubicBezTo>
                  <a:pt x="3680" y="444855"/>
                  <a:pt x="0" y="435970"/>
                  <a:pt x="0" y="426707"/>
                </a:cubicBezTo>
                <a:lnTo>
                  <a:pt x="0" y="34929"/>
                </a:lnTo>
                <a:cubicBezTo>
                  <a:pt x="0" y="15638"/>
                  <a:pt x="15639" y="0"/>
                  <a:pt x="34929" y="0"/>
                </a:cubicBezTo>
                <a:lnTo>
                  <a:pt x="174641" y="0"/>
                </a:lnTo>
                <a:cubicBezTo>
                  <a:pt x="193931" y="0"/>
                  <a:pt x="209570" y="15638"/>
                  <a:pt x="209570" y="34929"/>
                </a:cubicBezTo>
                <a:lnTo>
                  <a:pt x="209570" y="426707"/>
                </a:lnTo>
              </a:path>
            </a:pathLst>
          </a:custGeom>
          <a:solidFill xmlns:a="http://schemas.openxmlformats.org/drawingml/2006/main">
            <a:srgbClr val="A4C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48">
            <a:extLst xmlns:a="http://schemas.openxmlformats.org/drawingml/2006/main">
              <a:ext uri="{FF2B5EF4-FFF2-40B4-BE49-F238E27FC236}">
                <a16:creationId xmlns:a16="http://schemas.microsoft.com/office/drawing/2014/main" id="{B637B02D-E17F-4480-B958-953395A2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2833" y="504272"/>
            <a:ext cx="209570" cy="266037"/>
          </a:xfrm>
          <a:custGeom xmlns:a="http://schemas.openxmlformats.org/drawingml/2006/main">
            <a:pathLst>
              <a:path w="209570" h="266037">
                <a:moveTo>
                  <a:pt x="209570" y="231108"/>
                </a:moveTo>
                <a:lnTo>
                  <a:pt x="209570" y="231108"/>
                </a:lnTo>
                <a:cubicBezTo>
                  <a:pt x="209570" y="250399"/>
                  <a:pt x="193931" y="266037"/>
                  <a:pt x="174642" y="266037"/>
                </a:cubicBezTo>
                <a:lnTo>
                  <a:pt x="34928" y="266037"/>
                </a:lnTo>
                <a:cubicBezTo>
                  <a:pt x="25666" y="266037"/>
                  <a:pt x="16780" y="262357"/>
                  <a:pt x="10230" y="255807"/>
                </a:cubicBezTo>
                <a:cubicBezTo>
                  <a:pt x="3680" y="249256"/>
                  <a:pt x="0" y="240372"/>
                  <a:pt x="0" y="231108"/>
                </a:cubicBezTo>
                <a:lnTo>
                  <a:pt x="0" y="34929"/>
                </a:lnTo>
                <a:cubicBezTo>
                  <a:pt x="0" y="15638"/>
                  <a:pt x="15639" y="0"/>
                  <a:pt x="34928" y="0"/>
                </a:cubicBezTo>
                <a:lnTo>
                  <a:pt x="174642" y="0"/>
                </a:lnTo>
                <a:cubicBezTo>
                  <a:pt x="193931" y="0"/>
                  <a:pt x="209570" y="15638"/>
                  <a:pt x="209570" y="34929"/>
                </a:cubicBezTo>
                <a:lnTo>
                  <a:pt x="209570" y="231108"/>
                </a:lnTo>
              </a:path>
            </a:pathLst>
          </a:custGeom>
          <a:solidFill xmlns:a="http://schemas.openxmlformats.org/drawingml/2006/main">
            <a:srgbClr val="DD7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path-49">
            <a:extLst xmlns:a="http://schemas.openxmlformats.org/drawingml/2006/main">
              <a:ext uri="{FF2B5EF4-FFF2-40B4-BE49-F238E27FC236}">
                <a16:creationId xmlns:a16="http://schemas.microsoft.com/office/drawing/2014/main" id="{138B16F1-AE24-426C-8C18-421C7666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6114" y="157388"/>
            <a:ext cx="392943" cy="776572"/>
          </a:xfrm>
          <a:custGeom xmlns:a="http://schemas.openxmlformats.org/drawingml/2006/main">
            <a:pathLst>
              <a:path w="392943" h="776572">
                <a:moveTo>
                  <a:pt x="0" y="0"/>
                </a:moveTo>
                <a:lnTo>
                  <a:pt x="392943" y="0"/>
                </a:lnTo>
                <a:lnTo>
                  <a:pt x="392943" y="776572"/>
                </a:lnTo>
                <a:lnTo>
                  <a:pt x="0" y="77657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34A2067A-7283-4CD9-803C-7D7777A1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2460" y="391627"/>
            <a:ext cx="345014" cy="345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34" name="pdf-path-51">
            <a:extLst xmlns:a="http://schemas.openxmlformats.org/drawingml/2006/main">
              <a:ext uri="{FF2B5EF4-FFF2-40B4-BE49-F238E27FC236}">
                <a16:creationId xmlns:a16="http://schemas.microsoft.com/office/drawing/2014/main" id="{0E569429-4FEF-42B0-B4C2-644FE223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8459" y="666215"/>
            <a:ext cx="2885076" cy="686923"/>
          </a:xfrm>
          <a:custGeom xmlns:a="http://schemas.openxmlformats.org/drawingml/2006/main">
            <a:pathLst>
              <a:path w="2885076" h="686923">
                <a:moveTo>
                  <a:pt x="0" y="0"/>
                </a:moveTo>
                <a:lnTo>
                  <a:pt x="2885076" y="0"/>
                </a:lnTo>
                <a:lnTo>
                  <a:pt x="2885076" y="686923"/>
                </a:lnTo>
                <a:lnTo>
                  <a:pt x="0" y="68692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8604187B-CE12-4799-9336-785B8CD3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1290" y="885906"/>
            <a:ext cx="2346488" cy="27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Predicted probability </a:t>
            </a:r>
          </a:p>
        </p:txBody>
      </p:sp>
      <p:sp>
        <p:nvSpPr>
          <p:cNvPr id="36" name="pdf-path-55">
            <a:extLst xmlns:a="http://schemas.openxmlformats.org/drawingml/2006/main">
              <a:ext uri="{FF2B5EF4-FFF2-40B4-BE49-F238E27FC236}">
                <a16:creationId xmlns:a16="http://schemas.microsoft.com/office/drawing/2014/main" id="{AD7A80A6-8B9B-45CC-BDA2-22A304AB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5608" y="3013928"/>
            <a:ext cx="1979270" cy="95"/>
          </a:xfrm>
          <a:custGeom xmlns:a="http://schemas.openxmlformats.org/drawingml/2006/main">
            <a:pathLst>
              <a:path w="1979270" h="95">
                <a:moveTo>
                  <a:pt x="0" y="0"/>
                </a:moveTo>
                <a:lnTo>
                  <a:pt x="197927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37" name="pdf-path-57">
            <a:extLst xmlns:a="http://schemas.openxmlformats.org/drawingml/2006/main">
              <a:ext uri="{FF2B5EF4-FFF2-40B4-BE49-F238E27FC236}">
                <a16:creationId xmlns:a16="http://schemas.microsoft.com/office/drawing/2014/main" id="{5937E3BC-6E27-4B39-ACEE-7DCE2614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0593" y="2791523"/>
            <a:ext cx="243915" cy="210151"/>
          </a:xfrm>
          <a:custGeom xmlns:a="http://schemas.openxmlformats.org/drawingml/2006/main">
            <a:pathLst>
              <a:path w="243915" h="210151">
                <a:moveTo>
                  <a:pt x="243915" y="175125"/>
                </a:moveTo>
                <a:lnTo>
                  <a:pt x="243915" y="175125"/>
                </a:lnTo>
                <a:cubicBezTo>
                  <a:pt x="243915" y="194470"/>
                  <a:pt x="228234" y="210151"/>
                  <a:pt x="208890" y="210151"/>
                </a:cubicBezTo>
                <a:lnTo>
                  <a:pt x="35026" y="210151"/>
                </a:lnTo>
                <a:cubicBezTo>
                  <a:pt x="25736" y="210151"/>
                  <a:pt x="16827" y="206461"/>
                  <a:pt x="10259" y="199892"/>
                </a:cubicBezTo>
                <a:cubicBezTo>
                  <a:pt x="3689" y="193324"/>
                  <a:pt x="0" y="184415"/>
                  <a:pt x="0" y="175125"/>
                </a:cubicBezTo>
                <a:lnTo>
                  <a:pt x="0" y="35026"/>
                </a:lnTo>
                <a:cubicBezTo>
                  <a:pt x="0" y="15682"/>
                  <a:pt x="15680" y="0"/>
                  <a:pt x="35026" y="0"/>
                </a:cubicBezTo>
                <a:lnTo>
                  <a:pt x="208890" y="0"/>
                </a:lnTo>
                <a:cubicBezTo>
                  <a:pt x="228234" y="0"/>
                  <a:pt x="243915" y="15682"/>
                  <a:pt x="243915" y="35026"/>
                </a:cubicBezTo>
                <a:lnTo>
                  <a:pt x="243915" y="175125"/>
                </a:lnTo>
              </a:path>
            </a:pathLst>
          </a:custGeom>
          <a:solidFill xmlns:a="http://schemas.openxmlformats.org/drawingml/2006/main">
            <a:srgbClr val="FFE5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58">
            <a:extLst xmlns:a="http://schemas.openxmlformats.org/drawingml/2006/main">
              <a:ext uri="{FF2B5EF4-FFF2-40B4-BE49-F238E27FC236}">
                <a16:creationId xmlns:a16="http://schemas.microsoft.com/office/drawing/2014/main" id="{81BACE66-04A8-4173-88DC-5871CFD4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6609" y="2242002"/>
            <a:ext cx="243915" cy="759690"/>
          </a:xfrm>
          <a:custGeom xmlns:a="http://schemas.openxmlformats.org/drawingml/2006/main">
            <a:pathLst>
              <a:path w="243915" h="759690">
                <a:moveTo>
                  <a:pt x="243915" y="719036"/>
                </a:moveTo>
                <a:lnTo>
                  <a:pt x="243915" y="719036"/>
                </a:lnTo>
                <a:cubicBezTo>
                  <a:pt x="243915" y="741488"/>
                  <a:pt x="225715" y="759690"/>
                  <a:pt x="203262" y="759690"/>
                </a:cubicBezTo>
                <a:lnTo>
                  <a:pt x="40653" y="759690"/>
                </a:lnTo>
                <a:cubicBezTo>
                  <a:pt x="29871" y="759690"/>
                  <a:pt x="19531" y="755407"/>
                  <a:pt x="11907" y="747783"/>
                </a:cubicBezTo>
                <a:cubicBezTo>
                  <a:pt x="4283" y="740159"/>
                  <a:pt x="0" y="729818"/>
                  <a:pt x="0" y="719036"/>
                </a:cubicBezTo>
                <a:lnTo>
                  <a:pt x="0" y="40653"/>
                </a:lnTo>
                <a:cubicBezTo>
                  <a:pt x="0" y="18201"/>
                  <a:pt x="18201" y="0"/>
                  <a:pt x="40653" y="0"/>
                </a:cubicBezTo>
                <a:lnTo>
                  <a:pt x="203262" y="0"/>
                </a:lnTo>
                <a:cubicBezTo>
                  <a:pt x="225715" y="0"/>
                  <a:pt x="243915" y="18201"/>
                  <a:pt x="243915" y="40653"/>
                </a:cubicBezTo>
                <a:lnTo>
                  <a:pt x="243915" y="719036"/>
                </a:lnTo>
              </a:path>
            </a:pathLst>
          </a:custGeom>
          <a:solidFill xmlns:a="http://schemas.openxmlformats.org/drawingml/2006/main">
            <a:srgbClr val="F9CB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59">
            <a:extLst xmlns:a="http://schemas.openxmlformats.org/drawingml/2006/main">
              <a:ext uri="{FF2B5EF4-FFF2-40B4-BE49-F238E27FC236}">
                <a16:creationId xmlns:a16="http://schemas.microsoft.com/office/drawing/2014/main" id="{5281C28C-AF05-4155-B127-87D2762B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5241" y="2867817"/>
            <a:ext cx="243917" cy="133892"/>
          </a:xfrm>
          <a:custGeom xmlns:a="http://schemas.openxmlformats.org/drawingml/2006/main">
            <a:pathLst>
              <a:path w="243917" h="133892">
                <a:moveTo>
                  <a:pt x="243917" y="111576"/>
                </a:moveTo>
                <a:lnTo>
                  <a:pt x="243917" y="111576"/>
                </a:lnTo>
                <a:cubicBezTo>
                  <a:pt x="243917" y="123901"/>
                  <a:pt x="233925" y="133892"/>
                  <a:pt x="221600" y="133892"/>
                </a:cubicBezTo>
                <a:lnTo>
                  <a:pt x="22316" y="133892"/>
                </a:lnTo>
                <a:cubicBezTo>
                  <a:pt x="16397" y="133892"/>
                  <a:pt x="10721" y="131540"/>
                  <a:pt x="6537" y="127356"/>
                </a:cubicBezTo>
                <a:cubicBezTo>
                  <a:pt x="2351" y="123170"/>
                  <a:pt x="0" y="117495"/>
                  <a:pt x="0" y="111576"/>
                </a:cubicBezTo>
                <a:lnTo>
                  <a:pt x="0" y="22315"/>
                </a:lnTo>
                <a:cubicBezTo>
                  <a:pt x="0" y="9991"/>
                  <a:pt x="9991" y="0"/>
                  <a:pt x="22316" y="0"/>
                </a:cubicBezTo>
                <a:lnTo>
                  <a:pt x="221600" y="0"/>
                </a:lnTo>
                <a:cubicBezTo>
                  <a:pt x="233925" y="0"/>
                  <a:pt x="243917" y="9991"/>
                  <a:pt x="243917" y="22315"/>
                </a:cubicBezTo>
                <a:lnTo>
                  <a:pt x="243917" y="111576"/>
                </a:lnTo>
              </a:path>
            </a:pathLst>
          </a:custGeom>
          <a:solidFill xmlns:a="http://schemas.openxmlformats.org/drawingml/2006/main">
            <a:srgbClr val="A4C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60">
            <a:extLst xmlns:a="http://schemas.openxmlformats.org/drawingml/2006/main">
              <a:ext uri="{FF2B5EF4-FFF2-40B4-BE49-F238E27FC236}">
                <a16:creationId xmlns:a16="http://schemas.microsoft.com/office/drawing/2014/main" id="{1F75BE2E-528D-4259-958F-F3EA0097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9285" y="2781069"/>
            <a:ext cx="243915" cy="232855"/>
          </a:xfrm>
          <a:custGeom xmlns:a="http://schemas.openxmlformats.org/drawingml/2006/main">
            <a:pathLst>
              <a:path w="243915" h="232855">
                <a:moveTo>
                  <a:pt x="243915" y="194045"/>
                </a:moveTo>
                <a:lnTo>
                  <a:pt x="243915" y="194045"/>
                </a:lnTo>
                <a:cubicBezTo>
                  <a:pt x="243915" y="215479"/>
                  <a:pt x="226540" y="232855"/>
                  <a:pt x="205105" y="232855"/>
                </a:cubicBezTo>
                <a:lnTo>
                  <a:pt x="38808" y="232855"/>
                </a:lnTo>
                <a:cubicBezTo>
                  <a:pt x="28516" y="232855"/>
                  <a:pt x="18644" y="228766"/>
                  <a:pt x="11367" y="221488"/>
                </a:cubicBezTo>
                <a:cubicBezTo>
                  <a:pt x="4088" y="214210"/>
                  <a:pt x="0" y="204338"/>
                  <a:pt x="0" y="194045"/>
                </a:cubicBezTo>
                <a:lnTo>
                  <a:pt x="0" y="38810"/>
                </a:lnTo>
                <a:cubicBezTo>
                  <a:pt x="0" y="17376"/>
                  <a:pt x="17375" y="0"/>
                  <a:pt x="38808" y="0"/>
                </a:cubicBezTo>
                <a:lnTo>
                  <a:pt x="205105" y="0"/>
                </a:lnTo>
                <a:cubicBezTo>
                  <a:pt x="226540" y="0"/>
                  <a:pt x="243915" y="17376"/>
                  <a:pt x="243915" y="38810"/>
                </a:cubicBezTo>
                <a:lnTo>
                  <a:pt x="243915" y="194045"/>
                </a:lnTo>
              </a:path>
            </a:pathLst>
          </a:custGeom>
          <a:solidFill xmlns:a="http://schemas.openxmlformats.org/drawingml/2006/main">
            <a:srgbClr val="DD7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61">
            <a:extLst xmlns:a="http://schemas.openxmlformats.org/drawingml/2006/main">
              <a:ext uri="{FF2B5EF4-FFF2-40B4-BE49-F238E27FC236}">
                <a16:creationId xmlns:a16="http://schemas.microsoft.com/office/drawing/2014/main" id="{92266FEC-A84E-4D09-9725-B6A2815F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2709" y="2477877"/>
            <a:ext cx="457560" cy="776572"/>
          </a:xfrm>
          <a:custGeom xmlns:a="http://schemas.openxmlformats.org/drawingml/2006/main">
            <a:pathLst>
              <a:path w="457560" h="776572">
                <a:moveTo>
                  <a:pt x="0" y="0"/>
                </a:moveTo>
                <a:lnTo>
                  <a:pt x="457560" y="0"/>
                </a:lnTo>
                <a:lnTo>
                  <a:pt x="457560" y="776572"/>
                </a:lnTo>
                <a:lnTo>
                  <a:pt x="0" y="77657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482A760B-354D-4330-8ABA-E41A5C2D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9054" y="2674016"/>
            <a:ext cx="345014" cy="345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43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FADCD45E-F65D-4356-9B67-5F9C42DE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4408" y="3098074"/>
            <a:ext cx="750627" cy="27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Target </a:t>
            </a:r>
          </a:p>
        </p:txBody>
      </p:sp>
      <p:sp>
        <p:nvSpPr>
          <p:cNvPr id="44" name="pdf-path-65">
            <a:extLst xmlns:a="http://schemas.openxmlformats.org/drawingml/2006/main">
              <a:ext uri="{FF2B5EF4-FFF2-40B4-BE49-F238E27FC236}">
                <a16:creationId xmlns:a16="http://schemas.microsoft.com/office/drawing/2014/main" id="{44C500D1-3ECD-4AFA-807A-D8314E5A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2055" y="2223327"/>
            <a:ext cx="95" cy="371404"/>
          </a:xfrm>
          <a:custGeom xmlns:a="http://schemas.openxmlformats.org/drawingml/2006/main">
            <a:pathLst>
              <a:path w="95" h="371404">
                <a:moveTo>
                  <a:pt x="0" y="37140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66">
            <a:extLst xmlns:a="http://schemas.openxmlformats.org/drawingml/2006/main">
              <a:ext uri="{FF2B5EF4-FFF2-40B4-BE49-F238E27FC236}">
                <a16:creationId xmlns:a16="http://schemas.microsoft.com/office/drawing/2014/main" id="{B202EEB2-E4E5-438E-A3B2-394B1575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2055" y="2350012"/>
            <a:ext cx="95" cy="244719"/>
          </a:xfrm>
          <a:custGeom xmlns:a="http://schemas.openxmlformats.org/drawingml/2006/main">
            <a:pathLst>
              <a:path w="95" h="244719">
                <a:moveTo>
                  <a:pt x="0" y="2447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966">
            <a:solidFill>
              <a:srgbClr val="38761D"/>
            </a:solidFill>
            <a:prstDash val="solid"/>
          </a:ln>
        </p:spPr>
      </p:sp>
      <p:sp>
        <p:nvSpPr>
          <p:cNvPr id="46" name="pdf-path-67">
            <a:extLst xmlns:a="http://schemas.openxmlformats.org/drawingml/2006/main">
              <a:ext uri="{FF2B5EF4-FFF2-40B4-BE49-F238E27FC236}">
                <a16:creationId xmlns:a16="http://schemas.microsoft.com/office/drawing/2014/main" id="{EBC4A6B8-6169-47C0-BB66-B3B480A9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0483" y="2277367"/>
            <a:ext cx="83143" cy="114216"/>
          </a:xfrm>
          <a:custGeom xmlns:a="http://schemas.openxmlformats.org/drawingml/2006/main">
            <a:pathLst>
              <a:path w="83143" h="114216">
                <a:moveTo>
                  <a:pt x="41572" y="72644"/>
                </a:moveTo>
                <a:lnTo>
                  <a:pt x="83143" y="114216"/>
                </a:lnTo>
                <a:lnTo>
                  <a:pt x="41572" y="0"/>
                </a:lnTo>
                <a:lnTo>
                  <a:pt x="0" y="114216"/>
                </a:lnTo>
                <a:lnTo>
                  <a:pt x="41572" y="72644"/>
                </a:lnTo>
              </a:path>
            </a:pathLst>
          </a:custGeom>
          <a:solidFill xmlns:a="http://schemas.openxmlformats.org/drawingml/2006/main">
            <a:srgbClr val="38761D"/>
          </a:solidFill>
          <a:ln xmlns:a="http://schemas.openxmlformats.org/drawingml/2006/main" w="36966">
            <a:solidFill>
              <a:srgbClr val="38761D"/>
            </a:solidFill>
            <a:prstDash val="solid"/>
          </a:ln>
        </p:spPr>
      </p:sp>
      <p:sp>
        <p:nvSpPr>
          <p:cNvPr id="47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8CB8FDB9-CBEC-4044-952C-7B3D97AB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23044" y="1461548"/>
            <a:ext cx="617297" cy="27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</a:t>
            </a:r>
          </a:p>
        </p:txBody>
      </p:sp>
      <p:sp>
        <p:nvSpPr>
          <p:cNvPr id="48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3FB22729-55E6-4193-8A01-B953725B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95270" y="1786847"/>
            <a:ext cx="872884" cy="27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Entropy</a:t>
            </a:r>
          </a:p>
        </p:txBody>
      </p:sp>
      <p:sp>
        <p:nvSpPr>
          <p:cNvPr id="49" name="pdf-path-72">
            <a:extLst xmlns:a="http://schemas.openxmlformats.org/drawingml/2006/main">
              <a:ext uri="{FF2B5EF4-FFF2-40B4-BE49-F238E27FC236}">
                <a16:creationId xmlns:a16="http://schemas.microsoft.com/office/drawing/2014/main" id="{98D13A01-634B-4242-B266-0E70479F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1368" y="277453"/>
            <a:ext cx="1678887" cy="686923"/>
          </a:xfrm>
          <a:custGeom xmlns:a="http://schemas.openxmlformats.org/drawingml/2006/main">
            <a:pathLst>
              <a:path w="1678887" h="686923">
                <a:moveTo>
                  <a:pt x="0" y="0"/>
                </a:moveTo>
                <a:lnTo>
                  <a:pt x="1678887" y="0"/>
                </a:lnTo>
                <a:lnTo>
                  <a:pt x="1678887" y="686923"/>
                </a:lnTo>
                <a:lnTo>
                  <a:pt x="0" y="68692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8A692095-662E-4EA0-A8C9-373B6E5B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1834" y="497144"/>
            <a:ext cx="985655" cy="27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Softmax </a:t>
            </a:r>
          </a:p>
        </p:txBody>
      </p:sp>
      <p:sp>
        <p:nvSpPr>
          <p:cNvPr id="51" name="pdf-path-74">
            <a:extLst xmlns:a="http://schemas.openxmlformats.org/drawingml/2006/main">
              <a:ext uri="{FF2B5EF4-FFF2-40B4-BE49-F238E27FC236}">
                <a16:creationId xmlns:a16="http://schemas.microsoft.com/office/drawing/2014/main" id="{927AF588-B9E7-40E6-B120-A7E6422C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7700" y="2924852"/>
            <a:ext cx="424379" cy="95"/>
          </a:xfrm>
          <a:custGeom xmlns:a="http://schemas.openxmlformats.org/drawingml/2006/main">
            <a:pathLst>
              <a:path w="424379" h="95">
                <a:moveTo>
                  <a:pt x="0" y="0"/>
                </a:moveTo>
                <a:lnTo>
                  <a:pt x="42437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75">
            <a:extLst xmlns:a="http://schemas.openxmlformats.org/drawingml/2006/main">
              <a:ext uri="{FF2B5EF4-FFF2-40B4-BE49-F238E27FC236}">
                <a16:creationId xmlns:a16="http://schemas.microsoft.com/office/drawing/2014/main" id="{367DE4C9-93A5-4010-B6AA-C11F6F05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7700" y="2924852"/>
            <a:ext cx="313482" cy="95"/>
          </a:xfrm>
          <a:custGeom xmlns:a="http://schemas.openxmlformats.org/drawingml/2006/main">
            <a:pathLst>
              <a:path w="313482" h="95">
                <a:moveTo>
                  <a:pt x="0" y="0"/>
                </a:moveTo>
                <a:lnTo>
                  <a:pt x="3134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53" name="pdf-path-76">
            <a:extLst xmlns:a="http://schemas.openxmlformats.org/drawingml/2006/main">
              <a:ext uri="{FF2B5EF4-FFF2-40B4-BE49-F238E27FC236}">
                <a16:creationId xmlns:a16="http://schemas.microsoft.com/office/drawing/2014/main" id="{20E4C6E7-8D5A-4A93-BD2E-A96843CD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1182" y="2894323"/>
            <a:ext cx="83877" cy="61057"/>
          </a:xfrm>
          <a:custGeom xmlns:a="http://schemas.openxmlformats.org/drawingml/2006/main">
            <a:pathLst>
              <a:path w="83877" h="61057">
                <a:moveTo>
                  <a:pt x="0" y="61057"/>
                </a:moveTo>
                <a:lnTo>
                  <a:pt x="83877" y="30528"/>
                </a:lnTo>
                <a:lnTo>
                  <a:pt x="0" y="0"/>
                </a:lnTo>
                <a:lnTo>
                  <a:pt x="0" y="610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54" name="pdf-path-86">
            <a:extLst xmlns:a="http://schemas.openxmlformats.org/drawingml/2006/main">
              <a:ext uri="{FF2B5EF4-FFF2-40B4-BE49-F238E27FC236}">
                <a16:creationId xmlns:a16="http://schemas.microsoft.com/office/drawing/2014/main" id="{BB1FBBC6-287A-432A-BAA7-8669B506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896" y="1242978"/>
            <a:ext cx="1487362" cy="686923"/>
          </a:xfrm>
          <a:custGeom xmlns:a="http://schemas.openxmlformats.org/drawingml/2006/main">
            <a:pathLst>
              <a:path w="1487362" h="686923">
                <a:moveTo>
                  <a:pt x="0" y="0"/>
                </a:moveTo>
                <a:lnTo>
                  <a:pt x="1487362" y="0"/>
                </a:lnTo>
                <a:lnTo>
                  <a:pt x="1487362" y="686923"/>
                </a:lnTo>
                <a:lnTo>
                  <a:pt x="0" y="68692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439AB8E7-3121-4909-979A-60A410E2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3310" y="1462669"/>
            <a:ext cx="812392" cy="27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</a:t>
            </a:r>
          </a:p>
        </p:txBody>
      </p:sp>
      <p:sp>
        <p:nvSpPr>
          <p:cNvPr id="56" name="pdf-path-88">
            <a:extLst xmlns:a="http://schemas.openxmlformats.org/drawingml/2006/main">
              <a:ext uri="{FF2B5EF4-FFF2-40B4-BE49-F238E27FC236}">
                <a16:creationId xmlns:a16="http://schemas.microsoft.com/office/drawing/2014/main" id="{022F62DF-54A3-4948-B6AD-B1D866E5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2001" y="1787630"/>
            <a:ext cx="1145066" cy="95"/>
          </a:xfrm>
          <a:custGeom xmlns:a="http://schemas.openxmlformats.org/drawingml/2006/main">
            <a:pathLst>
              <a:path w="1145066" h="95">
                <a:moveTo>
                  <a:pt x="1145066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89">
            <a:extLst xmlns:a="http://schemas.openxmlformats.org/drawingml/2006/main">
              <a:ext uri="{FF2B5EF4-FFF2-40B4-BE49-F238E27FC236}">
                <a16:creationId xmlns:a16="http://schemas.microsoft.com/office/drawing/2014/main" id="{2CC63A5C-5F0F-4ACB-B025-76901468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2001" y="1787630"/>
            <a:ext cx="1081723" cy="95"/>
          </a:xfrm>
          <a:custGeom xmlns:a="http://schemas.openxmlformats.org/drawingml/2006/main">
            <a:pathLst>
              <a:path w="1081723" h="95">
                <a:moveTo>
                  <a:pt x="108172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58" name="pdf-path-90">
            <a:extLst xmlns:a="http://schemas.openxmlformats.org/drawingml/2006/main">
              <a:ext uri="{FF2B5EF4-FFF2-40B4-BE49-F238E27FC236}">
                <a16:creationId xmlns:a16="http://schemas.microsoft.com/office/drawing/2014/main" id="{B84FFEAF-5EC2-4362-BB2B-9F35DD61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2938" y="1766844"/>
            <a:ext cx="57108" cy="41571"/>
          </a:xfrm>
          <a:custGeom xmlns:a="http://schemas.openxmlformats.org/drawingml/2006/main">
            <a:pathLst>
              <a:path w="57108" h="41571">
                <a:moveTo>
                  <a:pt x="20785" y="20786"/>
                </a:moveTo>
                <a:lnTo>
                  <a:pt x="0" y="41571"/>
                </a:lnTo>
                <a:lnTo>
                  <a:pt x="57108" y="20786"/>
                </a:lnTo>
                <a:lnTo>
                  <a:pt x="0" y="0"/>
                </a:lnTo>
                <a:lnTo>
                  <a:pt x="20785" y="207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59" name="pdf-path-92">
            <a:extLst xmlns:a="http://schemas.openxmlformats.org/drawingml/2006/main">
              <a:ext uri="{FF2B5EF4-FFF2-40B4-BE49-F238E27FC236}">
                <a16:creationId xmlns:a16="http://schemas.microsoft.com/office/drawing/2014/main" id="{BA1947AD-CDB1-4ADC-91D9-4393E6A5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2613" y="1057371"/>
            <a:ext cx="3184877" cy="1344157"/>
          </a:xfrm>
          <a:custGeom xmlns:a="http://schemas.openxmlformats.org/drawingml/2006/main">
            <a:pathLst>
              <a:path w="3184877" h="1344157">
                <a:moveTo>
                  <a:pt x="0" y="0"/>
                </a:moveTo>
                <a:lnTo>
                  <a:pt x="3184877" y="0"/>
                </a:lnTo>
                <a:lnTo>
                  <a:pt x="3184877" y="1344157"/>
                </a:lnTo>
                <a:lnTo>
                  <a:pt x="0" y="134415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73D18DF4-29F6-45BB-B08A-41425361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3217" y="1278213"/>
            <a:ext cx="1850679" cy="27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1" i="0">
                <a:solidFill>
                  <a:srgbClr val="3876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1" i="0">
                <a:solidFill>
                  <a:srgbClr val="3876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1" i="0">
                <a:solidFill>
                  <a:srgbClr val="38761D"/>
                </a:solidFill>
                <a:latin typeface="Times New Roman"/>
                <a:ea typeface="Times New Roman"/>
                <a:cs typeface="Times New Roman"/>
              </a:rPr>
              <a:t>Learnable Skill </a:t>
            </a:r>
          </a:p>
        </p:txBody>
      </p:sp>
      <p:sp>
        <p:nvSpPr>
          <p:cNvPr id="61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F6F19993-2885-4011-A941-4B354E1E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117" y="1603511"/>
            <a:ext cx="1311768" cy="27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1" i="0">
                <a:solidFill>
                  <a:srgbClr val="3876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1" i="0">
                <a:solidFill>
                  <a:srgbClr val="3876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1" i="0">
                <a:solidFill>
                  <a:srgbClr val="38761D"/>
                </a:solidFill>
                <a:latin typeface="Times New Roman"/>
                <a:ea typeface="Times New Roman"/>
                <a:cs typeface="Times New Roman"/>
              </a:rPr>
              <a:t>Prototypes </a:t>
            </a:r>
          </a:p>
        </p:txBody>
      </p:sp>
      <p:sp>
        <p:nvSpPr>
          <p:cNvPr id="62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0299E034-73E9-4003-AAC7-B8CC87F4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6155" y="1928810"/>
            <a:ext cx="1717308" cy="271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1" i="0">
                <a:solidFill>
                  <a:srgbClr val="3876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1" i="0">
                <a:solidFill>
                  <a:srgbClr val="3876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1" i="0">
                <a:solidFill>
                  <a:srgbClr val="38761D"/>
                </a:solidFill>
                <a:latin typeface="Times New Roman"/>
                <a:ea typeface="Times New Roman"/>
                <a:cs typeface="Times New Roman"/>
              </a:rPr>
              <a:t>(Linear Layer)</a:t>
            </a:r>
          </a:p>
        </p:txBody>
      </p:sp>
      <p:sp>
        <p:nvSpPr>
          <p:cNvPr id="63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F9F98FF5-CDB6-4A15-99B5-F44C6281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1235" y="3065926"/>
            <a:ext cx="246438" cy="246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64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FABD6472-EA6F-4AB7-B34A-2E8F5A84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4022" y="1359155"/>
            <a:ext cx="458725" cy="806261"/>
          </a:xfrm>
          <a:custGeom xmlns:a="http://schemas.openxmlformats.org/drawingml/2006/main">
            <a:pathLst>
              <a:path w="458725" h="806261">
                <a:moveTo>
                  <a:pt x="0" y="0"/>
                </a:moveTo>
                <a:lnTo>
                  <a:pt x="458725" y="0"/>
                </a:lnTo>
                <a:lnTo>
                  <a:pt x="458725" y="806261"/>
                </a:lnTo>
                <a:lnTo>
                  <a:pt x="0" y="80626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E60F2B9A-F851-49BB-B21A-DFCE66A2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0368" y="1598244"/>
            <a:ext cx="184829" cy="369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9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66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3CC218E4-DD2D-4BA3-AF0F-B473A82A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2318" y="416918"/>
            <a:ext cx="694636" cy="873834"/>
          </a:xfrm>
          <a:custGeom xmlns:a="http://schemas.openxmlformats.org/drawingml/2006/main">
            <a:pathLst>
              <a:path w="694636" h="873834">
                <a:moveTo>
                  <a:pt x="0" y="0"/>
                </a:moveTo>
                <a:lnTo>
                  <a:pt x="694636" y="0"/>
                </a:lnTo>
                <a:lnTo>
                  <a:pt x="694636" y="87383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BC99AD67-6814-4636-9D3D-A9308BF4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2318" y="416918"/>
            <a:ext cx="694636" cy="762937"/>
          </a:xfrm>
          <a:custGeom xmlns:a="http://schemas.openxmlformats.org/drawingml/2006/main">
            <a:pathLst>
              <a:path w="694636" h="762937">
                <a:moveTo>
                  <a:pt x="0" y="0"/>
                </a:moveTo>
                <a:lnTo>
                  <a:pt x="694636" y="0"/>
                </a:lnTo>
                <a:lnTo>
                  <a:pt x="694636" y="762937"/>
                </a:lnTo>
              </a:path>
            </a:pathLst>
          </a:custGeom>
          <a:noFill xmlns:a="http://schemas.openxmlformats.org/drawingml/2006/main"/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68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7A2F0EDC-EBEE-475C-80FE-6595F903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6425" y="1179854"/>
            <a:ext cx="61058" cy="83877"/>
          </a:xfrm>
          <a:custGeom xmlns:a="http://schemas.openxmlformats.org/drawingml/2006/main">
            <a:pathLst>
              <a:path w="61058" h="83877">
                <a:moveTo>
                  <a:pt x="0" y="0"/>
                </a:moveTo>
                <a:lnTo>
                  <a:pt x="30528" y="83877"/>
                </a:lnTo>
                <a:lnTo>
                  <a:pt x="61058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69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9D738137-CADC-4473-94B4-D2E5A9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2325" y="2130379"/>
            <a:ext cx="694637" cy="698986"/>
          </a:xfrm>
          <a:custGeom xmlns:a="http://schemas.openxmlformats.org/drawingml/2006/main">
            <a:pathLst>
              <a:path w="694637" h="698986">
                <a:moveTo>
                  <a:pt x="0" y="698986"/>
                </a:moveTo>
                <a:lnTo>
                  <a:pt x="694637" y="698986"/>
                </a:lnTo>
                <a:lnTo>
                  <a:pt x="694637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38BD1D88-4700-4442-94BA-688C756E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2325" y="2241276"/>
            <a:ext cx="694637" cy="588089"/>
          </a:xfrm>
          <a:custGeom xmlns:a="http://schemas.openxmlformats.org/drawingml/2006/main">
            <a:pathLst>
              <a:path w="694637" h="588089">
                <a:moveTo>
                  <a:pt x="0" y="588089"/>
                </a:moveTo>
                <a:lnTo>
                  <a:pt x="694637" y="588089"/>
                </a:lnTo>
                <a:lnTo>
                  <a:pt x="694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71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CA9C4B44-CC94-4FE8-96EC-3D0F3851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6432" y="2157399"/>
            <a:ext cx="61058" cy="83877"/>
          </a:xfrm>
          <a:custGeom xmlns:a="http://schemas.openxmlformats.org/drawingml/2006/main">
            <a:pathLst>
              <a:path w="61058" h="83877">
                <a:moveTo>
                  <a:pt x="61058" y="83877"/>
                </a:moveTo>
                <a:lnTo>
                  <a:pt x="30530" y="0"/>
                </a:lnTo>
                <a:lnTo>
                  <a:pt x="0" y="83877"/>
                </a:lnTo>
                <a:lnTo>
                  <a:pt x="61058" y="838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72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EB4F4385-33DA-46E0-BFCD-47DABC7A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03" y="2572367"/>
            <a:ext cx="518103" cy="704969"/>
          </a:xfrm>
          <a:custGeom xmlns:a="http://schemas.openxmlformats.org/drawingml/2006/main">
            <a:pathLst>
              <a:path w="518103" h="704969">
                <a:moveTo>
                  <a:pt x="0" y="0"/>
                </a:moveTo>
                <a:lnTo>
                  <a:pt x="518103" y="0"/>
                </a:lnTo>
                <a:lnTo>
                  <a:pt x="518103" y="704969"/>
                </a:lnTo>
                <a:lnTo>
                  <a:pt x="0" y="70496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73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82F3B0EB-DAFC-490B-A359-60A71193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0972" y="2517222"/>
            <a:ext cx="806261" cy="806261"/>
          </a:xfrm>
          <a:custGeom xmlns:a="http://schemas.openxmlformats.org/drawingml/2006/main">
            <a:pathLst>
              <a:path w="806261" h="806261">
                <a:moveTo>
                  <a:pt x="0" y="0"/>
                </a:moveTo>
                <a:lnTo>
                  <a:pt x="806261" y="0"/>
                </a:lnTo>
                <a:lnTo>
                  <a:pt x="806261" y="806261"/>
                </a:lnTo>
                <a:lnTo>
                  <a:pt x="0" y="80626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A754B468-2B59-4CD8-913B-E320C17A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0482" y="2756310"/>
            <a:ext cx="164071" cy="369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9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75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243BD4DA-9987-4FDD-9389-54BF6312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4554" y="2711732"/>
            <a:ext cx="123219" cy="246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76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956EB630-1318-464B-8D4A-95F9BB8B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7475" y="2124337"/>
            <a:ext cx="222377" cy="873789"/>
          </a:xfrm>
          <a:custGeom xmlns:a="http://schemas.openxmlformats.org/drawingml/2006/main">
            <a:pathLst>
              <a:path w="222377" h="873789">
                <a:moveTo>
                  <a:pt x="0" y="0"/>
                </a:moveTo>
                <a:lnTo>
                  <a:pt x="222377" y="87378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B99385F2-8851-48F1-A632-B90414DB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7475" y="2124337"/>
            <a:ext cx="195025" cy="766318"/>
          </a:xfrm>
          <a:custGeom xmlns:a="http://schemas.openxmlformats.org/drawingml/2006/main">
            <a:pathLst>
              <a:path w="195025" h="766318">
                <a:moveTo>
                  <a:pt x="0" y="0"/>
                </a:moveTo>
                <a:lnTo>
                  <a:pt x="195025" y="766318"/>
                </a:lnTo>
              </a:path>
            </a:pathLst>
          </a:custGeom>
          <a:noFill xmlns:a="http://schemas.openxmlformats.org/drawingml/2006/main"/>
          <a:ln xmlns:a="http://schemas.openxmlformats.org/drawingml/2006/main" w="18483">
            <a:solidFill>
              <a:srgbClr val="990000"/>
            </a:solidFill>
            <a:prstDash val="solid"/>
          </a:ln>
        </p:spPr>
      </p:sp>
      <p:sp>
        <p:nvSpPr>
          <p:cNvPr id="78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A559CB17-B6C9-488D-8021-80DD7CF5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2914" y="2883125"/>
            <a:ext cx="59172" cy="88816"/>
          </a:xfrm>
          <a:custGeom xmlns:a="http://schemas.openxmlformats.org/drawingml/2006/main">
            <a:pathLst>
              <a:path w="59172" h="88816">
                <a:moveTo>
                  <a:pt x="0" y="15059"/>
                </a:moveTo>
                <a:lnTo>
                  <a:pt x="50274" y="88816"/>
                </a:lnTo>
                <a:lnTo>
                  <a:pt x="59172" y="0"/>
                </a:lnTo>
                <a:lnTo>
                  <a:pt x="0" y="15059"/>
                </a:lnTo>
              </a:path>
            </a:pathLst>
          </a:custGeom>
          <a:solidFill xmlns:a="http://schemas.openxmlformats.org/drawingml/2006/main">
            <a:srgbClr val="990000"/>
          </a:solidFill>
          <a:ln xmlns:a="http://schemas.openxmlformats.org/drawingml/2006/main" w="18483">
            <a:solidFill>
              <a:srgbClr val="990000"/>
            </a:solidFill>
            <a:prstDash val="solid"/>
          </a:ln>
        </p:spPr>
      </p:sp>
      <p:sp>
        <p:nvSpPr>
          <p:cNvPr id="79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CAC569EF-5F27-472D-AA0B-DF9A6747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4634" y="2572367"/>
            <a:ext cx="518103" cy="704969"/>
          </a:xfrm>
          <a:custGeom xmlns:a="http://schemas.openxmlformats.org/drawingml/2006/main">
            <a:pathLst>
              <a:path w="518103" h="704969">
                <a:moveTo>
                  <a:pt x="0" y="0"/>
                </a:moveTo>
                <a:lnTo>
                  <a:pt x="518103" y="0"/>
                </a:lnTo>
                <a:lnTo>
                  <a:pt x="518103" y="704969"/>
                </a:lnTo>
                <a:lnTo>
                  <a:pt x="0" y="70496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80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50589CD7-4933-45F1-8EE7-D6CB4B73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5151" y="2520217"/>
            <a:ext cx="806260" cy="806261"/>
          </a:xfrm>
          <a:custGeom xmlns:a="http://schemas.openxmlformats.org/drawingml/2006/main">
            <a:pathLst>
              <a:path w="806260" h="806261">
                <a:moveTo>
                  <a:pt x="0" y="0"/>
                </a:moveTo>
                <a:lnTo>
                  <a:pt x="806260" y="0"/>
                </a:lnTo>
                <a:lnTo>
                  <a:pt x="806260" y="806261"/>
                </a:lnTo>
                <a:lnTo>
                  <a:pt x="0" y="80626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4C839489-2711-4E12-9DCE-20FD415E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4282" y="2759305"/>
            <a:ext cx="184828" cy="369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9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82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D31598A8-3C9C-416C-BC2B-03F3CBF7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9111" y="2714727"/>
            <a:ext cx="123219" cy="246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83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5C3215E1-2F54-4D22-A538-0DB0989E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9134" y="555602"/>
            <a:ext cx="378389" cy="95"/>
          </a:xfrm>
          <a:custGeom xmlns:a="http://schemas.openxmlformats.org/drawingml/2006/main">
            <a:pathLst>
              <a:path w="378389" h="95">
                <a:moveTo>
                  <a:pt x="0" y="0"/>
                </a:moveTo>
                <a:lnTo>
                  <a:pt x="37838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04D7C1DE-EAB7-4AD2-A749-1E9F3AC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9134" y="555602"/>
            <a:ext cx="267492" cy="95"/>
          </a:xfrm>
          <a:custGeom xmlns:a="http://schemas.openxmlformats.org/drawingml/2006/main">
            <a:pathLst>
              <a:path w="267492" h="95">
                <a:moveTo>
                  <a:pt x="0" y="0"/>
                </a:moveTo>
                <a:lnTo>
                  <a:pt x="2674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85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9F3E04F5-24C3-42D8-A39D-A3F8BA6E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6625" y="525073"/>
            <a:ext cx="83877" cy="61057"/>
          </a:xfrm>
          <a:custGeom xmlns:a="http://schemas.openxmlformats.org/drawingml/2006/main">
            <a:pathLst>
              <a:path w="83877" h="61057">
                <a:moveTo>
                  <a:pt x="0" y="61057"/>
                </a:moveTo>
                <a:lnTo>
                  <a:pt x="83877" y="30529"/>
                </a:lnTo>
                <a:lnTo>
                  <a:pt x="0" y="0"/>
                </a:lnTo>
                <a:lnTo>
                  <a:pt x="0" y="610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86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32D630AD-6971-4AC4-B345-7D663EF7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749" y="146083"/>
            <a:ext cx="1930951" cy="819068"/>
          </a:xfrm>
          <a:custGeom xmlns:a="http://schemas.openxmlformats.org/drawingml/2006/main">
            <a:pathLst>
              <a:path w="1930951" h="819068">
                <a:moveTo>
                  <a:pt x="0" y="136514"/>
                </a:moveTo>
                <a:lnTo>
                  <a:pt x="0" y="136514"/>
                </a:lnTo>
                <a:cubicBezTo>
                  <a:pt x="0" y="61120"/>
                  <a:pt x="61120" y="0"/>
                  <a:pt x="136514" y="0"/>
                </a:cubicBezTo>
                <a:lnTo>
                  <a:pt x="1794438" y="0"/>
                </a:lnTo>
                <a:cubicBezTo>
                  <a:pt x="1830643" y="0"/>
                  <a:pt x="1865366" y="14383"/>
                  <a:pt x="1890967" y="39984"/>
                </a:cubicBezTo>
                <a:cubicBezTo>
                  <a:pt x="1916570" y="65585"/>
                  <a:pt x="1930951" y="100308"/>
                  <a:pt x="1930951" y="136514"/>
                </a:cubicBezTo>
                <a:lnTo>
                  <a:pt x="1930951" y="682554"/>
                </a:lnTo>
                <a:cubicBezTo>
                  <a:pt x="1930951" y="757949"/>
                  <a:pt x="1869832" y="819068"/>
                  <a:pt x="1794438" y="819068"/>
                </a:cubicBezTo>
                <a:lnTo>
                  <a:pt x="136514" y="819068"/>
                </a:lnTo>
                <a:cubicBezTo>
                  <a:pt x="61120" y="819068"/>
                  <a:pt x="0" y="757949"/>
                  <a:pt x="0" y="682554"/>
                </a:cubicBezTo>
                <a:lnTo>
                  <a:pt x="0" y="136514"/>
                </a:lnTo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36966">
            <a:solidFill>
              <a:srgbClr val="0B5394"/>
            </a:solidFill>
            <a:prstDash val="solid"/>
          </a:ln>
        </p:spPr>
      </p:sp>
      <p:sp>
        <p:nvSpPr>
          <p:cNvPr id="87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8E3D41A1-D473-4434-A3D2-C9746BC4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9919" y="642486"/>
            <a:ext cx="990716" cy="246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40" b="1" i="0">
                <a:solidFill>
                  <a:srgbClr val="0B53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40" b="1" i="0">
                <a:solidFill>
                  <a:srgbClr val="0B5394"/>
                </a:solidFill>
                <a:latin typeface="Arial"/>
                <a:ea typeface="Arial"/>
                <a:cs typeface="Arial"/>
              </a:defRPr>
            </a:pPr>
            <a:r>
              <a:rPr sz="1940" b="1" i="0">
                <a:solidFill>
                  <a:srgbClr val="0B5394"/>
                </a:solidFill>
                <a:latin typeface="Arial"/>
                <a:ea typeface="Arial"/>
                <a:cs typeface="Arial"/>
              </a:rPr>
              <a:t>temporal</a:t>
            </a:r>
          </a:p>
        </p:txBody>
      </p:sp>
      <p:sp>
        <p:nvSpPr>
          <p:cNvPr id="88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A6B6FC75-9E23-4242-98E5-5E5902EC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7700" y="555617"/>
            <a:ext cx="424379" cy="95"/>
          </a:xfrm>
          <a:custGeom xmlns:a="http://schemas.openxmlformats.org/drawingml/2006/main">
            <a:pathLst>
              <a:path w="424379" h="95">
                <a:moveTo>
                  <a:pt x="0" y="0"/>
                </a:moveTo>
                <a:lnTo>
                  <a:pt x="42437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FD23C206-1F3F-4F26-BE3B-BF453D12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7700" y="555617"/>
            <a:ext cx="313482" cy="95"/>
          </a:xfrm>
          <a:custGeom xmlns:a="http://schemas.openxmlformats.org/drawingml/2006/main">
            <a:pathLst>
              <a:path w="313482" h="95">
                <a:moveTo>
                  <a:pt x="0" y="0"/>
                </a:moveTo>
                <a:lnTo>
                  <a:pt x="3134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90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3C4B9C65-A2C0-45C4-992C-58331E47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1182" y="525088"/>
            <a:ext cx="83877" cy="61057"/>
          </a:xfrm>
          <a:custGeom xmlns:a="http://schemas.openxmlformats.org/drawingml/2006/main">
            <a:pathLst>
              <a:path w="83877" h="61057">
                <a:moveTo>
                  <a:pt x="0" y="61057"/>
                </a:moveTo>
                <a:lnTo>
                  <a:pt x="83877" y="30529"/>
                </a:lnTo>
                <a:lnTo>
                  <a:pt x="0" y="0"/>
                </a:lnTo>
                <a:lnTo>
                  <a:pt x="0" y="610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91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BE24AF96-A1D3-473E-BFEA-D091C3B7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2004" y="531680"/>
            <a:ext cx="1979269" cy="686923"/>
          </a:xfrm>
          <a:custGeom xmlns:a="http://schemas.openxmlformats.org/drawingml/2006/main">
            <a:pathLst>
              <a:path w="1979269" h="686923">
                <a:moveTo>
                  <a:pt x="0" y="0"/>
                </a:moveTo>
                <a:lnTo>
                  <a:pt x="1979269" y="0"/>
                </a:lnTo>
                <a:lnTo>
                  <a:pt x="1979269" y="686923"/>
                </a:lnTo>
                <a:lnTo>
                  <a:pt x="0" y="68692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5D991870-FA8F-4CE1-B6C1-2291B136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349" y="751300"/>
            <a:ext cx="1519687" cy="27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0" i="1">
                <a:solidFill>
                  <a:srgbClr val="040C2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0" i="1">
                <a:solidFill>
                  <a:srgbClr val="040C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0" i="1">
                <a:solidFill>
                  <a:srgbClr val="040C28"/>
                </a:solidFill>
                <a:latin typeface="Times New Roman"/>
                <a:ea typeface="Times New Roman"/>
                <a:cs typeface="Times New Roman"/>
              </a:rPr>
              <a:t>Augmentation</a:t>
            </a:r>
          </a:p>
        </p:txBody>
      </p:sp>
      <p:sp>
        <p:nvSpPr>
          <p:cNvPr id="93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BB1D083C-0060-4102-8BEF-41416B10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1957" y="188530"/>
            <a:ext cx="518102" cy="704969"/>
          </a:xfrm>
          <a:custGeom xmlns:a="http://schemas.openxmlformats.org/drawingml/2006/main">
            <a:pathLst>
              <a:path w="518102" h="704969">
                <a:moveTo>
                  <a:pt x="0" y="0"/>
                </a:moveTo>
                <a:lnTo>
                  <a:pt x="518102" y="0"/>
                </a:lnTo>
                <a:lnTo>
                  <a:pt x="518102" y="704969"/>
                </a:lnTo>
                <a:lnTo>
                  <a:pt x="0" y="70496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94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E13F73F6-8522-4F59-A07A-A09E785F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5789" y="149253"/>
            <a:ext cx="806261" cy="806261"/>
          </a:xfrm>
          <a:custGeom xmlns:a="http://schemas.openxmlformats.org/drawingml/2006/main">
            <a:pathLst>
              <a:path w="806261" h="806261">
                <a:moveTo>
                  <a:pt x="0" y="0"/>
                </a:moveTo>
                <a:lnTo>
                  <a:pt x="806261" y="0"/>
                </a:lnTo>
                <a:lnTo>
                  <a:pt x="806261" y="806261"/>
                </a:lnTo>
                <a:lnTo>
                  <a:pt x="0" y="80626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724774D5-87B2-4930-9492-758C2A76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5297" y="388341"/>
            <a:ext cx="164071" cy="369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9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96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DE3CDF1C-45A7-40AD-91BE-CF9EA376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9370" y="343763"/>
            <a:ext cx="123219" cy="246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7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4A938750-A3AA-44A9-8BF7-00FA1B91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7475" y="569570"/>
            <a:ext cx="223540" cy="849922"/>
          </a:xfrm>
          <a:custGeom xmlns:a="http://schemas.openxmlformats.org/drawingml/2006/main">
            <a:pathLst>
              <a:path w="223540" h="849922">
                <a:moveTo>
                  <a:pt x="0" y="849922"/>
                </a:moveTo>
                <a:lnTo>
                  <a:pt x="22354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76CF288F-11C9-491E-967D-BC91542B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7475" y="676819"/>
            <a:ext cx="195332" cy="742672"/>
          </a:xfrm>
          <a:custGeom xmlns:a="http://schemas.openxmlformats.org/drawingml/2006/main">
            <a:pathLst>
              <a:path w="195332" h="742672">
                <a:moveTo>
                  <a:pt x="0" y="742672"/>
                </a:moveTo>
                <a:lnTo>
                  <a:pt x="1953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483">
            <a:solidFill>
              <a:srgbClr val="990000"/>
            </a:solidFill>
            <a:prstDash val="solid"/>
          </a:ln>
        </p:spPr>
      </p:sp>
      <p:sp>
        <p:nvSpPr>
          <p:cNvPr id="99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0994D62C-0C95-4BBD-85CA-BD5A92E3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284" y="595701"/>
            <a:ext cx="59049" cy="88884"/>
          </a:xfrm>
          <a:custGeom xmlns:a="http://schemas.openxmlformats.org/drawingml/2006/main">
            <a:pathLst>
              <a:path w="59049" h="88884">
                <a:moveTo>
                  <a:pt x="59049" y="88884"/>
                </a:moveTo>
                <a:lnTo>
                  <a:pt x="50860" y="0"/>
                </a:lnTo>
                <a:lnTo>
                  <a:pt x="0" y="73353"/>
                </a:lnTo>
                <a:lnTo>
                  <a:pt x="59049" y="88884"/>
                </a:lnTo>
              </a:path>
            </a:pathLst>
          </a:custGeom>
          <a:solidFill xmlns:a="http://schemas.openxmlformats.org/drawingml/2006/main">
            <a:srgbClr val="990000"/>
          </a:solidFill>
          <a:ln xmlns:a="http://schemas.openxmlformats.org/drawingml/2006/main" w="18483">
            <a:solidFill>
              <a:srgbClr val="990000"/>
            </a:solidFill>
            <a:prstDash val="solid"/>
          </a:ln>
        </p:spPr>
      </p:sp>
      <p:sp>
        <p:nvSpPr>
          <p:cNvPr id="100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36D913C2-9919-46F3-82E4-E13FE41B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4634" y="203132"/>
            <a:ext cx="518103" cy="704969"/>
          </a:xfrm>
          <a:custGeom xmlns:a="http://schemas.openxmlformats.org/drawingml/2006/main">
            <a:pathLst>
              <a:path w="518103" h="704969">
                <a:moveTo>
                  <a:pt x="0" y="0"/>
                </a:moveTo>
                <a:lnTo>
                  <a:pt x="518103" y="0"/>
                </a:lnTo>
                <a:lnTo>
                  <a:pt x="518103" y="704969"/>
                </a:lnTo>
                <a:lnTo>
                  <a:pt x="0" y="70496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101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E5DCF203-280D-4B10-BD2E-31EF2788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5151" y="160491"/>
            <a:ext cx="806260" cy="806261"/>
          </a:xfrm>
          <a:custGeom xmlns:a="http://schemas.openxmlformats.org/drawingml/2006/main">
            <a:pathLst>
              <a:path w="806260" h="806261">
                <a:moveTo>
                  <a:pt x="0" y="0"/>
                </a:moveTo>
                <a:lnTo>
                  <a:pt x="806260" y="0"/>
                </a:lnTo>
                <a:lnTo>
                  <a:pt x="806260" y="806261"/>
                </a:lnTo>
                <a:lnTo>
                  <a:pt x="0" y="80626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492172FF-0B07-4BC7-8191-67C57780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4282" y="399579"/>
            <a:ext cx="184828" cy="369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9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1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103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D1C29550-7D44-4750-BEDD-182FA32E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9111" y="355001"/>
            <a:ext cx="123219" cy="246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04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F7FAC590-F657-4226-A21C-FBD7AB86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9841" y="1235873"/>
            <a:ext cx="1930952" cy="1006516"/>
          </a:xfrm>
          <a:custGeom xmlns:a="http://schemas.openxmlformats.org/drawingml/2006/main">
            <a:pathLst>
              <a:path w="1930952" h="1006516">
                <a:moveTo>
                  <a:pt x="0" y="98810"/>
                </a:moveTo>
                <a:lnTo>
                  <a:pt x="0" y="98810"/>
                </a:lnTo>
                <a:cubicBezTo>
                  <a:pt x="0" y="44239"/>
                  <a:pt x="44239" y="0"/>
                  <a:pt x="98810" y="0"/>
                </a:cubicBezTo>
                <a:lnTo>
                  <a:pt x="1832142" y="0"/>
                </a:lnTo>
                <a:cubicBezTo>
                  <a:pt x="1858348" y="0"/>
                  <a:pt x="1883482" y="10410"/>
                  <a:pt x="1902011" y="28941"/>
                </a:cubicBezTo>
                <a:cubicBezTo>
                  <a:pt x="1920541" y="47471"/>
                  <a:pt x="1930952" y="72604"/>
                  <a:pt x="1930952" y="98810"/>
                </a:cubicBezTo>
                <a:lnTo>
                  <a:pt x="1930952" y="907707"/>
                </a:lnTo>
                <a:cubicBezTo>
                  <a:pt x="1930952" y="962278"/>
                  <a:pt x="1886713" y="1006516"/>
                  <a:pt x="1832142" y="1006516"/>
                </a:cubicBezTo>
                <a:lnTo>
                  <a:pt x="98810" y="1006516"/>
                </a:lnTo>
                <a:cubicBezTo>
                  <a:pt x="44239" y="1006516"/>
                  <a:pt x="0" y="962278"/>
                  <a:pt x="0" y="907707"/>
                </a:cubicBezTo>
                <a:lnTo>
                  <a:pt x="0" y="98810"/>
                </a:lnTo>
              </a:path>
            </a:pathLst>
          </a:custGeom>
          <a:solidFill xmlns:a="http://schemas.openxmlformats.org/drawingml/2006/main">
            <a:srgbClr val="93C47D">
              <a:alpha val="28000"/>
            </a:srgbClr>
          </a:solidFill>
          <a:ln xmlns:a="http://schemas.openxmlformats.org/drawingml/2006/main" w="36966">
            <a:solidFill>
              <a:srgbClr val="38761D"/>
            </a:solidFill>
            <a:prstDash val="solid"/>
          </a:ln>
        </p:spPr>
      </p:sp>
      <p:sp>
        <p:nvSpPr>
          <p:cNvPr id="105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900CFFA1-1D1D-43AF-AE50-C5AD44A0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9153" y="1826001"/>
            <a:ext cx="1060309" cy="246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40" b="1" i="0">
                <a:solidFill>
                  <a:srgbClr val="274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40" b="1" i="0">
                <a:solidFill>
                  <a:srgbClr val="274E13"/>
                </a:solidFill>
                <a:latin typeface="Arial"/>
                <a:ea typeface="Arial"/>
                <a:cs typeface="Arial"/>
              </a:defRPr>
            </a:pPr>
            <a:r>
              <a:rPr sz="1940" b="1" i="0">
                <a:solidFill>
                  <a:srgbClr val="274E13"/>
                </a:solidFill>
                <a:latin typeface="Arial"/>
                <a:ea typeface="Arial"/>
                <a:cs typeface="Arial"/>
              </a:rPr>
              <a:t>prototype</a:t>
            </a:r>
          </a:p>
        </p:txBody>
      </p:sp>
      <p:sp>
        <p:nvSpPr>
          <p:cNvPr id="106" name="pdf-path-330">
            <a:extLst xmlns:a="http://schemas.openxmlformats.org/drawingml/2006/main">
              <a:ext uri="{FF2B5EF4-FFF2-40B4-BE49-F238E27FC236}">
                <a16:creationId xmlns:a16="http://schemas.microsoft.com/office/drawing/2014/main" id="{69B4E8AF-86A7-47F9-9E34-154DD456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8795" y="2185729"/>
            <a:ext cx="1930952" cy="1015249"/>
          </a:xfrm>
          <a:custGeom xmlns:a="http://schemas.openxmlformats.org/drawingml/2006/main">
            <a:pathLst>
              <a:path w="1930952" h="1015249">
                <a:moveTo>
                  <a:pt x="0" y="0"/>
                </a:moveTo>
                <a:lnTo>
                  <a:pt x="1930952" y="0"/>
                </a:lnTo>
                <a:lnTo>
                  <a:pt x="1930952" y="1015249"/>
                </a:lnTo>
                <a:lnTo>
                  <a:pt x="0" y="101524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text-76-0">
            <a:extLst xmlns:a="http://schemas.openxmlformats.org/drawingml/2006/main">
              <a:ext uri="{FF2B5EF4-FFF2-40B4-BE49-F238E27FC236}">
                <a16:creationId xmlns:a16="http://schemas.microsoft.com/office/drawing/2014/main" id="{52DCF075-AE9D-4FF5-BCDC-6D7B4E29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47596" y="2405419"/>
            <a:ext cx="1061558" cy="27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Sinkhorn </a:t>
            </a:r>
          </a:p>
        </p:txBody>
      </p:sp>
      <p:sp>
        <p:nvSpPr>
          <p:cNvPr id="108" name="pdf-text-77-0">
            <a:extLst xmlns:a="http://schemas.openxmlformats.org/drawingml/2006/main">
              <a:ext uri="{FF2B5EF4-FFF2-40B4-BE49-F238E27FC236}">
                <a16:creationId xmlns:a16="http://schemas.microsoft.com/office/drawing/2014/main" id="{AD01E9BA-A32A-49F1-98C5-AB0A4359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9939" y="2730718"/>
            <a:ext cx="1128244" cy="27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Clustering</a:t>
            </a:r>
          </a:p>
        </p:txBody>
      </p:sp>
      <p:sp>
        <p:nvSpPr>
          <p:cNvPr id="109" name="pdf-path-333">
            <a:extLst xmlns:a="http://schemas.openxmlformats.org/drawingml/2006/main">
              <a:ext uri="{FF2B5EF4-FFF2-40B4-BE49-F238E27FC236}">
                <a16:creationId xmlns:a16="http://schemas.microsoft.com/office/drawing/2014/main" id="{8A3D0532-9E64-41A4-8E1D-E8FB80D5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8560" y="2242972"/>
            <a:ext cx="1145080" cy="849904"/>
          </a:xfrm>
          <a:custGeom xmlns:a="http://schemas.openxmlformats.org/drawingml/2006/main">
            <a:pathLst>
              <a:path w="1145080" h="849904">
                <a:moveTo>
                  <a:pt x="0" y="0"/>
                </a:moveTo>
                <a:lnTo>
                  <a:pt x="0" y="849904"/>
                </a:lnTo>
                <a:lnTo>
                  <a:pt x="1145080" y="84990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334">
            <a:extLst xmlns:a="http://schemas.openxmlformats.org/drawingml/2006/main">
              <a:ext uri="{FF2B5EF4-FFF2-40B4-BE49-F238E27FC236}">
                <a16:creationId xmlns:a16="http://schemas.microsoft.com/office/drawing/2014/main" id="{4513FD39-8203-4FB0-B8CF-D966C9B8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8560" y="2242972"/>
            <a:ext cx="1034183" cy="849904"/>
          </a:xfrm>
          <a:custGeom xmlns:a="http://schemas.openxmlformats.org/drawingml/2006/main">
            <a:pathLst>
              <a:path w="1034183" h="849904">
                <a:moveTo>
                  <a:pt x="0" y="0"/>
                </a:moveTo>
                <a:lnTo>
                  <a:pt x="0" y="849904"/>
                </a:lnTo>
                <a:lnTo>
                  <a:pt x="1034183" y="849904"/>
                </a:lnTo>
              </a:path>
            </a:pathLst>
          </a:custGeom>
          <a:noFill xmlns:a="http://schemas.openxmlformats.org/drawingml/2006/main"/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111" name="pdf-path-335">
            <a:extLst xmlns:a="http://schemas.openxmlformats.org/drawingml/2006/main">
              <a:ext uri="{FF2B5EF4-FFF2-40B4-BE49-F238E27FC236}">
                <a16:creationId xmlns:a16="http://schemas.microsoft.com/office/drawing/2014/main" id="{89F9ABB9-5D51-4C4D-AD34-D1FDBF2D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2743" y="3062348"/>
            <a:ext cx="83876" cy="61057"/>
          </a:xfrm>
          <a:custGeom xmlns:a="http://schemas.openxmlformats.org/drawingml/2006/main">
            <a:pathLst>
              <a:path w="83876" h="61057">
                <a:moveTo>
                  <a:pt x="0" y="61057"/>
                </a:moveTo>
                <a:lnTo>
                  <a:pt x="83876" y="30528"/>
                </a:lnTo>
                <a:lnTo>
                  <a:pt x="0" y="0"/>
                </a:lnTo>
                <a:lnTo>
                  <a:pt x="0" y="610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112" name="pdf-path-337">
            <a:extLst xmlns:a="http://schemas.openxmlformats.org/drawingml/2006/main">
              <a:ext uri="{FF2B5EF4-FFF2-40B4-BE49-F238E27FC236}">
                <a16:creationId xmlns:a16="http://schemas.microsoft.com/office/drawing/2014/main" id="{34122842-8AEB-49E2-B44D-98846B61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7453" y="876114"/>
            <a:ext cx="95" cy="371404"/>
          </a:xfrm>
          <a:custGeom xmlns:a="http://schemas.openxmlformats.org/drawingml/2006/main">
            <a:pathLst>
              <a:path w="95" h="371404">
                <a:moveTo>
                  <a:pt x="0" y="37140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338">
            <a:extLst xmlns:a="http://schemas.openxmlformats.org/drawingml/2006/main">
              <a:ext uri="{FF2B5EF4-FFF2-40B4-BE49-F238E27FC236}">
                <a16:creationId xmlns:a16="http://schemas.microsoft.com/office/drawing/2014/main" id="{422199C6-E082-4602-8213-94DFBA48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7453" y="876114"/>
            <a:ext cx="95" cy="244719"/>
          </a:xfrm>
          <a:custGeom xmlns:a="http://schemas.openxmlformats.org/drawingml/2006/main">
            <a:pathLst>
              <a:path w="95" h="244719">
                <a:moveTo>
                  <a:pt x="0" y="2447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966">
            <a:solidFill>
              <a:srgbClr val="38761D"/>
            </a:solidFill>
            <a:prstDash val="solid"/>
          </a:ln>
        </p:spPr>
      </p:sp>
      <p:sp>
        <p:nvSpPr>
          <p:cNvPr id="114" name="pdf-path-339">
            <a:extLst xmlns:a="http://schemas.openxmlformats.org/drawingml/2006/main">
              <a:ext uri="{FF2B5EF4-FFF2-40B4-BE49-F238E27FC236}">
                <a16:creationId xmlns:a16="http://schemas.microsoft.com/office/drawing/2014/main" id="{054490AD-5E90-47AF-A973-FD17D5BC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5882" y="1079262"/>
            <a:ext cx="83141" cy="114216"/>
          </a:xfrm>
          <a:custGeom xmlns:a="http://schemas.openxmlformats.org/drawingml/2006/main">
            <a:pathLst>
              <a:path w="83141" h="114216">
                <a:moveTo>
                  <a:pt x="41571" y="41571"/>
                </a:moveTo>
                <a:lnTo>
                  <a:pt x="0" y="0"/>
                </a:lnTo>
                <a:lnTo>
                  <a:pt x="41571" y="114216"/>
                </a:lnTo>
                <a:lnTo>
                  <a:pt x="83141" y="0"/>
                </a:lnTo>
                <a:lnTo>
                  <a:pt x="41571" y="41571"/>
                </a:lnTo>
              </a:path>
            </a:pathLst>
          </a:custGeom>
          <a:solidFill xmlns:a="http://schemas.openxmlformats.org/drawingml/2006/main">
            <a:srgbClr val="38761D"/>
          </a:solidFill>
          <a:ln xmlns:a="http://schemas.openxmlformats.org/drawingml/2006/main" w="36966">
            <a:solidFill>
              <a:srgbClr val="38761D"/>
            </a:solidFill>
            <a:prstDash val="solid"/>
          </a:ln>
        </p:spPr>
      </p:sp>
      <p:sp>
        <p:nvSpPr>
          <p:cNvPr id="115" name="pdf-path-341">
            <a:extLst xmlns:a="http://schemas.openxmlformats.org/drawingml/2006/main">
              <a:ext uri="{FF2B5EF4-FFF2-40B4-BE49-F238E27FC236}">
                <a16:creationId xmlns:a16="http://schemas.microsoft.com/office/drawing/2014/main" id="{7C7B9270-AFE2-4B52-86C3-C7385007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4629" y="385370"/>
            <a:ext cx="1145080" cy="849904"/>
          </a:xfrm>
          <a:custGeom xmlns:a="http://schemas.openxmlformats.org/drawingml/2006/main">
            <a:pathLst>
              <a:path w="1145080" h="849904">
                <a:moveTo>
                  <a:pt x="0" y="849904"/>
                </a:moveTo>
                <a:lnTo>
                  <a:pt x="0" y="0"/>
                </a:lnTo>
                <a:lnTo>
                  <a:pt x="114508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342">
            <a:extLst xmlns:a="http://schemas.openxmlformats.org/drawingml/2006/main">
              <a:ext uri="{FF2B5EF4-FFF2-40B4-BE49-F238E27FC236}">
                <a16:creationId xmlns:a16="http://schemas.microsoft.com/office/drawing/2014/main" id="{8043AFAC-6BE1-40B0-9E7A-D07AA15A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4629" y="385370"/>
            <a:ext cx="1034183" cy="849904"/>
          </a:xfrm>
          <a:custGeom xmlns:a="http://schemas.openxmlformats.org/drawingml/2006/main">
            <a:pathLst>
              <a:path w="1034183" h="849904">
                <a:moveTo>
                  <a:pt x="0" y="849904"/>
                </a:moveTo>
                <a:lnTo>
                  <a:pt x="0" y="0"/>
                </a:lnTo>
                <a:lnTo>
                  <a:pt x="10341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117" name="pdf-path-343">
            <a:extLst xmlns:a="http://schemas.openxmlformats.org/drawingml/2006/main">
              <a:ext uri="{FF2B5EF4-FFF2-40B4-BE49-F238E27FC236}">
                <a16:creationId xmlns:a16="http://schemas.microsoft.com/office/drawing/2014/main" id="{A29F27D5-CDA6-4C86-BDC0-D110CF62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8812" y="354841"/>
            <a:ext cx="83876" cy="61058"/>
          </a:xfrm>
          <a:custGeom xmlns:a="http://schemas.openxmlformats.org/drawingml/2006/main">
            <a:pathLst>
              <a:path w="83876" h="61058">
                <a:moveTo>
                  <a:pt x="0" y="61058"/>
                </a:moveTo>
                <a:lnTo>
                  <a:pt x="83876" y="30529"/>
                </a:lnTo>
                <a:lnTo>
                  <a:pt x="0" y="0"/>
                </a:lnTo>
                <a:lnTo>
                  <a:pt x="0" y="6105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483">
            <a:solidFill>
              <a:srgbClr val="000000"/>
            </a:solidFill>
            <a:prstDash val="solid"/>
          </a:ln>
        </p:spPr>
      </p:sp>
      <p:sp>
        <p:nvSpPr>
          <p:cNvPr id="118" name="pdf-path-345">
            <a:extLst xmlns:a="http://schemas.openxmlformats.org/drawingml/2006/main">
              <a:ext uri="{FF2B5EF4-FFF2-40B4-BE49-F238E27FC236}">
                <a16:creationId xmlns:a16="http://schemas.microsoft.com/office/drawing/2014/main" id="{3E8B49CD-3866-4BEB-92AA-99BF62C4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6800" y="1262628"/>
            <a:ext cx="3184878" cy="1015248"/>
          </a:xfrm>
          <a:custGeom xmlns:a="http://schemas.openxmlformats.org/drawingml/2006/main">
            <a:pathLst>
              <a:path w="3184878" h="1015248">
                <a:moveTo>
                  <a:pt x="0" y="0"/>
                </a:moveTo>
                <a:lnTo>
                  <a:pt x="3184878" y="0"/>
                </a:lnTo>
                <a:lnTo>
                  <a:pt x="3184878" y="1015248"/>
                </a:lnTo>
                <a:lnTo>
                  <a:pt x="0" y="1015248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text-78-0">
            <a:extLst xmlns:a="http://schemas.openxmlformats.org/drawingml/2006/main">
              <a:ext uri="{FF2B5EF4-FFF2-40B4-BE49-F238E27FC236}">
                <a16:creationId xmlns:a16="http://schemas.microsoft.com/office/drawing/2014/main" id="{D6A4C82B-2CCC-47CA-8BB8-ACBB99A4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535" y="1483470"/>
            <a:ext cx="2759035" cy="27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1" i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1" i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1" i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</a:rPr>
              <a:t>Temporal Skill Encoder</a:t>
            </a:r>
          </a:p>
        </p:txBody>
      </p:sp>
      <p:sp>
        <p:nvSpPr>
          <p:cNvPr id="120" name="pdf-text-79-0">
            <a:extLst xmlns:a="http://schemas.openxmlformats.org/drawingml/2006/main">
              <a:ext uri="{FF2B5EF4-FFF2-40B4-BE49-F238E27FC236}">
                <a16:creationId xmlns:a16="http://schemas.microsoft.com/office/drawing/2014/main" id="{C03861F5-B762-472A-B4E2-9789F1A1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6869" y="1808768"/>
            <a:ext cx="1664718" cy="27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1" i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1" i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1" i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</a:rPr>
              <a:t>(Transformer)</a:t>
            </a:r>
          </a:p>
        </p:txBody>
      </p:sp>
      <p:sp>
        <p:nvSpPr>
          <p:cNvPr id="121" name="pdf-path-348">
            <a:extLst xmlns:a="http://schemas.openxmlformats.org/drawingml/2006/main">
              <a:ext uri="{FF2B5EF4-FFF2-40B4-BE49-F238E27FC236}">
                <a16:creationId xmlns:a16="http://schemas.microsoft.com/office/drawing/2014/main" id="{253D70AB-E409-4D3C-976D-756A500B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9409" y="2147696"/>
            <a:ext cx="1979269" cy="686923"/>
          </a:xfrm>
          <a:custGeom xmlns:a="http://schemas.openxmlformats.org/drawingml/2006/main">
            <a:pathLst>
              <a:path w="1979269" h="686923">
                <a:moveTo>
                  <a:pt x="0" y="0"/>
                </a:moveTo>
                <a:lnTo>
                  <a:pt x="1979269" y="0"/>
                </a:lnTo>
                <a:lnTo>
                  <a:pt x="1979269" y="686923"/>
                </a:lnTo>
                <a:lnTo>
                  <a:pt x="0" y="68692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86E5549B-AAA5-4F08-8238-460AB0EB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5754" y="2367316"/>
            <a:ext cx="1519687" cy="271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35" b="0" i="1">
                <a:solidFill>
                  <a:srgbClr val="040C2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35" b="0" i="1">
                <a:solidFill>
                  <a:srgbClr val="040C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35" b="0" i="1">
                <a:solidFill>
                  <a:srgbClr val="040C28"/>
                </a:solidFill>
                <a:latin typeface="Times New Roman"/>
                <a:ea typeface="Times New Roman"/>
                <a:cs typeface="Times New Roman"/>
              </a:rPr>
              <a:t>Augmentation</a:t>
            </a:r>
          </a:p>
        </p:txBody>
      </p:sp>
      <p:sp>
        <p:nvSpPr>
          <p:cNvPr id="123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22680CD8-159E-417B-9A72-7C7A8636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4909" y="2807761"/>
            <a:ext cx="185190" cy="329948"/>
          </a:xfrm>
          <a:custGeom xmlns:a="http://schemas.openxmlformats.org/drawingml/2006/main">
            <a:pathLst>
              <a:path w="185190" h="329948">
                <a:moveTo>
                  <a:pt x="128513" y="108659"/>
                </a:moveTo>
                <a:lnTo>
                  <a:pt x="110283" y="198908"/>
                </a:lnTo>
                <a:cubicBezTo>
                  <a:pt x="101981" y="239580"/>
                  <a:pt x="94641" y="267195"/>
                  <a:pt x="88263" y="281755"/>
                </a:cubicBezTo>
                <a:cubicBezTo>
                  <a:pt x="81886" y="296316"/>
                  <a:pt x="73191" y="307988"/>
                  <a:pt x="62181" y="316772"/>
                </a:cubicBezTo>
                <a:cubicBezTo>
                  <a:pt x="51170" y="325556"/>
                  <a:pt x="39829" y="329948"/>
                  <a:pt x="28158" y="329948"/>
                </a:cubicBezTo>
                <a:cubicBezTo>
                  <a:pt x="19252" y="329948"/>
                  <a:pt x="12334" y="327782"/>
                  <a:pt x="7400" y="323450"/>
                </a:cubicBezTo>
                <a:cubicBezTo>
                  <a:pt x="2466" y="319118"/>
                  <a:pt x="0" y="314207"/>
                  <a:pt x="0" y="308717"/>
                </a:cubicBezTo>
                <a:cubicBezTo>
                  <a:pt x="0" y="303961"/>
                  <a:pt x="1805" y="299750"/>
                  <a:pt x="5415" y="296088"/>
                </a:cubicBezTo>
                <a:cubicBezTo>
                  <a:pt x="9025" y="292429"/>
                  <a:pt x="13417" y="290600"/>
                  <a:pt x="18591" y="290600"/>
                </a:cubicBezTo>
                <a:cubicBezTo>
                  <a:pt x="23645" y="290600"/>
                  <a:pt x="27917" y="292104"/>
                  <a:pt x="31406" y="295112"/>
                </a:cubicBezTo>
                <a:cubicBezTo>
                  <a:pt x="34054" y="297399"/>
                  <a:pt x="35377" y="300587"/>
                  <a:pt x="35377" y="304678"/>
                </a:cubicBezTo>
                <a:cubicBezTo>
                  <a:pt x="35377" y="306243"/>
                  <a:pt x="35136" y="307687"/>
                  <a:pt x="34655" y="309010"/>
                </a:cubicBezTo>
                <a:cubicBezTo>
                  <a:pt x="33572" y="311898"/>
                  <a:pt x="33031" y="313704"/>
                  <a:pt x="33031" y="314426"/>
                </a:cubicBezTo>
                <a:cubicBezTo>
                  <a:pt x="33031" y="315388"/>
                  <a:pt x="33512" y="316291"/>
                  <a:pt x="34475" y="317133"/>
                </a:cubicBezTo>
                <a:cubicBezTo>
                  <a:pt x="35437" y="317975"/>
                  <a:pt x="36701" y="318396"/>
                  <a:pt x="38265" y="318396"/>
                </a:cubicBezTo>
                <a:cubicBezTo>
                  <a:pt x="41635" y="318396"/>
                  <a:pt x="44793" y="316531"/>
                  <a:pt x="47741" y="312801"/>
                </a:cubicBezTo>
                <a:cubicBezTo>
                  <a:pt x="50689" y="309071"/>
                  <a:pt x="52163" y="303545"/>
                  <a:pt x="52163" y="296223"/>
                </a:cubicBezTo>
                <a:cubicBezTo>
                  <a:pt x="52163" y="293106"/>
                  <a:pt x="51803" y="286986"/>
                  <a:pt x="51081" y="277863"/>
                </a:cubicBezTo>
                <a:cubicBezTo>
                  <a:pt x="50719" y="272584"/>
                  <a:pt x="50539" y="267663"/>
                  <a:pt x="50539" y="263102"/>
                </a:cubicBezTo>
                <a:cubicBezTo>
                  <a:pt x="50539" y="253743"/>
                  <a:pt x="50929" y="245763"/>
                  <a:pt x="51712" y="239164"/>
                </a:cubicBezTo>
                <a:cubicBezTo>
                  <a:pt x="52494" y="232564"/>
                  <a:pt x="54509" y="221223"/>
                  <a:pt x="57759" y="205140"/>
                </a:cubicBezTo>
                <a:lnTo>
                  <a:pt x="77432" y="108659"/>
                </a:lnTo>
                <a:lnTo>
                  <a:pt x="51803" y="108659"/>
                </a:lnTo>
                <a:lnTo>
                  <a:pt x="56315" y="86638"/>
                </a:lnTo>
                <a:cubicBezTo>
                  <a:pt x="68107" y="86638"/>
                  <a:pt x="77012" y="84252"/>
                  <a:pt x="83029" y="79481"/>
                </a:cubicBezTo>
                <a:cubicBezTo>
                  <a:pt x="89045" y="74705"/>
                  <a:pt x="95272" y="63674"/>
                  <a:pt x="101710" y="46387"/>
                </a:cubicBezTo>
                <a:cubicBezTo>
                  <a:pt x="108147" y="29101"/>
                  <a:pt x="115758" y="17012"/>
                  <a:pt x="124542" y="10119"/>
                </a:cubicBezTo>
                <a:cubicBezTo>
                  <a:pt x="133207" y="3373"/>
                  <a:pt x="143735" y="0"/>
                  <a:pt x="156130" y="0"/>
                </a:cubicBezTo>
                <a:cubicBezTo>
                  <a:pt x="165515" y="0"/>
                  <a:pt x="172705" y="2196"/>
                  <a:pt x="177698" y="6588"/>
                </a:cubicBezTo>
                <a:cubicBezTo>
                  <a:pt x="182692" y="10980"/>
                  <a:pt x="185190" y="16485"/>
                  <a:pt x="185190" y="23103"/>
                </a:cubicBezTo>
                <a:cubicBezTo>
                  <a:pt x="185190" y="29120"/>
                  <a:pt x="183325" y="34054"/>
                  <a:pt x="179594" y="37904"/>
                </a:cubicBezTo>
                <a:cubicBezTo>
                  <a:pt x="175864" y="41754"/>
                  <a:pt x="171231" y="43680"/>
                  <a:pt x="165696" y="43680"/>
                </a:cubicBezTo>
                <a:cubicBezTo>
                  <a:pt x="161123" y="43680"/>
                  <a:pt x="157333" y="42168"/>
                  <a:pt x="154324" y="39145"/>
                </a:cubicBezTo>
                <a:cubicBezTo>
                  <a:pt x="151316" y="36122"/>
                  <a:pt x="149812" y="32613"/>
                  <a:pt x="149812" y="28620"/>
                </a:cubicBezTo>
                <a:cubicBezTo>
                  <a:pt x="149812" y="26082"/>
                  <a:pt x="151436" y="21546"/>
                  <a:pt x="154686" y="15015"/>
                </a:cubicBezTo>
                <a:cubicBezTo>
                  <a:pt x="155287" y="13804"/>
                  <a:pt x="155588" y="12836"/>
                  <a:pt x="155588" y="12110"/>
                </a:cubicBezTo>
                <a:cubicBezTo>
                  <a:pt x="155588" y="11144"/>
                  <a:pt x="155107" y="10267"/>
                  <a:pt x="154144" y="9481"/>
                </a:cubicBezTo>
                <a:cubicBezTo>
                  <a:pt x="153181" y="8695"/>
                  <a:pt x="152038" y="8302"/>
                  <a:pt x="150714" y="8302"/>
                </a:cubicBezTo>
                <a:cubicBezTo>
                  <a:pt x="146262" y="8302"/>
                  <a:pt x="142291" y="10450"/>
                  <a:pt x="138802" y="14744"/>
                </a:cubicBezTo>
                <a:cubicBezTo>
                  <a:pt x="135313" y="19038"/>
                  <a:pt x="133567" y="25297"/>
                  <a:pt x="133567" y="33521"/>
                </a:cubicBezTo>
                <a:cubicBezTo>
                  <a:pt x="133567" y="38237"/>
                  <a:pt x="133838" y="43791"/>
                  <a:pt x="134380" y="50184"/>
                </a:cubicBezTo>
                <a:cubicBezTo>
                  <a:pt x="134921" y="56572"/>
                  <a:pt x="135192" y="61318"/>
                  <a:pt x="135192" y="64420"/>
                </a:cubicBezTo>
                <a:cubicBezTo>
                  <a:pt x="135192" y="69918"/>
                  <a:pt x="134350" y="77324"/>
                  <a:pt x="132665" y="86638"/>
                </a:cubicBezTo>
                <a:lnTo>
                  <a:pt x="160461" y="86638"/>
                </a:lnTo>
                <a:lnTo>
                  <a:pt x="156130" y="108659"/>
                </a:lnTo>
                <a:lnTo>
                  <a:pt x="128513" y="108659"/>
                </a:lnTo>
              </a:path>
            </a:pathLst>
          </a:custGeom>
          <a:solidFill xmlns:a="http://schemas.openxmlformats.org/drawingml/2006/main">
            <a:srgbClr val="0B53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BA78FA1D-6CFB-4536-A3BF-D4BF48DD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4909" y="438526"/>
            <a:ext cx="185190" cy="329948"/>
          </a:xfrm>
          <a:custGeom xmlns:a="http://schemas.openxmlformats.org/drawingml/2006/main">
            <a:pathLst>
              <a:path w="185190" h="329948">
                <a:moveTo>
                  <a:pt x="128513" y="108659"/>
                </a:moveTo>
                <a:lnTo>
                  <a:pt x="110283" y="198908"/>
                </a:lnTo>
                <a:cubicBezTo>
                  <a:pt x="101981" y="239580"/>
                  <a:pt x="94641" y="267196"/>
                  <a:pt x="88263" y="281756"/>
                </a:cubicBezTo>
                <a:cubicBezTo>
                  <a:pt x="81886" y="296316"/>
                  <a:pt x="73191" y="307988"/>
                  <a:pt x="62181" y="316772"/>
                </a:cubicBezTo>
                <a:cubicBezTo>
                  <a:pt x="51170" y="325556"/>
                  <a:pt x="39829" y="329948"/>
                  <a:pt x="28158" y="329948"/>
                </a:cubicBezTo>
                <a:cubicBezTo>
                  <a:pt x="19252" y="329948"/>
                  <a:pt x="12334" y="327782"/>
                  <a:pt x="7400" y="323451"/>
                </a:cubicBezTo>
                <a:cubicBezTo>
                  <a:pt x="2466" y="319119"/>
                  <a:pt x="0" y="314208"/>
                  <a:pt x="0" y="308717"/>
                </a:cubicBezTo>
                <a:cubicBezTo>
                  <a:pt x="0" y="303961"/>
                  <a:pt x="1805" y="299751"/>
                  <a:pt x="5415" y="296088"/>
                </a:cubicBezTo>
                <a:cubicBezTo>
                  <a:pt x="9025" y="292430"/>
                  <a:pt x="13417" y="290600"/>
                  <a:pt x="18591" y="290600"/>
                </a:cubicBezTo>
                <a:cubicBezTo>
                  <a:pt x="23645" y="290600"/>
                  <a:pt x="27917" y="292104"/>
                  <a:pt x="31406" y="295113"/>
                </a:cubicBezTo>
                <a:cubicBezTo>
                  <a:pt x="34054" y="297399"/>
                  <a:pt x="35377" y="300587"/>
                  <a:pt x="35377" y="304679"/>
                </a:cubicBezTo>
                <a:cubicBezTo>
                  <a:pt x="35377" y="306243"/>
                  <a:pt x="35136" y="307687"/>
                  <a:pt x="34655" y="309011"/>
                </a:cubicBezTo>
                <a:cubicBezTo>
                  <a:pt x="33572" y="311899"/>
                  <a:pt x="33031" y="313704"/>
                  <a:pt x="33031" y="314426"/>
                </a:cubicBezTo>
                <a:cubicBezTo>
                  <a:pt x="33031" y="315388"/>
                  <a:pt x="33512" y="316291"/>
                  <a:pt x="34475" y="317133"/>
                </a:cubicBezTo>
                <a:cubicBezTo>
                  <a:pt x="35437" y="317975"/>
                  <a:pt x="36701" y="318397"/>
                  <a:pt x="38265" y="318397"/>
                </a:cubicBezTo>
                <a:cubicBezTo>
                  <a:pt x="41635" y="318397"/>
                  <a:pt x="44793" y="316532"/>
                  <a:pt x="47741" y="312801"/>
                </a:cubicBezTo>
                <a:cubicBezTo>
                  <a:pt x="50689" y="309071"/>
                  <a:pt x="52163" y="303545"/>
                  <a:pt x="52163" y="296224"/>
                </a:cubicBezTo>
                <a:cubicBezTo>
                  <a:pt x="52163" y="293106"/>
                  <a:pt x="51803" y="286986"/>
                  <a:pt x="51081" y="277864"/>
                </a:cubicBezTo>
                <a:cubicBezTo>
                  <a:pt x="50719" y="272584"/>
                  <a:pt x="50539" y="267664"/>
                  <a:pt x="50539" y="263103"/>
                </a:cubicBezTo>
                <a:cubicBezTo>
                  <a:pt x="50539" y="253743"/>
                  <a:pt x="50929" y="245763"/>
                  <a:pt x="51712" y="239164"/>
                </a:cubicBezTo>
                <a:cubicBezTo>
                  <a:pt x="52494" y="232565"/>
                  <a:pt x="54509" y="221223"/>
                  <a:pt x="57759" y="205140"/>
                </a:cubicBezTo>
                <a:lnTo>
                  <a:pt x="77432" y="108659"/>
                </a:lnTo>
                <a:lnTo>
                  <a:pt x="51803" y="108659"/>
                </a:lnTo>
                <a:lnTo>
                  <a:pt x="56315" y="86639"/>
                </a:lnTo>
                <a:cubicBezTo>
                  <a:pt x="68107" y="86639"/>
                  <a:pt x="77012" y="84253"/>
                  <a:pt x="83029" y="79481"/>
                </a:cubicBezTo>
                <a:cubicBezTo>
                  <a:pt x="89045" y="74705"/>
                  <a:pt x="95272" y="63674"/>
                  <a:pt x="101710" y="46388"/>
                </a:cubicBezTo>
                <a:cubicBezTo>
                  <a:pt x="108147" y="29101"/>
                  <a:pt x="115758" y="17012"/>
                  <a:pt x="124542" y="10119"/>
                </a:cubicBezTo>
                <a:cubicBezTo>
                  <a:pt x="133207" y="3373"/>
                  <a:pt x="143735" y="0"/>
                  <a:pt x="156130" y="0"/>
                </a:cubicBezTo>
                <a:cubicBezTo>
                  <a:pt x="165515" y="0"/>
                  <a:pt x="172705" y="2196"/>
                  <a:pt x="177698" y="6588"/>
                </a:cubicBezTo>
                <a:cubicBezTo>
                  <a:pt x="182692" y="10980"/>
                  <a:pt x="185190" y="16485"/>
                  <a:pt x="185190" y="23104"/>
                </a:cubicBezTo>
                <a:cubicBezTo>
                  <a:pt x="185190" y="29120"/>
                  <a:pt x="183325" y="34054"/>
                  <a:pt x="179594" y="37904"/>
                </a:cubicBezTo>
                <a:cubicBezTo>
                  <a:pt x="175864" y="41755"/>
                  <a:pt x="171231" y="43680"/>
                  <a:pt x="165696" y="43680"/>
                </a:cubicBezTo>
                <a:cubicBezTo>
                  <a:pt x="161123" y="43680"/>
                  <a:pt x="157333" y="42169"/>
                  <a:pt x="154324" y="39145"/>
                </a:cubicBezTo>
                <a:cubicBezTo>
                  <a:pt x="151316" y="36122"/>
                  <a:pt x="149812" y="32614"/>
                  <a:pt x="149812" y="28620"/>
                </a:cubicBezTo>
                <a:cubicBezTo>
                  <a:pt x="149812" y="26082"/>
                  <a:pt x="151436" y="21547"/>
                  <a:pt x="154686" y="15015"/>
                </a:cubicBezTo>
                <a:cubicBezTo>
                  <a:pt x="155287" y="13804"/>
                  <a:pt x="155588" y="12836"/>
                  <a:pt x="155588" y="12110"/>
                </a:cubicBezTo>
                <a:cubicBezTo>
                  <a:pt x="155588" y="11144"/>
                  <a:pt x="155107" y="10268"/>
                  <a:pt x="154144" y="9482"/>
                </a:cubicBezTo>
                <a:cubicBezTo>
                  <a:pt x="153181" y="8696"/>
                  <a:pt x="152038" y="8303"/>
                  <a:pt x="150714" y="8303"/>
                </a:cubicBezTo>
                <a:cubicBezTo>
                  <a:pt x="146262" y="8303"/>
                  <a:pt x="142291" y="10450"/>
                  <a:pt x="138802" y="14744"/>
                </a:cubicBezTo>
                <a:cubicBezTo>
                  <a:pt x="135313" y="19039"/>
                  <a:pt x="133567" y="25298"/>
                  <a:pt x="133567" y="33522"/>
                </a:cubicBezTo>
                <a:cubicBezTo>
                  <a:pt x="133567" y="38237"/>
                  <a:pt x="133838" y="43791"/>
                  <a:pt x="134380" y="50184"/>
                </a:cubicBezTo>
                <a:cubicBezTo>
                  <a:pt x="134921" y="56573"/>
                  <a:pt x="135192" y="61318"/>
                  <a:pt x="135192" y="64420"/>
                </a:cubicBezTo>
                <a:cubicBezTo>
                  <a:pt x="135192" y="69918"/>
                  <a:pt x="134350" y="77324"/>
                  <a:pt x="132665" y="86639"/>
                </a:cubicBezTo>
                <a:lnTo>
                  <a:pt x="160461" y="86639"/>
                </a:lnTo>
                <a:lnTo>
                  <a:pt x="156130" y="108659"/>
                </a:lnTo>
                <a:lnTo>
                  <a:pt x="128513" y="108659"/>
                </a:lnTo>
              </a:path>
            </a:pathLst>
          </a:custGeom>
          <a:solidFill xmlns:a="http://schemas.openxmlformats.org/drawingml/2006/main">
            <a:srgbClr val="0B53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16C9BE86-D9F5-40F8-9083-5BF97CDC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142" y="1622041"/>
            <a:ext cx="185190" cy="329948"/>
          </a:xfrm>
          <a:custGeom xmlns:a="http://schemas.openxmlformats.org/drawingml/2006/main">
            <a:pathLst>
              <a:path w="185190" h="329948">
                <a:moveTo>
                  <a:pt x="128513" y="108659"/>
                </a:moveTo>
                <a:lnTo>
                  <a:pt x="110283" y="198908"/>
                </a:lnTo>
                <a:cubicBezTo>
                  <a:pt x="101981" y="239580"/>
                  <a:pt x="94641" y="267196"/>
                  <a:pt x="88263" y="281756"/>
                </a:cubicBezTo>
                <a:cubicBezTo>
                  <a:pt x="81886" y="296316"/>
                  <a:pt x="73191" y="307988"/>
                  <a:pt x="62181" y="316772"/>
                </a:cubicBezTo>
                <a:cubicBezTo>
                  <a:pt x="51170" y="325556"/>
                  <a:pt x="39829" y="329948"/>
                  <a:pt x="28158" y="329948"/>
                </a:cubicBezTo>
                <a:cubicBezTo>
                  <a:pt x="19252" y="329948"/>
                  <a:pt x="12334" y="327782"/>
                  <a:pt x="7400" y="323451"/>
                </a:cubicBezTo>
                <a:cubicBezTo>
                  <a:pt x="2466" y="319119"/>
                  <a:pt x="0" y="314208"/>
                  <a:pt x="0" y="308717"/>
                </a:cubicBezTo>
                <a:cubicBezTo>
                  <a:pt x="0" y="303961"/>
                  <a:pt x="1805" y="299751"/>
                  <a:pt x="5415" y="296088"/>
                </a:cubicBezTo>
                <a:cubicBezTo>
                  <a:pt x="9025" y="292430"/>
                  <a:pt x="13417" y="290600"/>
                  <a:pt x="18591" y="290600"/>
                </a:cubicBezTo>
                <a:cubicBezTo>
                  <a:pt x="23645" y="290600"/>
                  <a:pt x="27917" y="292104"/>
                  <a:pt x="31406" y="295113"/>
                </a:cubicBezTo>
                <a:cubicBezTo>
                  <a:pt x="34054" y="297399"/>
                  <a:pt x="35377" y="300587"/>
                  <a:pt x="35377" y="304679"/>
                </a:cubicBezTo>
                <a:cubicBezTo>
                  <a:pt x="35377" y="306243"/>
                  <a:pt x="35136" y="307687"/>
                  <a:pt x="34655" y="309011"/>
                </a:cubicBezTo>
                <a:cubicBezTo>
                  <a:pt x="33572" y="311899"/>
                  <a:pt x="33031" y="313704"/>
                  <a:pt x="33031" y="314426"/>
                </a:cubicBezTo>
                <a:cubicBezTo>
                  <a:pt x="33031" y="315388"/>
                  <a:pt x="33512" y="316291"/>
                  <a:pt x="34475" y="317133"/>
                </a:cubicBezTo>
                <a:cubicBezTo>
                  <a:pt x="35437" y="317975"/>
                  <a:pt x="36701" y="318397"/>
                  <a:pt x="38265" y="318397"/>
                </a:cubicBezTo>
                <a:cubicBezTo>
                  <a:pt x="41635" y="318397"/>
                  <a:pt x="44793" y="316532"/>
                  <a:pt x="47741" y="312801"/>
                </a:cubicBezTo>
                <a:cubicBezTo>
                  <a:pt x="50689" y="309071"/>
                  <a:pt x="52163" y="303545"/>
                  <a:pt x="52163" y="296224"/>
                </a:cubicBezTo>
                <a:cubicBezTo>
                  <a:pt x="52163" y="293106"/>
                  <a:pt x="51803" y="286986"/>
                  <a:pt x="51081" y="277864"/>
                </a:cubicBezTo>
                <a:cubicBezTo>
                  <a:pt x="50719" y="272584"/>
                  <a:pt x="50539" y="267664"/>
                  <a:pt x="50539" y="263103"/>
                </a:cubicBezTo>
                <a:cubicBezTo>
                  <a:pt x="50539" y="253743"/>
                  <a:pt x="50929" y="245763"/>
                  <a:pt x="51712" y="239164"/>
                </a:cubicBezTo>
                <a:cubicBezTo>
                  <a:pt x="52494" y="232565"/>
                  <a:pt x="54509" y="221223"/>
                  <a:pt x="57759" y="205140"/>
                </a:cubicBezTo>
                <a:lnTo>
                  <a:pt x="77432" y="108659"/>
                </a:lnTo>
                <a:lnTo>
                  <a:pt x="51803" y="108659"/>
                </a:lnTo>
                <a:lnTo>
                  <a:pt x="56315" y="86639"/>
                </a:lnTo>
                <a:cubicBezTo>
                  <a:pt x="68107" y="86639"/>
                  <a:pt x="77012" y="84253"/>
                  <a:pt x="83029" y="79481"/>
                </a:cubicBezTo>
                <a:cubicBezTo>
                  <a:pt x="89045" y="74705"/>
                  <a:pt x="95272" y="63674"/>
                  <a:pt x="101710" y="46388"/>
                </a:cubicBezTo>
                <a:cubicBezTo>
                  <a:pt x="108147" y="29101"/>
                  <a:pt x="115758" y="17012"/>
                  <a:pt x="124542" y="10119"/>
                </a:cubicBezTo>
                <a:cubicBezTo>
                  <a:pt x="133207" y="3373"/>
                  <a:pt x="143735" y="0"/>
                  <a:pt x="156130" y="0"/>
                </a:cubicBezTo>
                <a:cubicBezTo>
                  <a:pt x="165515" y="0"/>
                  <a:pt x="172705" y="2196"/>
                  <a:pt x="177698" y="6588"/>
                </a:cubicBezTo>
                <a:cubicBezTo>
                  <a:pt x="182692" y="10980"/>
                  <a:pt x="185190" y="16485"/>
                  <a:pt x="185190" y="23104"/>
                </a:cubicBezTo>
                <a:cubicBezTo>
                  <a:pt x="185190" y="29120"/>
                  <a:pt x="183325" y="34054"/>
                  <a:pt x="179594" y="37904"/>
                </a:cubicBezTo>
                <a:cubicBezTo>
                  <a:pt x="175864" y="41755"/>
                  <a:pt x="171231" y="43680"/>
                  <a:pt x="165696" y="43680"/>
                </a:cubicBezTo>
                <a:cubicBezTo>
                  <a:pt x="161123" y="43680"/>
                  <a:pt x="157333" y="42169"/>
                  <a:pt x="154324" y="39145"/>
                </a:cubicBezTo>
                <a:cubicBezTo>
                  <a:pt x="151316" y="36122"/>
                  <a:pt x="149812" y="32614"/>
                  <a:pt x="149812" y="28620"/>
                </a:cubicBezTo>
                <a:cubicBezTo>
                  <a:pt x="149812" y="26082"/>
                  <a:pt x="151436" y="21547"/>
                  <a:pt x="154686" y="15015"/>
                </a:cubicBezTo>
                <a:cubicBezTo>
                  <a:pt x="155287" y="13804"/>
                  <a:pt x="155588" y="12836"/>
                  <a:pt x="155588" y="12110"/>
                </a:cubicBezTo>
                <a:cubicBezTo>
                  <a:pt x="155588" y="11144"/>
                  <a:pt x="155107" y="10268"/>
                  <a:pt x="154144" y="9482"/>
                </a:cubicBezTo>
                <a:cubicBezTo>
                  <a:pt x="153181" y="8696"/>
                  <a:pt x="152038" y="8303"/>
                  <a:pt x="150714" y="8303"/>
                </a:cubicBezTo>
                <a:cubicBezTo>
                  <a:pt x="146262" y="8303"/>
                  <a:pt x="142291" y="10450"/>
                  <a:pt x="138802" y="14744"/>
                </a:cubicBezTo>
                <a:cubicBezTo>
                  <a:pt x="135313" y="19039"/>
                  <a:pt x="133567" y="25298"/>
                  <a:pt x="133567" y="33522"/>
                </a:cubicBezTo>
                <a:cubicBezTo>
                  <a:pt x="133567" y="38237"/>
                  <a:pt x="133838" y="43791"/>
                  <a:pt x="134380" y="50184"/>
                </a:cubicBezTo>
                <a:cubicBezTo>
                  <a:pt x="134921" y="56573"/>
                  <a:pt x="135192" y="61318"/>
                  <a:pt x="135192" y="64420"/>
                </a:cubicBezTo>
                <a:cubicBezTo>
                  <a:pt x="135192" y="69918"/>
                  <a:pt x="134350" y="77324"/>
                  <a:pt x="132665" y="86639"/>
                </a:cubicBezTo>
                <a:lnTo>
                  <a:pt x="160461" y="86639"/>
                </a:lnTo>
                <a:lnTo>
                  <a:pt x="156130" y="108659"/>
                </a:lnTo>
                <a:lnTo>
                  <a:pt x="128513" y="108659"/>
                </a:lnTo>
              </a:path>
            </a:pathLst>
          </a:custGeom>
          <a:solidFill xmlns:a="http://schemas.openxmlformats.org/drawingml/2006/main">
            <a:srgbClr val="274E1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1119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2026-10-09T20:44:08.9480000Z</dcterms:created>
  <dcterms:modified xsi:type="dcterms:W3CDTF">2026-10-09T20:44:08.9480000Z</dcterms:modified>
</coreProperties>
</file>