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6c37b4c8b4b34" /><Relationship Type="http://schemas.openxmlformats.org/officeDocument/2006/relationships/extended-properties" Target="/docProps/app.xml" Id="Rb6ca162299db49fd" /><Relationship Type="http://schemas.openxmlformats.org/officeDocument/2006/relationships/officeDocument" Target="/ppt/presentation.xml" Id="Rf715924762af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acfd2818a4b66"/>
  </p:sldMasterIdLst>
  <p:notesMasterIdLst>
    <p:notesMasterId xmlns:r="http://schemas.openxmlformats.org/officeDocument/2006/relationships" r:id="Rd8574110ef2e47fe"/>
  </p:notesMasterIdLst>
  <p:sldIdLst>
    <p:sldId xmlns:r="http://schemas.openxmlformats.org/officeDocument/2006/relationships" id="256" r:id="R840e9b860377436a"/>
  </p:sldIdLst>
  <p:sldSz cx="13430250" cy="688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072d21ce341bf" /><Relationship Type="http://schemas.openxmlformats.org/officeDocument/2006/relationships/slideMaster" Target="/ppt/slideMasters/slideMaster1.xml" Id="Rf74acfd2818a4b66" /><Relationship Type="http://schemas.openxmlformats.org/officeDocument/2006/relationships/notesMaster" Target="/ppt/notesMasters/notesMaster1.xml" Id="Rd8574110ef2e47fe" /><Relationship Type="http://schemas.openxmlformats.org/officeDocument/2006/relationships/presProps" Target="/ppt/presProps.xml" Id="R5f8280e191364a1e" /><Relationship Type="http://schemas.openxmlformats.org/officeDocument/2006/relationships/tableStyles" Target="/ppt/tableStyles.xml" Id="R33fd2cdb14694b46" /><Relationship Type="http://schemas.openxmlformats.org/officeDocument/2006/relationships/slide" Target="/ppt/slides/slide1.xml" Id="R840e9b86037743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6d0e9259e1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0a460da384b40" /><Relationship Type="http://schemas.openxmlformats.org/officeDocument/2006/relationships/notesMaster" Target="/ppt/notesMasters/notesMaster1.xml" Id="R61c3afe6a913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"Affordance-Graphed Task Worlds: Self-Evolving Task Generation for Scalable Embodied Learning",</a:t>
            </a:r>
          </a:p>
          <a:p xmlns:a="http://schemas.openxmlformats.org/drawingml/2006/main">
            <a:r>
              <a:t>  "paper_url": "https://arxiv.org/pdf/2602.12065v2",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"b674fcff9f5ac42c4f950ed94e2f37077468b383b4f77878a59060d4c212475d",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69,</a:t>
            </a:r>
          </a:p>
          <a:p xmlns:a="http://schemas.openxmlformats.org/drawingml/2006/main">
            <a:r>
              <a:t>    64,</a:t>
            </a:r>
          </a:p>
          <a:p xmlns:a="http://schemas.openxmlformats.org/drawingml/2006/main">
            <a:r>
              <a:t>    539,</a:t>
            </a:r>
          </a:p>
          <a:p xmlns:a="http://schemas.openxmlformats.org/drawingml/2006/main">
            <a:r>
              <a:t>    305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"364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1",</a:t>
            </a:r>
          </a:p>
          <a:p xmlns:a="http://schemas.openxmlformats.org/drawingml/2006/main">
            <a:r>
              <a:t>    "path partially intersects raster inset: 19",</a:t>
            </a:r>
          </a:p>
          <a:p xmlns:a="http://schemas.openxmlformats.org/drawingml/2006/main">
            <a:r>
              <a:t>    "path partially intersects raster inset: 67",</a:t>
            </a:r>
          </a:p>
          <a:p xmlns:a="http://schemas.openxmlformats.org/drawingml/2006/main">
            <a:r>
              <a:t>    "path partially intersects raster inset: 73",</a:t>
            </a:r>
          </a:p>
          <a:p xmlns:a="http://schemas.openxmlformats.org/drawingml/2006/main">
            <a:r>
              <a:t>    "path partially intersects raster inset: 140",</a:t>
            </a:r>
          </a:p>
          <a:p xmlns:a="http://schemas.openxmlformats.org/drawingml/2006/main">
            <a:r>
              <a:t>    "path partially intersects raster inset: 254"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560fe61604d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678cfd3554d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0f84aae714f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122d7302245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eb7fa744846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28291103f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155D1-C70E-448E-9F82-1AE154115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3025" y="2601595"/>
            <a:ext cx="10744200" cy="994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A3F9A2-EBD3-4BC1-B1E9-1A81E1085C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14538" y="3787616"/>
            <a:ext cx="9401175" cy="76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E9AB0E-5502-4F67-A393-3E48F7AC5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3025" y="2869406"/>
            <a:ext cx="10744200" cy="1147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5303C-1D1F-4B50-A2E5-F96F7F0CD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5452" y="535623"/>
            <a:ext cx="11919347" cy="841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D63761-AE59-4ADF-B006-759C1EFCA9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452" y="1912938"/>
            <a:ext cx="11919347" cy="428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955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1pPr>
            <a:lvl2pPr marL="53562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2pPr>
            <a:lvl3pPr marL="84169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3pPr>
            <a:lvl4pPr marL="114776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4pPr>
            <a:lvl5pPr marL="145383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5pPr>
            <a:lvl6pPr marL="175990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6pPr>
            <a:lvl7pPr marL="206597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7pPr>
            <a:lvl8pPr marL="237204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8pPr>
            <a:lvl9pPr marL="267811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EC279D-83D2-4A0D-B5A6-A5917AE79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5452" y="535623"/>
            <a:ext cx="11919347" cy="841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DBA4BD-8420-4057-AABE-F84522550E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452" y="1912938"/>
            <a:ext cx="5539978" cy="428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955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1pPr>
            <a:lvl2pPr marL="53562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2pPr>
            <a:lvl3pPr marL="84169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3pPr>
            <a:lvl4pPr marL="114776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4pPr>
            <a:lvl5pPr marL="145383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5pPr>
            <a:lvl6pPr marL="175990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6pPr>
            <a:lvl7pPr marL="206597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7pPr>
            <a:lvl8pPr marL="237204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8pPr>
            <a:lvl9pPr marL="267811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CC4CFB-2FF2-4C00-B5EE-F7AC28F06D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34820" y="1912938"/>
            <a:ext cx="5539978" cy="428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955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1pPr>
            <a:lvl2pPr marL="53562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2pPr>
            <a:lvl3pPr marL="84169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3pPr>
            <a:lvl4pPr marL="114776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4pPr>
            <a:lvl5pPr marL="145383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5pPr>
            <a:lvl6pPr marL="175990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6pPr>
            <a:lvl7pPr marL="206597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7pPr>
            <a:lvl8pPr marL="237204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8pPr>
            <a:lvl9pPr marL="267811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B3D35-E9D5-442E-936F-5415BE99D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5452" y="535623"/>
            <a:ext cx="11919347" cy="841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D814B0-6449-4850-A4D8-050B80E2B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452" y="1912938"/>
            <a:ext cx="5539978" cy="428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955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1pPr>
            <a:lvl2pPr marL="53562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2pPr>
            <a:lvl3pPr marL="84169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3pPr>
            <a:lvl4pPr marL="114776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4pPr>
            <a:lvl5pPr marL="145383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5pPr>
            <a:lvl6pPr marL="1759902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6pPr>
            <a:lvl7pPr marL="206597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7pPr>
            <a:lvl8pPr marL="237204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8pPr>
            <a:lvl9pPr marL="2678113" indent="-229552">
              <a:lnSpc>
                <a:spcPct val="110000"/>
              </a:lnSpc>
              <a:spcBef>
                <a:spcPts val="0"/>
              </a:spcBef>
              <a:spcAft>
                <a:spcPts val="12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f1b11ad044ebb" /><Relationship Type="http://schemas.openxmlformats.org/officeDocument/2006/relationships/slideLayout" Target="/ppt/slideLayouts/slideLayout1.xml" Id="Rdd3a0772baf744ff" /><Relationship Type="http://schemas.openxmlformats.org/officeDocument/2006/relationships/slideLayout" Target="/ppt/slideLayouts/slideLayout2.xml" Id="Rbea4bd4183c54495" /><Relationship Type="http://schemas.openxmlformats.org/officeDocument/2006/relationships/slideLayout" Target="/ppt/slideLayouts/slideLayout3.xml" Id="R32ca0bf6875a411a" /><Relationship Type="http://schemas.openxmlformats.org/officeDocument/2006/relationships/slideLayout" Target="/ppt/slideLayouts/slideLayout4.xml" Id="Rf26cffce67b94052" /><Relationship Type="http://schemas.openxmlformats.org/officeDocument/2006/relationships/slideLayout" Target="/ppt/slideLayouts/slideLayout5.xml" Id="R0059c5b712b149af" /><Relationship Type="http://schemas.openxmlformats.org/officeDocument/2006/relationships/slideLayout" Target="/ppt/slideLayouts/slideLayout6.xml" Id="R1b1c28361cad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a0772baf744ff"/>
    <p:sldLayoutId xmlns:r="http://schemas.openxmlformats.org/officeDocument/2006/relationships" id="2147483650" r:id="Rbea4bd4183c54495"/>
    <p:sldLayoutId xmlns:r="http://schemas.openxmlformats.org/officeDocument/2006/relationships" id="2147483651" r:id="R32ca0bf6875a411a"/>
    <p:sldLayoutId xmlns:r="http://schemas.openxmlformats.org/officeDocument/2006/relationships" id="2147483652" r:id="Rf26cffce67b94052"/>
    <p:sldLayoutId xmlns:r="http://schemas.openxmlformats.org/officeDocument/2006/relationships" id="2147483653" r:id="R0059c5b712b149af"/>
    <p:sldLayoutId xmlns:r="http://schemas.openxmlformats.org/officeDocument/2006/relationships" id="2147483654" r:id="R1b1c28361cad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b4cfc54594f7d" /><Relationship Type="http://schemas.openxmlformats.org/officeDocument/2006/relationships/image" Target="/ppt/media/image.png" Id="R9b47067bb6b24c61" /><Relationship Type="http://schemas.openxmlformats.org/officeDocument/2006/relationships/image" Target="/ppt/media/image2.png" Id="Rca831879921246ef" /><Relationship Type="http://schemas.openxmlformats.org/officeDocument/2006/relationships/image" Target="/ppt/media/image3.png" Id="Re5886d85dd724371" /><Relationship Type="http://schemas.openxmlformats.org/officeDocument/2006/relationships/image" Target="/ppt/media/image4.png" Id="R7e2d2d0a52e14610" /><Relationship Type="http://schemas.openxmlformats.org/officeDocument/2006/relationships/image" Target="/ppt/media/image5.png" Id="R21b68ccf6d7e4b72" /><Relationship Type="http://schemas.openxmlformats.org/officeDocument/2006/relationships/image" Target="/ppt/media/image6.png" Id="R0924b2247ea84584" /><Relationship Type="http://schemas.openxmlformats.org/officeDocument/2006/relationships/image" Target="/ppt/media/image7.png" Id="R452a0ec464c24ba9" /><Relationship Type="http://schemas.openxmlformats.org/officeDocument/2006/relationships/image" Target="/ppt/media/image8.png" Id="R2b6b54a977f84f8e" /><Relationship Type="http://schemas.openxmlformats.org/officeDocument/2006/relationships/image" Target="/ppt/media/image9.png" Id="R340591d5951a4856" /><Relationship Type="http://schemas.openxmlformats.org/officeDocument/2006/relationships/image" Target="/ppt/media/image10.png" Id="Rd1ef7a48492e44c3" /><Relationship Type="http://schemas.openxmlformats.org/officeDocument/2006/relationships/image" Target="/ppt/media/image11.png" Id="Rb79e78b9e2064f20" /><Relationship Type="http://schemas.openxmlformats.org/officeDocument/2006/relationships/image" Target="/ppt/media/image12.png" Id="R435f6720f83c4527" /><Relationship Type="http://schemas.openxmlformats.org/officeDocument/2006/relationships/image" Target="/ppt/media/image13.png" Id="Rcd03ea9f86084f55" /><Relationship Type="http://schemas.openxmlformats.org/officeDocument/2006/relationships/image" Target="/ppt/media/image14.png" Id="Rc1e040a40b154d22" /><Relationship Type="http://schemas.openxmlformats.org/officeDocument/2006/relationships/image" Target="/ppt/media/image15.png" Id="R82fa1384e4db46e8" /><Relationship Type="http://schemas.openxmlformats.org/officeDocument/2006/relationships/image" Target="/ppt/media/image16.png" Id="R69dead7f4745482d" /><Relationship Type="http://schemas.openxmlformats.org/officeDocument/2006/relationships/image" Target="/ppt/media/image17.png" Id="Rae0e5c97785e4e1f" /><Relationship Type="http://schemas.openxmlformats.org/officeDocument/2006/relationships/image" Target="/ppt/media/image18.png" Id="Rc8bc1d605dea4b49" /><Relationship Type="http://schemas.openxmlformats.org/officeDocument/2006/relationships/image" Target="/ppt/media/image19.png" Id="R87cfcc5841de499d" /><Relationship Type="http://schemas.openxmlformats.org/officeDocument/2006/relationships/image" Target="/ppt/media/image20.png" Id="R5a8c4db1c1154f9d" /><Relationship Type="http://schemas.openxmlformats.org/officeDocument/2006/relationships/image" Target="/ppt/media/image21.png" Id="R1c5b173d967b435a" /><Relationship Type="http://schemas.openxmlformats.org/officeDocument/2006/relationships/image" Target="/ppt/media/image22.png" Id="R19e5022163fc4927" /><Relationship Type="http://schemas.openxmlformats.org/officeDocument/2006/relationships/image" Target="/ppt/media/image23.png" Id="R7f70fd0558254394" /><Relationship Type="http://schemas.openxmlformats.org/officeDocument/2006/relationships/image" Target="/ppt/media/image24.png" Id="Rf8cdcf30e7c04b5b" /><Relationship Type="http://schemas.openxmlformats.org/officeDocument/2006/relationships/image" Target="/ppt/media/image25.png" Id="R663b180777e54624" /><Relationship Type="http://schemas.openxmlformats.org/officeDocument/2006/relationships/image" Target="/ppt/media/image26.png" Id="R3ecbfad719414af9" /><Relationship Type="http://schemas.openxmlformats.org/officeDocument/2006/relationships/image" Target="/ppt/media/image27.png" Id="R18fb1f78c86f4da0" /><Relationship Type="http://schemas.openxmlformats.org/officeDocument/2006/relationships/image" Target="/ppt/media/image28.png" Id="R0317e61c4de147a9" /><Relationship Type="http://schemas.openxmlformats.org/officeDocument/2006/relationships/image" Target="/ppt/media/image29.png" Id="Rc3e181f9146546f9" /><Relationship Type="http://schemas.openxmlformats.org/officeDocument/2006/relationships/image" Target="/ppt/media/image30.png" Id="R6c9a9bda9b824ff2" /><Relationship Type="http://schemas.openxmlformats.org/officeDocument/2006/relationships/image" Target="/ppt/media/image31.png" Id="R3f4b946a20c34415" /><Relationship Type="http://schemas.openxmlformats.org/officeDocument/2006/relationships/image" Target="/ppt/media/image32.png" Id="R27fc6076f0304796" /><Relationship Type="http://schemas.openxmlformats.org/officeDocument/2006/relationships/image" Target="/ppt/media/image33.png" Id="R7931052984e841bd" /><Relationship Type="http://schemas.openxmlformats.org/officeDocument/2006/relationships/image" Target="/ppt/media/image34.png" Id="Re0f7f74243644a3b" /><Relationship Type="http://schemas.openxmlformats.org/officeDocument/2006/relationships/image" Target="/ppt/media/image35.png" Id="R785b158c9d4d4703" /><Relationship Type="http://schemas.openxmlformats.org/officeDocument/2006/relationships/image" Target="/ppt/media/image36.png" Id="R0469765afd004739" /><Relationship Type="http://schemas.openxmlformats.org/officeDocument/2006/relationships/image" Target="/ppt/media/image37.png" Id="Rda35bdc0e9d34364" /><Relationship Type="http://schemas.openxmlformats.org/officeDocument/2006/relationships/image" Target="/ppt/media/image38.png" Id="R9055ed026a254ff6" /><Relationship Type="http://schemas.openxmlformats.org/officeDocument/2006/relationships/image" Target="/ppt/media/image39.png" Id="Rd17dcf531c7d4f98" /><Relationship Type="http://schemas.openxmlformats.org/officeDocument/2006/relationships/image" Target="/ppt/media/image40.png" Id="Rda91d747d17f43d1" /><Relationship Type="http://schemas.openxmlformats.org/officeDocument/2006/relationships/image" Target="/ppt/media/image41.png" Id="Rc54b87793e154d06" /><Relationship Type="http://schemas.openxmlformats.org/officeDocument/2006/relationships/image" Target="/ppt/media/image42.png" Id="R82f2b6620e2f40d1" /><Relationship Type="http://schemas.openxmlformats.org/officeDocument/2006/relationships/image" Target="/ppt/media/image43.png" Id="Rb1c3c6f182354c20" /><Relationship Type="http://schemas.openxmlformats.org/officeDocument/2006/relationships/image" Target="/ppt/media/image44.png" Id="Re80cff4912f24fe9" /><Relationship Type="http://schemas.openxmlformats.org/officeDocument/2006/relationships/image" Target="/ppt/media/image45.png" Id="Rece81cb961694cd0" /><Relationship Type="http://schemas.openxmlformats.org/officeDocument/2006/relationships/image" Target="/ppt/media/image46.png" Id="Rd70c223780fb4f25" /><Relationship Type="http://schemas.openxmlformats.org/officeDocument/2006/relationships/image" Target="/ppt/media/image47.png" Id="R5d32f8d44296443e" /><Relationship Type="http://schemas.openxmlformats.org/officeDocument/2006/relationships/image" Target="/ppt/media/image48.png" Id="R96b9d03ca7f14aed" /><Relationship Type="http://schemas.openxmlformats.org/officeDocument/2006/relationships/image" Target="/ppt/media/image49.png" Id="R3c88c99aeb304282" /><Relationship Type="http://schemas.openxmlformats.org/officeDocument/2006/relationships/image" Target="/ppt/media/image50.png" Id="R37cd4e3469864008" /><Relationship Type="http://schemas.openxmlformats.org/officeDocument/2006/relationships/image" Target="/ppt/media/image51.png" Id="R491054afd66f458d" /><Relationship Type="http://schemas.openxmlformats.org/officeDocument/2006/relationships/image" Target="/ppt/media/image52.png" Id="Rc444a320b2ca4bcb" /><Relationship Type="http://schemas.openxmlformats.org/officeDocument/2006/relationships/image" Target="/ppt/media/image53.png" Id="R4af4311a20fc4bcd" /><Relationship Type="http://schemas.openxmlformats.org/officeDocument/2006/relationships/image" Target="/ppt/media/image54.png" Id="Re2435d66b2784f77" /><Relationship Type="http://schemas.openxmlformats.org/officeDocument/2006/relationships/image" Target="/ppt/media/image55.png" Id="R021aa84fb5bd477d" /><Relationship Type="http://schemas.openxmlformats.org/officeDocument/2006/relationships/image" Target="/ppt/media/image56.png" Id="R4d881585270c43cf" /><Relationship Type="http://schemas.openxmlformats.org/officeDocument/2006/relationships/image" Target="/ppt/media/image57.png" Id="R064ec991dfb24f4b" /><Relationship Type="http://schemas.openxmlformats.org/officeDocument/2006/relationships/image" Target="/ppt/media/image58.png" Id="Redb071afcba54ee6" /><Relationship Type="http://schemas.openxmlformats.org/officeDocument/2006/relationships/image" Target="/ppt/media/image59.png" Id="R681240b4262d4fd3" /><Relationship Type="http://schemas.openxmlformats.org/officeDocument/2006/relationships/image" Target="/ppt/media/image60.png" Id="R7bd7c05060d1455b" /><Relationship Type="http://schemas.openxmlformats.org/officeDocument/2006/relationships/image" Target="/ppt/media/image61.png" Id="Ra0e82f75d0564717" /><Relationship Type="http://schemas.openxmlformats.org/officeDocument/2006/relationships/image" Target="/ppt/media/image62.png" Id="R1080c335f366487e" /><Relationship Type="http://schemas.openxmlformats.org/officeDocument/2006/relationships/image" Target="/ppt/media/image63.png" Id="Rb2ec438853c44ba2" /><Relationship Type="http://schemas.openxmlformats.org/officeDocument/2006/relationships/image" Target="/ppt/media/image64.png" Id="Re2b9466aa2fc4778" /><Relationship Type="http://schemas.openxmlformats.org/officeDocument/2006/relationships/image" Target="/ppt/media/image65.png" Id="Rb4af7a3d1dba491f" /><Relationship Type="http://schemas.openxmlformats.org/officeDocument/2006/relationships/image" Target="/ppt/media/image66.png" Id="Rb716e29a18a8465b" /><Relationship Type="http://schemas.openxmlformats.org/officeDocument/2006/relationships/image" Target="/ppt/media/image67.png" Id="R82d26a5a6da142a9" /><Relationship Type="http://schemas.openxmlformats.org/officeDocument/2006/relationships/image" Target="/ppt/media/image68.png" Id="R444119b1e93f441f" /><Relationship Type="http://schemas.openxmlformats.org/officeDocument/2006/relationships/image" Target="/ppt/media/image69.png" Id="R785e6036e68941de" /><Relationship Type="http://schemas.openxmlformats.org/officeDocument/2006/relationships/image" Target="/ppt/media/image70.png" Id="R3aee6485c21b464e" /><Relationship Type="http://schemas.openxmlformats.org/officeDocument/2006/relationships/image" Target="/ppt/media/image71.png" Id="R6421707e9d0843df" /><Relationship Type="http://schemas.openxmlformats.org/officeDocument/2006/relationships/image" Target="/ppt/media/image72.png" Id="R126870dc03f84fad" /><Relationship Type="http://schemas.openxmlformats.org/officeDocument/2006/relationships/image" Target="/ppt/media/image73.png" Id="Rb6d08b53a03349e7" /><Relationship Type="http://schemas.openxmlformats.org/officeDocument/2006/relationships/notesSlide" Target="/ppt/notesSlides/notesSlide1.xml" Id="R71c350d0ee9b46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8" name="pdf-path-1">
            <a:extLst xmlns:a="http://schemas.openxmlformats.org/drawingml/2006/main">
              <a:ext uri="{FF2B5EF4-FFF2-40B4-BE49-F238E27FC236}">
                <a16:creationId xmlns:a16="http://schemas.microsoft.com/office/drawing/2014/main" id="{C9DDAE59-964F-4B3F-9DEA-DC07438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59" y="204660"/>
            <a:ext cx="1851778" cy="4245428"/>
          </a:xfrm>
          <a:custGeom xmlns:a="http://schemas.openxmlformats.org/drawingml/2006/main">
            <a:pathLst>
              <a:path w="1851778" h="4245428">
                <a:moveTo>
                  <a:pt x="0" y="25512"/>
                </a:moveTo>
                <a:cubicBezTo>
                  <a:pt x="0" y="11355"/>
                  <a:pt x="11390" y="0"/>
                  <a:pt x="25443" y="0"/>
                </a:cubicBezTo>
                <a:lnTo>
                  <a:pt x="1826414" y="0"/>
                </a:lnTo>
                <a:cubicBezTo>
                  <a:pt x="1840424" y="0"/>
                  <a:pt x="1851778" y="11355"/>
                  <a:pt x="1851778" y="25512"/>
                </a:cubicBezTo>
                <a:lnTo>
                  <a:pt x="1851778" y="4219916"/>
                </a:lnTo>
                <a:cubicBezTo>
                  <a:pt x="1851778" y="4234073"/>
                  <a:pt x="1840424" y="4245428"/>
                  <a:pt x="1826414" y="4245428"/>
                </a:cubicBezTo>
                <a:lnTo>
                  <a:pt x="25443" y="4245428"/>
                </a:lnTo>
                <a:cubicBezTo>
                  <a:pt x="11390" y="4245428"/>
                  <a:pt x="0" y="4234073"/>
                  <a:pt x="0" y="4219916"/>
                </a:cubicBezTo>
                <a:lnTo>
                  <a:pt x="0" y="25512"/>
                </a:lnTo>
              </a:path>
            </a:pathLst>
          </a:custGeom>
          <a:solidFill xmlns:a="http://schemas.openxmlformats.org/drawingml/2006/main">
            <a:srgbClr val="F6FBF7"/>
          </a:solidFill>
          <a:ln xmlns:a="http://schemas.openxmlformats.org/drawingml/2006/main" w="14747">
            <a:solidFill>
              <a:srgbClr val="88AE83"/>
            </a:solidFill>
            <a:prstDash val="solid"/>
          </a:ln>
        </p:spPr>
      </p:sp>
      <p:sp>
        <p:nvSpPr>
          <p:cNvPr id="2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82355693-0A13-4DB5-9600-CB3527F1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04" y="336617"/>
            <a:ext cx="545216" cy="223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58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58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pPr>
            <a:r>
              <a:rPr sz="1758" b="1" i="0">
                <a:solidFill>
                  <a:srgbClr val="052C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F11EF-CFAF-47A0-B5AF-F1C579D92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7067bb6b24c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86" y="794675"/>
            <a:ext cx="1269691" cy="1269691"/>
          </a:xfrm>
          <a:prstGeom xmlns:a="http://schemas.openxmlformats.org/drawingml/2006/main" prst="rect">
            <a:avLst/>
          </a:prstGeom>
        </p:spPr>
      </p:pic>
      <p:sp>
        <p:nvSpPr>
          <p:cNvPr id="4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27411B2D-2FFD-4DA6-BA60-F9DEEE1F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86" y="794675"/>
            <a:ext cx="1269691" cy="1269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52637-FA74-43F2-B18E-910A622F7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1879921246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530" y="878201"/>
            <a:ext cx="1105649" cy="1105649"/>
          </a:xfrm>
          <a:prstGeom xmlns:a="http://schemas.openxmlformats.org/drawingml/2006/main" prst="rect">
            <a:avLst/>
          </a:prstGeom>
        </p:spPr>
      </p:pic>
      <p:sp>
        <p:nvSpPr>
          <p:cNvPr id="6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53E16CF0-A47A-490D-BC64-2D2279EA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530" y="878201"/>
            <a:ext cx="1105649" cy="110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df-path-6">
            <a:extLst xmlns:a="http://schemas.openxmlformats.org/drawingml/2006/main">
              <a:ext uri="{FF2B5EF4-FFF2-40B4-BE49-F238E27FC236}">
                <a16:creationId xmlns:a16="http://schemas.microsoft.com/office/drawing/2014/main" id="{55DE611B-C576-41EE-ABFE-6812D853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43" y="874515"/>
            <a:ext cx="1113022" cy="1113021"/>
          </a:xfrm>
          <a:custGeom xmlns:a="http://schemas.openxmlformats.org/drawingml/2006/main">
            <a:pathLst>
              <a:path w="1113022" h="1113021">
                <a:moveTo>
                  <a:pt x="0" y="1113021"/>
                </a:moveTo>
                <a:lnTo>
                  <a:pt x="1113022" y="1113021"/>
                </a:lnTo>
                <a:lnTo>
                  <a:pt x="111302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sp>
        <p:nvSpPr>
          <p:cNvPr id="8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5C521D12-6EA1-48DC-9146-E38B04F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626" y="2064934"/>
            <a:ext cx="702975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real</a:t>
            </a:r>
          </a:p>
        </p:txBody>
      </p:sp>
      <p:sp>
        <p:nvSpPr>
          <p:cNvPr id="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5C9CDFE4-BC94-4D2D-A471-9FBDFED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929" y="2064934"/>
            <a:ext cx="4950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9B08C8DC-DBF3-4A87-919B-9BF9A8D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478" y="2064934"/>
            <a:ext cx="759263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 RGB </a:t>
            </a:r>
          </a:p>
        </p:txBody>
      </p:sp>
      <p:sp>
        <p:nvSpPr>
          <p:cNvPr id="11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9CD3B70E-9628-4296-9FE9-3979232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507" y="2243664"/>
            <a:ext cx="407761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028D5-BDC0-4E70-8B54-9E13656A2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86d85dd724371"/>
          <a:srcRect xmlns:a="http://schemas.openxmlformats.org/drawingml/2006/main" l="0" t="131" r="0" b="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894" y="2720005"/>
            <a:ext cx="1699705" cy="844986"/>
          </a:xfrm>
          <a:prstGeom xmlns:a="http://schemas.openxmlformats.org/drawingml/2006/main" prst="rect">
            <a:avLst/>
          </a:prstGeom>
        </p:spPr>
      </p:pic>
      <p:sp>
        <p:nvSpPr>
          <p:cNvPr id="13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AD9AB267-2133-4880-8D29-4FFAB51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894" y="2720005"/>
            <a:ext cx="1699705" cy="844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df-path-12">
            <a:extLst xmlns:a="http://schemas.openxmlformats.org/drawingml/2006/main">
              <a:ext uri="{FF2B5EF4-FFF2-40B4-BE49-F238E27FC236}">
                <a16:creationId xmlns:a16="http://schemas.microsoft.com/office/drawing/2014/main" id="{E6EB8D9D-A7A1-443A-BDE4-1297687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423" y="2799195"/>
            <a:ext cx="1543788" cy="688228"/>
          </a:xfrm>
          <a:custGeom xmlns:a="http://schemas.openxmlformats.org/drawingml/2006/main">
            <a:pathLst>
              <a:path w="1543788" h="688228">
                <a:moveTo>
                  <a:pt x="0" y="93199"/>
                </a:moveTo>
                <a:cubicBezTo>
                  <a:pt x="0" y="41733"/>
                  <a:pt x="41718" y="0"/>
                  <a:pt x="93184" y="0"/>
                </a:cubicBezTo>
                <a:lnTo>
                  <a:pt x="257301" y="0"/>
                </a:lnTo>
                <a:lnTo>
                  <a:pt x="643266" y="0"/>
                </a:lnTo>
                <a:lnTo>
                  <a:pt x="1450736" y="0"/>
                </a:lnTo>
                <a:cubicBezTo>
                  <a:pt x="1502202" y="0"/>
                  <a:pt x="1543788" y="41733"/>
                  <a:pt x="1543788" y="93199"/>
                </a:cubicBezTo>
                <a:lnTo>
                  <a:pt x="1543788" y="326197"/>
                </a:lnTo>
                <a:lnTo>
                  <a:pt x="1543788" y="465848"/>
                </a:lnTo>
                <a:cubicBezTo>
                  <a:pt x="1543788" y="517314"/>
                  <a:pt x="1502202" y="559047"/>
                  <a:pt x="1450736" y="559047"/>
                </a:cubicBezTo>
                <a:lnTo>
                  <a:pt x="643266" y="559047"/>
                </a:lnTo>
                <a:lnTo>
                  <a:pt x="360675" y="688228"/>
                </a:lnTo>
                <a:lnTo>
                  <a:pt x="257301" y="559047"/>
                </a:lnTo>
                <a:lnTo>
                  <a:pt x="93184" y="559047"/>
                </a:lnTo>
                <a:cubicBezTo>
                  <a:pt x="41718" y="559047"/>
                  <a:pt x="0" y="517314"/>
                  <a:pt x="0" y="465848"/>
                </a:cubicBezTo>
                <a:lnTo>
                  <a:pt x="0" y="326197"/>
                </a:lnTo>
                <a:lnTo>
                  <a:pt x="0" y="93199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7373">
            <a:solidFill>
              <a:srgbClr val="385723"/>
            </a:solidFill>
            <a:prstDash val="solid"/>
          </a:ln>
        </p:spPr>
      </p:sp>
      <p:sp>
        <p:nvSpPr>
          <p:cNvPr id="15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CBC819E2-00DA-4A2C-9933-7D88D2D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902" y="2924969"/>
            <a:ext cx="1226251" cy="14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 want the robot to </a:t>
            </a:r>
          </a:p>
        </p:txBody>
      </p:sp>
      <p:sp>
        <p:nvSpPr>
          <p:cNvPr id="16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D1FF96B-906E-4066-97D2-F60B621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589" y="3104429"/>
            <a:ext cx="1202426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glass</a:t>
            </a:r>
          </a:p>
        </p:txBody>
      </p:sp>
      <p:sp>
        <p:nvSpPr>
          <p:cNvPr id="17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29A287A8-6919-474A-898C-A9D3C8E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2979" y="3104429"/>
            <a:ext cx="41299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7DA6B-16F4-4DE2-9DC4-5FB6A0A6A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2d0a52e14610"/>
          <a:srcRect xmlns:a="http://schemas.openxmlformats.org/drawingml/2006/main" l="0" t="161" r="0" b="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741" y="3533861"/>
            <a:ext cx="551880" cy="667598"/>
          </a:xfrm>
          <a:prstGeom xmlns:a="http://schemas.openxmlformats.org/drawingml/2006/main" prst="rect">
            <a:avLst/>
          </a:prstGeom>
        </p:spPr>
      </p:pic>
      <p:sp>
        <p:nvSpPr>
          <p:cNvPr id="19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B54DC988-45D9-46A1-9D9D-3F84F698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41" y="3533861"/>
            <a:ext cx="551880" cy="667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33A1F5EA-3F3B-4600-9132-A18B07B4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878" y="3678645"/>
            <a:ext cx="821229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query</a:t>
            </a:r>
          </a:p>
        </p:txBody>
      </p:sp>
      <p:sp>
        <p:nvSpPr>
          <p:cNvPr id="21" name="pdf-path-19">
            <a:extLst xmlns:a="http://schemas.openxmlformats.org/drawingml/2006/main">
              <a:ext uri="{FF2B5EF4-FFF2-40B4-BE49-F238E27FC236}">
                <a16:creationId xmlns:a16="http://schemas.microsoft.com/office/drawing/2014/main" id="{DD057F10-4C4D-4285-A3FB-38BA8906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472" y="32419"/>
            <a:ext cx="7743198" cy="1618303"/>
          </a:xfrm>
          <a:custGeom xmlns:a="http://schemas.openxmlformats.org/drawingml/2006/main">
            <a:pathLst>
              <a:path w="7743198" h="1618303">
                <a:moveTo>
                  <a:pt x="0" y="33180"/>
                </a:moveTo>
                <a:cubicBezTo>
                  <a:pt x="0" y="14894"/>
                  <a:pt x="14894" y="0"/>
                  <a:pt x="33328" y="0"/>
                </a:cubicBezTo>
                <a:lnTo>
                  <a:pt x="7709870" y="0"/>
                </a:lnTo>
                <a:cubicBezTo>
                  <a:pt x="7728304" y="0"/>
                  <a:pt x="7743198" y="14894"/>
                  <a:pt x="7743198" y="33180"/>
                </a:cubicBezTo>
                <a:lnTo>
                  <a:pt x="7743198" y="1584975"/>
                </a:lnTo>
                <a:cubicBezTo>
                  <a:pt x="7743198" y="1603408"/>
                  <a:pt x="7728304" y="1618303"/>
                  <a:pt x="7709870" y="1618303"/>
                </a:cubicBezTo>
                <a:lnTo>
                  <a:pt x="33328" y="1618303"/>
                </a:lnTo>
                <a:cubicBezTo>
                  <a:pt x="14894" y="1618303"/>
                  <a:pt x="0" y="1603408"/>
                  <a:pt x="0" y="1584975"/>
                </a:cubicBezTo>
                <a:lnTo>
                  <a:pt x="0" y="33180"/>
                </a:lnTo>
              </a:path>
            </a:pathLst>
          </a:custGeom>
          <a:solidFill xmlns:a="http://schemas.openxmlformats.org/drawingml/2006/main">
            <a:srgbClr val="FEF9EE"/>
          </a:solidFill>
          <a:ln xmlns:a="http://schemas.openxmlformats.org/drawingml/2006/main" w="14747">
            <a:solidFill>
              <a:srgbClr val="F0DCA5"/>
            </a:solidFill>
            <a:prstDash val="solid"/>
          </a:ln>
        </p:spPr>
      </p:sp>
      <p:sp>
        <p:nvSpPr>
          <p:cNvPr id="22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E0899D37-7FB9-47CD-B1F0-3190DDF3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0166" y="107569"/>
            <a:ext cx="2944534" cy="194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Simulated Scene Generation </a:t>
            </a:r>
          </a:p>
        </p:txBody>
      </p:sp>
      <p:sp>
        <p:nvSpPr>
          <p:cNvPr id="23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5112596D-25A1-48DD-95AC-1FBEA9A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8621" y="144914"/>
            <a:ext cx="1038424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[Dai et al. 2024]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C5E7D-B2CB-4B44-B5AA-63039D6CE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68ccf6d7e4b72"/>
          <a:srcRect xmlns:a="http://schemas.openxmlformats.org/drawingml/2006/main" l="0" t="259" r="0" b="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39290" y="348721"/>
            <a:ext cx="984785" cy="1227235"/>
          </a:xfrm>
          <a:prstGeom xmlns:a="http://schemas.openxmlformats.org/drawingml/2006/main" prst="rect">
            <a:avLst/>
          </a:prstGeom>
        </p:spPr>
      </p:pic>
      <p:sp>
        <p:nvSpPr>
          <p:cNvPr id="25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AAD9E17B-2C83-4B98-A68E-CF40CF42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9290" y="348721"/>
            <a:ext cx="984785" cy="1227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0FB98-B80D-454F-91D6-4F0D96DDA6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4b2247ea84584"/>
          <a:srcRect xmlns:a="http://schemas.openxmlformats.org/drawingml/2006/main" l="0" t="259" r="0" b="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9185" y="348721"/>
            <a:ext cx="984785" cy="1227235"/>
          </a:xfrm>
          <a:prstGeom xmlns:a="http://schemas.openxmlformats.org/drawingml/2006/main" prst="rect">
            <a:avLst/>
          </a:prstGeom>
        </p:spPr>
      </p:pic>
      <p:sp>
        <p:nvSpPr>
          <p:cNvPr id="27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001A53FC-5E49-4364-9DA9-1B7082D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9185" y="348721"/>
            <a:ext cx="984785" cy="1227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FDD2D7C2-B65B-4979-9A45-5E2F9B9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299" y="1341461"/>
            <a:ext cx="1167176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CLIP, DINOv2, …</a:t>
            </a:r>
          </a:p>
        </p:txBody>
      </p:sp>
      <p:sp>
        <p:nvSpPr>
          <p:cNvPr id="29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B5F1BC5-560C-4C0D-8BEE-D42D8A86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627" y="928848"/>
            <a:ext cx="437171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GSAM</a:t>
            </a:r>
          </a:p>
        </p:txBody>
      </p:sp>
      <p:sp>
        <p:nvSpPr>
          <p:cNvPr id="30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CB7772D-A9D4-477C-BB4E-81E8B66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5950" y="928848"/>
            <a:ext cx="4950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6D69FC02-00F0-475C-8E80-A9A86525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499" y="928848"/>
            <a:ext cx="158763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32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B26EAB3-4752-4954-A4AF-B473445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848" y="1107578"/>
            <a:ext cx="530372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DepAny</a:t>
            </a:r>
          </a:p>
        </p:txBody>
      </p:sp>
      <p:sp>
        <p:nvSpPr>
          <p:cNvPr id="3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0566664-A736-48C3-AA47-29216FA9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1960" y="1107578"/>
            <a:ext cx="4950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4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BC041103-A902-4880-AD4A-1F49E6B5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1509" y="1107578"/>
            <a:ext cx="158763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46CEC9-BA16-437E-88E2-7436C4AC9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a0ec464c24ba9"/>
          <a:srcRect xmlns:a="http://schemas.openxmlformats.org/drawingml/2006/main" l="0" t="108" r="0" b="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1781" y="543392"/>
            <a:ext cx="455658" cy="639712"/>
          </a:xfrm>
          <a:prstGeom xmlns:a="http://schemas.openxmlformats.org/drawingml/2006/main" prst="rect">
            <a:avLst/>
          </a:prstGeom>
        </p:spPr>
      </p:pic>
      <p:sp>
        <p:nvSpPr>
          <p:cNvPr id="36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F596F768-0D69-4286-B157-3C3866E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1781" y="543392"/>
            <a:ext cx="455658" cy="639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3646E-631B-4F44-A89B-8F0AE9BFF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b54a977f84f8e"/>
          <a:srcRect xmlns:a="http://schemas.openxmlformats.org/drawingml/2006/main" l="0" t="434" r="0" b="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611" y="620105"/>
            <a:ext cx="305788" cy="489266"/>
          </a:xfrm>
          <a:prstGeom xmlns:a="http://schemas.openxmlformats.org/drawingml/2006/main" prst="rect">
            <a:avLst/>
          </a:prstGeom>
        </p:spPr>
      </p:pic>
      <p:sp>
        <p:nvSpPr>
          <p:cNvPr id="38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D9F67016-A22E-4C1E-88A7-90CCEF75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611" y="620105"/>
            <a:ext cx="305788" cy="489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EB3D4-EAA5-44A6-A5A7-79B8E2054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591d5951a4856"/>
          <a:srcRect xmlns:a="http://schemas.openxmlformats.org/drawingml/2006/main" l="21" t="0" r="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1649" y="488534"/>
            <a:ext cx="1536901" cy="678643"/>
          </a:xfrm>
          <a:prstGeom xmlns:a="http://schemas.openxmlformats.org/drawingml/2006/main" prst="rect">
            <a:avLst/>
          </a:prstGeom>
        </p:spPr>
      </p:pic>
      <p:sp>
        <p:nvSpPr>
          <p:cNvPr id="40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E46E064F-5269-4ADD-AD2D-899DF98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649" y="488534"/>
            <a:ext cx="1536901" cy="678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C0254-F885-4560-9C34-6DAA22C23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f7a48492e44c3"/>
          <a:srcRect xmlns:a="http://schemas.openxmlformats.org/drawingml/2006/main" l="0" t="251" r="0" b="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9631" y="649258"/>
            <a:ext cx="296571" cy="380922"/>
          </a:xfrm>
          <a:prstGeom xmlns:a="http://schemas.openxmlformats.org/drawingml/2006/main" prst="rect">
            <a:avLst/>
          </a:prstGeom>
        </p:spPr>
      </p:pic>
      <p:sp>
        <p:nvSpPr>
          <p:cNvPr id="42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87C26251-65D9-4B83-9A03-1B8BC15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9631" y="649258"/>
            <a:ext cx="296571" cy="380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A66966BB-3C9C-4B01-9B3A-B8F2BAE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9099" y="951116"/>
            <a:ext cx="76734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44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5EAC5774-5B81-43F5-90C0-235626C7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7107" y="951116"/>
            <a:ext cx="4950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5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5AD56BB6-43A8-4AF7-9A64-86C93E50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6656" y="951116"/>
            <a:ext cx="182317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1K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5F2FB2-8C62-48E2-AD0B-30BD5630DE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e78b9e2064f20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367" y="369970"/>
            <a:ext cx="760045" cy="613168"/>
          </a:xfrm>
          <a:prstGeom xmlns:a="http://schemas.openxmlformats.org/drawingml/2006/main" prst="rect">
            <a:avLst/>
          </a:prstGeom>
        </p:spPr>
      </p:pic>
      <p:sp>
        <p:nvSpPr>
          <p:cNvPr id="47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DFF425EF-7D8B-4B0F-8BEA-CAF1AB19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367" y="369970"/>
            <a:ext cx="760045" cy="61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pdf-path-42">
            <a:extLst xmlns:a="http://schemas.openxmlformats.org/drawingml/2006/main">
              <a:ext uri="{FF2B5EF4-FFF2-40B4-BE49-F238E27FC236}">
                <a16:creationId xmlns:a16="http://schemas.microsoft.com/office/drawing/2014/main" id="{EE565673-C5EF-4AC5-8ABB-A7C3388E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524516"/>
            <a:ext cx="603140" cy="381055"/>
          </a:xfrm>
          <a:custGeom xmlns:a="http://schemas.openxmlformats.org/drawingml/2006/main">
            <a:pathLst>
              <a:path w="603140" h="381055">
                <a:moveTo>
                  <a:pt x="0" y="0"/>
                </a:moveTo>
                <a:cubicBezTo>
                  <a:pt x="0" y="41585"/>
                  <a:pt x="135080" y="75208"/>
                  <a:pt x="301571" y="75208"/>
                </a:cubicBezTo>
                <a:cubicBezTo>
                  <a:pt x="468208" y="75208"/>
                  <a:pt x="603140" y="41585"/>
                  <a:pt x="603140" y="0"/>
                </a:cubicBezTo>
                <a:lnTo>
                  <a:pt x="603140" y="305847"/>
                </a:lnTo>
                <a:cubicBezTo>
                  <a:pt x="603140" y="347432"/>
                  <a:pt x="468208" y="381055"/>
                  <a:pt x="301571" y="381055"/>
                </a:cubicBezTo>
                <a:cubicBezTo>
                  <a:pt x="135080" y="381055"/>
                  <a:pt x="0" y="347432"/>
                  <a:pt x="0" y="305847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3">
            <a:extLst xmlns:a="http://schemas.openxmlformats.org/drawingml/2006/main">
              <a:ext uri="{FF2B5EF4-FFF2-40B4-BE49-F238E27FC236}">
                <a16:creationId xmlns:a16="http://schemas.microsoft.com/office/drawing/2014/main" id="{C08BB061-FE66-4739-915B-5CF26E5D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449308"/>
            <a:ext cx="603140" cy="150416"/>
          </a:xfrm>
          <a:custGeom xmlns:a="http://schemas.openxmlformats.org/drawingml/2006/main">
            <a:pathLst>
              <a:path w="603140" h="150416">
                <a:moveTo>
                  <a:pt x="0" y="75208"/>
                </a:moveTo>
                <a:cubicBezTo>
                  <a:pt x="0" y="33622"/>
                  <a:pt x="135080" y="0"/>
                  <a:pt x="301571" y="0"/>
                </a:cubicBezTo>
                <a:cubicBezTo>
                  <a:pt x="468208" y="0"/>
                  <a:pt x="603140" y="33622"/>
                  <a:pt x="603140" y="75208"/>
                </a:cubicBezTo>
                <a:cubicBezTo>
                  <a:pt x="603140" y="116794"/>
                  <a:pt x="468208" y="150416"/>
                  <a:pt x="301571" y="150416"/>
                </a:cubicBezTo>
                <a:cubicBezTo>
                  <a:pt x="135080" y="150416"/>
                  <a:pt x="0" y="116794"/>
                  <a:pt x="0" y="75208"/>
                </a:cubicBezTo>
              </a:path>
            </a:pathLst>
          </a:custGeom>
          <a:solidFill xmlns:a="http://schemas.openxmlformats.org/drawingml/2006/main">
            <a:srgbClr val="DD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4">
            <a:extLst xmlns:a="http://schemas.openxmlformats.org/drawingml/2006/main">
              <a:ext uri="{FF2B5EF4-FFF2-40B4-BE49-F238E27FC236}">
                <a16:creationId xmlns:a16="http://schemas.microsoft.com/office/drawing/2014/main" id="{FB2782BE-8A8B-444A-A0F6-79AD0192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449308"/>
            <a:ext cx="603140" cy="456263"/>
          </a:xfrm>
          <a:custGeom xmlns:a="http://schemas.openxmlformats.org/drawingml/2006/main">
            <a:pathLst>
              <a:path w="603140" h="456263">
                <a:moveTo>
                  <a:pt x="603140" y="75208"/>
                </a:moveTo>
                <a:cubicBezTo>
                  <a:pt x="603140" y="116794"/>
                  <a:pt x="468208" y="150416"/>
                  <a:pt x="301571" y="150416"/>
                </a:cubicBezTo>
                <a:cubicBezTo>
                  <a:pt x="135080" y="150416"/>
                  <a:pt x="0" y="116794"/>
                  <a:pt x="0" y="75208"/>
                </a:cubicBezTo>
                <a:cubicBezTo>
                  <a:pt x="0" y="33622"/>
                  <a:pt x="135080" y="0"/>
                  <a:pt x="301571" y="0"/>
                </a:cubicBezTo>
                <a:cubicBezTo>
                  <a:pt x="468208" y="0"/>
                  <a:pt x="603140" y="33622"/>
                  <a:pt x="603140" y="75208"/>
                </a:cubicBezTo>
                <a:lnTo>
                  <a:pt x="603140" y="381055"/>
                </a:lnTo>
                <a:cubicBezTo>
                  <a:pt x="603140" y="422641"/>
                  <a:pt x="468208" y="456263"/>
                  <a:pt x="301571" y="456263"/>
                </a:cubicBezTo>
                <a:cubicBezTo>
                  <a:pt x="135080" y="456263"/>
                  <a:pt x="0" y="422641"/>
                  <a:pt x="0" y="381055"/>
                </a:cubicBezTo>
                <a:lnTo>
                  <a:pt x="0" y="75208"/>
                </a:lnTo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6A737A"/>
            </a:solidFill>
            <a:prstDash val="solid"/>
          </a:ln>
        </p:spPr>
      </p:sp>
      <p:sp>
        <p:nvSpPr>
          <p:cNvPr id="51" name="pdf-path-45">
            <a:extLst xmlns:a="http://schemas.openxmlformats.org/drawingml/2006/main">
              <a:ext uri="{FF2B5EF4-FFF2-40B4-BE49-F238E27FC236}">
                <a16:creationId xmlns:a16="http://schemas.microsoft.com/office/drawing/2014/main" id="{D7588529-E1AA-4EAA-B7CF-7B7C7A1B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483520"/>
            <a:ext cx="603140" cy="257035"/>
          </a:xfrm>
          <a:custGeom xmlns:a="http://schemas.openxmlformats.org/drawingml/2006/main">
            <a:pathLst>
              <a:path w="603140" h="257035">
                <a:moveTo>
                  <a:pt x="0" y="0"/>
                </a:moveTo>
                <a:cubicBezTo>
                  <a:pt x="0" y="47337"/>
                  <a:pt x="135080" y="85678"/>
                  <a:pt x="301571" y="85678"/>
                </a:cubicBezTo>
                <a:cubicBezTo>
                  <a:pt x="468208" y="85678"/>
                  <a:pt x="603140" y="47337"/>
                  <a:pt x="603140" y="0"/>
                </a:cubicBezTo>
                <a:lnTo>
                  <a:pt x="603140" y="171357"/>
                </a:lnTo>
                <a:cubicBezTo>
                  <a:pt x="603140" y="218694"/>
                  <a:pt x="468208" y="257035"/>
                  <a:pt x="301571" y="257035"/>
                </a:cubicBezTo>
                <a:cubicBezTo>
                  <a:pt x="135080" y="257035"/>
                  <a:pt x="0" y="218694"/>
                  <a:pt x="0" y="171357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6">
            <a:extLst xmlns:a="http://schemas.openxmlformats.org/drawingml/2006/main">
              <a:ext uri="{FF2B5EF4-FFF2-40B4-BE49-F238E27FC236}">
                <a16:creationId xmlns:a16="http://schemas.microsoft.com/office/drawing/2014/main" id="{2C0DBBAC-EC69-4291-B897-0DDFB58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397989"/>
            <a:ext cx="603140" cy="171209"/>
          </a:xfrm>
          <a:custGeom xmlns:a="http://schemas.openxmlformats.org/drawingml/2006/main">
            <a:pathLst>
              <a:path w="603140" h="171209">
                <a:moveTo>
                  <a:pt x="0" y="85531"/>
                </a:moveTo>
                <a:cubicBezTo>
                  <a:pt x="0" y="38341"/>
                  <a:pt x="135080" y="0"/>
                  <a:pt x="301571" y="0"/>
                </a:cubicBezTo>
                <a:cubicBezTo>
                  <a:pt x="468208" y="0"/>
                  <a:pt x="603140" y="38341"/>
                  <a:pt x="603140" y="85531"/>
                </a:cubicBezTo>
                <a:cubicBezTo>
                  <a:pt x="603140" y="132868"/>
                  <a:pt x="468208" y="171209"/>
                  <a:pt x="301571" y="171209"/>
                </a:cubicBezTo>
                <a:cubicBezTo>
                  <a:pt x="135080" y="171209"/>
                  <a:pt x="0" y="132868"/>
                  <a:pt x="0" y="85531"/>
                </a:cubicBezTo>
              </a:path>
            </a:pathLst>
          </a:custGeom>
          <a:solidFill xmlns:a="http://schemas.openxmlformats.org/drawingml/2006/main">
            <a:srgbClr val="DD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7">
            <a:extLst xmlns:a="http://schemas.openxmlformats.org/drawingml/2006/main">
              <a:ext uri="{FF2B5EF4-FFF2-40B4-BE49-F238E27FC236}">
                <a16:creationId xmlns:a16="http://schemas.microsoft.com/office/drawing/2014/main" id="{18695AE9-DB79-4B24-B12A-E0F8C0F3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736" y="397989"/>
            <a:ext cx="603140" cy="342566"/>
          </a:xfrm>
          <a:custGeom xmlns:a="http://schemas.openxmlformats.org/drawingml/2006/main">
            <a:pathLst>
              <a:path w="603140" h="342566">
                <a:moveTo>
                  <a:pt x="603140" y="85531"/>
                </a:moveTo>
                <a:cubicBezTo>
                  <a:pt x="603140" y="132868"/>
                  <a:pt x="468208" y="171209"/>
                  <a:pt x="301571" y="171209"/>
                </a:cubicBezTo>
                <a:cubicBezTo>
                  <a:pt x="135080" y="171209"/>
                  <a:pt x="0" y="132868"/>
                  <a:pt x="0" y="85531"/>
                </a:cubicBezTo>
                <a:cubicBezTo>
                  <a:pt x="0" y="38341"/>
                  <a:pt x="135080" y="0"/>
                  <a:pt x="301571" y="0"/>
                </a:cubicBezTo>
                <a:cubicBezTo>
                  <a:pt x="468208" y="0"/>
                  <a:pt x="603140" y="38341"/>
                  <a:pt x="603140" y="85531"/>
                </a:cubicBezTo>
                <a:lnTo>
                  <a:pt x="603140" y="256888"/>
                </a:lnTo>
                <a:cubicBezTo>
                  <a:pt x="603140" y="304225"/>
                  <a:pt x="468208" y="342566"/>
                  <a:pt x="301571" y="342566"/>
                </a:cubicBezTo>
                <a:cubicBezTo>
                  <a:pt x="135080" y="342566"/>
                  <a:pt x="0" y="304225"/>
                  <a:pt x="0" y="256888"/>
                </a:cubicBezTo>
                <a:lnTo>
                  <a:pt x="0" y="85531"/>
                </a:lnTo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6A737A"/>
            </a:solidFill>
            <a:prstDash val="solid"/>
          </a:ln>
        </p:spPr>
      </p:sp>
      <p:sp>
        <p:nvSpPr>
          <p:cNvPr id="54" name="pdf-path-48">
            <a:extLst xmlns:a="http://schemas.openxmlformats.org/drawingml/2006/main">
              <a:ext uri="{FF2B5EF4-FFF2-40B4-BE49-F238E27FC236}">
                <a16:creationId xmlns:a16="http://schemas.microsoft.com/office/drawing/2014/main" id="{C15865E8-241D-4F94-B036-AB50542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6239" y="574655"/>
            <a:ext cx="70784" cy="70637"/>
          </a:xfrm>
          <a:custGeom xmlns:a="http://schemas.openxmlformats.org/drawingml/2006/main">
            <a:pathLst>
              <a:path w="70784" h="70637">
                <a:moveTo>
                  <a:pt x="0" y="35392"/>
                </a:moveTo>
                <a:cubicBezTo>
                  <a:pt x="0" y="15779"/>
                  <a:pt x="15927" y="0"/>
                  <a:pt x="35393" y="0"/>
                </a:cubicBezTo>
                <a:cubicBezTo>
                  <a:pt x="54858" y="0"/>
                  <a:pt x="70784" y="15779"/>
                  <a:pt x="70784" y="35392"/>
                </a:cubicBezTo>
                <a:cubicBezTo>
                  <a:pt x="70784" y="54858"/>
                  <a:pt x="54858" y="70637"/>
                  <a:pt x="35393" y="70637"/>
                </a:cubicBezTo>
                <a:cubicBezTo>
                  <a:pt x="15927" y="70637"/>
                  <a:pt x="0" y="54858"/>
                  <a:pt x="0" y="35392"/>
                </a:cubicBezTo>
              </a:path>
            </a:pathLst>
          </a:custGeom>
          <a:solidFill xmlns:a="http://schemas.openxmlformats.org/drawingml/2006/main">
            <a:srgbClr val="F3FDFF"/>
          </a:solidFill>
          <a:ln xmlns:a="http://schemas.openxmlformats.org/drawingml/2006/main" w="7373">
            <a:solidFill>
              <a:srgbClr val="8695A0"/>
            </a:solidFill>
            <a:prstDash val="solid"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E2E815-62CB-411B-9CAE-6CF7772CD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6720f83c4527"/>
          <a:srcRect xmlns:a="http://schemas.openxmlformats.org/drawingml/2006/main" l="317" t="0" r="3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5070" y="341672"/>
            <a:ext cx="294639" cy="344173"/>
          </a:xfrm>
          <a:prstGeom xmlns:a="http://schemas.openxmlformats.org/drawingml/2006/main" prst="rect">
            <a:avLst/>
          </a:prstGeom>
        </p:spPr>
      </p:pic>
      <p:sp>
        <p:nvSpPr>
          <p:cNvPr id="56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B1E182C4-54B9-4B27-9CDD-173D2875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070" y="341672"/>
            <a:ext cx="294639" cy="344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65E66-A5C7-4C58-9431-AAFE9CF3E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ea9f86084f55"/>
          <a:srcRect xmlns:a="http://schemas.openxmlformats.org/drawingml/2006/main" l="558" t="0" r="5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0868" y="416983"/>
            <a:ext cx="145370" cy="196013"/>
          </a:xfrm>
          <a:prstGeom xmlns:a="http://schemas.openxmlformats.org/drawingml/2006/main" prst="rect">
            <a:avLst/>
          </a:prstGeom>
        </p:spPr>
      </p:pic>
      <p:sp>
        <p:nvSpPr>
          <p:cNvPr id="58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63EA2120-3634-4217-80F4-31F54AD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868" y="416983"/>
            <a:ext cx="145370" cy="19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D5582019-E909-44A9-AAC6-50CA686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3585" y="787745"/>
            <a:ext cx="70636" cy="70637"/>
          </a:xfrm>
          <a:custGeom xmlns:a="http://schemas.openxmlformats.org/drawingml/2006/main">
            <a:pathLst>
              <a:path w="70636" h="70637">
                <a:moveTo>
                  <a:pt x="0" y="35245"/>
                </a:moveTo>
                <a:cubicBezTo>
                  <a:pt x="0" y="15779"/>
                  <a:pt x="15779" y="0"/>
                  <a:pt x="35244" y="0"/>
                </a:cubicBezTo>
                <a:cubicBezTo>
                  <a:pt x="54857" y="0"/>
                  <a:pt x="70636" y="15779"/>
                  <a:pt x="70636" y="35245"/>
                </a:cubicBezTo>
                <a:cubicBezTo>
                  <a:pt x="70636" y="54858"/>
                  <a:pt x="54857" y="70637"/>
                  <a:pt x="35244" y="70637"/>
                </a:cubicBezTo>
                <a:cubicBezTo>
                  <a:pt x="15779" y="70637"/>
                  <a:pt x="0" y="54858"/>
                  <a:pt x="0" y="35245"/>
                </a:cubicBezTo>
              </a:path>
            </a:pathLst>
          </a:custGeom>
          <a:solidFill xmlns:a="http://schemas.openxmlformats.org/drawingml/2006/main">
            <a:srgbClr val="F3FDFF"/>
          </a:solidFill>
          <a:ln xmlns:a="http://schemas.openxmlformats.org/drawingml/2006/main" w="7373">
            <a:solidFill>
              <a:srgbClr val="8695A0"/>
            </a:solidFill>
            <a:prstDash val="solid"/>
          </a:ln>
        </p:spPr>
      </p:sp>
      <p:sp>
        <p:nvSpPr>
          <p:cNvPr id="60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30C8E505-7D8B-4954-8CFC-BEF07260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7537" y="1016216"/>
            <a:ext cx="501094" cy="18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Many </a:t>
            </a:r>
          </a:p>
        </p:txBody>
      </p:sp>
      <p:sp>
        <p:nvSpPr>
          <p:cNvPr id="61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2FD04138-1662-4E4E-9FCA-6769F425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874" y="1016216"/>
            <a:ext cx="1548744" cy="18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simulated scenes</a:t>
            </a:r>
          </a:p>
        </p:txBody>
      </p:sp>
      <p:sp>
        <p:nvSpPr>
          <p:cNvPr id="62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60C47EEE-3CA6-4C0B-BBC2-5956194E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992" y="1238900"/>
            <a:ext cx="1382841" cy="186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RGB image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6593A5-0073-4DB0-A8F5-D3E19B116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040a40b154d22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7818" y="208937"/>
            <a:ext cx="744119" cy="749427"/>
          </a:xfrm>
          <a:prstGeom xmlns:a="http://schemas.openxmlformats.org/drawingml/2006/main" prst="rect">
            <a:avLst/>
          </a:prstGeom>
        </p:spPr>
      </p:pic>
      <p:sp>
        <p:nvSpPr>
          <p:cNvPr id="64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A5163A02-4B5B-4D20-A110-99B4AAE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7818" y="208937"/>
            <a:ext cx="744119" cy="749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99FE7A-D197-4867-9006-10CBC7136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a1384e4db46e8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0399" y="292064"/>
            <a:ext cx="580784" cy="585046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EBED00EA-FFA8-489E-BB3D-4A705650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0399" y="292064"/>
            <a:ext cx="580784" cy="585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59">
            <a:extLst xmlns:a="http://schemas.openxmlformats.org/drawingml/2006/main">
              <a:ext uri="{FF2B5EF4-FFF2-40B4-BE49-F238E27FC236}">
                <a16:creationId xmlns:a16="http://schemas.microsoft.com/office/drawing/2014/main" id="{6D5522A3-5314-4AC4-8E0C-0A63A6B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713" y="288377"/>
            <a:ext cx="588157" cy="592419"/>
          </a:xfrm>
          <a:custGeom xmlns:a="http://schemas.openxmlformats.org/drawingml/2006/main">
            <a:pathLst>
              <a:path w="588157" h="592419">
                <a:moveTo>
                  <a:pt x="0" y="592419"/>
                </a:moveTo>
                <a:lnTo>
                  <a:pt x="588157" y="592419"/>
                </a:lnTo>
                <a:lnTo>
                  <a:pt x="58815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A6BF0B-D2FA-4816-B9F9-807314B26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ead7f4745482d"/>
          <a:srcRect xmlns:a="http://schemas.openxmlformats.org/drawingml/2006/main" l="0" t="121" r="0" b="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6521" y="210706"/>
            <a:ext cx="756506" cy="744119"/>
          </a:xfrm>
          <a:prstGeom xmlns:a="http://schemas.openxmlformats.org/drawingml/2006/main" prst="rect">
            <a:avLst/>
          </a:prstGeom>
        </p:spPr>
      </p:pic>
      <p:sp>
        <p:nvSpPr>
          <p:cNvPr id="69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91AE48B0-545B-4F0B-8FB4-E4BFA692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6521" y="210706"/>
            <a:ext cx="756506" cy="744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70D2BC-1C45-43E1-B164-74838EFE1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e5c97785e4e1f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0282" y="293509"/>
            <a:ext cx="591342" cy="581241"/>
          </a:xfrm>
          <a:prstGeom xmlns:a="http://schemas.openxmlformats.org/drawingml/2006/main" prst="rect">
            <a:avLst/>
          </a:prstGeom>
        </p:spPr>
      </p:pic>
      <p:sp>
        <p:nvSpPr>
          <p:cNvPr id="71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657C0818-8B7C-45B3-84BB-075BA6EA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282" y="293509"/>
            <a:ext cx="591342" cy="58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df-path-63">
            <a:extLst xmlns:a="http://schemas.openxmlformats.org/drawingml/2006/main">
              <a:ext uri="{FF2B5EF4-FFF2-40B4-BE49-F238E27FC236}">
                <a16:creationId xmlns:a16="http://schemas.microsoft.com/office/drawing/2014/main" id="{646177AC-207D-4745-937B-5C7D04D9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595" y="289808"/>
            <a:ext cx="598715" cy="588629"/>
          </a:xfrm>
          <a:custGeom xmlns:a="http://schemas.openxmlformats.org/drawingml/2006/main">
            <a:pathLst>
              <a:path w="598715" h="588629">
                <a:moveTo>
                  <a:pt x="0" y="588629"/>
                </a:moveTo>
                <a:lnTo>
                  <a:pt x="598715" y="588629"/>
                </a:lnTo>
                <a:lnTo>
                  <a:pt x="5987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46BB26-B85B-4A0F-A5BE-7505D7C1B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1d605dea4b49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8845" y="212476"/>
            <a:ext cx="719344" cy="745888"/>
          </a:xfrm>
          <a:prstGeom xmlns:a="http://schemas.openxmlformats.org/drawingml/2006/main" prst="rect">
            <a:avLst/>
          </a:prstGeom>
        </p:spPr>
      </p:pic>
      <p:sp>
        <p:nvSpPr>
          <p:cNvPr id="74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30137B84-B073-4A4E-8A1F-B75EA038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8845" y="212476"/>
            <a:ext cx="719344" cy="745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4D0712-85AE-4F67-B8B0-1DC52ABB3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fcc5841de499d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2607" y="295810"/>
            <a:ext cx="554726" cy="581300"/>
          </a:xfrm>
          <a:prstGeom xmlns:a="http://schemas.openxmlformats.org/drawingml/2006/main" prst="rect">
            <a:avLst/>
          </a:prstGeom>
        </p:spPr>
      </p:pic>
      <p:sp>
        <p:nvSpPr>
          <p:cNvPr id="76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C3813ED1-EEA5-44B9-9B05-93A55D11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607" y="295810"/>
            <a:ext cx="554726" cy="5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B9035336-7423-4325-A1C8-05BA959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8920" y="292123"/>
            <a:ext cx="562099" cy="588674"/>
          </a:xfrm>
          <a:custGeom xmlns:a="http://schemas.openxmlformats.org/drawingml/2006/main">
            <a:pathLst>
              <a:path w="562099" h="588674">
                <a:moveTo>
                  <a:pt x="0" y="588674"/>
                </a:moveTo>
                <a:lnTo>
                  <a:pt x="562099" y="588674"/>
                </a:lnTo>
                <a:lnTo>
                  <a:pt x="562099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sp>
        <p:nvSpPr>
          <p:cNvPr id="7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27EC5850-88AE-43D9-A5FD-23248E16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472" y="1775626"/>
            <a:ext cx="7743198" cy="2830039"/>
          </a:xfrm>
          <a:custGeom xmlns:a="http://schemas.openxmlformats.org/drawingml/2006/main">
            <a:pathLst>
              <a:path w="7743198" h="2830039">
                <a:moveTo>
                  <a:pt x="0" y="38784"/>
                </a:moveTo>
                <a:cubicBezTo>
                  <a:pt x="0" y="17401"/>
                  <a:pt x="17402" y="0"/>
                  <a:pt x="38931" y="0"/>
                </a:cubicBezTo>
                <a:lnTo>
                  <a:pt x="7704267" y="0"/>
                </a:lnTo>
                <a:cubicBezTo>
                  <a:pt x="7725796" y="0"/>
                  <a:pt x="7743198" y="17401"/>
                  <a:pt x="7743198" y="38784"/>
                </a:cubicBezTo>
                <a:lnTo>
                  <a:pt x="7743198" y="2791108"/>
                </a:lnTo>
                <a:cubicBezTo>
                  <a:pt x="7743198" y="2812638"/>
                  <a:pt x="7725796" y="2830039"/>
                  <a:pt x="7704267" y="2830039"/>
                </a:cubicBezTo>
                <a:lnTo>
                  <a:pt x="38931" y="2830039"/>
                </a:lnTo>
                <a:cubicBezTo>
                  <a:pt x="17402" y="2830039"/>
                  <a:pt x="0" y="2812638"/>
                  <a:pt x="0" y="2791108"/>
                </a:cubicBezTo>
                <a:lnTo>
                  <a:pt x="0" y="38784"/>
                </a:lnTo>
              </a:path>
            </a:pathLst>
          </a:custGeom>
          <a:solidFill xmlns:a="http://schemas.openxmlformats.org/drawingml/2006/main">
            <a:srgbClr val="FDF6EF"/>
          </a:solidFill>
          <a:ln xmlns:a="http://schemas.openxmlformats.org/drawingml/2006/main" w="14747">
            <a:solidFill>
              <a:srgbClr val="F0B890"/>
            </a:solidFill>
            <a:prstDash val="solid"/>
          </a:ln>
        </p:spPr>
      </p:sp>
      <p:sp>
        <p:nvSpPr>
          <p:cNvPr id="79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9747A4D2-01FE-4B62-98D5-9AEBB7B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185" y="1855643"/>
            <a:ext cx="821419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Graph</a:t>
            </a:r>
          </a:p>
        </p:txBody>
      </p:sp>
      <p:sp>
        <p:nvSpPr>
          <p:cNvPr id="80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86A55664-3FB7-4A52-AEB6-BFB92DE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723" y="1855643"/>
            <a:ext cx="64822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81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FFC70AEE-A26A-414F-88DE-DB914CE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3199" y="1855643"/>
            <a:ext cx="1119242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Based Task </a:t>
            </a:r>
          </a:p>
        </p:txBody>
      </p:sp>
      <p:sp>
        <p:nvSpPr>
          <p:cNvPr id="8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B7322F1E-C480-4682-8482-B50093B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8667" y="1855643"/>
            <a:ext cx="1028533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8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0F384C62-74C3-4C43-820B-E3F940E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529" y="4747676"/>
            <a:ext cx="7828994" cy="2070211"/>
          </a:xfrm>
          <a:custGeom xmlns:a="http://schemas.openxmlformats.org/drawingml/2006/main">
            <a:pathLst>
              <a:path w="7828994" h="2070211">
                <a:moveTo>
                  <a:pt x="0" y="28314"/>
                </a:moveTo>
                <a:cubicBezTo>
                  <a:pt x="0" y="12683"/>
                  <a:pt x="12741" y="0"/>
                  <a:pt x="28446" y="0"/>
                </a:cubicBezTo>
                <a:lnTo>
                  <a:pt x="7800533" y="0"/>
                </a:lnTo>
                <a:cubicBezTo>
                  <a:pt x="7816165" y="0"/>
                  <a:pt x="7828994" y="12683"/>
                  <a:pt x="7828994" y="28314"/>
                </a:cubicBezTo>
                <a:lnTo>
                  <a:pt x="7828994" y="2041770"/>
                </a:lnTo>
                <a:cubicBezTo>
                  <a:pt x="7828994" y="2057478"/>
                  <a:pt x="7816165" y="2070211"/>
                  <a:pt x="7800533" y="2070211"/>
                </a:cubicBezTo>
                <a:lnTo>
                  <a:pt x="28446" y="2070211"/>
                </a:lnTo>
                <a:cubicBezTo>
                  <a:pt x="12741" y="2070211"/>
                  <a:pt x="0" y="2057478"/>
                  <a:pt x="0" y="2041770"/>
                </a:cubicBezTo>
                <a:lnTo>
                  <a:pt x="0" y="28314"/>
                </a:lnTo>
              </a:path>
            </a:pathLst>
          </a:custGeom>
          <a:solidFill xmlns:a="http://schemas.openxmlformats.org/drawingml/2006/main">
            <a:srgbClr val="EEF6FE"/>
          </a:solidFill>
          <a:ln xmlns:a="http://schemas.openxmlformats.org/drawingml/2006/main" w="14747">
            <a:solidFill>
              <a:srgbClr val="6B90C5"/>
            </a:solidFill>
            <a:prstDash val="solid"/>
          </a:ln>
        </p:spPr>
      </p:sp>
      <p:sp>
        <p:nvSpPr>
          <p:cNvPr id="84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F25596CD-84AE-4465-869A-ED48E4E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16" y="4830642"/>
            <a:ext cx="605188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Self</a:t>
            </a:r>
          </a:p>
        </p:txBody>
      </p:sp>
      <p:sp>
        <p:nvSpPr>
          <p:cNvPr id="85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9DA86D4B-F8CE-4918-BAA2-2096BEA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775" y="4830642"/>
            <a:ext cx="64822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86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6D22EDAD-2E35-461A-A3C6-4A4DEC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50" y="4830642"/>
            <a:ext cx="2922990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Evolution via Agentic Feedback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2F2471-F8B5-48F5-B40A-6F47ECE60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c4db1c1154f9d"/>
          <a:srcRect xmlns:a="http://schemas.openxmlformats.org/drawingml/2006/main" l="0" t="212" r="0" b="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447" y="5043495"/>
            <a:ext cx="2754389" cy="967089"/>
          </a:xfrm>
          <a:prstGeom xmlns:a="http://schemas.openxmlformats.org/drawingml/2006/main" prst="rect">
            <a:avLst/>
          </a:prstGeom>
        </p:spPr>
      </p:pic>
      <p:sp>
        <p:nvSpPr>
          <p:cNvPr id="88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6F657E82-7E86-42CA-978E-842C992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47" y="5043495"/>
            <a:ext cx="2754389" cy="967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F24436-6623-4693-99B4-372812747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b173d967b435a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847" y="5120075"/>
            <a:ext cx="2605447" cy="816230"/>
          </a:xfrm>
          <a:prstGeom xmlns:a="http://schemas.openxmlformats.org/drawingml/2006/main" prst="rect">
            <a:avLst/>
          </a:prstGeom>
        </p:spPr>
      </p:pic>
      <p:sp>
        <p:nvSpPr>
          <p:cNvPr id="90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C7CE9D25-F28D-4137-880D-8D1B598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847" y="5120075"/>
            <a:ext cx="2605447" cy="8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902C27-C9D7-440C-A052-4A5B575588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5022163fc4927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286" y="5258207"/>
            <a:ext cx="868639" cy="529097"/>
          </a:xfrm>
          <a:prstGeom xmlns:a="http://schemas.openxmlformats.org/drawingml/2006/main" prst="rect">
            <a:avLst/>
          </a:prstGeom>
        </p:spPr>
      </p:pic>
      <p:sp>
        <p:nvSpPr>
          <p:cNvPr id="92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86060EC8-699A-478A-B3C9-4963857B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286" y="5258207"/>
            <a:ext cx="868639" cy="529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pdf-path-81">
            <a:extLst xmlns:a="http://schemas.openxmlformats.org/drawingml/2006/main">
              <a:ext uri="{FF2B5EF4-FFF2-40B4-BE49-F238E27FC236}">
                <a16:creationId xmlns:a16="http://schemas.microsoft.com/office/drawing/2014/main" id="{BD9CC162-9D07-4DCA-B41D-F260477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599" y="5254520"/>
            <a:ext cx="876013" cy="536470"/>
          </a:xfrm>
          <a:custGeom xmlns:a="http://schemas.openxmlformats.org/drawingml/2006/main">
            <a:pathLst>
              <a:path w="876013" h="536470">
                <a:moveTo>
                  <a:pt x="0" y="536470"/>
                </a:moveTo>
                <a:lnTo>
                  <a:pt x="876013" y="536470"/>
                </a:lnTo>
                <a:lnTo>
                  <a:pt x="876013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sp>
        <p:nvSpPr>
          <p:cNvPr id="94" name="pdf-path-82">
            <a:extLst xmlns:a="http://schemas.openxmlformats.org/drawingml/2006/main">
              <a:ext uri="{FF2B5EF4-FFF2-40B4-BE49-F238E27FC236}">
                <a16:creationId xmlns:a16="http://schemas.microsoft.com/office/drawing/2014/main" id="{58659A49-27EB-4BCA-9741-596A31B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333" y="5296012"/>
            <a:ext cx="184356" cy="155950"/>
          </a:xfrm>
          <a:custGeom xmlns:a="http://schemas.openxmlformats.org/drawingml/2006/main">
            <a:pathLst>
              <a:path w="184356" h="155950">
                <a:moveTo>
                  <a:pt x="181221" y="143751"/>
                </a:moveTo>
                <a:lnTo>
                  <a:pt x="99493" y="5490"/>
                </a:lnTo>
                <a:cubicBezTo>
                  <a:pt x="96358" y="0"/>
                  <a:pt x="88206" y="0"/>
                  <a:pt x="85071" y="5490"/>
                </a:cubicBezTo>
                <a:lnTo>
                  <a:pt x="3135" y="143751"/>
                </a:lnTo>
                <a:cubicBezTo>
                  <a:pt x="0" y="149240"/>
                  <a:pt x="3971" y="155950"/>
                  <a:pt x="10450" y="155950"/>
                </a:cubicBezTo>
                <a:lnTo>
                  <a:pt x="92178" y="155950"/>
                </a:lnTo>
                <a:lnTo>
                  <a:pt x="173905" y="155950"/>
                </a:lnTo>
                <a:cubicBezTo>
                  <a:pt x="180385" y="155950"/>
                  <a:pt x="184356" y="149240"/>
                  <a:pt x="181221" y="143751"/>
                </a:cubicBezTo>
                <a:moveTo>
                  <a:pt x="85907" y="38017"/>
                </a:moveTo>
                <a:lnTo>
                  <a:pt x="98448" y="38017"/>
                </a:lnTo>
                <a:lnTo>
                  <a:pt x="98448" y="109184"/>
                </a:lnTo>
                <a:lnTo>
                  <a:pt x="85907" y="109184"/>
                </a:lnTo>
                <a:lnTo>
                  <a:pt x="85907" y="38017"/>
                </a:lnTo>
                <a:moveTo>
                  <a:pt x="92178" y="137651"/>
                </a:moveTo>
                <a:cubicBezTo>
                  <a:pt x="86325" y="137651"/>
                  <a:pt x="81727" y="133177"/>
                  <a:pt x="81727" y="127484"/>
                </a:cubicBezTo>
                <a:cubicBezTo>
                  <a:pt x="81727" y="121790"/>
                  <a:pt x="86325" y="117317"/>
                  <a:pt x="92178" y="117317"/>
                </a:cubicBezTo>
                <a:cubicBezTo>
                  <a:pt x="98030" y="117317"/>
                  <a:pt x="102629" y="121790"/>
                  <a:pt x="102629" y="127484"/>
                </a:cubicBezTo>
                <a:cubicBezTo>
                  <a:pt x="102629" y="133177"/>
                  <a:pt x="98030" y="137651"/>
                  <a:pt x="92178" y="137651"/>
                </a:cubicBez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C223F4-CDC9-47EB-8341-FACF937E7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0fd0558254394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57324" y="5258192"/>
            <a:ext cx="779864" cy="524216"/>
          </a:xfrm>
          <a:prstGeom xmlns:a="http://schemas.openxmlformats.org/drawingml/2006/main" prst="rect">
            <a:avLst/>
          </a:prstGeom>
        </p:spPr>
      </p:pic>
      <p:sp>
        <p:nvSpPr>
          <p:cNvPr id="96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FA31CF4E-FB62-4A1A-8DB6-2D73EE24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324" y="5258192"/>
            <a:ext cx="779864" cy="52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343E4F92-7257-4175-B816-C806F95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638" y="5254505"/>
            <a:ext cx="787238" cy="531589"/>
          </a:xfrm>
          <a:custGeom xmlns:a="http://schemas.openxmlformats.org/drawingml/2006/main">
            <a:pathLst>
              <a:path w="787238" h="531589">
                <a:moveTo>
                  <a:pt x="0" y="531589"/>
                </a:moveTo>
                <a:lnTo>
                  <a:pt x="787238" y="531589"/>
                </a:lnTo>
                <a:lnTo>
                  <a:pt x="78723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sp>
        <p:nvSpPr>
          <p:cNvPr id="9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D73270FA-588E-41C3-A3B7-759611B8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376" y="5314952"/>
            <a:ext cx="165627" cy="142706"/>
          </a:xfrm>
          <a:custGeom xmlns:a="http://schemas.openxmlformats.org/drawingml/2006/main">
            <a:pathLst>
              <a:path w="165627" h="142706">
                <a:moveTo>
                  <a:pt x="162810" y="131542"/>
                </a:moveTo>
                <a:lnTo>
                  <a:pt x="89385" y="5024"/>
                </a:lnTo>
                <a:cubicBezTo>
                  <a:pt x="86569" y="0"/>
                  <a:pt x="79245" y="0"/>
                  <a:pt x="76428" y="5024"/>
                </a:cubicBezTo>
                <a:lnTo>
                  <a:pt x="2817" y="131542"/>
                </a:lnTo>
                <a:cubicBezTo>
                  <a:pt x="0" y="136566"/>
                  <a:pt x="3568" y="142706"/>
                  <a:pt x="9388" y="142706"/>
                </a:cubicBezTo>
                <a:lnTo>
                  <a:pt x="82813" y="142706"/>
                </a:lnTo>
                <a:lnTo>
                  <a:pt x="156238" y="142706"/>
                </a:lnTo>
                <a:cubicBezTo>
                  <a:pt x="162059" y="142706"/>
                  <a:pt x="165627" y="136566"/>
                  <a:pt x="162810" y="131542"/>
                </a:cubicBezTo>
                <a:moveTo>
                  <a:pt x="77179" y="34788"/>
                </a:moveTo>
                <a:lnTo>
                  <a:pt x="88447" y="34788"/>
                </a:lnTo>
                <a:lnTo>
                  <a:pt x="88447" y="99911"/>
                </a:lnTo>
                <a:lnTo>
                  <a:pt x="77179" y="99911"/>
                </a:lnTo>
                <a:lnTo>
                  <a:pt x="77179" y="34788"/>
                </a:lnTo>
                <a:moveTo>
                  <a:pt x="82813" y="125960"/>
                </a:moveTo>
                <a:cubicBezTo>
                  <a:pt x="77555" y="125960"/>
                  <a:pt x="73424" y="121867"/>
                  <a:pt x="73424" y="116657"/>
                </a:cubicBezTo>
                <a:cubicBezTo>
                  <a:pt x="73424" y="111447"/>
                  <a:pt x="77555" y="107354"/>
                  <a:pt x="82813" y="107354"/>
                </a:cubicBezTo>
                <a:cubicBezTo>
                  <a:pt x="88071" y="107354"/>
                  <a:pt x="92203" y="111447"/>
                  <a:pt x="92203" y="116657"/>
                </a:cubicBezTo>
                <a:cubicBezTo>
                  <a:pt x="92203" y="121867"/>
                  <a:pt x="88071" y="125960"/>
                  <a:pt x="82813" y="125960"/>
                </a:cubicBez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0494A7-D521-484F-B433-9B48B5F468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dcf30e7c04b5b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374" y="5009873"/>
            <a:ext cx="2754388" cy="965319"/>
          </a:xfrm>
          <a:prstGeom xmlns:a="http://schemas.openxmlformats.org/drawingml/2006/main" prst="rect">
            <a:avLst/>
          </a:prstGeom>
        </p:spPr>
      </p:pic>
      <p:sp>
        <p:nvSpPr>
          <p:cNvPr id="100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485B0E75-895E-411A-84A5-BC816A1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374" y="5009873"/>
            <a:ext cx="2754388" cy="96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445892D-284A-4BEE-9641-EBD88EA96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b180777e54624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2877" y="5085464"/>
            <a:ext cx="2605447" cy="816230"/>
          </a:xfrm>
          <a:prstGeom xmlns:a="http://schemas.openxmlformats.org/drawingml/2006/main" prst="rect">
            <a:avLst/>
          </a:prstGeom>
        </p:spPr>
      </p:pic>
      <p:sp>
        <p:nvSpPr>
          <p:cNvPr id="102" name="pdf-source-image-25">
            <a:extLst xmlns:a="http://schemas.openxmlformats.org/drawingml/2006/main">
              <a:ext uri="{FF2B5EF4-FFF2-40B4-BE49-F238E27FC236}">
                <a16:creationId xmlns:a16="http://schemas.microsoft.com/office/drawing/2014/main" id="{D1EE5A0F-CBEB-47B1-AB82-E605E459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2877" y="5085464"/>
            <a:ext cx="2605447" cy="8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4B48BD1-A012-4A72-8C7C-4B11CAFEB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bfad719414af9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6293" y="5222505"/>
            <a:ext cx="763761" cy="518582"/>
          </a:xfrm>
          <a:prstGeom xmlns:a="http://schemas.openxmlformats.org/drawingml/2006/main" prst="rect">
            <a:avLst/>
          </a:prstGeom>
        </p:spPr>
      </p:pic>
      <p:sp>
        <p:nvSpPr>
          <p:cNvPr id="104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55AE42F5-8DF0-434C-95E8-F9E7C7F0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6293" y="5222505"/>
            <a:ext cx="763761" cy="518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pdf-path-89">
            <a:extLst xmlns:a="http://schemas.openxmlformats.org/drawingml/2006/main">
              <a:ext uri="{FF2B5EF4-FFF2-40B4-BE49-F238E27FC236}">
                <a16:creationId xmlns:a16="http://schemas.microsoft.com/office/drawing/2014/main" id="{DCFB3C8C-5875-404E-8EA9-739862F2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607" y="5218819"/>
            <a:ext cx="771134" cy="525956"/>
          </a:xfrm>
          <a:custGeom xmlns:a="http://schemas.openxmlformats.org/drawingml/2006/main">
            <a:pathLst>
              <a:path w="771134" h="525956">
                <a:moveTo>
                  <a:pt x="0" y="525956"/>
                </a:moveTo>
                <a:lnTo>
                  <a:pt x="771134" y="525956"/>
                </a:lnTo>
                <a:lnTo>
                  <a:pt x="77113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C17E2C1-373E-4E45-BAF2-E3FC45C59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1f78c86f4da0"/>
          <a:srcRect xmlns:a="http://schemas.openxmlformats.org/drawingml/2006/main" l="129" t="0" r="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2329" y="5223582"/>
            <a:ext cx="869657" cy="524216"/>
          </a:xfrm>
          <a:prstGeom xmlns:a="http://schemas.openxmlformats.org/drawingml/2006/main" prst="rect">
            <a:avLst/>
          </a:prstGeom>
        </p:spPr>
      </p:pic>
      <p:sp>
        <p:nvSpPr>
          <p:cNvPr id="107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09C328F7-5A37-4CBD-8C85-17983E53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2329" y="5223582"/>
            <a:ext cx="869657" cy="52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pdf-path-91">
            <a:extLst xmlns:a="http://schemas.openxmlformats.org/drawingml/2006/main">
              <a:ext uri="{FF2B5EF4-FFF2-40B4-BE49-F238E27FC236}">
                <a16:creationId xmlns:a16="http://schemas.microsoft.com/office/drawing/2014/main" id="{9FCB2847-F9D3-473E-B15A-F2111A94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42" y="5219895"/>
            <a:ext cx="877030" cy="531589"/>
          </a:xfrm>
          <a:custGeom xmlns:a="http://schemas.openxmlformats.org/drawingml/2006/main">
            <a:pathLst>
              <a:path w="877030" h="531589">
                <a:moveTo>
                  <a:pt x="0" y="531589"/>
                </a:moveTo>
                <a:lnTo>
                  <a:pt x="877030" y="531589"/>
                </a:lnTo>
                <a:lnTo>
                  <a:pt x="87703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40F83D-B7E7-4418-9B91-069B3C8ED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7e61c4de147a9"/>
          <a:srcRect xmlns:a="http://schemas.openxmlformats.org/drawingml/2006/main" l="674" t="0" r="6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8914" y="5078887"/>
            <a:ext cx="415901" cy="716689"/>
          </a:xfrm>
          <a:prstGeom xmlns:a="http://schemas.openxmlformats.org/drawingml/2006/main" prst="rect">
            <a:avLst/>
          </a:prstGeom>
        </p:spPr>
      </p:pic>
      <p:sp>
        <p:nvSpPr>
          <p:cNvPr id="110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2494CF30-CE65-4558-8A9A-83B2F8F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914" y="5078887"/>
            <a:ext cx="415901" cy="716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62D34309-1B31-4FC8-9873-4D21F3E2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5552" y="5289175"/>
            <a:ext cx="51613" cy="389903"/>
          </a:xfrm>
          <a:custGeom xmlns:a="http://schemas.openxmlformats.org/drawingml/2006/main">
            <a:pathLst>
              <a:path w="51613" h="389903">
                <a:moveTo>
                  <a:pt x="51613" y="389903"/>
                </a:moveTo>
                <a:lnTo>
                  <a:pt x="51613" y="73734"/>
                </a:lnTo>
                <a:lnTo>
                  <a:pt x="36866" y="73734"/>
                </a:lnTo>
                <a:lnTo>
                  <a:pt x="36866" y="389903"/>
                </a:lnTo>
                <a:lnTo>
                  <a:pt x="51613" y="389903"/>
                </a:lnTo>
                <a:moveTo>
                  <a:pt x="88480" y="88480"/>
                </a:moveTo>
                <a:lnTo>
                  <a:pt x="44239" y="0"/>
                </a:lnTo>
                <a:lnTo>
                  <a:pt x="0" y="88480"/>
                </a:lnTo>
                <a:lnTo>
                  <a:pt x="88480" y="884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AAB2EC-3149-4947-B3E7-F8EED3E4E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181f9146546f9"/>
          <a:srcRect xmlns:a="http://schemas.openxmlformats.org/drawingml/2006/main" l="0" t="471" r="0" b="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4112" y="5167367"/>
            <a:ext cx="569798" cy="668954"/>
          </a:xfrm>
          <a:prstGeom xmlns:a="http://schemas.openxmlformats.org/drawingml/2006/main" prst="rect">
            <a:avLst/>
          </a:prstGeom>
        </p:spPr>
      </p:pic>
      <p:sp>
        <p:nvSpPr>
          <p:cNvPr id="113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636D44E7-D924-4F9D-809D-043ED07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4112" y="5167367"/>
            <a:ext cx="569798" cy="668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path-95">
            <a:extLst xmlns:a="http://schemas.openxmlformats.org/drawingml/2006/main">
              <a:ext uri="{FF2B5EF4-FFF2-40B4-BE49-F238E27FC236}">
                <a16:creationId xmlns:a16="http://schemas.microsoft.com/office/drawing/2014/main" id="{C0EF2318-2C32-4D4E-BF0E-7CFB711C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100" y="5290502"/>
            <a:ext cx="241256" cy="343731"/>
          </a:xfrm>
          <a:custGeom xmlns:a="http://schemas.openxmlformats.org/drawingml/2006/main">
            <a:pathLst>
              <a:path w="241256" h="343731">
                <a:moveTo>
                  <a:pt x="170324" y="315903"/>
                </a:moveTo>
                <a:lnTo>
                  <a:pt x="134195" y="294491"/>
                </a:lnTo>
                <a:lnTo>
                  <a:pt x="111780" y="276485"/>
                </a:lnTo>
                <a:lnTo>
                  <a:pt x="91282" y="257049"/>
                </a:lnTo>
                <a:lnTo>
                  <a:pt x="72553" y="236124"/>
                </a:lnTo>
                <a:lnTo>
                  <a:pt x="55890" y="213709"/>
                </a:lnTo>
                <a:lnTo>
                  <a:pt x="41143" y="190055"/>
                </a:lnTo>
                <a:lnTo>
                  <a:pt x="28608" y="165384"/>
                </a:lnTo>
                <a:lnTo>
                  <a:pt x="18138" y="139504"/>
                </a:lnTo>
                <a:lnTo>
                  <a:pt x="10028" y="112812"/>
                </a:lnTo>
                <a:lnTo>
                  <a:pt x="4276" y="85383"/>
                </a:lnTo>
                <a:lnTo>
                  <a:pt x="884" y="57217"/>
                </a:lnTo>
                <a:lnTo>
                  <a:pt x="0" y="28756"/>
                </a:lnTo>
                <a:lnTo>
                  <a:pt x="1769" y="0"/>
                </a:lnTo>
                <a:lnTo>
                  <a:pt x="16516" y="885"/>
                </a:lnTo>
                <a:lnTo>
                  <a:pt x="14746" y="29346"/>
                </a:lnTo>
                <a:lnTo>
                  <a:pt x="14746" y="28609"/>
                </a:lnTo>
                <a:lnTo>
                  <a:pt x="15631" y="56480"/>
                </a:lnTo>
                <a:lnTo>
                  <a:pt x="15631" y="55890"/>
                </a:lnTo>
                <a:lnTo>
                  <a:pt x="18875" y="83319"/>
                </a:lnTo>
                <a:lnTo>
                  <a:pt x="18728" y="82729"/>
                </a:lnTo>
                <a:lnTo>
                  <a:pt x="24332" y="109421"/>
                </a:lnTo>
                <a:lnTo>
                  <a:pt x="24184" y="108831"/>
                </a:lnTo>
                <a:lnTo>
                  <a:pt x="32148" y="134932"/>
                </a:lnTo>
                <a:lnTo>
                  <a:pt x="32000" y="134342"/>
                </a:lnTo>
                <a:lnTo>
                  <a:pt x="42175" y="159559"/>
                </a:lnTo>
                <a:lnTo>
                  <a:pt x="41881" y="158969"/>
                </a:lnTo>
                <a:lnTo>
                  <a:pt x="54120" y="183095"/>
                </a:lnTo>
                <a:lnTo>
                  <a:pt x="53825" y="182534"/>
                </a:lnTo>
                <a:lnTo>
                  <a:pt x="68129" y="205658"/>
                </a:lnTo>
                <a:lnTo>
                  <a:pt x="67834" y="205141"/>
                </a:lnTo>
                <a:lnTo>
                  <a:pt x="84203" y="227040"/>
                </a:lnTo>
                <a:lnTo>
                  <a:pt x="83761" y="226538"/>
                </a:lnTo>
                <a:lnTo>
                  <a:pt x="102047" y="247007"/>
                </a:lnTo>
                <a:lnTo>
                  <a:pt x="101604" y="246565"/>
                </a:lnTo>
                <a:lnTo>
                  <a:pt x="121660" y="265588"/>
                </a:lnTo>
                <a:lnTo>
                  <a:pt x="121218" y="265175"/>
                </a:lnTo>
                <a:lnTo>
                  <a:pt x="143042" y="282650"/>
                </a:lnTo>
                <a:lnTo>
                  <a:pt x="142157" y="282060"/>
                </a:lnTo>
                <a:lnTo>
                  <a:pt x="177845" y="303206"/>
                </a:lnTo>
                <a:lnTo>
                  <a:pt x="170324" y="315903"/>
                </a:lnTo>
                <a:moveTo>
                  <a:pt x="179025" y="263184"/>
                </a:moveTo>
                <a:lnTo>
                  <a:pt x="241256" y="340059"/>
                </a:lnTo>
                <a:lnTo>
                  <a:pt x="142306" y="343731"/>
                </a:lnTo>
                <a:lnTo>
                  <a:pt x="179025" y="2631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96-part-0">
            <a:extLst xmlns:a="http://schemas.openxmlformats.org/drawingml/2006/main">
              <a:ext uri="{FF2B5EF4-FFF2-40B4-BE49-F238E27FC236}">
                <a16:creationId xmlns:a16="http://schemas.microsoft.com/office/drawing/2014/main" id="{FA89DA49-DFFC-4D87-9EF1-C7826EFF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3773" y="5924301"/>
            <a:ext cx="2916160" cy="370275"/>
          </a:xfrm>
          <a:custGeom xmlns:a="http://schemas.openxmlformats.org/drawingml/2006/main">
            <a:pathLst>
              <a:path w="2916160" h="370275">
                <a:moveTo>
                  <a:pt x="2901413" y="31145"/>
                </a:moveTo>
                <a:lnTo>
                  <a:pt x="2901413" y="362901"/>
                </a:lnTo>
                <a:lnTo>
                  <a:pt x="2908786" y="355528"/>
                </a:lnTo>
                <a:lnTo>
                  <a:pt x="44240" y="355528"/>
                </a:lnTo>
                <a:lnTo>
                  <a:pt x="51613" y="362901"/>
                </a:lnTo>
                <a:lnTo>
                  <a:pt x="51613" y="73734"/>
                </a:lnTo>
                <a:lnTo>
                  <a:pt x="36866" y="73734"/>
                </a:lnTo>
                <a:lnTo>
                  <a:pt x="36866" y="370275"/>
                </a:lnTo>
                <a:lnTo>
                  <a:pt x="2916160" y="370275"/>
                </a:lnTo>
                <a:lnTo>
                  <a:pt x="2916160" y="31145"/>
                </a:lnTo>
                <a:lnTo>
                  <a:pt x="2901413" y="31145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96-part-1">
            <a:extLst xmlns:a="http://schemas.openxmlformats.org/drawingml/2006/main">
              <a:ext uri="{FF2B5EF4-FFF2-40B4-BE49-F238E27FC236}">
                <a16:creationId xmlns:a16="http://schemas.microsoft.com/office/drawing/2014/main" id="{77EF2C7A-5AB9-4575-852C-368B7B1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3773" y="5924301"/>
            <a:ext cx="2916160" cy="370275"/>
          </a:xfrm>
          <a:custGeom xmlns:a="http://schemas.openxmlformats.org/drawingml/2006/main">
            <a:pathLst>
              <a:path w="2916160" h="370275">
                <a:moveTo>
                  <a:pt x="88480" y="88480"/>
                </a:moveTo>
                <a:lnTo>
                  <a:pt x="44240" y="0"/>
                </a:lnTo>
                <a:lnTo>
                  <a:pt x="0" y="88480"/>
                </a:lnTo>
                <a:lnTo>
                  <a:pt x="88480" y="88480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34232D17-2084-47E1-8392-FEF54AB8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025" y="5944888"/>
            <a:ext cx="340031" cy="18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</a:t>
            </a:r>
          </a:p>
        </p:txBody>
      </p:sp>
      <p:sp>
        <p:nvSpPr>
          <p:cNvPr id="118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A3DC76DE-0439-4354-87C4-CF4FD13D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4789" y="5944888"/>
            <a:ext cx="61876" cy="18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19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9B8C1621-8E63-425B-B0CD-14CEF3FF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6726" y="5944888"/>
            <a:ext cx="844469" cy="18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Evolution</a:t>
            </a:r>
          </a:p>
        </p:txBody>
      </p:sp>
      <p:sp>
        <p:nvSpPr>
          <p:cNvPr id="120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A229E19C-EBB4-4A38-A0A4-4F7F1481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792" y="5980125"/>
            <a:ext cx="206626" cy="206622"/>
          </a:xfrm>
          <a:custGeom xmlns:a="http://schemas.openxmlformats.org/drawingml/2006/main">
            <a:pathLst>
              <a:path w="206626" h="206622">
                <a:moveTo>
                  <a:pt x="206625" y="24797"/>
                </a:moveTo>
                <a:lnTo>
                  <a:pt x="181818" y="0"/>
                </a:lnTo>
                <a:lnTo>
                  <a:pt x="103313" y="78498"/>
                </a:lnTo>
                <a:lnTo>
                  <a:pt x="24806" y="0"/>
                </a:lnTo>
                <a:lnTo>
                  <a:pt x="0" y="24797"/>
                </a:lnTo>
                <a:lnTo>
                  <a:pt x="78506" y="103306"/>
                </a:lnTo>
                <a:lnTo>
                  <a:pt x="0" y="181814"/>
                </a:lnTo>
                <a:lnTo>
                  <a:pt x="24807" y="206622"/>
                </a:lnTo>
                <a:lnTo>
                  <a:pt x="103313" y="128113"/>
                </a:lnTo>
                <a:lnTo>
                  <a:pt x="181819" y="206622"/>
                </a:lnTo>
                <a:lnTo>
                  <a:pt x="206626" y="181814"/>
                </a:lnTo>
                <a:lnTo>
                  <a:pt x="128120" y="103306"/>
                </a:lnTo>
                <a:lnTo>
                  <a:pt x="206625" y="24797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95E75F41-9804-449E-874D-CB3E668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963" y="6378617"/>
            <a:ext cx="1496790" cy="321818"/>
          </a:xfrm>
          <a:custGeom xmlns:a="http://schemas.openxmlformats.org/drawingml/2006/main">
            <a:pathLst>
              <a:path w="1496790" h="321818">
                <a:moveTo>
                  <a:pt x="0" y="19112"/>
                </a:moveTo>
                <a:cubicBezTo>
                  <a:pt x="0" y="8553"/>
                  <a:pt x="8553" y="0"/>
                  <a:pt x="19170" y="0"/>
                </a:cubicBezTo>
                <a:lnTo>
                  <a:pt x="1477619" y="0"/>
                </a:lnTo>
                <a:cubicBezTo>
                  <a:pt x="1488236" y="0"/>
                  <a:pt x="1496790" y="8553"/>
                  <a:pt x="1496790" y="19112"/>
                </a:cubicBezTo>
                <a:lnTo>
                  <a:pt x="1496790" y="302691"/>
                </a:lnTo>
                <a:cubicBezTo>
                  <a:pt x="1496790" y="313250"/>
                  <a:pt x="1488236" y="321818"/>
                  <a:pt x="1477619" y="321818"/>
                </a:cubicBezTo>
                <a:lnTo>
                  <a:pt x="19170" y="321818"/>
                </a:lnTo>
                <a:cubicBezTo>
                  <a:pt x="8553" y="321818"/>
                  <a:pt x="0" y="313250"/>
                  <a:pt x="0" y="302691"/>
                </a:cubicBezTo>
                <a:lnTo>
                  <a:pt x="0" y="19112"/>
                </a:lnTo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7373">
            <a:solidFill>
              <a:srgbClr val="969FA0"/>
            </a:solidFill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E914467-2CD6-46DE-ADFB-B0C8A2244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a9bda9b824ff2"/>
          <a:srcRect xmlns:a="http://schemas.openxmlformats.org/drawingml/2006/main" l="0" t="273" r="0" b="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16354" y="6292835"/>
            <a:ext cx="1554597" cy="437977"/>
          </a:xfrm>
          <a:prstGeom xmlns:a="http://schemas.openxmlformats.org/drawingml/2006/main" prst="rect">
            <a:avLst/>
          </a:prstGeom>
        </p:spPr>
      </p:pic>
      <p:sp>
        <p:nvSpPr>
          <p:cNvPr id="123" name="pdf-source-image-30">
            <a:extLst xmlns:a="http://schemas.openxmlformats.org/drawingml/2006/main">
              <a:ext uri="{FF2B5EF4-FFF2-40B4-BE49-F238E27FC236}">
                <a16:creationId xmlns:a16="http://schemas.microsoft.com/office/drawing/2014/main" id="{CF75CD0F-F914-4479-889B-D6C7927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6354" y="6292835"/>
            <a:ext cx="1554597" cy="437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B05BEE41-63EC-4A7B-ADDE-44C09FB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2293" y="6448597"/>
            <a:ext cx="984362" cy="148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sequence</a:t>
            </a:r>
          </a:p>
        </p:txBody>
      </p:sp>
      <p:sp>
        <p:nvSpPr>
          <p:cNvPr id="125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98F192E8-1D94-4EBA-AD02-DC8DFA1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8188" y="6379531"/>
            <a:ext cx="1047015" cy="321818"/>
          </a:xfrm>
          <a:custGeom xmlns:a="http://schemas.openxmlformats.org/drawingml/2006/main">
            <a:pathLst>
              <a:path w="1047015" h="321818">
                <a:moveTo>
                  <a:pt x="0" y="19127"/>
                </a:moveTo>
                <a:cubicBezTo>
                  <a:pt x="0" y="8569"/>
                  <a:pt x="8553" y="0"/>
                  <a:pt x="19170" y="0"/>
                </a:cubicBezTo>
                <a:lnTo>
                  <a:pt x="1027845" y="0"/>
                </a:lnTo>
                <a:cubicBezTo>
                  <a:pt x="1038462" y="0"/>
                  <a:pt x="1047015" y="8569"/>
                  <a:pt x="1047015" y="19127"/>
                </a:cubicBezTo>
                <a:lnTo>
                  <a:pt x="1047015" y="302706"/>
                </a:lnTo>
                <a:cubicBezTo>
                  <a:pt x="1047015" y="313265"/>
                  <a:pt x="1038462" y="321818"/>
                  <a:pt x="1027845" y="321818"/>
                </a:cubicBezTo>
                <a:lnTo>
                  <a:pt x="19170" y="321818"/>
                </a:lnTo>
                <a:cubicBezTo>
                  <a:pt x="8553" y="321818"/>
                  <a:pt x="0" y="313265"/>
                  <a:pt x="0" y="302706"/>
                </a:cubicBezTo>
                <a:lnTo>
                  <a:pt x="0" y="19127"/>
                </a:lnTo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7373">
            <a:solidFill>
              <a:srgbClr val="969FA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B396E74-5362-4A25-BE28-70F2E9A8A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b946a20c34415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2620" y="6291066"/>
            <a:ext cx="1121044" cy="439732"/>
          </a:xfrm>
          <a:prstGeom xmlns:a="http://schemas.openxmlformats.org/drawingml/2006/main" prst="rect">
            <a:avLst/>
          </a:prstGeom>
        </p:spPr>
      </p:pic>
      <p:sp>
        <p:nvSpPr>
          <p:cNvPr id="127" name="pdf-source-image-31">
            <a:extLst xmlns:a="http://schemas.openxmlformats.org/drawingml/2006/main">
              <a:ext uri="{FF2B5EF4-FFF2-40B4-BE49-F238E27FC236}">
                <a16:creationId xmlns:a16="http://schemas.microsoft.com/office/drawing/2014/main" id="{C9678679-401D-497E-ABE6-0D234D8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620" y="6291066"/>
            <a:ext cx="1121044" cy="439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6D3DD015-29A0-4897-A4F6-EF5D15F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9831" y="6446894"/>
            <a:ext cx="588851" cy="14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Reasons</a:t>
            </a:r>
          </a:p>
        </p:txBody>
      </p:sp>
      <p:sp>
        <p:nvSpPr>
          <p:cNvPr id="129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3255BA69-6A45-4FFC-999A-16D8FE6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386" y="6533184"/>
            <a:ext cx="1616237" cy="148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Robotic Safety Inspector</a:t>
            </a:r>
          </a:p>
        </p:txBody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C5C1688-137D-4C7D-B570-3E005D511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c6076f0304796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140" y="5841586"/>
            <a:ext cx="455658" cy="434423"/>
          </a:xfrm>
          <a:prstGeom xmlns:a="http://schemas.openxmlformats.org/drawingml/2006/main" prst="rect">
            <a:avLst/>
          </a:prstGeom>
        </p:spPr>
      </p:pic>
      <p:sp>
        <p:nvSpPr>
          <p:cNvPr id="131" name="pdf-source-image-32">
            <a:extLst xmlns:a="http://schemas.openxmlformats.org/drawingml/2006/main">
              <a:ext uri="{FF2B5EF4-FFF2-40B4-BE49-F238E27FC236}">
                <a16:creationId xmlns:a16="http://schemas.microsoft.com/office/drawing/2014/main" id="{0548EA91-0984-4ABA-8983-339DB65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5140" y="5841586"/>
            <a:ext cx="455658" cy="434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B9862DF8-F042-463D-997A-F4CCF62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5340" y="6014471"/>
            <a:ext cx="72168" cy="66530"/>
          </a:xfrm>
          <a:custGeom xmlns:a="http://schemas.openxmlformats.org/drawingml/2006/main">
            <a:pathLst>
              <a:path w="72168" h="66530">
                <a:moveTo>
                  <a:pt x="62052" y="19848"/>
                </a:moveTo>
                <a:lnTo>
                  <a:pt x="64731" y="12482"/>
                </a:lnTo>
                <a:lnTo>
                  <a:pt x="58680" y="6869"/>
                </a:lnTo>
                <a:lnTo>
                  <a:pt x="50738" y="9353"/>
                </a:lnTo>
                <a:cubicBezTo>
                  <a:pt x="48674" y="8275"/>
                  <a:pt x="46473" y="7441"/>
                  <a:pt x="44183" y="6869"/>
                </a:cubicBezTo>
                <a:lnTo>
                  <a:pt x="40464" y="0"/>
                </a:lnTo>
                <a:lnTo>
                  <a:pt x="32019" y="0"/>
                </a:lnTo>
                <a:lnTo>
                  <a:pt x="28268" y="6899"/>
                </a:lnTo>
                <a:cubicBezTo>
                  <a:pt x="25973" y="7476"/>
                  <a:pt x="23762" y="8309"/>
                  <a:pt x="21682" y="9383"/>
                </a:cubicBezTo>
                <a:lnTo>
                  <a:pt x="13740" y="6899"/>
                </a:lnTo>
                <a:lnTo>
                  <a:pt x="7690" y="12510"/>
                </a:lnTo>
                <a:lnTo>
                  <a:pt x="10211" y="19877"/>
                </a:lnTo>
                <a:cubicBezTo>
                  <a:pt x="9003" y="21782"/>
                  <a:pt x="8070" y="23826"/>
                  <a:pt x="7437" y="25957"/>
                </a:cubicBezTo>
                <a:lnTo>
                  <a:pt x="0" y="29406"/>
                </a:lnTo>
                <a:lnTo>
                  <a:pt x="0" y="37124"/>
                </a:lnTo>
                <a:lnTo>
                  <a:pt x="7437" y="40602"/>
                </a:lnTo>
                <a:cubicBezTo>
                  <a:pt x="8052" y="42726"/>
                  <a:pt x="8953" y="44770"/>
                  <a:pt x="10116" y="46682"/>
                </a:cubicBezTo>
                <a:lnTo>
                  <a:pt x="7438" y="54048"/>
                </a:lnTo>
                <a:lnTo>
                  <a:pt x="13740" y="59661"/>
                </a:lnTo>
                <a:lnTo>
                  <a:pt x="21682" y="57147"/>
                </a:lnTo>
                <a:cubicBezTo>
                  <a:pt x="23746" y="58236"/>
                  <a:pt x="25950" y="59081"/>
                  <a:pt x="28237" y="59661"/>
                </a:cubicBezTo>
                <a:lnTo>
                  <a:pt x="31956" y="66530"/>
                </a:lnTo>
                <a:lnTo>
                  <a:pt x="40402" y="66530"/>
                </a:lnTo>
                <a:lnTo>
                  <a:pt x="44152" y="59777"/>
                </a:lnTo>
                <a:cubicBezTo>
                  <a:pt x="46403" y="59210"/>
                  <a:pt x="48572" y="58396"/>
                  <a:pt x="50612" y="57351"/>
                </a:cubicBezTo>
                <a:lnTo>
                  <a:pt x="58523" y="59866"/>
                </a:lnTo>
                <a:lnTo>
                  <a:pt x="64573" y="54223"/>
                </a:lnTo>
                <a:lnTo>
                  <a:pt x="61894" y="46887"/>
                </a:lnTo>
                <a:cubicBezTo>
                  <a:pt x="63100" y="44960"/>
                  <a:pt x="64061" y="42909"/>
                  <a:pt x="64762" y="40777"/>
                </a:cubicBezTo>
                <a:lnTo>
                  <a:pt x="72168" y="37328"/>
                </a:lnTo>
                <a:lnTo>
                  <a:pt x="72168" y="29406"/>
                </a:lnTo>
                <a:lnTo>
                  <a:pt x="64731" y="25927"/>
                </a:lnTo>
                <a:cubicBezTo>
                  <a:pt x="64129" y="23801"/>
                  <a:pt x="63229" y="21757"/>
                  <a:pt x="62052" y="19848"/>
                </a:cubicBezTo>
                <a:moveTo>
                  <a:pt x="36210" y="45074"/>
                </a:moveTo>
                <a:cubicBezTo>
                  <a:pt x="29251" y="45074"/>
                  <a:pt x="23604" y="39839"/>
                  <a:pt x="23604" y="33382"/>
                </a:cubicBezTo>
                <a:cubicBezTo>
                  <a:pt x="23604" y="26924"/>
                  <a:pt x="29251" y="21689"/>
                  <a:pt x="36210" y="21689"/>
                </a:cubicBezTo>
                <a:cubicBezTo>
                  <a:pt x="43130" y="21784"/>
                  <a:pt x="48716" y="26963"/>
                  <a:pt x="48816" y="33382"/>
                </a:cubicBezTo>
                <a:cubicBezTo>
                  <a:pt x="48816" y="39839"/>
                  <a:pt x="43172" y="45074"/>
                  <a:pt x="36210" y="45074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94FC295B-C478-404F-B083-D43827C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5535" y="6138440"/>
            <a:ext cx="71940" cy="16867"/>
          </a:xfrm>
          <a:custGeom xmlns:a="http://schemas.openxmlformats.org/drawingml/2006/main">
            <a:pathLst>
              <a:path w="71940" h="16867">
                <a:moveTo>
                  <a:pt x="63087" y="0"/>
                </a:moveTo>
                <a:lnTo>
                  <a:pt x="8850" y="0"/>
                </a:lnTo>
                <a:cubicBezTo>
                  <a:pt x="3829" y="276"/>
                  <a:pt x="0" y="4273"/>
                  <a:pt x="294" y="8931"/>
                </a:cubicBezTo>
                <a:cubicBezTo>
                  <a:pt x="567" y="13205"/>
                  <a:pt x="4244" y="16616"/>
                  <a:pt x="8850" y="16867"/>
                </a:cubicBezTo>
                <a:lnTo>
                  <a:pt x="63087" y="16867"/>
                </a:lnTo>
                <a:cubicBezTo>
                  <a:pt x="68108" y="16594"/>
                  <a:pt x="71940" y="12594"/>
                  <a:pt x="71645" y="7936"/>
                </a:cubicBezTo>
                <a:cubicBezTo>
                  <a:pt x="71373" y="3662"/>
                  <a:pt x="67696" y="254"/>
                  <a:pt x="63087" y="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EA256A2B-F929-4F38-A0D2-320F99D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1822" y="6166999"/>
            <a:ext cx="39362" cy="16867"/>
          </a:xfrm>
          <a:custGeom xmlns:a="http://schemas.openxmlformats.org/drawingml/2006/main">
            <a:pathLst>
              <a:path w="39362" h="16867">
                <a:moveTo>
                  <a:pt x="19697" y="16867"/>
                </a:moveTo>
                <a:cubicBezTo>
                  <a:pt x="29989" y="16851"/>
                  <a:pt x="38542" y="9515"/>
                  <a:pt x="39362" y="0"/>
                </a:cubicBezTo>
                <a:lnTo>
                  <a:pt x="0" y="0"/>
                </a:lnTo>
                <a:cubicBezTo>
                  <a:pt x="838" y="9519"/>
                  <a:pt x="9402" y="16853"/>
                  <a:pt x="19697" y="16867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EA89F230-7468-4915-80C7-7AB1F1D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2638" y="5975125"/>
            <a:ext cx="157572" cy="151635"/>
          </a:xfrm>
          <a:custGeom xmlns:a="http://schemas.openxmlformats.org/drawingml/2006/main">
            <a:pathLst>
              <a:path w="157572" h="151635">
                <a:moveTo>
                  <a:pt x="157572" y="74686"/>
                </a:moveTo>
                <a:lnTo>
                  <a:pt x="157572" y="72172"/>
                </a:lnTo>
                <a:cubicBezTo>
                  <a:pt x="156771" y="32274"/>
                  <a:pt x="121809" y="249"/>
                  <a:pt x="78786" y="0"/>
                </a:cubicBezTo>
                <a:cubicBezTo>
                  <a:pt x="35764" y="249"/>
                  <a:pt x="804" y="32274"/>
                  <a:pt x="0" y="72172"/>
                </a:cubicBezTo>
                <a:lnTo>
                  <a:pt x="0" y="74686"/>
                </a:lnTo>
                <a:cubicBezTo>
                  <a:pt x="289" y="83341"/>
                  <a:pt x="2143" y="91889"/>
                  <a:pt x="5483" y="99971"/>
                </a:cubicBezTo>
                <a:cubicBezTo>
                  <a:pt x="8674" y="107598"/>
                  <a:pt x="13307" y="114637"/>
                  <a:pt x="19161" y="120754"/>
                </a:cubicBezTo>
                <a:cubicBezTo>
                  <a:pt x="26377" y="128033"/>
                  <a:pt x="34256" y="142210"/>
                  <a:pt x="37597" y="148524"/>
                </a:cubicBezTo>
                <a:cubicBezTo>
                  <a:pt x="38618" y="150431"/>
                  <a:pt x="40722" y="151635"/>
                  <a:pt x="43017" y="151622"/>
                </a:cubicBezTo>
                <a:lnTo>
                  <a:pt x="114555" y="151622"/>
                </a:lnTo>
                <a:cubicBezTo>
                  <a:pt x="116853" y="151635"/>
                  <a:pt x="118954" y="150431"/>
                  <a:pt x="119976" y="148524"/>
                </a:cubicBezTo>
                <a:cubicBezTo>
                  <a:pt x="123316" y="142210"/>
                  <a:pt x="131195" y="128062"/>
                  <a:pt x="138411" y="120754"/>
                </a:cubicBezTo>
                <a:cubicBezTo>
                  <a:pt x="144268" y="114637"/>
                  <a:pt x="148901" y="107598"/>
                  <a:pt x="152089" y="99971"/>
                </a:cubicBezTo>
                <a:cubicBezTo>
                  <a:pt x="155432" y="91889"/>
                  <a:pt x="157286" y="83341"/>
                  <a:pt x="157572" y="74686"/>
                </a:cubicBezTo>
                <a:moveTo>
                  <a:pt x="139420" y="74422"/>
                </a:moveTo>
                <a:cubicBezTo>
                  <a:pt x="139197" y="81141"/>
                  <a:pt x="137781" y="87777"/>
                  <a:pt x="135229" y="94066"/>
                </a:cubicBezTo>
                <a:cubicBezTo>
                  <a:pt x="132836" y="99730"/>
                  <a:pt x="129380" y="104957"/>
                  <a:pt x="125018" y="109500"/>
                </a:cubicBezTo>
                <a:cubicBezTo>
                  <a:pt x="118024" y="117225"/>
                  <a:pt x="112026" y="125682"/>
                  <a:pt x="107149" y="134698"/>
                </a:cubicBezTo>
                <a:lnTo>
                  <a:pt x="50423" y="134698"/>
                </a:lnTo>
                <a:cubicBezTo>
                  <a:pt x="45604" y="125657"/>
                  <a:pt x="39658" y="117171"/>
                  <a:pt x="32712" y="109412"/>
                </a:cubicBezTo>
                <a:cubicBezTo>
                  <a:pt x="28353" y="104870"/>
                  <a:pt x="24896" y="99642"/>
                  <a:pt x="22501" y="93979"/>
                </a:cubicBezTo>
                <a:cubicBezTo>
                  <a:pt x="19899" y="87698"/>
                  <a:pt x="18428" y="81060"/>
                  <a:pt x="18152" y="74335"/>
                </a:cubicBezTo>
                <a:lnTo>
                  <a:pt x="18152" y="72230"/>
                </a:lnTo>
                <a:cubicBezTo>
                  <a:pt x="18717" y="41538"/>
                  <a:pt x="45599" y="16878"/>
                  <a:pt x="78692" y="16691"/>
                </a:cubicBezTo>
                <a:cubicBezTo>
                  <a:pt x="111787" y="16878"/>
                  <a:pt x="138669" y="41538"/>
                  <a:pt x="139231" y="72230"/>
                </a:cubicBezTo>
                <a:lnTo>
                  <a:pt x="139420" y="74422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407F3F69-B336-4393-9EEF-2B53730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815" y="5931522"/>
            <a:ext cx="12606" cy="32144"/>
          </a:xfrm>
          <a:custGeom xmlns:a="http://schemas.openxmlformats.org/drawingml/2006/main">
            <a:pathLst>
              <a:path w="12606" h="32144">
                <a:moveTo>
                  <a:pt x="6303" y="32144"/>
                </a:moveTo>
                <a:cubicBezTo>
                  <a:pt x="9786" y="32144"/>
                  <a:pt x="12606" y="29528"/>
                  <a:pt x="12606" y="26308"/>
                </a:cubicBezTo>
                <a:lnTo>
                  <a:pt x="12606" y="5846"/>
                </a:lnTo>
                <a:cubicBezTo>
                  <a:pt x="12606" y="2607"/>
                  <a:pt x="9785" y="0"/>
                  <a:pt x="6303" y="0"/>
                </a:cubicBezTo>
                <a:cubicBezTo>
                  <a:pt x="2823" y="0"/>
                  <a:pt x="0" y="2607"/>
                  <a:pt x="0" y="5846"/>
                </a:cubicBezTo>
                <a:lnTo>
                  <a:pt x="0" y="26308"/>
                </a:lnTo>
                <a:cubicBezTo>
                  <a:pt x="0" y="29528"/>
                  <a:pt x="2823" y="32144"/>
                  <a:pt x="6303" y="32144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451DC8A4-B1D4-4E88-8C9A-6F876ECB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9549" y="5964427"/>
            <a:ext cx="29117" cy="27202"/>
          </a:xfrm>
          <a:custGeom xmlns:a="http://schemas.openxmlformats.org/drawingml/2006/main">
            <a:pathLst>
              <a:path w="29117" h="27202">
                <a:moveTo>
                  <a:pt x="17785" y="24934"/>
                </a:moveTo>
                <a:cubicBezTo>
                  <a:pt x="20246" y="27202"/>
                  <a:pt x="24214" y="27202"/>
                  <a:pt x="26672" y="24934"/>
                </a:cubicBezTo>
                <a:cubicBezTo>
                  <a:pt x="29117" y="22654"/>
                  <a:pt x="29117" y="18970"/>
                  <a:pt x="26672" y="16691"/>
                </a:cubicBezTo>
                <a:lnTo>
                  <a:pt x="11072" y="2163"/>
                </a:lnTo>
                <a:cubicBezTo>
                  <a:pt x="8491" y="0"/>
                  <a:pt x="4504" y="187"/>
                  <a:pt x="2172" y="2584"/>
                </a:cubicBezTo>
                <a:cubicBezTo>
                  <a:pt x="0" y="4815"/>
                  <a:pt x="5" y="8211"/>
                  <a:pt x="2185" y="10435"/>
                </a:cubicBezTo>
                <a:lnTo>
                  <a:pt x="17785" y="24934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D2B0B565-0935-4A55-9D2E-56ADF62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5509" y="5966212"/>
            <a:ext cx="29120" cy="26057"/>
          </a:xfrm>
          <a:custGeom xmlns:a="http://schemas.openxmlformats.org/drawingml/2006/main">
            <a:pathLst>
              <a:path w="29120" h="26057">
                <a:moveTo>
                  <a:pt x="7043" y="25984"/>
                </a:moveTo>
                <a:cubicBezTo>
                  <a:pt x="8724" y="25987"/>
                  <a:pt x="10334" y="25366"/>
                  <a:pt x="11519" y="24259"/>
                </a:cubicBezTo>
                <a:lnTo>
                  <a:pt x="27087" y="9644"/>
                </a:lnTo>
                <a:cubicBezTo>
                  <a:pt x="29120" y="7023"/>
                  <a:pt x="28473" y="3369"/>
                  <a:pt x="25645" y="1486"/>
                </a:cubicBezTo>
                <a:cubicBezTo>
                  <a:pt x="23416" y="0"/>
                  <a:pt x="20403" y="24"/>
                  <a:pt x="18200" y="1547"/>
                </a:cubicBezTo>
                <a:lnTo>
                  <a:pt x="2443" y="16162"/>
                </a:lnTo>
                <a:cubicBezTo>
                  <a:pt x="0" y="18443"/>
                  <a:pt x="0" y="22125"/>
                  <a:pt x="2443" y="24406"/>
                </a:cubicBezTo>
                <a:cubicBezTo>
                  <a:pt x="3685" y="25487"/>
                  <a:pt x="5344" y="26057"/>
                  <a:pt x="7043" y="25984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83DF9B78-6417-4C11-9678-B26399F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872" y="6041129"/>
            <a:ext cx="34664" cy="11693"/>
          </a:xfrm>
          <a:custGeom xmlns:a="http://schemas.openxmlformats.org/drawingml/2006/main">
            <a:pathLst>
              <a:path w="34664" h="11693">
                <a:moveTo>
                  <a:pt x="28362" y="0"/>
                </a:moveTo>
                <a:lnTo>
                  <a:pt x="6301" y="0"/>
                </a:lnTo>
                <a:cubicBezTo>
                  <a:pt x="2822" y="0"/>
                  <a:pt x="0" y="2619"/>
                  <a:pt x="0" y="5847"/>
                </a:cubicBezTo>
                <a:cubicBezTo>
                  <a:pt x="0" y="9077"/>
                  <a:pt x="2822" y="11693"/>
                  <a:pt x="6301" y="11693"/>
                </a:cubicBezTo>
                <a:lnTo>
                  <a:pt x="28362" y="11693"/>
                </a:lnTo>
                <a:cubicBezTo>
                  <a:pt x="31844" y="11693"/>
                  <a:pt x="34664" y="9077"/>
                  <a:pt x="34664" y="5847"/>
                </a:cubicBezTo>
                <a:cubicBezTo>
                  <a:pt x="34664" y="2619"/>
                  <a:pt x="31844" y="0"/>
                  <a:pt x="28362" y="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B9953D80-4B99-4C5E-B19C-C6B6AD9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783" y="6102513"/>
            <a:ext cx="29705" cy="27470"/>
          </a:xfrm>
          <a:custGeom xmlns:a="http://schemas.openxmlformats.org/drawingml/2006/main">
            <a:pathLst>
              <a:path w="29705" h="27470">
                <a:moveTo>
                  <a:pt x="18551" y="1873"/>
                </a:moveTo>
                <a:lnTo>
                  <a:pt x="2952" y="16489"/>
                </a:lnTo>
                <a:cubicBezTo>
                  <a:pt x="310" y="18588"/>
                  <a:pt x="0" y="22279"/>
                  <a:pt x="2266" y="24732"/>
                </a:cubicBezTo>
                <a:cubicBezTo>
                  <a:pt x="4530" y="27185"/>
                  <a:pt x="8509" y="27470"/>
                  <a:pt x="11153" y="25370"/>
                </a:cubicBezTo>
                <a:cubicBezTo>
                  <a:pt x="11400" y="25175"/>
                  <a:pt x="11629" y="24960"/>
                  <a:pt x="11839" y="24732"/>
                </a:cubicBezTo>
                <a:lnTo>
                  <a:pt x="27439" y="10117"/>
                </a:lnTo>
                <a:cubicBezTo>
                  <a:pt x="29705" y="7663"/>
                  <a:pt x="29395" y="3973"/>
                  <a:pt x="26753" y="1873"/>
                </a:cubicBezTo>
                <a:cubicBezTo>
                  <a:pt x="24392" y="0"/>
                  <a:pt x="20912" y="0"/>
                  <a:pt x="18551" y="1873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15EB3904-A367-4C46-84AE-C3E0DB0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5341" y="6100690"/>
            <a:ext cx="30440" cy="28262"/>
          </a:xfrm>
          <a:custGeom xmlns:a="http://schemas.openxmlformats.org/drawingml/2006/main">
            <a:pathLst>
              <a:path w="30440" h="28262">
                <a:moveTo>
                  <a:pt x="11687" y="2585"/>
                </a:moveTo>
                <a:cubicBezTo>
                  <a:pt x="9354" y="187"/>
                  <a:pt x="5370" y="0"/>
                  <a:pt x="2787" y="2164"/>
                </a:cubicBezTo>
                <a:cubicBezTo>
                  <a:pt x="202" y="4329"/>
                  <a:pt x="0" y="8025"/>
                  <a:pt x="2332" y="10421"/>
                </a:cubicBezTo>
                <a:cubicBezTo>
                  <a:pt x="2471" y="10562"/>
                  <a:pt x="2616" y="10699"/>
                  <a:pt x="2768" y="10828"/>
                </a:cubicBezTo>
                <a:lnTo>
                  <a:pt x="18525" y="25444"/>
                </a:lnTo>
                <a:cubicBezTo>
                  <a:pt x="20755" y="27926"/>
                  <a:pt x="24728" y="28262"/>
                  <a:pt x="27405" y="26193"/>
                </a:cubicBezTo>
                <a:cubicBezTo>
                  <a:pt x="30078" y="24128"/>
                  <a:pt x="30440" y="20442"/>
                  <a:pt x="28214" y="17961"/>
                </a:cubicBezTo>
                <a:cubicBezTo>
                  <a:pt x="27909" y="17624"/>
                  <a:pt x="27567" y="17320"/>
                  <a:pt x="27192" y="17054"/>
                </a:cubicBezTo>
                <a:lnTo>
                  <a:pt x="11687" y="2585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F5D5CB77-3B12-4FA2-8718-B31D6952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2533" y="6040925"/>
            <a:ext cx="34666" cy="11692"/>
          </a:xfrm>
          <a:custGeom xmlns:a="http://schemas.openxmlformats.org/drawingml/2006/main">
            <a:pathLst>
              <a:path w="34666" h="11692">
                <a:moveTo>
                  <a:pt x="28363" y="0"/>
                </a:moveTo>
                <a:lnTo>
                  <a:pt x="6303" y="0"/>
                </a:lnTo>
                <a:cubicBezTo>
                  <a:pt x="2823" y="0"/>
                  <a:pt x="0" y="2619"/>
                  <a:pt x="0" y="5846"/>
                </a:cubicBezTo>
                <a:cubicBezTo>
                  <a:pt x="0" y="9076"/>
                  <a:pt x="2823" y="11692"/>
                  <a:pt x="6303" y="11692"/>
                </a:cubicBezTo>
                <a:lnTo>
                  <a:pt x="28363" y="11692"/>
                </a:lnTo>
                <a:cubicBezTo>
                  <a:pt x="31856" y="11692"/>
                  <a:pt x="34666" y="9076"/>
                  <a:pt x="34666" y="5846"/>
                </a:cubicBezTo>
                <a:cubicBezTo>
                  <a:pt x="34666" y="2619"/>
                  <a:pt x="31856" y="0"/>
                  <a:pt x="28363" y="0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D449E20F-3BD2-4BD7-BDF4-CCB7BF74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447" y="6370512"/>
            <a:ext cx="340447" cy="98681"/>
          </a:xfrm>
          <a:custGeom xmlns:a="http://schemas.openxmlformats.org/drawingml/2006/main">
            <a:pathLst>
              <a:path w="340447" h="98681">
                <a:moveTo>
                  <a:pt x="287252" y="0"/>
                </a:moveTo>
                <a:lnTo>
                  <a:pt x="53195" y="0"/>
                </a:lnTo>
                <a:cubicBezTo>
                  <a:pt x="23819" y="0"/>
                  <a:pt x="0" y="22093"/>
                  <a:pt x="0" y="49340"/>
                </a:cubicBezTo>
                <a:cubicBezTo>
                  <a:pt x="0" y="76593"/>
                  <a:pt x="23819" y="98681"/>
                  <a:pt x="53195" y="98681"/>
                </a:cubicBezTo>
                <a:lnTo>
                  <a:pt x="287252" y="98681"/>
                </a:lnTo>
                <a:cubicBezTo>
                  <a:pt x="316634" y="98681"/>
                  <a:pt x="340447" y="76593"/>
                  <a:pt x="340447" y="49340"/>
                </a:cubicBezTo>
                <a:cubicBezTo>
                  <a:pt x="340447" y="22093"/>
                  <a:pt x="316634" y="0"/>
                  <a:pt x="287252" y="0"/>
                </a:cubicBezTo>
                <a:moveTo>
                  <a:pt x="67380" y="69077"/>
                </a:moveTo>
                <a:cubicBezTo>
                  <a:pt x="55630" y="69077"/>
                  <a:pt x="46102" y="60239"/>
                  <a:pt x="46102" y="49340"/>
                </a:cubicBezTo>
                <a:cubicBezTo>
                  <a:pt x="46102" y="38441"/>
                  <a:pt x="55630" y="29604"/>
                  <a:pt x="67380" y="29604"/>
                </a:cubicBezTo>
                <a:cubicBezTo>
                  <a:pt x="79136" y="29604"/>
                  <a:pt x="88658" y="38441"/>
                  <a:pt x="88658" y="49340"/>
                </a:cubicBezTo>
                <a:cubicBezTo>
                  <a:pt x="88658" y="60239"/>
                  <a:pt x="79136" y="69077"/>
                  <a:pt x="67380" y="69077"/>
                </a:cubicBezTo>
                <a:moveTo>
                  <a:pt x="170223" y="69077"/>
                </a:moveTo>
                <a:cubicBezTo>
                  <a:pt x="158473" y="69077"/>
                  <a:pt x="148946" y="60239"/>
                  <a:pt x="148946" y="49340"/>
                </a:cubicBezTo>
                <a:cubicBezTo>
                  <a:pt x="148946" y="38441"/>
                  <a:pt x="158473" y="29604"/>
                  <a:pt x="170223" y="29604"/>
                </a:cubicBezTo>
                <a:cubicBezTo>
                  <a:pt x="181979" y="29604"/>
                  <a:pt x="191501" y="38441"/>
                  <a:pt x="191501" y="49340"/>
                </a:cubicBezTo>
                <a:cubicBezTo>
                  <a:pt x="191501" y="60239"/>
                  <a:pt x="181979" y="69077"/>
                  <a:pt x="170223" y="69077"/>
                </a:cubicBezTo>
                <a:moveTo>
                  <a:pt x="273067" y="69077"/>
                </a:moveTo>
                <a:cubicBezTo>
                  <a:pt x="261317" y="69077"/>
                  <a:pt x="251789" y="60239"/>
                  <a:pt x="251789" y="49340"/>
                </a:cubicBezTo>
                <a:cubicBezTo>
                  <a:pt x="251789" y="38441"/>
                  <a:pt x="261317" y="29604"/>
                  <a:pt x="273067" y="29604"/>
                </a:cubicBezTo>
                <a:cubicBezTo>
                  <a:pt x="284823" y="29604"/>
                  <a:pt x="294345" y="38441"/>
                  <a:pt x="294345" y="49340"/>
                </a:cubicBezTo>
                <a:cubicBezTo>
                  <a:pt x="294345" y="60239"/>
                  <a:pt x="284823" y="69077"/>
                  <a:pt x="273067" y="690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2953B73D-FE0A-454A-9991-73D9367F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402" y="6071179"/>
            <a:ext cx="21278" cy="19737"/>
          </a:xfrm>
          <a:custGeom xmlns:a="http://schemas.openxmlformats.org/drawingml/2006/main">
            <a:pathLst>
              <a:path w="21278" h="19737">
                <a:moveTo>
                  <a:pt x="21278" y="9869"/>
                </a:moveTo>
                <a:cubicBezTo>
                  <a:pt x="21278" y="15318"/>
                  <a:pt x="16520" y="19737"/>
                  <a:pt x="10639" y="19737"/>
                </a:cubicBezTo>
                <a:cubicBezTo>
                  <a:pt x="4764" y="19737"/>
                  <a:pt x="0" y="15318"/>
                  <a:pt x="0" y="9869"/>
                </a:cubicBezTo>
                <a:cubicBezTo>
                  <a:pt x="0" y="4419"/>
                  <a:pt x="4764" y="0"/>
                  <a:pt x="10639" y="0"/>
                </a:cubicBezTo>
                <a:cubicBezTo>
                  <a:pt x="16520" y="0"/>
                  <a:pt x="21278" y="4419"/>
                  <a:pt x="21278" y="98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D762DA98-F897-46E0-8FB9-B793F02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6033" y="5932499"/>
            <a:ext cx="184409" cy="214335"/>
          </a:xfrm>
          <a:custGeom xmlns:a="http://schemas.openxmlformats.org/drawingml/2006/main">
            <a:pathLst>
              <a:path w="184409" h="214335">
                <a:moveTo>
                  <a:pt x="153272" y="82761"/>
                </a:moveTo>
                <a:lnTo>
                  <a:pt x="106390" y="82761"/>
                </a:lnTo>
                <a:lnTo>
                  <a:pt x="106390" y="52827"/>
                </a:lnTo>
                <a:cubicBezTo>
                  <a:pt x="119960" y="45558"/>
                  <a:pt x="124612" y="29495"/>
                  <a:pt x="116774" y="16885"/>
                </a:cubicBezTo>
                <a:cubicBezTo>
                  <a:pt x="108943" y="4276"/>
                  <a:pt x="91590" y="0"/>
                  <a:pt x="78019" y="7236"/>
                </a:cubicBezTo>
                <a:cubicBezTo>
                  <a:pt x="64455" y="14528"/>
                  <a:pt x="59803" y="30591"/>
                  <a:pt x="67640" y="43201"/>
                </a:cubicBezTo>
                <a:cubicBezTo>
                  <a:pt x="70129" y="47203"/>
                  <a:pt x="73710" y="50492"/>
                  <a:pt x="78019" y="52827"/>
                </a:cubicBezTo>
                <a:lnTo>
                  <a:pt x="78019" y="82761"/>
                </a:lnTo>
                <a:lnTo>
                  <a:pt x="31137" y="82761"/>
                </a:lnTo>
                <a:cubicBezTo>
                  <a:pt x="13960" y="82799"/>
                  <a:pt x="41" y="95710"/>
                  <a:pt x="0" y="111641"/>
                </a:cubicBezTo>
                <a:lnTo>
                  <a:pt x="0" y="185455"/>
                </a:lnTo>
                <a:cubicBezTo>
                  <a:pt x="41" y="201391"/>
                  <a:pt x="13961" y="214303"/>
                  <a:pt x="31137" y="214335"/>
                </a:cubicBezTo>
                <a:lnTo>
                  <a:pt x="153272" y="214335"/>
                </a:lnTo>
                <a:cubicBezTo>
                  <a:pt x="170454" y="214303"/>
                  <a:pt x="184373" y="201391"/>
                  <a:pt x="184409" y="185455"/>
                </a:cubicBezTo>
                <a:lnTo>
                  <a:pt x="184409" y="111641"/>
                </a:lnTo>
                <a:cubicBezTo>
                  <a:pt x="184373" y="95710"/>
                  <a:pt x="170454" y="82799"/>
                  <a:pt x="153272" y="82761"/>
                </a:cubicBezTo>
                <a:moveTo>
                  <a:pt x="56741" y="168284"/>
                </a:moveTo>
                <a:cubicBezTo>
                  <a:pt x="44991" y="168284"/>
                  <a:pt x="35463" y="159452"/>
                  <a:pt x="35463" y="148548"/>
                </a:cubicBezTo>
                <a:cubicBezTo>
                  <a:pt x="35463" y="137650"/>
                  <a:pt x="44991" y="128812"/>
                  <a:pt x="56741" y="128812"/>
                </a:cubicBezTo>
                <a:cubicBezTo>
                  <a:pt x="68497" y="128812"/>
                  <a:pt x="78019" y="137650"/>
                  <a:pt x="78019" y="148548"/>
                </a:cubicBezTo>
                <a:cubicBezTo>
                  <a:pt x="78019" y="159452"/>
                  <a:pt x="68497" y="168284"/>
                  <a:pt x="56741" y="168284"/>
                </a:cubicBezTo>
                <a:moveTo>
                  <a:pt x="127667" y="168284"/>
                </a:moveTo>
                <a:cubicBezTo>
                  <a:pt x="115918" y="168284"/>
                  <a:pt x="106390" y="159452"/>
                  <a:pt x="106390" y="148548"/>
                </a:cubicBezTo>
                <a:cubicBezTo>
                  <a:pt x="106390" y="137650"/>
                  <a:pt x="115918" y="128812"/>
                  <a:pt x="127667" y="128812"/>
                </a:cubicBezTo>
                <a:cubicBezTo>
                  <a:pt x="139423" y="128812"/>
                  <a:pt x="148946" y="137650"/>
                  <a:pt x="148946" y="148548"/>
                </a:cubicBezTo>
                <a:cubicBezTo>
                  <a:pt x="148946" y="159452"/>
                  <a:pt x="139424" y="168284"/>
                  <a:pt x="127667" y="1682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9ACA71E7-6F33-4C04-9D14-B48B0D3A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4476" y="6071179"/>
            <a:ext cx="21278" cy="19737"/>
          </a:xfrm>
          <a:custGeom xmlns:a="http://schemas.openxmlformats.org/drawingml/2006/main">
            <a:pathLst>
              <a:path w="21278" h="19737">
                <a:moveTo>
                  <a:pt x="21278" y="9869"/>
                </a:moveTo>
                <a:cubicBezTo>
                  <a:pt x="21278" y="15318"/>
                  <a:pt x="16520" y="19737"/>
                  <a:pt x="10639" y="19737"/>
                </a:cubicBezTo>
                <a:cubicBezTo>
                  <a:pt x="4764" y="19737"/>
                  <a:pt x="0" y="15318"/>
                  <a:pt x="0" y="9869"/>
                </a:cubicBezTo>
                <a:cubicBezTo>
                  <a:pt x="0" y="4419"/>
                  <a:pt x="4764" y="0"/>
                  <a:pt x="10639" y="0"/>
                </a:cubicBezTo>
                <a:cubicBezTo>
                  <a:pt x="16520" y="0"/>
                  <a:pt x="21278" y="4419"/>
                  <a:pt x="21278" y="98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F980CA51-6DD2-40B6-BA8C-4855847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637" y="6078876"/>
            <a:ext cx="456222" cy="274004"/>
          </a:xfrm>
          <a:custGeom xmlns:a="http://schemas.openxmlformats.org/drawingml/2006/main">
            <a:pathLst>
              <a:path w="456222" h="274004">
                <a:moveTo>
                  <a:pt x="419010" y="204928"/>
                </a:moveTo>
                <a:lnTo>
                  <a:pt x="419010" y="150127"/>
                </a:lnTo>
                <a:cubicBezTo>
                  <a:pt x="419010" y="133812"/>
                  <a:pt x="404754" y="120588"/>
                  <a:pt x="387164" y="120588"/>
                </a:cubicBezTo>
                <a:lnTo>
                  <a:pt x="348083" y="120588"/>
                </a:lnTo>
                <a:lnTo>
                  <a:pt x="348083" y="87695"/>
                </a:lnTo>
                <a:lnTo>
                  <a:pt x="121119" y="87695"/>
                </a:lnTo>
                <a:lnTo>
                  <a:pt x="121119" y="127167"/>
                </a:lnTo>
                <a:lnTo>
                  <a:pt x="67853" y="127167"/>
                </a:lnTo>
                <a:cubicBezTo>
                  <a:pt x="65938" y="127167"/>
                  <a:pt x="64377" y="125725"/>
                  <a:pt x="64377" y="123944"/>
                </a:cubicBezTo>
                <a:lnTo>
                  <a:pt x="64377" y="69406"/>
                </a:lnTo>
                <a:cubicBezTo>
                  <a:pt x="88764" y="62728"/>
                  <a:pt x="102690" y="38979"/>
                  <a:pt x="95491" y="16365"/>
                </a:cubicBezTo>
                <a:cubicBezTo>
                  <a:pt x="93558" y="10301"/>
                  <a:pt x="90201" y="4715"/>
                  <a:pt x="85656" y="0"/>
                </a:cubicBezTo>
                <a:lnTo>
                  <a:pt x="64377" y="17499"/>
                </a:lnTo>
                <a:cubicBezTo>
                  <a:pt x="67356" y="20503"/>
                  <a:pt x="69047" y="24408"/>
                  <a:pt x="69130" y="28486"/>
                </a:cubicBezTo>
                <a:cubicBezTo>
                  <a:pt x="69076" y="37570"/>
                  <a:pt x="61097" y="44894"/>
                  <a:pt x="51303" y="44846"/>
                </a:cubicBezTo>
                <a:cubicBezTo>
                  <a:pt x="41510" y="44796"/>
                  <a:pt x="33619" y="37390"/>
                  <a:pt x="33673" y="28311"/>
                </a:cubicBezTo>
                <a:cubicBezTo>
                  <a:pt x="33690" y="24385"/>
                  <a:pt x="35227" y="20597"/>
                  <a:pt x="37993" y="17631"/>
                </a:cubicBezTo>
                <a:lnTo>
                  <a:pt x="16715" y="329"/>
                </a:lnTo>
                <a:cubicBezTo>
                  <a:pt x="0" y="18146"/>
                  <a:pt x="2021" y="45152"/>
                  <a:pt x="21225" y="60662"/>
                </a:cubicBezTo>
                <a:cubicBezTo>
                  <a:pt x="25569" y="64170"/>
                  <a:pt x="30581" y="66890"/>
                  <a:pt x="36007" y="68682"/>
                </a:cubicBezTo>
                <a:lnTo>
                  <a:pt x="36007" y="123944"/>
                </a:lnTo>
                <a:cubicBezTo>
                  <a:pt x="36007" y="140259"/>
                  <a:pt x="50269" y="153482"/>
                  <a:pt x="67853" y="153482"/>
                </a:cubicBezTo>
                <a:lnTo>
                  <a:pt x="121119" y="153482"/>
                </a:lnTo>
                <a:lnTo>
                  <a:pt x="121119" y="271899"/>
                </a:lnTo>
                <a:lnTo>
                  <a:pt x="348083" y="271899"/>
                </a:lnTo>
                <a:lnTo>
                  <a:pt x="348083" y="146904"/>
                </a:lnTo>
                <a:lnTo>
                  <a:pt x="387164" y="146904"/>
                </a:lnTo>
                <a:cubicBezTo>
                  <a:pt x="389085" y="146904"/>
                  <a:pt x="390639" y="148345"/>
                  <a:pt x="390639" y="150127"/>
                </a:cubicBezTo>
                <a:lnTo>
                  <a:pt x="390639" y="204928"/>
                </a:lnTo>
                <a:cubicBezTo>
                  <a:pt x="366418" y="212198"/>
                  <a:pt x="353131" y="236309"/>
                  <a:pt x="360968" y="258775"/>
                </a:cubicBezTo>
                <a:cubicBezTo>
                  <a:pt x="362931" y="264400"/>
                  <a:pt x="366129" y="269586"/>
                  <a:pt x="370354" y="274004"/>
                </a:cubicBezTo>
                <a:lnTo>
                  <a:pt x="391632" y="256505"/>
                </a:lnTo>
                <a:cubicBezTo>
                  <a:pt x="388701" y="253523"/>
                  <a:pt x="387081" y="249625"/>
                  <a:pt x="387093" y="245585"/>
                </a:cubicBezTo>
                <a:cubicBezTo>
                  <a:pt x="387105" y="236501"/>
                  <a:pt x="395048" y="229143"/>
                  <a:pt x="404842" y="229155"/>
                </a:cubicBezTo>
                <a:cubicBezTo>
                  <a:pt x="414636" y="229160"/>
                  <a:pt x="422568" y="236528"/>
                  <a:pt x="422556" y="245612"/>
                </a:cubicBezTo>
                <a:cubicBezTo>
                  <a:pt x="422556" y="249598"/>
                  <a:pt x="420990" y="253446"/>
                  <a:pt x="418159" y="256440"/>
                </a:cubicBezTo>
                <a:lnTo>
                  <a:pt x="439437" y="273742"/>
                </a:lnTo>
                <a:cubicBezTo>
                  <a:pt x="456222" y="256028"/>
                  <a:pt x="454343" y="229050"/>
                  <a:pt x="435246" y="213486"/>
                </a:cubicBezTo>
                <a:cubicBezTo>
                  <a:pt x="430523" y="209637"/>
                  <a:pt x="424997" y="206721"/>
                  <a:pt x="419010" y="204928"/>
                </a:cubicBezTo>
                <a:moveTo>
                  <a:pt x="319713" y="179797"/>
                </a:moveTo>
                <a:lnTo>
                  <a:pt x="299995" y="179797"/>
                </a:lnTo>
                <a:cubicBezTo>
                  <a:pt x="299310" y="179912"/>
                  <a:pt x="298660" y="180159"/>
                  <a:pt x="298080" y="180521"/>
                </a:cubicBezTo>
                <a:lnTo>
                  <a:pt x="276377" y="201112"/>
                </a:lnTo>
                <a:lnTo>
                  <a:pt x="259851" y="164797"/>
                </a:lnTo>
                <a:lnTo>
                  <a:pt x="228998" y="224006"/>
                </a:lnTo>
                <a:lnTo>
                  <a:pt x="207365" y="146904"/>
                </a:lnTo>
                <a:lnTo>
                  <a:pt x="190698" y="179797"/>
                </a:lnTo>
                <a:lnTo>
                  <a:pt x="156582" y="179797"/>
                </a:lnTo>
                <a:lnTo>
                  <a:pt x="156582" y="166640"/>
                </a:lnTo>
                <a:lnTo>
                  <a:pt x="181690" y="166640"/>
                </a:lnTo>
                <a:lnTo>
                  <a:pt x="211195" y="108418"/>
                </a:lnTo>
                <a:lnTo>
                  <a:pt x="233041" y="185915"/>
                </a:lnTo>
                <a:lnTo>
                  <a:pt x="260773" y="133285"/>
                </a:lnTo>
                <a:lnTo>
                  <a:pt x="281200" y="178152"/>
                </a:lnTo>
                <a:lnTo>
                  <a:pt x="288292" y="171574"/>
                </a:lnTo>
                <a:cubicBezTo>
                  <a:pt x="291407" y="168652"/>
                  <a:pt x="295574" y="166897"/>
                  <a:pt x="299995" y="166640"/>
                </a:cubicBezTo>
                <a:lnTo>
                  <a:pt x="319713" y="166640"/>
                </a:lnTo>
                <a:lnTo>
                  <a:pt x="319713" y="1797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3CDFFBD-D9A3-46CE-849F-2C847A0F0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1052984e841bd"/>
          <a:srcRect xmlns:a="http://schemas.openxmlformats.org/drawingml/2006/main" l="105" t="0" r="1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2809" y="5034647"/>
            <a:ext cx="717575" cy="1089191"/>
          </a:xfrm>
          <a:prstGeom xmlns:a="http://schemas.openxmlformats.org/drawingml/2006/main" prst="rect">
            <a:avLst/>
          </a:prstGeom>
        </p:spPr>
      </p:pic>
      <p:sp>
        <p:nvSpPr>
          <p:cNvPr id="149" name="pdf-source-image-33">
            <a:extLst xmlns:a="http://schemas.openxmlformats.org/drawingml/2006/main">
              <a:ext uri="{FF2B5EF4-FFF2-40B4-BE49-F238E27FC236}">
                <a16:creationId xmlns:a16="http://schemas.microsoft.com/office/drawing/2014/main" id="{DC8725DF-8931-425C-8D67-E18211D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809" y="5034647"/>
            <a:ext cx="717575" cy="108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79B98D0-5A76-4240-BB6C-0A402731B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7f74243644a3b"/>
          <a:srcRect xmlns:a="http://schemas.openxmlformats.org/drawingml/2006/main" l="87" t="0" r="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7361" y="5011642"/>
            <a:ext cx="754736" cy="1078574"/>
          </a:xfrm>
          <a:prstGeom xmlns:a="http://schemas.openxmlformats.org/drawingml/2006/main" prst="rect">
            <a:avLst/>
          </a:prstGeom>
        </p:spPr>
      </p:pic>
      <p:sp>
        <p:nvSpPr>
          <p:cNvPr id="151" name="pdf-source-image-34">
            <a:extLst xmlns:a="http://schemas.openxmlformats.org/drawingml/2006/main">
              <a:ext uri="{FF2B5EF4-FFF2-40B4-BE49-F238E27FC236}">
                <a16:creationId xmlns:a16="http://schemas.microsoft.com/office/drawing/2014/main" id="{589C95CF-F18F-4040-AE2C-FA40773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7361" y="5011642"/>
            <a:ext cx="754736" cy="1078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2404B0EF-506C-425E-92AE-4123967D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939" y="6114885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53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8E96C52E-80DD-4B83-AF95-6D972585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22" y="6115331"/>
            <a:ext cx="728625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Module 6</a:t>
            </a:r>
          </a:p>
        </p:txBody>
      </p:sp>
      <p:sp>
        <p:nvSpPr>
          <p:cNvPr id="154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72DB6492-ED53-4A28-8F31-03F6E589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300" y="6548403"/>
            <a:ext cx="1617430" cy="148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Robotic Task Supervisor</a:t>
            </a:r>
          </a:p>
        </p:txBody>
      </p:sp>
      <p:sp>
        <p:nvSpPr>
          <p:cNvPr id="155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0B04B194-27BE-4898-9FF4-1D144BF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292" y="6347213"/>
            <a:ext cx="340447" cy="98681"/>
          </a:xfrm>
          <a:custGeom xmlns:a="http://schemas.openxmlformats.org/drawingml/2006/main">
            <a:pathLst>
              <a:path w="340447" h="98681">
                <a:moveTo>
                  <a:pt x="53194" y="0"/>
                </a:moveTo>
                <a:lnTo>
                  <a:pt x="287252" y="0"/>
                </a:lnTo>
                <a:cubicBezTo>
                  <a:pt x="316627" y="0"/>
                  <a:pt x="340447" y="22093"/>
                  <a:pt x="340447" y="49340"/>
                </a:cubicBezTo>
                <a:cubicBezTo>
                  <a:pt x="340447" y="76593"/>
                  <a:pt x="316627" y="98681"/>
                  <a:pt x="287252" y="98681"/>
                </a:cubicBezTo>
                <a:lnTo>
                  <a:pt x="53194" y="98681"/>
                </a:lnTo>
                <a:cubicBezTo>
                  <a:pt x="23814" y="98681"/>
                  <a:pt x="0" y="76593"/>
                  <a:pt x="0" y="49340"/>
                </a:cubicBezTo>
                <a:cubicBezTo>
                  <a:pt x="0" y="22093"/>
                  <a:pt x="23814" y="0"/>
                  <a:pt x="53194" y="0"/>
                </a:cubicBezTo>
                <a:moveTo>
                  <a:pt x="273067" y="69077"/>
                </a:moveTo>
                <a:cubicBezTo>
                  <a:pt x="284817" y="69077"/>
                  <a:pt x="294345" y="60239"/>
                  <a:pt x="294345" y="49340"/>
                </a:cubicBezTo>
                <a:cubicBezTo>
                  <a:pt x="294345" y="38441"/>
                  <a:pt x="284817" y="29604"/>
                  <a:pt x="273067" y="29604"/>
                </a:cubicBezTo>
                <a:cubicBezTo>
                  <a:pt x="261310" y="29604"/>
                  <a:pt x="251788" y="38441"/>
                  <a:pt x="251788" y="49340"/>
                </a:cubicBezTo>
                <a:cubicBezTo>
                  <a:pt x="251788" y="60239"/>
                  <a:pt x="261311" y="69077"/>
                  <a:pt x="273067" y="69077"/>
                </a:cubicBezTo>
                <a:moveTo>
                  <a:pt x="170223" y="69077"/>
                </a:moveTo>
                <a:cubicBezTo>
                  <a:pt x="181974" y="69077"/>
                  <a:pt x="191502" y="60239"/>
                  <a:pt x="191502" y="49340"/>
                </a:cubicBezTo>
                <a:cubicBezTo>
                  <a:pt x="191502" y="38441"/>
                  <a:pt x="181974" y="29604"/>
                  <a:pt x="170223" y="29604"/>
                </a:cubicBezTo>
                <a:cubicBezTo>
                  <a:pt x="158467" y="29604"/>
                  <a:pt x="148945" y="38441"/>
                  <a:pt x="148945" y="49340"/>
                </a:cubicBezTo>
                <a:cubicBezTo>
                  <a:pt x="148945" y="60239"/>
                  <a:pt x="158467" y="69077"/>
                  <a:pt x="170223" y="69077"/>
                </a:cubicBezTo>
                <a:moveTo>
                  <a:pt x="67380" y="69077"/>
                </a:moveTo>
                <a:cubicBezTo>
                  <a:pt x="79130" y="69077"/>
                  <a:pt x="88658" y="60239"/>
                  <a:pt x="88658" y="49340"/>
                </a:cubicBezTo>
                <a:cubicBezTo>
                  <a:pt x="88658" y="38441"/>
                  <a:pt x="79130" y="29604"/>
                  <a:pt x="67380" y="29604"/>
                </a:cubicBezTo>
                <a:cubicBezTo>
                  <a:pt x="55624" y="29604"/>
                  <a:pt x="46102" y="38441"/>
                  <a:pt x="46102" y="49340"/>
                </a:cubicBezTo>
                <a:cubicBezTo>
                  <a:pt x="46102" y="60239"/>
                  <a:pt x="55624" y="69077"/>
                  <a:pt x="67380" y="690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6F3245BD-055A-4609-A557-E86EBA2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504" y="6047879"/>
            <a:ext cx="21279" cy="19737"/>
          </a:xfrm>
          <a:custGeom xmlns:a="http://schemas.openxmlformats.org/drawingml/2006/main">
            <a:pathLst>
              <a:path w="21279" h="19737">
                <a:moveTo>
                  <a:pt x="0" y="9869"/>
                </a:moveTo>
                <a:cubicBezTo>
                  <a:pt x="0" y="15318"/>
                  <a:pt x="4759" y="19737"/>
                  <a:pt x="10639" y="19737"/>
                </a:cubicBezTo>
                <a:cubicBezTo>
                  <a:pt x="16515" y="19737"/>
                  <a:pt x="21279" y="15318"/>
                  <a:pt x="21279" y="9869"/>
                </a:cubicBezTo>
                <a:cubicBezTo>
                  <a:pt x="21279" y="4419"/>
                  <a:pt x="16515" y="0"/>
                  <a:pt x="10639" y="0"/>
                </a:cubicBezTo>
                <a:cubicBezTo>
                  <a:pt x="4759" y="0"/>
                  <a:pt x="0" y="4419"/>
                  <a:pt x="0" y="98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1B6F5AEC-81E9-43F1-AD56-98CBEC9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9743" y="5909200"/>
            <a:ext cx="184409" cy="214335"/>
          </a:xfrm>
          <a:custGeom xmlns:a="http://schemas.openxmlformats.org/drawingml/2006/main">
            <a:pathLst>
              <a:path w="184409" h="214335">
                <a:moveTo>
                  <a:pt x="31137" y="82761"/>
                </a:moveTo>
                <a:lnTo>
                  <a:pt x="78020" y="82761"/>
                </a:lnTo>
                <a:lnTo>
                  <a:pt x="78020" y="52827"/>
                </a:lnTo>
                <a:cubicBezTo>
                  <a:pt x="64449" y="45558"/>
                  <a:pt x="59798" y="29495"/>
                  <a:pt x="67635" y="16885"/>
                </a:cubicBezTo>
                <a:cubicBezTo>
                  <a:pt x="75466" y="4276"/>
                  <a:pt x="92819" y="0"/>
                  <a:pt x="106390" y="7236"/>
                </a:cubicBezTo>
                <a:cubicBezTo>
                  <a:pt x="119954" y="14528"/>
                  <a:pt x="124606" y="30591"/>
                  <a:pt x="116769" y="43201"/>
                </a:cubicBezTo>
                <a:cubicBezTo>
                  <a:pt x="114281" y="47203"/>
                  <a:pt x="110698" y="50492"/>
                  <a:pt x="106390" y="52827"/>
                </a:cubicBezTo>
                <a:lnTo>
                  <a:pt x="106390" y="82761"/>
                </a:lnTo>
                <a:lnTo>
                  <a:pt x="153272" y="82761"/>
                </a:lnTo>
                <a:cubicBezTo>
                  <a:pt x="170448" y="82799"/>
                  <a:pt x="184368" y="95710"/>
                  <a:pt x="184409" y="111641"/>
                </a:cubicBezTo>
                <a:lnTo>
                  <a:pt x="184409" y="185455"/>
                </a:lnTo>
                <a:cubicBezTo>
                  <a:pt x="184368" y="201391"/>
                  <a:pt x="170448" y="214303"/>
                  <a:pt x="153272" y="214335"/>
                </a:cubicBezTo>
                <a:lnTo>
                  <a:pt x="31137" y="214335"/>
                </a:lnTo>
                <a:cubicBezTo>
                  <a:pt x="13955" y="214303"/>
                  <a:pt x="36" y="201391"/>
                  <a:pt x="0" y="185455"/>
                </a:cubicBezTo>
                <a:lnTo>
                  <a:pt x="0" y="111641"/>
                </a:lnTo>
                <a:cubicBezTo>
                  <a:pt x="36" y="95710"/>
                  <a:pt x="13955" y="82799"/>
                  <a:pt x="31137" y="82761"/>
                </a:cubicBezTo>
                <a:moveTo>
                  <a:pt x="127667" y="168284"/>
                </a:moveTo>
                <a:cubicBezTo>
                  <a:pt x="139418" y="168284"/>
                  <a:pt x="148946" y="159452"/>
                  <a:pt x="148946" y="148548"/>
                </a:cubicBezTo>
                <a:cubicBezTo>
                  <a:pt x="148946" y="137650"/>
                  <a:pt x="139418" y="128812"/>
                  <a:pt x="127667" y="128812"/>
                </a:cubicBezTo>
                <a:cubicBezTo>
                  <a:pt x="115912" y="128812"/>
                  <a:pt x="106390" y="137650"/>
                  <a:pt x="106390" y="148548"/>
                </a:cubicBezTo>
                <a:cubicBezTo>
                  <a:pt x="106390" y="159452"/>
                  <a:pt x="115912" y="168284"/>
                  <a:pt x="127667" y="168284"/>
                </a:cubicBezTo>
                <a:moveTo>
                  <a:pt x="56741" y="168284"/>
                </a:moveTo>
                <a:cubicBezTo>
                  <a:pt x="68492" y="168284"/>
                  <a:pt x="78020" y="159452"/>
                  <a:pt x="78020" y="148548"/>
                </a:cubicBezTo>
                <a:cubicBezTo>
                  <a:pt x="78020" y="137650"/>
                  <a:pt x="68492" y="128812"/>
                  <a:pt x="56741" y="128812"/>
                </a:cubicBezTo>
                <a:cubicBezTo>
                  <a:pt x="44985" y="128812"/>
                  <a:pt x="35463" y="137650"/>
                  <a:pt x="35463" y="148548"/>
                </a:cubicBezTo>
                <a:cubicBezTo>
                  <a:pt x="35463" y="159452"/>
                  <a:pt x="44985" y="168284"/>
                  <a:pt x="56741" y="1682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854FD643-B522-411F-BE81-C1ABB0E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431" y="6047879"/>
            <a:ext cx="21279" cy="19737"/>
          </a:xfrm>
          <a:custGeom xmlns:a="http://schemas.openxmlformats.org/drawingml/2006/main">
            <a:pathLst>
              <a:path w="21279" h="19737">
                <a:moveTo>
                  <a:pt x="0" y="9869"/>
                </a:moveTo>
                <a:cubicBezTo>
                  <a:pt x="0" y="15318"/>
                  <a:pt x="4758" y="19737"/>
                  <a:pt x="10639" y="19737"/>
                </a:cubicBezTo>
                <a:cubicBezTo>
                  <a:pt x="16515" y="19737"/>
                  <a:pt x="21279" y="15318"/>
                  <a:pt x="21279" y="9869"/>
                </a:cubicBezTo>
                <a:cubicBezTo>
                  <a:pt x="21279" y="4419"/>
                  <a:pt x="16515" y="0"/>
                  <a:pt x="10639" y="0"/>
                </a:cubicBezTo>
                <a:cubicBezTo>
                  <a:pt x="4758" y="0"/>
                  <a:pt x="0" y="4419"/>
                  <a:pt x="0" y="98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ABB724A0-DE11-4504-B40C-C4C4930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0326" y="6055577"/>
            <a:ext cx="456222" cy="274004"/>
          </a:xfrm>
          <a:custGeom xmlns:a="http://schemas.openxmlformats.org/drawingml/2006/main">
            <a:pathLst>
              <a:path w="456222" h="274004">
                <a:moveTo>
                  <a:pt x="37213" y="204928"/>
                </a:moveTo>
                <a:lnTo>
                  <a:pt x="37213" y="150127"/>
                </a:lnTo>
                <a:cubicBezTo>
                  <a:pt x="37213" y="133812"/>
                  <a:pt x="51469" y="120588"/>
                  <a:pt x="69059" y="120588"/>
                </a:cubicBezTo>
                <a:lnTo>
                  <a:pt x="108139" y="120588"/>
                </a:lnTo>
                <a:lnTo>
                  <a:pt x="108139" y="87695"/>
                </a:lnTo>
                <a:lnTo>
                  <a:pt x="335104" y="87695"/>
                </a:lnTo>
                <a:lnTo>
                  <a:pt x="335104" y="127167"/>
                </a:lnTo>
                <a:lnTo>
                  <a:pt x="388370" y="127167"/>
                </a:lnTo>
                <a:cubicBezTo>
                  <a:pt x="390285" y="127167"/>
                  <a:pt x="391845" y="125725"/>
                  <a:pt x="391845" y="123944"/>
                </a:cubicBezTo>
                <a:lnTo>
                  <a:pt x="391845" y="69406"/>
                </a:lnTo>
                <a:cubicBezTo>
                  <a:pt x="367458" y="62728"/>
                  <a:pt x="353533" y="38979"/>
                  <a:pt x="360731" y="16365"/>
                </a:cubicBezTo>
                <a:cubicBezTo>
                  <a:pt x="362665" y="10301"/>
                  <a:pt x="366022" y="4715"/>
                  <a:pt x="370567" y="0"/>
                </a:cubicBezTo>
                <a:lnTo>
                  <a:pt x="391845" y="17499"/>
                </a:lnTo>
                <a:cubicBezTo>
                  <a:pt x="388866" y="20503"/>
                  <a:pt x="387176" y="24408"/>
                  <a:pt x="387093" y="28486"/>
                </a:cubicBezTo>
                <a:cubicBezTo>
                  <a:pt x="387146" y="37570"/>
                  <a:pt x="395126" y="44894"/>
                  <a:pt x="404919" y="44846"/>
                </a:cubicBezTo>
                <a:cubicBezTo>
                  <a:pt x="414712" y="44796"/>
                  <a:pt x="422604" y="37390"/>
                  <a:pt x="422550" y="28311"/>
                </a:cubicBezTo>
                <a:cubicBezTo>
                  <a:pt x="422532" y="24385"/>
                  <a:pt x="420996" y="20597"/>
                  <a:pt x="418229" y="17631"/>
                </a:cubicBezTo>
                <a:lnTo>
                  <a:pt x="439507" y="329"/>
                </a:lnTo>
                <a:cubicBezTo>
                  <a:pt x="456222" y="18146"/>
                  <a:pt x="454201" y="45152"/>
                  <a:pt x="434998" y="60662"/>
                </a:cubicBezTo>
                <a:cubicBezTo>
                  <a:pt x="430653" y="64170"/>
                  <a:pt x="425642" y="66890"/>
                  <a:pt x="420216" y="68682"/>
                </a:cubicBezTo>
                <a:lnTo>
                  <a:pt x="420216" y="123944"/>
                </a:lnTo>
                <a:cubicBezTo>
                  <a:pt x="420216" y="140259"/>
                  <a:pt x="405954" y="153482"/>
                  <a:pt x="388370" y="153482"/>
                </a:cubicBezTo>
                <a:lnTo>
                  <a:pt x="335104" y="153482"/>
                </a:lnTo>
                <a:lnTo>
                  <a:pt x="335104" y="271899"/>
                </a:lnTo>
                <a:lnTo>
                  <a:pt x="108139" y="271899"/>
                </a:lnTo>
                <a:lnTo>
                  <a:pt x="108139" y="146904"/>
                </a:lnTo>
                <a:lnTo>
                  <a:pt x="69059" y="146904"/>
                </a:lnTo>
                <a:cubicBezTo>
                  <a:pt x="67137" y="146904"/>
                  <a:pt x="65583" y="148345"/>
                  <a:pt x="65583" y="150127"/>
                </a:cubicBezTo>
                <a:lnTo>
                  <a:pt x="65583" y="204928"/>
                </a:lnTo>
                <a:cubicBezTo>
                  <a:pt x="89804" y="212198"/>
                  <a:pt x="103092" y="236309"/>
                  <a:pt x="95255" y="258775"/>
                </a:cubicBezTo>
                <a:cubicBezTo>
                  <a:pt x="93292" y="264400"/>
                  <a:pt x="90095" y="269586"/>
                  <a:pt x="85868" y="274004"/>
                </a:cubicBezTo>
                <a:lnTo>
                  <a:pt x="64590" y="256505"/>
                </a:lnTo>
                <a:cubicBezTo>
                  <a:pt x="67522" y="253523"/>
                  <a:pt x="69141" y="249625"/>
                  <a:pt x="69130" y="245585"/>
                </a:cubicBezTo>
                <a:cubicBezTo>
                  <a:pt x="69118" y="236501"/>
                  <a:pt x="61174" y="229143"/>
                  <a:pt x="51381" y="229155"/>
                </a:cubicBezTo>
                <a:cubicBezTo>
                  <a:pt x="41587" y="229160"/>
                  <a:pt x="33655" y="236528"/>
                  <a:pt x="33667" y="245612"/>
                </a:cubicBezTo>
                <a:cubicBezTo>
                  <a:pt x="33667" y="249598"/>
                  <a:pt x="35233" y="253446"/>
                  <a:pt x="38064" y="256440"/>
                </a:cubicBezTo>
                <a:lnTo>
                  <a:pt x="16786" y="273742"/>
                </a:lnTo>
                <a:cubicBezTo>
                  <a:pt x="0" y="256028"/>
                  <a:pt x="1879" y="229050"/>
                  <a:pt x="20977" y="213486"/>
                </a:cubicBezTo>
                <a:cubicBezTo>
                  <a:pt x="25699" y="209637"/>
                  <a:pt x="31225" y="206721"/>
                  <a:pt x="37213" y="204928"/>
                </a:cubicBezTo>
                <a:moveTo>
                  <a:pt x="136510" y="179797"/>
                </a:moveTo>
                <a:lnTo>
                  <a:pt x="156228" y="179797"/>
                </a:lnTo>
                <a:cubicBezTo>
                  <a:pt x="156913" y="179912"/>
                  <a:pt x="157563" y="180159"/>
                  <a:pt x="158143" y="180521"/>
                </a:cubicBezTo>
                <a:lnTo>
                  <a:pt x="179846" y="201112"/>
                </a:lnTo>
                <a:lnTo>
                  <a:pt x="196372" y="164797"/>
                </a:lnTo>
                <a:lnTo>
                  <a:pt x="227225" y="224006"/>
                </a:lnTo>
                <a:lnTo>
                  <a:pt x="248857" y="146904"/>
                </a:lnTo>
                <a:lnTo>
                  <a:pt x="265525" y="179797"/>
                </a:lnTo>
                <a:lnTo>
                  <a:pt x="299641" y="179797"/>
                </a:lnTo>
                <a:lnTo>
                  <a:pt x="299641" y="166640"/>
                </a:lnTo>
                <a:lnTo>
                  <a:pt x="274533" y="166640"/>
                </a:lnTo>
                <a:lnTo>
                  <a:pt x="245027" y="108418"/>
                </a:lnTo>
                <a:lnTo>
                  <a:pt x="223182" y="185915"/>
                </a:lnTo>
                <a:lnTo>
                  <a:pt x="195449" y="133285"/>
                </a:lnTo>
                <a:lnTo>
                  <a:pt x="175023" y="178152"/>
                </a:lnTo>
                <a:lnTo>
                  <a:pt x="167930" y="171574"/>
                </a:lnTo>
                <a:cubicBezTo>
                  <a:pt x="164816" y="168652"/>
                  <a:pt x="160648" y="166897"/>
                  <a:pt x="156228" y="166640"/>
                </a:cubicBezTo>
                <a:lnTo>
                  <a:pt x="136510" y="166640"/>
                </a:lnTo>
                <a:lnTo>
                  <a:pt x="136510" y="1797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C599F77-7E08-4D18-AEF7-FF2699C41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b158c9d4d4703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546" y="5613307"/>
            <a:ext cx="1099809" cy="570698"/>
          </a:xfrm>
          <a:prstGeom xmlns:a="http://schemas.openxmlformats.org/drawingml/2006/main" prst="rect">
            <a:avLst/>
          </a:prstGeom>
        </p:spPr>
      </p:pic>
      <p:sp>
        <p:nvSpPr>
          <p:cNvPr id="161" name="pdf-source-image-35">
            <a:extLst xmlns:a="http://schemas.openxmlformats.org/drawingml/2006/main">
              <a:ext uri="{FF2B5EF4-FFF2-40B4-BE49-F238E27FC236}">
                <a16:creationId xmlns:a16="http://schemas.microsoft.com/office/drawing/2014/main" id="{6F6956CA-DCCB-4FB8-B983-1A4182CC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0546" y="5613307"/>
            <a:ext cx="1099809" cy="57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2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39FA8935-64B5-4472-BFBF-78AE6E20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8129" y="6137536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63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ADD169A4-49C7-46A5-B11C-87FE542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2" y="6137982"/>
            <a:ext cx="72862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Module 7</a:t>
            </a:r>
          </a:p>
        </p:txBody>
      </p:sp>
      <p:sp>
        <p:nvSpPr>
          <p:cNvPr id="164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081C7F7D-E1F0-4819-86AD-A20A8BE5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7566" y="15902"/>
            <a:ext cx="3388053" cy="4582685"/>
          </a:xfrm>
          <a:custGeom xmlns:a="http://schemas.openxmlformats.org/drawingml/2006/main">
            <a:pathLst>
              <a:path w="3388053" h="4582685">
                <a:moveTo>
                  <a:pt x="0" y="46600"/>
                </a:moveTo>
                <a:cubicBezTo>
                  <a:pt x="0" y="20941"/>
                  <a:pt x="20792" y="0"/>
                  <a:pt x="46599" y="0"/>
                </a:cubicBezTo>
                <a:lnTo>
                  <a:pt x="3341453" y="0"/>
                </a:lnTo>
                <a:cubicBezTo>
                  <a:pt x="3367260" y="0"/>
                  <a:pt x="3388053" y="20941"/>
                  <a:pt x="3388053" y="46600"/>
                </a:cubicBezTo>
                <a:lnTo>
                  <a:pt x="3388053" y="4536085"/>
                </a:lnTo>
                <a:cubicBezTo>
                  <a:pt x="3388053" y="4561744"/>
                  <a:pt x="3367260" y="4582685"/>
                  <a:pt x="3341453" y="4582685"/>
                </a:cubicBezTo>
                <a:lnTo>
                  <a:pt x="46599" y="4582685"/>
                </a:lnTo>
                <a:cubicBezTo>
                  <a:pt x="20792" y="4582685"/>
                  <a:pt x="0" y="4561744"/>
                  <a:pt x="0" y="4536085"/>
                </a:cubicBezTo>
                <a:lnTo>
                  <a:pt x="0" y="46600"/>
                </a:lnTo>
              </a:path>
            </a:pathLst>
          </a:custGeom>
          <a:solidFill xmlns:a="http://schemas.openxmlformats.org/drawingml/2006/main">
            <a:srgbClr val="F6FBF7"/>
          </a:solidFill>
          <a:ln xmlns:a="http://schemas.openxmlformats.org/drawingml/2006/main" w="14747">
            <a:solidFill>
              <a:srgbClr val="88AE83"/>
            </a:solidFill>
            <a:prstDash val="solid"/>
          </a:ln>
        </p:spPr>
      </p:sp>
      <p:sp>
        <p:nvSpPr>
          <p:cNvPr id="165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0E21B7B4-2EA8-4910-B664-43BF5E8B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3294" y="108625"/>
            <a:ext cx="730428" cy="222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56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56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pPr>
            <a:r>
              <a:rPr sz="1756" b="1" i="0">
                <a:solidFill>
                  <a:srgbClr val="052C0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66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EACF8BB2-F6C1-4CFC-B079-BA52812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6092" y="3602447"/>
            <a:ext cx="2217609" cy="763142"/>
          </a:xfrm>
          <a:custGeom xmlns:a="http://schemas.openxmlformats.org/drawingml/2006/main">
            <a:pathLst>
              <a:path w="2217609" h="763142">
                <a:moveTo>
                  <a:pt x="0" y="10470"/>
                </a:moveTo>
                <a:cubicBezTo>
                  <a:pt x="0" y="4719"/>
                  <a:pt x="4719" y="0"/>
                  <a:pt x="10618" y="0"/>
                </a:cubicBezTo>
                <a:lnTo>
                  <a:pt x="2207138" y="0"/>
                </a:lnTo>
                <a:cubicBezTo>
                  <a:pt x="2212890" y="0"/>
                  <a:pt x="2217609" y="4719"/>
                  <a:pt x="2217609" y="10470"/>
                </a:cubicBezTo>
                <a:lnTo>
                  <a:pt x="2217609" y="752524"/>
                </a:lnTo>
                <a:cubicBezTo>
                  <a:pt x="2217609" y="758423"/>
                  <a:pt x="2212890" y="763142"/>
                  <a:pt x="2207138" y="763142"/>
                </a:cubicBezTo>
                <a:lnTo>
                  <a:pt x="10618" y="763142"/>
                </a:lnTo>
                <a:cubicBezTo>
                  <a:pt x="4719" y="763142"/>
                  <a:pt x="0" y="758423"/>
                  <a:pt x="0" y="752524"/>
                </a:cubicBezTo>
                <a:lnTo>
                  <a:pt x="0" y="10470"/>
                </a:lnTo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 w="14747">
            <a:solidFill>
              <a:srgbClr val="D39051"/>
            </a:solidFill>
            <a:prstDash val="solid"/>
          </a:ln>
        </p:spPr>
      </p:sp>
      <p:sp>
        <p:nvSpPr>
          <p:cNvPr id="167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82E61352-04AE-4E60-ADF1-46F573F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7661" y="3703563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68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3FE9B40B-C3CF-48ED-BD9F-F52646E0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8945" y="3704009"/>
            <a:ext cx="728625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Module 1</a:t>
            </a:r>
          </a:p>
        </p:txBody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218E635-57AC-4F20-AB47-C5712A651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9765afd004739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0460" y="3676505"/>
            <a:ext cx="427964" cy="599866"/>
          </a:xfrm>
          <a:prstGeom xmlns:a="http://schemas.openxmlformats.org/drawingml/2006/main" prst="rect">
            <a:avLst/>
          </a:prstGeom>
        </p:spPr>
      </p:pic>
      <p:sp>
        <p:nvSpPr>
          <p:cNvPr id="170" name="pdf-source-image-36">
            <a:extLst xmlns:a="http://schemas.openxmlformats.org/drawingml/2006/main">
              <a:ext uri="{FF2B5EF4-FFF2-40B4-BE49-F238E27FC236}">
                <a16:creationId xmlns:a16="http://schemas.microsoft.com/office/drawing/2014/main" id="{5FEDD550-5165-496E-ABF5-D3F3840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460" y="3676505"/>
            <a:ext cx="427964" cy="599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1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21931AAE-D927-4923-89C7-77ACB84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3256" y="4011203"/>
            <a:ext cx="1330708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Understanding</a:t>
            </a:r>
          </a:p>
        </p:txBody>
      </p:sp>
      <p:sp>
        <p:nvSpPr>
          <p:cNvPr id="172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E90636E1-80E4-49BA-9423-4956EA4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2461" y="2286009"/>
            <a:ext cx="2217609" cy="763142"/>
          </a:xfrm>
          <a:custGeom xmlns:a="http://schemas.openxmlformats.org/drawingml/2006/main">
            <a:pathLst>
              <a:path w="2217609" h="763142">
                <a:moveTo>
                  <a:pt x="0" y="10471"/>
                </a:moveTo>
                <a:cubicBezTo>
                  <a:pt x="0" y="4719"/>
                  <a:pt x="4719" y="0"/>
                  <a:pt x="10471" y="0"/>
                </a:cubicBezTo>
                <a:lnTo>
                  <a:pt x="2206991" y="0"/>
                </a:lnTo>
                <a:cubicBezTo>
                  <a:pt x="2212890" y="0"/>
                  <a:pt x="2217609" y="4719"/>
                  <a:pt x="2217609" y="10471"/>
                </a:cubicBezTo>
                <a:lnTo>
                  <a:pt x="2217609" y="752672"/>
                </a:lnTo>
                <a:cubicBezTo>
                  <a:pt x="2217609" y="758423"/>
                  <a:pt x="2212890" y="763142"/>
                  <a:pt x="2206991" y="763142"/>
                </a:cubicBezTo>
                <a:lnTo>
                  <a:pt x="10471" y="763142"/>
                </a:lnTo>
                <a:cubicBezTo>
                  <a:pt x="4719" y="763142"/>
                  <a:pt x="0" y="758423"/>
                  <a:pt x="0" y="752672"/>
                </a:cubicBezTo>
                <a:lnTo>
                  <a:pt x="0" y="10471"/>
                </a:lnTo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 w="14747">
            <a:solidFill>
              <a:srgbClr val="D39051"/>
            </a:solidFill>
            <a:prstDash val="solid"/>
          </a:ln>
        </p:spPr>
      </p:sp>
      <p:sp>
        <p:nvSpPr>
          <p:cNvPr id="173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F162A2EE-639B-4B00-A2B0-5EE20C97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882" y="2386395"/>
            <a:ext cx="166163" cy="168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7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7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7" b="0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74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25CE7A9D-3A18-4169-A48A-DA54B37D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166" y="2386842"/>
            <a:ext cx="728642" cy="168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7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7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7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Module 2</a:t>
            </a:r>
          </a:p>
        </p:txBody>
      </p:sp>
      <p:sp>
        <p:nvSpPr>
          <p:cNvPr id="175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AE5333DC-6204-46D7-B7F4-8E02F88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399" y="2694618"/>
            <a:ext cx="1346613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Decomposition</a:t>
            </a: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D1EE560-75E5-4138-A5ED-EFF673AC6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5bdc0e9d3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2570" y="2370567"/>
            <a:ext cx="588025" cy="592316"/>
          </a:xfrm>
          <a:prstGeom xmlns:a="http://schemas.openxmlformats.org/drawingml/2006/main" prst="rect">
            <a:avLst/>
          </a:prstGeom>
        </p:spPr>
      </p:pic>
      <p:sp>
        <p:nvSpPr>
          <p:cNvPr id="177" name="pdf-source-image-39">
            <a:extLst xmlns:a="http://schemas.openxmlformats.org/drawingml/2006/main">
              <a:ext uri="{FF2B5EF4-FFF2-40B4-BE49-F238E27FC236}">
                <a16:creationId xmlns:a16="http://schemas.microsoft.com/office/drawing/2014/main" id="{98137CEF-FCAA-40AF-B477-06CE1BA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570" y="2370567"/>
            <a:ext cx="588025" cy="59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914FE41C-3619-497F-A382-4C3EB65D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827" y="2192220"/>
            <a:ext cx="2091525" cy="650919"/>
          </a:xfrm>
          <a:custGeom xmlns:a="http://schemas.openxmlformats.org/drawingml/2006/main">
            <a:pathLst>
              <a:path w="2091525" h="650919">
                <a:moveTo>
                  <a:pt x="0" y="8996"/>
                </a:moveTo>
                <a:cubicBezTo>
                  <a:pt x="0" y="3982"/>
                  <a:pt x="3982" y="0"/>
                  <a:pt x="8848" y="0"/>
                </a:cubicBezTo>
                <a:lnTo>
                  <a:pt x="2082530" y="0"/>
                </a:lnTo>
                <a:cubicBezTo>
                  <a:pt x="2087543" y="0"/>
                  <a:pt x="2091525" y="3982"/>
                  <a:pt x="2091525" y="8996"/>
                </a:cubicBezTo>
                <a:lnTo>
                  <a:pt x="2091525" y="642072"/>
                </a:lnTo>
                <a:cubicBezTo>
                  <a:pt x="2091525" y="646938"/>
                  <a:pt x="2087543" y="650919"/>
                  <a:pt x="2082530" y="650919"/>
                </a:cubicBezTo>
                <a:lnTo>
                  <a:pt x="8848" y="650919"/>
                </a:lnTo>
                <a:cubicBezTo>
                  <a:pt x="3982" y="650919"/>
                  <a:pt x="0" y="646938"/>
                  <a:pt x="0" y="642072"/>
                </a:cubicBezTo>
                <a:lnTo>
                  <a:pt x="0" y="8996"/>
                </a:lnTo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 w="14747">
            <a:solidFill>
              <a:srgbClr val="D39051"/>
            </a:solidFill>
            <a:prstDash val="solid"/>
          </a:ln>
        </p:spPr>
      </p:sp>
      <p:sp>
        <p:nvSpPr>
          <p:cNvPr id="179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9719DF2E-F121-4151-A95F-11AB0525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3893" y="2292894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80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0DDAD16E-BFCA-449F-BFBC-5C7DAFDB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78" y="2293340"/>
            <a:ext cx="72862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Module 3</a:t>
            </a:r>
          </a:p>
        </p:txBody>
      </p:sp>
      <p:sp>
        <p:nvSpPr>
          <p:cNvPr id="181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2F8D1559-1CA1-4A36-AF81-ABBC8D7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922" y="2585197"/>
            <a:ext cx="1641829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BDDL Config Generation</a:t>
            </a:r>
          </a:p>
        </p:txBody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124982A-8E7E-4ED8-96D1-F7FD725CF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5ed026a254ff6"/>
          <a:srcRect xmlns:a="http://schemas.openxmlformats.org/drawingml/2006/main" l="0" t="595" r="0" b="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9938" y="2241091"/>
            <a:ext cx="290215" cy="302691"/>
          </a:xfrm>
          <a:prstGeom xmlns:a="http://schemas.openxmlformats.org/drawingml/2006/main" prst="rect">
            <a:avLst/>
          </a:prstGeom>
        </p:spPr>
      </p:pic>
      <p:sp>
        <p:nvSpPr>
          <p:cNvPr id="183" name="pdf-source-image-40">
            <a:extLst xmlns:a="http://schemas.openxmlformats.org/drawingml/2006/main">
              <a:ext uri="{FF2B5EF4-FFF2-40B4-BE49-F238E27FC236}">
                <a16:creationId xmlns:a16="http://schemas.microsoft.com/office/drawing/2014/main" id="{9F6D6B3E-3CB7-4DCD-8D84-AB16BF11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9938" y="2241091"/>
            <a:ext cx="290215" cy="302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3E2B2BDB-7F7F-4354-9C93-B02EB487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647" y="2958017"/>
            <a:ext cx="2095949" cy="647233"/>
          </a:xfrm>
          <a:custGeom xmlns:a="http://schemas.openxmlformats.org/drawingml/2006/main">
            <a:pathLst>
              <a:path w="2095949" h="647233">
                <a:moveTo>
                  <a:pt x="0" y="8848"/>
                </a:moveTo>
                <a:cubicBezTo>
                  <a:pt x="0" y="3982"/>
                  <a:pt x="3982" y="0"/>
                  <a:pt x="8996" y="0"/>
                </a:cubicBezTo>
                <a:lnTo>
                  <a:pt x="2086953" y="0"/>
                </a:lnTo>
                <a:cubicBezTo>
                  <a:pt x="2091968" y="0"/>
                  <a:pt x="2095949" y="3982"/>
                  <a:pt x="2095949" y="8848"/>
                </a:cubicBezTo>
                <a:lnTo>
                  <a:pt x="2095949" y="638385"/>
                </a:lnTo>
                <a:cubicBezTo>
                  <a:pt x="2095949" y="643251"/>
                  <a:pt x="2091968" y="647233"/>
                  <a:pt x="2086953" y="647233"/>
                </a:cubicBezTo>
                <a:lnTo>
                  <a:pt x="8996" y="647233"/>
                </a:lnTo>
                <a:cubicBezTo>
                  <a:pt x="3982" y="647233"/>
                  <a:pt x="0" y="643251"/>
                  <a:pt x="0" y="638385"/>
                </a:cubicBezTo>
                <a:lnTo>
                  <a:pt x="0" y="8848"/>
                </a:lnTo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 w="14747">
            <a:solidFill>
              <a:srgbClr val="D39051"/>
            </a:solidFill>
            <a:prstDash val="solid"/>
          </a:ln>
        </p:spPr>
      </p:sp>
      <p:sp>
        <p:nvSpPr>
          <p:cNvPr id="18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7597095B-13FF-4263-8B04-72A8A48E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5903" y="3059133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86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A5E91C8F-9BB7-46F7-A6D2-9CD54F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187" y="3059579"/>
            <a:ext cx="728623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Module 4</a:t>
            </a:r>
          </a:p>
        </p:txBody>
      </p:sp>
      <p:sp>
        <p:nvSpPr>
          <p:cNvPr id="18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F411478B-0927-4807-B5FF-0C73702F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2981" y="3325629"/>
            <a:ext cx="1546052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Size Adjustment</a:t>
            </a:r>
          </a:p>
        </p:txBody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A968581-96A6-4657-8AA0-BB65EC3BE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dcf531c7d4f98"/>
          <a:srcRect xmlns:a="http://schemas.openxmlformats.org/drawingml/2006/main" l="0" t="372" r="0" b="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6997" y="2974563"/>
            <a:ext cx="358477" cy="350499"/>
          </a:xfrm>
          <a:prstGeom xmlns:a="http://schemas.openxmlformats.org/drawingml/2006/main" prst="rect">
            <a:avLst/>
          </a:prstGeom>
        </p:spPr>
      </p:pic>
      <p:sp>
        <p:nvSpPr>
          <p:cNvPr id="189" name="pdf-source-image-41">
            <a:extLst xmlns:a="http://schemas.openxmlformats.org/drawingml/2006/main">
              <a:ext uri="{FF2B5EF4-FFF2-40B4-BE49-F238E27FC236}">
                <a16:creationId xmlns:a16="http://schemas.microsoft.com/office/drawing/2014/main" id="{2E57CD31-3A4F-41BA-BC0C-BA47FDE7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997" y="2974563"/>
            <a:ext cx="358477" cy="350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6AF26DDA-07E7-42E8-AE97-8932CC1B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7403" y="3745048"/>
            <a:ext cx="2095949" cy="596504"/>
          </a:xfrm>
          <a:custGeom xmlns:a="http://schemas.openxmlformats.org/drawingml/2006/main">
            <a:pathLst>
              <a:path w="2095949" h="596504">
                <a:moveTo>
                  <a:pt x="0" y="8258"/>
                </a:moveTo>
                <a:cubicBezTo>
                  <a:pt x="0" y="3687"/>
                  <a:pt x="3687" y="0"/>
                  <a:pt x="8258" y="0"/>
                </a:cubicBezTo>
                <a:lnTo>
                  <a:pt x="2087690" y="0"/>
                </a:lnTo>
                <a:cubicBezTo>
                  <a:pt x="2092262" y="0"/>
                  <a:pt x="2095949" y="3687"/>
                  <a:pt x="2095949" y="8258"/>
                </a:cubicBezTo>
                <a:lnTo>
                  <a:pt x="2095949" y="588246"/>
                </a:lnTo>
                <a:cubicBezTo>
                  <a:pt x="2095949" y="592817"/>
                  <a:pt x="2092262" y="596504"/>
                  <a:pt x="2087690" y="596504"/>
                </a:cubicBezTo>
                <a:lnTo>
                  <a:pt x="8258" y="596504"/>
                </a:lnTo>
                <a:cubicBezTo>
                  <a:pt x="3687" y="596504"/>
                  <a:pt x="0" y="592817"/>
                  <a:pt x="0" y="588246"/>
                </a:cubicBezTo>
                <a:lnTo>
                  <a:pt x="0" y="8258"/>
                </a:lnTo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 w="14747">
            <a:solidFill>
              <a:srgbClr val="D39051"/>
            </a:solidFill>
            <a:prstDash val="solid"/>
          </a:ln>
        </p:spPr>
      </p:sp>
      <p:sp>
        <p:nvSpPr>
          <p:cNvPr id="191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97E4E986-9523-491A-98C7-6F6B0363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0797" y="3846312"/>
            <a:ext cx="16581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0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0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◆</a:t>
            </a:r>
          </a:p>
        </p:txBody>
      </p:sp>
      <p:sp>
        <p:nvSpPr>
          <p:cNvPr id="192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4B5EAED4-7515-4F78-A692-82CBC1D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080" y="3846758"/>
            <a:ext cx="72862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Module 5</a:t>
            </a:r>
          </a:p>
        </p:txBody>
      </p:sp>
      <p:sp>
        <p:nvSpPr>
          <p:cNvPr id="193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733F0402-880C-4D1B-8978-0A6A54A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262" y="4095407"/>
            <a:ext cx="1387196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Flow Planning</a:t>
            </a:r>
          </a:p>
        </p:txBody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F4AC75A-80C6-4D3F-8F44-E7AD5E499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1d747d17f43d1"/>
          <a:srcRect xmlns:a="http://schemas.openxmlformats.org/drawingml/2006/main" l="234" t="0" r="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4139" y="3851062"/>
            <a:ext cx="373312" cy="401862"/>
          </a:xfrm>
          <a:prstGeom xmlns:a="http://schemas.openxmlformats.org/drawingml/2006/main" prst="rect">
            <a:avLst/>
          </a:prstGeom>
        </p:spPr>
      </p:pic>
      <p:sp>
        <p:nvSpPr>
          <p:cNvPr id="195" name="pdf-source-image-42">
            <a:extLst xmlns:a="http://schemas.openxmlformats.org/drawingml/2006/main">
              <a:ext uri="{FF2B5EF4-FFF2-40B4-BE49-F238E27FC236}">
                <a16:creationId xmlns:a16="http://schemas.microsoft.com/office/drawing/2014/main" id="{A60A49B3-289B-48C5-A72A-36CD0253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139" y="3851062"/>
            <a:ext cx="373312" cy="40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9E17E534-BFFC-4C86-A0E9-A1D67E6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296" y="2081620"/>
            <a:ext cx="2119248" cy="2329536"/>
          </a:xfrm>
          <a:custGeom xmlns:a="http://schemas.openxmlformats.org/drawingml/2006/main">
            <a:pathLst>
              <a:path w="2119248" h="2329536">
                <a:moveTo>
                  <a:pt x="0" y="29051"/>
                </a:moveTo>
                <a:cubicBezTo>
                  <a:pt x="0" y="12977"/>
                  <a:pt x="12978" y="0"/>
                  <a:pt x="29050" y="0"/>
                </a:cubicBezTo>
                <a:lnTo>
                  <a:pt x="2090050" y="0"/>
                </a:lnTo>
                <a:cubicBezTo>
                  <a:pt x="2106124" y="0"/>
                  <a:pt x="2119248" y="12977"/>
                  <a:pt x="2119248" y="29051"/>
                </a:cubicBezTo>
                <a:lnTo>
                  <a:pt x="2119248" y="2300338"/>
                </a:lnTo>
                <a:cubicBezTo>
                  <a:pt x="2119248" y="2316411"/>
                  <a:pt x="2106124" y="2329536"/>
                  <a:pt x="2090050" y="2329536"/>
                </a:cubicBezTo>
                <a:lnTo>
                  <a:pt x="29050" y="2329536"/>
                </a:lnTo>
                <a:cubicBezTo>
                  <a:pt x="12978" y="2329536"/>
                  <a:pt x="0" y="2316411"/>
                  <a:pt x="0" y="2300338"/>
                </a:cubicBezTo>
                <a:lnTo>
                  <a:pt x="0" y="29051"/>
                </a:lnTo>
              </a:path>
            </a:pathLst>
          </a:custGeom>
          <a:solidFill xmlns:a="http://schemas.openxmlformats.org/drawingml/2006/main">
            <a:srgbClr val="FDF6EF"/>
          </a:solidFill>
          <a:ln xmlns:a="http://schemas.openxmlformats.org/drawingml/2006/main" w="14747">
            <a:solidFill>
              <a:srgbClr val="D39051"/>
            </a:solidFill>
            <a:prstDash val="dash"/>
          </a:ln>
        </p:spPr>
      </p:sp>
      <p:sp>
        <p:nvSpPr>
          <p:cNvPr id="197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AB3DB9B1-27C3-4AEB-BEB9-2020DEE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848" y="2209136"/>
            <a:ext cx="1320492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Primitive Action </a:t>
            </a:r>
          </a:p>
        </p:txBody>
      </p:sp>
      <p:sp>
        <p:nvSpPr>
          <p:cNvPr id="198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C344DF67-8919-4D56-AE4B-4DFA16F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7769" y="2410871"/>
            <a:ext cx="569084" cy="16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C05521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C05521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99" name="pdf-path-181-part-0">
            <a:extLst xmlns:a="http://schemas.openxmlformats.org/drawingml/2006/main">
              <a:ext uri="{FF2B5EF4-FFF2-40B4-BE49-F238E27FC236}">
                <a16:creationId xmlns:a16="http://schemas.microsoft.com/office/drawing/2014/main" id="{C858B6FC-E163-4E43-BEC0-5601B3A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7889" y="2698180"/>
            <a:ext cx="51613" cy="1634524"/>
          </a:xfrm>
          <a:custGeom xmlns:a="http://schemas.openxmlformats.org/drawingml/2006/main">
            <a:pathLst>
              <a:path w="51613" h="1634524">
                <a:moveTo>
                  <a:pt x="51613" y="0"/>
                </a:moveTo>
                <a:lnTo>
                  <a:pt x="51613" y="1560791"/>
                </a:lnTo>
                <a:lnTo>
                  <a:pt x="36867" y="1560791"/>
                </a:lnTo>
                <a:lnTo>
                  <a:pt x="36867" y="0"/>
                </a:lnTo>
                <a:lnTo>
                  <a:pt x="51613" y="0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181-part-1">
            <a:extLst xmlns:a="http://schemas.openxmlformats.org/drawingml/2006/main">
              <a:ext uri="{FF2B5EF4-FFF2-40B4-BE49-F238E27FC236}">
                <a16:creationId xmlns:a16="http://schemas.microsoft.com/office/drawing/2014/main" id="{A28BA712-649C-464A-9C35-323C383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7889" y="2698180"/>
            <a:ext cx="51613" cy="1634524"/>
          </a:xfrm>
          <a:custGeom xmlns:a="http://schemas.openxmlformats.org/drawingml/2006/main">
            <a:pathLst>
              <a:path w="51613" h="1634524">
                <a:moveTo>
                  <a:pt x="88481" y="1546044"/>
                </a:moveTo>
                <a:lnTo>
                  <a:pt x="44240" y="1634524"/>
                </a:lnTo>
                <a:lnTo>
                  <a:pt x="0" y="1546044"/>
                </a:lnTo>
                <a:lnTo>
                  <a:pt x="88481" y="1546044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12283747-6182-41FF-BB9B-ED55A80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389" y="3118880"/>
            <a:ext cx="1289363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each subtask…</a:t>
            </a:r>
          </a:p>
        </p:txBody>
      </p:sp>
      <p:sp>
        <p:nvSpPr>
          <p:cNvPr id="202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A6771A75-5A59-427F-8173-C7233F4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8" y="3956798"/>
            <a:ext cx="182105" cy="181669"/>
          </a:xfrm>
          <a:custGeom xmlns:a="http://schemas.openxmlformats.org/drawingml/2006/main">
            <a:pathLst>
              <a:path w="182105" h="181669">
                <a:moveTo>
                  <a:pt x="91053" y="123103"/>
                </a:moveTo>
                <a:cubicBezTo>
                  <a:pt x="73099" y="123103"/>
                  <a:pt x="58992" y="108568"/>
                  <a:pt x="58992" y="91041"/>
                </a:cubicBezTo>
                <a:cubicBezTo>
                  <a:pt x="58992" y="73514"/>
                  <a:pt x="73526" y="58979"/>
                  <a:pt x="91052" y="58979"/>
                </a:cubicBezTo>
                <a:cubicBezTo>
                  <a:pt x="109007" y="58979"/>
                  <a:pt x="123114" y="73514"/>
                  <a:pt x="123114" y="91041"/>
                </a:cubicBezTo>
                <a:cubicBezTo>
                  <a:pt x="123114" y="108568"/>
                  <a:pt x="108579" y="123103"/>
                  <a:pt x="91053" y="123103"/>
                </a:cubicBezTo>
                <a:moveTo>
                  <a:pt x="163296" y="70949"/>
                </a:moveTo>
                <a:cubicBezTo>
                  <a:pt x="161586" y="64964"/>
                  <a:pt x="159449" y="59407"/>
                  <a:pt x="156456" y="54277"/>
                </a:cubicBezTo>
                <a:lnTo>
                  <a:pt x="163296" y="34185"/>
                </a:lnTo>
                <a:lnTo>
                  <a:pt x="147907" y="18809"/>
                </a:lnTo>
                <a:lnTo>
                  <a:pt x="127816" y="25635"/>
                </a:lnTo>
                <a:cubicBezTo>
                  <a:pt x="122686" y="22643"/>
                  <a:pt x="117129" y="20505"/>
                  <a:pt x="111144" y="18809"/>
                </a:cubicBezTo>
                <a:lnTo>
                  <a:pt x="101739" y="0"/>
                </a:lnTo>
                <a:lnTo>
                  <a:pt x="80365" y="0"/>
                </a:lnTo>
                <a:lnTo>
                  <a:pt x="70961" y="18809"/>
                </a:lnTo>
                <a:cubicBezTo>
                  <a:pt x="64977" y="20505"/>
                  <a:pt x="59419" y="22643"/>
                  <a:pt x="54290" y="25635"/>
                </a:cubicBezTo>
                <a:lnTo>
                  <a:pt x="34198" y="18809"/>
                </a:lnTo>
                <a:lnTo>
                  <a:pt x="18809" y="34185"/>
                </a:lnTo>
                <a:lnTo>
                  <a:pt x="25648" y="54277"/>
                </a:lnTo>
                <a:cubicBezTo>
                  <a:pt x="22656" y="59407"/>
                  <a:pt x="20519" y="64964"/>
                  <a:pt x="18809" y="70949"/>
                </a:cubicBezTo>
                <a:lnTo>
                  <a:pt x="0" y="80354"/>
                </a:lnTo>
                <a:lnTo>
                  <a:pt x="0" y="101728"/>
                </a:lnTo>
                <a:lnTo>
                  <a:pt x="18809" y="111133"/>
                </a:lnTo>
                <a:cubicBezTo>
                  <a:pt x="20519" y="117118"/>
                  <a:pt x="22656" y="122675"/>
                  <a:pt x="25649" y="127805"/>
                </a:cubicBezTo>
                <a:lnTo>
                  <a:pt x="18809" y="147897"/>
                </a:lnTo>
                <a:lnTo>
                  <a:pt x="33771" y="162859"/>
                </a:lnTo>
                <a:lnTo>
                  <a:pt x="53862" y="156019"/>
                </a:lnTo>
                <a:cubicBezTo>
                  <a:pt x="58992" y="159012"/>
                  <a:pt x="64549" y="161149"/>
                  <a:pt x="70534" y="162859"/>
                </a:cubicBezTo>
                <a:lnTo>
                  <a:pt x="79938" y="181669"/>
                </a:lnTo>
                <a:lnTo>
                  <a:pt x="101313" y="181669"/>
                </a:lnTo>
                <a:lnTo>
                  <a:pt x="110717" y="162859"/>
                </a:lnTo>
                <a:cubicBezTo>
                  <a:pt x="116702" y="161149"/>
                  <a:pt x="122258" y="159012"/>
                  <a:pt x="127388" y="156019"/>
                </a:cubicBezTo>
                <a:lnTo>
                  <a:pt x="147479" y="162859"/>
                </a:lnTo>
                <a:lnTo>
                  <a:pt x="162869" y="147897"/>
                </a:lnTo>
                <a:lnTo>
                  <a:pt x="156029" y="127805"/>
                </a:lnTo>
                <a:cubicBezTo>
                  <a:pt x="159022" y="122675"/>
                  <a:pt x="161586" y="116690"/>
                  <a:pt x="163296" y="111133"/>
                </a:cubicBezTo>
                <a:lnTo>
                  <a:pt x="182105" y="101728"/>
                </a:lnTo>
                <a:lnTo>
                  <a:pt x="182105" y="80354"/>
                </a:lnTo>
                <a:lnTo>
                  <a:pt x="163296" y="7094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61A1F334-14CE-4A82-84D0-8DD842E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3179" y="4112390"/>
            <a:ext cx="182105" cy="181683"/>
          </a:xfrm>
          <a:custGeom xmlns:a="http://schemas.openxmlformats.org/drawingml/2006/main">
            <a:pathLst>
              <a:path w="182105" h="181683">
                <a:moveTo>
                  <a:pt x="91052" y="123117"/>
                </a:moveTo>
                <a:cubicBezTo>
                  <a:pt x="73099" y="123117"/>
                  <a:pt x="58992" y="108582"/>
                  <a:pt x="58992" y="91055"/>
                </a:cubicBezTo>
                <a:cubicBezTo>
                  <a:pt x="58992" y="73101"/>
                  <a:pt x="73526" y="58993"/>
                  <a:pt x="91052" y="58993"/>
                </a:cubicBezTo>
                <a:cubicBezTo>
                  <a:pt x="109007" y="58993"/>
                  <a:pt x="123113" y="73528"/>
                  <a:pt x="123113" y="91055"/>
                </a:cubicBezTo>
                <a:cubicBezTo>
                  <a:pt x="123113" y="108582"/>
                  <a:pt x="109007" y="123117"/>
                  <a:pt x="91052" y="123117"/>
                </a:cubicBezTo>
                <a:moveTo>
                  <a:pt x="156456" y="54291"/>
                </a:moveTo>
                <a:lnTo>
                  <a:pt x="163296" y="34199"/>
                </a:lnTo>
                <a:lnTo>
                  <a:pt x="147907" y="18809"/>
                </a:lnTo>
                <a:lnTo>
                  <a:pt x="127815" y="25649"/>
                </a:lnTo>
                <a:cubicBezTo>
                  <a:pt x="122686" y="22657"/>
                  <a:pt x="116701" y="20520"/>
                  <a:pt x="111144" y="18809"/>
                </a:cubicBezTo>
                <a:lnTo>
                  <a:pt x="101739" y="0"/>
                </a:lnTo>
                <a:lnTo>
                  <a:pt x="80365" y="0"/>
                </a:lnTo>
                <a:lnTo>
                  <a:pt x="70960" y="18809"/>
                </a:lnTo>
                <a:cubicBezTo>
                  <a:pt x="64977" y="20520"/>
                  <a:pt x="59419" y="22657"/>
                  <a:pt x="54290" y="25649"/>
                </a:cubicBezTo>
                <a:lnTo>
                  <a:pt x="34198" y="18809"/>
                </a:lnTo>
                <a:lnTo>
                  <a:pt x="19236" y="33771"/>
                </a:lnTo>
                <a:lnTo>
                  <a:pt x="25648" y="53864"/>
                </a:lnTo>
                <a:cubicBezTo>
                  <a:pt x="22656" y="58993"/>
                  <a:pt x="20519" y="64978"/>
                  <a:pt x="18809" y="70536"/>
                </a:cubicBezTo>
                <a:lnTo>
                  <a:pt x="0" y="79940"/>
                </a:lnTo>
                <a:lnTo>
                  <a:pt x="0" y="101315"/>
                </a:lnTo>
                <a:lnTo>
                  <a:pt x="18809" y="110720"/>
                </a:lnTo>
                <a:cubicBezTo>
                  <a:pt x="20519" y="116705"/>
                  <a:pt x="22656" y="122262"/>
                  <a:pt x="25648" y="127392"/>
                </a:cubicBezTo>
                <a:lnTo>
                  <a:pt x="19236" y="147484"/>
                </a:lnTo>
                <a:lnTo>
                  <a:pt x="34198" y="162446"/>
                </a:lnTo>
                <a:lnTo>
                  <a:pt x="54290" y="156034"/>
                </a:lnTo>
                <a:cubicBezTo>
                  <a:pt x="59419" y="159026"/>
                  <a:pt x="64977" y="161163"/>
                  <a:pt x="70961" y="162873"/>
                </a:cubicBezTo>
                <a:lnTo>
                  <a:pt x="80365" y="181683"/>
                </a:lnTo>
                <a:lnTo>
                  <a:pt x="101739" y="181683"/>
                </a:lnTo>
                <a:lnTo>
                  <a:pt x="111144" y="162873"/>
                </a:lnTo>
                <a:cubicBezTo>
                  <a:pt x="117129" y="161163"/>
                  <a:pt x="122686" y="159026"/>
                  <a:pt x="127816" y="156034"/>
                </a:cubicBezTo>
                <a:lnTo>
                  <a:pt x="147907" y="162873"/>
                </a:lnTo>
                <a:lnTo>
                  <a:pt x="162868" y="147484"/>
                </a:lnTo>
                <a:lnTo>
                  <a:pt x="156456" y="127819"/>
                </a:lnTo>
                <a:cubicBezTo>
                  <a:pt x="159449" y="122689"/>
                  <a:pt x="161586" y="117132"/>
                  <a:pt x="163296" y="111147"/>
                </a:cubicBezTo>
                <a:lnTo>
                  <a:pt x="182105" y="101743"/>
                </a:lnTo>
                <a:lnTo>
                  <a:pt x="182105" y="80368"/>
                </a:lnTo>
                <a:lnTo>
                  <a:pt x="163296" y="70963"/>
                </a:lnTo>
                <a:cubicBezTo>
                  <a:pt x="161585" y="64978"/>
                  <a:pt x="159448" y="59421"/>
                  <a:pt x="156456" y="54291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6CEFBAA3-93BA-4B29-967F-8FB8523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812" y="4095702"/>
            <a:ext cx="793772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IK controller</a:t>
            </a:r>
          </a:p>
        </p:txBody>
      </p:sp>
      <p:sp>
        <p:nvSpPr>
          <p:cNvPr id="205" name="pdf-path-188-part-0">
            <a:extLst xmlns:a="http://schemas.openxmlformats.org/drawingml/2006/main">
              <a:ext uri="{FF2B5EF4-FFF2-40B4-BE49-F238E27FC236}">
                <a16:creationId xmlns:a16="http://schemas.microsoft.com/office/drawing/2014/main" id="{4B1941AB-3E20-4633-B8F8-4257F42C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117" y="4425903"/>
            <a:ext cx="301864" cy="1784778"/>
          </a:xfrm>
          <a:custGeom xmlns:a="http://schemas.openxmlformats.org/drawingml/2006/main">
            <a:pathLst>
              <a:path w="301864" h="1784778">
                <a:moveTo>
                  <a:pt x="301864" y="0"/>
                </a:moveTo>
                <a:lnTo>
                  <a:pt x="301864" y="1784778"/>
                </a:lnTo>
                <a:lnTo>
                  <a:pt x="73734" y="1784778"/>
                </a:lnTo>
                <a:lnTo>
                  <a:pt x="73734" y="1770032"/>
                </a:lnTo>
                <a:lnTo>
                  <a:pt x="294491" y="1770032"/>
                </a:lnTo>
                <a:lnTo>
                  <a:pt x="287118" y="1777405"/>
                </a:lnTo>
                <a:lnTo>
                  <a:pt x="287118" y="0"/>
                </a:lnTo>
                <a:lnTo>
                  <a:pt x="301864" y="0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188-part-1">
            <a:extLst xmlns:a="http://schemas.openxmlformats.org/drawingml/2006/main">
              <a:ext uri="{FF2B5EF4-FFF2-40B4-BE49-F238E27FC236}">
                <a16:creationId xmlns:a16="http://schemas.microsoft.com/office/drawing/2014/main" id="{C82ADECA-867F-443F-8720-E60E237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117" y="4425903"/>
            <a:ext cx="301864" cy="1784778"/>
          </a:xfrm>
          <a:custGeom xmlns:a="http://schemas.openxmlformats.org/drawingml/2006/main">
            <a:pathLst>
              <a:path w="301864" h="1784778">
                <a:moveTo>
                  <a:pt x="88481" y="1821645"/>
                </a:moveTo>
                <a:lnTo>
                  <a:pt x="0" y="1777405"/>
                </a:lnTo>
                <a:lnTo>
                  <a:pt x="88481" y="1733165"/>
                </a:lnTo>
                <a:lnTo>
                  <a:pt x="88481" y="1821645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743A308A-1A5F-4EDC-ADEB-57E1CD0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422" y="2694198"/>
            <a:ext cx="1108509" cy="279155"/>
          </a:xfrm>
          <a:custGeom xmlns:a="http://schemas.openxmlformats.org/drawingml/2006/main">
            <a:pathLst>
              <a:path w="1108509" h="279155">
                <a:moveTo>
                  <a:pt x="0" y="16663"/>
                </a:moveTo>
                <a:cubicBezTo>
                  <a:pt x="0" y="7374"/>
                  <a:pt x="7520" y="0"/>
                  <a:pt x="16664" y="0"/>
                </a:cubicBezTo>
                <a:lnTo>
                  <a:pt x="1091845" y="0"/>
                </a:lnTo>
                <a:cubicBezTo>
                  <a:pt x="1100988" y="0"/>
                  <a:pt x="1108509" y="7374"/>
                  <a:pt x="1108509" y="16663"/>
                </a:cubicBezTo>
                <a:lnTo>
                  <a:pt x="1108509" y="262639"/>
                </a:lnTo>
                <a:cubicBezTo>
                  <a:pt x="1108509" y="271782"/>
                  <a:pt x="1100988" y="279155"/>
                  <a:pt x="1091845" y="279155"/>
                </a:cubicBezTo>
                <a:lnTo>
                  <a:pt x="16664" y="279155"/>
                </a:lnTo>
                <a:cubicBezTo>
                  <a:pt x="7520" y="279155"/>
                  <a:pt x="0" y="271782"/>
                  <a:pt x="0" y="262639"/>
                </a:cubicBezTo>
                <a:lnTo>
                  <a:pt x="0" y="16663"/>
                </a:lnTo>
              </a:path>
            </a:pathLst>
          </a:custGeom>
          <a:solidFill xmlns:a="http://schemas.openxmlformats.org/drawingml/2006/main">
            <a:srgbClr val="FEF1DD"/>
          </a:solidFill>
          <a:ln xmlns:a="http://schemas.openxmlformats.org/drawingml/2006/main" w="11060">
            <a:solidFill>
              <a:srgbClr val="CEB182"/>
            </a:solidFill>
            <a:prstDash val="solid"/>
          </a:ln>
        </p:spPr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9E5C046-EDFD-4DEC-9ADD-85F2C265C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b87793e154d06"/>
          <a:srcRect xmlns:a="http://schemas.openxmlformats.org/drawingml/2006/main" l="0" t="444" r="0" b="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1245" y="2626201"/>
            <a:ext cx="1191828" cy="393752"/>
          </a:xfrm>
          <a:prstGeom xmlns:a="http://schemas.openxmlformats.org/drawingml/2006/main" prst="rect">
            <a:avLst/>
          </a:prstGeom>
        </p:spPr>
      </p:pic>
      <p:sp>
        <p:nvSpPr>
          <p:cNvPr id="209" name="pdf-source-image-44">
            <a:extLst xmlns:a="http://schemas.openxmlformats.org/drawingml/2006/main">
              <a:ext uri="{FF2B5EF4-FFF2-40B4-BE49-F238E27FC236}">
                <a16:creationId xmlns:a16="http://schemas.microsoft.com/office/drawing/2014/main" id="{655A9AEA-9AAB-4123-ADE8-B2DDB1A1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245" y="2626201"/>
            <a:ext cx="1191828" cy="393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C80A60CA-0AD4-4B6A-98F8-8B4E900D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7433" y="2774329"/>
            <a:ext cx="508689" cy="11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</a:t>
            </a:r>
          </a:p>
        </p:txBody>
      </p:sp>
      <p:sp>
        <p:nvSpPr>
          <p:cNvPr id="211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FF980B1C-7238-4A10-B285-D659921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646" y="2852726"/>
            <a:ext cx="658735" cy="279007"/>
          </a:xfrm>
          <a:custGeom xmlns:a="http://schemas.openxmlformats.org/drawingml/2006/main">
            <a:pathLst>
              <a:path w="658735" h="279007">
                <a:moveTo>
                  <a:pt x="0" y="16516"/>
                </a:moveTo>
                <a:cubicBezTo>
                  <a:pt x="0" y="7373"/>
                  <a:pt x="7374" y="0"/>
                  <a:pt x="16516" y="0"/>
                </a:cubicBezTo>
                <a:lnTo>
                  <a:pt x="642219" y="0"/>
                </a:lnTo>
                <a:cubicBezTo>
                  <a:pt x="651362" y="0"/>
                  <a:pt x="658735" y="7373"/>
                  <a:pt x="658735" y="16516"/>
                </a:cubicBezTo>
                <a:lnTo>
                  <a:pt x="658735" y="262491"/>
                </a:lnTo>
                <a:cubicBezTo>
                  <a:pt x="658735" y="271634"/>
                  <a:pt x="651362" y="279007"/>
                  <a:pt x="642219" y="279007"/>
                </a:cubicBezTo>
                <a:lnTo>
                  <a:pt x="16516" y="279007"/>
                </a:lnTo>
                <a:cubicBezTo>
                  <a:pt x="7374" y="279007"/>
                  <a:pt x="0" y="271634"/>
                  <a:pt x="0" y="262491"/>
                </a:cubicBezTo>
                <a:lnTo>
                  <a:pt x="0" y="16516"/>
                </a:lnTo>
              </a:path>
            </a:pathLst>
          </a:custGeom>
          <a:solidFill xmlns:a="http://schemas.openxmlformats.org/drawingml/2006/main">
            <a:srgbClr val="FEF1DD"/>
          </a:solidFill>
          <a:ln xmlns:a="http://schemas.openxmlformats.org/drawingml/2006/main" w="11060">
            <a:solidFill>
              <a:srgbClr val="CEB182"/>
            </a:solidFill>
            <a:prstDash val="solid"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2080853-15B7-4393-B7DC-F5693981B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2b6620e2f40d1"/>
          <a:srcRect xmlns:a="http://schemas.openxmlformats.org/drawingml/2006/main" l="190" t="0" r="1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0503" y="2785495"/>
            <a:ext cx="722883" cy="391953"/>
          </a:xfrm>
          <a:prstGeom xmlns:a="http://schemas.openxmlformats.org/drawingml/2006/main" prst="rect">
            <a:avLst/>
          </a:prstGeom>
        </p:spPr>
      </p:pic>
      <p:sp>
        <p:nvSpPr>
          <p:cNvPr id="213" name="pdf-source-image-45">
            <a:extLst xmlns:a="http://schemas.openxmlformats.org/drawingml/2006/main">
              <a:ext uri="{FF2B5EF4-FFF2-40B4-BE49-F238E27FC236}">
                <a16:creationId xmlns:a16="http://schemas.microsoft.com/office/drawing/2014/main" id="{D3ACEB82-2B3D-4762-9929-CCD7EA2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503" y="2785495"/>
            <a:ext cx="722883" cy="391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4EF74240-8CBB-491E-8C16-89DECDA6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823" y="2932856"/>
            <a:ext cx="304372" cy="11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215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63EA76F1-6812-4F0D-94B7-D383F9BD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7394" y="3098258"/>
            <a:ext cx="1021946" cy="279155"/>
          </a:xfrm>
          <a:custGeom xmlns:a="http://schemas.openxmlformats.org/drawingml/2006/main">
            <a:pathLst>
              <a:path w="1021946" h="279155">
                <a:moveTo>
                  <a:pt x="0" y="16516"/>
                </a:moveTo>
                <a:cubicBezTo>
                  <a:pt x="0" y="7373"/>
                  <a:pt x="7520" y="0"/>
                  <a:pt x="16664" y="0"/>
                </a:cubicBezTo>
                <a:lnTo>
                  <a:pt x="1005282" y="0"/>
                </a:lnTo>
                <a:cubicBezTo>
                  <a:pt x="1014573" y="0"/>
                  <a:pt x="1021946" y="7373"/>
                  <a:pt x="1021946" y="16516"/>
                </a:cubicBezTo>
                <a:lnTo>
                  <a:pt x="1021946" y="262638"/>
                </a:lnTo>
                <a:cubicBezTo>
                  <a:pt x="1021946" y="271782"/>
                  <a:pt x="1014573" y="279155"/>
                  <a:pt x="1005282" y="279155"/>
                </a:cubicBezTo>
                <a:lnTo>
                  <a:pt x="16664" y="279155"/>
                </a:lnTo>
                <a:cubicBezTo>
                  <a:pt x="7520" y="279155"/>
                  <a:pt x="0" y="271782"/>
                  <a:pt x="0" y="262638"/>
                </a:cubicBezTo>
                <a:lnTo>
                  <a:pt x="0" y="16516"/>
                </a:lnTo>
              </a:path>
            </a:pathLst>
          </a:custGeom>
          <a:solidFill xmlns:a="http://schemas.openxmlformats.org/drawingml/2006/main">
            <a:srgbClr val="FEF1DD"/>
          </a:solidFill>
          <a:ln xmlns:a="http://schemas.openxmlformats.org/drawingml/2006/main" w="11060">
            <a:solidFill>
              <a:srgbClr val="CEB182"/>
            </a:solidFill>
            <a:prstDash val="solid"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E19BB99-F5C8-41F5-867E-6BD4FAFAA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3c6f182354c20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6103" y="3031470"/>
            <a:ext cx="1106887" cy="391953"/>
          </a:xfrm>
          <a:prstGeom xmlns:a="http://schemas.openxmlformats.org/drawingml/2006/main" prst="rect">
            <a:avLst/>
          </a:prstGeom>
        </p:spPr>
      </p:pic>
      <p:sp>
        <p:nvSpPr>
          <p:cNvPr id="217" name="pdf-source-image-46">
            <a:extLst xmlns:a="http://schemas.openxmlformats.org/drawingml/2006/main">
              <a:ext uri="{FF2B5EF4-FFF2-40B4-BE49-F238E27FC236}">
                <a16:creationId xmlns:a16="http://schemas.microsoft.com/office/drawing/2014/main" id="{A5BF2E11-7B7A-4630-9EEA-6E780A9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6103" y="3031470"/>
            <a:ext cx="1106887" cy="391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E8A39C4E-5C4C-4A3B-96D3-9B8A183A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0106" y="3178389"/>
            <a:ext cx="661665" cy="11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EEF …</a:t>
            </a:r>
          </a:p>
        </p:txBody>
      </p:sp>
      <p:sp>
        <p:nvSpPr>
          <p:cNvPr id="219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0375EE71-EF8C-46EF-BCEB-B788D5E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422" y="3508806"/>
            <a:ext cx="1108509" cy="279155"/>
          </a:xfrm>
          <a:custGeom xmlns:a="http://schemas.openxmlformats.org/drawingml/2006/main">
            <a:pathLst>
              <a:path w="1108509" h="279155">
                <a:moveTo>
                  <a:pt x="0" y="16663"/>
                </a:moveTo>
                <a:cubicBezTo>
                  <a:pt x="0" y="7374"/>
                  <a:pt x="7520" y="0"/>
                  <a:pt x="16664" y="0"/>
                </a:cubicBezTo>
                <a:lnTo>
                  <a:pt x="1091845" y="0"/>
                </a:lnTo>
                <a:cubicBezTo>
                  <a:pt x="1100988" y="0"/>
                  <a:pt x="1108509" y="7374"/>
                  <a:pt x="1108509" y="16663"/>
                </a:cubicBezTo>
                <a:lnTo>
                  <a:pt x="1108509" y="262639"/>
                </a:lnTo>
                <a:cubicBezTo>
                  <a:pt x="1108509" y="271781"/>
                  <a:pt x="1100988" y="279155"/>
                  <a:pt x="1091845" y="279155"/>
                </a:cubicBezTo>
                <a:lnTo>
                  <a:pt x="16664" y="279155"/>
                </a:lnTo>
                <a:cubicBezTo>
                  <a:pt x="7520" y="279155"/>
                  <a:pt x="0" y="271781"/>
                  <a:pt x="0" y="262639"/>
                </a:cubicBezTo>
                <a:lnTo>
                  <a:pt x="0" y="16663"/>
                </a:lnTo>
              </a:path>
            </a:pathLst>
          </a:custGeom>
          <a:solidFill xmlns:a="http://schemas.openxmlformats.org/drawingml/2006/main">
            <a:srgbClr val="FEF1DD"/>
          </a:solidFill>
          <a:ln xmlns:a="http://schemas.openxmlformats.org/drawingml/2006/main" w="11060">
            <a:solidFill>
              <a:srgbClr val="CEB182"/>
            </a:solidFill>
            <a:prstDash val="solid"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935671A-A334-48A0-813F-A1A9C7A3F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cff4912f24fe9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1245" y="3442018"/>
            <a:ext cx="1161745" cy="391953"/>
          </a:xfrm>
          <a:prstGeom xmlns:a="http://schemas.openxmlformats.org/drawingml/2006/main" prst="rect">
            <a:avLst/>
          </a:prstGeom>
        </p:spPr>
      </p:pic>
      <p:sp>
        <p:nvSpPr>
          <p:cNvPr id="221" name="pdf-source-image-47">
            <a:extLst xmlns:a="http://schemas.openxmlformats.org/drawingml/2006/main">
              <a:ext uri="{FF2B5EF4-FFF2-40B4-BE49-F238E27FC236}">
                <a16:creationId xmlns:a16="http://schemas.microsoft.com/office/drawing/2014/main" id="{F0E963AB-7DE0-4B43-87DF-02C3B527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245" y="3442018"/>
            <a:ext cx="1161745" cy="391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2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2103343C-5414-4E6D-999D-A7487D20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4538" y="3588937"/>
            <a:ext cx="700350" cy="11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Base …</a:t>
            </a:r>
          </a:p>
        </p:txBody>
      </p:sp>
      <p:sp>
        <p:nvSpPr>
          <p:cNvPr id="223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FB0BD83A-F1D1-4465-9F02-0B78B2CB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646" y="3242333"/>
            <a:ext cx="658735" cy="279155"/>
          </a:xfrm>
          <a:custGeom xmlns:a="http://schemas.openxmlformats.org/drawingml/2006/main">
            <a:pathLst>
              <a:path w="658735" h="279155">
                <a:moveTo>
                  <a:pt x="0" y="16516"/>
                </a:moveTo>
                <a:cubicBezTo>
                  <a:pt x="0" y="7374"/>
                  <a:pt x="7374" y="0"/>
                  <a:pt x="16516" y="0"/>
                </a:cubicBezTo>
                <a:lnTo>
                  <a:pt x="642219" y="0"/>
                </a:lnTo>
                <a:cubicBezTo>
                  <a:pt x="651362" y="0"/>
                  <a:pt x="658735" y="7374"/>
                  <a:pt x="658735" y="16516"/>
                </a:cubicBezTo>
                <a:lnTo>
                  <a:pt x="658735" y="262491"/>
                </a:lnTo>
                <a:cubicBezTo>
                  <a:pt x="658735" y="271782"/>
                  <a:pt x="651362" y="279155"/>
                  <a:pt x="642219" y="279155"/>
                </a:cubicBezTo>
                <a:lnTo>
                  <a:pt x="16516" y="279155"/>
                </a:lnTo>
                <a:cubicBezTo>
                  <a:pt x="7374" y="279155"/>
                  <a:pt x="0" y="271782"/>
                  <a:pt x="0" y="262491"/>
                </a:cubicBezTo>
                <a:lnTo>
                  <a:pt x="0" y="16516"/>
                </a:lnTo>
              </a:path>
            </a:pathLst>
          </a:custGeom>
          <a:solidFill xmlns:a="http://schemas.openxmlformats.org/drawingml/2006/main">
            <a:srgbClr val="FEF1DD"/>
          </a:solidFill>
          <a:ln xmlns:a="http://schemas.openxmlformats.org/drawingml/2006/main" w="11060">
            <a:solidFill>
              <a:srgbClr val="CEB182"/>
            </a:solidFill>
            <a:prstDash val="solid"/>
          </a:ln>
        </p:spPr>
      </p:sp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7C9C446-01D3-4E0B-A59A-63F78F4B6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1cb961694cd0"/>
          <a:srcRect xmlns:a="http://schemas.openxmlformats.org/drawingml/2006/main" l="0" t="251" r="0" b="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0503" y="3174778"/>
            <a:ext cx="722883" cy="393752"/>
          </a:xfrm>
          <a:prstGeom xmlns:a="http://schemas.openxmlformats.org/drawingml/2006/main" prst="rect">
            <a:avLst/>
          </a:prstGeom>
        </p:spPr>
      </p:pic>
      <p:sp>
        <p:nvSpPr>
          <p:cNvPr id="225" name="pdf-source-image-48">
            <a:extLst xmlns:a="http://schemas.openxmlformats.org/drawingml/2006/main">
              <a:ext uri="{FF2B5EF4-FFF2-40B4-BE49-F238E27FC236}">
                <a16:creationId xmlns:a16="http://schemas.microsoft.com/office/drawing/2014/main" id="{BDE3E8DB-6A16-47CA-BCAA-8CC764C7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0503" y="3174778"/>
            <a:ext cx="722883" cy="393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D47224B8-5EC7-4A9A-9AA9-6086E15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750" y="3322465"/>
            <a:ext cx="272635" cy="11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CFB23DD-244A-4682-BC3D-0AA1A809A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223780fb4f25"/>
          <a:srcRect xmlns:a="http://schemas.openxmlformats.org/drawingml/2006/main" l="211" t="0" r="2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2273" y="3431401"/>
            <a:ext cx="722883" cy="482202"/>
          </a:xfrm>
          <a:prstGeom xmlns:a="http://schemas.openxmlformats.org/drawingml/2006/main" prst="rect">
            <a:avLst/>
          </a:prstGeom>
        </p:spPr>
      </p:pic>
      <p:sp>
        <p:nvSpPr>
          <p:cNvPr id="228" name="pdf-source-image-49">
            <a:extLst xmlns:a="http://schemas.openxmlformats.org/drawingml/2006/main">
              <a:ext uri="{FF2B5EF4-FFF2-40B4-BE49-F238E27FC236}">
                <a16:creationId xmlns:a16="http://schemas.microsoft.com/office/drawing/2014/main" id="{0638B140-BC24-4681-B576-A1109E9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2273" y="3431401"/>
            <a:ext cx="722883" cy="482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E8D29460-CB02-467D-AA50-E1F0357C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1990" y="3590991"/>
            <a:ext cx="185808" cy="18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30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97B4B868-E07E-4714-A095-BA758C5B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4111" y="2188829"/>
            <a:ext cx="2973378" cy="95"/>
          </a:xfrm>
          <a:custGeom xmlns:a="http://schemas.openxmlformats.org/drawingml/2006/main">
            <a:pathLst>
              <a:path w="2973378" h="95">
                <a:moveTo>
                  <a:pt x="0" y="0"/>
                </a:moveTo>
                <a:lnTo>
                  <a:pt x="29733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47">
            <a:solidFill>
              <a:srgbClr val="88AE83"/>
            </a:solidFill>
            <a:prstDash val="solid"/>
          </a:ln>
        </p:spPr>
      </p:sp>
      <p:sp>
        <p:nvSpPr>
          <p:cNvPr id="231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9702A640-DA5D-4FEF-9F75-E62585E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9632" y="2315003"/>
            <a:ext cx="1449378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3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3" b="1" i="0">
                <a:solidFill>
                  <a:srgbClr val="052C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052C00"/>
                </a:solidFill>
                <a:latin typeface="Arial"/>
                <a:ea typeface="Arial"/>
                <a:cs typeface="Arial"/>
              </a:rPr>
              <a:t>Policy Learning</a:t>
            </a:r>
          </a:p>
        </p:txBody>
      </p:sp>
      <p:sp>
        <p:nvSpPr>
          <p:cNvPr id="232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D5C14E05-90EC-488C-82A6-742DCD69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5648" y="2352347"/>
            <a:ext cx="49500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233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177F8081-33B5-41B7-A497-6FA4D55B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5197" y="2366711"/>
            <a:ext cx="1033068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Behavior Cloning)</a:t>
            </a:r>
          </a:p>
        </p:txBody>
      </p:sp>
      <p:sp>
        <p:nvSpPr>
          <p:cNvPr id="234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0CEBC4F3-E7E8-4ED0-909A-96018946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7108" y="2664115"/>
            <a:ext cx="2137091" cy="1652810"/>
          </a:xfrm>
          <a:custGeom xmlns:a="http://schemas.openxmlformats.org/drawingml/2006/main">
            <a:pathLst>
              <a:path w="2137091" h="1652810">
                <a:moveTo>
                  <a:pt x="0" y="121218"/>
                </a:moveTo>
                <a:cubicBezTo>
                  <a:pt x="0" y="54267"/>
                  <a:pt x="54268" y="0"/>
                  <a:pt x="121217" y="0"/>
                </a:cubicBezTo>
                <a:lnTo>
                  <a:pt x="2015726" y="0"/>
                </a:lnTo>
                <a:cubicBezTo>
                  <a:pt x="2082823" y="0"/>
                  <a:pt x="2137091" y="54267"/>
                  <a:pt x="2137091" y="121218"/>
                </a:cubicBezTo>
                <a:lnTo>
                  <a:pt x="2137091" y="1531444"/>
                </a:lnTo>
                <a:cubicBezTo>
                  <a:pt x="2137091" y="1598542"/>
                  <a:pt x="2082823" y="1652810"/>
                  <a:pt x="2015726" y="1652810"/>
                </a:cubicBezTo>
                <a:lnTo>
                  <a:pt x="121217" y="1652810"/>
                </a:lnTo>
                <a:cubicBezTo>
                  <a:pt x="54268" y="1652810"/>
                  <a:pt x="0" y="1598542"/>
                  <a:pt x="0" y="1531444"/>
                </a:cubicBezTo>
                <a:lnTo>
                  <a:pt x="0" y="121218"/>
                </a:lnTo>
              </a:path>
            </a:pathLst>
          </a:custGeom>
          <a:solidFill xmlns:a="http://schemas.openxmlformats.org/drawingml/2006/main">
            <a:srgbClr val="F6FAF4"/>
          </a:solidFill>
          <a:ln xmlns:a="http://schemas.openxmlformats.org/drawingml/2006/main" w="14747">
            <a:solidFill>
              <a:srgbClr val="B5CAA5"/>
            </a:solidFill>
            <a:prstDash val="solid"/>
          </a:ln>
        </p:spPr>
      </p:sp>
      <p:sp>
        <p:nvSpPr>
          <p:cNvPr id="235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4867BD52-A273-4763-8238-A556492B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196" y="2787692"/>
            <a:ext cx="1406687" cy="334013"/>
          </a:xfrm>
          <a:custGeom xmlns:a="http://schemas.openxmlformats.org/drawingml/2006/main">
            <a:pathLst>
              <a:path w="1406687" h="334013">
                <a:moveTo>
                  <a:pt x="0" y="0"/>
                </a:moveTo>
                <a:lnTo>
                  <a:pt x="93937" y="334013"/>
                </a:lnTo>
                <a:lnTo>
                  <a:pt x="1312752" y="334013"/>
                </a:lnTo>
                <a:lnTo>
                  <a:pt x="1406687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14747">
            <a:solidFill>
              <a:srgbClr val="B5CAA5"/>
            </a:solidFill>
            <a:prstDash val="solid"/>
          </a:ln>
        </p:spPr>
      </p:sp>
      <p:sp>
        <p:nvSpPr>
          <p:cNvPr id="236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C6A85115-4AD2-4093-B142-2ACE794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4005" y="2892577"/>
            <a:ext cx="500078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PointNet</a:t>
            </a:r>
          </a:p>
        </p:txBody>
      </p:sp>
      <p:sp>
        <p:nvSpPr>
          <p:cNvPr id="237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38FA8129-E328-4470-AD4F-A57C486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0196" y="2892577"/>
            <a:ext cx="48595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38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C178AB91-9CE0-410E-A8FA-A5F6AED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2639" y="3419588"/>
            <a:ext cx="1665935" cy="293017"/>
          </a:xfrm>
          <a:custGeom xmlns:a="http://schemas.openxmlformats.org/drawingml/2006/main">
            <a:pathLst>
              <a:path w="1665935" h="293017">
                <a:moveTo>
                  <a:pt x="0" y="21531"/>
                </a:moveTo>
                <a:cubicBezTo>
                  <a:pt x="0" y="9585"/>
                  <a:pt x="9586" y="0"/>
                  <a:pt x="21531" y="0"/>
                </a:cubicBezTo>
                <a:lnTo>
                  <a:pt x="1644553" y="0"/>
                </a:lnTo>
                <a:cubicBezTo>
                  <a:pt x="1656350" y="0"/>
                  <a:pt x="1665935" y="9585"/>
                  <a:pt x="1665935" y="21531"/>
                </a:cubicBezTo>
                <a:lnTo>
                  <a:pt x="1665935" y="271487"/>
                </a:lnTo>
                <a:cubicBezTo>
                  <a:pt x="1665935" y="283432"/>
                  <a:pt x="1656350" y="293017"/>
                  <a:pt x="1644553" y="293017"/>
                </a:cubicBezTo>
                <a:lnTo>
                  <a:pt x="21531" y="293017"/>
                </a:lnTo>
                <a:cubicBezTo>
                  <a:pt x="9586" y="293017"/>
                  <a:pt x="0" y="283432"/>
                  <a:pt x="0" y="271487"/>
                </a:cubicBezTo>
                <a:lnTo>
                  <a:pt x="0" y="21531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14747">
            <a:solidFill>
              <a:srgbClr val="B5CAA5"/>
            </a:solidFill>
            <a:prstDash val="solid"/>
          </a:ln>
        </p:spPr>
      </p:sp>
      <p:sp>
        <p:nvSpPr>
          <p:cNvPr id="239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896F53B2-1163-4CE6-BF60-33FBA5D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249" y="3507081"/>
            <a:ext cx="1191832" cy="13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Causal Transformer </a:t>
            </a:r>
          </a:p>
        </p:txBody>
      </p:sp>
      <p:sp>
        <p:nvSpPr>
          <p:cNvPr id="240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1AEA5BD4-3A3E-4AF5-A934-BB19B15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3523" y="3891335"/>
            <a:ext cx="1009117" cy="293017"/>
          </a:xfrm>
          <a:custGeom xmlns:a="http://schemas.openxmlformats.org/drawingml/2006/main">
            <a:pathLst>
              <a:path w="1009117" h="293017">
                <a:moveTo>
                  <a:pt x="0" y="21530"/>
                </a:moveTo>
                <a:cubicBezTo>
                  <a:pt x="0" y="9585"/>
                  <a:pt x="9585" y="0"/>
                  <a:pt x="21530" y="0"/>
                </a:cubicBezTo>
                <a:lnTo>
                  <a:pt x="987586" y="0"/>
                </a:lnTo>
                <a:cubicBezTo>
                  <a:pt x="999383" y="0"/>
                  <a:pt x="1009117" y="9585"/>
                  <a:pt x="1009117" y="21530"/>
                </a:cubicBezTo>
                <a:lnTo>
                  <a:pt x="1009117" y="271486"/>
                </a:lnTo>
                <a:cubicBezTo>
                  <a:pt x="1009117" y="283431"/>
                  <a:pt x="999383" y="293017"/>
                  <a:pt x="987586" y="293017"/>
                </a:cubicBezTo>
                <a:lnTo>
                  <a:pt x="21530" y="293017"/>
                </a:lnTo>
                <a:cubicBezTo>
                  <a:pt x="9585" y="293017"/>
                  <a:pt x="0" y="283431"/>
                  <a:pt x="0" y="271486"/>
                </a:cubicBezTo>
                <a:lnTo>
                  <a:pt x="0" y="21530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14747">
            <a:solidFill>
              <a:srgbClr val="B5CAA5"/>
            </a:solidFill>
            <a:prstDash val="solid"/>
          </a:ln>
        </p:spPr>
      </p:sp>
      <p:sp>
        <p:nvSpPr>
          <p:cNvPr id="241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76204C78-0847-444D-88CD-BAAA2FF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5469" y="3979557"/>
            <a:ext cx="666013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MLP</a:t>
            </a:r>
          </a:p>
        </p:txBody>
      </p:sp>
      <p:sp>
        <p:nvSpPr>
          <p:cNvPr id="242" name="pdf-path-237-part-0">
            <a:extLst xmlns:a="http://schemas.openxmlformats.org/drawingml/2006/main">
              <a:ext uri="{FF2B5EF4-FFF2-40B4-BE49-F238E27FC236}">
                <a16:creationId xmlns:a16="http://schemas.microsoft.com/office/drawing/2014/main" id="{FB5BBCBD-56F2-4325-840B-AFBAD2C4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9978" y="3235255"/>
            <a:ext cx="120039" cy="184777"/>
          </a:xfrm>
          <a:custGeom xmlns:a="http://schemas.openxmlformats.org/drawingml/2006/main">
            <a:pathLst>
              <a:path w="120039" h="184777">
                <a:moveTo>
                  <a:pt x="67393" y="0"/>
                </a:moveTo>
                <a:lnTo>
                  <a:pt x="67393" y="170177"/>
                </a:lnTo>
                <a:lnTo>
                  <a:pt x="52646" y="170177"/>
                </a:lnTo>
                <a:lnTo>
                  <a:pt x="52646" y="0"/>
                </a:lnTo>
                <a:lnTo>
                  <a:pt x="67393" y="0"/>
                </a:lnTo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37-part-1">
            <a:extLst xmlns:a="http://schemas.openxmlformats.org/drawingml/2006/main">
              <a:ext uri="{FF2B5EF4-FFF2-40B4-BE49-F238E27FC236}">
                <a16:creationId xmlns:a16="http://schemas.microsoft.com/office/drawing/2014/main" id="{37D46653-185B-49DC-902B-675DA3E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9978" y="3235255"/>
            <a:ext cx="120039" cy="184777"/>
          </a:xfrm>
          <a:custGeom xmlns:a="http://schemas.openxmlformats.org/drawingml/2006/main">
            <a:pathLst>
              <a:path w="120039" h="184777">
                <a:moveTo>
                  <a:pt x="117974" y="85383"/>
                </a:moveTo>
                <a:lnTo>
                  <a:pt x="60020" y="184777"/>
                </a:lnTo>
                <a:lnTo>
                  <a:pt x="2065" y="85383"/>
                </a:lnTo>
                <a:cubicBezTo>
                  <a:pt x="0" y="81844"/>
                  <a:pt x="1181" y="77421"/>
                  <a:pt x="4719" y="75356"/>
                </a:cubicBezTo>
                <a:cubicBezTo>
                  <a:pt x="8258" y="73291"/>
                  <a:pt x="12830" y="74471"/>
                  <a:pt x="14747" y="78010"/>
                </a:cubicBezTo>
                <a:lnTo>
                  <a:pt x="66360" y="166490"/>
                </a:lnTo>
                <a:lnTo>
                  <a:pt x="53678" y="166490"/>
                </a:lnTo>
                <a:lnTo>
                  <a:pt x="105292" y="78010"/>
                </a:lnTo>
                <a:cubicBezTo>
                  <a:pt x="107357" y="74471"/>
                  <a:pt x="111928" y="73291"/>
                  <a:pt x="115319" y="75356"/>
                </a:cubicBezTo>
                <a:cubicBezTo>
                  <a:pt x="118859" y="77421"/>
                  <a:pt x="120039" y="81844"/>
                  <a:pt x="117974" y="85383"/>
                </a:cubicBezTo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4F0C2982-CA1E-470F-91E7-E1F1E33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614" y="3042073"/>
            <a:ext cx="963106" cy="199965"/>
          </a:xfrm>
          <a:custGeom xmlns:a="http://schemas.openxmlformats.org/drawingml/2006/main">
            <a:pathLst>
              <a:path w="963106" h="199965">
                <a:moveTo>
                  <a:pt x="0" y="79632"/>
                </a:moveTo>
                <a:lnTo>
                  <a:pt x="0" y="199965"/>
                </a:lnTo>
                <a:lnTo>
                  <a:pt x="963106" y="199965"/>
                </a:lnTo>
                <a:lnTo>
                  <a:pt x="9631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47">
            <a:solidFill>
              <a:srgbClr val="B5CAA5"/>
            </a:solidFill>
            <a:prstDash val="solid"/>
          </a:ln>
        </p:spPr>
      </p:sp>
      <p:sp>
        <p:nvSpPr>
          <p:cNvPr id="245" name="pdf-path-239-part-0">
            <a:extLst xmlns:a="http://schemas.openxmlformats.org/drawingml/2006/main">
              <a:ext uri="{FF2B5EF4-FFF2-40B4-BE49-F238E27FC236}">
                <a16:creationId xmlns:a16="http://schemas.microsoft.com/office/drawing/2014/main" id="{B9EAB82D-9C96-4ECB-9A63-2152FB7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6809" y="3702578"/>
            <a:ext cx="120185" cy="179025"/>
          </a:xfrm>
          <a:custGeom xmlns:a="http://schemas.openxmlformats.org/drawingml/2006/main">
            <a:pathLst>
              <a:path w="120185" h="179025">
                <a:moveTo>
                  <a:pt x="67539" y="0"/>
                </a:moveTo>
                <a:lnTo>
                  <a:pt x="67539" y="164425"/>
                </a:lnTo>
                <a:lnTo>
                  <a:pt x="52792" y="164425"/>
                </a:lnTo>
                <a:lnTo>
                  <a:pt x="52792" y="0"/>
                </a:lnTo>
                <a:lnTo>
                  <a:pt x="67539" y="0"/>
                </a:lnTo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39-part-1">
            <a:extLst xmlns:a="http://schemas.openxmlformats.org/drawingml/2006/main">
              <a:ext uri="{FF2B5EF4-FFF2-40B4-BE49-F238E27FC236}">
                <a16:creationId xmlns:a16="http://schemas.microsoft.com/office/drawing/2014/main" id="{D3EC9D16-E274-4060-8DDD-CE33A6F3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6809" y="3702578"/>
            <a:ext cx="120185" cy="179025"/>
          </a:xfrm>
          <a:custGeom xmlns:a="http://schemas.openxmlformats.org/drawingml/2006/main">
            <a:pathLst>
              <a:path w="120185" h="179025">
                <a:moveTo>
                  <a:pt x="118121" y="79632"/>
                </a:moveTo>
                <a:lnTo>
                  <a:pt x="60166" y="179025"/>
                </a:lnTo>
                <a:lnTo>
                  <a:pt x="2065" y="79632"/>
                </a:lnTo>
                <a:cubicBezTo>
                  <a:pt x="0" y="76093"/>
                  <a:pt x="1326" y="71522"/>
                  <a:pt x="4719" y="69457"/>
                </a:cubicBezTo>
                <a:cubicBezTo>
                  <a:pt x="8258" y="67393"/>
                  <a:pt x="12829" y="68572"/>
                  <a:pt x="14894" y="72111"/>
                </a:cubicBezTo>
                <a:lnTo>
                  <a:pt x="66508" y="160592"/>
                </a:lnTo>
                <a:lnTo>
                  <a:pt x="53678" y="160592"/>
                </a:lnTo>
                <a:lnTo>
                  <a:pt x="105292" y="72111"/>
                </a:lnTo>
                <a:cubicBezTo>
                  <a:pt x="107355" y="68572"/>
                  <a:pt x="111927" y="67393"/>
                  <a:pt x="115466" y="69457"/>
                </a:cubicBezTo>
                <a:cubicBezTo>
                  <a:pt x="119006" y="71522"/>
                  <a:pt x="120185" y="76093"/>
                  <a:pt x="118121" y="79632"/>
                </a:cubicBezTo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40-part-0">
            <a:extLst xmlns:a="http://schemas.openxmlformats.org/drawingml/2006/main">
              <a:ext uri="{FF2B5EF4-FFF2-40B4-BE49-F238E27FC236}">
                <a16:creationId xmlns:a16="http://schemas.microsoft.com/office/drawing/2014/main" id="{62F28A39-B04D-41CB-A6E6-9F54539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9961" y="3977751"/>
            <a:ext cx="383562" cy="120185"/>
          </a:xfrm>
          <a:custGeom xmlns:a="http://schemas.openxmlformats.org/drawingml/2006/main">
            <a:pathLst>
              <a:path w="383562" h="120185">
                <a:moveTo>
                  <a:pt x="14600" y="52646"/>
                </a:moveTo>
                <a:lnTo>
                  <a:pt x="383562" y="52646"/>
                </a:lnTo>
                <a:lnTo>
                  <a:pt x="383562" y="67392"/>
                </a:lnTo>
                <a:lnTo>
                  <a:pt x="14600" y="67392"/>
                </a:lnTo>
                <a:close/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240-part-1">
            <a:extLst xmlns:a="http://schemas.openxmlformats.org/drawingml/2006/main">
              <a:ext uri="{FF2B5EF4-FFF2-40B4-BE49-F238E27FC236}">
                <a16:creationId xmlns:a16="http://schemas.microsoft.com/office/drawing/2014/main" id="{253EE6AE-71A3-48E6-B29D-577AEDA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9961" y="3977751"/>
            <a:ext cx="383562" cy="120185"/>
          </a:xfrm>
          <a:custGeom xmlns:a="http://schemas.openxmlformats.org/drawingml/2006/main">
            <a:pathLst>
              <a:path w="383562" h="120185">
                <a:moveTo>
                  <a:pt x="99393" y="2065"/>
                </a:moveTo>
                <a:lnTo>
                  <a:pt x="0" y="60019"/>
                </a:lnTo>
                <a:lnTo>
                  <a:pt x="99393" y="118121"/>
                </a:lnTo>
                <a:cubicBezTo>
                  <a:pt x="102785" y="120185"/>
                  <a:pt x="107356" y="119006"/>
                  <a:pt x="109421" y="115466"/>
                </a:cubicBezTo>
                <a:cubicBezTo>
                  <a:pt x="111485" y="111927"/>
                  <a:pt x="110305" y="107356"/>
                  <a:pt x="106766" y="105291"/>
                </a:cubicBezTo>
                <a:lnTo>
                  <a:pt x="18286" y="53678"/>
                </a:lnTo>
                <a:lnTo>
                  <a:pt x="18286" y="66507"/>
                </a:lnTo>
                <a:lnTo>
                  <a:pt x="106766" y="14894"/>
                </a:lnTo>
                <a:cubicBezTo>
                  <a:pt x="110305" y="12829"/>
                  <a:pt x="111485" y="8258"/>
                  <a:pt x="109421" y="4719"/>
                </a:cubicBezTo>
                <a:cubicBezTo>
                  <a:pt x="107356" y="1179"/>
                  <a:pt x="102785" y="0"/>
                  <a:pt x="99393" y="2065"/>
                </a:cubicBezTo>
              </a:path>
            </a:pathLst>
          </a:custGeom>
          <a:solidFill xmlns:a="http://schemas.openxmlformats.org/drawingml/2006/main">
            <a:srgbClr val="B5C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1E1F6590-FC62-4763-9826-E9869E78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4267" y="2840790"/>
            <a:ext cx="309995" cy="314484"/>
          </a:xfrm>
          <a:custGeom xmlns:a="http://schemas.openxmlformats.org/drawingml/2006/main">
            <a:pathLst>
              <a:path w="309995" h="314484">
                <a:moveTo>
                  <a:pt x="26956" y="0"/>
                </a:moveTo>
                <a:lnTo>
                  <a:pt x="0" y="0"/>
                </a:lnTo>
                <a:lnTo>
                  <a:pt x="0" y="314483"/>
                </a:lnTo>
                <a:lnTo>
                  <a:pt x="309995" y="314484"/>
                </a:lnTo>
                <a:lnTo>
                  <a:pt x="309995" y="287527"/>
                </a:lnTo>
                <a:lnTo>
                  <a:pt x="26956" y="287526"/>
                </a:lnTo>
                <a:lnTo>
                  <a:pt x="26956" y="0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D08CE2B1-7337-4EA1-9033-035DFC65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6872" y="2840775"/>
            <a:ext cx="67390" cy="260584"/>
          </a:xfrm>
          <a:custGeom xmlns:a="http://schemas.openxmlformats.org/drawingml/2006/main">
            <a:pathLst>
              <a:path w="67390" h="260584">
                <a:moveTo>
                  <a:pt x="0" y="260584"/>
                </a:moveTo>
                <a:lnTo>
                  <a:pt x="67390" y="260584"/>
                </a:lnTo>
                <a:lnTo>
                  <a:pt x="6739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BD21D023-7A18-4B83-AB92-3A558F3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2525" y="2930631"/>
            <a:ext cx="67391" cy="170728"/>
          </a:xfrm>
          <a:custGeom xmlns:a="http://schemas.openxmlformats.org/drawingml/2006/main">
            <a:pathLst>
              <a:path w="67391" h="170728">
                <a:moveTo>
                  <a:pt x="1" y="170728"/>
                </a:moveTo>
                <a:lnTo>
                  <a:pt x="67391" y="170728"/>
                </a:lnTo>
                <a:lnTo>
                  <a:pt x="67390" y="0"/>
                </a:lnTo>
                <a:lnTo>
                  <a:pt x="0" y="0"/>
                </a:lnTo>
                <a:lnTo>
                  <a:pt x="1" y="17072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DEA36C6B-0319-4E4E-8915-307611D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179" y="3011502"/>
            <a:ext cx="67390" cy="89857"/>
          </a:xfrm>
          <a:custGeom xmlns:a="http://schemas.openxmlformats.org/drawingml/2006/main">
            <a:pathLst>
              <a:path w="67390" h="89857">
                <a:moveTo>
                  <a:pt x="0" y="89857"/>
                </a:moveTo>
                <a:lnTo>
                  <a:pt x="67390" y="89857"/>
                </a:lnTo>
                <a:lnTo>
                  <a:pt x="6739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A18AD4BB-A1D4-4B4D-9208-B1A5B08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337" y="2840790"/>
            <a:ext cx="145608" cy="145598"/>
          </a:xfrm>
          <a:custGeom xmlns:a="http://schemas.openxmlformats.org/drawingml/2006/main">
            <a:pathLst>
              <a:path w="145608" h="145598">
                <a:moveTo>
                  <a:pt x="145608" y="61717"/>
                </a:moveTo>
                <a:lnTo>
                  <a:pt x="145607" y="0"/>
                </a:lnTo>
                <a:lnTo>
                  <a:pt x="83878" y="0"/>
                </a:lnTo>
                <a:lnTo>
                  <a:pt x="108408" y="24516"/>
                </a:lnTo>
                <a:lnTo>
                  <a:pt x="0" y="132928"/>
                </a:lnTo>
                <a:lnTo>
                  <a:pt x="12669" y="145598"/>
                </a:lnTo>
                <a:lnTo>
                  <a:pt x="121077" y="37231"/>
                </a:lnTo>
                <a:lnTo>
                  <a:pt x="145608" y="61717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911646D9-D2CD-4CAC-B3F0-02A9377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694" y="3168872"/>
            <a:ext cx="552842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385723"/>
                </a:solidFill>
                <a:latin typeface="Arial"/>
                <a:ea typeface="Arial"/>
                <a:cs typeface="Arial"/>
              </a:rPr>
              <a:t>High SR</a:t>
            </a:r>
          </a:p>
        </p:txBody>
      </p:sp>
      <p:sp>
        <p:nvSpPr>
          <p:cNvPr id="255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6F6466A4-DB81-4A78-B4FB-1358A2ED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3635" y="3347602"/>
            <a:ext cx="385819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385723"/>
                </a:solidFill>
                <a:latin typeface="Arial"/>
                <a:ea typeface="Arial"/>
                <a:cs typeface="Arial"/>
              </a:rPr>
              <a:t>90%+</a:t>
            </a:r>
          </a:p>
        </p:txBody>
      </p:sp>
      <p:sp>
        <p:nvSpPr>
          <p:cNvPr id="256" name="pdf-path-251-part-0">
            <a:extLst xmlns:a="http://schemas.openxmlformats.org/drawingml/2006/main">
              <a:ext uri="{FF2B5EF4-FFF2-40B4-BE49-F238E27FC236}">
                <a16:creationId xmlns:a16="http://schemas.microsoft.com/office/drawing/2014/main" id="{D0DD7BC4-8BB8-43AD-B867-6719F11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0390" y="3592125"/>
            <a:ext cx="555656" cy="234178"/>
          </a:xfrm>
          <a:custGeom xmlns:a="http://schemas.openxmlformats.org/drawingml/2006/main">
            <a:pathLst>
              <a:path w="555656" h="234178">
                <a:moveTo>
                  <a:pt x="555656" y="234178"/>
                </a:moveTo>
                <a:lnTo>
                  <a:pt x="0" y="234178"/>
                </a:lnTo>
                <a:lnTo>
                  <a:pt x="0" y="73734"/>
                </a:lnTo>
                <a:lnTo>
                  <a:pt x="14747" y="73734"/>
                </a:lnTo>
                <a:lnTo>
                  <a:pt x="14747" y="226804"/>
                </a:lnTo>
                <a:lnTo>
                  <a:pt x="7373" y="219431"/>
                </a:lnTo>
                <a:lnTo>
                  <a:pt x="555656" y="219431"/>
                </a:lnTo>
                <a:lnTo>
                  <a:pt x="555656" y="234178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51-part-1">
            <a:extLst xmlns:a="http://schemas.openxmlformats.org/drawingml/2006/main">
              <a:ext uri="{FF2B5EF4-FFF2-40B4-BE49-F238E27FC236}">
                <a16:creationId xmlns:a16="http://schemas.microsoft.com/office/drawing/2014/main" id="{8FA8D3A7-66EF-444B-9C19-7F6873A7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0390" y="3592125"/>
            <a:ext cx="555656" cy="234178"/>
          </a:xfrm>
          <a:custGeom xmlns:a="http://schemas.openxmlformats.org/drawingml/2006/main">
            <a:pathLst>
              <a:path w="555656" h="234178">
                <a:moveTo>
                  <a:pt x="-36867" y="88480"/>
                </a:moveTo>
                <a:lnTo>
                  <a:pt x="7373" y="0"/>
                </a:lnTo>
                <a:lnTo>
                  <a:pt x="51613" y="88480"/>
                </a:lnTo>
                <a:lnTo>
                  <a:pt x="-36867" y="88480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3C714DB0-05DD-42BD-91A8-05213DB0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858" y="3957142"/>
            <a:ext cx="852750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Training Policy</a:t>
            </a:r>
          </a:p>
        </p:txBody>
      </p:sp>
      <p:sp>
        <p:nvSpPr>
          <p:cNvPr id="259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50352D53-8C91-493D-AE67-9A566F6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190" y="4112867"/>
            <a:ext cx="609071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60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6DCE446F-BA35-426F-A24B-10F0447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3114" y="4749741"/>
            <a:ext cx="4898558" cy="2066543"/>
          </a:xfrm>
          <a:custGeom xmlns:a="http://schemas.openxmlformats.org/drawingml/2006/main">
            <a:pathLst>
              <a:path w="4898558" h="2066543">
                <a:moveTo>
                  <a:pt x="0" y="42470"/>
                </a:moveTo>
                <a:cubicBezTo>
                  <a:pt x="0" y="19023"/>
                  <a:pt x="19171" y="0"/>
                  <a:pt x="42617" y="0"/>
                </a:cubicBezTo>
                <a:lnTo>
                  <a:pt x="4856088" y="0"/>
                </a:lnTo>
                <a:cubicBezTo>
                  <a:pt x="4879535" y="0"/>
                  <a:pt x="4898558" y="19023"/>
                  <a:pt x="4898558" y="42470"/>
                </a:cubicBezTo>
                <a:lnTo>
                  <a:pt x="4898558" y="2024014"/>
                </a:lnTo>
                <a:cubicBezTo>
                  <a:pt x="4898558" y="2047502"/>
                  <a:pt x="4879535" y="2066543"/>
                  <a:pt x="4856088" y="2066543"/>
                </a:cubicBezTo>
                <a:lnTo>
                  <a:pt x="42617" y="2066543"/>
                </a:lnTo>
                <a:cubicBezTo>
                  <a:pt x="19171" y="2066543"/>
                  <a:pt x="0" y="2047502"/>
                  <a:pt x="0" y="2024014"/>
                </a:cubicBezTo>
                <a:lnTo>
                  <a:pt x="0" y="42470"/>
                </a:lnTo>
              </a:path>
            </a:pathLst>
          </a:custGeom>
          <a:solidFill xmlns:a="http://schemas.openxmlformats.org/drawingml/2006/main">
            <a:srgbClr val="FFF8E5"/>
          </a:solidFill>
          <a:ln xmlns:a="http://schemas.openxmlformats.org/drawingml/2006/main" w="14747">
            <a:solidFill>
              <a:srgbClr val="E9D9AD"/>
            </a:solidFill>
            <a:prstDash val="solid"/>
          </a:ln>
        </p:spPr>
      </p:sp>
      <p:sp>
        <p:nvSpPr>
          <p:cNvPr id="261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039984FF-CE82-4B2E-9E2F-F3A312C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1604" y="4836919"/>
            <a:ext cx="2781428" cy="205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Expert Demos Generation</a:t>
            </a:r>
          </a:p>
        </p:txBody>
      </p:sp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F29B8B8-FB67-4E88-87F8-13E45C5E9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2f8d4429644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664" y="5277260"/>
            <a:ext cx="452325" cy="383149"/>
          </a:xfrm>
          <a:prstGeom xmlns:a="http://schemas.openxmlformats.org/drawingml/2006/main" prst="rect">
            <a:avLst/>
          </a:prstGeom>
        </p:spPr>
      </p:pic>
      <p:sp>
        <p:nvSpPr>
          <p:cNvPr id="263" name="pdf-source-image-51">
            <a:extLst xmlns:a="http://schemas.openxmlformats.org/drawingml/2006/main">
              <a:ext uri="{FF2B5EF4-FFF2-40B4-BE49-F238E27FC236}">
                <a16:creationId xmlns:a16="http://schemas.microsoft.com/office/drawing/2014/main" id="{979F2DD3-C136-4285-8551-E8F26A24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664" y="5277260"/>
            <a:ext cx="452325" cy="38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4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65EC29D0-7FBE-49EE-9C1D-5A17241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0685" y="5422934"/>
            <a:ext cx="770159" cy="148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 Cloud</a:t>
            </a:r>
          </a:p>
        </p:txBody>
      </p:sp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4B9180A-C80A-4CAA-BB35-7B7F40294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9d03ca7f14aed"/>
          <a:srcRect xmlns:a="http://schemas.openxmlformats.org/drawingml/2006/main" l="77" t="0" r="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4292" y="5692320"/>
            <a:ext cx="452325" cy="357092"/>
          </a:xfrm>
          <a:prstGeom xmlns:a="http://schemas.openxmlformats.org/drawingml/2006/main" prst="rect">
            <a:avLst/>
          </a:prstGeom>
        </p:spPr>
      </p:pic>
      <p:sp>
        <p:nvSpPr>
          <p:cNvPr id="266" name="pdf-source-image-52">
            <a:extLst xmlns:a="http://schemas.openxmlformats.org/drawingml/2006/main">
              <a:ext uri="{FF2B5EF4-FFF2-40B4-BE49-F238E27FC236}">
                <a16:creationId xmlns:a16="http://schemas.microsoft.com/office/drawing/2014/main" id="{49D70000-497F-4D20-B9A8-CD225443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292" y="5692320"/>
            <a:ext cx="452325" cy="35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7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1B7378F5-D89D-4020-BDA6-3074B14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9948" y="5804108"/>
            <a:ext cx="966028" cy="148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Actions </a:t>
            </a:r>
          </a:p>
        </p:txBody>
      </p:sp>
      <p:sp>
        <p:nvSpPr>
          <p:cNvPr id="268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695B5C3A-4FC8-4B6A-8CF8-7697749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6566" y="5147902"/>
            <a:ext cx="2664729" cy="1477472"/>
          </a:xfrm>
          <a:custGeom xmlns:a="http://schemas.openxmlformats.org/drawingml/2006/main">
            <a:pathLst>
              <a:path w="2664729" h="1477472">
                <a:moveTo>
                  <a:pt x="0" y="183891"/>
                </a:moveTo>
                <a:cubicBezTo>
                  <a:pt x="0" y="82287"/>
                  <a:pt x="82287" y="0"/>
                  <a:pt x="183744" y="0"/>
                </a:cubicBezTo>
                <a:lnTo>
                  <a:pt x="2480985" y="0"/>
                </a:lnTo>
                <a:cubicBezTo>
                  <a:pt x="2582443" y="0"/>
                  <a:pt x="2664729" y="82287"/>
                  <a:pt x="2664729" y="183891"/>
                </a:cubicBezTo>
                <a:lnTo>
                  <a:pt x="2664729" y="1293684"/>
                </a:lnTo>
                <a:cubicBezTo>
                  <a:pt x="2664729" y="1395186"/>
                  <a:pt x="2582443" y="1477472"/>
                  <a:pt x="2480985" y="1477472"/>
                </a:cubicBezTo>
                <a:lnTo>
                  <a:pt x="183744" y="1477472"/>
                </a:lnTo>
                <a:cubicBezTo>
                  <a:pt x="82287" y="1477472"/>
                  <a:pt x="0" y="1395186"/>
                  <a:pt x="0" y="1293684"/>
                </a:cubicBezTo>
                <a:lnTo>
                  <a:pt x="0" y="183891"/>
                </a:lnTo>
              </a:path>
            </a:pathLst>
          </a:custGeom>
          <a:noFill xmlns:a="http://schemas.openxmlformats.org/drawingml/2006/main"/>
          <a:ln xmlns:a="http://schemas.openxmlformats.org/drawingml/2006/main" w="14747">
            <a:solidFill>
              <a:srgbClr val="A6A6A6"/>
            </a:solidFill>
            <a:prstDash val="dash"/>
          </a:ln>
        </p:spPr>
      </p:sp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E31A706-E237-4AF3-B261-165AEC13D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8c99aeb304282"/>
          <a:srcRect xmlns:a="http://schemas.openxmlformats.org/drawingml/2006/main" l="0" t="173" r="0" b="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89244" y="6114504"/>
            <a:ext cx="385774" cy="352402"/>
          </a:xfrm>
          <a:prstGeom xmlns:a="http://schemas.openxmlformats.org/drawingml/2006/main" prst="rect">
            <a:avLst/>
          </a:prstGeom>
        </p:spPr>
      </p:pic>
      <p:sp>
        <p:nvSpPr>
          <p:cNvPr id="270" name="pdf-source-image-53">
            <a:extLst xmlns:a="http://schemas.openxmlformats.org/drawingml/2006/main">
              <a:ext uri="{FF2B5EF4-FFF2-40B4-BE49-F238E27FC236}">
                <a16:creationId xmlns:a16="http://schemas.microsoft.com/office/drawing/2014/main" id="{AB739C42-4D89-43E0-9AA9-2EE7988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9244" y="6114504"/>
            <a:ext cx="385774" cy="352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18527EF-D84F-470D-9262-FE72E48B6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d4e3469864008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5767" y="6141018"/>
            <a:ext cx="373180" cy="335369"/>
          </a:xfrm>
          <a:prstGeom xmlns:a="http://schemas.openxmlformats.org/drawingml/2006/main" prst="rect">
            <a:avLst/>
          </a:prstGeom>
        </p:spPr>
      </p:pic>
      <p:sp>
        <p:nvSpPr>
          <p:cNvPr id="272" name="pdf-source-image-54">
            <a:extLst xmlns:a="http://schemas.openxmlformats.org/drawingml/2006/main">
              <a:ext uri="{FF2B5EF4-FFF2-40B4-BE49-F238E27FC236}">
                <a16:creationId xmlns:a16="http://schemas.microsoft.com/office/drawing/2014/main" id="{58D6DD4F-BBD0-47BB-A125-CD745BA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5767" y="6141018"/>
            <a:ext cx="373180" cy="335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3" name="pdf-text-94-0">
            <a:extLst xmlns:a="http://schemas.openxmlformats.org/drawingml/2006/main">
              <a:ext uri="{FF2B5EF4-FFF2-40B4-BE49-F238E27FC236}">
                <a16:creationId xmlns:a16="http://schemas.microsoft.com/office/drawing/2014/main" id="{4475E432-F7AE-4519-92A1-A1DAE58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9901" y="6135229"/>
            <a:ext cx="72828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74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72019164-0D9A-4FE4-9ACD-FCA83CF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2454" y="6135229"/>
            <a:ext cx="4360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75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E86D8D34-F364-45F3-80CA-B6257F99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6694" y="6135229"/>
            <a:ext cx="282308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DoF </a:t>
            </a:r>
          </a:p>
        </p:txBody>
      </p:sp>
      <p:sp>
        <p:nvSpPr>
          <p:cNvPr id="276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12277339-7D53-4A16-83E7-4DF4522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4176" y="6290667"/>
            <a:ext cx="671756" cy="13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arm/gripper</a:t>
            </a:r>
          </a:p>
        </p:txBody>
      </p:sp>
      <p:sp>
        <p:nvSpPr>
          <p:cNvPr id="277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7E4AEE80-B5A8-410D-A9B6-B366FF1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9916" y="6180373"/>
            <a:ext cx="119877" cy="2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78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46FBA54C-37B1-4B97-B357-D9ED761F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726" y="6135229"/>
            <a:ext cx="72828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9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9C2F41E9-7F72-42F6-BDCF-8E574C7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279" y="6135229"/>
            <a:ext cx="4360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80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7F935CE6-98C5-47FE-BBC8-F6155FD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1519" y="6135229"/>
            <a:ext cx="246559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DoF</a:t>
            </a:r>
          </a:p>
        </p:txBody>
      </p:sp>
      <p:sp>
        <p:nvSpPr>
          <p:cNvPr id="281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4C3F9872-63FC-4CD4-8721-3FB82426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4843" y="6290667"/>
            <a:ext cx="703420" cy="13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mobile base</a:t>
            </a:r>
          </a:p>
        </p:txBody>
      </p:sp>
      <p:sp>
        <p:nvSpPr>
          <p:cNvPr id="282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DE475409-B1B0-4B38-A3BA-9E686E04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3389" y="6191698"/>
            <a:ext cx="68357" cy="2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283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D0E4DAF8-4A85-4399-9479-031B5D8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2058" y="6164800"/>
            <a:ext cx="68357" cy="2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84" name="pdf-path-275-part-0">
            <a:extLst xmlns:a="http://schemas.openxmlformats.org/drawingml/2006/main">
              <a:ext uri="{FF2B5EF4-FFF2-40B4-BE49-F238E27FC236}">
                <a16:creationId xmlns:a16="http://schemas.microsoft.com/office/drawing/2014/main" id="{034FCEB9-CC9C-49F4-9F4D-8F5C801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9270" y="5887036"/>
            <a:ext cx="963107" cy="51613"/>
          </a:xfrm>
          <a:custGeom xmlns:a="http://schemas.openxmlformats.org/drawingml/2006/main">
            <a:pathLst>
              <a:path w="963107" h="51613">
                <a:moveTo>
                  <a:pt x="73734" y="0"/>
                </a:moveTo>
                <a:lnTo>
                  <a:pt x="963107" y="0"/>
                </a:lnTo>
                <a:lnTo>
                  <a:pt x="963107" y="14746"/>
                </a:lnTo>
                <a:lnTo>
                  <a:pt x="73734" y="14746"/>
                </a:lnTo>
                <a:close/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275-part-1">
            <a:extLst xmlns:a="http://schemas.openxmlformats.org/drawingml/2006/main">
              <a:ext uri="{FF2B5EF4-FFF2-40B4-BE49-F238E27FC236}">
                <a16:creationId xmlns:a16="http://schemas.microsoft.com/office/drawing/2014/main" id="{161F17E0-662A-4FAB-9CF8-C6C8E71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9270" y="5887036"/>
            <a:ext cx="963107" cy="51613"/>
          </a:xfrm>
          <a:custGeom xmlns:a="http://schemas.openxmlformats.org/drawingml/2006/main">
            <a:pathLst>
              <a:path w="963107" h="51613">
                <a:moveTo>
                  <a:pt x="88480" y="-36867"/>
                </a:moveTo>
                <a:lnTo>
                  <a:pt x="0" y="7373"/>
                </a:lnTo>
                <a:lnTo>
                  <a:pt x="88480" y="51613"/>
                </a:lnTo>
                <a:lnTo>
                  <a:pt x="88480" y="-36867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2019630-ED34-44C4-99AC-7BE83862A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054afd66f458d"/>
          <a:srcRect xmlns:a="http://schemas.openxmlformats.org/drawingml/2006/main" l="0" t="441" r="0" b="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4882" y="5362023"/>
            <a:ext cx="1050260" cy="452149"/>
          </a:xfrm>
          <a:prstGeom xmlns:a="http://schemas.openxmlformats.org/drawingml/2006/main" prst="rect">
            <a:avLst/>
          </a:prstGeom>
        </p:spPr>
      </p:pic>
      <p:sp>
        <p:nvSpPr>
          <p:cNvPr id="287" name="pdf-source-image-55">
            <a:extLst xmlns:a="http://schemas.openxmlformats.org/drawingml/2006/main">
              <a:ext uri="{FF2B5EF4-FFF2-40B4-BE49-F238E27FC236}">
                <a16:creationId xmlns:a16="http://schemas.microsoft.com/office/drawing/2014/main" id="{20AE1F2D-69E6-4B0F-82B9-9CD939E0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882" y="5362023"/>
            <a:ext cx="1050260" cy="452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8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D1CC3B02-2B9D-446C-8C12-9B875E0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6949" y="5453369"/>
            <a:ext cx="408824" cy="118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34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34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34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289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C3EFF654-1B74-48CD-8ADC-CA607446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7602" y="5594937"/>
            <a:ext cx="789529" cy="118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34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34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34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Randomization</a:t>
            </a:r>
          </a:p>
        </p:txBody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AC142CC-B3A5-430D-A050-270756506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4a320b2ca4bcb"/>
          <a:srcRect xmlns:a="http://schemas.openxmlformats.org/drawingml/2006/main" l="0" t="184" r="0" b="1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99732" y="5130205"/>
            <a:ext cx="949392" cy="956471"/>
          </a:xfrm>
          <a:prstGeom xmlns:a="http://schemas.openxmlformats.org/drawingml/2006/main" prst="rect">
            <a:avLst/>
          </a:prstGeom>
        </p:spPr>
      </p:pic>
      <p:sp>
        <p:nvSpPr>
          <p:cNvPr id="291" name="pdf-source-image-56">
            <a:extLst xmlns:a="http://schemas.openxmlformats.org/drawingml/2006/main">
              <a:ext uri="{FF2B5EF4-FFF2-40B4-BE49-F238E27FC236}">
                <a16:creationId xmlns:a16="http://schemas.microsoft.com/office/drawing/2014/main" id="{C1F1BF45-1EAE-49E3-A9D8-9526FC36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9732" y="5130205"/>
            <a:ext cx="949392" cy="956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008F78E-32EF-4326-9111-578F27B5A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4311a20fc4bcd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82461" y="5214528"/>
            <a:ext cx="785985" cy="791750"/>
          </a:xfrm>
          <a:prstGeom xmlns:a="http://schemas.openxmlformats.org/drawingml/2006/main" prst="rect">
            <a:avLst/>
          </a:prstGeom>
        </p:spPr>
      </p:pic>
      <p:sp>
        <p:nvSpPr>
          <p:cNvPr id="293" name="pdf-source-image-57">
            <a:extLst xmlns:a="http://schemas.openxmlformats.org/drawingml/2006/main">
              <a:ext uri="{FF2B5EF4-FFF2-40B4-BE49-F238E27FC236}">
                <a16:creationId xmlns:a16="http://schemas.microsoft.com/office/drawing/2014/main" id="{679E8208-C39B-4703-8C11-80AFAC6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2461" y="5214528"/>
            <a:ext cx="785985" cy="79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4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21C2A28F-224D-46A9-BFDF-727F10EB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774" y="5210841"/>
            <a:ext cx="793357" cy="799123"/>
          </a:xfrm>
          <a:custGeom xmlns:a="http://schemas.openxmlformats.org/drawingml/2006/main">
            <a:pathLst>
              <a:path w="793357" h="799123">
                <a:moveTo>
                  <a:pt x="0" y="799123"/>
                </a:moveTo>
                <a:lnTo>
                  <a:pt x="793357" y="799123"/>
                </a:lnTo>
                <a:lnTo>
                  <a:pt x="79335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D4C9868-6938-45F8-825D-21CC09E1D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35d66b2784f77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7678" y="5231073"/>
            <a:ext cx="951163" cy="956471"/>
          </a:xfrm>
          <a:prstGeom xmlns:a="http://schemas.openxmlformats.org/drawingml/2006/main" prst="rect">
            <a:avLst/>
          </a:prstGeom>
        </p:spPr>
      </p:pic>
      <p:sp>
        <p:nvSpPr>
          <p:cNvPr id="296" name="pdf-source-image-58">
            <a:extLst xmlns:a="http://schemas.openxmlformats.org/drawingml/2006/main">
              <a:ext uri="{FF2B5EF4-FFF2-40B4-BE49-F238E27FC236}">
                <a16:creationId xmlns:a16="http://schemas.microsoft.com/office/drawing/2014/main" id="{B8817137-8B51-4282-9501-49CE726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7678" y="5231073"/>
            <a:ext cx="951163" cy="956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ADFE3DB-DFAD-4735-87D7-79F8454B4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aa84fb5bd477d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91735" y="5314599"/>
            <a:ext cx="785985" cy="791750"/>
          </a:xfrm>
          <a:prstGeom xmlns:a="http://schemas.openxmlformats.org/drawingml/2006/main" prst="rect">
            <a:avLst/>
          </a:prstGeom>
        </p:spPr>
      </p:pic>
      <p:sp>
        <p:nvSpPr>
          <p:cNvPr id="298" name="pdf-source-image-59">
            <a:extLst xmlns:a="http://schemas.openxmlformats.org/drawingml/2006/main">
              <a:ext uri="{FF2B5EF4-FFF2-40B4-BE49-F238E27FC236}">
                <a16:creationId xmlns:a16="http://schemas.microsoft.com/office/drawing/2014/main" id="{13302686-8E40-4266-9774-E22774F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1735" y="5314599"/>
            <a:ext cx="785985" cy="79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A1515CE0-6C7D-4780-BD04-E0A4AD6A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8048" y="5310912"/>
            <a:ext cx="793357" cy="799124"/>
          </a:xfrm>
          <a:custGeom xmlns:a="http://schemas.openxmlformats.org/drawingml/2006/main">
            <a:pathLst>
              <a:path w="793357" h="799124">
                <a:moveTo>
                  <a:pt x="0" y="799124"/>
                </a:moveTo>
                <a:lnTo>
                  <a:pt x="793357" y="799124"/>
                </a:lnTo>
                <a:lnTo>
                  <a:pt x="79335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EBC9BB6-E678-4786-AA8A-98CA299FA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81585270c43cf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24471" y="5333710"/>
            <a:ext cx="951162" cy="956471"/>
          </a:xfrm>
          <a:prstGeom xmlns:a="http://schemas.openxmlformats.org/drawingml/2006/main" prst="rect">
            <a:avLst/>
          </a:prstGeom>
        </p:spPr>
      </p:pic>
      <p:sp>
        <p:nvSpPr>
          <p:cNvPr id="301" name="pdf-source-image-60">
            <a:extLst xmlns:a="http://schemas.openxmlformats.org/drawingml/2006/main">
              <a:ext uri="{FF2B5EF4-FFF2-40B4-BE49-F238E27FC236}">
                <a16:creationId xmlns:a16="http://schemas.microsoft.com/office/drawing/2014/main" id="{5155C0EE-EF84-4379-8553-F7FBC13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471" y="5333710"/>
            <a:ext cx="951162" cy="956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61D748B-D569-4EAB-BB28-5BFCC8F86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ec991dfb24f4b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08086" y="5417486"/>
            <a:ext cx="785985" cy="791750"/>
          </a:xfrm>
          <a:prstGeom xmlns:a="http://schemas.openxmlformats.org/drawingml/2006/main" prst="rect">
            <a:avLst/>
          </a:prstGeom>
        </p:spPr>
      </p:pic>
      <p:sp>
        <p:nvSpPr>
          <p:cNvPr id="303" name="pdf-source-image-61">
            <a:extLst xmlns:a="http://schemas.openxmlformats.org/drawingml/2006/main">
              <a:ext uri="{FF2B5EF4-FFF2-40B4-BE49-F238E27FC236}">
                <a16:creationId xmlns:a16="http://schemas.microsoft.com/office/drawing/2014/main" id="{E4E7C2C1-6322-4897-94D4-4A4E758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086" y="5417486"/>
            <a:ext cx="785985" cy="79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BD73EAAA-7C1D-4245-A0B3-C36055F8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4400" y="5413800"/>
            <a:ext cx="793357" cy="799124"/>
          </a:xfrm>
          <a:custGeom xmlns:a="http://schemas.openxmlformats.org/drawingml/2006/main">
            <a:pathLst>
              <a:path w="793357" h="799124">
                <a:moveTo>
                  <a:pt x="0" y="799124"/>
                </a:moveTo>
                <a:lnTo>
                  <a:pt x="793357" y="799124"/>
                </a:lnTo>
                <a:lnTo>
                  <a:pt x="79335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7F7F7F"/>
            </a:solidFill>
            <a:prstDash val="solid"/>
          </a:ln>
        </p:spPr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CD2A189-5D9C-4FF5-9FBE-B1C8809B5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071afcba54ee6"/>
          <a:srcRect xmlns:a="http://schemas.openxmlformats.org/drawingml/2006/main" l="128" t="0" r="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25305" y="5558451"/>
            <a:ext cx="772433" cy="1029024"/>
          </a:xfrm>
          <a:prstGeom xmlns:a="http://schemas.openxmlformats.org/drawingml/2006/main" prst="rect">
            <a:avLst/>
          </a:prstGeom>
        </p:spPr>
      </p:pic>
      <p:sp>
        <p:nvSpPr>
          <p:cNvPr id="306" name="pdf-source-image-62">
            <a:extLst xmlns:a="http://schemas.openxmlformats.org/drawingml/2006/main">
              <a:ext uri="{FF2B5EF4-FFF2-40B4-BE49-F238E27FC236}">
                <a16:creationId xmlns:a16="http://schemas.microsoft.com/office/drawing/2014/main" id="{DBBD4111-CB52-4317-AE92-159D47B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05" y="5558451"/>
            <a:ext cx="772433" cy="1029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E6BBF87-58AC-43DE-8996-24A5EBE50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240b4262d4fd3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00955" y="5635207"/>
            <a:ext cx="622975" cy="878520"/>
          </a:xfrm>
          <a:prstGeom xmlns:a="http://schemas.openxmlformats.org/drawingml/2006/main" prst="rect">
            <a:avLst/>
          </a:prstGeom>
        </p:spPr>
      </p:pic>
      <p:sp>
        <p:nvSpPr>
          <p:cNvPr id="308" name="pdf-source-image-63">
            <a:extLst xmlns:a="http://schemas.openxmlformats.org/drawingml/2006/main">
              <a:ext uri="{FF2B5EF4-FFF2-40B4-BE49-F238E27FC236}">
                <a16:creationId xmlns:a16="http://schemas.microsoft.com/office/drawing/2014/main" id="{27055378-37BB-41F7-9E7C-8831D5C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955" y="5635207"/>
            <a:ext cx="622975" cy="87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0C3C03D-9939-42FE-B6B3-885F28054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7c05060d1455b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0996" y="1452968"/>
            <a:ext cx="567143" cy="664486"/>
          </a:xfrm>
          <a:prstGeom xmlns:a="http://schemas.openxmlformats.org/drawingml/2006/main" prst="rect">
            <a:avLst/>
          </a:prstGeom>
        </p:spPr>
      </p:pic>
      <p:sp>
        <p:nvSpPr>
          <p:cNvPr id="310" name="pdf-source-image-64">
            <a:extLst xmlns:a="http://schemas.openxmlformats.org/drawingml/2006/main">
              <a:ext uri="{FF2B5EF4-FFF2-40B4-BE49-F238E27FC236}">
                <a16:creationId xmlns:a16="http://schemas.microsoft.com/office/drawing/2014/main" id="{0B6715B9-6520-4EC5-ADBE-9E88664B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0996" y="1452968"/>
            <a:ext cx="567143" cy="664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1300C46-1108-4CF5-91B4-66B2DC9FD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82f75d0564717"/>
          <a:srcRect xmlns:a="http://schemas.openxmlformats.org/drawingml/2006/main" l="0" t="515" r="0" b="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7089" y="1529607"/>
            <a:ext cx="418556" cy="515146"/>
          </a:xfrm>
          <a:prstGeom xmlns:a="http://schemas.openxmlformats.org/drawingml/2006/main" prst="rect">
            <a:avLst/>
          </a:prstGeom>
        </p:spPr>
      </p:pic>
      <p:sp>
        <p:nvSpPr>
          <p:cNvPr id="312" name="pdf-source-image-65">
            <a:extLst xmlns:a="http://schemas.openxmlformats.org/drawingml/2006/main">
              <a:ext uri="{FF2B5EF4-FFF2-40B4-BE49-F238E27FC236}">
                <a16:creationId xmlns:a16="http://schemas.microsoft.com/office/drawing/2014/main" id="{31083EE3-37EB-45FC-A9F9-8E8628E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7089" y="1529607"/>
            <a:ext cx="418556" cy="515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3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1B8D8622-00B2-4E17-AFA2-6393EBF2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803" y="1560066"/>
            <a:ext cx="98629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Simple subtasks </a:t>
            </a:r>
          </a:p>
        </p:txBody>
      </p:sp>
      <p:sp>
        <p:nvSpPr>
          <p:cNvPr id="314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D6660FD3-703A-4009-B3E5-C7ABA483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6290" y="1560066"/>
            <a:ext cx="884982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and description</a:t>
            </a:r>
          </a:p>
        </p:txBody>
      </p:sp>
      <p:sp>
        <p:nvSpPr>
          <p:cNvPr id="315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722EE2EE-52F6-4176-B8D1-67DCE0F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803" y="1715791"/>
            <a:ext cx="2073226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BDDL configs, adjusted objects size</a:t>
            </a:r>
          </a:p>
        </p:txBody>
      </p:sp>
      <p:sp>
        <p:nvSpPr>
          <p:cNvPr id="316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FACA05A2-A9BB-47E5-8A55-9D119CA4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803" y="1871516"/>
            <a:ext cx="2260200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Initial action flow, evolved action flow…</a:t>
            </a:r>
          </a:p>
        </p:txBody>
      </p:sp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C3D309A-456D-4F25-A4C9-9AA7DBD6D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0c335f366487e"/>
          <a:srcRect xmlns:a="http://schemas.openxmlformats.org/drawingml/2006/main" l="0" t="178" r="0" b="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7790" y="998180"/>
            <a:ext cx="561834" cy="512300"/>
          </a:xfrm>
          <a:prstGeom xmlns:a="http://schemas.openxmlformats.org/drawingml/2006/main" prst="rect">
            <a:avLst/>
          </a:prstGeom>
        </p:spPr>
      </p:pic>
      <p:sp>
        <p:nvSpPr>
          <p:cNvPr id="318" name="pdf-source-image-66">
            <a:extLst xmlns:a="http://schemas.openxmlformats.org/drawingml/2006/main">
              <a:ext uri="{FF2B5EF4-FFF2-40B4-BE49-F238E27FC236}">
                <a16:creationId xmlns:a16="http://schemas.microsoft.com/office/drawing/2014/main" id="{F1A0D88A-6C2E-4F32-85AF-8B3CB1E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7790" y="998180"/>
            <a:ext cx="561834" cy="5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6BE39E34-A55A-4D5C-A5FC-2C40230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136947"/>
            <a:ext cx="405829" cy="297146"/>
          </a:xfrm>
          <a:custGeom xmlns:a="http://schemas.openxmlformats.org/drawingml/2006/main">
            <a:pathLst>
              <a:path w="405829" h="297146">
                <a:moveTo>
                  <a:pt x="0" y="0"/>
                </a:moveTo>
                <a:cubicBezTo>
                  <a:pt x="0" y="32442"/>
                  <a:pt x="90840" y="58692"/>
                  <a:pt x="202915" y="58692"/>
                </a:cubicBezTo>
                <a:cubicBezTo>
                  <a:pt x="314989" y="58692"/>
                  <a:pt x="405829" y="32442"/>
                  <a:pt x="405829" y="0"/>
                </a:cubicBezTo>
                <a:lnTo>
                  <a:pt x="405829" y="238454"/>
                </a:lnTo>
                <a:cubicBezTo>
                  <a:pt x="405829" y="270897"/>
                  <a:pt x="314989" y="297146"/>
                  <a:pt x="202915" y="297146"/>
                </a:cubicBezTo>
                <a:cubicBezTo>
                  <a:pt x="90840" y="297146"/>
                  <a:pt x="0" y="270897"/>
                  <a:pt x="0" y="238454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8241BF91-0DA9-454F-9B7D-82D01CC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078255"/>
            <a:ext cx="405829" cy="117384"/>
          </a:xfrm>
          <a:custGeom xmlns:a="http://schemas.openxmlformats.org/drawingml/2006/main">
            <a:pathLst>
              <a:path w="405829" h="117384">
                <a:moveTo>
                  <a:pt x="0" y="58692"/>
                </a:moveTo>
                <a:cubicBezTo>
                  <a:pt x="0" y="26249"/>
                  <a:pt x="90840" y="0"/>
                  <a:pt x="202915" y="0"/>
                </a:cubicBezTo>
                <a:cubicBezTo>
                  <a:pt x="314989" y="0"/>
                  <a:pt x="405829" y="26249"/>
                  <a:pt x="405829" y="58692"/>
                </a:cubicBezTo>
                <a:cubicBezTo>
                  <a:pt x="405829" y="91135"/>
                  <a:pt x="314989" y="117384"/>
                  <a:pt x="202915" y="117384"/>
                </a:cubicBezTo>
                <a:cubicBezTo>
                  <a:pt x="90840" y="117384"/>
                  <a:pt x="0" y="91135"/>
                  <a:pt x="0" y="58692"/>
                </a:cubicBezTo>
              </a:path>
            </a:pathLst>
          </a:custGeom>
          <a:solidFill xmlns:a="http://schemas.openxmlformats.org/drawingml/2006/main">
            <a:srgbClr val="DD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8DBDAB6A-E0D7-46B7-89C8-1E58E0B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078255"/>
            <a:ext cx="405829" cy="355838"/>
          </a:xfrm>
          <a:custGeom xmlns:a="http://schemas.openxmlformats.org/drawingml/2006/main">
            <a:pathLst>
              <a:path w="405829" h="355838">
                <a:moveTo>
                  <a:pt x="405829" y="58692"/>
                </a:moveTo>
                <a:cubicBezTo>
                  <a:pt x="405829" y="91135"/>
                  <a:pt x="314989" y="117384"/>
                  <a:pt x="202915" y="117384"/>
                </a:cubicBezTo>
                <a:cubicBezTo>
                  <a:pt x="90840" y="117384"/>
                  <a:pt x="0" y="91135"/>
                  <a:pt x="0" y="58692"/>
                </a:cubicBezTo>
                <a:cubicBezTo>
                  <a:pt x="0" y="26249"/>
                  <a:pt x="90840" y="0"/>
                  <a:pt x="202915" y="0"/>
                </a:cubicBezTo>
                <a:cubicBezTo>
                  <a:pt x="314989" y="0"/>
                  <a:pt x="405829" y="26249"/>
                  <a:pt x="405829" y="58692"/>
                </a:cubicBezTo>
                <a:lnTo>
                  <a:pt x="405829" y="297146"/>
                </a:lnTo>
                <a:cubicBezTo>
                  <a:pt x="405829" y="329589"/>
                  <a:pt x="314989" y="355838"/>
                  <a:pt x="202915" y="355838"/>
                </a:cubicBezTo>
                <a:cubicBezTo>
                  <a:pt x="90840" y="355838"/>
                  <a:pt x="0" y="329589"/>
                  <a:pt x="0" y="297146"/>
                </a:cubicBezTo>
                <a:lnTo>
                  <a:pt x="0" y="58692"/>
                </a:lnTo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6A737A"/>
            </a:solidFill>
            <a:prstDash val="solid"/>
          </a:ln>
        </p:spPr>
      </p:sp>
      <p:sp>
        <p:nvSpPr>
          <p:cNvPr id="322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3AA2968E-03BC-48FE-85B7-CC78E06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072209"/>
            <a:ext cx="405829" cy="210730"/>
          </a:xfrm>
          <a:custGeom xmlns:a="http://schemas.openxmlformats.org/drawingml/2006/main">
            <a:pathLst>
              <a:path w="405829" h="210730">
                <a:moveTo>
                  <a:pt x="0" y="0"/>
                </a:moveTo>
                <a:cubicBezTo>
                  <a:pt x="0" y="38784"/>
                  <a:pt x="90840" y="70194"/>
                  <a:pt x="202915" y="70194"/>
                </a:cubicBezTo>
                <a:cubicBezTo>
                  <a:pt x="314989" y="70194"/>
                  <a:pt x="405829" y="38784"/>
                  <a:pt x="405829" y="0"/>
                </a:cubicBezTo>
                <a:lnTo>
                  <a:pt x="405829" y="140389"/>
                </a:lnTo>
                <a:cubicBezTo>
                  <a:pt x="405829" y="179172"/>
                  <a:pt x="314989" y="210730"/>
                  <a:pt x="202915" y="210730"/>
                </a:cubicBezTo>
                <a:cubicBezTo>
                  <a:pt x="90840" y="210730"/>
                  <a:pt x="0" y="179172"/>
                  <a:pt x="0" y="140389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332E9EEC-8751-4DC0-A3E2-F242BA69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001867"/>
            <a:ext cx="405829" cy="140536"/>
          </a:xfrm>
          <a:custGeom xmlns:a="http://schemas.openxmlformats.org/drawingml/2006/main">
            <a:pathLst>
              <a:path w="405829" h="140536">
                <a:moveTo>
                  <a:pt x="0" y="70342"/>
                </a:moveTo>
                <a:cubicBezTo>
                  <a:pt x="0" y="31558"/>
                  <a:pt x="90840" y="0"/>
                  <a:pt x="202915" y="0"/>
                </a:cubicBezTo>
                <a:cubicBezTo>
                  <a:pt x="314989" y="0"/>
                  <a:pt x="405829" y="31558"/>
                  <a:pt x="405829" y="70342"/>
                </a:cubicBezTo>
                <a:cubicBezTo>
                  <a:pt x="405829" y="109125"/>
                  <a:pt x="314989" y="140536"/>
                  <a:pt x="202915" y="140536"/>
                </a:cubicBezTo>
                <a:cubicBezTo>
                  <a:pt x="90840" y="140536"/>
                  <a:pt x="0" y="109125"/>
                  <a:pt x="0" y="70342"/>
                </a:cubicBezTo>
              </a:path>
            </a:pathLst>
          </a:custGeom>
          <a:solidFill xmlns:a="http://schemas.openxmlformats.org/drawingml/2006/main">
            <a:srgbClr val="DD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789B9111-417A-412C-A2AF-9C8C8B5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127" y="1001867"/>
            <a:ext cx="405829" cy="281072"/>
          </a:xfrm>
          <a:custGeom xmlns:a="http://schemas.openxmlformats.org/drawingml/2006/main">
            <a:pathLst>
              <a:path w="405829" h="281072">
                <a:moveTo>
                  <a:pt x="405829" y="70342"/>
                </a:moveTo>
                <a:cubicBezTo>
                  <a:pt x="405829" y="109125"/>
                  <a:pt x="314989" y="140536"/>
                  <a:pt x="202915" y="140536"/>
                </a:cubicBezTo>
                <a:cubicBezTo>
                  <a:pt x="90840" y="140536"/>
                  <a:pt x="0" y="109125"/>
                  <a:pt x="0" y="70342"/>
                </a:cubicBezTo>
                <a:cubicBezTo>
                  <a:pt x="0" y="31558"/>
                  <a:pt x="90840" y="0"/>
                  <a:pt x="202915" y="0"/>
                </a:cubicBezTo>
                <a:cubicBezTo>
                  <a:pt x="314989" y="0"/>
                  <a:pt x="405829" y="31558"/>
                  <a:pt x="405829" y="70342"/>
                </a:cubicBezTo>
                <a:lnTo>
                  <a:pt x="405829" y="210731"/>
                </a:lnTo>
                <a:cubicBezTo>
                  <a:pt x="405829" y="249514"/>
                  <a:pt x="314989" y="281072"/>
                  <a:pt x="202915" y="281072"/>
                </a:cubicBezTo>
                <a:cubicBezTo>
                  <a:pt x="90840" y="281072"/>
                  <a:pt x="0" y="249514"/>
                  <a:pt x="0" y="210731"/>
                </a:cubicBezTo>
                <a:lnTo>
                  <a:pt x="0" y="70342"/>
                </a:lnTo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6A737A"/>
            </a:solidFill>
            <a:prstDash val="solid"/>
          </a:ln>
        </p:spPr>
      </p:sp>
      <p:sp>
        <p:nvSpPr>
          <p:cNvPr id="325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DC0E731F-3C5F-4341-9BA9-3A6947C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075" y="1175436"/>
            <a:ext cx="52645" cy="52793"/>
          </a:xfrm>
          <a:custGeom xmlns:a="http://schemas.openxmlformats.org/drawingml/2006/main">
            <a:pathLst>
              <a:path w="52645" h="52793">
                <a:moveTo>
                  <a:pt x="0" y="26397"/>
                </a:moveTo>
                <a:cubicBezTo>
                  <a:pt x="0" y="11797"/>
                  <a:pt x="11798" y="0"/>
                  <a:pt x="26397" y="0"/>
                </a:cubicBezTo>
                <a:cubicBezTo>
                  <a:pt x="40848" y="0"/>
                  <a:pt x="52645" y="11797"/>
                  <a:pt x="52645" y="26397"/>
                </a:cubicBezTo>
                <a:cubicBezTo>
                  <a:pt x="52645" y="40995"/>
                  <a:pt x="40848" y="52793"/>
                  <a:pt x="26397" y="52793"/>
                </a:cubicBezTo>
                <a:cubicBezTo>
                  <a:pt x="11798" y="52793"/>
                  <a:pt x="0" y="40995"/>
                  <a:pt x="0" y="26397"/>
                </a:cubicBezTo>
              </a:path>
            </a:pathLst>
          </a:custGeom>
          <a:solidFill xmlns:a="http://schemas.openxmlformats.org/drawingml/2006/main">
            <a:srgbClr val="F3FDFF"/>
          </a:solidFill>
          <a:ln xmlns:a="http://schemas.openxmlformats.org/drawingml/2006/main" w="7373">
            <a:solidFill>
              <a:srgbClr val="8695A0"/>
            </a:solidFill>
            <a:prstDash val="solid"/>
          </a:ln>
        </p:spPr>
      </p:sp>
      <p:sp>
        <p:nvSpPr>
          <p:cNvPr id="326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F7ECD012-AA39-488E-9766-B8DF079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075" y="1323787"/>
            <a:ext cx="52645" cy="52793"/>
          </a:xfrm>
          <a:custGeom xmlns:a="http://schemas.openxmlformats.org/drawingml/2006/main">
            <a:pathLst>
              <a:path w="52645" h="52793">
                <a:moveTo>
                  <a:pt x="0" y="26397"/>
                </a:moveTo>
                <a:cubicBezTo>
                  <a:pt x="0" y="11797"/>
                  <a:pt x="11798" y="0"/>
                  <a:pt x="26397" y="0"/>
                </a:cubicBezTo>
                <a:cubicBezTo>
                  <a:pt x="40848" y="0"/>
                  <a:pt x="52645" y="11797"/>
                  <a:pt x="52645" y="26397"/>
                </a:cubicBezTo>
                <a:cubicBezTo>
                  <a:pt x="52645" y="40995"/>
                  <a:pt x="40848" y="52793"/>
                  <a:pt x="26397" y="52793"/>
                </a:cubicBezTo>
                <a:cubicBezTo>
                  <a:pt x="11798" y="52793"/>
                  <a:pt x="0" y="40995"/>
                  <a:pt x="0" y="26397"/>
                </a:cubicBezTo>
              </a:path>
            </a:pathLst>
          </a:custGeom>
          <a:solidFill xmlns:a="http://schemas.openxmlformats.org/drawingml/2006/main">
            <a:srgbClr val="F3FDFF"/>
          </a:solidFill>
          <a:ln xmlns:a="http://schemas.openxmlformats.org/drawingml/2006/main" w="7373">
            <a:solidFill>
              <a:srgbClr val="8695A0"/>
            </a:solidFill>
            <a:prstDash val="solid"/>
          </a:ln>
        </p:spPr>
      </p:sp>
      <p:sp>
        <p:nvSpPr>
          <p:cNvPr id="327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1CF89620-405E-4974-B8C2-144F1240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0607" y="1076669"/>
            <a:ext cx="1449464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Offline embodied dataset</a:t>
            </a:r>
          </a:p>
        </p:txBody>
      </p:sp>
      <p:sp>
        <p:nvSpPr>
          <p:cNvPr id="328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76D71F5F-94CD-4942-9E76-FA13E611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0607" y="1232394"/>
            <a:ext cx="2144834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(HDF5: point clouds, robot actions…)</a:t>
            </a:r>
          </a:p>
        </p:txBody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CF2F5E5-1975-4B7C-A79B-A935A0F48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c438853c44ba2"/>
          <a:srcRect xmlns:a="http://schemas.openxmlformats.org/drawingml/2006/main" l="0" t="141" r="0" b="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22113" y="380588"/>
            <a:ext cx="1234299" cy="533536"/>
          </a:xfrm>
          <a:prstGeom xmlns:a="http://schemas.openxmlformats.org/drawingml/2006/main" prst="rect">
            <a:avLst/>
          </a:prstGeom>
        </p:spPr>
      </p:pic>
      <p:sp>
        <p:nvSpPr>
          <p:cNvPr id="330" name="pdf-source-image-67">
            <a:extLst xmlns:a="http://schemas.openxmlformats.org/drawingml/2006/main">
              <a:ext uri="{FF2B5EF4-FFF2-40B4-BE49-F238E27FC236}">
                <a16:creationId xmlns:a16="http://schemas.microsoft.com/office/drawing/2014/main" id="{5D282B7F-3561-4B0D-A23C-471E168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2113" y="380588"/>
            <a:ext cx="1234299" cy="53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8CEE0F4-CB18-4BD3-9472-15D355810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9466aa2fc4778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97763" y="457124"/>
            <a:ext cx="1085770" cy="383267"/>
          </a:xfrm>
          <a:prstGeom xmlns:a="http://schemas.openxmlformats.org/drawingml/2006/main" prst="rect">
            <a:avLst/>
          </a:prstGeom>
        </p:spPr>
      </p:pic>
      <p:sp>
        <p:nvSpPr>
          <p:cNvPr id="332" name="pdf-source-image-68">
            <a:extLst xmlns:a="http://schemas.openxmlformats.org/drawingml/2006/main">
              <a:ext uri="{FF2B5EF4-FFF2-40B4-BE49-F238E27FC236}">
                <a16:creationId xmlns:a16="http://schemas.microsoft.com/office/drawing/2014/main" id="{A4A41C46-32C3-42C5-B08D-976A73C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7763" y="457124"/>
            <a:ext cx="1085770" cy="3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B9DBBAC-FEBD-4EB2-A95D-6AF43FAF8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f7a3d1dba491f"/>
          <a:srcRect xmlns:a="http://schemas.openxmlformats.org/drawingml/2006/main" l="748" t="0" r="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85341" y="519989"/>
            <a:ext cx="351606" cy="254189"/>
          </a:xfrm>
          <a:prstGeom xmlns:a="http://schemas.openxmlformats.org/drawingml/2006/main" prst="rect">
            <a:avLst/>
          </a:prstGeom>
        </p:spPr>
      </p:pic>
      <p:sp>
        <p:nvSpPr>
          <p:cNvPr id="334" name="pdf-source-image-69">
            <a:extLst xmlns:a="http://schemas.openxmlformats.org/drawingml/2006/main">
              <a:ext uri="{FF2B5EF4-FFF2-40B4-BE49-F238E27FC236}">
                <a16:creationId xmlns:a16="http://schemas.microsoft.com/office/drawing/2014/main" id="{F4ECD87A-27EC-4916-8EA7-F100066C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341" y="519989"/>
            <a:ext cx="351606" cy="254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4DB32BEC-A8F2-486B-9102-06CAA40D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1655" y="516302"/>
            <a:ext cx="358979" cy="261562"/>
          </a:xfrm>
          <a:custGeom xmlns:a="http://schemas.openxmlformats.org/drawingml/2006/main">
            <a:pathLst>
              <a:path w="358979" h="261562">
                <a:moveTo>
                  <a:pt x="0" y="261562"/>
                </a:moveTo>
                <a:lnTo>
                  <a:pt x="358979" y="261562"/>
                </a:lnTo>
                <a:lnTo>
                  <a:pt x="358979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pic>
        <p:nvPic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C9BC2E2-EA2B-402A-822F-64F0DAC76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6e29a18a8465b"/>
          <a:srcRect xmlns:a="http://schemas.openxmlformats.org/drawingml/2006/main" l="831" t="0" r="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1410" y="519989"/>
            <a:ext cx="319104" cy="254189"/>
          </a:xfrm>
          <a:prstGeom xmlns:a="http://schemas.openxmlformats.org/drawingml/2006/main" prst="rect">
            <a:avLst/>
          </a:prstGeom>
        </p:spPr>
      </p:pic>
      <p:sp>
        <p:nvSpPr>
          <p:cNvPr id="337" name="pdf-source-image-70">
            <a:extLst xmlns:a="http://schemas.openxmlformats.org/drawingml/2006/main">
              <a:ext uri="{FF2B5EF4-FFF2-40B4-BE49-F238E27FC236}">
                <a16:creationId xmlns:a16="http://schemas.microsoft.com/office/drawing/2014/main" id="{7FC027CF-0AE2-4564-8E05-C50FD543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1410" y="519989"/>
            <a:ext cx="319104" cy="254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C847B607-CA9C-4692-8396-3FD7434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7724" y="516302"/>
            <a:ext cx="326477" cy="261562"/>
          </a:xfrm>
          <a:custGeom xmlns:a="http://schemas.openxmlformats.org/drawingml/2006/main">
            <a:pathLst>
              <a:path w="326477" h="261562">
                <a:moveTo>
                  <a:pt x="0" y="261562"/>
                </a:moveTo>
                <a:lnTo>
                  <a:pt x="326477" y="261562"/>
                </a:lnTo>
                <a:lnTo>
                  <a:pt x="32647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373">
            <a:solidFill>
              <a:srgbClr val="000000"/>
            </a:solidFill>
            <a:prstDash val="solid"/>
          </a:ln>
        </p:spPr>
      </p:sp>
      <p:sp>
        <p:nvSpPr>
          <p:cNvPr id="339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65672B03-A735-4A4F-A80D-0FCD965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3519" y="510690"/>
            <a:ext cx="27488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Multi</a:t>
            </a:r>
          </a:p>
        </p:txBody>
      </p:sp>
      <p:sp>
        <p:nvSpPr>
          <p:cNvPr id="340" name="pdf-text-124-0">
            <a:extLst xmlns:a="http://schemas.openxmlformats.org/drawingml/2006/main">
              <a:ext uri="{FF2B5EF4-FFF2-40B4-BE49-F238E27FC236}">
                <a16:creationId xmlns:a16="http://schemas.microsoft.com/office/drawing/2014/main" id="{5838C3E3-9AC0-482D-8B09-0F0243E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7806" y="510690"/>
            <a:ext cx="43607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41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E2E0B1F7-B5A8-402F-ABC7-269C209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047" y="510690"/>
            <a:ext cx="1266943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view execution videos</a:t>
            </a:r>
          </a:p>
        </p:txBody>
      </p:sp>
      <p:sp>
        <p:nvSpPr>
          <p:cNvPr id="342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C3ADED61-7EBC-43A5-83FE-BA2B41FA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3519" y="666416"/>
            <a:ext cx="1029530" cy="13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03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Image sequences</a:t>
            </a:r>
          </a:p>
        </p:txBody>
      </p:sp>
      <p:sp>
        <p:nvSpPr>
          <p:cNvPr id="343" name="pdf-path-333-part-0">
            <a:extLst xmlns:a="http://schemas.openxmlformats.org/drawingml/2006/main">
              <a:ext uri="{FF2B5EF4-FFF2-40B4-BE49-F238E27FC236}">
                <a16:creationId xmlns:a16="http://schemas.microsoft.com/office/drawing/2014/main" id="{A90CACA8-ABA4-45A0-9F2D-4675A3C8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807" y="1237519"/>
            <a:ext cx="1871504" cy="51613"/>
          </a:xfrm>
          <a:custGeom xmlns:a="http://schemas.openxmlformats.org/drawingml/2006/main">
            <a:pathLst>
              <a:path w="1871504" h="51613">
                <a:moveTo>
                  <a:pt x="0" y="0"/>
                </a:moveTo>
                <a:lnTo>
                  <a:pt x="1797770" y="0"/>
                </a:lnTo>
                <a:lnTo>
                  <a:pt x="1797770" y="14747"/>
                </a:lnTo>
                <a:lnTo>
                  <a:pt x="0" y="14747"/>
                </a:lnTo>
                <a:close/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df-path-333-part-1">
            <a:extLst xmlns:a="http://schemas.openxmlformats.org/drawingml/2006/main">
              <a:ext uri="{FF2B5EF4-FFF2-40B4-BE49-F238E27FC236}">
                <a16:creationId xmlns:a16="http://schemas.microsoft.com/office/drawing/2014/main" id="{91A64395-EDB4-4ADE-9426-8C269174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807" y="1237519"/>
            <a:ext cx="1871504" cy="51613"/>
          </a:xfrm>
          <a:custGeom xmlns:a="http://schemas.openxmlformats.org/drawingml/2006/main">
            <a:pathLst>
              <a:path w="1871504" h="51613">
                <a:moveTo>
                  <a:pt x="1783024" y="-36867"/>
                </a:moveTo>
                <a:lnTo>
                  <a:pt x="1871504" y="7373"/>
                </a:lnTo>
                <a:lnTo>
                  <a:pt x="1783024" y="51613"/>
                </a:lnTo>
                <a:lnTo>
                  <a:pt x="1783024" y="-36867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df-path-334-part-0">
            <a:extLst xmlns:a="http://schemas.openxmlformats.org/drawingml/2006/main">
              <a:ext uri="{FF2B5EF4-FFF2-40B4-BE49-F238E27FC236}">
                <a16:creationId xmlns:a16="http://schemas.microsoft.com/office/drawing/2014/main" id="{F2F5CEAB-7A2D-4CBA-9DFC-38ECA91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456" y="3138958"/>
            <a:ext cx="51613" cy="368078"/>
          </a:xfrm>
          <a:custGeom xmlns:a="http://schemas.openxmlformats.org/drawingml/2006/main">
            <a:pathLst>
              <a:path w="51613" h="368078">
                <a:moveTo>
                  <a:pt x="51613" y="368078"/>
                </a:moveTo>
                <a:lnTo>
                  <a:pt x="51613" y="73734"/>
                </a:lnTo>
                <a:lnTo>
                  <a:pt x="36866" y="73734"/>
                </a:lnTo>
                <a:lnTo>
                  <a:pt x="36866" y="368078"/>
                </a:lnTo>
                <a:lnTo>
                  <a:pt x="51613" y="368078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df-path-334-part-1">
            <a:extLst xmlns:a="http://schemas.openxmlformats.org/drawingml/2006/main">
              <a:ext uri="{FF2B5EF4-FFF2-40B4-BE49-F238E27FC236}">
                <a16:creationId xmlns:a16="http://schemas.microsoft.com/office/drawing/2014/main" id="{095244D9-91FD-4373-B916-FE828BF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456" y="3138958"/>
            <a:ext cx="51613" cy="368078"/>
          </a:xfrm>
          <a:custGeom xmlns:a="http://schemas.openxmlformats.org/drawingml/2006/main">
            <a:pathLst>
              <a:path w="51613" h="368078">
                <a:moveTo>
                  <a:pt x="88480" y="88481"/>
                </a:moveTo>
                <a:lnTo>
                  <a:pt x="44240" y="0"/>
                </a:lnTo>
                <a:lnTo>
                  <a:pt x="0" y="88481"/>
                </a:lnTo>
                <a:lnTo>
                  <a:pt x="88480" y="88481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df-path-335-part-0">
            <a:extLst xmlns:a="http://schemas.openxmlformats.org/drawingml/2006/main">
              <a:ext uri="{FF2B5EF4-FFF2-40B4-BE49-F238E27FC236}">
                <a16:creationId xmlns:a16="http://schemas.microsoft.com/office/drawing/2014/main" id="{A3A40EE3-86AD-4E9F-8C30-9E052E00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639" y="4107817"/>
            <a:ext cx="507581" cy="51613"/>
          </a:xfrm>
          <a:custGeom xmlns:a="http://schemas.openxmlformats.org/drawingml/2006/main">
            <a:pathLst>
              <a:path w="507581" h="51613">
                <a:moveTo>
                  <a:pt x="73734" y="0"/>
                </a:moveTo>
                <a:lnTo>
                  <a:pt x="507581" y="0"/>
                </a:lnTo>
                <a:lnTo>
                  <a:pt x="507581" y="14747"/>
                </a:lnTo>
                <a:lnTo>
                  <a:pt x="73734" y="14747"/>
                </a:lnTo>
                <a:close/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df-path-335-part-1">
            <a:extLst xmlns:a="http://schemas.openxmlformats.org/drawingml/2006/main">
              <a:ext uri="{FF2B5EF4-FFF2-40B4-BE49-F238E27FC236}">
                <a16:creationId xmlns:a16="http://schemas.microsoft.com/office/drawing/2014/main" id="{408C0259-9CFE-444A-A778-4343C4E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639" y="4107817"/>
            <a:ext cx="507581" cy="51613"/>
          </a:xfrm>
          <a:custGeom xmlns:a="http://schemas.openxmlformats.org/drawingml/2006/main">
            <a:pathLst>
              <a:path w="507581" h="51613">
                <a:moveTo>
                  <a:pt x="88481" y="-36866"/>
                </a:moveTo>
                <a:lnTo>
                  <a:pt x="0" y="7374"/>
                </a:lnTo>
                <a:lnTo>
                  <a:pt x="88481" y="51613"/>
                </a:lnTo>
                <a:lnTo>
                  <a:pt x="88481" y="-36866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df-text-127-0">
            <a:extLst xmlns:a="http://schemas.openxmlformats.org/drawingml/2006/main">
              <a:ext uri="{FF2B5EF4-FFF2-40B4-BE49-F238E27FC236}">
                <a16:creationId xmlns:a16="http://schemas.microsoft.com/office/drawing/2014/main" id="{2B7651B8-7C8E-4B0C-9FB7-CB20B9C1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3956" y="5577310"/>
            <a:ext cx="1505973" cy="14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Modification</a:t>
            </a:r>
          </a:p>
        </p:txBody>
      </p:sp>
      <p:sp>
        <p:nvSpPr>
          <p:cNvPr id="350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A81D6EE9-4E77-4CD4-818A-4AED556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344" y="5173841"/>
            <a:ext cx="1482829" cy="14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 Adjustment</a:t>
            </a:r>
          </a:p>
        </p:txBody>
      </p:sp>
      <p:sp>
        <p:nvSpPr>
          <p:cNvPr id="351" name="pdf-path-338-part-0">
            <a:extLst xmlns:a="http://schemas.openxmlformats.org/drawingml/2006/main">
              <a:ext uri="{FF2B5EF4-FFF2-40B4-BE49-F238E27FC236}">
                <a16:creationId xmlns:a16="http://schemas.microsoft.com/office/drawing/2014/main" id="{893659D2-88A0-4775-A129-E4A57A76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7505" y="5433693"/>
            <a:ext cx="1599869" cy="51569"/>
          </a:xfrm>
          <a:custGeom xmlns:a="http://schemas.openxmlformats.org/drawingml/2006/main">
            <a:pathLst>
              <a:path w="1599869" h="51569">
                <a:moveTo>
                  <a:pt x="0" y="0"/>
                </a:moveTo>
                <a:lnTo>
                  <a:pt x="1526136" y="0"/>
                </a:lnTo>
                <a:lnTo>
                  <a:pt x="1526136" y="14747"/>
                </a:lnTo>
                <a:lnTo>
                  <a:pt x="0" y="14747"/>
                </a:lnTo>
                <a:close/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df-path-338-part-1">
            <a:extLst xmlns:a="http://schemas.openxmlformats.org/drawingml/2006/main">
              <a:ext uri="{FF2B5EF4-FFF2-40B4-BE49-F238E27FC236}">
                <a16:creationId xmlns:a16="http://schemas.microsoft.com/office/drawing/2014/main" id="{54656A04-7B00-4919-B3B5-C78B262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7505" y="5433693"/>
            <a:ext cx="1599869" cy="51569"/>
          </a:xfrm>
          <a:custGeom xmlns:a="http://schemas.openxmlformats.org/drawingml/2006/main">
            <a:pathLst>
              <a:path w="1599869" h="51569">
                <a:moveTo>
                  <a:pt x="1511389" y="-36867"/>
                </a:moveTo>
                <a:lnTo>
                  <a:pt x="1599869" y="7374"/>
                </a:lnTo>
                <a:lnTo>
                  <a:pt x="1511389" y="51569"/>
                </a:lnTo>
                <a:lnTo>
                  <a:pt x="1511389" y="-36867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df-path-339-part-0">
            <a:extLst xmlns:a="http://schemas.openxmlformats.org/drawingml/2006/main">
              <a:ext uri="{FF2B5EF4-FFF2-40B4-BE49-F238E27FC236}">
                <a16:creationId xmlns:a16="http://schemas.microsoft.com/office/drawing/2014/main" id="{BB64EDDE-D2AC-4AD0-AAF9-D8545EB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8136" y="2395282"/>
            <a:ext cx="385479" cy="51613"/>
          </a:xfrm>
          <a:custGeom xmlns:a="http://schemas.openxmlformats.org/drawingml/2006/main">
            <a:pathLst>
              <a:path w="385479" h="51613">
                <a:moveTo>
                  <a:pt x="0" y="0"/>
                </a:moveTo>
                <a:lnTo>
                  <a:pt x="311746" y="0"/>
                </a:lnTo>
                <a:lnTo>
                  <a:pt x="311746" y="14747"/>
                </a:lnTo>
                <a:lnTo>
                  <a:pt x="0" y="14747"/>
                </a:lnTo>
                <a:close/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df-path-339-part-1">
            <a:extLst xmlns:a="http://schemas.openxmlformats.org/drawingml/2006/main">
              <a:ext uri="{FF2B5EF4-FFF2-40B4-BE49-F238E27FC236}">
                <a16:creationId xmlns:a16="http://schemas.microsoft.com/office/drawing/2014/main" id="{C2DE6B45-040F-4E54-AE93-303E7800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8136" y="2395282"/>
            <a:ext cx="385479" cy="51613"/>
          </a:xfrm>
          <a:custGeom xmlns:a="http://schemas.openxmlformats.org/drawingml/2006/main">
            <a:pathLst>
              <a:path w="385479" h="51613">
                <a:moveTo>
                  <a:pt x="296998" y="-36866"/>
                </a:moveTo>
                <a:lnTo>
                  <a:pt x="385479" y="7374"/>
                </a:lnTo>
                <a:lnTo>
                  <a:pt x="296998" y="51613"/>
                </a:lnTo>
                <a:lnTo>
                  <a:pt x="296998" y="-36866"/>
                </a:lnTo>
              </a:path>
            </a:pathLst>
          </a:custGeom>
          <a:solidFill xmlns:a="http://schemas.openxmlformats.org/drawingml/2006/main">
            <a:srgbClr val="69B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4249FDB5-2790-4903-AC63-5410E40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5463" y="610582"/>
            <a:ext cx="171583" cy="33678"/>
          </a:xfrm>
          <a:custGeom xmlns:a="http://schemas.openxmlformats.org/drawingml/2006/main">
            <a:pathLst>
              <a:path w="171583" h="33678">
                <a:moveTo>
                  <a:pt x="29323" y="0"/>
                </a:moveTo>
                <a:lnTo>
                  <a:pt x="29323" y="33678"/>
                </a:lnTo>
                <a:lnTo>
                  <a:pt x="0" y="33678"/>
                </a:lnTo>
                <a:lnTo>
                  <a:pt x="0" y="0"/>
                </a:lnTo>
                <a:lnTo>
                  <a:pt x="29323" y="0"/>
                </a:lnTo>
                <a:moveTo>
                  <a:pt x="100453" y="0"/>
                </a:moveTo>
                <a:lnTo>
                  <a:pt x="100453" y="33678"/>
                </a:lnTo>
                <a:lnTo>
                  <a:pt x="71131" y="33678"/>
                </a:lnTo>
                <a:lnTo>
                  <a:pt x="71131" y="0"/>
                </a:lnTo>
                <a:lnTo>
                  <a:pt x="100453" y="0"/>
                </a:lnTo>
                <a:moveTo>
                  <a:pt x="171583" y="0"/>
                </a:moveTo>
                <a:lnTo>
                  <a:pt x="171583" y="33678"/>
                </a:lnTo>
                <a:lnTo>
                  <a:pt x="142260" y="33678"/>
                </a:lnTo>
                <a:lnTo>
                  <a:pt x="142260" y="0"/>
                </a:lnTo>
                <a:lnTo>
                  <a:pt x="17158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3F5409E7-4875-4A9B-AC8D-14C3E75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4837" y="2811905"/>
            <a:ext cx="47414" cy="53837"/>
          </a:xfrm>
          <a:custGeom xmlns:a="http://schemas.openxmlformats.org/drawingml/2006/main">
            <a:pathLst>
              <a:path w="47414" h="53837">
                <a:moveTo>
                  <a:pt x="17746" y="53837"/>
                </a:moveTo>
                <a:cubicBezTo>
                  <a:pt x="12120" y="53837"/>
                  <a:pt x="7757" y="52259"/>
                  <a:pt x="4654" y="49102"/>
                </a:cubicBezTo>
                <a:cubicBezTo>
                  <a:pt x="1551" y="45944"/>
                  <a:pt x="0" y="41408"/>
                  <a:pt x="0" y="35492"/>
                </a:cubicBezTo>
                <a:cubicBezTo>
                  <a:pt x="0" y="32589"/>
                  <a:pt x="435" y="29232"/>
                  <a:pt x="1306" y="25422"/>
                </a:cubicBezTo>
                <a:cubicBezTo>
                  <a:pt x="2431" y="20268"/>
                  <a:pt x="4318" y="15768"/>
                  <a:pt x="6968" y="11922"/>
                </a:cubicBezTo>
                <a:cubicBezTo>
                  <a:pt x="9617" y="8075"/>
                  <a:pt x="12883" y="5126"/>
                  <a:pt x="16766" y="3076"/>
                </a:cubicBezTo>
                <a:cubicBezTo>
                  <a:pt x="20649" y="1025"/>
                  <a:pt x="24913" y="0"/>
                  <a:pt x="29559" y="0"/>
                </a:cubicBezTo>
                <a:cubicBezTo>
                  <a:pt x="35365" y="0"/>
                  <a:pt x="39792" y="1588"/>
                  <a:pt x="42841" y="4763"/>
                </a:cubicBezTo>
                <a:cubicBezTo>
                  <a:pt x="45889" y="7939"/>
                  <a:pt x="47414" y="12484"/>
                  <a:pt x="47414" y="18400"/>
                </a:cubicBezTo>
                <a:cubicBezTo>
                  <a:pt x="47414" y="22609"/>
                  <a:pt x="46679" y="27109"/>
                  <a:pt x="45209" y="31900"/>
                </a:cubicBezTo>
                <a:cubicBezTo>
                  <a:pt x="43739" y="36690"/>
                  <a:pt x="41724" y="40718"/>
                  <a:pt x="39167" y="43984"/>
                </a:cubicBezTo>
                <a:cubicBezTo>
                  <a:pt x="36608" y="47251"/>
                  <a:pt x="33551" y="49709"/>
                  <a:pt x="29994" y="51361"/>
                </a:cubicBezTo>
                <a:cubicBezTo>
                  <a:pt x="26438" y="53012"/>
                  <a:pt x="22355" y="53837"/>
                  <a:pt x="17746" y="53837"/>
                </a:cubicBezTo>
                <a:moveTo>
                  <a:pt x="9526" y="37833"/>
                </a:moveTo>
                <a:cubicBezTo>
                  <a:pt x="9526" y="41825"/>
                  <a:pt x="10352" y="44774"/>
                  <a:pt x="12003" y="46679"/>
                </a:cubicBezTo>
                <a:cubicBezTo>
                  <a:pt x="13654" y="48584"/>
                  <a:pt x="16149" y="49537"/>
                  <a:pt x="19487" y="49537"/>
                </a:cubicBezTo>
                <a:cubicBezTo>
                  <a:pt x="23045" y="49537"/>
                  <a:pt x="26201" y="47940"/>
                  <a:pt x="28960" y="44747"/>
                </a:cubicBezTo>
                <a:cubicBezTo>
                  <a:pt x="31718" y="41553"/>
                  <a:pt x="33895" y="37080"/>
                  <a:pt x="35492" y="31328"/>
                </a:cubicBezTo>
                <a:cubicBezTo>
                  <a:pt x="37089" y="25576"/>
                  <a:pt x="37888" y="20523"/>
                  <a:pt x="37888" y="16168"/>
                </a:cubicBezTo>
                <a:cubicBezTo>
                  <a:pt x="37888" y="12248"/>
                  <a:pt x="37125" y="9299"/>
                  <a:pt x="35601" y="7322"/>
                </a:cubicBezTo>
                <a:cubicBezTo>
                  <a:pt x="34077" y="5344"/>
                  <a:pt x="31700" y="4355"/>
                  <a:pt x="28469" y="4355"/>
                </a:cubicBezTo>
                <a:cubicBezTo>
                  <a:pt x="24695" y="4355"/>
                  <a:pt x="21402" y="5933"/>
                  <a:pt x="18589" y="9091"/>
                </a:cubicBezTo>
                <a:cubicBezTo>
                  <a:pt x="15777" y="12248"/>
                  <a:pt x="13564" y="16766"/>
                  <a:pt x="11949" y="22646"/>
                </a:cubicBezTo>
                <a:cubicBezTo>
                  <a:pt x="10334" y="28524"/>
                  <a:pt x="9526" y="33587"/>
                  <a:pt x="9526" y="378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44A6A48A-3FFA-4B44-AD04-AB5FA66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120" y="2837979"/>
            <a:ext cx="28896" cy="50558"/>
          </a:xfrm>
          <a:custGeom xmlns:a="http://schemas.openxmlformats.org/drawingml/2006/main">
            <a:pathLst>
              <a:path w="28896" h="50558">
                <a:moveTo>
                  <a:pt x="25041" y="42171"/>
                </a:moveTo>
                <a:cubicBezTo>
                  <a:pt x="23690" y="43682"/>
                  <a:pt x="22404" y="44967"/>
                  <a:pt x="21185" y="46027"/>
                </a:cubicBezTo>
                <a:cubicBezTo>
                  <a:pt x="19966" y="47087"/>
                  <a:pt x="18774" y="47955"/>
                  <a:pt x="17608" y="48631"/>
                </a:cubicBezTo>
                <a:cubicBezTo>
                  <a:pt x="16442" y="49306"/>
                  <a:pt x="15289" y="49797"/>
                  <a:pt x="14150" y="50101"/>
                </a:cubicBezTo>
                <a:cubicBezTo>
                  <a:pt x="13011" y="50406"/>
                  <a:pt x="11845" y="50558"/>
                  <a:pt x="10653" y="50558"/>
                </a:cubicBezTo>
                <a:cubicBezTo>
                  <a:pt x="7500" y="50558"/>
                  <a:pt x="5148" y="49816"/>
                  <a:pt x="3597" y="48332"/>
                </a:cubicBezTo>
                <a:cubicBezTo>
                  <a:pt x="2048" y="46849"/>
                  <a:pt x="1272" y="44662"/>
                  <a:pt x="1272" y="41774"/>
                </a:cubicBezTo>
                <a:cubicBezTo>
                  <a:pt x="1272" y="40794"/>
                  <a:pt x="1345" y="39714"/>
                  <a:pt x="1490" y="38535"/>
                </a:cubicBezTo>
                <a:cubicBezTo>
                  <a:pt x="1637" y="37356"/>
                  <a:pt x="1842" y="36210"/>
                  <a:pt x="2107" y="35097"/>
                </a:cubicBezTo>
                <a:lnTo>
                  <a:pt x="6837" y="14508"/>
                </a:lnTo>
                <a:lnTo>
                  <a:pt x="0" y="14508"/>
                </a:lnTo>
                <a:lnTo>
                  <a:pt x="795" y="11447"/>
                </a:lnTo>
                <a:cubicBezTo>
                  <a:pt x="2385" y="11447"/>
                  <a:pt x="3624" y="11295"/>
                  <a:pt x="4512" y="10990"/>
                </a:cubicBezTo>
                <a:cubicBezTo>
                  <a:pt x="5399" y="10686"/>
                  <a:pt x="6148" y="10268"/>
                  <a:pt x="6757" y="9738"/>
                </a:cubicBezTo>
                <a:cubicBezTo>
                  <a:pt x="7155" y="9367"/>
                  <a:pt x="7539" y="8910"/>
                  <a:pt x="7910" y="8367"/>
                </a:cubicBezTo>
                <a:cubicBezTo>
                  <a:pt x="8281" y="7824"/>
                  <a:pt x="8652" y="7168"/>
                  <a:pt x="9023" y="6399"/>
                </a:cubicBezTo>
                <a:cubicBezTo>
                  <a:pt x="9394" y="5631"/>
                  <a:pt x="9771" y="4723"/>
                  <a:pt x="10156" y="3677"/>
                </a:cubicBezTo>
                <a:cubicBezTo>
                  <a:pt x="10539" y="2630"/>
                  <a:pt x="10970" y="1404"/>
                  <a:pt x="11447" y="0"/>
                </a:cubicBezTo>
                <a:lnTo>
                  <a:pt x="17647" y="0"/>
                </a:lnTo>
                <a:lnTo>
                  <a:pt x="15382" y="10096"/>
                </a:lnTo>
                <a:lnTo>
                  <a:pt x="28896" y="10096"/>
                </a:lnTo>
                <a:lnTo>
                  <a:pt x="27982" y="14508"/>
                </a:lnTo>
                <a:lnTo>
                  <a:pt x="14508" y="14508"/>
                </a:lnTo>
                <a:lnTo>
                  <a:pt x="10454" y="31161"/>
                </a:lnTo>
                <a:cubicBezTo>
                  <a:pt x="10189" y="32275"/>
                  <a:pt x="9970" y="33275"/>
                  <a:pt x="9798" y="34163"/>
                </a:cubicBezTo>
                <a:cubicBezTo>
                  <a:pt x="9626" y="35050"/>
                  <a:pt x="9487" y="35852"/>
                  <a:pt x="9381" y="36567"/>
                </a:cubicBezTo>
                <a:cubicBezTo>
                  <a:pt x="9274" y="37283"/>
                  <a:pt x="9202" y="37932"/>
                  <a:pt x="9162" y="38515"/>
                </a:cubicBezTo>
                <a:cubicBezTo>
                  <a:pt x="9122" y="39098"/>
                  <a:pt x="9102" y="39641"/>
                  <a:pt x="9102" y="40144"/>
                </a:cubicBezTo>
                <a:cubicBezTo>
                  <a:pt x="9102" y="41735"/>
                  <a:pt x="9434" y="42980"/>
                  <a:pt x="10096" y="43881"/>
                </a:cubicBezTo>
                <a:cubicBezTo>
                  <a:pt x="10758" y="44781"/>
                  <a:pt x="11845" y="45232"/>
                  <a:pt x="13355" y="45232"/>
                </a:cubicBezTo>
                <a:cubicBezTo>
                  <a:pt x="14627" y="45232"/>
                  <a:pt x="15978" y="44762"/>
                  <a:pt x="17409" y="43821"/>
                </a:cubicBezTo>
                <a:cubicBezTo>
                  <a:pt x="18840" y="42880"/>
                  <a:pt x="20470" y="41403"/>
                  <a:pt x="22298" y="39389"/>
                </a:cubicBezTo>
                <a:lnTo>
                  <a:pt x="25041" y="421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2788A509-D2E9-4448-B391-49F4542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320" y="2786919"/>
            <a:ext cx="47850" cy="101305"/>
          </a:xfrm>
          <a:custGeom xmlns:a="http://schemas.openxmlformats.org/drawingml/2006/main">
            <a:pathLst>
              <a:path w="47850" h="101305">
                <a:moveTo>
                  <a:pt x="47850" y="0"/>
                </a:moveTo>
                <a:lnTo>
                  <a:pt x="8547" y="101305"/>
                </a:lnTo>
                <a:lnTo>
                  <a:pt x="0" y="101305"/>
                </a:lnTo>
                <a:lnTo>
                  <a:pt x="39412" y="0"/>
                </a:lnTo>
                <a:lnTo>
                  <a:pt x="4785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7DD9D347-E196-4898-A50D-978E454B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8792" y="2811905"/>
            <a:ext cx="47414" cy="53837"/>
          </a:xfrm>
          <a:custGeom xmlns:a="http://schemas.openxmlformats.org/drawingml/2006/main">
            <a:pathLst>
              <a:path w="47414" h="53837">
                <a:moveTo>
                  <a:pt x="17746" y="53837"/>
                </a:moveTo>
                <a:cubicBezTo>
                  <a:pt x="12120" y="53837"/>
                  <a:pt x="7757" y="52259"/>
                  <a:pt x="4654" y="49102"/>
                </a:cubicBezTo>
                <a:cubicBezTo>
                  <a:pt x="1551" y="45944"/>
                  <a:pt x="0" y="41408"/>
                  <a:pt x="0" y="35492"/>
                </a:cubicBezTo>
                <a:cubicBezTo>
                  <a:pt x="0" y="32589"/>
                  <a:pt x="435" y="29232"/>
                  <a:pt x="1306" y="25422"/>
                </a:cubicBezTo>
                <a:cubicBezTo>
                  <a:pt x="2431" y="20268"/>
                  <a:pt x="4318" y="15768"/>
                  <a:pt x="6968" y="11922"/>
                </a:cubicBezTo>
                <a:cubicBezTo>
                  <a:pt x="9617" y="8075"/>
                  <a:pt x="12883" y="5126"/>
                  <a:pt x="16766" y="3076"/>
                </a:cubicBezTo>
                <a:cubicBezTo>
                  <a:pt x="20649" y="1025"/>
                  <a:pt x="24913" y="0"/>
                  <a:pt x="29559" y="0"/>
                </a:cubicBezTo>
                <a:cubicBezTo>
                  <a:pt x="35365" y="0"/>
                  <a:pt x="39792" y="1588"/>
                  <a:pt x="42841" y="4763"/>
                </a:cubicBezTo>
                <a:cubicBezTo>
                  <a:pt x="45889" y="7939"/>
                  <a:pt x="47414" y="12484"/>
                  <a:pt x="47414" y="18400"/>
                </a:cubicBezTo>
                <a:cubicBezTo>
                  <a:pt x="47414" y="22609"/>
                  <a:pt x="46679" y="27109"/>
                  <a:pt x="45209" y="31900"/>
                </a:cubicBezTo>
                <a:cubicBezTo>
                  <a:pt x="43739" y="36690"/>
                  <a:pt x="41724" y="40718"/>
                  <a:pt x="39167" y="43984"/>
                </a:cubicBezTo>
                <a:cubicBezTo>
                  <a:pt x="36608" y="47251"/>
                  <a:pt x="33551" y="49709"/>
                  <a:pt x="29994" y="51361"/>
                </a:cubicBezTo>
                <a:cubicBezTo>
                  <a:pt x="26438" y="53012"/>
                  <a:pt x="22355" y="53837"/>
                  <a:pt x="17746" y="53837"/>
                </a:cubicBezTo>
                <a:moveTo>
                  <a:pt x="9526" y="37833"/>
                </a:moveTo>
                <a:cubicBezTo>
                  <a:pt x="9526" y="41825"/>
                  <a:pt x="10352" y="44774"/>
                  <a:pt x="12003" y="46679"/>
                </a:cubicBezTo>
                <a:cubicBezTo>
                  <a:pt x="13654" y="48584"/>
                  <a:pt x="16149" y="49537"/>
                  <a:pt x="19487" y="49537"/>
                </a:cubicBezTo>
                <a:cubicBezTo>
                  <a:pt x="23045" y="49537"/>
                  <a:pt x="26201" y="47940"/>
                  <a:pt x="28960" y="44747"/>
                </a:cubicBezTo>
                <a:cubicBezTo>
                  <a:pt x="31718" y="41553"/>
                  <a:pt x="33895" y="37080"/>
                  <a:pt x="35492" y="31328"/>
                </a:cubicBezTo>
                <a:cubicBezTo>
                  <a:pt x="37089" y="25576"/>
                  <a:pt x="37888" y="20523"/>
                  <a:pt x="37888" y="16168"/>
                </a:cubicBezTo>
                <a:cubicBezTo>
                  <a:pt x="37888" y="12248"/>
                  <a:pt x="37125" y="9299"/>
                  <a:pt x="35601" y="7322"/>
                </a:cubicBezTo>
                <a:cubicBezTo>
                  <a:pt x="34077" y="5344"/>
                  <a:pt x="31700" y="4355"/>
                  <a:pt x="28469" y="4355"/>
                </a:cubicBezTo>
                <a:cubicBezTo>
                  <a:pt x="24695" y="4355"/>
                  <a:pt x="21402" y="5933"/>
                  <a:pt x="18589" y="9091"/>
                </a:cubicBezTo>
                <a:cubicBezTo>
                  <a:pt x="15777" y="12248"/>
                  <a:pt x="13564" y="16766"/>
                  <a:pt x="11949" y="22646"/>
                </a:cubicBezTo>
                <a:cubicBezTo>
                  <a:pt x="10334" y="28524"/>
                  <a:pt x="9526" y="33587"/>
                  <a:pt x="9526" y="378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62108FD8-5678-4CE6-954F-F8D1460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608" y="2847240"/>
            <a:ext cx="35057" cy="41297"/>
          </a:xfrm>
          <a:custGeom xmlns:a="http://schemas.openxmlformats.org/drawingml/2006/main">
            <a:pathLst>
              <a:path w="35057" h="41297">
                <a:moveTo>
                  <a:pt x="29612" y="10851"/>
                </a:moveTo>
                <a:cubicBezTo>
                  <a:pt x="29321" y="8466"/>
                  <a:pt x="28532" y="6704"/>
                  <a:pt x="27247" y="5564"/>
                </a:cubicBezTo>
                <a:cubicBezTo>
                  <a:pt x="25961" y="4425"/>
                  <a:pt x="23968" y="3855"/>
                  <a:pt x="21265" y="3855"/>
                </a:cubicBezTo>
                <a:cubicBezTo>
                  <a:pt x="20178" y="3855"/>
                  <a:pt x="19172" y="4001"/>
                  <a:pt x="18244" y="4293"/>
                </a:cubicBezTo>
                <a:cubicBezTo>
                  <a:pt x="17317" y="4584"/>
                  <a:pt x="16522" y="4988"/>
                  <a:pt x="15860" y="5505"/>
                </a:cubicBezTo>
                <a:cubicBezTo>
                  <a:pt x="15197" y="6022"/>
                  <a:pt x="14680" y="6638"/>
                  <a:pt x="14309" y="7353"/>
                </a:cubicBezTo>
                <a:cubicBezTo>
                  <a:pt x="13939" y="8069"/>
                  <a:pt x="13753" y="8850"/>
                  <a:pt x="13753" y="9698"/>
                </a:cubicBezTo>
                <a:cubicBezTo>
                  <a:pt x="13753" y="10467"/>
                  <a:pt x="13845" y="11169"/>
                  <a:pt x="14031" y="11805"/>
                </a:cubicBezTo>
                <a:cubicBezTo>
                  <a:pt x="14217" y="12441"/>
                  <a:pt x="14581" y="13064"/>
                  <a:pt x="15124" y="13673"/>
                </a:cubicBezTo>
                <a:cubicBezTo>
                  <a:pt x="15667" y="14282"/>
                  <a:pt x="16435" y="14918"/>
                  <a:pt x="17429" y="15581"/>
                </a:cubicBezTo>
                <a:cubicBezTo>
                  <a:pt x="18423" y="16243"/>
                  <a:pt x="19728" y="16999"/>
                  <a:pt x="21344" y="17846"/>
                </a:cubicBezTo>
                <a:cubicBezTo>
                  <a:pt x="23040" y="18774"/>
                  <a:pt x="24451" y="19661"/>
                  <a:pt x="25578" y="20510"/>
                </a:cubicBezTo>
                <a:cubicBezTo>
                  <a:pt x="26704" y="21358"/>
                  <a:pt x="27598" y="22219"/>
                  <a:pt x="28260" y="23093"/>
                </a:cubicBezTo>
                <a:cubicBezTo>
                  <a:pt x="28923" y="23968"/>
                  <a:pt x="29387" y="24902"/>
                  <a:pt x="29652" y="25895"/>
                </a:cubicBezTo>
                <a:cubicBezTo>
                  <a:pt x="29916" y="26889"/>
                  <a:pt x="30049" y="27995"/>
                  <a:pt x="30049" y="29214"/>
                </a:cubicBezTo>
                <a:cubicBezTo>
                  <a:pt x="30049" y="31095"/>
                  <a:pt x="29665" y="32785"/>
                  <a:pt x="28897" y="34282"/>
                </a:cubicBezTo>
                <a:cubicBezTo>
                  <a:pt x="28128" y="35779"/>
                  <a:pt x="27055" y="37044"/>
                  <a:pt x="25677" y="38078"/>
                </a:cubicBezTo>
                <a:cubicBezTo>
                  <a:pt x="24299" y="39111"/>
                  <a:pt x="22676" y="39906"/>
                  <a:pt x="20808" y="40463"/>
                </a:cubicBezTo>
                <a:cubicBezTo>
                  <a:pt x="18940" y="41019"/>
                  <a:pt x="16893" y="41297"/>
                  <a:pt x="14667" y="41297"/>
                </a:cubicBezTo>
                <a:cubicBezTo>
                  <a:pt x="12229" y="41297"/>
                  <a:pt x="9831" y="41138"/>
                  <a:pt x="7473" y="40820"/>
                </a:cubicBezTo>
                <a:cubicBezTo>
                  <a:pt x="5115" y="40502"/>
                  <a:pt x="2624" y="39959"/>
                  <a:pt x="0" y="39190"/>
                </a:cubicBezTo>
                <a:lnTo>
                  <a:pt x="2068" y="30128"/>
                </a:lnTo>
                <a:lnTo>
                  <a:pt x="5525" y="30128"/>
                </a:lnTo>
                <a:cubicBezTo>
                  <a:pt x="5658" y="32592"/>
                  <a:pt x="6433" y="34441"/>
                  <a:pt x="7850" y="35673"/>
                </a:cubicBezTo>
                <a:cubicBezTo>
                  <a:pt x="9268" y="36905"/>
                  <a:pt x="11460" y="37521"/>
                  <a:pt x="14429" y="37521"/>
                </a:cubicBezTo>
                <a:cubicBezTo>
                  <a:pt x="17078" y="37521"/>
                  <a:pt x="19165" y="36951"/>
                  <a:pt x="20688" y="35812"/>
                </a:cubicBezTo>
                <a:cubicBezTo>
                  <a:pt x="22213" y="34673"/>
                  <a:pt x="22974" y="33083"/>
                  <a:pt x="22974" y="31042"/>
                </a:cubicBezTo>
                <a:cubicBezTo>
                  <a:pt x="22974" y="30115"/>
                  <a:pt x="22881" y="29314"/>
                  <a:pt x="22696" y="28638"/>
                </a:cubicBezTo>
                <a:cubicBezTo>
                  <a:pt x="22510" y="27962"/>
                  <a:pt x="22146" y="27319"/>
                  <a:pt x="21603" y="26710"/>
                </a:cubicBezTo>
                <a:cubicBezTo>
                  <a:pt x="21060" y="26101"/>
                  <a:pt x="20318" y="25471"/>
                  <a:pt x="19377" y="24822"/>
                </a:cubicBezTo>
                <a:cubicBezTo>
                  <a:pt x="18437" y="24173"/>
                  <a:pt x="17211" y="23424"/>
                  <a:pt x="15700" y="22576"/>
                </a:cubicBezTo>
                <a:cubicBezTo>
                  <a:pt x="14137" y="21702"/>
                  <a:pt x="12792" y="20841"/>
                  <a:pt x="11666" y="19993"/>
                </a:cubicBezTo>
                <a:cubicBezTo>
                  <a:pt x="10540" y="19145"/>
                  <a:pt x="9612" y="18284"/>
                  <a:pt x="8883" y="17409"/>
                </a:cubicBezTo>
                <a:cubicBezTo>
                  <a:pt x="8155" y="16535"/>
                  <a:pt x="7618" y="15620"/>
                  <a:pt x="7274" y="14667"/>
                </a:cubicBezTo>
                <a:cubicBezTo>
                  <a:pt x="6929" y="13713"/>
                  <a:pt x="6757" y="12693"/>
                  <a:pt x="6757" y="11606"/>
                </a:cubicBezTo>
                <a:cubicBezTo>
                  <a:pt x="6757" y="9937"/>
                  <a:pt x="7108" y="8393"/>
                  <a:pt x="7811" y="6975"/>
                </a:cubicBezTo>
                <a:cubicBezTo>
                  <a:pt x="8513" y="5558"/>
                  <a:pt x="9513" y="4332"/>
                  <a:pt x="10812" y="3299"/>
                </a:cubicBezTo>
                <a:cubicBezTo>
                  <a:pt x="12110" y="2266"/>
                  <a:pt x="13674" y="1458"/>
                  <a:pt x="15501" y="875"/>
                </a:cubicBezTo>
                <a:cubicBezTo>
                  <a:pt x="17330" y="292"/>
                  <a:pt x="19384" y="0"/>
                  <a:pt x="21662" y="0"/>
                </a:cubicBezTo>
                <a:cubicBezTo>
                  <a:pt x="24233" y="0"/>
                  <a:pt x="26598" y="159"/>
                  <a:pt x="28757" y="477"/>
                </a:cubicBezTo>
                <a:cubicBezTo>
                  <a:pt x="30916" y="795"/>
                  <a:pt x="33017" y="1259"/>
                  <a:pt x="35057" y="1868"/>
                </a:cubicBezTo>
                <a:lnTo>
                  <a:pt x="33150" y="10851"/>
                </a:lnTo>
                <a:lnTo>
                  <a:pt x="29612" y="108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68A06D2-3DAC-4A93-8BB4-E027DA8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6196" y="3541014"/>
            <a:ext cx="70717" cy="70718"/>
          </a:xfrm>
          <a:custGeom xmlns:a="http://schemas.openxmlformats.org/drawingml/2006/main">
            <a:pathLst>
              <a:path w="70717" h="70718">
                <a:moveTo>
                  <a:pt x="41929" y="35199"/>
                </a:moveTo>
                <a:lnTo>
                  <a:pt x="70717" y="64306"/>
                </a:lnTo>
                <a:lnTo>
                  <a:pt x="64306" y="70718"/>
                </a:lnTo>
                <a:lnTo>
                  <a:pt x="35583" y="41418"/>
                </a:lnTo>
                <a:lnTo>
                  <a:pt x="5963" y="70461"/>
                </a:lnTo>
                <a:lnTo>
                  <a:pt x="0" y="64435"/>
                </a:lnTo>
                <a:lnTo>
                  <a:pt x="29301" y="35199"/>
                </a:lnTo>
                <a:lnTo>
                  <a:pt x="127" y="6412"/>
                </a:lnTo>
                <a:lnTo>
                  <a:pt x="6540" y="0"/>
                </a:lnTo>
                <a:lnTo>
                  <a:pt x="35583" y="28980"/>
                </a:lnTo>
                <a:lnTo>
                  <a:pt x="64627" y="0"/>
                </a:lnTo>
                <a:lnTo>
                  <a:pt x="70653" y="5963"/>
                </a:lnTo>
                <a:lnTo>
                  <a:pt x="41929" y="351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7E35727-CD4E-4E60-B0AF-785751659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26a5a6da142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5925" y="600075"/>
            <a:ext cx="1314450" cy="257175"/>
          </a:xfrm>
          <a:prstGeom xmlns:a="http://schemas.openxmlformats.org/drawingml/2006/main" prst="rect">
            <a:avLst/>
          </a:prstGeom>
        </p:spPr>
      </p:pic>
      <p:sp>
        <p:nvSpPr>
          <p:cNvPr id="36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93AE4A4D-26DB-43DD-A603-742469D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600075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4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6D7E9366-ED95-4974-914F-EF74628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0220" y="3525691"/>
            <a:ext cx="62830" cy="87964"/>
          </a:xfrm>
          <a:custGeom xmlns:a="http://schemas.openxmlformats.org/drawingml/2006/main">
            <a:pathLst>
              <a:path w="62830" h="87964">
                <a:moveTo>
                  <a:pt x="28146" y="84822"/>
                </a:moveTo>
                <a:cubicBezTo>
                  <a:pt x="30795" y="84138"/>
                  <a:pt x="32569" y="83380"/>
                  <a:pt x="33467" y="82546"/>
                </a:cubicBezTo>
                <a:cubicBezTo>
                  <a:pt x="34364" y="81713"/>
                  <a:pt x="34951" y="80527"/>
                  <a:pt x="35230" y="78988"/>
                </a:cubicBezTo>
                <a:cubicBezTo>
                  <a:pt x="35508" y="77449"/>
                  <a:pt x="35647" y="75098"/>
                  <a:pt x="35647" y="71935"/>
                </a:cubicBezTo>
                <a:lnTo>
                  <a:pt x="35647" y="61421"/>
                </a:lnTo>
                <a:lnTo>
                  <a:pt x="0" y="61421"/>
                </a:lnTo>
                <a:lnTo>
                  <a:pt x="0" y="56612"/>
                </a:lnTo>
                <a:lnTo>
                  <a:pt x="37506" y="0"/>
                </a:lnTo>
                <a:lnTo>
                  <a:pt x="46673" y="0"/>
                </a:lnTo>
                <a:lnTo>
                  <a:pt x="46673" y="55202"/>
                </a:lnTo>
                <a:lnTo>
                  <a:pt x="48020" y="55202"/>
                </a:lnTo>
                <a:cubicBezTo>
                  <a:pt x="50500" y="55202"/>
                  <a:pt x="52274" y="55020"/>
                  <a:pt x="53341" y="54657"/>
                </a:cubicBezTo>
                <a:cubicBezTo>
                  <a:pt x="54410" y="54294"/>
                  <a:pt x="55298" y="53653"/>
                  <a:pt x="56002" y="52734"/>
                </a:cubicBezTo>
                <a:cubicBezTo>
                  <a:pt x="56707" y="51814"/>
                  <a:pt x="57359" y="50308"/>
                  <a:pt x="57958" y="48213"/>
                </a:cubicBezTo>
                <a:lnTo>
                  <a:pt x="62830" y="48213"/>
                </a:lnTo>
                <a:lnTo>
                  <a:pt x="62061" y="61421"/>
                </a:lnTo>
                <a:lnTo>
                  <a:pt x="46673" y="61421"/>
                </a:lnTo>
                <a:lnTo>
                  <a:pt x="46673" y="71935"/>
                </a:lnTo>
                <a:cubicBezTo>
                  <a:pt x="46673" y="74799"/>
                  <a:pt x="46771" y="76894"/>
                  <a:pt x="46963" y="78218"/>
                </a:cubicBezTo>
                <a:cubicBezTo>
                  <a:pt x="47155" y="79544"/>
                  <a:pt x="47476" y="80591"/>
                  <a:pt x="47924" y="81360"/>
                </a:cubicBezTo>
                <a:cubicBezTo>
                  <a:pt x="48374" y="82130"/>
                  <a:pt x="49035" y="82771"/>
                  <a:pt x="49912" y="83284"/>
                </a:cubicBezTo>
                <a:cubicBezTo>
                  <a:pt x="50788" y="83796"/>
                  <a:pt x="52209" y="84310"/>
                  <a:pt x="54175" y="84822"/>
                </a:cubicBezTo>
                <a:lnTo>
                  <a:pt x="54175" y="87964"/>
                </a:lnTo>
                <a:lnTo>
                  <a:pt x="28146" y="87964"/>
                </a:lnTo>
                <a:lnTo>
                  <a:pt x="28146" y="84822"/>
                </a:lnTo>
                <a:moveTo>
                  <a:pt x="10578" y="55202"/>
                </a:moveTo>
                <a:lnTo>
                  <a:pt x="35647" y="55202"/>
                </a:lnTo>
                <a:lnTo>
                  <a:pt x="35647" y="39237"/>
                </a:lnTo>
                <a:cubicBezTo>
                  <a:pt x="35647" y="35220"/>
                  <a:pt x="35710" y="30721"/>
                  <a:pt x="35839" y="25742"/>
                </a:cubicBezTo>
                <a:cubicBezTo>
                  <a:pt x="35966" y="20762"/>
                  <a:pt x="36116" y="17012"/>
                  <a:pt x="36287" y="14490"/>
                </a:cubicBezTo>
                <a:lnTo>
                  <a:pt x="35647" y="14490"/>
                </a:lnTo>
                <a:lnTo>
                  <a:pt x="10578" y="54305"/>
                </a:lnTo>
                <a:lnTo>
                  <a:pt x="10578" y="552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BE5E2188-1FF4-4D8F-A7EC-E89AF2A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859" y="2935546"/>
            <a:ext cx="171583" cy="33678"/>
          </a:xfrm>
          <a:custGeom xmlns:a="http://schemas.openxmlformats.org/drawingml/2006/main">
            <a:pathLst>
              <a:path w="171583" h="33678">
                <a:moveTo>
                  <a:pt x="29323" y="0"/>
                </a:moveTo>
                <a:lnTo>
                  <a:pt x="29323" y="33678"/>
                </a:lnTo>
                <a:lnTo>
                  <a:pt x="0" y="33678"/>
                </a:lnTo>
                <a:lnTo>
                  <a:pt x="0" y="0"/>
                </a:lnTo>
                <a:lnTo>
                  <a:pt x="29323" y="0"/>
                </a:lnTo>
                <a:moveTo>
                  <a:pt x="100452" y="0"/>
                </a:moveTo>
                <a:lnTo>
                  <a:pt x="100452" y="33678"/>
                </a:lnTo>
                <a:lnTo>
                  <a:pt x="71129" y="33678"/>
                </a:lnTo>
                <a:lnTo>
                  <a:pt x="71129" y="0"/>
                </a:lnTo>
                <a:lnTo>
                  <a:pt x="100452" y="0"/>
                </a:lnTo>
                <a:moveTo>
                  <a:pt x="171583" y="0"/>
                </a:moveTo>
                <a:lnTo>
                  <a:pt x="171583" y="33678"/>
                </a:lnTo>
                <a:lnTo>
                  <a:pt x="142259" y="33678"/>
                </a:lnTo>
                <a:lnTo>
                  <a:pt x="142259" y="0"/>
                </a:lnTo>
                <a:lnTo>
                  <a:pt x="17158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E1BB64E7-3351-4899-A1E0-2BD43706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2621" y="4031225"/>
            <a:ext cx="171583" cy="33678"/>
          </a:xfrm>
          <a:custGeom xmlns:a="http://schemas.openxmlformats.org/drawingml/2006/main">
            <a:pathLst>
              <a:path w="171583" h="33678">
                <a:moveTo>
                  <a:pt x="29323" y="0"/>
                </a:moveTo>
                <a:lnTo>
                  <a:pt x="29323" y="33678"/>
                </a:lnTo>
                <a:lnTo>
                  <a:pt x="0" y="33678"/>
                </a:lnTo>
                <a:lnTo>
                  <a:pt x="0" y="0"/>
                </a:lnTo>
                <a:lnTo>
                  <a:pt x="29323" y="0"/>
                </a:lnTo>
                <a:moveTo>
                  <a:pt x="100453" y="0"/>
                </a:moveTo>
                <a:lnTo>
                  <a:pt x="100453" y="33678"/>
                </a:lnTo>
                <a:lnTo>
                  <a:pt x="71131" y="33678"/>
                </a:lnTo>
                <a:lnTo>
                  <a:pt x="71131" y="0"/>
                </a:lnTo>
                <a:lnTo>
                  <a:pt x="100453" y="0"/>
                </a:lnTo>
                <a:moveTo>
                  <a:pt x="171583" y="0"/>
                </a:moveTo>
                <a:lnTo>
                  <a:pt x="171583" y="33678"/>
                </a:lnTo>
                <a:lnTo>
                  <a:pt x="142260" y="33678"/>
                </a:lnTo>
                <a:lnTo>
                  <a:pt x="142260" y="0"/>
                </a:lnTo>
                <a:lnTo>
                  <a:pt x="17158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96FF5037-8BDC-4D5A-AD62-12C2651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6009" y="1573703"/>
            <a:ext cx="40794" cy="121935"/>
          </a:xfrm>
          <a:custGeom xmlns:a="http://schemas.openxmlformats.org/drawingml/2006/main">
            <a:pathLst>
              <a:path w="40794" h="121935">
                <a:moveTo>
                  <a:pt x="0" y="58058"/>
                </a:moveTo>
                <a:cubicBezTo>
                  <a:pt x="4092" y="57930"/>
                  <a:pt x="7151" y="56939"/>
                  <a:pt x="9176" y="55085"/>
                </a:cubicBezTo>
                <a:cubicBezTo>
                  <a:pt x="11200" y="53231"/>
                  <a:pt x="12212" y="50833"/>
                  <a:pt x="12212" y="47892"/>
                </a:cubicBezTo>
                <a:cubicBezTo>
                  <a:pt x="12212" y="46357"/>
                  <a:pt x="11711" y="43330"/>
                  <a:pt x="10710" y="38812"/>
                </a:cubicBezTo>
                <a:cubicBezTo>
                  <a:pt x="9708" y="34293"/>
                  <a:pt x="9207" y="30265"/>
                  <a:pt x="9207" y="26727"/>
                </a:cubicBezTo>
                <a:cubicBezTo>
                  <a:pt x="9207" y="17903"/>
                  <a:pt x="11691" y="11286"/>
                  <a:pt x="16656" y="6874"/>
                </a:cubicBezTo>
                <a:cubicBezTo>
                  <a:pt x="21622" y="2462"/>
                  <a:pt x="29114" y="170"/>
                  <a:pt x="39132" y="0"/>
                </a:cubicBezTo>
                <a:lnTo>
                  <a:pt x="40794" y="0"/>
                </a:lnTo>
                <a:lnTo>
                  <a:pt x="40794" y="4859"/>
                </a:lnTo>
                <a:lnTo>
                  <a:pt x="39835" y="4859"/>
                </a:lnTo>
                <a:cubicBezTo>
                  <a:pt x="33654" y="4859"/>
                  <a:pt x="28816" y="6469"/>
                  <a:pt x="25321" y="9687"/>
                </a:cubicBezTo>
                <a:cubicBezTo>
                  <a:pt x="21825" y="12905"/>
                  <a:pt x="20077" y="18202"/>
                  <a:pt x="20077" y="25576"/>
                </a:cubicBezTo>
                <a:cubicBezTo>
                  <a:pt x="20077" y="28560"/>
                  <a:pt x="20503" y="32247"/>
                  <a:pt x="21356" y="36638"/>
                </a:cubicBezTo>
                <a:cubicBezTo>
                  <a:pt x="22208" y="41029"/>
                  <a:pt x="22635" y="44162"/>
                  <a:pt x="22635" y="46037"/>
                </a:cubicBezTo>
                <a:cubicBezTo>
                  <a:pt x="22635" y="49660"/>
                  <a:pt x="21569" y="52634"/>
                  <a:pt x="19438" y="54957"/>
                </a:cubicBezTo>
                <a:cubicBezTo>
                  <a:pt x="17307" y="57280"/>
                  <a:pt x="14770" y="58996"/>
                  <a:pt x="11829" y="60104"/>
                </a:cubicBezTo>
                <a:lnTo>
                  <a:pt x="11829" y="61255"/>
                </a:lnTo>
                <a:cubicBezTo>
                  <a:pt x="14770" y="62363"/>
                  <a:pt x="17307" y="64079"/>
                  <a:pt x="19438" y="66402"/>
                </a:cubicBezTo>
                <a:cubicBezTo>
                  <a:pt x="21569" y="68726"/>
                  <a:pt x="22635" y="71699"/>
                  <a:pt x="22635" y="75322"/>
                </a:cubicBezTo>
                <a:cubicBezTo>
                  <a:pt x="22635" y="77198"/>
                  <a:pt x="22208" y="80331"/>
                  <a:pt x="21356" y="84722"/>
                </a:cubicBezTo>
                <a:cubicBezTo>
                  <a:pt x="20503" y="89112"/>
                  <a:pt x="20077" y="92799"/>
                  <a:pt x="20077" y="95783"/>
                </a:cubicBezTo>
                <a:cubicBezTo>
                  <a:pt x="20077" y="103541"/>
                  <a:pt x="21825" y="109030"/>
                  <a:pt x="25321" y="112248"/>
                </a:cubicBezTo>
                <a:cubicBezTo>
                  <a:pt x="28816" y="115466"/>
                  <a:pt x="33654" y="117075"/>
                  <a:pt x="39835" y="117075"/>
                </a:cubicBezTo>
                <a:lnTo>
                  <a:pt x="40794" y="117075"/>
                </a:lnTo>
                <a:lnTo>
                  <a:pt x="40794" y="121935"/>
                </a:lnTo>
                <a:lnTo>
                  <a:pt x="39132" y="121935"/>
                </a:lnTo>
                <a:cubicBezTo>
                  <a:pt x="29114" y="121764"/>
                  <a:pt x="21622" y="119473"/>
                  <a:pt x="16656" y="115061"/>
                </a:cubicBezTo>
                <a:cubicBezTo>
                  <a:pt x="11691" y="110649"/>
                  <a:pt x="9207" y="103840"/>
                  <a:pt x="9207" y="94632"/>
                </a:cubicBezTo>
                <a:cubicBezTo>
                  <a:pt x="9207" y="91094"/>
                  <a:pt x="9708" y="87066"/>
                  <a:pt x="10710" y="82548"/>
                </a:cubicBezTo>
                <a:cubicBezTo>
                  <a:pt x="11711" y="78029"/>
                  <a:pt x="12212" y="75002"/>
                  <a:pt x="12212" y="73468"/>
                </a:cubicBezTo>
                <a:cubicBezTo>
                  <a:pt x="12212" y="70527"/>
                  <a:pt x="11200" y="68129"/>
                  <a:pt x="9176" y="66275"/>
                </a:cubicBezTo>
                <a:cubicBezTo>
                  <a:pt x="7151" y="64420"/>
                  <a:pt x="4092" y="63429"/>
                  <a:pt x="0" y="63301"/>
                </a:cubicBezTo>
                <a:lnTo>
                  <a:pt x="0" y="58058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61BAAA43-E3A4-4AF7-812D-4E46D99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29" y="1579074"/>
            <a:ext cx="71549" cy="87279"/>
          </a:xfrm>
          <a:custGeom xmlns:a="http://schemas.openxmlformats.org/drawingml/2006/main">
            <a:pathLst>
              <a:path w="71549" h="87279">
                <a:moveTo>
                  <a:pt x="33633" y="87279"/>
                </a:moveTo>
                <a:lnTo>
                  <a:pt x="6714" y="87279"/>
                </a:lnTo>
                <a:lnTo>
                  <a:pt x="7417" y="84146"/>
                </a:lnTo>
                <a:cubicBezTo>
                  <a:pt x="9122" y="83890"/>
                  <a:pt x="10379" y="83549"/>
                  <a:pt x="11189" y="83123"/>
                </a:cubicBezTo>
                <a:cubicBezTo>
                  <a:pt x="11999" y="82697"/>
                  <a:pt x="12713" y="82036"/>
                  <a:pt x="13332" y="81141"/>
                </a:cubicBezTo>
                <a:cubicBezTo>
                  <a:pt x="13949" y="80246"/>
                  <a:pt x="14567" y="78839"/>
                  <a:pt x="15186" y="76921"/>
                </a:cubicBezTo>
                <a:cubicBezTo>
                  <a:pt x="15804" y="75003"/>
                  <a:pt x="16539" y="72104"/>
                  <a:pt x="17392" y="68225"/>
                </a:cubicBezTo>
                <a:lnTo>
                  <a:pt x="31075" y="5627"/>
                </a:lnTo>
                <a:lnTo>
                  <a:pt x="22955" y="5627"/>
                </a:lnTo>
                <a:cubicBezTo>
                  <a:pt x="20312" y="5627"/>
                  <a:pt x="18201" y="6011"/>
                  <a:pt x="16625" y="6778"/>
                </a:cubicBezTo>
                <a:cubicBezTo>
                  <a:pt x="15047" y="7545"/>
                  <a:pt x="13470" y="8973"/>
                  <a:pt x="11893" y="11062"/>
                </a:cubicBezTo>
                <a:cubicBezTo>
                  <a:pt x="10315" y="13151"/>
                  <a:pt x="8397" y="16646"/>
                  <a:pt x="6138" y="21548"/>
                </a:cubicBezTo>
                <a:lnTo>
                  <a:pt x="0" y="21548"/>
                </a:lnTo>
                <a:lnTo>
                  <a:pt x="4795" y="0"/>
                </a:lnTo>
                <a:lnTo>
                  <a:pt x="71549" y="0"/>
                </a:lnTo>
                <a:lnTo>
                  <a:pt x="66562" y="22507"/>
                </a:lnTo>
                <a:lnTo>
                  <a:pt x="60424" y="22507"/>
                </a:lnTo>
                <a:cubicBezTo>
                  <a:pt x="60424" y="18372"/>
                  <a:pt x="60317" y="15271"/>
                  <a:pt x="60104" y="13204"/>
                </a:cubicBezTo>
                <a:cubicBezTo>
                  <a:pt x="59891" y="11136"/>
                  <a:pt x="59486" y="9559"/>
                  <a:pt x="58889" y="8472"/>
                </a:cubicBezTo>
                <a:cubicBezTo>
                  <a:pt x="58292" y="7385"/>
                  <a:pt x="57557" y="6639"/>
                  <a:pt x="56683" y="6234"/>
                </a:cubicBezTo>
                <a:cubicBezTo>
                  <a:pt x="55810" y="5829"/>
                  <a:pt x="54264" y="5627"/>
                  <a:pt x="52048" y="5627"/>
                </a:cubicBezTo>
                <a:lnTo>
                  <a:pt x="42584" y="5627"/>
                </a:lnTo>
                <a:lnTo>
                  <a:pt x="28709" y="68672"/>
                </a:lnTo>
                <a:cubicBezTo>
                  <a:pt x="28326" y="70335"/>
                  <a:pt x="28059" y="71656"/>
                  <a:pt x="27910" y="72637"/>
                </a:cubicBezTo>
                <a:cubicBezTo>
                  <a:pt x="27761" y="73617"/>
                  <a:pt x="27632" y="74651"/>
                  <a:pt x="27526" y="75738"/>
                </a:cubicBezTo>
                <a:cubicBezTo>
                  <a:pt x="27420" y="76825"/>
                  <a:pt x="27366" y="77795"/>
                  <a:pt x="27366" y="78647"/>
                </a:cubicBezTo>
                <a:cubicBezTo>
                  <a:pt x="27366" y="79969"/>
                  <a:pt x="27579" y="81002"/>
                  <a:pt x="28006" y="81748"/>
                </a:cubicBezTo>
                <a:cubicBezTo>
                  <a:pt x="28432" y="82494"/>
                  <a:pt x="29071" y="83038"/>
                  <a:pt x="29924" y="83379"/>
                </a:cubicBezTo>
                <a:cubicBezTo>
                  <a:pt x="30777" y="83720"/>
                  <a:pt x="32247" y="83976"/>
                  <a:pt x="34336" y="84146"/>
                </a:cubicBezTo>
                <a:lnTo>
                  <a:pt x="33633" y="872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44B57F96-4508-466B-9317-4D41BEE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9959" y="1632799"/>
            <a:ext cx="39567" cy="60097"/>
          </a:xfrm>
          <a:custGeom xmlns:a="http://schemas.openxmlformats.org/drawingml/2006/main">
            <a:pathLst>
              <a:path w="39567" h="60097">
                <a:moveTo>
                  <a:pt x="25569" y="47779"/>
                </a:moveTo>
                <a:cubicBezTo>
                  <a:pt x="25569" y="48744"/>
                  <a:pt x="25600" y="49576"/>
                  <a:pt x="25662" y="50276"/>
                </a:cubicBezTo>
                <a:cubicBezTo>
                  <a:pt x="25724" y="50976"/>
                  <a:pt x="25825" y="51567"/>
                  <a:pt x="25966" y="52049"/>
                </a:cubicBezTo>
                <a:cubicBezTo>
                  <a:pt x="26105" y="52531"/>
                  <a:pt x="26292" y="52943"/>
                  <a:pt x="26526" y="53285"/>
                </a:cubicBezTo>
                <a:cubicBezTo>
                  <a:pt x="26759" y="53627"/>
                  <a:pt x="27031" y="53923"/>
                  <a:pt x="27342" y="54172"/>
                </a:cubicBezTo>
                <a:cubicBezTo>
                  <a:pt x="27715" y="54545"/>
                  <a:pt x="28213" y="54833"/>
                  <a:pt x="28835" y="55035"/>
                </a:cubicBezTo>
                <a:cubicBezTo>
                  <a:pt x="29458" y="55237"/>
                  <a:pt x="30250" y="55408"/>
                  <a:pt x="31215" y="55548"/>
                </a:cubicBezTo>
                <a:cubicBezTo>
                  <a:pt x="32179" y="55688"/>
                  <a:pt x="33338" y="55797"/>
                  <a:pt x="34691" y="55875"/>
                </a:cubicBezTo>
                <a:cubicBezTo>
                  <a:pt x="36044" y="55952"/>
                  <a:pt x="37670" y="56007"/>
                  <a:pt x="39567" y="56038"/>
                </a:cubicBezTo>
                <a:lnTo>
                  <a:pt x="39567" y="60097"/>
                </a:lnTo>
                <a:lnTo>
                  <a:pt x="2566" y="60097"/>
                </a:lnTo>
                <a:lnTo>
                  <a:pt x="2566" y="56038"/>
                </a:lnTo>
                <a:cubicBezTo>
                  <a:pt x="4401" y="55976"/>
                  <a:pt x="5957" y="55906"/>
                  <a:pt x="7232" y="55828"/>
                </a:cubicBezTo>
                <a:cubicBezTo>
                  <a:pt x="8508" y="55750"/>
                  <a:pt x="9596" y="55642"/>
                  <a:pt x="10498" y="55502"/>
                </a:cubicBezTo>
                <a:cubicBezTo>
                  <a:pt x="11400" y="55362"/>
                  <a:pt x="12123" y="55206"/>
                  <a:pt x="12668" y="55035"/>
                </a:cubicBezTo>
                <a:cubicBezTo>
                  <a:pt x="13212" y="54864"/>
                  <a:pt x="13687" y="54654"/>
                  <a:pt x="14090" y="54405"/>
                </a:cubicBezTo>
                <a:cubicBezTo>
                  <a:pt x="14526" y="54125"/>
                  <a:pt x="14900" y="53822"/>
                  <a:pt x="15211" y="53495"/>
                </a:cubicBezTo>
                <a:cubicBezTo>
                  <a:pt x="15521" y="53168"/>
                  <a:pt x="15771" y="52756"/>
                  <a:pt x="15957" y="52259"/>
                </a:cubicBezTo>
                <a:cubicBezTo>
                  <a:pt x="16144" y="51761"/>
                  <a:pt x="16291" y="51155"/>
                  <a:pt x="16400" y="50439"/>
                </a:cubicBezTo>
                <a:cubicBezTo>
                  <a:pt x="16509" y="49723"/>
                  <a:pt x="16564" y="48837"/>
                  <a:pt x="16564" y="47779"/>
                </a:cubicBezTo>
                <a:lnTo>
                  <a:pt x="16564" y="14325"/>
                </a:lnTo>
                <a:cubicBezTo>
                  <a:pt x="16564" y="13111"/>
                  <a:pt x="16331" y="12256"/>
                  <a:pt x="15864" y="11758"/>
                </a:cubicBezTo>
                <a:cubicBezTo>
                  <a:pt x="15398" y="11261"/>
                  <a:pt x="14729" y="11012"/>
                  <a:pt x="13858" y="11012"/>
                </a:cubicBezTo>
                <a:cubicBezTo>
                  <a:pt x="12893" y="11012"/>
                  <a:pt x="11462" y="11509"/>
                  <a:pt x="9565" y="12505"/>
                </a:cubicBezTo>
                <a:cubicBezTo>
                  <a:pt x="7667" y="13500"/>
                  <a:pt x="5210" y="14978"/>
                  <a:pt x="2192" y="16937"/>
                </a:cubicBezTo>
                <a:cubicBezTo>
                  <a:pt x="1789" y="16222"/>
                  <a:pt x="1415" y="15507"/>
                  <a:pt x="1073" y="14791"/>
                </a:cubicBezTo>
                <a:cubicBezTo>
                  <a:pt x="731" y="14076"/>
                  <a:pt x="373" y="13345"/>
                  <a:pt x="0" y="12598"/>
                </a:cubicBezTo>
                <a:cubicBezTo>
                  <a:pt x="3857" y="10483"/>
                  <a:pt x="7675" y="8376"/>
                  <a:pt x="11454" y="6276"/>
                </a:cubicBezTo>
                <a:cubicBezTo>
                  <a:pt x="15234" y="4176"/>
                  <a:pt x="19068" y="2084"/>
                  <a:pt x="22956" y="0"/>
                </a:cubicBezTo>
                <a:lnTo>
                  <a:pt x="25803" y="0"/>
                </a:lnTo>
                <a:cubicBezTo>
                  <a:pt x="25740" y="1711"/>
                  <a:pt x="25694" y="3243"/>
                  <a:pt x="25662" y="4596"/>
                </a:cubicBezTo>
                <a:cubicBezTo>
                  <a:pt x="25631" y="5949"/>
                  <a:pt x="25608" y="7263"/>
                  <a:pt x="25593" y="8539"/>
                </a:cubicBezTo>
                <a:cubicBezTo>
                  <a:pt x="25577" y="9814"/>
                  <a:pt x="25569" y="11074"/>
                  <a:pt x="25569" y="12318"/>
                </a:cubicBezTo>
                <a:lnTo>
                  <a:pt x="25569" y="477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BB5C0788-62F1-412B-8496-C854D81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3122" y="1651518"/>
            <a:ext cx="19118" cy="32482"/>
          </a:xfrm>
          <a:custGeom xmlns:a="http://schemas.openxmlformats.org/drawingml/2006/main">
            <a:pathLst>
              <a:path w="19118" h="32482">
                <a:moveTo>
                  <a:pt x="18223" y="0"/>
                </a:moveTo>
                <a:cubicBezTo>
                  <a:pt x="18819" y="2984"/>
                  <a:pt x="19118" y="5925"/>
                  <a:pt x="19118" y="8824"/>
                </a:cubicBezTo>
                <a:cubicBezTo>
                  <a:pt x="19118" y="11808"/>
                  <a:pt x="18607" y="14536"/>
                  <a:pt x="17584" y="17008"/>
                </a:cubicBezTo>
                <a:cubicBezTo>
                  <a:pt x="16560" y="19481"/>
                  <a:pt x="14930" y="21942"/>
                  <a:pt x="12692" y="24393"/>
                </a:cubicBezTo>
                <a:cubicBezTo>
                  <a:pt x="10454" y="26844"/>
                  <a:pt x="7374" y="29541"/>
                  <a:pt x="3452" y="32482"/>
                </a:cubicBezTo>
                <a:lnTo>
                  <a:pt x="0" y="28582"/>
                </a:lnTo>
                <a:cubicBezTo>
                  <a:pt x="2174" y="26536"/>
                  <a:pt x="3751" y="24692"/>
                  <a:pt x="4732" y="23051"/>
                </a:cubicBezTo>
                <a:cubicBezTo>
                  <a:pt x="5712" y="21409"/>
                  <a:pt x="6416" y="19545"/>
                  <a:pt x="6841" y="17456"/>
                </a:cubicBezTo>
                <a:cubicBezTo>
                  <a:pt x="7268" y="15367"/>
                  <a:pt x="7481" y="12746"/>
                  <a:pt x="7481" y="9591"/>
                </a:cubicBezTo>
                <a:cubicBezTo>
                  <a:pt x="7481" y="6352"/>
                  <a:pt x="7331" y="3154"/>
                  <a:pt x="7033" y="0"/>
                </a:cubicBezTo>
                <a:lnTo>
                  <a:pt x="18223" y="0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ED202571-9CD5-408E-BE55-55F504C0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3844" y="1579073"/>
            <a:ext cx="71549" cy="87279"/>
          </a:xfrm>
          <a:custGeom xmlns:a="http://schemas.openxmlformats.org/drawingml/2006/main">
            <a:pathLst>
              <a:path w="71549" h="87279">
                <a:moveTo>
                  <a:pt x="33633" y="87279"/>
                </a:moveTo>
                <a:lnTo>
                  <a:pt x="6714" y="87279"/>
                </a:lnTo>
                <a:lnTo>
                  <a:pt x="7417" y="84146"/>
                </a:lnTo>
                <a:cubicBezTo>
                  <a:pt x="9122" y="83890"/>
                  <a:pt x="10379" y="83549"/>
                  <a:pt x="11189" y="83123"/>
                </a:cubicBezTo>
                <a:cubicBezTo>
                  <a:pt x="11999" y="82697"/>
                  <a:pt x="12713" y="82036"/>
                  <a:pt x="13332" y="81141"/>
                </a:cubicBezTo>
                <a:cubicBezTo>
                  <a:pt x="13949" y="80246"/>
                  <a:pt x="14567" y="78839"/>
                  <a:pt x="15186" y="76921"/>
                </a:cubicBezTo>
                <a:cubicBezTo>
                  <a:pt x="15804" y="75003"/>
                  <a:pt x="16539" y="72104"/>
                  <a:pt x="17392" y="68225"/>
                </a:cubicBezTo>
                <a:lnTo>
                  <a:pt x="31075" y="5627"/>
                </a:lnTo>
                <a:lnTo>
                  <a:pt x="22955" y="5627"/>
                </a:lnTo>
                <a:cubicBezTo>
                  <a:pt x="20312" y="5627"/>
                  <a:pt x="18201" y="6011"/>
                  <a:pt x="16625" y="6778"/>
                </a:cubicBezTo>
                <a:cubicBezTo>
                  <a:pt x="15047" y="7545"/>
                  <a:pt x="13470" y="8973"/>
                  <a:pt x="11893" y="11062"/>
                </a:cubicBezTo>
                <a:cubicBezTo>
                  <a:pt x="10315" y="13151"/>
                  <a:pt x="8397" y="16646"/>
                  <a:pt x="6138" y="21548"/>
                </a:cubicBezTo>
                <a:lnTo>
                  <a:pt x="0" y="21548"/>
                </a:lnTo>
                <a:lnTo>
                  <a:pt x="4795" y="0"/>
                </a:lnTo>
                <a:lnTo>
                  <a:pt x="71549" y="0"/>
                </a:lnTo>
                <a:lnTo>
                  <a:pt x="66562" y="22507"/>
                </a:lnTo>
                <a:lnTo>
                  <a:pt x="60424" y="22507"/>
                </a:lnTo>
                <a:cubicBezTo>
                  <a:pt x="60424" y="18372"/>
                  <a:pt x="60317" y="15271"/>
                  <a:pt x="60104" y="13204"/>
                </a:cubicBezTo>
                <a:cubicBezTo>
                  <a:pt x="59891" y="11136"/>
                  <a:pt x="59486" y="9559"/>
                  <a:pt x="58889" y="8472"/>
                </a:cubicBezTo>
                <a:cubicBezTo>
                  <a:pt x="58292" y="7385"/>
                  <a:pt x="57557" y="6639"/>
                  <a:pt x="56683" y="6234"/>
                </a:cubicBezTo>
                <a:cubicBezTo>
                  <a:pt x="55810" y="5829"/>
                  <a:pt x="54264" y="5627"/>
                  <a:pt x="52048" y="5627"/>
                </a:cubicBezTo>
                <a:lnTo>
                  <a:pt x="42584" y="5627"/>
                </a:lnTo>
                <a:lnTo>
                  <a:pt x="28709" y="68672"/>
                </a:lnTo>
                <a:cubicBezTo>
                  <a:pt x="28326" y="70335"/>
                  <a:pt x="28059" y="71656"/>
                  <a:pt x="27910" y="72637"/>
                </a:cubicBezTo>
                <a:cubicBezTo>
                  <a:pt x="27761" y="73617"/>
                  <a:pt x="27632" y="74651"/>
                  <a:pt x="27526" y="75738"/>
                </a:cubicBezTo>
                <a:cubicBezTo>
                  <a:pt x="27420" y="76825"/>
                  <a:pt x="27366" y="77795"/>
                  <a:pt x="27366" y="78647"/>
                </a:cubicBezTo>
                <a:cubicBezTo>
                  <a:pt x="27366" y="79969"/>
                  <a:pt x="27579" y="81002"/>
                  <a:pt x="28006" y="81748"/>
                </a:cubicBezTo>
                <a:cubicBezTo>
                  <a:pt x="28432" y="82494"/>
                  <a:pt x="29071" y="83038"/>
                  <a:pt x="29924" y="83379"/>
                </a:cubicBezTo>
                <a:cubicBezTo>
                  <a:pt x="30777" y="83720"/>
                  <a:pt x="32247" y="83976"/>
                  <a:pt x="34336" y="84146"/>
                </a:cubicBezTo>
                <a:lnTo>
                  <a:pt x="33633" y="872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D81AB141-BFE1-4091-8569-F9BC444A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9419" y="1632472"/>
            <a:ext cx="40407" cy="60424"/>
          </a:xfrm>
          <a:custGeom xmlns:a="http://schemas.openxmlformats.org/drawingml/2006/main">
            <a:pathLst>
              <a:path w="40407" h="60424">
                <a:moveTo>
                  <a:pt x="27529" y="52819"/>
                </a:moveTo>
                <a:cubicBezTo>
                  <a:pt x="28991" y="52819"/>
                  <a:pt x="30158" y="52764"/>
                  <a:pt x="31028" y="52655"/>
                </a:cubicBezTo>
                <a:cubicBezTo>
                  <a:pt x="31899" y="52547"/>
                  <a:pt x="32623" y="52305"/>
                  <a:pt x="33198" y="51932"/>
                </a:cubicBezTo>
                <a:cubicBezTo>
                  <a:pt x="33773" y="51559"/>
                  <a:pt x="34263" y="50991"/>
                  <a:pt x="34668" y="50229"/>
                </a:cubicBezTo>
                <a:cubicBezTo>
                  <a:pt x="35073" y="49467"/>
                  <a:pt x="35539" y="48417"/>
                  <a:pt x="36068" y="47079"/>
                </a:cubicBezTo>
                <a:lnTo>
                  <a:pt x="40407" y="47079"/>
                </a:lnTo>
                <a:cubicBezTo>
                  <a:pt x="40252" y="49288"/>
                  <a:pt x="40103" y="51512"/>
                  <a:pt x="39964" y="53752"/>
                </a:cubicBezTo>
                <a:cubicBezTo>
                  <a:pt x="39823" y="55991"/>
                  <a:pt x="39676" y="58216"/>
                  <a:pt x="39521" y="60424"/>
                </a:cubicBezTo>
                <a:lnTo>
                  <a:pt x="0" y="60424"/>
                </a:lnTo>
                <a:lnTo>
                  <a:pt x="0" y="57998"/>
                </a:lnTo>
                <a:cubicBezTo>
                  <a:pt x="746" y="56318"/>
                  <a:pt x="1618" y="54662"/>
                  <a:pt x="2613" y="53029"/>
                </a:cubicBezTo>
                <a:cubicBezTo>
                  <a:pt x="3609" y="51395"/>
                  <a:pt x="4728" y="49739"/>
                  <a:pt x="5973" y="48059"/>
                </a:cubicBezTo>
                <a:cubicBezTo>
                  <a:pt x="7216" y="46380"/>
                  <a:pt x="8631" y="44645"/>
                  <a:pt x="10219" y="42857"/>
                </a:cubicBezTo>
                <a:cubicBezTo>
                  <a:pt x="11805" y="41068"/>
                  <a:pt x="13562" y="39210"/>
                  <a:pt x="15491" y="37281"/>
                </a:cubicBezTo>
                <a:cubicBezTo>
                  <a:pt x="18415" y="34357"/>
                  <a:pt x="20795" y="31861"/>
                  <a:pt x="22629" y="29792"/>
                </a:cubicBezTo>
                <a:cubicBezTo>
                  <a:pt x="24465" y="27723"/>
                  <a:pt x="25912" y="25880"/>
                  <a:pt x="26969" y="24263"/>
                </a:cubicBezTo>
                <a:cubicBezTo>
                  <a:pt x="28026" y="22645"/>
                  <a:pt x="28750" y="21152"/>
                  <a:pt x="29138" y="19784"/>
                </a:cubicBezTo>
                <a:cubicBezTo>
                  <a:pt x="29527" y="18415"/>
                  <a:pt x="29722" y="16953"/>
                  <a:pt x="29722" y="15398"/>
                </a:cubicBezTo>
                <a:cubicBezTo>
                  <a:pt x="29722" y="13811"/>
                  <a:pt x="29497" y="12349"/>
                  <a:pt x="29045" y="11012"/>
                </a:cubicBezTo>
                <a:cubicBezTo>
                  <a:pt x="28594" y="9674"/>
                  <a:pt x="27949" y="8539"/>
                  <a:pt x="27109" y="7605"/>
                </a:cubicBezTo>
                <a:cubicBezTo>
                  <a:pt x="26269" y="6672"/>
                  <a:pt x="25204" y="5941"/>
                  <a:pt x="23913" y="5413"/>
                </a:cubicBezTo>
                <a:cubicBezTo>
                  <a:pt x="22622" y="4884"/>
                  <a:pt x="21137" y="4619"/>
                  <a:pt x="19457" y="4619"/>
                </a:cubicBezTo>
                <a:cubicBezTo>
                  <a:pt x="16564" y="4619"/>
                  <a:pt x="14138" y="5405"/>
                  <a:pt x="12178" y="6976"/>
                </a:cubicBezTo>
                <a:cubicBezTo>
                  <a:pt x="10219" y="8546"/>
                  <a:pt x="8694" y="10825"/>
                  <a:pt x="7605" y="13811"/>
                </a:cubicBezTo>
                <a:lnTo>
                  <a:pt x="1493" y="13811"/>
                </a:lnTo>
                <a:lnTo>
                  <a:pt x="1493" y="4713"/>
                </a:lnTo>
                <a:cubicBezTo>
                  <a:pt x="5475" y="3064"/>
                  <a:pt x="9137" y="1866"/>
                  <a:pt x="12482" y="1120"/>
                </a:cubicBezTo>
                <a:cubicBezTo>
                  <a:pt x="15825" y="373"/>
                  <a:pt x="18834" y="0"/>
                  <a:pt x="21510" y="0"/>
                </a:cubicBezTo>
                <a:cubicBezTo>
                  <a:pt x="24745" y="0"/>
                  <a:pt x="27506" y="366"/>
                  <a:pt x="29792" y="1097"/>
                </a:cubicBezTo>
                <a:cubicBezTo>
                  <a:pt x="32078" y="1828"/>
                  <a:pt x="33937" y="2815"/>
                  <a:pt x="35367" y="4059"/>
                </a:cubicBezTo>
                <a:cubicBezTo>
                  <a:pt x="36798" y="5304"/>
                  <a:pt x="37833" y="6797"/>
                  <a:pt x="38471" y="8539"/>
                </a:cubicBezTo>
                <a:cubicBezTo>
                  <a:pt x="39108" y="10281"/>
                  <a:pt x="39428" y="12163"/>
                  <a:pt x="39428" y="14185"/>
                </a:cubicBezTo>
                <a:cubicBezTo>
                  <a:pt x="39428" y="15398"/>
                  <a:pt x="39341" y="16525"/>
                  <a:pt x="39170" y="17567"/>
                </a:cubicBezTo>
                <a:cubicBezTo>
                  <a:pt x="38999" y="18609"/>
                  <a:pt x="38704" y="19636"/>
                  <a:pt x="38284" y="20647"/>
                </a:cubicBezTo>
                <a:cubicBezTo>
                  <a:pt x="37864" y="21658"/>
                  <a:pt x="37312" y="22677"/>
                  <a:pt x="36627" y="23703"/>
                </a:cubicBezTo>
                <a:cubicBezTo>
                  <a:pt x="35943" y="24730"/>
                  <a:pt x="35087" y="25818"/>
                  <a:pt x="34061" y="26969"/>
                </a:cubicBezTo>
                <a:cubicBezTo>
                  <a:pt x="33284" y="27965"/>
                  <a:pt x="32272" y="29116"/>
                  <a:pt x="31028" y="30422"/>
                </a:cubicBezTo>
                <a:cubicBezTo>
                  <a:pt x="29785" y="31729"/>
                  <a:pt x="28423" y="33128"/>
                  <a:pt x="26946" y="34621"/>
                </a:cubicBezTo>
                <a:cubicBezTo>
                  <a:pt x="25468" y="36114"/>
                  <a:pt x="23921" y="37670"/>
                  <a:pt x="22303" y="39287"/>
                </a:cubicBezTo>
                <a:cubicBezTo>
                  <a:pt x="20686" y="40905"/>
                  <a:pt x="19115" y="42507"/>
                  <a:pt x="17591" y="44093"/>
                </a:cubicBezTo>
                <a:cubicBezTo>
                  <a:pt x="16066" y="45680"/>
                  <a:pt x="14667" y="47219"/>
                  <a:pt x="13391" y="48713"/>
                </a:cubicBezTo>
                <a:cubicBezTo>
                  <a:pt x="12116" y="50206"/>
                  <a:pt x="11074" y="51574"/>
                  <a:pt x="10265" y="52819"/>
                </a:cubicBezTo>
                <a:lnTo>
                  <a:pt x="27529" y="5281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81720B76-AD63-4C23-88E8-707BCD79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4774" y="1651518"/>
            <a:ext cx="19118" cy="32482"/>
          </a:xfrm>
          <a:custGeom xmlns:a="http://schemas.openxmlformats.org/drawingml/2006/main">
            <a:pathLst>
              <a:path w="19118" h="32482">
                <a:moveTo>
                  <a:pt x="18223" y="0"/>
                </a:moveTo>
                <a:cubicBezTo>
                  <a:pt x="18819" y="2984"/>
                  <a:pt x="19118" y="5925"/>
                  <a:pt x="19118" y="8824"/>
                </a:cubicBezTo>
                <a:cubicBezTo>
                  <a:pt x="19118" y="11808"/>
                  <a:pt x="18607" y="14536"/>
                  <a:pt x="17584" y="17008"/>
                </a:cubicBezTo>
                <a:cubicBezTo>
                  <a:pt x="16560" y="19481"/>
                  <a:pt x="14930" y="21942"/>
                  <a:pt x="12692" y="24393"/>
                </a:cubicBezTo>
                <a:cubicBezTo>
                  <a:pt x="10454" y="26844"/>
                  <a:pt x="7374" y="29541"/>
                  <a:pt x="3452" y="32482"/>
                </a:cubicBezTo>
                <a:lnTo>
                  <a:pt x="0" y="28582"/>
                </a:lnTo>
                <a:cubicBezTo>
                  <a:pt x="2174" y="26536"/>
                  <a:pt x="3751" y="24692"/>
                  <a:pt x="4732" y="23051"/>
                </a:cubicBezTo>
                <a:cubicBezTo>
                  <a:pt x="5712" y="21409"/>
                  <a:pt x="6416" y="19545"/>
                  <a:pt x="6841" y="17456"/>
                </a:cubicBezTo>
                <a:cubicBezTo>
                  <a:pt x="7268" y="15367"/>
                  <a:pt x="7481" y="12746"/>
                  <a:pt x="7481" y="9591"/>
                </a:cubicBezTo>
                <a:cubicBezTo>
                  <a:pt x="7481" y="6352"/>
                  <a:pt x="7331" y="3154"/>
                  <a:pt x="7033" y="0"/>
                </a:cubicBezTo>
                <a:lnTo>
                  <a:pt x="18223" y="0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B5D4B708-8F89-4A08-9E24-6501B89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6939" y="1651518"/>
            <a:ext cx="75579" cy="14834"/>
          </a:xfrm>
          <a:custGeom xmlns:a="http://schemas.openxmlformats.org/drawingml/2006/main">
            <a:pathLst>
              <a:path w="75579" h="14834">
                <a:moveTo>
                  <a:pt x="12917" y="0"/>
                </a:moveTo>
                <a:lnTo>
                  <a:pt x="12917" y="14834"/>
                </a:lnTo>
                <a:lnTo>
                  <a:pt x="0" y="14834"/>
                </a:lnTo>
                <a:lnTo>
                  <a:pt x="0" y="0"/>
                </a:lnTo>
                <a:lnTo>
                  <a:pt x="12917" y="0"/>
                </a:lnTo>
                <a:moveTo>
                  <a:pt x="44247" y="0"/>
                </a:moveTo>
                <a:lnTo>
                  <a:pt x="44247" y="14834"/>
                </a:lnTo>
                <a:lnTo>
                  <a:pt x="31332" y="14834"/>
                </a:lnTo>
                <a:lnTo>
                  <a:pt x="31332" y="0"/>
                </a:lnTo>
                <a:lnTo>
                  <a:pt x="44247" y="0"/>
                </a:lnTo>
                <a:moveTo>
                  <a:pt x="75579" y="0"/>
                </a:moveTo>
                <a:lnTo>
                  <a:pt x="75579" y="14834"/>
                </a:lnTo>
                <a:lnTo>
                  <a:pt x="62662" y="14834"/>
                </a:lnTo>
                <a:lnTo>
                  <a:pt x="62662" y="0"/>
                </a:lnTo>
                <a:lnTo>
                  <a:pt x="75579" y="0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443D8B11-5261-4D58-A576-57DBE37F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3418" y="1573702"/>
            <a:ext cx="40795" cy="121935"/>
          </a:xfrm>
          <a:custGeom xmlns:a="http://schemas.openxmlformats.org/drawingml/2006/main">
            <a:pathLst>
              <a:path w="40795" h="121935">
                <a:moveTo>
                  <a:pt x="40795" y="63365"/>
                </a:moveTo>
                <a:cubicBezTo>
                  <a:pt x="36702" y="63493"/>
                  <a:pt x="33644" y="64484"/>
                  <a:pt x="31619" y="66339"/>
                </a:cubicBezTo>
                <a:cubicBezTo>
                  <a:pt x="29594" y="68193"/>
                  <a:pt x="28582" y="70591"/>
                  <a:pt x="28582" y="73532"/>
                </a:cubicBezTo>
                <a:cubicBezTo>
                  <a:pt x="28582" y="75066"/>
                  <a:pt x="29083" y="78093"/>
                  <a:pt x="30085" y="82612"/>
                </a:cubicBezTo>
                <a:cubicBezTo>
                  <a:pt x="31086" y="87130"/>
                  <a:pt x="31587" y="91158"/>
                  <a:pt x="31587" y="94696"/>
                </a:cubicBezTo>
                <a:cubicBezTo>
                  <a:pt x="31587" y="103861"/>
                  <a:pt x="29104" y="110650"/>
                  <a:pt x="24138" y="115062"/>
                </a:cubicBezTo>
                <a:cubicBezTo>
                  <a:pt x="19172" y="119473"/>
                  <a:pt x="11680" y="121765"/>
                  <a:pt x="1663" y="121935"/>
                </a:cubicBezTo>
                <a:lnTo>
                  <a:pt x="0" y="121935"/>
                </a:lnTo>
                <a:lnTo>
                  <a:pt x="0" y="117076"/>
                </a:lnTo>
                <a:lnTo>
                  <a:pt x="959" y="117076"/>
                </a:lnTo>
                <a:cubicBezTo>
                  <a:pt x="7140" y="117076"/>
                  <a:pt x="11978" y="115467"/>
                  <a:pt x="15474" y="112248"/>
                </a:cubicBezTo>
                <a:cubicBezTo>
                  <a:pt x="18969" y="109030"/>
                  <a:pt x="20717" y="103563"/>
                  <a:pt x="20717" y="95847"/>
                </a:cubicBezTo>
                <a:cubicBezTo>
                  <a:pt x="20717" y="92864"/>
                  <a:pt x="20291" y="89176"/>
                  <a:pt x="19439" y="84786"/>
                </a:cubicBezTo>
                <a:cubicBezTo>
                  <a:pt x="18586" y="80395"/>
                  <a:pt x="18159" y="77262"/>
                  <a:pt x="18159" y="75386"/>
                </a:cubicBezTo>
                <a:cubicBezTo>
                  <a:pt x="18159" y="71763"/>
                  <a:pt x="19225" y="68790"/>
                  <a:pt x="21356" y="66467"/>
                </a:cubicBezTo>
                <a:cubicBezTo>
                  <a:pt x="23488" y="64143"/>
                  <a:pt x="26024" y="62428"/>
                  <a:pt x="28966" y="61319"/>
                </a:cubicBezTo>
                <a:lnTo>
                  <a:pt x="28966" y="60168"/>
                </a:lnTo>
                <a:cubicBezTo>
                  <a:pt x="26024" y="59060"/>
                  <a:pt x="23488" y="57344"/>
                  <a:pt x="21356" y="55021"/>
                </a:cubicBezTo>
                <a:cubicBezTo>
                  <a:pt x="19225" y="52698"/>
                  <a:pt x="18159" y="49725"/>
                  <a:pt x="18159" y="46101"/>
                </a:cubicBezTo>
                <a:cubicBezTo>
                  <a:pt x="18159" y="44226"/>
                  <a:pt x="18586" y="41093"/>
                  <a:pt x="19439" y="36702"/>
                </a:cubicBezTo>
                <a:cubicBezTo>
                  <a:pt x="20291" y="32311"/>
                  <a:pt x="20717" y="28624"/>
                  <a:pt x="20717" y="25640"/>
                </a:cubicBezTo>
                <a:cubicBezTo>
                  <a:pt x="20717" y="18223"/>
                  <a:pt x="18969" y="12906"/>
                  <a:pt x="15474" y="9687"/>
                </a:cubicBezTo>
                <a:cubicBezTo>
                  <a:pt x="11978" y="6469"/>
                  <a:pt x="7140" y="4860"/>
                  <a:pt x="959" y="4860"/>
                </a:cubicBezTo>
                <a:lnTo>
                  <a:pt x="0" y="4860"/>
                </a:lnTo>
                <a:lnTo>
                  <a:pt x="0" y="0"/>
                </a:lnTo>
                <a:lnTo>
                  <a:pt x="1663" y="0"/>
                </a:lnTo>
                <a:cubicBezTo>
                  <a:pt x="11680" y="171"/>
                  <a:pt x="19172" y="2462"/>
                  <a:pt x="24138" y="6874"/>
                </a:cubicBezTo>
                <a:cubicBezTo>
                  <a:pt x="29104" y="11286"/>
                  <a:pt x="31587" y="17925"/>
                  <a:pt x="31587" y="26791"/>
                </a:cubicBezTo>
                <a:cubicBezTo>
                  <a:pt x="31587" y="30329"/>
                  <a:pt x="31086" y="34358"/>
                  <a:pt x="30085" y="38876"/>
                </a:cubicBezTo>
                <a:cubicBezTo>
                  <a:pt x="29083" y="43395"/>
                  <a:pt x="28582" y="46421"/>
                  <a:pt x="28582" y="47956"/>
                </a:cubicBezTo>
                <a:cubicBezTo>
                  <a:pt x="28582" y="50897"/>
                  <a:pt x="29594" y="53295"/>
                  <a:pt x="31619" y="55149"/>
                </a:cubicBezTo>
                <a:cubicBezTo>
                  <a:pt x="33644" y="57003"/>
                  <a:pt x="36702" y="57994"/>
                  <a:pt x="40795" y="58122"/>
                </a:cubicBezTo>
                <a:lnTo>
                  <a:pt x="40795" y="63365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7C66C87-2244-4CFA-88C5-6DC7CA09F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119b1e93f44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3943350"/>
            <a:ext cx="542925" cy="257175"/>
          </a:xfrm>
          <a:prstGeom xmlns:a="http://schemas.openxmlformats.org/drawingml/2006/main" prst="rect">
            <a:avLst/>
          </a:prstGeom>
        </p:spPr>
      </p:pic>
      <p:sp>
        <p:nvSpPr>
          <p:cNvPr id="377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4E400ECF-A04F-4205-B791-A1755515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943350"/>
            <a:ext cx="54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24DD32DC-71F2-4000-BA94-1A1304155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e6036e68941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9725" y="1457325"/>
            <a:ext cx="314325" cy="542925"/>
          </a:xfrm>
          <a:prstGeom xmlns:a="http://schemas.openxmlformats.org/drawingml/2006/main" prst="rect">
            <a:avLst/>
          </a:prstGeom>
        </p:spPr>
      </p:pic>
      <p:sp>
        <p:nvSpPr>
          <p:cNvPr id="379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85C9FC25-CB67-42E5-AB17-6F61849D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457325"/>
            <a:ext cx="314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E3489CB3-F11F-4573-9E0F-66B94446D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e6485c21b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4457700"/>
            <a:ext cx="285750" cy="514350"/>
          </a:xfrm>
          <a:prstGeom xmlns:a="http://schemas.openxmlformats.org/drawingml/2006/main" prst="rect">
            <a:avLst/>
          </a:prstGeom>
        </p:spPr>
      </p:pic>
      <p:sp>
        <p:nvSpPr>
          <p:cNvPr id="381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09FF1D5C-7C6B-4626-8CAF-27358833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4457700"/>
            <a:ext cx="28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4A730E7-0350-42E0-8442-2FEF67AB8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1707e9d08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428625"/>
            <a:ext cx="571500" cy="228600"/>
          </a:xfrm>
          <a:prstGeom xmlns:a="http://schemas.openxmlformats.org/drawingml/2006/main" prst="rect">
            <a:avLst/>
          </a:prstGeom>
        </p:spPr>
      </p:pic>
      <p:sp>
        <p:nvSpPr>
          <p:cNvPr id="383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F5C7A7DB-364A-4BE0-A25E-DD5626C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28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BEA92533-A6E7-4B80-93D8-1F05BF4DA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870dc03f84f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30075" y="4400550"/>
            <a:ext cx="314325" cy="542925"/>
          </a:xfrm>
          <a:prstGeom xmlns:a="http://schemas.openxmlformats.org/drawingml/2006/main" prst="rect">
            <a:avLst/>
          </a:prstGeom>
        </p:spPr>
      </p:pic>
      <p:sp>
        <p:nvSpPr>
          <p:cNvPr id="385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97C2AEF8-E234-4D88-B6BF-AC38EE5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0075" y="4400550"/>
            <a:ext cx="314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A5AC986-EF87-407E-9D5F-D6DF2454A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08b53a03349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6429375"/>
            <a:ext cx="542925" cy="257175"/>
          </a:xfrm>
          <a:prstGeom xmlns:a="http://schemas.openxmlformats.org/drawingml/2006/main" prst="rect">
            <a:avLst/>
          </a:prstGeom>
        </p:spPr>
      </p:pic>
      <p:sp>
        <p:nvSpPr>
          <p:cNvPr id="387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EDDFC63A-6DCA-4A3C-B211-8A996350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6429375"/>
            <a:ext cx="54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7484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2026-10-09T21:04:15.1390000Z</dcterms:created>
  <dcterms:modified xsi:type="dcterms:W3CDTF">2026-10-09T21:04:15.1390000Z</dcterms:modified>
</coreProperties>
</file>