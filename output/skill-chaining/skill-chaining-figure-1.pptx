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659a217712400a" /><Relationship Type="http://schemas.openxmlformats.org/officeDocument/2006/relationships/extended-properties" Target="/docProps/app.xml" Id="R75521fc4a9be4a59" /><Relationship Type="http://schemas.openxmlformats.org/officeDocument/2006/relationships/officeDocument" Target="/ppt/presentation.xml" Id="Rf0935ba5ebc6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a7ab77fc64737"/>
  </p:sldMasterIdLst>
  <p:notesMasterIdLst>
    <p:notesMasterId xmlns:r="http://schemas.openxmlformats.org/officeDocument/2006/relationships" r:id="R0a149ad6e3974af0"/>
  </p:notesMasterIdLst>
  <p:sldIdLst>
    <p:sldId xmlns:r="http://schemas.openxmlformats.org/officeDocument/2006/relationships" id="256" r:id="R8457d72d7b8c4b6a"/>
  </p:sldIdLst>
  <p:sldSz cx="10668000" cy="5048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8e73dbbd7344be" /><Relationship Type="http://schemas.openxmlformats.org/officeDocument/2006/relationships/slideMaster" Target="/ppt/slideMasters/slideMaster1.xml" Id="R7fba7ab77fc64737" /><Relationship Type="http://schemas.openxmlformats.org/officeDocument/2006/relationships/notesMaster" Target="/ppt/notesMasters/notesMaster1.xml" Id="R0a149ad6e3974af0" /><Relationship Type="http://schemas.openxmlformats.org/officeDocument/2006/relationships/presProps" Target="/ppt/presProps.xml" Id="R72ed9461ad064f93" /><Relationship Type="http://schemas.openxmlformats.org/officeDocument/2006/relationships/tableStyles" Target="/ppt/tableStyles.xml" Id="Rbec3c83024ee4211" /><Relationship Type="http://schemas.openxmlformats.org/officeDocument/2006/relationships/slide" Target="/ppt/slides/slide1.xml" Id="R8457d72d7b8c4b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ddf34800a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256c24b0043b2" /><Relationship Type="http://schemas.openxmlformats.org/officeDocument/2006/relationships/notesMaster" Target="/ppt/notesMasters/notesMaster1.xml" Id="Rd6bf910dd164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"Skill Discovery in Continuous Reinforcement Learning Domains Using Skill Chaining",</a:t>
            </a:r>
          </a:p>
          <a:p xmlns:a="http://schemas.openxmlformats.org/drawingml/2006/main">
            <a:r>
              <a:t>  "paper_url": "https://proceedings.neurips.cc/paper_files/paper/2009/file/e0cf1f47118daebc5b16269099ad7347-Paper.pdf",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"Unverified; private authorized reference copy",</a:t>
            </a:r>
          </a:p>
          <a:p xmlns:a="http://schemas.openxmlformats.org/drawingml/2006/main">
            <a:r>
              <a:t>  "notes": "Original conceptual skill-chaining progression, rather than a neural network architecture. Source robot/lightbulb icons, initiation regions and dashed trajectories retained as native freeforms. Panel labels preserved as typeable text with Times-compatible font substitution; freeform edges are not semantically attached.",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"ad0ace5894ed8a12dbf668a5df0486ecadb9196bc2bae6981b299221e11ea863",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191,</a:t>
            </a:r>
          </a:p>
          <a:p xmlns:a="http://schemas.openxmlformats.org/drawingml/2006/main">
            <a:r>
              <a:t>    130,</a:t>
            </a:r>
          </a:p>
          <a:p xmlns:a="http://schemas.openxmlformats.org/drawingml/2006/main">
            <a:r>
              <a:t>    415,</a:t>
            </a:r>
          </a:p>
          <a:p xmlns:a="http://schemas.openxmlformats.org/drawingml/2006/main">
            <a:r>
              <a:t>    236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 source clipping groups intersect crop; extracted paths require explicit clipping review"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ee224480e46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25a30c8e94c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056d4c94441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4ee13a4ad40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a119691cc4d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e3683289a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AB1F1F-EE8A-487B-89AA-CAE6032F8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1907117"/>
            <a:ext cx="8534400" cy="729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49F1E5-BC9E-443B-9C4E-8A79F0C071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2776538"/>
            <a:ext cx="7467600" cy="560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C781F5-3B24-4FCD-B796-265CB621A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2103438"/>
            <a:ext cx="8534400" cy="84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9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002E76-9C6F-4498-AE78-48953B8B2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392642"/>
            <a:ext cx="9467850" cy="61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51DEB2-207B-47D1-A712-C9B261BB04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1402292"/>
            <a:ext cx="9467850" cy="314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2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1pPr>
            <a:lvl2pPr marL="3926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2pPr>
            <a:lvl3pPr marL="6170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3pPr>
            <a:lvl4pPr marL="8413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4pPr>
            <a:lvl5pPr marL="10657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5pPr>
            <a:lvl6pPr marL="12901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6pPr>
            <a:lvl7pPr marL="15144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7pPr>
            <a:lvl8pPr marL="17388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8pPr>
            <a:lvl9pPr marL="19632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068D08-D381-42B7-A3C2-67C2B6890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392642"/>
            <a:ext cx="9467850" cy="61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E32C38-B0DB-4330-ABF8-5691598D31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1402292"/>
            <a:ext cx="4400550" cy="314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2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1pPr>
            <a:lvl2pPr marL="3926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2pPr>
            <a:lvl3pPr marL="6170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3pPr>
            <a:lvl4pPr marL="8413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4pPr>
            <a:lvl5pPr marL="10657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5pPr>
            <a:lvl6pPr marL="12901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6pPr>
            <a:lvl7pPr marL="15144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7pPr>
            <a:lvl8pPr marL="17388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8pPr>
            <a:lvl9pPr marL="19632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0F8A80-6A14-4BE6-B2EF-B3165ED6E7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1402292"/>
            <a:ext cx="4400550" cy="314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2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1pPr>
            <a:lvl2pPr marL="3926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2pPr>
            <a:lvl3pPr marL="6170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3pPr>
            <a:lvl4pPr marL="8413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4pPr>
            <a:lvl5pPr marL="10657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5pPr>
            <a:lvl6pPr marL="12901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6pPr>
            <a:lvl7pPr marL="15144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7pPr>
            <a:lvl8pPr marL="17388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8pPr>
            <a:lvl9pPr marL="19632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893D0-7821-474F-A77F-374293459C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392642"/>
            <a:ext cx="9467850" cy="61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41855F-49D9-4778-96E7-0B71B26AD0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1402292"/>
            <a:ext cx="4400550" cy="3141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2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1pPr>
            <a:lvl2pPr marL="3926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2pPr>
            <a:lvl3pPr marL="6170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3pPr>
            <a:lvl4pPr marL="8413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4pPr>
            <a:lvl5pPr marL="10657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5pPr>
            <a:lvl6pPr marL="12901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6pPr>
            <a:lvl7pPr marL="1514475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7pPr>
            <a:lvl8pPr marL="1738842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8pPr>
            <a:lvl9pPr marL="1963208" indent="-168275">
              <a:lnSpc>
                <a:spcPct val="110000"/>
              </a:lnSpc>
              <a:spcBef>
                <a:spcPts val="0"/>
              </a:spcBef>
              <a:spcAft>
                <a:spcPts val="88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cb64ea0e454f1e" /><Relationship Type="http://schemas.openxmlformats.org/officeDocument/2006/relationships/slideLayout" Target="/ppt/slideLayouts/slideLayout1.xml" Id="Ra59068ffd3c6432a" /><Relationship Type="http://schemas.openxmlformats.org/officeDocument/2006/relationships/slideLayout" Target="/ppt/slideLayouts/slideLayout2.xml" Id="Rb19dd57155344400" /><Relationship Type="http://schemas.openxmlformats.org/officeDocument/2006/relationships/slideLayout" Target="/ppt/slideLayouts/slideLayout3.xml" Id="R8f6abda96c2c4a6b" /><Relationship Type="http://schemas.openxmlformats.org/officeDocument/2006/relationships/slideLayout" Target="/ppt/slideLayouts/slideLayout4.xml" Id="Rad20f0a4c11a49ce" /><Relationship Type="http://schemas.openxmlformats.org/officeDocument/2006/relationships/slideLayout" Target="/ppt/slideLayouts/slideLayout5.xml" Id="R309568009b7041fb" /><Relationship Type="http://schemas.openxmlformats.org/officeDocument/2006/relationships/slideLayout" Target="/ppt/slideLayouts/slideLayout6.xml" Id="Rff0d6494dd5b44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9068ffd3c6432a"/>
    <p:sldLayoutId xmlns:r="http://schemas.openxmlformats.org/officeDocument/2006/relationships" id="2147483650" r:id="Rb19dd57155344400"/>
    <p:sldLayoutId xmlns:r="http://schemas.openxmlformats.org/officeDocument/2006/relationships" id="2147483651" r:id="R8f6abda96c2c4a6b"/>
    <p:sldLayoutId xmlns:r="http://schemas.openxmlformats.org/officeDocument/2006/relationships" id="2147483652" r:id="Rad20f0a4c11a49ce"/>
    <p:sldLayoutId xmlns:r="http://schemas.openxmlformats.org/officeDocument/2006/relationships" id="2147483653" r:id="R309568009b7041fb"/>
    <p:sldLayoutId xmlns:r="http://schemas.openxmlformats.org/officeDocument/2006/relationships" id="2147483654" r:id="Rff0d6494dd5b44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5e238bdc41a1" /><Relationship Type="http://schemas.openxmlformats.org/officeDocument/2006/relationships/notesSlide" Target="/ppt/notesSlides/notesSlide1.xml" Id="Rd3e216aecf6c42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pdf-path-1">
            <a:extLst xmlns:a="http://schemas.openxmlformats.org/drawingml/2006/main">
              <a:ext uri="{FF2B5EF4-FFF2-40B4-BE49-F238E27FC236}">
                <a16:creationId xmlns:a16="http://schemas.microsoft.com/office/drawing/2014/main" id="{549F6CFF-99F3-44ED-92EA-BF72ACAB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65" y="820645"/>
            <a:ext cx="2551752" cy="3329046"/>
          </a:xfrm>
          <a:custGeom xmlns:a="http://schemas.openxmlformats.org/drawingml/2006/main">
            <a:pathLst>
              <a:path w="2551752" h="3329046">
                <a:moveTo>
                  <a:pt x="1871702" y="3329046"/>
                </a:moveTo>
                <a:cubicBezTo>
                  <a:pt x="2156908" y="3329046"/>
                  <a:pt x="682947" y="2909141"/>
                  <a:pt x="1019633" y="2519292"/>
                </a:cubicBezTo>
                <a:cubicBezTo>
                  <a:pt x="1356326" y="2129447"/>
                  <a:pt x="2020137" y="2525177"/>
                  <a:pt x="2285938" y="1993564"/>
                </a:cubicBezTo>
                <a:cubicBezTo>
                  <a:pt x="2551752" y="1461950"/>
                  <a:pt x="1010066" y="1559411"/>
                  <a:pt x="788557" y="1417652"/>
                </a:cubicBezTo>
                <a:cubicBezTo>
                  <a:pt x="567055" y="1275881"/>
                  <a:pt x="0" y="0"/>
                  <a:pt x="25251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809">
            <a:solidFill>
              <a:srgbClr val="BFBFBF"/>
            </a:solidFill>
            <a:prstDash val="dash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F51DAD1F-4A40-44BA-8D85-9AC86273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041" y="703417"/>
            <a:ext cx="1171027" cy="225791"/>
          </a:xfrm>
          <a:custGeom xmlns:a="http://schemas.openxmlformats.org/drawingml/2006/main">
            <a:pathLst>
              <a:path w="1171027" h="225791">
                <a:moveTo>
                  <a:pt x="1171027" y="112889"/>
                </a:moveTo>
                <a:cubicBezTo>
                  <a:pt x="1171027" y="175241"/>
                  <a:pt x="908877" y="225791"/>
                  <a:pt x="585512" y="225791"/>
                </a:cubicBezTo>
                <a:cubicBezTo>
                  <a:pt x="262142" y="225791"/>
                  <a:pt x="0" y="175241"/>
                  <a:pt x="0" y="112889"/>
                </a:cubicBezTo>
                <a:cubicBezTo>
                  <a:pt x="0" y="50549"/>
                  <a:pt x="262142" y="0"/>
                  <a:pt x="585512" y="0"/>
                </a:cubicBezTo>
                <a:cubicBezTo>
                  <a:pt x="908877" y="0"/>
                  <a:pt x="1171027" y="50549"/>
                  <a:pt x="1171027" y="11288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809">
            <a:solidFill>
              <a:srgbClr val="7F7F7F"/>
            </a:solidFill>
            <a:prstDash val="dash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C26C89A2-3273-4EA7-A635-640CF92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5981" y="4084265"/>
            <a:ext cx="131744" cy="153787"/>
          </a:xfrm>
          <a:custGeom xmlns:a="http://schemas.openxmlformats.org/drawingml/2006/main">
            <a:pathLst>
              <a:path w="131744" h="153787">
                <a:moveTo>
                  <a:pt x="0" y="0"/>
                </a:moveTo>
                <a:lnTo>
                  <a:pt x="131744" y="153787"/>
                </a:lnTo>
              </a:path>
            </a:pathLst>
          </a:custGeom>
          <a:noFill xmlns:a="http://schemas.openxmlformats.org/drawingml/2006/main"/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B19F34F8-9DE2-4196-B2C4-DC056E50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5981" y="4084265"/>
            <a:ext cx="131744" cy="153787"/>
          </a:xfrm>
          <a:custGeom xmlns:a="http://schemas.openxmlformats.org/drawingml/2006/main">
            <a:pathLst>
              <a:path w="131744" h="153787">
                <a:moveTo>
                  <a:pt x="131744" y="0"/>
                </a:moveTo>
                <a:lnTo>
                  <a:pt x="0" y="153787"/>
                </a:lnTo>
              </a:path>
            </a:pathLst>
          </a:custGeom>
          <a:noFill xmlns:a="http://schemas.openxmlformats.org/drawingml/2006/main"/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D0290852-ABF5-4AE2-8F7A-807EAC3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2840" y="432573"/>
            <a:ext cx="106324" cy="88600"/>
          </a:xfrm>
          <a:custGeom xmlns:a="http://schemas.openxmlformats.org/drawingml/2006/main">
            <a:pathLst>
              <a:path w="106324" h="88600">
                <a:moveTo>
                  <a:pt x="0" y="88600"/>
                </a:moveTo>
                <a:lnTo>
                  <a:pt x="106324" y="88600"/>
                </a:lnTo>
                <a:lnTo>
                  <a:pt x="10632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9C3D2332-E241-4D2E-9710-06438C5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2175" y="467272"/>
            <a:ext cx="27769" cy="29545"/>
          </a:xfrm>
          <a:custGeom xmlns:a="http://schemas.openxmlformats.org/drawingml/2006/main">
            <a:pathLst>
              <a:path w="27769" h="29545">
                <a:moveTo>
                  <a:pt x="27769" y="14779"/>
                </a:moveTo>
                <a:cubicBezTo>
                  <a:pt x="27769" y="22931"/>
                  <a:pt x="21555" y="29545"/>
                  <a:pt x="13890" y="29545"/>
                </a:cubicBezTo>
                <a:cubicBezTo>
                  <a:pt x="6226" y="29545"/>
                  <a:pt x="0" y="22931"/>
                  <a:pt x="0" y="14779"/>
                </a:cubicBezTo>
                <a:cubicBezTo>
                  <a:pt x="0" y="6614"/>
                  <a:pt x="6226" y="0"/>
                  <a:pt x="13890" y="0"/>
                </a:cubicBezTo>
                <a:cubicBezTo>
                  <a:pt x="21555" y="0"/>
                  <a:pt x="27769" y="6614"/>
                  <a:pt x="27769" y="1477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5F747C04-643C-4C47-8DC4-B9991EF8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8673" y="525993"/>
            <a:ext cx="270236" cy="168347"/>
          </a:xfrm>
          <a:custGeom xmlns:a="http://schemas.openxmlformats.org/drawingml/2006/main">
            <a:pathLst>
              <a:path w="270236" h="168347">
                <a:moveTo>
                  <a:pt x="0" y="168347"/>
                </a:moveTo>
                <a:lnTo>
                  <a:pt x="270236" y="168347"/>
                </a:lnTo>
                <a:lnTo>
                  <a:pt x="2702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8" name="pdf-path-12">
            <a:extLst xmlns:a="http://schemas.openxmlformats.org/drawingml/2006/main">
              <a:ext uri="{FF2B5EF4-FFF2-40B4-BE49-F238E27FC236}">
                <a16:creationId xmlns:a16="http://schemas.microsoft.com/office/drawing/2014/main" id="{81087B00-4C1B-4E9B-8C47-5E6E71BF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8425" y="672197"/>
            <a:ext cx="97456" cy="88596"/>
          </a:xfrm>
          <a:custGeom xmlns:a="http://schemas.openxmlformats.org/drawingml/2006/main">
            <a:pathLst>
              <a:path w="97456" h="88596">
                <a:moveTo>
                  <a:pt x="97456" y="44298"/>
                </a:moveTo>
                <a:cubicBezTo>
                  <a:pt x="97456" y="68753"/>
                  <a:pt x="75638" y="88596"/>
                  <a:pt x="48731" y="88596"/>
                </a:cubicBezTo>
                <a:cubicBezTo>
                  <a:pt x="21816" y="88596"/>
                  <a:pt x="0" y="68753"/>
                  <a:pt x="0" y="44298"/>
                </a:cubicBezTo>
                <a:cubicBezTo>
                  <a:pt x="0" y="19829"/>
                  <a:pt x="21816" y="0"/>
                  <a:pt x="48731" y="0"/>
                </a:cubicBezTo>
                <a:cubicBezTo>
                  <a:pt x="75638" y="0"/>
                  <a:pt x="97456" y="19829"/>
                  <a:pt x="97456" y="442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9" name="pdf-path-14">
            <a:extLst xmlns:a="http://schemas.openxmlformats.org/drawingml/2006/main">
              <a:ext uri="{FF2B5EF4-FFF2-40B4-BE49-F238E27FC236}">
                <a16:creationId xmlns:a16="http://schemas.microsoft.com/office/drawing/2014/main" id="{31B837BA-CEF7-46E0-98DA-EF183A1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1724" y="672835"/>
            <a:ext cx="97461" cy="88596"/>
          </a:xfrm>
          <a:custGeom xmlns:a="http://schemas.openxmlformats.org/drawingml/2006/main">
            <a:pathLst>
              <a:path w="97461" h="88596">
                <a:moveTo>
                  <a:pt x="97461" y="44298"/>
                </a:moveTo>
                <a:cubicBezTo>
                  <a:pt x="97461" y="68767"/>
                  <a:pt x="75643" y="88596"/>
                  <a:pt x="48736" y="88596"/>
                </a:cubicBezTo>
                <a:cubicBezTo>
                  <a:pt x="21818" y="88596"/>
                  <a:pt x="0" y="68767"/>
                  <a:pt x="0" y="44298"/>
                </a:cubicBezTo>
                <a:cubicBezTo>
                  <a:pt x="0" y="19829"/>
                  <a:pt x="21818" y="0"/>
                  <a:pt x="48736" y="0"/>
                </a:cubicBezTo>
                <a:cubicBezTo>
                  <a:pt x="75643" y="0"/>
                  <a:pt x="97461" y="19829"/>
                  <a:pt x="97461" y="442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10" name="pdf-path-16">
            <a:extLst xmlns:a="http://schemas.openxmlformats.org/drawingml/2006/main">
              <a:ext uri="{FF2B5EF4-FFF2-40B4-BE49-F238E27FC236}">
                <a16:creationId xmlns:a16="http://schemas.microsoft.com/office/drawing/2014/main" id="{2B507582-F5EF-4FF5-AFDE-1DF8659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078" y="482051"/>
            <a:ext cx="35371" cy="143634"/>
          </a:xfrm>
          <a:custGeom xmlns:a="http://schemas.openxmlformats.org/drawingml/2006/main">
            <a:pathLst>
              <a:path w="35371" h="143634">
                <a:moveTo>
                  <a:pt x="0" y="0"/>
                </a:moveTo>
                <a:lnTo>
                  <a:pt x="35371" y="143634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11" name="pdf-path-17">
            <a:extLst xmlns:a="http://schemas.openxmlformats.org/drawingml/2006/main">
              <a:ext uri="{FF2B5EF4-FFF2-40B4-BE49-F238E27FC236}">
                <a16:creationId xmlns:a16="http://schemas.microsoft.com/office/drawing/2014/main" id="{1B01EE02-9554-42D7-A2C0-6A071A9F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5875" y="598442"/>
            <a:ext cx="139283" cy="18392"/>
          </a:xfrm>
          <a:custGeom xmlns:a="http://schemas.openxmlformats.org/drawingml/2006/main">
            <a:pathLst>
              <a:path w="139283" h="18392">
                <a:moveTo>
                  <a:pt x="139283" y="0"/>
                </a:moveTo>
                <a:lnTo>
                  <a:pt x="0" y="18392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12" name="pdf-path-18">
            <a:extLst xmlns:a="http://schemas.openxmlformats.org/drawingml/2006/main">
              <a:ext uri="{FF2B5EF4-FFF2-40B4-BE49-F238E27FC236}">
                <a16:creationId xmlns:a16="http://schemas.microsoft.com/office/drawing/2014/main" id="{E450836E-03A9-49CC-9E01-8595B98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531" y="569660"/>
            <a:ext cx="13291" cy="57589"/>
          </a:xfrm>
          <a:custGeom xmlns:a="http://schemas.openxmlformats.org/drawingml/2006/main">
            <a:pathLst>
              <a:path w="13291" h="57589">
                <a:moveTo>
                  <a:pt x="0" y="0"/>
                </a:moveTo>
                <a:lnTo>
                  <a:pt x="13291" y="57589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13" name="pdf-path-19">
            <a:extLst xmlns:a="http://schemas.openxmlformats.org/drawingml/2006/main">
              <a:ext uri="{FF2B5EF4-FFF2-40B4-BE49-F238E27FC236}">
                <a16:creationId xmlns:a16="http://schemas.microsoft.com/office/drawing/2014/main" id="{A2E77A83-6651-4D6E-ABDE-88EAE1D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073" y="618134"/>
            <a:ext cx="25056" cy="6239"/>
          </a:xfrm>
          <a:custGeom xmlns:a="http://schemas.openxmlformats.org/drawingml/2006/main">
            <a:pathLst>
              <a:path w="25056" h="6239">
                <a:moveTo>
                  <a:pt x="25056" y="0"/>
                </a:moveTo>
                <a:lnTo>
                  <a:pt x="0" y="6239"/>
                </a:lnTo>
              </a:path>
            </a:pathLst>
          </a:custGeom>
          <a:noFill xmlns:a="http://schemas.openxmlformats.org/drawingml/2006/main"/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14" name="pdf-path-20">
            <a:extLst xmlns:a="http://schemas.openxmlformats.org/drawingml/2006/main">
              <a:ext uri="{FF2B5EF4-FFF2-40B4-BE49-F238E27FC236}">
                <a16:creationId xmlns:a16="http://schemas.microsoft.com/office/drawing/2014/main" id="{538E6985-959A-4BD3-AF23-04A56C7F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1757" y="565584"/>
            <a:ext cx="25055" cy="6264"/>
          </a:xfrm>
          <a:custGeom xmlns:a="http://schemas.openxmlformats.org/drawingml/2006/main">
            <a:pathLst>
              <a:path w="25055" h="6264">
                <a:moveTo>
                  <a:pt x="25055" y="0"/>
                </a:moveTo>
                <a:lnTo>
                  <a:pt x="0" y="6264"/>
                </a:lnTo>
              </a:path>
            </a:pathLst>
          </a:custGeom>
          <a:noFill xmlns:a="http://schemas.openxmlformats.org/drawingml/2006/main"/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15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1A8AF70-137B-4BF2-A99D-407BBD1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4255" y="358113"/>
            <a:ext cx="90843" cy="28190"/>
          </a:xfrm>
          <a:custGeom xmlns:a="http://schemas.openxmlformats.org/drawingml/2006/main">
            <a:pathLst>
              <a:path w="90843" h="28190">
                <a:moveTo>
                  <a:pt x="0" y="28190"/>
                </a:moveTo>
                <a:lnTo>
                  <a:pt x="90843" y="28190"/>
                </a:lnTo>
                <a:lnTo>
                  <a:pt x="908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16" name="pdf-path-23">
            <a:extLst xmlns:a="http://schemas.openxmlformats.org/drawingml/2006/main">
              <a:ext uri="{FF2B5EF4-FFF2-40B4-BE49-F238E27FC236}">
                <a16:creationId xmlns:a16="http://schemas.microsoft.com/office/drawing/2014/main" id="{DF47E735-1185-45CF-887A-9D1616E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4515" y="403759"/>
            <a:ext cx="6266" cy="20166"/>
          </a:xfrm>
          <a:custGeom xmlns:a="http://schemas.openxmlformats.org/drawingml/2006/main">
            <a:pathLst>
              <a:path w="6266" h="20166">
                <a:moveTo>
                  <a:pt x="0" y="20166"/>
                </a:moveTo>
                <a:lnTo>
                  <a:pt x="6266" y="20166"/>
                </a:lnTo>
                <a:lnTo>
                  <a:pt x="626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17" name="pdf-path-25">
            <a:extLst xmlns:a="http://schemas.openxmlformats.org/drawingml/2006/main">
              <a:ext uri="{FF2B5EF4-FFF2-40B4-BE49-F238E27FC236}">
                <a16:creationId xmlns:a16="http://schemas.microsoft.com/office/drawing/2014/main" id="{CF353274-19EE-431D-BAA6-6B3E3A20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1891" y="361258"/>
            <a:ext cx="15477" cy="24420"/>
          </a:xfrm>
          <a:custGeom xmlns:a="http://schemas.openxmlformats.org/drawingml/2006/main">
            <a:pathLst>
              <a:path w="15477" h="24420">
                <a:moveTo>
                  <a:pt x="0" y="24420"/>
                </a:moveTo>
                <a:lnTo>
                  <a:pt x="15477" y="24420"/>
                </a:lnTo>
                <a:lnTo>
                  <a:pt x="154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18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91D9FC8-4455-4582-A6E7-042BDB67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697638"/>
            <a:ext cx="86720" cy="99677"/>
          </a:xfrm>
          <a:custGeom xmlns:a="http://schemas.openxmlformats.org/drawingml/2006/main">
            <a:pathLst>
              <a:path w="86720" h="99677">
                <a:moveTo>
                  <a:pt x="0" y="99677"/>
                </a:moveTo>
                <a:lnTo>
                  <a:pt x="86720" y="99677"/>
                </a:lnTo>
                <a:lnTo>
                  <a:pt x="867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19" name="pdf-path-29">
            <a:extLst xmlns:a="http://schemas.openxmlformats.org/drawingml/2006/main">
              <a:ext uri="{FF2B5EF4-FFF2-40B4-BE49-F238E27FC236}">
                <a16:creationId xmlns:a16="http://schemas.microsoft.com/office/drawing/2014/main" id="{B820E3F3-2F60-4935-996E-0EBA5FC7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27695" y="432702"/>
            <a:ext cx="272040" cy="264926"/>
          </a:xfrm>
          <a:custGeom xmlns:a="http://schemas.openxmlformats.org/drawingml/2006/main">
            <a:pathLst>
              <a:path w="272040" h="264926">
                <a:moveTo>
                  <a:pt x="92659" y="264926"/>
                </a:moveTo>
                <a:cubicBezTo>
                  <a:pt x="37309" y="246309"/>
                  <a:pt x="0" y="194422"/>
                  <a:pt x="0" y="136021"/>
                </a:cubicBezTo>
                <a:cubicBezTo>
                  <a:pt x="0" y="60903"/>
                  <a:pt x="60902" y="0"/>
                  <a:pt x="136020" y="0"/>
                </a:cubicBezTo>
                <a:cubicBezTo>
                  <a:pt x="211138" y="0"/>
                  <a:pt x="272040" y="60903"/>
                  <a:pt x="272040" y="136021"/>
                </a:cubicBezTo>
                <a:cubicBezTo>
                  <a:pt x="272040" y="194422"/>
                  <a:pt x="234744" y="246309"/>
                  <a:pt x="179380" y="2649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20" name="pdf-path-30">
            <a:extLst xmlns:a="http://schemas.openxmlformats.org/drawingml/2006/main">
              <a:ext uri="{FF2B5EF4-FFF2-40B4-BE49-F238E27FC236}">
                <a16:creationId xmlns:a16="http://schemas.microsoft.com/office/drawing/2014/main" id="{36BAD178-493C-4790-9F14-2C6AE96B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697628"/>
            <a:ext cx="95" cy="99662"/>
          </a:xfrm>
          <a:custGeom xmlns:a="http://schemas.openxmlformats.org/drawingml/2006/main">
            <a:pathLst>
              <a:path w="95" h="99662">
                <a:moveTo>
                  <a:pt x="0" y="0"/>
                </a:moveTo>
                <a:lnTo>
                  <a:pt x="0" y="99662"/>
                </a:ln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21" name="pdf-path-31">
            <a:extLst xmlns:a="http://schemas.openxmlformats.org/drawingml/2006/main">
              <a:ext uri="{FF2B5EF4-FFF2-40B4-BE49-F238E27FC236}">
                <a16:creationId xmlns:a16="http://schemas.microsoft.com/office/drawing/2014/main" id="{0BB74C0C-9DCA-4538-AFFB-A093B88A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075" y="697628"/>
            <a:ext cx="95" cy="99662"/>
          </a:xfrm>
          <a:custGeom xmlns:a="http://schemas.openxmlformats.org/drawingml/2006/main">
            <a:pathLst>
              <a:path w="95" h="99662">
                <a:moveTo>
                  <a:pt x="0" y="0"/>
                </a:moveTo>
                <a:lnTo>
                  <a:pt x="0" y="99662"/>
                </a:ln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22" name="pdf-path-32">
            <a:extLst xmlns:a="http://schemas.openxmlformats.org/drawingml/2006/main">
              <a:ext uri="{FF2B5EF4-FFF2-40B4-BE49-F238E27FC236}">
                <a16:creationId xmlns:a16="http://schemas.microsoft.com/office/drawing/2014/main" id="{32D01942-9414-4E89-9012-98E04CED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2213" y="555582"/>
            <a:ext cx="62377" cy="41472"/>
          </a:xfrm>
          <a:custGeom xmlns:a="http://schemas.openxmlformats.org/drawingml/2006/main">
            <a:pathLst>
              <a:path w="62377" h="41472">
                <a:moveTo>
                  <a:pt x="0" y="751"/>
                </a:moveTo>
                <a:lnTo>
                  <a:pt x="20092" y="41472"/>
                </a:lnTo>
                <a:lnTo>
                  <a:pt x="31045" y="0"/>
                </a:lnTo>
                <a:lnTo>
                  <a:pt x="46711" y="31332"/>
                </a:lnTo>
                <a:lnTo>
                  <a:pt x="623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2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705CB79D-7C83-48DD-8D4B-890CE895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6966" y="556444"/>
            <a:ext cx="62402" cy="38309"/>
          </a:xfrm>
          <a:custGeom xmlns:a="http://schemas.openxmlformats.org/drawingml/2006/main">
            <a:pathLst>
              <a:path w="62402" h="38309">
                <a:moveTo>
                  <a:pt x="0" y="701"/>
                </a:moveTo>
                <a:lnTo>
                  <a:pt x="15416" y="31320"/>
                </a:lnTo>
                <a:lnTo>
                  <a:pt x="31082" y="0"/>
                </a:lnTo>
                <a:lnTo>
                  <a:pt x="42310" y="38309"/>
                </a:lnTo>
                <a:lnTo>
                  <a:pt x="624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24" name="pdf-path-34">
            <a:extLst xmlns:a="http://schemas.openxmlformats.org/drawingml/2006/main">
              <a:ext uri="{FF2B5EF4-FFF2-40B4-BE49-F238E27FC236}">
                <a16:creationId xmlns:a16="http://schemas.microsoft.com/office/drawing/2014/main" id="{AF243ECB-D2D2-42DC-8AFA-968B3408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352" y="774047"/>
            <a:ext cx="106501" cy="28194"/>
          </a:xfrm>
          <a:custGeom xmlns:a="http://schemas.openxmlformats.org/drawingml/2006/main">
            <a:pathLst>
              <a:path w="106501" h="28194">
                <a:moveTo>
                  <a:pt x="106501" y="0"/>
                </a:moveTo>
                <a:cubicBezTo>
                  <a:pt x="94510" y="17629"/>
                  <a:pt x="74568" y="28194"/>
                  <a:pt x="53250" y="28194"/>
                </a:cubicBezTo>
                <a:cubicBezTo>
                  <a:pt x="31933" y="28194"/>
                  <a:pt x="11978" y="1762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25" name="pdf-path-35">
            <a:extLst xmlns:a="http://schemas.openxmlformats.org/drawingml/2006/main">
              <a:ext uri="{FF2B5EF4-FFF2-40B4-BE49-F238E27FC236}">
                <a16:creationId xmlns:a16="http://schemas.microsoft.com/office/drawing/2014/main" id="{1E00C15D-F03F-441A-BF9C-7077B0FA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5089" y="564171"/>
            <a:ext cx="34446" cy="65766"/>
          </a:xfrm>
          <a:custGeom xmlns:a="http://schemas.openxmlformats.org/drawingml/2006/main">
            <a:pathLst>
              <a:path w="34446" h="65766">
                <a:moveTo>
                  <a:pt x="0" y="0"/>
                </a:moveTo>
                <a:lnTo>
                  <a:pt x="34446" y="65766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26" name="pdf-path-36">
            <a:extLst xmlns:a="http://schemas.openxmlformats.org/drawingml/2006/main">
              <a:ext uri="{FF2B5EF4-FFF2-40B4-BE49-F238E27FC236}">
                <a16:creationId xmlns:a16="http://schemas.microsoft.com/office/drawing/2014/main" id="{CFEA7DF8-5874-46B5-8C1F-4E374F19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9646" y="562671"/>
            <a:ext cx="39235" cy="64153"/>
          </a:xfrm>
          <a:custGeom xmlns:a="http://schemas.openxmlformats.org/drawingml/2006/main">
            <a:pathLst>
              <a:path w="39235" h="64153">
                <a:moveTo>
                  <a:pt x="39235" y="0"/>
                </a:moveTo>
                <a:lnTo>
                  <a:pt x="0" y="64153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2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5588210E-3698-4E44-89F3-F2603BBD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8608" y="625411"/>
            <a:ext cx="18467" cy="72217"/>
          </a:xfrm>
          <a:custGeom xmlns:a="http://schemas.openxmlformats.org/drawingml/2006/main">
            <a:pathLst>
              <a:path w="18467" h="72217">
                <a:moveTo>
                  <a:pt x="0" y="0"/>
                </a:moveTo>
                <a:lnTo>
                  <a:pt x="18467" y="72217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28" name="pdf-path-38">
            <a:extLst xmlns:a="http://schemas.openxmlformats.org/drawingml/2006/main">
              <a:ext uri="{FF2B5EF4-FFF2-40B4-BE49-F238E27FC236}">
                <a16:creationId xmlns:a16="http://schemas.microsoft.com/office/drawing/2014/main" id="{4F18DB0B-37E7-44CD-A452-27FC6F7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627348"/>
            <a:ext cx="19992" cy="70280"/>
          </a:xfrm>
          <a:custGeom xmlns:a="http://schemas.openxmlformats.org/drawingml/2006/main">
            <a:pathLst>
              <a:path w="19992" h="70280">
                <a:moveTo>
                  <a:pt x="19992" y="0"/>
                </a:moveTo>
                <a:lnTo>
                  <a:pt x="0" y="70280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29" name="pdf-path-39">
            <a:extLst xmlns:a="http://schemas.openxmlformats.org/drawingml/2006/main">
              <a:ext uri="{FF2B5EF4-FFF2-40B4-BE49-F238E27FC236}">
                <a16:creationId xmlns:a16="http://schemas.microsoft.com/office/drawing/2014/main" id="{14161F0D-047C-4AB5-AABA-BD2D3C6C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697628"/>
            <a:ext cx="86721" cy="21130"/>
          </a:xfrm>
          <a:custGeom xmlns:a="http://schemas.openxmlformats.org/drawingml/2006/main">
            <a:pathLst>
              <a:path w="86721" h="21130">
                <a:moveTo>
                  <a:pt x="86721" y="0"/>
                </a:moveTo>
                <a:cubicBezTo>
                  <a:pt x="76293" y="13341"/>
                  <a:pt x="60290" y="21130"/>
                  <a:pt x="43361" y="21130"/>
                </a:cubicBezTo>
                <a:cubicBezTo>
                  <a:pt x="26432" y="21130"/>
                  <a:pt x="10440" y="13341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30" name="pdf-path-40">
            <a:extLst xmlns:a="http://schemas.openxmlformats.org/drawingml/2006/main">
              <a:ext uri="{FF2B5EF4-FFF2-40B4-BE49-F238E27FC236}">
                <a16:creationId xmlns:a16="http://schemas.microsoft.com/office/drawing/2014/main" id="{E5F7E463-1B27-4D08-AC32-99D33C9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4426" y="562533"/>
            <a:ext cx="97461" cy="95"/>
          </a:xfrm>
          <a:custGeom xmlns:a="http://schemas.openxmlformats.org/drawingml/2006/main">
            <a:pathLst>
              <a:path w="97461" h="95">
                <a:moveTo>
                  <a:pt x="0" y="0"/>
                </a:moveTo>
                <a:lnTo>
                  <a:pt x="97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3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84075EF9-C5B6-4791-B0CA-33BBA22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208" y="561183"/>
            <a:ext cx="97461" cy="95"/>
          </a:xfrm>
          <a:custGeom xmlns:a="http://schemas.openxmlformats.org/drawingml/2006/main">
            <a:pathLst>
              <a:path w="97461" h="95">
                <a:moveTo>
                  <a:pt x="0" y="0"/>
                </a:moveTo>
                <a:lnTo>
                  <a:pt x="97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32" name="pdf-path-42">
            <a:extLst xmlns:a="http://schemas.openxmlformats.org/drawingml/2006/main">
              <a:ext uri="{FF2B5EF4-FFF2-40B4-BE49-F238E27FC236}">
                <a16:creationId xmlns:a16="http://schemas.microsoft.com/office/drawing/2014/main" id="{53E01840-CEAA-4B31-88B6-B892050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6891" y="298920"/>
            <a:ext cx="1775" cy="98349"/>
          </a:xfrm>
          <a:custGeom xmlns:a="http://schemas.openxmlformats.org/drawingml/2006/main">
            <a:pathLst>
              <a:path w="1775" h="98349">
                <a:moveTo>
                  <a:pt x="1775" y="983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33" name="pdf-path-43">
            <a:extLst xmlns:a="http://schemas.openxmlformats.org/drawingml/2006/main">
              <a:ext uri="{FF2B5EF4-FFF2-40B4-BE49-F238E27FC236}">
                <a16:creationId xmlns:a16="http://schemas.microsoft.com/office/drawing/2014/main" id="{E6E7131C-0608-4777-9CBB-87CCC327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5388" y="376464"/>
            <a:ext cx="83708" cy="73968"/>
          </a:xfrm>
          <a:custGeom xmlns:a="http://schemas.openxmlformats.org/drawingml/2006/main">
            <a:pathLst>
              <a:path w="83708" h="73968">
                <a:moveTo>
                  <a:pt x="0" y="0"/>
                </a:moveTo>
                <a:lnTo>
                  <a:pt x="83708" y="73968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3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10751BDB-0299-4411-988B-EF1BFB7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6885" y="372038"/>
            <a:ext cx="73793" cy="75493"/>
          </a:xfrm>
          <a:custGeom xmlns:a="http://schemas.openxmlformats.org/drawingml/2006/main">
            <a:pathLst>
              <a:path w="73793" h="75493">
                <a:moveTo>
                  <a:pt x="73793" y="0"/>
                </a:moveTo>
                <a:lnTo>
                  <a:pt x="0" y="75493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3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B57D84FD-3DBC-45EE-8132-4B3E9161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697628"/>
            <a:ext cx="86721" cy="15516"/>
          </a:xfrm>
          <a:custGeom xmlns:a="http://schemas.openxmlformats.org/drawingml/2006/main">
            <a:pathLst>
              <a:path w="86721" h="15516">
                <a:moveTo>
                  <a:pt x="86721" y="0"/>
                </a:moveTo>
                <a:cubicBezTo>
                  <a:pt x="74506" y="10027"/>
                  <a:pt x="59164" y="15516"/>
                  <a:pt x="43361" y="15516"/>
                </a:cubicBezTo>
                <a:cubicBezTo>
                  <a:pt x="27556" y="15516"/>
                  <a:pt x="12228" y="10027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3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278BAEEE-B3DF-4A22-8A01-B842C28F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747465"/>
            <a:ext cx="86721" cy="15516"/>
          </a:xfrm>
          <a:custGeom xmlns:a="http://schemas.openxmlformats.org/drawingml/2006/main">
            <a:pathLst>
              <a:path w="86721" h="15516">
                <a:moveTo>
                  <a:pt x="86721" y="0"/>
                </a:moveTo>
                <a:cubicBezTo>
                  <a:pt x="74506" y="10028"/>
                  <a:pt x="59164" y="15516"/>
                  <a:pt x="43361" y="15516"/>
                </a:cubicBezTo>
                <a:cubicBezTo>
                  <a:pt x="27556" y="15516"/>
                  <a:pt x="12228" y="1002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3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8AFE5A60-A14C-4536-A7EB-03A881A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0355" y="747465"/>
            <a:ext cx="86721" cy="15516"/>
          </a:xfrm>
          <a:custGeom xmlns:a="http://schemas.openxmlformats.org/drawingml/2006/main">
            <a:pathLst>
              <a:path w="86721" h="15516">
                <a:moveTo>
                  <a:pt x="86721" y="0"/>
                </a:moveTo>
                <a:cubicBezTo>
                  <a:pt x="74506" y="10028"/>
                  <a:pt x="59164" y="15516"/>
                  <a:pt x="43361" y="15516"/>
                </a:cubicBezTo>
                <a:cubicBezTo>
                  <a:pt x="27556" y="15516"/>
                  <a:pt x="12228" y="1002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3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285E83E1-8124-4E11-BADF-1E499C2C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0215" y="820645"/>
            <a:ext cx="2551752" cy="3329046"/>
          </a:xfrm>
          <a:custGeom xmlns:a="http://schemas.openxmlformats.org/drawingml/2006/main">
            <a:pathLst>
              <a:path w="2551752" h="3329046">
                <a:moveTo>
                  <a:pt x="1871702" y="3329046"/>
                </a:moveTo>
                <a:cubicBezTo>
                  <a:pt x="2156907" y="3329046"/>
                  <a:pt x="682946" y="2909141"/>
                  <a:pt x="1019633" y="2519292"/>
                </a:cubicBezTo>
                <a:cubicBezTo>
                  <a:pt x="1356326" y="2129447"/>
                  <a:pt x="2020138" y="2525177"/>
                  <a:pt x="2285938" y="1993564"/>
                </a:cubicBezTo>
                <a:cubicBezTo>
                  <a:pt x="2551752" y="1461950"/>
                  <a:pt x="1010066" y="1559411"/>
                  <a:pt x="788557" y="1417652"/>
                </a:cubicBezTo>
                <a:cubicBezTo>
                  <a:pt x="567055" y="1275881"/>
                  <a:pt x="0" y="0"/>
                  <a:pt x="252517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4809">
            <a:solidFill>
              <a:srgbClr val="BFBFBF"/>
            </a:solidFill>
            <a:prstDash val="dash"/>
          </a:ln>
        </p:spPr>
      </p:sp>
      <p:sp>
        <p:nvSpPr>
          <p:cNvPr id="3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5F282A7-1C5C-4658-9A6D-53E71058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431" y="4084265"/>
            <a:ext cx="131743" cy="153787"/>
          </a:xfrm>
          <a:custGeom xmlns:a="http://schemas.openxmlformats.org/drawingml/2006/main">
            <a:pathLst>
              <a:path w="131743" h="153787">
                <a:moveTo>
                  <a:pt x="0" y="0"/>
                </a:moveTo>
                <a:lnTo>
                  <a:pt x="131743" y="153787"/>
                </a:lnTo>
              </a:path>
            </a:pathLst>
          </a:custGeom>
          <a:noFill xmlns:a="http://schemas.openxmlformats.org/drawingml/2006/main"/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40" name="pdf-path-50">
            <a:extLst xmlns:a="http://schemas.openxmlformats.org/drawingml/2006/main">
              <a:ext uri="{FF2B5EF4-FFF2-40B4-BE49-F238E27FC236}">
                <a16:creationId xmlns:a16="http://schemas.microsoft.com/office/drawing/2014/main" id="{B4C435F8-A104-47C8-8133-996E7C6F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431" y="4084265"/>
            <a:ext cx="131743" cy="153787"/>
          </a:xfrm>
          <a:custGeom xmlns:a="http://schemas.openxmlformats.org/drawingml/2006/main">
            <a:pathLst>
              <a:path w="131743" h="153787">
                <a:moveTo>
                  <a:pt x="131743" y="0"/>
                </a:moveTo>
                <a:lnTo>
                  <a:pt x="0" y="153787"/>
                </a:lnTo>
              </a:path>
            </a:pathLst>
          </a:custGeom>
          <a:noFill xmlns:a="http://schemas.openxmlformats.org/drawingml/2006/main"/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4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F62D774F-ECC6-47BA-AC8F-B0099BD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697638"/>
            <a:ext cx="86720" cy="99677"/>
          </a:xfrm>
          <a:custGeom xmlns:a="http://schemas.openxmlformats.org/drawingml/2006/main">
            <a:pathLst>
              <a:path w="86720" h="99677">
                <a:moveTo>
                  <a:pt x="0" y="99677"/>
                </a:moveTo>
                <a:lnTo>
                  <a:pt x="86720" y="99677"/>
                </a:lnTo>
                <a:lnTo>
                  <a:pt x="8672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42" name="pdf-path-53">
            <a:extLst xmlns:a="http://schemas.openxmlformats.org/drawingml/2006/main">
              <a:ext uri="{FF2B5EF4-FFF2-40B4-BE49-F238E27FC236}">
                <a16:creationId xmlns:a16="http://schemas.microsoft.com/office/drawing/2014/main" id="{37802E68-D22F-470D-83D7-7442B19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0145" y="432702"/>
            <a:ext cx="272040" cy="264926"/>
          </a:xfrm>
          <a:custGeom xmlns:a="http://schemas.openxmlformats.org/drawingml/2006/main">
            <a:pathLst>
              <a:path w="272040" h="264926">
                <a:moveTo>
                  <a:pt x="92660" y="264926"/>
                </a:moveTo>
                <a:cubicBezTo>
                  <a:pt x="37309" y="246309"/>
                  <a:pt x="0" y="194422"/>
                  <a:pt x="0" y="136021"/>
                </a:cubicBezTo>
                <a:cubicBezTo>
                  <a:pt x="0" y="60903"/>
                  <a:pt x="60902" y="0"/>
                  <a:pt x="136019" y="0"/>
                </a:cubicBezTo>
                <a:cubicBezTo>
                  <a:pt x="211138" y="0"/>
                  <a:pt x="272040" y="60903"/>
                  <a:pt x="272040" y="136021"/>
                </a:cubicBezTo>
                <a:cubicBezTo>
                  <a:pt x="272040" y="194422"/>
                  <a:pt x="234743" y="246309"/>
                  <a:pt x="179380" y="264926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43" name="pdf-path-54">
            <a:extLst xmlns:a="http://schemas.openxmlformats.org/drawingml/2006/main">
              <a:ext uri="{FF2B5EF4-FFF2-40B4-BE49-F238E27FC236}">
                <a16:creationId xmlns:a16="http://schemas.microsoft.com/office/drawing/2014/main" id="{C5DEA06F-9B83-406E-B95D-26780C9E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697628"/>
            <a:ext cx="95" cy="99662"/>
          </a:xfrm>
          <a:custGeom xmlns:a="http://schemas.openxmlformats.org/drawingml/2006/main">
            <a:pathLst>
              <a:path w="95" h="99662">
                <a:moveTo>
                  <a:pt x="0" y="0"/>
                </a:moveTo>
                <a:lnTo>
                  <a:pt x="0" y="99662"/>
                </a:ln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44" name="pdf-path-55">
            <a:extLst xmlns:a="http://schemas.openxmlformats.org/drawingml/2006/main">
              <a:ext uri="{FF2B5EF4-FFF2-40B4-BE49-F238E27FC236}">
                <a16:creationId xmlns:a16="http://schemas.microsoft.com/office/drawing/2014/main" id="{F28B3CAB-A282-4B15-AE6A-7C43A622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9525" y="697628"/>
            <a:ext cx="95" cy="99662"/>
          </a:xfrm>
          <a:custGeom xmlns:a="http://schemas.openxmlformats.org/drawingml/2006/main">
            <a:pathLst>
              <a:path w="95" h="99662">
                <a:moveTo>
                  <a:pt x="0" y="0"/>
                </a:moveTo>
                <a:lnTo>
                  <a:pt x="0" y="99662"/>
                </a:ln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45" name="pdf-path-56">
            <a:extLst xmlns:a="http://schemas.openxmlformats.org/drawingml/2006/main">
              <a:ext uri="{FF2B5EF4-FFF2-40B4-BE49-F238E27FC236}">
                <a16:creationId xmlns:a16="http://schemas.microsoft.com/office/drawing/2014/main" id="{4CF249D5-96CF-43C7-8049-8276B66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4662" y="555582"/>
            <a:ext cx="62377" cy="41472"/>
          </a:xfrm>
          <a:custGeom xmlns:a="http://schemas.openxmlformats.org/drawingml/2006/main">
            <a:pathLst>
              <a:path w="62377" h="41472">
                <a:moveTo>
                  <a:pt x="0" y="751"/>
                </a:moveTo>
                <a:lnTo>
                  <a:pt x="20093" y="41472"/>
                </a:lnTo>
                <a:lnTo>
                  <a:pt x="31045" y="0"/>
                </a:lnTo>
                <a:lnTo>
                  <a:pt x="46712" y="31332"/>
                </a:lnTo>
                <a:lnTo>
                  <a:pt x="623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46" name="pdf-path-57">
            <a:extLst xmlns:a="http://schemas.openxmlformats.org/drawingml/2006/main">
              <a:ext uri="{FF2B5EF4-FFF2-40B4-BE49-F238E27FC236}">
                <a16:creationId xmlns:a16="http://schemas.microsoft.com/office/drawing/2014/main" id="{D1F3BBD6-A23B-4ABF-B160-4D300EC0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416" y="556444"/>
            <a:ext cx="62403" cy="38309"/>
          </a:xfrm>
          <a:custGeom xmlns:a="http://schemas.openxmlformats.org/drawingml/2006/main">
            <a:pathLst>
              <a:path w="62403" h="38309">
                <a:moveTo>
                  <a:pt x="0" y="701"/>
                </a:moveTo>
                <a:lnTo>
                  <a:pt x="15416" y="31320"/>
                </a:lnTo>
                <a:lnTo>
                  <a:pt x="31082" y="0"/>
                </a:lnTo>
                <a:lnTo>
                  <a:pt x="42310" y="38309"/>
                </a:lnTo>
                <a:lnTo>
                  <a:pt x="624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4">
            <a:solidFill>
              <a:srgbClr val="000000"/>
            </a:solidFill>
            <a:prstDash val="solid"/>
          </a:ln>
        </p:spPr>
      </p:sp>
      <p:sp>
        <p:nvSpPr>
          <p:cNvPr id="47" name="pdf-path-58">
            <a:extLst xmlns:a="http://schemas.openxmlformats.org/drawingml/2006/main">
              <a:ext uri="{FF2B5EF4-FFF2-40B4-BE49-F238E27FC236}">
                <a16:creationId xmlns:a16="http://schemas.microsoft.com/office/drawing/2014/main" id="{EBAEE7BF-7682-45E8-8E99-1EAC3B69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803" y="774047"/>
            <a:ext cx="106501" cy="28194"/>
          </a:xfrm>
          <a:custGeom xmlns:a="http://schemas.openxmlformats.org/drawingml/2006/main">
            <a:pathLst>
              <a:path w="106501" h="28194">
                <a:moveTo>
                  <a:pt x="106501" y="0"/>
                </a:moveTo>
                <a:cubicBezTo>
                  <a:pt x="94510" y="17629"/>
                  <a:pt x="74568" y="28194"/>
                  <a:pt x="53250" y="28194"/>
                </a:cubicBezTo>
                <a:cubicBezTo>
                  <a:pt x="31933" y="28194"/>
                  <a:pt x="11977" y="1762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48" name="pdf-path-59">
            <a:extLst xmlns:a="http://schemas.openxmlformats.org/drawingml/2006/main">
              <a:ext uri="{FF2B5EF4-FFF2-40B4-BE49-F238E27FC236}">
                <a16:creationId xmlns:a16="http://schemas.microsoft.com/office/drawing/2014/main" id="{00DA803F-2581-4368-8A66-BAA6CC74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539" y="564171"/>
            <a:ext cx="34446" cy="65766"/>
          </a:xfrm>
          <a:custGeom xmlns:a="http://schemas.openxmlformats.org/drawingml/2006/main">
            <a:pathLst>
              <a:path w="34446" h="65766">
                <a:moveTo>
                  <a:pt x="0" y="0"/>
                </a:moveTo>
                <a:lnTo>
                  <a:pt x="34446" y="65766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4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18A0453-0133-40FD-B128-6154EBB0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2096" y="562671"/>
            <a:ext cx="39235" cy="64153"/>
          </a:xfrm>
          <a:custGeom xmlns:a="http://schemas.openxmlformats.org/drawingml/2006/main">
            <a:pathLst>
              <a:path w="39235" h="64153">
                <a:moveTo>
                  <a:pt x="39235" y="0"/>
                </a:moveTo>
                <a:lnTo>
                  <a:pt x="0" y="64153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50" name="pdf-path-61">
            <a:extLst xmlns:a="http://schemas.openxmlformats.org/drawingml/2006/main">
              <a:ext uri="{FF2B5EF4-FFF2-40B4-BE49-F238E27FC236}">
                <a16:creationId xmlns:a16="http://schemas.microsoft.com/office/drawing/2014/main" id="{2F82E25C-3421-4BC3-8498-3453316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1058" y="625411"/>
            <a:ext cx="18467" cy="72217"/>
          </a:xfrm>
          <a:custGeom xmlns:a="http://schemas.openxmlformats.org/drawingml/2006/main">
            <a:pathLst>
              <a:path w="18467" h="72217">
                <a:moveTo>
                  <a:pt x="0" y="0"/>
                </a:moveTo>
                <a:lnTo>
                  <a:pt x="18467" y="72217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51" name="pdf-path-62">
            <a:extLst xmlns:a="http://schemas.openxmlformats.org/drawingml/2006/main">
              <a:ext uri="{FF2B5EF4-FFF2-40B4-BE49-F238E27FC236}">
                <a16:creationId xmlns:a16="http://schemas.microsoft.com/office/drawing/2014/main" id="{B09C9F32-BB5F-4A3B-BDD1-6C3902B1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627348"/>
            <a:ext cx="19992" cy="70280"/>
          </a:xfrm>
          <a:custGeom xmlns:a="http://schemas.openxmlformats.org/drawingml/2006/main">
            <a:pathLst>
              <a:path w="19992" h="70280">
                <a:moveTo>
                  <a:pt x="19992" y="0"/>
                </a:moveTo>
                <a:lnTo>
                  <a:pt x="0" y="70280"/>
                </a:lnTo>
              </a:path>
            </a:pathLst>
          </a:custGeom>
          <a:noFill xmlns:a="http://schemas.openxmlformats.org/drawingml/2006/main"/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52" name="pdf-path-63">
            <a:extLst xmlns:a="http://schemas.openxmlformats.org/drawingml/2006/main">
              <a:ext uri="{FF2B5EF4-FFF2-40B4-BE49-F238E27FC236}">
                <a16:creationId xmlns:a16="http://schemas.microsoft.com/office/drawing/2014/main" id="{964D532B-3211-46ED-8ECD-4186A659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697628"/>
            <a:ext cx="86720" cy="21130"/>
          </a:xfrm>
          <a:custGeom xmlns:a="http://schemas.openxmlformats.org/drawingml/2006/main">
            <a:pathLst>
              <a:path w="86720" h="21130">
                <a:moveTo>
                  <a:pt x="86720" y="0"/>
                </a:moveTo>
                <a:cubicBezTo>
                  <a:pt x="76293" y="13341"/>
                  <a:pt x="60288" y="21130"/>
                  <a:pt x="43359" y="21130"/>
                </a:cubicBezTo>
                <a:cubicBezTo>
                  <a:pt x="26430" y="21130"/>
                  <a:pt x="10440" y="13341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53" name="pdf-path-64">
            <a:extLst xmlns:a="http://schemas.openxmlformats.org/drawingml/2006/main">
              <a:ext uri="{FF2B5EF4-FFF2-40B4-BE49-F238E27FC236}">
                <a16:creationId xmlns:a16="http://schemas.microsoft.com/office/drawing/2014/main" id="{3A9B0E3A-E450-4FC7-8878-9E48A13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876" y="562533"/>
            <a:ext cx="97461" cy="95"/>
          </a:xfrm>
          <a:custGeom xmlns:a="http://schemas.openxmlformats.org/drawingml/2006/main">
            <a:pathLst>
              <a:path w="97461" h="95">
                <a:moveTo>
                  <a:pt x="0" y="0"/>
                </a:moveTo>
                <a:lnTo>
                  <a:pt x="97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54" name="pdf-path-65">
            <a:extLst xmlns:a="http://schemas.openxmlformats.org/drawingml/2006/main">
              <a:ext uri="{FF2B5EF4-FFF2-40B4-BE49-F238E27FC236}">
                <a16:creationId xmlns:a16="http://schemas.microsoft.com/office/drawing/2014/main" id="{E678B72A-C078-43AC-BDE7-AA411AA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1657" y="561183"/>
            <a:ext cx="97461" cy="95"/>
          </a:xfrm>
          <a:custGeom xmlns:a="http://schemas.openxmlformats.org/drawingml/2006/main">
            <a:pathLst>
              <a:path w="97461" h="95">
                <a:moveTo>
                  <a:pt x="0" y="0"/>
                </a:moveTo>
                <a:lnTo>
                  <a:pt x="974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55" name="pdf-path-66">
            <a:extLst xmlns:a="http://schemas.openxmlformats.org/drawingml/2006/main">
              <a:ext uri="{FF2B5EF4-FFF2-40B4-BE49-F238E27FC236}">
                <a16:creationId xmlns:a16="http://schemas.microsoft.com/office/drawing/2014/main" id="{D9424573-CEEE-428F-BC14-3181ABC6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340" y="298920"/>
            <a:ext cx="1776" cy="98349"/>
          </a:xfrm>
          <a:custGeom xmlns:a="http://schemas.openxmlformats.org/drawingml/2006/main">
            <a:pathLst>
              <a:path w="1776" h="98349">
                <a:moveTo>
                  <a:pt x="1776" y="983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56" name="pdf-path-67">
            <a:extLst xmlns:a="http://schemas.openxmlformats.org/drawingml/2006/main">
              <a:ext uri="{FF2B5EF4-FFF2-40B4-BE49-F238E27FC236}">
                <a16:creationId xmlns:a16="http://schemas.microsoft.com/office/drawing/2014/main" id="{AC3C7002-CD9D-45C5-BD5D-78C239BF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838" y="376464"/>
            <a:ext cx="83707" cy="73968"/>
          </a:xfrm>
          <a:custGeom xmlns:a="http://schemas.openxmlformats.org/drawingml/2006/main">
            <a:pathLst>
              <a:path w="83707" h="73968">
                <a:moveTo>
                  <a:pt x="0" y="0"/>
                </a:moveTo>
                <a:lnTo>
                  <a:pt x="83707" y="73968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57" name="pdf-path-68">
            <a:extLst xmlns:a="http://schemas.openxmlformats.org/drawingml/2006/main">
              <a:ext uri="{FF2B5EF4-FFF2-40B4-BE49-F238E27FC236}">
                <a16:creationId xmlns:a16="http://schemas.microsoft.com/office/drawing/2014/main" id="{B1CDFEB2-B7EA-47C6-9ECC-3B2A7CC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334" y="372038"/>
            <a:ext cx="73793" cy="75493"/>
          </a:xfrm>
          <a:custGeom xmlns:a="http://schemas.openxmlformats.org/drawingml/2006/main">
            <a:pathLst>
              <a:path w="73793" h="75493">
                <a:moveTo>
                  <a:pt x="73793" y="0"/>
                </a:moveTo>
                <a:lnTo>
                  <a:pt x="0" y="75493"/>
                </a:ln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BFBFBF"/>
            </a:solidFill>
            <a:prstDash val="solid"/>
          </a:ln>
        </p:spPr>
      </p:sp>
      <p:sp>
        <p:nvSpPr>
          <p:cNvPr id="58" name="pdf-path-69">
            <a:extLst xmlns:a="http://schemas.openxmlformats.org/drawingml/2006/main">
              <a:ext uri="{FF2B5EF4-FFF2-40B4-BE49-F238E27FC236}">
                <a16:creationId xmlns:a16="http://schemas.microsoft.com/office/drawing/2014/main" id="{6A8E667E-0D07-4DBD-A592-990BAA5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697628"/>
            <a:ext cx="86720" cy="15516"/>
          </a:xfrm>
          <a:custGeom xmlns:a="http://schemas.openxmlformats.org/drawingml/2006/main">
            <a:pathLst>
              <a:path w="86720" h="15516">
                <a:moveTo>
                  <a:pt x="86720" y="0"/>
                </a:moveTo>
                <a:cubicBezTo>
                  <a:pt x="74504" y="10027"/>
                  <a:pt x="59164" y="15516"/>
                  <a:pt x="43359" y="15516"/>
                </a:cubicBezTo>
                <a:cubicBezTo>
                  <a:pt x="27556" y="15516"/>
                  <a:pt x="12227" y="10027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59" name="pdf-path-70">
            <a:extLst xmlns:a="http://schemas.openxmlformats.org/drawingml/2006/main">
              <a:ext uri="{FF2B5EF4-FFF2-40B4-BE49-F238E27FC236}">
                <a16:creationId xmlns:a16="http://schemas.microsoft.com/office/drawing/2014/main" id="{B3E148EA-87DF-40E0-A645-F720496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747465"/>
            <a:ext cx="86720" cy="15516"/>
          </a:xfrm>
          <a:custGeom xmlns:a="http://schemas.openxmlformats.org/drawingml/2006/main">
            <a:pathLst>
              <a:path w="86720" h="15516">
                <a:moveTo>
                  <a:pt x="86720" y="0"/>
                </a:moveTo>
                <a:cubicBezTo>
                  <a:pt x="74504" y="10028"/>
                  <a:pt x="59164" y="15516"/>
                  <a:pt x="43359" y="15516"/>
                </a:cubicBezTo>
                <a:cubicBezTo>
                  <a:pt x="27556" y="15516"/>
                  <a:pt x="12227" y="1002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60" name="pdf-path-71">
            <a:extLst xmlns:a="http://schemas.openxmlformats.org/drawingml/2006/main">
              <a:ext uri="{FF2B5EF4-FFF2-40B4-BE49-F238E27FC236}">
                <a16:creationId xmlns:a16="http://schemas.microsoft.com/office/drawing/2014/main" id="{24465E2E-EE2A-4367-86D4-FBFD8B9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805" y="747465"/>
            <a:ext cx="86720" cy="15516"/>
          </a:xfrm>
          <a:custGeom xmlns:a="http://schemas.openxmlformats.org/drawingml/2006/main">
            <a:pathLst>
              <a:path w="86720" h="15516">
                <a:moveTo>
                  <a:pt x="86720" y="0"/>
                </a:moveTo>
                <a:cubicBezTo>
                  <a:pt x="74504" y="10028"/>
                  <a:pt x="59164" y="15516"/>
                  <a:pt x="43359" y="15516"/>
                </a:cubicBezTo>
                <a:cubicBezTo>
                  <a:pt x="27556" y="15516"/>
                  <a:pt x="12227" y="1002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61" name="pdf-path-72">
            <a:extLst xmlns:a="http://schemas.openxmlformats.org/drawingml/2006/main">
              <a:ext uri="{FF2B5EF4-FFF2-40B4-BE49-F238E27FC236}">
                <a16:creationId xmlns:a16="http://schemas.microsoft.com/office/drawing/2014/main" id="{DB63EBBD-F803-456C-A05A-13FED052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9549" y="616859"/>
            <a:ext cx="1027785" cy="1045512"/>
          </a:xfrm>
          <a:custGeom xmlns:a="http://schemas.openxmlformats.org/drawingml/2006/main">
            <a:pathLst>
              <a:path w="1027785" h="1045512">
                <a:moveTo>
                  <a:pt x="505033" y="327828"/>
                </a:moveTo>
                <a:cubicBezTo>
                  <a:pt x="1010066" y="0"/>
                  <a:pt x="1027785" y="389856"/>
                  <a:pt x="540471" y="717684"/>
                </a:cubicBezTo>
                <a:cubicBezTo>
                  <a:pt x="53158" y="1045512"/>
                  <a:pt x="0" y="655669"/>
                  <a:pt x="505033" y="32782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809">
            <a:solidFill>
              <a:srgbClr val="7F7F7F"/>
            </a:solidFill>
            <a:prstDash val="dash"/>
          </a:ln>
        </p:spPr>
      </p:sp>
      <p:sp>
        <p:nvSpPr>
          <p:cNvPr id="62" name="pdf-path-74">
            <a:extLst xmlns:a="http://schemas.openxmlformats.org/drawingml/2006/main">
              <a:ext uri="{FF2B5EF4-FFF2-40B4-BE49-F238E27FC236}">
                <a16:creationId xmlns:a16="http://schemas.microsoft.com/office/drawing/2014/main" id="{8DFB7C91-19E7-4473-B32C-5C24E37A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3490" y="703417"/>
            <a:ext cx="1171027" cy="225791"/>
          </a:xfrm>
          <a:custGeom xmlns:a="http://schemas.openxmlformats.org/drawingml/2006/main">
            <a:pathLst>
              <a:path w="1171027" h="225791">
                <a:moveTo>
                  <a:pt x="1171027" y="112889"/>
                </a:moveTo>
                <a:cubicBezTo>
                  <a:pt x="1171027" y="175241"/>
                  <a:pt x="908878" y="225791"/>
                  <a:pt x="585512" y="225791"/>
                </a:cubicBezTo>
                <a:cubicBezTo>
                  <a:pt x="262142" y="225791"/>
                  <a:pt x="0" y="175241"/>
                  <a:pt x="0" y="112889"/>
                </a:cubicBezTo>
                <a:cubicBezTo>
                  <a:pt x="0" y="50549"/>
                  <a:pt x="262142" y="0"/>
                  <a:pt x="585512" y="0"/>
                </a:cubicBezTo>
                <a:cubicBezTo>
                  <a:pt x="908878" y="0"/>
                  <a:pt x="1171027" y="50549"/>
                  <a:pt x="1171027" y="112889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4809">
            <a:solidFill>
              <a:srgbClr val="000000"/>
            </a:solidFill>
            <a:prstDash val="solid"/>
          </a:ln>
        </p:spPr>
      </p:sp>
      <p:sp>
        <p:nvSpPr>
          <p:cNvPr id="63" name="pdf-path-76">
            <a:extLst xmlns:a="http://schemas.openxmlformats.org/drawingml/2006/main">
              <a:ext uri="{FF2B5EF4-FFF2-40B4-BE49-F238E27FC236}">
                <a16:creationId xmlns:a16="http://schemas.microsoft.com/office/drawing/2014/main" id="{8E5FA957-601B-453E-9572-ACAF2282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5723" y="798623"/>
            <a:ext cx="106325" cy="88601"/>
          </a:xfrm>
          <a:custGeom xmlns:a="http://schemas.openxmlformats.org/drawingml/2006/main">
            <a:pathLst>
              <a:path w="106325" h="88601">
                <a:moveTo>
                  <a:pt x="0" y="88601"/>
                </a:moveTo>
                <a:lnTo>
                  <a:pt x="106325" y="88601"/>
                </a:lnTo>
                <a:lnTo>
                  <a:pt x="1063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6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1170A4A5-4DC9-4A35-88C6-A874169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5059" y="833323"/>
            <a:ext cx="27760" cy="29545"/>
          </a:xfrm>
          <a:custGeom xmlns:a="http://schemas.openxmlformats.org/drawingml/2006/main">
            <a:pathLst>
              <a:path w="27760" h="29545">
                <a:moveTo>
                  <a:pt x="27760" y="14767"/>
                </a:moveTo>
                <a:cubicBezTo>
                  <a:pt x="27760" y="22930"/>
                  <a:pt x="21542" y="29545"/>
                  <a:pt x="13880" y="29545"/>
                </a:cubicBezTo>
                <a:cubicBezTo>
                  <a:pt x="6216" y="29545"/>
                  <a:pt x="0" y="22930"/>
                  <a:pt x="0" y="14767"/>
                </a:cubicBezTo>
                <a:cubicBezTo>
                  <a:pt x="0" y="6614"/>
                  <a:pt x="6216" y="0"/>
                  <a:pt x="13880" y="0"/>
                </a:cubicBezTo>
                <a:cubicBezTo>
                  <a:pt x="21542" y="0"/>
                  <a:pt x="27760" y="6614"/>
                  <a:pt x="27760" y="1476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088">
            <a:solidFill>
              <a:srgbClr val="000000"/>
            </a:solidFill>
            <a:prstDash val="solid"/>
          </a:ln>
        </p:spPr>
      </p:sp>
      <p:sp>
        <p:nvSpPr>
          <p:cNvPr id="65" name="pdf-path-80">
            <a:extLst xmlns:a="http://schemas.openxmlformats.org/drawingml/2006/main">
              <a:ext uri="{FF2B5EF4-FFF2-40B4-BE49-F238E27FC236}">
                <a16:creationId xmlns:a16="http://schemas.microsoft.com/office/drawing/2014/main" id="{A6A89A9F-2F01-45DF-9C64-7CCFB46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1548" y="892043"/>
            <a:ext cx="270241" cy="168347"/>
          </a:xfrm>
          <a:custGeom xmlns:a="http://schemas.openxmlformats.org/drawingml/2006/main">
            <a:pathLst>
              <a:path w="270241" h="168347">
                <a:moveTo>
                  <a:pt x="0" y="168347"/>
                </a:moveTo>
                <a:lnTo>
                  <a:pt x="270241" y="168347"/>
                </a:lnTo>
                <a:lnTo>
                  <a:pt x="27024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6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20BE28C7-368A-463E-9162-4AC6E75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1298" y="1038285"/>
            <a:ext cx="97456" cy="88596"/>
          </a:xfrm>
          <a:custGeom xmlns:a="http://schemas.openxmlformats.org/drawingml/2006/main">
            <a:pathLst>
              <a:path w="97456" h="88596">
                <a:moveTo>
                  <a:pt x="97456" y="44297"/>
                </a:moveTo>
                <a:cubicBezTo>
                  <a:pt x="97456" y="68754"/>
                  <a:pt x="75638" y="88596"/>
                  <a:pt x="48728" y="88596"/>
                </a:cubicBezTo>
                <a:cubicBezTo>
                  <a:pt x="21818" y="88596"/>
                  <a:pt x="0" y="68754"/>
                  <a:pt x="0" y="44297"/>
                </a:cubicBezTo>
                <a:cubicBezTo>
                  <a:pt x="0" y="19829"/>
                  <a:pt x="21818" y="0"/>
                  <a:pt x="48728" y="0"/>
                </a:cubicBezTo>
                <a:cubicBezTo>
                  <a:pt x="75638" y="0"/>
                  <a:pt x="97456" y="19829"/>
                  <a:pt x="97456" y="44297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6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FB35949E-C2F8-4D00-8CE6-F0BAA7CB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4572" y="1038922"/>
            <a:ext cx="97456" cy="88596"/>
          </a:xfrm>
          <a:custGeom xmlns:a="http://schemas.openxmlformats.org/drawingml/2006/main">
            <a:pathLst>
              <a:path w="97456" h="88596">
                <a:moveTo>
                  <a:pt x="97456" y="44298"/>
                </a:moveTo>
                <a:cubicBezTo>
                  <a:pt x="97456" y="68755"/>
                  <a:pt x="75638" y="88596"/>
                  <a:pt x="48728" y="88596"/>
                </a:cubicBezTo>
                <a:cubicBezTo>
                  <a:pt x="21818" y="88596"/>
                  <a:pt x="0" y="68755"/>
                  <a:pt x="0" y="44298"/>
                </a:cubicBezTo>
                <a:cubicBezTo>
                  <a:pt x="0" y="19830"/>
                  <a:pt x="21818" y="0"/>
                  <a:pt x="48728" y="0"/>
                </a:cubicBezTo>
                <a:cubicBezTo>
                  <a:pt x="75638" y="0"/>
                  <a:pt x="97456" y="19830"/>
                  <a:pt x="97456" y="4429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5441">
            <a:solidFill>
              <a:srgbClr val="000000"/>
            </a:solidFill>
            <a:prstDash val="solid"/>
          </a:ln>
        </p:spPr>
      </p:sp>
      <p:sp>
        <p:nvSpPr>
          <p:cNvPr id="68" name="pdf-path-86">
            <a:extLst xmlns:a="http://schemas.openxmlformats.org/drawingml/2006/main">
              <a:ext uri="{FF2B5EF4-FFF2-40B4-BE49-F238E27FC236}">
                <a16:creationId xmlns:a16="http://schemas.microsoft.com/office/drawing/2014/main" id="{D3B6B99F-0489-4790-81C3-103258B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8943" y="848089"/>
            <a:ext cx="35380" cy="143647"/>
          </a:xfrm>
          <a:custGeom xmlns:a="http://schemas.openxmlformats.org/drawingml/2006/main">
            <a:pathLst>
              <a:path w="35380" h="143647">
                <a:moveTo>
                  <a:pt x="0" y="0"/>
                </a:moveTo>
                <a:lnTo>
                  <a:pt x="35380" y="143647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69" name="pdf-path-87">
            <a:extLst xmlns:a="http://schemas.openxmlformats.org/drawingml/2006/main">
              <a:ext uri="{FF2B5EF4-FFF2-40B4-BE49-F238E27FC236}">
                <a16:creationId xmlns:a16="http://schemas.microsoft.com/office/drawing/2014/main" id="{9575A171-64D5-40E7-BA9A-F76916C3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8754" y="964504"/>
            <a:ext cx="139266" cy="18379"/>
          </a:xfrm>
          <a:custGeom xmlns:a="http://schemas.openxmlformats.org/drawingml/2006/main">
            <a:pathLst>
              <a:path w="139266" h="18379">
                <a:moveTo>
                  <a:pt x="139266" y="0"/>
                </a:moveTo>
                <a:lnTo>
                  <a:pt x="0" y="18379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70" name="pdf-path-88">
            <a:extLst xmlns:a="http://schemas.openxmlformats.org/drawingml/2006/main">
              <a:ext uri="{FF2B5EF4-FFF2-40B4-BE49-F238E27FC236}">
                <a16:creationId xmlns:a16="http://schemas.microsoft.com/office/drawing/2014/main" id="{E1A5AC23-F421-4E95-B6C5-DEA7FFD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372" y="935710"/>
            <a:ext cx="13294" cy="57588"/>
          </a:xfrm>
          <a:custGeom xmlns:a="http://schemas.openxmlformats.org/drawingml/2006/main">
            <a:pathLst>
              <a:path w="13294" h="57588">
                <a:moveTo>
                  <a:pt x="0" y="0"/>
                </a:moveTo>
                <a:lnTo>
                  <a:pt x="13294" y="57588"/>
                </a:lnTo>
              </a:path>
            </a:pathLst>
          </a:custGeom>
          <a:noFill xmlns:a="http://schemas.openxmlformats.org/drawingml/2006/main"/>
          <a:ln xmlns:a="http://schemas.openxmlformats.org/drawingml/2006/main" w="8860">
            <a:solidFill>
              <a:srgbClr val="000000"/>
            </a:solidFill>
            <a:prstDash val="solid"/>
          </a:ln>
        </p:spPr>
      </p:sp>
      <p:sp>
        <p:nvSpPr>
          <p:cNvPr id="71" name="pdf-path-89">
            <a:extLst xmlns:a="http://schemas.openxmlformats.org/drawingml/2006/main">
              <a:ext uri="{FF2B5EF4-FFF2-40B4-BE49-F238E27FC236}">
                <a16:creationId xmlns:a16="http://schemas.microsoft.com/office/drawing/2014/main" id="{37BDD89E-4232-43DD-8E94-7165634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8916" y="984184"/>
            <a:ext cx="25094" cy="6239"/>
          </a:xfrm>
          <a:custGeom xmlns:a="http://schemas.openxmlformats.org/drawingml/2006/main">
            <a:pathLst>
              <a:path w="25094" h="6239">
                <a:moveTo>
                  <a:pt x="25094" y="0"/>
                </a:moveTo>
                <a:lnTo>
                  <a:pt x="0" y="6239"/>
                </a:lnTo>
              </a:path>
            </a:pathLst>
          </a:custGeom>
          <a:noFill xmlns:a="http://schemas.openxmlformats.org/drawingml/2006/main"/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7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80B1D1BC-F8E0-4D6B-B088-799D4E8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4636" y="931634"/>
            <a:ext cx="25054" cy="6264"/>
          </a:xfrm>
          <a:custGeom xmlns:a="http://schemas.openxmlformats.org/drawingml/2006/main">
            <a:pathLst>
              <a:path w="25054" h="6264">
                <a:moveTo>
                  <a:pt x="25054" y="0"/>
                </a:moveTo>
                <a:lnTo>
                  <a:pt x="0" y="6264"/>
                </a:lnTo>
              </a:path>
            </a:pathLst>
          </a:custGeom>
          <a:noFill xmlns:a="http://schemas.openxmlformats.org/drawingml/2006/main"/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73" name="pdf-path-91">
            <a:extLst xmlns:a="http://schemas.openxmlformats.org/drawingml/2006/main">
              <a:ext uri="{FF2B5EF4-FFF2-40B4-BE49-F238E27FC236}">
                <a16:creationId xmlns:a16="http://schemas.microsoft.com/office/drawing/2014/main" id="{D8D976F0-D110-4158-951E-29427B8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7132" y="724164"/>
            <a:ext cx="90848" cy="28190"/>
          </a:xfrm>
          <a:custGeom xmlns:a="http://schemas.openxmlformats.org/drawingml/2006/main">
            <a:pathLst>
              <a:path w="90848" h="28190">
                <a:moveTo>
                  <a:pt x="0" y="28190"/>
                </a:moveTo>
                <a:lnTo>
                  <a:pt x="90848" y="28190"/>
                </a:lnTo>
                <a:lnTo>
                  <a:pt x="908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632">
            <a:solidFill>
              <a:srgbClr val="000000"/>
            </a:solidFill>
            <a:prstDash val="solid"/>
          </a:ln>
        </p:spPr>
      </p:sp>
      <p:sp>
        <p:nvSpPr>
          <p:cNvPr id="74" name="pdf-path-93">
            <a:extLst xmlns:a="http://schemas.openxmlformats.org/drawingml/2006/main">
              <a:ext uri="{FF2B5EF4-FFF2-40B4-BE49-F238E27FC236}">
                <a16:creationId xmlns:a16="http://schemas.microsoft.com/office/drawing/2014/main" id="{15BE8A54-71ED-4309-A4C6-4FA9D77D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7362" y="769809"/>
            <a:ext cx="6261" cy="20166"/>
          </a:xfrm>
          <a:custGeom xmlns:a="http://schemas.openxmlformats.org/drawingml/2006/main">
            <a:pathLst>
              <a:path w="6261" h="20166">
                <a:moveTo>
                  <a:pt x="0" y="20166"/>
                </a:moveTo>
                <a:lnTo>
                  <a:pt x="6261" y="20166"/>
                </a:lnTo>
                <a:lnTo>
                  <a:pt x="626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720">
            <a:solidFill>
              <a:srgbClr val="000000"/>
            </a:solidFill>
            <a:prstDash val="solid"/>
          </a:ln>
        </p:spPr>
      </p:sp>
      <p:sp>
        <p:nvSpPr>
          <p:cNvPr id="75" name="pdf-path-95">
            <a:extLst xmlns:a="http://schemas.openxmlformats.org/drawingml/2006/main">
              <a:ext uri="{FF2B5EF4-FFF2-40B4-BE49-F238E27FC236}">
                <a16:creationId xmlns:a16="http://schemas.microsoft.com/office/drawing/2014/main" id="{4DE47A3A-298D-4CF4-B79A-C3B7E21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738" y="727309"/>
            <a:ext cx="15477" cy="24420"/>
          </a:xfrm>
          <a:custGeom xmlns:a="http://schemas.openxmlformats.org/drawingml/2006/main">
            <a:pathLst>
              <a:path w="15477" h="24420">
                <a:moveTo>
                  <a:pt x="0" y="24420"/>
                </a:moveTo>
                <a:lnTo>
                  <a:pt x="15477" y="24420"/>
                </a:lnTo>
                <a:lnTo>
                  <a:pt x="154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316">
            <a:solidFill>
              <a:srgbClr val="000000"/>
            </a:solidFill>
            <a:prstDash val="solid"/>
          </a:ln>
        </p:spPr>
      </p:sp>
      <p:sp>
        <p:nvSpPr>
          <p:cNvPr id="7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1AEE72AE-A9A9-4B3D-A7A0-5F34CC7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934" y="3889746"/>
            <a:ext cx="355853" cy="47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77" name="pdf-path-98">
            <a:extLst xmlns:a="http://schemas.openxmlformats.org/drawingml/2006/main">
              <a:ext uri="{FF2B5EF4-FFF2-40B4-BE49-F238E27FC236}">
                <a16:creationId xmlns:a16="http://schemas.microsoft.com/office/drawing/2014/main" id="{7374D8C9-7F6F-4535-889D-39C231B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8853" y="965754"/>
            <a:ext cx="2443756" cy="3188164"/>
          </a:xfrm>
          <a:custGeom xmlns:a="http://schemas.openxmlformats.org/drawingml/2006/main">
            <a:pathLst>
              <a:path w="2443756" h="3188164">
                <a:moveTo>
                  <a:pt x="1792497" y="3188164"/>
                </a:moveTo>
                <a:cubicBezTo>
                  <a:pt x="2065621" y="3188164"/>
                  <a:pt x="654046" y="2786030"/>
                  <a:pt x="976484" y="2412678"/>
                </a:cubicBezTo>
                <a:cubicBezTo>
                  <a:pt x="1298928" y="2039331"/>
                  <a:pt x="1934639" y="2418314"/>
                  <a:pt x="2189204" y="1909199"/>
                </a:cubicBezTo>
                <a:cubicBezTo>
                  <a:pt x="2443756" y="1400082"/>
                  <a:pt x="967322" y="1493418"/>
                  <a:pt x="755188" y="1357658"/>
                </a:cubicBezTo>
                <a:cubicBezTo>
                  <a:pt x="543058" y="1221887"/>
                  <a:pt x="0" y="0"/>
                  <a:pt x="241831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759">
            <a:solidFill>
              <a:srgbClr val="BFBFBF"/>
            </a:solidFill>
            <a:prstDash val="dash"/>
          </a:ln>
        </p:spPr>
      </p:sp>
      <p:sp>
        <p:nvSpPr>
          <p:cNvPr id="78" name="pdf-path-99">
            <a:extLst xmlns:a="http://schemas.openxmlformats.org/drawingml/2006/main">
              <a:ext uri="{FF2B5EF4-FFF2-40B4-BE49-F238E27FC236}">
                <a16:creationId xmlns:a16="http://schemas.microsoft.com/office/drawing/2014/main" id="{7BCC42D0-B408-4689-BDDD-9204DDB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8701" y="4091260"/>
            <a:ext cx="126157" cy="147279"/>
          </a:xfrm>
          <a:custGeom xmlns:a="http://schemas.openxmlformats.org/drawingml/2006/main">
            <a:pathLst>
              <a:path w="126157" h="147279">
                <a:moveTo>
                  <a:pt x="0" y="0"/>
                </a:moveTo>
                <a:lnTo>
                  <a:pt x="126157" y="147279"/>
                </a:lnTo>
              </a:path>
            </a:pathLst>
          </a:custGeom>
          <a:noFill xmlns:a="http://schemas.openxmlformats.org/drawingml/2006/main"/>
          <a:ln xmlns:a="http://schemas.openxmlformats.org/drawingml/2006/main" w="33941">
            <a:solidFill>
              <a:srgbClr val="000000"/>
            </a:solidFill>
            <a:prstDash val="solid"/>
          </a:ln>
        </p:spPr>
      </p:sp>
      <p:sp>
        <p:nvSpPr>
          <p:cNvPr id="79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BE95148E-B088-4B48-B228-7D9D31CB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8701" y="4091260"/>
            <a:ext cx="126157" cy="147279"/>
          </a:xfrm>
          <a:custGeom xmlns:a="http://schemas.openxmlformats.org/drawingml/2006/main">
            <a:pathLst>
              <a:path w="126157" h="147279">
                <a:moveTo>
                  <a:pt x="126157" y="0"/>
                </a:moveTo>
                <a:lnTo>
                  <a:pt x="0" y="147279"/>
                </a:lnTo>
              </a:path>
            </a:pathLst>
          </a:custGeom>
          <a:noFill xmlns:a="http://schemas.openxmlformats.org/drawingml/2006/main"/>
          <a:ln xmlns:a="http://schemas.openxmlformats.org/drawingml/2006/main" w="33941">
            <a:solidFill>
              <a:srgbClr val="000000"/>
            </a:solidFill>
            <a:prstDash val="solid"/>
          </a:ln>
        </p:spPr>
      </p:sp>
      <p:sp>
        <p:nvSpPr>
          <p:cNvPr id="80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D8DA1045-5A0F-437C-9A21-7D1E7D29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47952"/>
            <a:ext cx="83050" cy="95459"/>
          </a:xfrm>
          <a:custGeom xmlns:a="http://schemas.openxmlformats.org/drawingml/2006/main">
            <a:pathLst>
              <a:path w="83050" h="95459">
                <a:moveTo>
                  <a:pt x="0" y="95459"/>
                </a:moveTo>
                <a:lnTo>
                  <a:pt x="83050" y="95459"/>
                </a:lnTo>
                <a:lnTo>
                  <a:pt x="830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3394">
            <a:solidFill>
              <a:srgbClr val="000000"/>
            </a:solidFill>
            <a:prstDash val="solid"/>
          </a:ln>
        </p:spPr>
      </p:sp>
      <p:sp>
        <p:nvSpPr>
          <p:cNvPr id="81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6343851A-DAB9-4514-B045-F88C8D00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6802" y="594228"/>
            <a:ext cx="260515" cy="253715"/>
          </a:xfrm>
          <a:custGeom xmlns:a="http://schemas.openxmlformats.org/drawingml/2006/main">
            <a:pathLst>
              <a:path w="260515" h="253715">
                <a:moveTo>
                  <a:pt x="88737" y="253715"/>
                </a:moveTo>
                <a:cubicBezTo>
                  <a:pt x="35717" y="235885"/>
                  <a:pt x="0" y="186194"/>
                  <a:pt x="0" y="130264"/>
                </a:cubicBezTo>
                <a:cubicBezTo>
                  <a:pt x="0" y="58325"/>
                  <a:pt x="58325" y="0"/>
                  <a:pt x="130262" y="0"/>
                </a:cubicBezTo>
                <a:cubicBezTo>
                  <a:pt x="202203" y="0"/>
                  <a:pt x="260515" y="58325"/>
                  <a:pt x="260515" y="130264"/>
                </a:cubicBezTo>
                <a:cubicBezTo>
                  <a:pt x="260515" y="186194"/>
                  <a:pt x="224797" y="235885"/>
                  <a:pt x="171789" y="2537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82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DD8C9847-B8F7-40B7-A327-7A1BF2CE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47943"/>
            <a:ext cx="95" cy="95444"/>
          </a:xfrm>
          <a:custGeom xmlns:a="http://schemas.openxmlformats.org/drawingml/2006/main">
            <a:pathLst>
              <a:path w="95" h="95444">
                <a:moveTo>
                  <a:pt x="0" y="0"/>
                </a:moveTo>
                <a:lnTo>
                  <a:pt x="0" y="95444"/>
                </a:lnTo>
              </a:path>
            </a:pathLst>
          </a:custGeom>
          <a:noFill xmlns:a="http://schemas.openxmlformats.org/drawingml/2006/main"/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83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C46C4F13-9784-4EE7-AD44-2886F53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8591" y="847943"/>
            <a:ext cx="95" cy="95444"/>
          </a:xfrm>
          <a:custGeom xmlns:a="http://schemas.openxmlformats.org/drawingml/2006/main">
            <a:pathLst>
              <a:path w="95" h="95444">
                <a:moveTo>
                  <a:pt x="0" y="0"/>
                </a:moveTo>
                <a:lnTo>
                  <a:pt x="0" y="95444"/>
                </a:lnTo>
              </a:path>
            </a:pathLst>
          </a:custGeom>
          <a:noFill xmlns:a="http://schemas.openxmlformats.org/drawingml/2006/main"/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84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E4E51AB6-8DDA-4B07-8F5C-58343A95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65" y="711908"/>
            <a:ext cx="59726" cy="39717"/>
          </a:xfrm>
          <a:custGeom xmlns:a="http://schemas.openxmlformats.org/drawingml/2006/main">
            <a:pathLst>
              <a:path w="59726" h="39717">
                <a:moveTo>
                  <a:pt x="0" y="719"/>
                </a:moveTo>
                <a:lnTo>
                  <a:pt x="19242" y="39717"/>
                </a:lnTo>
                <a:lnTo>
                  <a:pt x="29732" y="0"/>
                </a:lnTo>
                <a:lnTo>
                  <a:pt x="44734" y="30006"/>
                </a:lnTo>
                <a:lnTo>
                  <a:pt x="597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94">
            <a:solidFill>
              <a:srgbClr val="000000"/>
            </a:solidFill>
            <a:prstDash val="solid"/>
          </a:ln>
        </p:spPr>
      </p:sp>
      <p:sp>
        <p:nvSpPr>
          <p:cNvPr id="85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0642CA3E-E69C-4D71-BA96-4978AF10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0177" y="712734"/>
            <a:ext cx="59762" cy="36688"/>
          </a:xfrm>
          <a:custGeom xmlns:a="http://schemas.openxmlformats.org/drawingml/2006/main">
            <a:pathLst>
              <a:path w="59762" h="36688">
                <a:moveTo>
                  <a:pt x="0" y="670"/>
                </a:moveTo>
                <a:lnTo>
                  <a:pt x="14752" y="29995"/>
                </a:lnTo>
                <a:lnTo>
                  <a:pt x="29755" y="0"/>
                </a:lnTo>
                <a:lnTo>
                  <a:pt x="40521" y="36688"/>
                </a:lnTo>
                <a:lnTo>
                  <a:pt x="597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94">
            <a:solidFill>
              <a:srgbClr val="000000"/>
            </a:solidFill>
            <a:prstDash val="solid"/>
          </a:ln>
        </p:spPr>
      </p:sp>
      <p:sp>
        <p:nvSpPr>
          <p:cNvPr id="86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30B7F210-AC15-4BD3-A04E-F0DD207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919" y="921127"/>
            <a:ext cx="101981" cy="27001"/>
          </a:xfrm>
          <a:custGeom xmlns:a="http://schemas.openxmlformats.org/drawingml/2006/main">
            <a:pathLst>
              <a:path w="101981" h="27001">
                <a:moveTo>
                  <a:pt x="101981" y="0"/>
                </a:moveTo>
                <a:cubicBezTo>
                  <a:pt x="90510" y="16884"/>
                  <a:pt x="71411" y="27001"/>
                  <a:pt x="50984" y="27001"/>
                </a:cubicBezTo>
                <a:cubicBezTo>
                  <a:pt x="30568" y="27001"/>
                  <a:pt x="11470" y="1688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87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9594C40-B331-430E-B59B-2482F2A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0908" y="720133"/>
            <a:ext cx="32988" cy="62983"/>
          </a:xfrm>
          <a:custGeom xmlns:a="http://schemas.openxmlformats.org/drawingml/2006/main">
            <a:pathLst>
              <a:path w="32988" h="62983">
                <a:moveTo>
                  <a:pt x="0" y="0"/>
                </a:moveTo>
                <a:lnTo>
                  <a:pt x="32988" y="62983"/>
                </a:lnTo>
              </a:path>
            </a:pathLst>
          </a:custGeom>
          <a:noFill xmlns:a="http://schemas.openxmlformats.org/drawingml/2006/main"/>
          <a:ln xmlns:a="http://schemas.openxmlformats.org/drawingml/2006/main" w="6788">
            <a:solidFill>
              <a:srgbClr val="000000"/>
            </a:solidFill>
            <a:prstDash val="solid"/>
          </a:ln>
        </p:spPr>
      </p:sp>
      <p:sp>
        <p:nvSpPr>
          <p:cNvPr id="8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3AE527E0-B8BB-43A0-AED4-C9ADD276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1898" y="718697"/>
            <a:ext cx="37563" cy="61437"/>
          </a:xfrm>
          <a:custGeom xmlns:a="http://schemas.openxmlformats.org/drawingml/2006/main">
            <a:pathLst>
              <a:path w="37563" h="61437">
                <a:moveTo>
                  <a:pt x="37563" y="0"/>
                </a:moveTo>
                <a:lnTo>
                  <a:pt x="0" y="61437"/>
                </a:lnTo>
              </a:path>
            </a:pathLst>
          </a:custGeom>
          <a:noFill xmlns:a="http://schemas.openxmlformats.org/drawingml/2006/main"/>
          <a:ln xmlns:a="http://schemas.openxmlformats.org/drawingml/2006/main" w="6788">
            <a:solidFill>
              <a:srgbClr val="000000"/>
            </a:solidFill>
            <a:prstDash val="solid"/>
          </a:ln>
        </p:spPr>
      </p:sp>
      <p:sp>
        <p:nvSpPr>
          <p:cNvPr id="89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BED66D76-129E-44D6-A4EC-908B59A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906" y="778782"/>
            <a:ext cx="17685" cy="69161"/>
          </a:xfrm>
          <a:custGeom xmlns:a="http://schemas.openxmlformats.org/drawingml/2006/main">
            <a:pathLst>
              <a:path w="17685" h="69161">
                <a:moveTo>
                  <a:pt x="0" y="0"/>
                </a:moveTo>
                <a:lnTo>
                  <a:pt x="17685" y="69161"/>
                </a:lnTo>
              </a:path>
            </a:pathLst>
          </a:custGeom>
          <a:noFill xmlns:a="http://schemas.openxmlformats.org/drawingml/2006/main"/>
          <a:ln xmlns:a="http://schemas.openxmlformats.org/drawingml/2006/main" w="6788">
            <a:solidFill>
              <a:srgbClr val="000000"/>
            </a:solidFill>
            <a:prstDash val="solid"/>
          </a:ln>
        </p:spPr>
      </p:sp>
      <p:sp>
        <p:nvSpPr>
          <p:cNvPr id="90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8AF778BD-C80C-48E2-AE0A-14B98682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780638"/>
            <a:ext cx="19147" cy="67305"/>
          </a:xfrm>
          <a:custGeom xmlns:a="http://schemas.openxmlformats.org/drawingml/2006/main">
            <a:pathLst>
              <a:path w="19147" h="67305">
                <a:moveTo>
                  <a:pt x="19147" y="0"/>
                </a:moveTo>
                <a:lnTo>
                  <a:pt x="0" y="67305"/>
                </a:lnTo>
              </a:path>
            </a:pathLst>
          </a:custGeom>
          <a:noFill xmlns:a="http://schemas.openxmlformats.org/drawingml/2006/main"/>
          <a:ln xmlns:a="http://schemas.openxmlformats.org/drawingml/2006/main" w="6788">
            <a:solidFill>
              <a:srgbClr val="000000"/>
            </a:solidFill>
            <a:prstDash val="solid"/>
          </a:ln>
        </p:spPr>
      </p:sp>
      <p:sp>
        <p:nvSpPr>
          <p:cNvPr id="91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5285750E-5B9E-4C26-ABEF-52AB7D2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47943"/>
            <a:ext cx="83052" cy="20236"/>
          </a:xfrm>
          <a:custGeom xmlns:a="http://schemas.openxmlformats.org/drawingml/2006/main">
            <a:pathLst>
              <a:path w="83052" h="20236">
                <a:moveTo>
                  <a:pt x="83052" y="0"/>
                </a:moveTo>
                <a:cubicBezTo>
                  <a:pt x="73054" y="12776"/>
                  <a:pt x="57739" y="20236"/>
                  <a:pt x="41525" y="20236"/>
                </a:cubicBezTo>
                <a:cubicBezTo>
                  <a:pt x="25314" y="20236"/>
                  <a:pt x="9998" y="12776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000000"/>
            </a:solidFill>
            <a:prstDash val="solid"/>
          </a:ln>
        </p:spPr>
      </p:sp>
      <p:sp>
        <p:nvSpPr>
          <p:cNvPr id="92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D855755A-561D-4096-BE88-210188EB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9160" y="718565"/>
            <a:ext cx="93336" cy="95"/>
          </a:xfrm>
          <a:custGeom xmlns:a="http://schemas.openxmlformats.org/drawingml/2006/main">
            <a:pathLst>
              <a:path w="93336" h="95">
                <a:moveTo>
                  <a:pt x="0" y="0"/>
                </a:moveTo>
                <a:lnTo>
                  <a:pt x="93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BFBFBF"/>
            </a:solidFill>
            <a:prstDash val="solid"/>
          </a:ln>
        </p:spPr>
      </p:sp>
      <p:sp>
        <p:nvSpPr>
          <p:cNvPr id="9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5BFB159B-B3C9-4969-A506-EAADDF6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5130" y="717272"/>
            <a:ext cx="93337" cy="95"/>
          </a:xfrm>
          <a:custGeom xmlns:a="http://schemas.openxmlformats.org/drawingml/2006/main">
            <a:pathLst>
              <a:path w="93337" h="95">
                <a:moveTo>
                  <a:pt x="0" y="0"/>
                </a:moveTo>
                <a:lnTo>
                  <a:pt x="93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BFBFBF"/>
            </a:solidFill>
            <a:prstDash val="solid"/>
          </a:ln>
        </p:spPr>
      </p:sp>
      <p:sp>
        <p:nvSpPr>
          <p:cNvPr id="94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9FB237A1-73A5-4E34-BD14-C8CEB9B3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0106" y="466108"/>
            <a:ext cx="1689" cy="94186"/>
          </a:xfrm>
          <a:custGeom xmlns:a="http://schemas.openxmlformats.org/drawingml/2006/main">
            <a:pathLst>
              <a:path w="1689" h="94186">
                <a:moveTo>
                  <a:pt x="1689" y="94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BFBFBF"/>
            </a:solidFill>
            <a:prstDash val="solid"/>
          </a:ln>
        </p:spPr>
      </p:sp>
      <p:sp>
        <p:nvSpPr>
          <p:cNvPr id="95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3C3CD8C5-9E6F-4BF5-A1A3-D9EA60B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7977" y="540370"/>
            <a:ext cx="80165" cy="70837"/>
          </a:xfrm>
          <a:custGeom xmlns:a="http://schemas.openxmlformats.org/drawingml/2006/main">
            <a:pathLst>
              <a:path w="80165" h="70837">
                <a:moveTo>
                  <a:pt x="0" y="0"/>
                </a:moveTo>
                <a:lnTo>
                  <a:pt x="80165" y="70837"/>
                </a:ln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BFBFBF"/>
            </a:solidFill>
            <a:prstDash val="solid"/>
          </a:ln>
        </p:spPr>
      </p:sp>
      <p:sp>
        <p:nvSpPr>
          <p:cNvPr id="96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17E4C114-0CF4-4F59-BF04-764E05A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599" y="536132"/>
            <a:ext cx="70658" cy="72298"/>
          </a:xfrm>
          <a:custGeom xmlns:a="http://schemas.openxmlformats.org/drawingml/2006/main">
            <a:pathLst>
              <a:path w="70658" h="72298">
                <a:moveTo>
                  <a:pt x="70658" y="0"/>
                </a:moveTo>
                <a:lnTo>
                  <a:pt x="0" y="72298"/>
                </a:ln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BFBFBF"/>
            </a:solidFill>
            <a:prstDash val="solid"/>
          </a:ln>
        </p:spPr>
      </p:sp>
      <p:sp>
        <p:nvSpPr>
          <p:cNvPr id="97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0E2980EE-4EA3-41B0-A246-854013EF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47943"/>
            <a:ext cx="83052" cy="14860"/>
          </a:xfrm>
          <a:custGeom xmlns:a="http://schemas.openxmlformats.org/drawingml/2006/main">
            <a:pathLst>
              <a:path w="83052" h="14860">
                <a:moveTo>
                  <a:pt x="83052" y="0"/>
                </a:moveTo>
                <a:cubicBezTo>
                  <a:pt x="71340" y="9603"/>
                  <a:pt x="56661" y="14860"/>
                  <a:pt x="41525" y="14860"/>
                </a:cubicBezTo>
                <a:cubicBezTo>
                  <a:pt x="26391" y="14860"/>
                  <a:pt x="11711" y="9603"/>
                  <a:pt x="0" y="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000000"/>
            </a:solidFill>
            <a:prstDash val="solid"/>
          </a:ln>
        </p:spPr>
      </p:sp>
      <p:sp>
        <p:nvSpPr>
          <p:cNvPr id="98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930A4743-EF9B-4D5B-BBB3-F4456C7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95671"/>
            <a:ext cx="83052" cy="14860"/>
          </a:xfrm>
          <a:custGeom xmlns:a="http://schemas.openxmlformats.org/drawingml/2006/main">
            <a:pathLst>
              <a:path w="83052" h="14860">
                <a:moveTo>
                  <a:pt x="83052" y="0"/>
                </a:moveTo>
                <a:cubicBezTo>
                  <a:pt x="71340" y="9603"/>
                  <a:pt x="56661" y="14860"/>
                  <a:pt x="41525" y="14860"/>
                </a:cubicBezTo>
                <a:cubicBezTo>
                  <a:pt x="26391" y="14860"/>
                  <a:pt x="11711" y="960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000000"/>
            </a:solidFill>
            <a:prstDash val="solid"/>
          </a:ln>
        </p:spPr>
      </p:sp>
      <p:sp>
        <p:nvSpPr>
          <p:cNvPr id="9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1256F73C-E71A-42A8-B737-735044F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5539" y="895671"/>
            <a:ext cx="83052" cy="14860"/>
          </a:xfrm>
          <a:custGeom xmlns:a="http://schemas.openxmlformats.org/drawingml/2006/main">
            <a:pathLst>
              <a:path w="83052" h="14860">
                <a:moveTo>
                  <a:pt x="83052" y="0"/>
                </a:moveTo>
                <a:cubicBezTo>
                  <a:pt x="71340" y="9603"/>
                  <a:pt x="56661" y="14860"/>
                  <a:pt x="41525" y="14860"/>
                </a:cubicBezTo>
                <a:cubicBezTo>
                  <a:pt x="26391" y="14860"/>
                  <a:pt x="11711" y="960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182">
            <a:solidFill>
              <a:srgbClr val="000000"/>
            </a:solidFill>
            <a:prstDash val="solid"/>
          </a:ln>
        </p:spPr>
      </p:sp>
      <p:sp>
        <p:nvSpPr>
          <p:cNvPr id="100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BCBB9A37-694D-4161-AD1C-E58C7800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7364" y="3396115"/>
            <a:ext cx="1739484" cy="891634"/>
          </a:xfrm>
          <a:custGeom xmlns:a="http://schemas.openxmlformats.org/drawingml/2006/main">
            <a:pathLst>
              <a:path w="1739484" h="891634">
                <a:moveTo>
                  <a:pt x="687310" y="501308"/>
                </a:moveTo>
                <a:cubicBezTo>
                  <a:pt x="0" y="110989"/>
                  <a:pt x="94361" y="0"/>
                  <a:pt x="916924" y="428844"/>
                </a:cubicBezTo>
                <a:cubicBezTo>
                  <a:pt x="1739484" y="857690"/>
                  <a:pt x="1374617" y="891634"/>
                  <a:pt x="687310" y="501308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1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C2674E04-A8E3-4D2E-9EE0-4971AFE5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2220" y="2930105"/>
            <a:ext cx="1247338" cy="840042"/>
          </a:xfrm>
          <a:custGeom xmlns:a="http://schemas.openxmlformats.org/drawingml/2006/main">
            <a:pathLst>
              <a:path w="1247338" h="840042">
                <a:moveTo>
                  <a:pt x="543058" y="296983"/>
                </a:moveTo>
                <a:cubicBezTo>
                  <a:pt x="1086110" y="0"/>
                  <a:pt x="1247338" y="263041"/>
                  <a:pt x="636399" y="551540"/>
                </a:cubicBezTo>
                <a:cubicBezTo>
                  <a:pt x="25455" y="840042"/>
                  <a:pt x="0" y="593969"/>
                  <a:pt x="543058" y="296983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2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CF0E0501-750B-4154-9659-7469C0A9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897" y="2571618"/>
            <a:ext cx="1111572" cy="835799"/>
          </a:xfrm>
          <a:custGeom xmlns:a="http://schemas.openxmlformats.org/drawingml/2006/main">
            <a:pathLst>
              <a:path w="1111572" h="835799">
                <a:moveTo>
                  <a:pt x="347900" y="362725"/>
                </a:moveTo>
                <a:cubicBezTo>
                  <a:pt x="695790" y="0"/>
                  <a:pt x="1111572" y="76370"/>
                  <a:pt x="678823" y="456062"/>
                </a:cubicBezTo>
                <a:cubicBezTo>
                  <a:pt x="246075" y="835799"/>
                  <a:pt x="0" y="725489"/>
                  <a:pt x="347900" y="362725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3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573AF92D-FD2A-4000-83A9-AF0C2EAE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895" y="1950055"/>
            <a:ext cx="2257083" cy="1035201"/>
          </a:xfrm>
          <a:custGeom xmlns:a="http://schemas.openxmlformats.org/drawingml/2006/main">
            <a:pathLst>
              <a:path w="2257083" h="1035201">
                <a:moveTo>
                  <a:pt x="1060661" y="721247"/>
                </a:moveTo>
                <a:cubicBezTo>
                  <a:pt x="0" y="407291"/>
                  <a:pt x="254557" y="0"/>
                  <a:pt x="1255822" y="322445"/>
                </a:cubicBezTo>
                <a:cubicBezTo>
                  <a:pt x="2257083" y="644877"/>
                  <a:pt x="2121324" y="1035201"/>
                  <a:pt x="1060661" y="721247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4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411E8C81-B400-4568-ADE8-808B97C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601" y="1228628"/>
            <a:ext cx="473208" cy="1417216"/>
          </a:xfrm>
          <a:custGeom xmlns:a="http://schemas.openxmlformats.org/drawingml/2006/main">
            <a:pathLst>
              <a:path w="473208" h="1417216">
                <a:moveTo>
                  <a:pt x="33940" y="763849"/>
                </a:moveTo>
                <a:cubicBezTo>
                  <a:pt x="67882" y="348069"/>
                  <a:pt x="473208" y="0"/>
                  <a:pt x="359642" y="708626"/>
                </a:cubicBezTo>
                <a:cubicBezTo>
                  <a:pt x="246074" y="1417216"/>
                  <a:pt x="0" y="1179630"/>
                  <a:pt x="33940" y="763849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5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F15EC584-B4A4-4DBC-A77F-229496F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4941" y="770592"/>
            <a:ext cx="984290" cy="1001267"/>
          </a:xfrm>
          <a:custGeom xmlns:a="http://schemas.openxmlformats.org/drawingml/2006/main">
            <a:pathLst>
              <a:path w="984290" h="1001267">
                <a:moveTo>
                  <a:pt x="483661" y="313955"/>
                </a:moveTo>
                <a:cubicBezTo>
                  <a:pt x="967322" y="0"/>
                  <a:pt x="984290" y="373357"/>
                  <a:pt x="517599" y="687313"/>
                </a:cubicBezTo>
                <a:cubicBezTo>
                  <a:pt x="50908" y="1001267"/>
                  <a:pt x="0" y="627922"/>
                  <a:pt x="483661" y="313955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6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FA20191F-5F9C-408C-B49B-EC7A099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7823" y="853487"/>
            <a:ext cx="1121462" cy="216236"/>
          </a:xfrm>
          <a:custGeom xmlns:a="http://schemas.openxmlformats.org/drawingml/2006/main">
            <a:pathLst>
              <a:path w="1121462" h="216236">
                <a:moveTo>
                  <a:pt x="1121462" y="108112"/>
                </a:moveTo>
                <a:cubicBezTo>
                  <a:pt x="1121462" y="167826"/>
                  <a:pt x="870418" y="216236"/>
                  <a:pt x="560738" y="216236"/>
                </a:cubicBezTo>
                <a:cubicBezTo>
                  <a:pt x="251049" y="216236"/>
                  <a:pt x="0" y="167826"/>
                  <a:pt x="0" y="108112"/>
                </a:cubicBezTo>
                <a:cubicBezTo>
                  <a:pt x="0" y="48410"/>
                  <a:pt x="251049" y="0"/>
                  <a:pt x="560738" y="0"/>
                </a:cubicBezTo>
                <a:cubicBezTo>
                  <a:pt x="870418" y="0"/>
                  <a:pt x="1121462" y="48410"/>
                  <a:pt x="1121462" y="108112"/>
                </a:cubicBezTo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23759">
            <a:solidFill>
              <a:srgbClr val="000000"/>
            </a:solidFill>
            <a:prstDash val="solid"/>
          </a:ln>
        </p:spPr>
      </p:sp>
      <p:sp>
        <p:nvSpPr>
          <p:cNvPr id="107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346D8BA7-DB30-4324-970D-3DDC474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0754" y="3725173"/>
            <a:ext cx="101824" cy="84851"/>
          </a:xfrm>
          <a:custGeom xmlns:a="http://schemas.openxmlformats.org/drawingml/2006/main">
            <a:pathLst>
              <a:path w="101824" h="84851">
                <a:moveTo>
                  <a:pt x="0" y="84851"/>
                </a:moveTo>
                <a:lnTo>
                  <a:pt x="101824" y="84851"/>
                </a:lnTo>
                <a:lnTo>
                  <a:pt x="10182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485">
            <a:solidFill>
              <a:srgbClr val="000000"/>
            </a:solidFill>
            <a:prstDash val="solid"/>
          </a:ln>
        </p:spPr>
      </p:sp>
      <p:sp>
        <p:nvSpPr>
          <p:cNvPr id="108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30B4D676-0B99-42B6-BD6A-226B44FF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8424" y="3758411"/>
            <a:ext cx="26594" cy="28288"/>
          </a:xfrm>
          <a:custGeom xmlns:a="http://schemas.openxmlformats.org/drawingml/2006/main">
            <a:pathLst>
              <a:path w="26594" h="28288">
                <a:moveTo>
                  <a:pt x="26594" y="14143"/>
                </a:moveTo>
                <a:cubicBezTo>
                  <a:pt x="26594" y="21955"/>
                  <a:pt x="20631" y="28288"/>
                  <a:pt x="13290" y="28288"/>
                </a:cubicBezTo>
                <a:cubicBezTo>
                  <a:pt x="5963" y="28288"/>
                  <a:pt x="0" y="21955"/>
                  <a:pt x="0" y="14143"/>
                </a:cubicBezTo>
                <a:cubicBezTo>
                  <a:pt x="0" y="6332"/>
                  <a:pt x="5963" y="0"/>
                  <a:pt x="13290" y="0"/>
                </a:cubicBezTo>
                <a:cubicBezTo>
                  <a:pt x="20631" y="0"/>
                  <a:pt x="26594" y="6332"/>
                  <a:pt x="26594" y="1414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788">
            <a:solidFill>
              <a:srgbClr val="000000"/>
            </a:solidFill>
            <a:prstDash val="solid"/>
          </a:ln>
        </p:spPr>
      </p:sp>
      <p:sp>
        <p:nvSpPr>
          <p:cNvPr id="109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91D90674-BBF6-483C-B147-E407DED1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144" y="3814640"/>
            <a:ext cx="258804" cy="161222"/>
          </a:xfrm>
          <a:custGeom xmlns:a="http://schemas.openxmlformats.org/drawingml/2006/main">
            <a:pathLst>
              <a:path w="258804" h="161222">
                <a:moveTo>
                  <a:pt x="0" y="161222"/>
                </a:moveTo>
                <a:lnTo>
                  <a:pt x="258804" y="161222"/>
                </a:lnTo>
                <a:lnTo>
                  <a:pt x="25880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110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18F8E609-8B50-491D-8FCC-77417F2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9906" y="3954655"/>
            <a:ext cx="93326" cy="84847"/>
          </a:xfrm>
          <a:custGeom xmlns:a="http://schemas.openxmlformats.org/drawingml/2006/main">
            <a:pathLst>
              <a:path w="93326" h="84847">
                <a:moveTo>
                  <a:pt x="93326" y="42423"/>
                </a:moveTo>
                <a:cubicBezTo>
                  <a:pt x="93326" y="65851"/>
                  <a:pt x="72437" y="84847"/>
                  <a:pt x="46666" y="84847"/>
                </a:cubicBezTo>
                <a:cubicBezTo>
                  <a:pt x="20893" y="84847"/>
                  <a:pt x="0" y="65851"/>
                  <a:pt x="0" y="42423"/>
                </a:cubicBezTo>
                <a:cubicBezTo>
                  <a:pt x="0" y="18995"/>
                  <a:pt x="20893" y="0"/>
                  <a:pt x="46666" y="0"/>
                </a:cubicBezTo>
                <a:cubicBezTo>
                  <a:pt x="72437" y="0"/>
                  <a:pt x="93326" y="18995"/>
                  <a:pt x="93326" y="4242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3941">
            <a:solidFill>
              <a:srgbClr val="000000"/>
            </a:solidFill>
            <a:prstDash val="solid"/>
          </a:ln>
        </p:spPr>
      </p:sp>
      <p:sp>
        <p:nvSpPr>
          <p:cNvPr id="111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00E07FDD-5852-413B-8965-FD54A41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5840" y="3955268"/>
            <a:ext cx="93337" cy="84846"/>
          </a:xfrm>
          <a:custGeom xmlns:a="http://schemas.openxmlformats.org/drawingml/2006/main">
            <a:pathLst>
              <a:path w="93337" h="84846">
                <a:moveTo>
                  <a:pt x="93337" y="42424"/>
                </a:moveTo>
                <a:cubicBezTo>
                  <a:pt x="93337" y="65852"/>
                  <a:pt x="72442" y="84846"/>
                  <a:pt x="46674" y="84846"/>
                </a:cubicBezTo>
                <a:cubicBezTo>
                  <a:pt x="20894" y="84846"/>
                  <a:pt x="0" y="65852"/>
                  <a:pt x="0" y="42424"/>
                </a:cubicBezTo>
                <a:cubicBezTo>
                  <a:pt x="0" y="18994"/>
                  <a:pt x="20894" y="0"/>
                  <a:pt x="46674" y="0"/>
                </a:cubicBezTo>
                <a:cubicBezTo>
                  <a:pt x="72442" y="0"/>
                  <a:pt x="93337" y="18994"/>
                  <a:pt x="93337" y="4242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3941">
            <a:solidFill>
              <a:srgbClr val="000000"/>
            </a:solidFill>
            <a:prstDash val="solid"/>
          </a:ln>
        </p:spPr>
      </p:sp>
      <p:sp>
        <p:nvSpPr>
          <p:cNvPr id="112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A83C78C0-DEE2-47F1-BCDE-4F331181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1739" y="3772554"/>
            <a:ext cx="33874" cy="137564"/>
          </a:xfrm>
          <a:custGeom xmlns:a="http://schemas.openxmlformats.org/drawingml/2006/main">
            <a:pathLst>
              <a:path w="33874" h="137564">
                <a:moveTo>
                  <a:pt x="0" y="0"/>
                </a:moveTo>
                <a:lnTo>
                  <a:pt x="33874" y="137564"/>
                </a:lnTo>
              </a:path>
            </a:pathLst>
          </a:custGeom>
          <a:noFill xmlns:a="http://schemas.openxmlformats.org/drawingml/2006/main"/>
          <a:ln xmlns:a="http://schemas.openxmlformats.org/drawingml/2006/main" w="8485">
            <a:solidFill>
              <a:srgbClr val="000000"/>
            </a:solidFill>
            <a:prstDash val="solid"/>
          </a:ln>
        </p:spPr>
      </p:sp>
      <p:sp>
        <p:nvSpPr>
          <p:cNvPr id="113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36163F2F-492C-47ED-B85C-A32E96A9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1567" y="3890535"/>
            <a:ext cx="109185" cy="15987"/>
          </a:xfrm>
          <a:custGeom xmlns:a="http://schemas.openxmlformats.org/drawingml/2006/main">
            <a:pathLst>
              <a:path w="109185" h="15987">
                <a:moveTo>
                  <a:pt x="109185" y="159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485">
            <a:solidFill>
              <a:srgbClr val="000000"/>
            </a:solidFill>
            <a:prstDash val="solid"/>
          </a:ln>
        </p:spPr>
      </p:sp>
      <p:sp>
        <p:nvSpPr>
          <p:cNvPr id="114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FEE32FF7-C2D7-4514-AC19-8E5DBF5A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2572" y="3862466"/>
            <a:ext cx="11300" cy="53593"/>
          </a:xfrm>
          <a:custGeom xmlns:a="http://schemas.openxmlformats.org/drawingml/2006/main">
            <a:pathLst>
              <a:path w="11300" h="53593">
                <a:moveTo>
                  <a:pt x="11300" y="0"/>
                </a:moveTo>
                <a:lnTo>
                  <a:pt x="0" y="53593"/>
                </a:lnTo>
              </a:path>
            </a:pathLst>
          </a:custGeom>
          <a:noFill xmlns:a="http://schemas.openxmlformats.org/drawingml/2006/main"/>
          <a:ln xmlns:a="http://schemas.openxmlformats.org/drawingml/2006/main" w="8485">
            <a:solidFill>
              <a:srgbClr val="000000"/>
            </a:solidFill>
            <a:prstDash val="solid"/>
          </a:ln>
        </p:spPr>
      </p:sp>
      <p:sp>
        <p:nvSpPr>
          <p:cNvPr id="115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D90F4CDD-9766-4777-BC19-62EF6C9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1561" y="3904043"/>
            <a:ext cx="20635" cy="7844"/>
          </a:xfrm>
          <a:custGeom xmlns:a="http://schemas.openxmlformats.org/drawingml/2006/main">
            <a:pathLst>
              <a:path w="20635" h="7844">
                <a:moveTo>
                  <a:pt x="20635" y="78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91">
            <a:solidFill>
              <a:srgbClr val="000000"/>
            </a:solidFill>
            <a:prstDash val="solid"/>
          </a:ln>
        </p:spPr>
      </p:sp>
      <p:sp>
        <p:nvSpPr>
          <p:cNvPr id="116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0F5F3E42-1386-43E5-ADA7-BA3811F1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78" y="3857546"/>
            <a:ext cx="17413" cy="5529"/>
          </a:xfrm>
          <a:custGeom xmlns:a="http://schemas.openxmlformats.org/drawingml/2006/main">
            <a:pathLst>
              <a:path w="17413" h="5529">
                <a:moveTo>
                  <a:pt x="17413" y="55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091">
            <a:solidFill>
              <a:srgbClr val="000000"/>
            </a:solidFill>
            <a:prstDash val="solid"/>
          </a:ln>
        </p:spPr>
      </p:sp>
      <p:sp>
        <p:nvSpPr>
          <p:cNvPr id="117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7050E214-2B5A-4A28-9114-65E3DBC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1686" y="3653863"/>
            <a:ext cx="87002" cy="27002"/>
          </a:xfrm>
          <a:custGeom xmlns:a="http://schemas.openxmlformats.org/drawingml/2006/main">
            <a:pathLst>
              <a:path w="87002" h="27002">
                <a:moveTo>
                  <a:pt x="0" y="27002"/>
                </a:moveTo>
                <a:lnTo>
                  <a:pt x="87002" y="27002"/>
                </a:lnTo>
                <a:lnTo>
                  <a:pt x="8700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182">
            <a:solidFill>
              <a:srgbClr val="000000"/>
            </a:solidFill>
            <a:prstDash val="solid"/>
          </a:ln>
        </p:spPr>
      </p:sp>
      <p:sp>
        <p:nvSpPr>
          <p:cNvPr id="118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F453A25F-47EC-4023-90C3-7642086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0206" y="3697582"/>
            <a:ext cx="6001" cy="19308"/>
          </a:xfrm>
          <a:custGeom xmlns:a="http://schemas.openxmlformats.org/drawingml/2006/main">
            <a:pathLst>
              <a:path w="6001" h="19308">
                <a:moveTo>
                  <a:pt x="0" y="19308"/>
                </a:moveTo>
                <a:lnTo>
                  <a:pt x="6001" y="19308"/>
                </a:lnTo>
                <a:lnTo>
                  <a:pt x="600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6971">
            <a:solidFill>
              <a:srgbClr val="000000"/>
            </a:solidFill>
            <a:prstDash val="solid"/>
          </a:ln>
        </p:spPr>
      </p:sp>
      <p:sp>
        <p:nvSpPr>
          <p:cNvPr id="119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017E169A-34BB-4931-82BE-CB766F00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4171" y="3655393"/>
            <a:ext cx="14817" cy="23387"/>
          </a:xfrm>
          <a:custGeom xmlns:a="http://schemas.openxmlformats.org/drawingml/2006/main">
            <a:pathLst>
              <a:path w="14817" h="23387">
                <a:moveTo>
                  <a:pt x="0" y="23387"/>
                </a:moveTo>
                <a:lnTo>
                  <a:pt x="14817" y="23387"/>
                </a:lnTo>
                <a:lnTo>
                  <a:pt x="148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091">
            <a:solidFill>
              <a:srgbClr val="000000"/>
            </a:solidFill>
            <a:prstDash val="solid"/>
          </a:ln>
        </p:spPr>
      </p:sp>
      <p:sp>
        <p:nvSpPr>
          <p:cNvPr id="120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81226A79-0C76-4C6B-B0F3-40D932D3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8433" y="4411670"/>
            <a:ext cx="526661" cy="47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121" name="pdf-text-5-1">
            <a:extLst xmlns:a="http://schemas.openxmlformats.org/drawingml/2006/main">
              <a:ext uri="{FF2B5EF4-FFF2-40B4-BE49-F238E27FC236}">
                <a16:creationId xmlns:a16="http://schemas.microsoft.com/office/drawing/2014/main" id="{649F4404-6FA3-473A-8BEF-B8FF762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7728" y="4411670"/>
            <a:ext cx="553229" cy="47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122" name="pdf-text-5-2">
            <a:extLst xmlns:a="http://schemas.openxmlformats.org/drawingml/2006/main">
              <a:ext uri="{FF2B5EF4-FFF2-40B4-BE49-F238E27FC236}">
                <a16:creationId xmlns:a16="http://schemas.microsoft.com/office/drawing/2014/main" id="{014D8F13-24B1-43D3-B204-4496704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8502" y="4411670"/>
            <a:ext cx="526660" cy="474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7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351363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2026-10-09T20:51:39.8400000Z</dcterms:created>
  <dcterms:modified xsi:type="dcterms:W3CDTF">2026-10-09T20:51:39.8400000Z</dcterms:modified>
</coreProperties>
</file>