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726feff496403c" /><Relationship Type="http://schemas.openxmlformats.org/officeDocument/2006/relationships/extended-properties" Target="/docProps/app.xml" Id="Ra10c4139af124011" /><Relationship Type="http://schemas.openxmlformats.org/officeDocument/2006/relationships/officeDocument" Target="/ppt/presentation.xml" Id="R131e1d9cb2e346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a09aaccc74eb3"/>
  </p:sldMasterIdLst>
  <p:notesMasterIdLst>
    <p:notesMasterId xmlns:r="http://schemas.openxmlformats.org/officeDocument/2006/relationships" r:id="R5db6f37371c44891"/>
  </p:notesMasterIdLst>
  <p:sldIdLst>
    <p:sldId xmlns:r="http://schemas.openxmlformats.org/officeDocument/2006/relationships" id="256" r:id="Rd3ed2e6c50b146ec"/>
  </p:sldIdLst>
  <p:sldSz cx="9172575" cy="38290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c406809e3b74327" /><Relationship Type="http://schemas.openxmlformats.org/officeDocument/2006/relationships/slideMaster" Target="/ppt/slideMasters/slideMaster1.xml" Id="R070a09aaccc74eb3" /><Relationship Type="http://schemas.openxmlformats.org/officeDocument/2006/relationships/notesMaster" Target="/ppt/notesMasters/notesMaster1.xml" Id="R5db6f37371c44891" /><Relationship Type="http://schemas.openxmlformats.org/officeDocument/2006/relationships/presProps" Target="/ppt/presProps.xml" Id="R283c9b8b06154a9f" /><Relationship Type="http://schemas.openxmlformats.org/officeDocument/2006/relationships/tableStyles" Target="/ppt/tableStyles.xml" Id="Re88080508e1a47f5" /><Relationship Type="http://schemas.openxmlformats.org/officeDocument/2006/relationships/slide" Target="/ppt/slides/slide1.xml" Id="Rd3ed2e6c50b146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0f9b9116d049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5e2873d1354b5a" /><Relationship Type="http://schemas.openxmlformats.org/officeDocument/2006/relationships/notesMaster" Target="/ppt/notesMasters/notesMaster1.xml" Id="Reab754ad6f714e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"Constrained Skill Discovery: Quadruped Locomotion with Unsupervised Reinforcement Learning",</a:t>
            </a:r>
          </a:p>
          <a:p xmlns:a="http://schemas.openxmlformats.org/drawingml/2006/main">
            <a:r>
              <a:t>  "paper_url": "https://arxiv.org/abs/2410.07877v1",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"license": "http://creativecommons.org/licenses/by/4.0/",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"1c580c84287b0df7a15fe502239c50e18e31ecd89f8708d680b508bf03a2919f",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145,</a:t>
            </a:r>
          </a:p>
          <a:p xmlns:a="http://schemas.openxmlformats.org/drawingml/2006/main">
            <a:r>
              <a:t>    81,</a:t>
            </a:r>
          </a:p>
          <a:p xmlns:a="http://schemas.openxmlformats.org/drawingml/2006/main">
            <a:r>
              <a:t>    466,</a:t>
            </a:r>
          </a:p>
          <a:p xmlns:a="http://schemas.openxmlformats.org/drawingml/2006/main">
            <a:r>
              <a:t>    215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"2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040c029684d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843e1e8073479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206a474e6462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877dcd33a5455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125f9bf21f460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1e98bb3a145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F1FC6E-44B4-41FA-B6C5-BE0D48D992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58" y="1446530"/>
            <a:ext cx="7338060" cy="5530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3D83BF-D87B-469F-951A-7B936BB7F0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5886" y="2105978"/>
            <a:ext cx="6420803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D7C210E-5914-4C4B-AD47-B6A42A91A9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7258" y="1595438"/>
            <a:ext cx="733806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34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FEB805C-08E6-4192-B266-6B08E26D4A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5957" y="297815"/>
            <a:ext cx="814066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C32FBC-B8D1-4650-9629-43005E06C0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5957" y="1063625"/>
            <a:ext cx="8140660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FFE5BE-5A58-4057-8886-E34C5AF23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5957" y="297815"/>
            <a:ext cx="814066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C673B6-183B-4D6C-BD3D-01D5BAE681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5957" y="1063625"/>
            <a:ext cx="378368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25130A-8D4A-4F88-9078-0C76A81871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2930" y="1063625"/>
            <a:ext cx="378368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7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3FCA2E-2BEA-4586-B1CA-B39193CE3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5957" y="297815"/>
            <a:ext cx="8140660" cy="467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4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F4C24C-465C-4336-9F81-931C9FC6A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5957" y="1063625"/>
            <a:ext cx="3783687" cy="2382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25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76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1pPr>
            <a:lvl2pPr marL="2978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2pPr>
            <a:lvl3pPr marL="4679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3pPr>
            <a:lvl4pPr marL="6381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4pPr>
            <a:lvl5pPr marL="80835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5pPr>
            <a:lvl6pPr marL="97853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6pPr>
            <a:lvl7pPr marL="114871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7pPr>
            <a:lvl8pPr marL="131889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8pPr>
            <a:lvl9pPr marL="1489075" indent="-127635">
              <a:lnSpc>
                <a:spcPct val="110000"/>
              </a:lnSpc>
              <a:spcBef>
                <a:spcPts val="0"/>
              </a:spcBef>
              <a:spcAft>
                <a:spcPts val="67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5a3ac90863428e" /><Relationship Type="http://schemas.openxmlformats.org/officeDocument/2006/relationships/slideLayout" Target="/ppt/slideLayouts/slideLayout1.xml" Id="Rc28ced03ecd84aca" /><Relationship Type="http://schemas.openxmlformats.org/officeDocument/2006/relationships/slideLayout" Target="/ppt/slideLayouts/slideLayout2.xml" Id="Rb56ce038b0c74e91" /><Relationship Type="http://schemas.openxmlformats.org/officeDocument/2006/relationships/slideLayout" Target="/ppt/slideLayouts/slideLayout3.xml" Id="Re075c0b65c504514" /><Relationship Type="http://schemas.openxmlformats.org/officeDocument/2006/relationships/slideLayout" Target="/ppt/slideLayouts/slideLayout4.xml" Id="R39a909849244444a" /><Relationship Type="http://schemas.openxmlformats.org/officeDocument/2006/relationships/slideLayout" Target="/ppt/slideLayouts/slideLayout5.xml" Id="Rf522b9dc846443e1" /><Relationship Type="http://schemas.openxmlformats.org/officeDocument/2006/relationships/slideLayout" Target="/ppt/slideLayouts/slideLayout6.xml" Id="R9025914195ec42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8ced03ecd84aca"/>
    <p:sldLayoutId xmlns:r="http://schemas.openxmlformats.org/officeDocument/2006/relationships" id="2147483650" r:id="Rb56ce038b0c74e91"/>
    <p:sldLayoutId xmlns:r="http://schemas.openxmlformats.org/officeDocument/2006/relationships" id="2147483651" r:id="Re075c0b65c504514"/>
    <p:sldLayoutId xmlns:r="http://schemas.openxmlformats.org/officeDocument/2006/relationships" id="2147483652" r:id="R39a909849244444a"/>
    <p:sldLayoutId xmlns:r="http://schemas.openxmlformats.org/officeDocument/2006/relationships" id="2147483653" r:id="Rf522b9dc846443e1"/>
    <p:sldLayoutId xmlns:r="http://schemas.openxmlformats.org/officeDocument/2006/relationships" id="2147483654" r:id="R9025914195ec42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80fdc710ea49d9" /><Relationship Type="http://schemas.openxmlformats.org/officeDocument/2006/relationships/notesSlide" Target="/ppt/notesSlides/notesSlide1.xml" Id="R220922ecebbd4d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pdf-path-1">
            <a:extLst xmlns:a="http://schemas.openxmlformats.org/drawingml/2006/main">
              <a:ext uri="{FF2B5EF4-FFF2-40B4-BE49-F238E27FC236}">
                <a16:creationId xmlns:a16="http://schemas.microsoft.com/office/drawing/2014/main" id="{3AACE20F-96A7-4DF6-B132-4533F3FA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5" y="55643"/>
            <a:ext cx="8992559" cy="1705483"/>
          </a:xfrm>
          <a:custGeom xmlns:a="http://schemas.openxmlformats.org/drawingml/2006/main">
            <a:pathLst>
              <a:path w="8992559" h="1705483">
                <a:moveTo>
                  <a:pt x="255823" y="0"/>
                </a:moveTo>
                <a:lnTo>
                  <a:pt x="8736735" y="0"/>
                </a:lnTo>
                <a:cubicBezTo>
                  <a:pt x="8753534" y="0"/>
                  <a:pt x="8770171" y="1639"/>
                  <a:pt x="8786644" y="4911"/>
                </a:cubicBezTo>
                <a:cubicBezTo>
                  <a:pt x="8803118" y="8187"/>
                  <a:pt x="8819117" y="13039"/>
                  <a:pt x="8834636" y="19471"/>
                </a:cubicBezTo>
                <a:cubicBezTo>
                  <a:pt x="8850153" y="25896"/>
                  <a:pt x="8864895" y="33779"/>
                  <a:pt x="8878862" y="43114"/>
                </a:cubicBezTo>
                <a:cubicBezTo>
                  <a:pt x="8892829" y="52444"/>
                  <a:pt x="8905752" y="63048"/>
                  <a:pt x="8917629" y="74929"/>
                </a:cubicBezTo>
                <a:cubicBezTo>
                  <a:pt x="8929507" y="86803"/>
                  <a:pt x="8940112" y="99726"/>
                  <a:pt x="8949443" y="113693"/>
                </a:cubicBezTo>
                <a:cubicBezTo>
                  <a:pt x="8958776" y="127656"/>
                  <a:pt x="8966655" y="142397"/>
                  <a:pt x="8973084" y="157916"/>
                </a:cubicBezTo>
                <a:cubicBezTo>
                  <a:pt x="8979513" y="173435"/>
                  <a:pt x="8984365" y="189431"/>
                  <a:pt x="8987642" y="205910"/>
                </a:cubicBezTo>
                <a:cubicBezTo>
                  <a:pt x="8990919" y="222388"/>
                  <a:pt x="8992559" y="239023"/>
                  <a:pt x="8992559" y="255822"/>
                </a:cubicBezTo>
                <a:lnTo>
                  <a:pt x="8992559" y="1449662"/>
                </a:lnTo>
                <a:cubicBezTo>
                  <a:pt x="8992559" y="1466460"/>
                  <a:pt x="8990919" y="1483096"/>
                  <a:pt x="8987642" y="1499570"/>
                </a:cubicBezTo>
                <a:cubicBezTo>
                  <a:pt x="8984365" y="1516045"/>
                  <a:pt x="8979513" y="1532041"/>
                  <a:pt x="8973084" y="1547560"/>
                </a:cubicBezTo>
                <a:cubicBezTo>
                  <a:pt x="8966655" y="1563076"/>
                  <a:pt x="8958776" y="1577820"/>
                  <a:pt x="8949443" y="1591790"/>
                </a:cubicBezTo>
                <a:cubicBezTo>
                  <a:pt x="8940112" y="1605757"/>
                  <a:pt x="8929507" y="1618680"/>
                  <a:pt x="8917629" y="1630554"/>
                </a:cubicBezTo>
                <a:cubicBezTo>
                  <a:pt x="8905752" y="1642428"/>
                  <a:pt x="8892829" y="1653035"/>
                  <a:pt x="8878862" y="1662369"/>
                </a:cubicBezTo>
                <a:cubicBezTo>
                  <a:pt x="8864895" y="1671700"/>
                  <a:pt x="8850153" y="1679577"/>
                  <a:pt x="8834636" y="1686009"/>
                </a:cubicBezTo>
                <a:cubicBezTo>
                  <a:pt x="8819117" y="1692441"/>
                  <a:pt x="8803118" y="1697293"/>
                  <a:pt x="8786644" y="1700572"/>
                </a:cubicBezTo>
                <a:cubicBezTo>
                  <a:pt x="8770171" y="1703844"/>
                  <a:pt x="8753534" y="1705483"/>
                  <a:pt x="8736735" y="1705483"/>
                </a:cubicBezTo>
                <a:lnTo>
                  <a:pt x="255823" y="1705483"/>
                </a:lnTo>
                <a:cubicBezTo>
                  <a:pt x="239025" y="1705483"/>
                  <a:pt x="222389" y="1703844"/>
                  <a:pt x="205914" y="1700572"/>
                </a:cubicBezTo>
                <a:cubicBezTo>
                  <a:pt x="189440" y="1697293"/>
                  <a:pt x="173443" y="1692441"/>
                  <a:pt x="157924" y="1686009"/>
                </a:cubicBezTo>
                <a:cubicBezTo>
                  <a:pt x="142405" y="1679577"/>
                  <a:pt x="127662" y="1671697"/>
                  <a:pt x="113696" y="1662366"/>
                </a:cubicBezTo>
                <a:cubicBezTo>
                  <a:pt x="99729" y="1653035"/>
                  <a:pt x="86807" y="1642428"/>
                  <a:pt x="74929" y="1630554"/>
                </a:cubicBezTo>
                <a:cubicBezTo>
                  <a:pt x="63051" y="1618680"/>
                  <a:pt x="52446" y="1605757"/>
                  <a:pt x="43114" y="1591790"/>
                </a:cubicBezTo>
                <a:cubicBezTo>
                  <a:pt x="33782" y="1577820"/>
                  <a:pt x="25902" y="1563076"/>
                  <a:pt x="19474" y="1547560"/>
                </a:cubicBezTo>
                <a:cubicBezTo>
                  <a:pt x="13045" y="1532041"/>
                  <a:pt x="8193" y="1516045"/>
                  <a:pt x="4916" y="1499570"/>
                </a:cubicBezTo>
                <a:cubicBezTo>
                  <a:pt x="1639" y="1483096"/>
                  <a:pt x="0" y="1466460"/>
                  <a:pt x="0" y="1449662"/>
                </a:cubicBezTo>
                <a:lnTo>
                  <a:pt x="0" y="255822"/>
                </a:lnTo>
                <a:cubicBezTo>
                  <a:pt x="0" y="239023"/>
                  <a:pt x="1639" y="222388"/>
                  <a:pt x="4916" y="205910"/>
                </a:cubicBezTo>
                <a:cubicBezTo>
                  <a:pt x="8193" y="189431"/>
                  <a:pt x="13045" y="173435"/>
                  <a:pt x="19474" y="157916"/>
                </a:cubicBezTo>
                <a:cubicBezTo>
                  <a:pt x="25902" y="142397"/>
                  <a:pt x="33782" y="127656"/>
                  <a:pt x="43114" y="113693"/>
                </a:cubicBezTo>
                <a:cubicBezTo>
                  <a:pt x="52446" y="99726"/>
                  <a:pt x="63051" y="86803"/>
                  <a:pt x="74929" y="74929"/>
                </a:cubicBezTo>
                <a:cubicBezTo>
                  <a:pt x="86807" y="63048"/>
                  <a:pt x="99729" y="52444"/>
                  <a:pt x="113696" y="43114"/>
                </a:cubicBezTo>
                <a:cubicBezTo>
                  <a:pt x="127662" y="33779"/>
                  <a:pt x="142405" y="25896"/>
                  <a:pt x="157924" y="19471"/>
                </a:cubicBezTo>
                <a:cubicBezTo>
                  <a:pt x="173443" y="13039"/>
                  <a:pt x="189440" y="8187"/>
                  <a:pt x="205914" y="4911"/>
                </a:cubicBezTo>
                <a:cubicBezTo>
                  <a:pt x="222389" y="1639"/>
                  <a:pt x="239025" y="0"/>
                  <a:pt x="255823" y="0"/>
                </a:cubicBezTo>
              </a:path>
            </a:pathLst>
          </a:custGeom>
          <a:solidFill xmlns:a="http://schemas.openxmlformats.org/drawingml/2006/main">
            <a:srgbClr val="FFF2CC">
              <a:alpha val="20000"/>
            </a:srgbClr>
          </a:solidFill>
          <a:ln xmlns:a="http://schemas.openxmlformats.org/drawingml/2006/main" w="46513">
            <a:solidFill>
              <a:srgbClr val="D6B656">
                <a:alpha val="20000"/>
              </a:srgbClr>
            </a:solidFill>
            <a:prstDash val="solid"/>
          </a:ln>
        </p:spPr>
      </p:sp>
      <p:sp>
        <p:nvSpPr>
          <p:cNvPr id="2" name="pdf-path-3">
            <a:extLst xmlns:a="http://schemas.openxmlformats.org/drawingml/2006/main">
              <a:ext uri="{FF2B5EF4-FFF2-40B4-BE49-F238E27FC236}">
                <a16:creationId xmlns:a16="http://schemas.microsoft.com/office/drawing/2014/main" id="{16A2CD1C-EF89-48EA-A897-3348474F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2026" y="608527"/>
            <a:ext cx="3416706" cy="29151"/>
          </a:xfrm>
          <a:custGeom xmlns:a="http://schemas.openxmlformats.org/drawingml/2006/main">
            <a:pathLst>
              <a:path w="3416706" h="29151">
                <a:moveTo>
                  <a:pt x="0" y="29151"/>
                </a:moveTo>
                <a:lnTo>
                  <a:pt x="155" y="17214"/>
                </a:lnTo>
                <a:cubicBezTo>
                  <a:pt x="259" y="9251"/>
                  <a:pt x="41914" y="5274"/>
                  <a:pt x="125121" y="5274"/>
                </a:cubicBezTo>
                <a:lnTo>
                  <a:pt x="187448" y="5274"/>
                </a:lnTo>
                <a:cubicBezTo>
                  <a:pt x="229104" y="5274"/>
                  <a:pt x="301612" y="5173"/>
                  <a:pt x="404975" y="4964"/>
                </a:cubicBezTo>
                <a:lnTo>
                  <a:pt x="341670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2B366"/>
            </a:solidFill>
            <a:prstDash val="solid"/>
          </a:ln>
        </p:spPr>
      </p:sp>
      <p:sp>
        <p:nvSpPr>
          <p:cNvPr id="3" name="pdf-path-4">
            <a:extLst xmlns:a="http://schemas.openxmlformats.org/drawingml/2006/main">
              <a:ext uri="{FF2B5EF4-FFF2-40B4-BE49-F238E27FC236}">
                <a16:creationId xmlns:a16="http://schemas.microsoft.com/office/drawing/2014/main" id="{F9C3E3DC-7EC9-4EAF-B5CD-48C95135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849" y="562016"/>
            <a:ext cx="139539" cy="93026"/>
          </a:xfrm>
          <a:custGeom xmlns:a="http://schemas.openxmlformats.org/drawingml/2006/main">
            <a:pathLst>
              <a:path w="139539" h="93026">
                <a:moveTo>
                  <a:pt x="139539" y="46358"/>
                </a:moveTo>
                <a:lnTo>
                  <a:pt x="155" y="93026"/>
                </a:lnTo>
                <a:lnTo>
                  <a:pt x="34884" y="46511"/>
                </a:lnTo>
                <a:lnTo>
                  <a:pt x="0" y="0"/>
                </a:lnTo>
                <a:lnTo>
                  <a:pt x="139539" y="46358"/>
                </a:lnTo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df-path-5">
            <a:extLst xmlns:a="http://schemas.openxmlformats.org/drawingml/2006/main">
              <a:ext uri="{FF2B5EF4-FFF2-40B4-BE49-F238E27FC236}">
                <a16:creationId xmlns:a16="http://schemas.microsoft.com/office/drawing/2014/main" id="{781C1047-A757-44BA-8CF0-96ED4EF0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849" y="562016"/>
            <a:ext cx="139539" cy="93026"/>
          </a:xfrm>
          <a:custGeom xmlns:a="http://schemas.openxmlformats.org/drawingml/2006/main">
            <a:pathLst>
              <a:path w="139539" h="93026">
                <a:moveTo>
                  <a:pt x="139539" y="46358"/>
                </a:moveTo>
                <a:lnTo>
                  <a:pt x="0" y="0"/>
                </a:lnTo>
                <a:lnTo>
                  <a:pt x="34884" y="46511"/>
                </a:lnTo>
                <a:lnTo>
                  <a:pt x="155" y="93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2B366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93EFFCF3-0AE8-41BA-AEEF-A9904DD4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5" y="1761126"/>
            <a:ext cx="8992559" cy="2015573"/>
          </a:xfrm>
          <a:custGeom xmlns:a="http://schemas.openxmlformats.org/drawingml/2006/main">
            <a:pathLst>
              <a:path w="8992559" h="2015573">
                <a:moveTo>
                  <a:pt x="302336" y="0"/>
                </a:moveTo>
                <a:lnTo>
                  <a:pt x="8690222" y="0"/>
                </a:lnTo>
                <a:cubicBezTo>
                  <a:pt x="8710075" y="0"/>
                  <a:pt x="8729734" y="1939"/>
                  <a:pt x="8749205" y="5811"/>
                </a:cubicBezTo>
                <a:cubicBezTo>
                  <a:pt x="8768675" y="9683"/>
                  <a:pt x="8787580" y="15418"/>
                  <a:pt x="8805921" y="23011"/>
                </a:cubicBezTo>
                <a:cubicBezTo>
                  <a:pt x="8824262" y="30609"/>
                  <a:pt x="8841685" y="39925"/>
                  <a:pt x="8858191" y="50952"/>
                </a:cubicBezTo>
                <a:cubicBezTo>
                  <a:pt x="8874697" y="61985"/>
                  <a:pt x="8889968" y="74518"/>
                  <a:pt x="8904006" y="88554"/>
                </a:cubicBezTo>
                <a:cubicBezTo>
                  <a:pt x="8918044" y="102590"/>
                  <a:pt x="8930577" y="117858"/>
                  <a:pt x="8941607" y="134367"/>
                </a:cubicBezTo>
                <a:cubicBezTo>
                  <a:pt x="8952635" y="150873"/>
                  <a:pt x="8961946" y="168293"/>
                  <a:pt x="8969544" y="186634"/>
                </a:cubicBezTo>
                <a:cubicBezTo>
                  <a:pt x="8977141" y="204971"/>
                  <a:pt x="8982875" y="223881"/>
                  <a:pt x="8986749" y="243351"/>
                </a:cubicBezTo>
                <a:cubicBezTo>
                  <a:pt x="8990623" y="262819"/>
                  <a:pt x="8992559" y="282482"/>
                  <a:pt x="8992559" y="302336"/>
                </a:cubicBezTo>
                <a:lnTo>
                  <a:pt x="8992559" y="1713237"/>
                </a:lnTo>
                <a:cubicBezTo>
                  <a:pt x="8992559" y="1733088"/>
                  <a:pt x="8990623" y="1752748"/>
                  <a:pt x="8986749" y="1772219"/>
                </a:cubicBezTo>
                <a:cubicBezTo>
                  <a:pt x="8982875" y="1791686"/>
                  <a:pt x="8977141" y="1810592"/>
                  <a:pt x="8969544" y="1828933"/>
                </a:cubicBezTo>
                <a:cubicBezTo>
                  <a:pt x="8961946" y="1847270"/>
                  <a:pt x="8952635" y="1864693"/>
                  <a:pt x="8941607" y="1881203"/>
                </a:cubicBezTo>
                <a:cubicBezTo>
                  <a:pt x="8930577" y="1897709"/>
                  <a:pt x="8918044" y="1912980"/>
                  <a:pt x="8904006" y="1927020"/>
                </a:cubicBezTo>
                <a:cubicBezTo>
                  <a:pt x="8889968" y="1941052"/>
                  <a:pt x="8874697" y="1953585"/>
                  <a:pt x="8858191" y="1964618"/>
                </a:cubicBezTo>
                <a:cubicBezTo>
                  <a:pt x="8841685" y="1975648"/>
                  <a:pt x="8824262" y="1984958"/>
                  <a:pt x="8805921" y="1992555"/>
                </a:cubicBezTo>
                <a:cubicBezTo>
                  <a:pt x="8787580" y="2000149"/>
                  <a:pt x="8768675" y="2005883"/>
                  <a:pt x="8749205" y="2009759"/>
                </a:cubicBezTo>
                <a:cubicBezTo>
                  <a:pt x="8729734" y="2013634"/>
                  <a:pt x="8710075" y="2015570"/>
                  <a:pt x="8690222" y="2015573"/>
                </a:cubicBezTo>
                <a:lnTo>
                  <a:pt x="302336" y="2015573"/>
                </a:lnTo>
                <a:cubicBezTo>
                  <a:pt x="282485" y="2015570"/>
                  <a:pt x="262824" y="2013634"/>
                  <a:pt x="243354" y="2009759"/>
                </a:cubicBezTo>
                <a:cubicBezTo>
                  <a:pt x="223883" y="2005883"/>
                  <a:pt x="204978" y="2000149"/>
                  <a:pt x="186637" y="1992555"/>
                </a:cubicBezTo>
                <a:cubicBezTo>
                  <a:pt x="168297" y="1984958"/>
                  <a:pt x="150873" y="1975648"/>
                  <a:pt x="134367" y="1964618"/>
                </a:cubicBezTo>
                <a:cubicBezTo>
                  <a:pt x="117861" y="1953585"/>
                  <a:pt x="102590" y="1941052"/>
                  <a:pt x="88553" y="1927020"/>
                </a:cubicBezTo>
                <a:cubicBezTo>
                  <a:pt x="74515" y="1912980"/>
                  <a:pt x="61982" y="1897709"/>
                  <a:pt x="50953" y="1881203"/>
                </a:cubicBezTo>
                <a:cubicBezTo>
                  <a:pt x="39924" y="1864693"/>
                  <a:pt x="30611" y="1847270"/>
                  <a:pt x="23014" y="1828933"/>
                </a:cubicBezTo>
                <a:cubicBezTo>
                  <a:pt x="15417" y="1810592"/>
                  <a:pt x="9682" y="1791686"/>
                  <a:pt x="5810" y="1772219"/>
                </a:cubicBezTo>
                <a:cubicBezTo>
                  <a:pt x="1937" y="1752748"/>
                  <a:pt x="0" y="1733088"/>
                  <a:pt x="0" y="1713237"/>
                </a:cubicBezTo>
                <a:lnTo>
                  <a:pt x="0" y="302336"/>
                </a:lnTo>
                <a:cubicBezTo>
                  <a:pt x="0" y="282482"/>
                  <a:pt x="1937" y="262819"/>
                  <a:pt x="5810" y="243351"/>
                </a:cubicBezTo>
                <a:cubicBezTo>
                  <a:pt x="9682" y="223881"/>
                  <a:pt x="15417" y="204971"/>
                  <a:pt x="23014" y="186634"/>
                </a:cubicBezTo>
                <a:cubicBezTo>
                  <a:pt x="30611" y="168293"/>
                  <a:pt x="39924" y="150873"/>
                  <a:pt x="50953" y="134367"/>
                </a:cubicBezTo>
                <a:cubicBezTo>
                  <a:pt x="61982" y="117858"/>
                  <a:pt x="74515" y="102590"/>
                  <a:pt x="88553" y="88554"/>
                </a:cubicBezTo>
                <a:cubicBezTo>
                  <a:pt x="102590" y="74518"/>
                  <a:pt x="117861" y="61985"/>
                  <a:pt x="134367" y="50955"/>
                </a:cubicBezTo>
                <a:cubicBezTo>
                  <a:pt x="150873" y="39925"/>
                  <a:pt x="168297" y="30609"/>
                  <a:pt x="186637" y="23011"/>
                </a:cubicBezTo>
                <a:cubicBezTo>
                  <a:pt x="204978" y="15418"/>
                  <a:pt x="223883" y="9683"/>
                  <a:pt x="243353" y="5811"/>
                </a:cubicBezTo>
                <a:cubicBezTo>
                  <a:pt x="262824" y="1939"/>
                  <a:pt x="282485" y="0"/>
                  <a:pt x="302336" y="0"/>
                </a:cubicBezTo>
              </a:path>
            </a:pathLst>
          </a:custGeom>
          <a:solidFill xmlns:a="http://schemas.openxmlformats.org/drawingml/2006/main">
            <a:srgbClr val="D5E8D4">
              <a:alpha val="20000"/>
            </a:srgbClr>
          </a:solidFill>
          <a:ln xmlns:a="http://schemas.openxmlformats.org/drawingml/2006/main" w="46513">
            <a:solidFill>
              <a:srgbClr val="82B366">
                <a:alpha val="20000"/>
              </a:srgbClr>
            </a:solidFill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4583EA17-E6C2-455D-B9D1-843F6E4F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1302" y="985907"/>
            <a:ext cx="3488492" cy="1510129"/>
          </a:xfrm>
          <a:custGeom xmlns:a="http://schemas.openxmlformats.org/drawingml/2006/main">
            <a:pathLst>
              <a:path w="3488492" h="1510129">
                <a:moveTo>
                  <a:pt x="3488492" y="0"/>
                </a:moveTo>
                <a:lnTo>
                  <a:pt x="3488492" y="620177"/>
                </a:lnTo>
                <a:cubicBezTo>
                  <a:pt x="3488492" y="723538"/>
                  <a:pt x="3436811" y="775219"/>
                  <a:pt x="3333449" y="775219"/>
                </a:cubicBezTo>
                <a:lnTo>
                  <a:pt x="155043" y="775219"/>
                </a:lnTo>
                <a:cubicBezTo>
                  <a:pt x="51681" y="775219"/>
                  <a:pt x="0" y="826900"/>
                  <a:pt x="0" y="930264"/>
                </a:cubicBezTo>
                <a:lnTo>
                  <a:pt x="0" y="1510129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D79B00"/>
            </a:solidFill>
            <a:prstDash val="solid"/>
          </a:ln>
        </p:spPr>
      </p:sp>
      <p:sp>
        <p:nvSpPr>
          <p:cNvPr id="7" name="pdf-path-9">
            <a:extLst xmlns:a="http://schemas.openxmlformats.org/drawingml/2006/main">
              <a:ext uri="{FF2B5EF4-FFF2-40B4-BE49-F238E27FC236}">
                <a16:creationId xmlns:a16="http://schemas.microsoft.com/office/drawing/2014/main" id="{D8F2CADC-8889-4CE2-A8FD-9AEAF00C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89" y="2461151"/>
            <a:ext cx="93026" cy="139537"/>
          </a:xfrm>
          <a:custGeom xmlns:a="http://schemas.openxmlformats.org/drawingml/2006/main">
            <a:pathLst>
              <a:path w="93026" h="139537">
                <a:moveTo>
                  <a:pt x="46513" y="139537"/>
                </a:moveTo>
                <a:lnTo>
                  <a:pt x="0" y="0"/>
                </a:lnTo>
                <a:lnTo>
                  <a:pt x="46513" y="34885"/>
                </a:lnTo>
                <a:lnTo>
                  <a:pt x="93026" y="0"/>
                </a:lnTo>
                <a:lnTo>
                  <a:pt x="46513" y="139537"/>
                </a:lnTo>
              </a:path>
            </a:pathLst>
          </a:custGeom>
          <a:solidFill xmlns:a="http://schemas.openxmlformats.org/drawingml/2006/main">
            <a:srgbClr val="D79B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0">
            <a:extLst xmlns:a="http://schemas.openxmlformats.org/drawingml/2006/main">
              <a:ext uri="{FF2B5EF4-FFF2-40B4-BE49-F238E27FC236}">
                <a16:creationId xmlns:a16="http://schemas.microsoft.com/office/drawing/2014/main" id="{5D107FA8-C184-4313-9062-58A817C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89" y="2461151"/>
            <a:ext cx="93026" cy="139537"/>
          </a:xfrm>
          <a:custGeom xmlns:a="http://schemas.openxmlformats.org/drawingml/2006/main">
            <a:pathLst>
              <a:path w="93026" h="139537">
                <a:moveTo>
                  <a:pt x="46513" y="139537"/>
                </a:moveTo>
                <a:lnTo>
                  <a:pt x="93026" y="0"/>
                </a:lnTo>
                <a:lnTo>
                  <a:pt x="46513" y="348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D79B00"/>
            </a:solidFill>
            <a:prstDash val="solid"/>
          </a:ln>
        </p:spPr>
      </p:sp>
      <p:sp>
        <p:nvSpPr>
          <p:cNvPr id="9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005CFB40-67FC-41A9-9D76-5E1A247F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4728" y="1522152"/>
            <a:ext cx="1156174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Intrinsic reward</a:t>
            </a:r>
          </a:p>
        </p:txBody>
      </p:sp>
      <p:sp>
        <p:nvSpPr>
          <p:cNvPr id="10" name="pdf-path-12">
            <a:extLst xmlns:a="http://schemas.openxmlformats.org/drawingml/2006/main">
              <a:ext uri="{FF2B5EF4-FFF2-40B4-BE49-F238E27FC236}">
                <a16:creationId xmlns:a16="http://schemas.microsoft.com/office/drawing/2014/main" id="{F8651BB6-756A-46EA-898E-B51C1BB1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523" y="2885196"/>
            <a:ext cx="2324111" cy="95"/>
          </a:xfrm>
          <a:custGeom xmlns:a="http://schemas.openxmlformats.org/drawingml/2006/main">
            <a:pathLst>
              <a:path w="2324111" h="95">
                <a:moveTo>
                  <a:pt x="0" y="0"/>
                </a:moveTo>
                <a:lnTo>
                  <a:pt x="23241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88A85"/>
            </a:solidFill>
            <a:prstDash val="solid"/>
          </a:ln>
        </p:spPr>
      </p:sp>
      <p:sp>
        <p:nvSpPr>
          <p:cNvPr id="11" name="pdf-path-13">
            <a:extLst xmlns:a="http://schemas.openxmlformats.org/drawingml/2006/main">
              <a:ext uri="{FF2B5EF4-FFF2-40B4-BE49-F238E27FC236}">
                <a16:creationId xmlns:a16="http://schemas.microsoft.com/office/drawing/2014/main" id="{FA7D8E35-8634-4A37-8414-768E5CCE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748" y="2838685"/>
            <a:ext cx="139539" cy="93026"/>
          </a:xfrm>
          <a:custGeom xmlns:a="http://schemas.openxmlformats.org/drawingml/2006/main">
            <a:pathLst>
              <a:path w="139539" h="93026">
                <a:moveTo>
                  <a:pt x="139539" y="46511"/>
                </a:moveTo>
                <a:lnTo>
                  <a:pt x="0" y="93026"/>
                </a:lnTo>
                <a:lnTo>
                  <a:pt x="34885" y="46511"/>
                </a:lnTo>
                <a:lnTo>
                  <a:pt x="0" y="0"/>
                </a:lnTo>
                <a:lnTo>
                  <a:pt x="139539" y="46511"/>
                </a:lnTo>
              </a:path>
            </a:pathLst>
          </a:custGeom>
          <a:solidFill xmlns:a="http://schemas.openxmlformats.org/drawingml/2006/main">
            <a:srgbClr val="888A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14">
            <a:extLst xmlns:a="http://schemas.openxmlformats.org/drawingml/2006/main">
              <a:ext uri="{FF2B5EF4-FFF2-40B4-BE49-F238E27FC236}">
                <a16:creationId xmlns:a16="http://schemas.microsoft.com/office/drawing/2014/main" id="{AE4D82F1-39A4-4595-8ED5-A7F0BEB4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748" y="2838685"/>
            <a:ext cx="139539" cy="93026"/>
          </a:xfrm>
          <a:custGeom xmlns:a="http://schemas.openxmlformats.org/drawingml/2006/main">
            <a:pathLst>
              <a:path w="139539" h="93026">
                <a:moveTo>
                  <a:pt x="139539" y="46511"/>
                </a:moveTo>
                <a:lnTo>
                  <a:pt x="0" y="0"/>
                </a:lnTo>
                <a:lnTo>
                  <a:pt x="34885" y="46511"/>
                </a:lnTo>
                <a:lnTo>
                  <a:pt x="0" y="93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88A85"/>
            </a:solidFill>
            <a:prstDash val="solid"/>
          </a:ln>
        </p:spPr>
      </p:sp>
      <p:sp>
        <p:nvSpPr>
          <p:cNvPr id="13" name="pdf-text-1-0">
            <a:extLst xmlns:a="http://schemas.openxmlformats.org/drawingml/2006/main">
              <a:ext uri="{FF2B5EF4-FFF2-40B4-BE49-F238E27FC236}">
                <a16:creationId xmlns:a16="http://schemas.microsoft.com/office/drawing/2014/main" id="{C42B5CCD-3AC6-4ECE-A199-C3793EAE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263" y="2653972"/>
            <a:ext cx="606613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Actions </a:t>
            </a:r>
          </a:p>
        </p:txBody>
      </p:sp>
      <p:sp>
        <p:nvSpPr>
          <p:cNvPr id="14" name="pdf-path-16">
            <a:extLst xmlns:a="http://schemas.openxmlformats.org/drawingml/2006/main">
              <a:ext uri="{FF2B5EF4-FFF2-40B4-BE49-F238E27FC236}">
                <a16:creationId xmlns:a16="http://schemas.microsoft.com/office/drawing/2014/main" id="{4D1D5A88-A54B-44CA-82D9-753B8F12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4791" y="2699179"/>
            <a:ext cx="94442" cy="90049"/>
          </a:xfrm>
          <a:custGeom xmlns:a="http://schemas.openxmlformats.org/drawingml/2006/main">
            <a:pathLst>
              <a:path w="94442" h="90049">
                <a:moveTo>
                  <a:pt x="0" y="56705"/>
                </a:moveTo>
                <a:cubicBezTo>
                  <a:pt x="0" y="43261"/>
                  <a:pt x="5058" y="30482"/>
                  <a:pt x="15174" y="18369"/>
                </a:cubicBezTo>
                <a:cubicBezTo>
                  <a:pt x="25291" y="6256"/>
                  <a:pt x="36672" y="133"/>
                  <a:pt x="49317" y="0"/>
                </a:cubicBezTo>
                <a:cubicBezTo>
                  <a:pt x="56106" y="0"/>
                  <a:pt x="62096" y="3261"/>
                  <a:pt x="67287" y="9783"/>
                </a:cubicBezTo>
                <a:cubicBezTo>
                  <a:pt x="69417" y="5790"/>
                  <a:pt x="72479" y="3793"/>
                  <a:pt x="76473" y="3793"/>
                </a:cubicBezTo>
                <a:cubicBezTo>
                  <a:pt x="78203" y="3793"/>
                  <a:pt x="79733" y="4326"/>
                  <a:pt x="81065" y="5391"/>
                </a:cubicBezTo>
                <a:cubicBezTo>
                  <a:pt x="82396" y="6456"/>
                  <a:pt x="83061" y="7787"/>
                  <a:pt x="83061" y="9384"/>
                </a:cubicBezTo>
                <a:cubicBezTo>
                  <a:pt x="83061" y="11115"/>
                  <a:pt x="80599" y="21763"/>
                  <a:pt x="75674" y="41331"/>
                </a:cubicBezTo>
                <a:cubicBezTo>
                  <a:pt x="70749" y="60898"/>
                  <a:pt x="68220" y="71946"/>
                  <a:pt x="68086" y="74476"/>
                </a:cubicBezTo>
                <a:cubicBezTo>
                  <a:pt x="68086" y="77803"/>
                  <a:pt x="68552" y="80000"/>
                  <a:pt x="69484" y="81064"/>
                </a:cubicBezTo>
                <a:cubicBezTo>
                  <a:pt x="70415" y="82130"/>
                  <a:pt x="71813" y="82729"/>
                  <a:pt x="73677" y="82862"/>
                </a:cubicBezTo>
                <a:cubicBezTo>
                  <a:pt x="74875" y="82729"/>
                  <a:pt x="76206" y="82130"/>
                  <a:pt x="77670" y="81064"/>
                </a:cubicBezTo>
                <a:cubicBezTo>
                  <a:pt x="80466" y="78402"/>
                  <a:pt x="83194" y="72013"/>
                  <a:pt x="85857" y="61897"/>
                </a:cubicBezTo>
                <a:cubicBezTo>
                  <a:pt x="86655" y="59234"/>
                  <a:pt x="87321" y="57837"/>
                  <a:pt x="87854" y="57704"/>
                </a:cubicBezTo>
                <a:cubicBezTo>
                  <a:pt x="88120" y="57570"/>
                  <a:pt x="88785" y="57504"/>
                  <a:pt x="89850" y="57504"/>
                </a:cubicBezTo>
                <a:lnTo>
                  <a:pt x="90649" y="57504"/>
                </a:lnTo>
                <a:cubicBezTo>
                  <a:pt x="93177" y="57504"/>
                  <a:pt x="94442" y="58103"/>
                  <a:pt x="94442" y="59301"/>
                </a:cubicBezTo>
                <a:cubicBezTo>
                  <a:pt x="94442" y="60100"/>
                  <a:pt x="94110" y="61897"/>
                  <a:pt x="93444" y="64692"/>
                </a:cubicBezTo>
                <a:cubicBezTo>
                  <a:pt x="92778" y="67487"/>
                  <a:pt x="91447" y="71081"/>
                  <a:pt x="89450" y="75474"/>
                </a:cubicBezTo>
                <a:cubicBezTo>
                  <a:pt x="87454" y="79867"/>
                  <a:pt x="85324" y="83194"/>
                  <a:pt x="83061" y="85457"/>
                </a:cubicBezTo>
                <a:cubicBezTo>
                  <a:pt x="81331" y="87188"/>
                  <a:pt x="79201" y="88585"/>
                  <a:pt x="76672" y="89650"/>
                </a:cubicBezTo>
                <a:cubicBezTo>
                  <a:pt x="75607" y="89916"/>
                  <a:pt x="74010" y="90049"/>
                  <a:pt x="71880" y="90049"/>
                </a:cubicBezTo>
                <a:cubicBezTo>
                  <a:pt x="67355" y="90049"/>
                  <a:pt x="63560" y="89051"/>
                  <a:pt x="60499" y="87054"/>
                </a:cubicBezTo>
                <a:cubicBezTo>
                  <a:pt x="57438" y="85058"/>
                  <a:pt x="55441" y="82995"/>
                  <a:pt x="54509" y="80865"/>
                </a:cubicBezTo>
                <a:lnTo>
                  <a:pt x="53311" y="77870"/>
                </a:lnTo>
                <a:cubicBezTo>
                  <a:pt x="53178" y="77737"/>
                  <a:pt x="52912" y="77803"/>
                  <a:pt x="52512" y="78069"/>
                </a:cubicBezTo>
                <a:cubicBezTo>
                  <a:pt x="52246" y="78336"/>
                  <a:pt x="51980" y="78602"/>
                  <a:pt x="51714" y="78868"/>
                </a:cubicBezTo>
                <a:cubicBezTo>
                  <a:pt x="43860" y="86322"/>
                  <a:pt x="35873" y="90049"/>
                  <a:pt x="27754" y="90049"/>
                </a:cubicBezTo>
                <a:cubicBezTo>
                  <a:pt x="20433" y="90049"/>
                  <a:pt x="13976" y="87388"/>
                  <a:pt x="8386" y="82063"/>
                </a:cubicBezTo>
                <a:cubicBezTo>
                  <a:pt x="2795" y="76739"/>
                  <a:pt x="0" y="68286"/>
                  <a:pt x="0" y="56705"/>
                </a:cubicBezTo>
                <a:moveTo>
                  <a:pt x="63494" y="22562"/>
                </a:moveTo>
                <a:cubicBezTo>
                  <a:pt x="63494" y="21763"/>
                  <a:pt x="63161" y="20299"/>
                  <a:pt x="62496" y="18169"/>
                </a:cubicBezTo>
                <a:cubicBezTo>
                  <a:pt x="61830" y="16040"/>
                  <a:pt x="60299" y="13710"/>
                  <a:pt x="57903" y="11181"/>
                </a:cubicBezTo>
                <a:cubicBezTo>
                  <a:pt x="55507" y="8652"/>
                  <a:pt x="52445" y="7321"/>
                  <a:pt x="48718" y="7188"/>
                </a:cubicBezTo>
                <a:cubicBezTo>
                  <a:pt x="44060" y="7188"/>
                  <a:pt x="39600" y="9251"/>
                  <a:pt x="35341" y="13378"/>
                </a:cubicBezTo>
                <a:cubicBezTo>
                  <a:pt x="31081" y="17504"/>
                  <a:pt x="27754" y="22895"/>
                  <a:pt x="25357" y="29550"/>
                </a:cubicBezTo>
                <a:cubicBezTo>
                  <a:pt x="21498" y="40066"/>
                  <a:pt x="18769" y="50982"/>
                  <a:pt x="17171" y="62296"/>
                </a:cubicBezTo>
                <a:cubicBezTo>
                  <a:pt x="17171" y="62695"/>
                  <a:pt x="17171" y="63427"/>
                  <a:pt x="17171" y="64492"/>
                </a:cubicBezTo>
                <a:cubicBezTo>
                  <a:pt x="17171" y="65557"/>
                  <a:pt x="17105" y="66356"/>
                  <a:pt x="16972" y="66888"/>
                </a:cubicBezTo>
                <a:cubicBezTo>
                  <a:pt x="16972" y="72878"/>
                  <a:pt x="18170" y="77005"/>
                  <a:pt x="20565" y="79268"/>
                </a:cubicBezTo>
                <a:cubicBezTo>
                  <a:pt x="22962" y="81530"/>
                  <a:pt x="25824" y="82729"/>
                  <a:pt x="29151" y="82862"/>
                </a:cubicBezTo>
                <a:cubicBezTo>
                  <a:pt x="34209" y="82862"/>
                  <a:pt x="39201" y="80665"/>
                  <a:pt x="44126" y="76273"/>
                </a:cubicBezTo>
                <a:cubicBezTo>
                  <a:pt x="49051" y="71880"/>
                  <a:pt x="51980" y="68486"/>
                  <a:pt x="52912" y="66090"/>
                </a:cubicBezTo>
                <a:cubicBezTo>
                  <a:pt x="53178" y="65557"/>
                  <a:pt x="54975" y="58436"/>
                  <a:pt x="58303" y="44725"/>
                </a:cubicBezTo>
                <a:cubicBezTo>
                  <a:pt x="61631" y="31015"/>
                  <a:pt x="63361" y="23627"/>
                  <a:pt x="63494" y="2256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5" name="pdf-path-18">
            <a:extLst xmlns:a="http://schemas.openxmlformats.org/drawingml/2006/main">
              <a:ext uri="{FF2B5EF4-FFF2-40B4-BE49-F238E27FC236}">
                <a16:creationId xmlns:a16="http://schemas.microsoft.com/office/drawing/2014/main" id="{CE9D8132-F021-4600-BD65-471DB03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728" y="1140949"/>
            <a:ext cx="1083758" cy="1705487"/>
          </a:xfrm>
          <a:custGeom xmlns:a="http://schemas.openxmlformats.org/drawingml/2006/main">
            <a:pathLst>
              <a:path w="1083758" h="1705487">
                <a:moveTo>
                  <a:pt x="0" y="0"/>
                </a:moveTo>
                <a:lnTo>
                  <a:pt x="0" y="1550441"/>
                </a:lnTo>
                <a:cubicBezTo>
                  <a:pt x="0" y="1653806"/>
                  <a:pt x="51681" y="1705487"/>
                  <a:pt x="155044" y="1705487"/>
                </a:cubicBezTo>
                <a:lnTo>
                  <a:pt x="1083758" y="1705487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2B366"/>
            </a:solidFill>
            <a:prstDash val="solid"/>
          </a:ln>
        </p:spPr>
      </p:sp>
      <p:sp>
        <p:nvSpPr>
          <p:cNvPr id="16" name="pdf-path-19">
            <a:extLst xmlns:a="http://schemas.openxmlformats.org/drawingml/2006/main">
              <a:ext uri="{FF2B5EF4-FFF2-40B4-BE49-F238E27FC236}">
                <a16:creationId xmlns:a16="http://schemas.microsoft.com/office/drawing/2014/main" id="{C43FE505-615C-473B-B0FD-71533542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1" y="2799921"/>
            <a:ext cx="139540" cy="93029"/>
          </a:xfrm>
          <a:custGeom xmlns:a="http://schemas.openxmlformats.org/drawingml/2006/main">
            <a:pathLst>
              <a:path w="139540" h="93029">
                <a:moveTo>
                  <a:pt x="139540" y="46515"/>
                </a:moveTo>
                <a:lnTo>
                  <a:pt x="0" y="93029"/>
                </a:lnTo>
                <a:lnTo>
                  <a:pt x="34885" y="46515"/>
                </a:lnTo>
                <a:lnTo>
                  <a:pt x="0" y="0"/>
                </a:lnTo>
                <a:lnTo>
                  <a:pt x="139540" y="46515"/>
                </a:lnTo>
              </a:path>
            </a:pathLst>
          </a:custGeom>
          <a:solidFill xmlns:a="http://schemas.openxmlformats.org/drawingml/2006/main">
            <a:srgbClr val="82B3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20">
            <a:extLst xmlns:a="http://schemas.openxmlformats.org/drawingml/2006/main">
              <a:ext uri="{FF2B5EF4-FFF2-40B4-BE49-F238E27FC236}">
                <a16:creationId xmlns:a16="http://schemas.microsoft.com/office/drawing/2014/main" id="{EC8939A5-8926-41B3-983F-94644BAA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1" y="2799921"/>
            <a:ext cx="139540" cy="93029"/>
          </a:xfrm>
          <a:custGeom xmlns:a="http://schemas.openxmlformats.org/drawingml/2006/main">
            <a:pathLst>
              <a:path w="139540" h="93029">
                <a:moveTo>
                  <a:pt x="139540" y="46515"/>
                </a:moveTo>
                <a:lnTo>
                  <a:pt x="0" y="0"/>
                </a:lnTo>
                <a:lnTo>
                  <a:pt x="34885" y="46515"/>
                </a:lnTo>
                <a:lnTo>
                  <a:pt x="0" y="9302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82B366"/>
            </a:solidFill>
            <a:prstDash val="solid"/>
          </a:ln>
        </p:spPr>
      </p:sp>
      <p:sp>
        <p:nvSpPr>
          <p:cNvPr id="18" name="pdf-text-2-0">
            <a:extLst xmlns:a="http://schemas.openxmlformats.org/drawingml/2006/main">
              <a:ext uri="{FF2B5EF4-FFF2-40B4-BE49-F238E27FC236}">
                <a16:creationId xmlns:a16="http://schemas.microsoft.com/office/drawing/2014/main" id="{1C76D90A-E17D-472F-84A5-6F91D076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4740" y="2607461"/>
            <a:ext cx="397890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19" name="pdf-path-23">
            <a:extLst xmlns:a="http://schemas.openxmlformats.org/drawingml/2006/main">
              <a:ext uri="{FF2B5EF4-FFF2-40B4-BE49-F238E27FC236}">
                <a16:creationId xmlns:a16="http://schemas.microsoft.com/office/drawing/2014/main" id="{57B064BA-B3F8-43D2-9C55-39F431FA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199" y="2652631"/>
            <a:ext cx="86604" cy="90604"/>
          </a:xfrm>
          <a:custGeom xmlns:a="http://schemas.openxmlformats.org/drawingml/2006/main">
            <a:pathLst>
              <a:path w="86604" h="90604">
                <a:moveTo>
                  <a:pt x="62403" y="20801"/>
                </a:moveTo>
                <a:cubicBezTo>
                  <a:pt x="61069" y="20801"/>
                  <a:pt x="57536" y="20068"/>
                  <a:pt x="51802" y="18601"/>
                </a:cubicBezTo>
                <a:cubicBezTo>
                  <a:pt x="46069" y="17134"/>
                  <a:pt x="41868" y="16401"/>
                  <a:pt x="39202" y="16401"/>
                </a:cubicBezTo>
                <a:cubicBezTo>
                  <a:pt x="36535" y="16401"/>
                  <a:pt x="34268" y="16667"/>
                  <a:pt x="32402" y="17201"/>
                </a:cubicBezTo>
                <a:cubicBezTo>
                  <a:pt x="30534" y="17734"/>
                  <a:pt x="29001" y="18401"/>
                  <a:pt x="27801" y="19201"/>
                </a:cubicBezTo>
                <a:cubicBezTo>
                  <a:pt x="26601" y="20001"/>
                  <a:pt x="25801" y="20734"/>
                  <a:pt x="25401" y="21401"/>
                </a:cubicBezTo>
                <a:cubicBezTo>
                  <a:pt x="25001" y="22068"/>
                  <a:pt x="24534" y="22801"/>
                  <a:pt x="24001" y="23601"/>
                </a:cubicBezTo>
                <a:lnTo>
                  <a:pt x="23601" y="24401"/>
                </a:lnTo>
                <a:cubicBezTo>
                  <a:pt x="23201" y="24801"/>
                  <a:pt x="22201" y="25001"/>
                  <a:pt x="20601" y="25001"/>
                </a:cubicBezTo>
                <a:cubicBezTo>
                  <a:pt x="17801" y="25001"/>
                  <a:pt x="16401" y="24468"/>
                  <a:pt x="16401" y="23401"/>
                </a:cubicBezTo>
                <a:cubicBezTo>
                  <a:pt x="16401" y="22735"/>
                  <a:pt x="16601" y="21801"/>
                  <a:pt x="17001" y="20601"/>
                </a:cubicBezTo>
                <a:cubicBezTo>
                  <a:pt x="18734" y="15401"/>
                  <a:pt x="21601" y="10934"/>
                  <a:pt x="25601" y="7200"/>
                </a:cubicBezTo>
                <a:cubicBezTo>
                  <a:pt x="29601" y="3467"/>
                  <a:pt x="34001" y="1200"/>
                  <a:pt x="38802" y="400"/>
                </a:cubicBezTo>
                <a:cubicBezTo>
                  <a:pt x="40402" y="133"/>
                  <a:pt x="41535" y="0"/>
                  <a:pt x="42202" y="0"/>
                </a:cubicBezTo>
                <a:cubicBezTo>
                  <a:pt x="45535" y="0"/>
                  <a:pt x="48536" y="1134"/>
                  <a:pt x="51202" y="3400"/>
                </a:cubicBezTo>
                <a:cubicBezTo>
                  <a:pt x="53869" y="5667"/>
                  <a:pt x="56402" y="7867"/>
                  <a:pt x="58803" y="10001"/>
                </a:cubicBezTo>
                <a:cubicBezTo>
                  <a:pt x="61203" y="12134"/>
                  <a:pt x="63736" y="13267"/>
                  <a:pt x="66403" y="13401"/>
                </a:cubicBezTo>
                <a:cubicBezTo>
                  <a:pt x="69336" y="13401"/>
                  <a:pt x="72270" y="11200"/>
                  <a:pt x="75203" y="6801"/>
                </a:cubicBezTo>
                <a:cubicBezTo>
                  <a:pt x="78137" y="2400"/>
                  <a:pt x="79670" y="200"/>
                  <a:pt x="79803" y="200"/>
                </a:cubicBezTo>
                <a:cubicBezTo>
                  <a:pt x="79937" y="67"/>
                  <a:pt x="80937" y="0"/>
                  <a:pt x="82804" y="0"/>
                </a:cubicBezTo>
                <a:lnTo>
                  <a:pt x="85404" y="0"/>
                </a:lnTo>
                <a:cubicBezTo>
                  <a:pt x="86204" y="800"/>
                  <a:pt x="86604" y="1333"/>
                  <a:pt x="86604" y="1600"/>
                </a:cubicBezTo>
                <a:cubicBezTo>
                  <a:pt x="86604" y="2133"/>
                  <a:pt x="86270" y="3067"/>
                  <a:pt x="85604" y="4400"/>
                </a:cubicBezTo>
                <a:cubicBezTo>
                  <a:pt x="84937" y="5734"/>
                  <a:pt x="84004" y="7134"/>
                  <a:pt x="82804" y="8600"/>
                </a:cubicBezTo>
                <a:cubicBezTo>
                  <a:pt x="81603" y="10067"/>
                  <a:pt x="80470" y="11534"/>
                  <a:pt x="79404" y="13001"/>
                </a:cubicBezTo>
                <a:cubicBezTo>
                  <a:pt x="78337" y="14468"/>
                  <a:pt x="77403" y="15734"/>
                  <a:pt x="76603" y="16801"/>
                </a:cubicBezTo>
                <a:lnTo>
                  <a:pt x="75203" y="18601"/>
                </a:lnTo>
                <a:cubicBezTo>
                  <a:pt x="69470" y="25401"/>
                  <a:pt x="60403" y="34402"/>
                  <a:pt x="48002" y="45602"/>
                </a:cubicBezTo>
                <a:cubicBezTo>
                  <a:pt x="35601" y="56802"/>
                  <a:pt x="27934" y="64003"/>
                  <a:pt x="25001" y="67203"/>
                </a:cubicBezTo>
                <a:lnTo>
                  <a:pt x="22601" y="69603"/>
                </a:lnTo>
                <a:lnTo>
                  <a:pt x="25601" y="69803"/>
                </a:lnTo>
                <a:cubicBezTo>
                  <a:pt x="28534" y="69803"/>
                  <a:pt x="32801" y="70537"/>
                  <a:pt x="38402" y="72003"/>
                </a:cubicBezTo>
                <a:cubicBezTo>
                  <a:pt x="44002" y="73470"/>
                  <a:pt x="48202" y="74203"/>
                  <a:pt x="51002" y="74203"/>
                </a:cubicBezTo>
                <a:cubicBezTo>
                  <a:pt x="56069" y="74203"/>
                  <a:pt x="60736" y="72937"/>
                  <a:pt x="65003" y="70403"/>
                </a:cubicBezTo>
                <a:cubicBezTo>
                  <a:pt x="69270" y="67870"/>
                  <a:pt x="72070" y="64536"/>
                  <a:pt x="73403" y="60403"/>
                </a:cubicBezTo>
                <a:cubicBezTo>
                  <a:pt x="73936" y="59203"/>
                  <a:pt x="74403" y="58469"/>
                  <a:pt x="74803" y="58203"/>
                </a:cubicBezTo>
                <a:cubicBezTo>
                  <a:pt x="75203" y="57936"/>
                  <a:pt x="76203" y="57803"/>
                  <a:pt x="77803" y="57803"/>
                </a:cubicBezTo>
                <a:cubicBezTo>
                  <a:pt x="80337" y="57803"/>
                  <a:pt x="81603" y="58469"/>
                  <a:pt x="81603" y="59803"/>
                </a:cubicBezTo>
                <a:cubicBezTo>
                  <a:pt x="81603" y="60469"/>
                  <a:pt x="81537" y="61069"/>
                  <a:pt x="81404" y="61603"/>
                </a:cubicBezTo>
                <a:cubicBezTo>
                  <a:pt x="79137" y="69870"/>
                  <a:pt x="74736" y="76737"/>
                  <a:pt x="68203" y="82204"/>
                </a:cubicBezTo>
                <a:cubicBezTo>
                  <a:pt x="61669" y="87671"/>
                  <a:pt x="55136" y="90471"/>
                  <a:pt x="48602" y="90604"/>
                </a:cubicBezTo>
                <a:cubicBezTo>
                  <a:pt x="45135" y="90604"/>
                  <a:pt x="42069" y="89470"/>
                  <a:pt x="39402" y="87204"/>
                </a:cubicBezTo>
                <a:cubicBezTo>
                  <a:pt x="36735" y="84937"/>
                  <a:pt x="34135" y="82670"/>
                  <a:pt x="31601" y="80403"/>
                </a:cubicBezTo>
                <a:cubicBezTo>
                  <a:pt x="29068" y="78137"/>
                  <a:pt x="26534" y="77003"/>
                  <a:pt x="24001" y="77003"/>
                </a:cubicBezTo>
                <a:cubicBezTo>
                  <a:pt x="18134" y="77003"/>
                  <a:pt x="12867" y="81004"/>
                  <a:pt x="8200" y="89004"/>
                </a:cubicBezTo>
                <a:cubicBezTo>
                  <a:pt x="7400" y="90071"/>
                  <a:pt x="6267" y="90604"/>
                  <a:pt x="4800" y="90604"/>
                </a:cubicBezTo>
                <a:lnTo>
                  <a:pt x="3800" y="90604"/>
                </a:lnTo>
                <a:lnTo>
                  <a:pt x="1200" y="90604"/>
                </a:lnTo>
                <a:cubicBezTo>
                  <a:pt x="400" y="89804"/>
                  <a:pt x="0" y="89204"/>
                  <a:pt x="0" y="88804"/>
                </a:cubicBezTo>
                <a:cubicBezTo>
                  <a:pt x="0" y="86804"/>
                  <a:pt x="3867" y="81070"/>
                  <a:pt x="11600" y="71603"/>
                </a:cubicBezTo>
                <a:cubicBezTo>
                  <a:pt x="16801" y="65603"/>
                  <a:pt x="25601" y="56936"/>
                  <a:pt x="38002" y="45602"/>
                </a:cubicBezTo>
                <a:cubicBezTo>
                  <a:pt x="50402" y="34268"/>
                  <a:pt x="58069" y="27068"/>
                  <a:pt x="61003" y="24001"/>
                </a:cubicBezTo>
                <a:cubicBezTo>
                  <a:pt x="62603" y="21868"/>
                  <a:pt x="63069" y="20801"/>
                  <a:pt x="62403" y="208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20" name="pdf-path-25">
            <a:extLst xmlns:a="http://schemas.openxmlformats.org/drawingml/2006/main">
              <a:ext uri="{FF2B5EF4-FFF2-40B4-BE49-F238E27FC236}">
                <a16:creationId xmlns:a16="http://schemas.microsoft.com/office/drawing/2014/main" id="{33789D4D-8B59-43DF-9AF4-45141D2E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8" y="3001481"/>
            <a:ext cx="6821941" cy="465132"/>
          </a:xfrm>
          <a:custGeom xmlns:a="http://schemas.openxmlformats.org/drawingml/2006/main">
            <a:pathLst>
              <a:path w="6821941" h="465132">
                <a:moveTo>
                  <a:pt x="6821941" y="230396"/>
                </a:moveTo>
                <a:lnTo>
                  <a:pt x="6821941" y="347762"/>
                </a:lnTo>
                <a:cubicBezTo>
                  <a:pt x="6821941" y="426005"/>
                  <a:pt x="6770259" y="465132"/>
                  <a:pt x="6666897" y="465132"/>
                </a:cubicBezTo>
                <a:lnTo>
                  <a:pt x="155044" y="465132"/>
                </a:lnTo>
                <a:cubicBezTo>
                  <a:pt x="51681" y="465132"/>
                  <a:pt x="0" y="413452"/>
                  <a:pt x="0" y="310087"/>
                </a:cubicBezTo>
                <a:lnTo>
                  <a:pt x="0" y="155042"/>
                </a:lnTo>
                <a:cubicBezTo>
                  <a:pt x="0" y="51681"/>
                  <a:pt x="51681" y="0"/>
                  <a:pt x="155044" y="0"/>
                </a:cubicBezTo>
                <a:lnTo>
                  <a:pt x="18589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6C8EBF"/>
            </a:solidFill>
            <a:prstDash val="solid"/>
          </a:ln>
        </p:spPr>
      </p:sp>
      <p:sp>
        <p:nvSpPr>
          <p:cNvPr id="21" name="pdf-path-26">
            <a:extLst xmlns:a="http://schemas.openxmlformats.org/drawingml/2006/main">
              <a:ext uri="{FF2B5EF4-FFF2-40B4-BE49-F238E27FC236}">
                <a16:creationId xmlns:a16="http://schemas.microsoft.com/office/drawing/2014/main" id="{240A92FF-16CA-4C02-B59F-DCC926ED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1" y="2954966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5"/>
                </a:moveTo>
                <a:lnTo>
                  <a:pt x="0" y="93026"/>
                </a:lnTo>
                <a:lnTo>
                  <a:pt x="34885" y="46515"/>
                </a:lnTo>
                <a:lnTo>
                  <a:pt x="0" y="0"/>
                </a:lnTo>
                <a:lnTo>
                  <a:pt x="139540" y="46515"/>
                </a:lnTo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C2C9A1A-AA65-48E7-81BC-9DB99F9E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1" y="2954966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5"/>
                </a:moveTo>
                <a:lnTo>
                  <a:pt x="0" y="0"/>
                </a:lnTo>
                <a:lnTo>
                  <a:pt x="34885" y="46515"/>
                </a:lnTo>
                <a:lnTo>
                  <a:pt x="0" y="93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6C8EBF"/>
            </a:solidFill>
            <a:prstDash val="solid"/>
          </a:ln>
        </p:spPr>
      </p:sp>
      <p:sp>
        <p:nvSpPr>
          <p:cNvPr id="23" name="pdf-path-28">
            <a:extLst xmlns:a="http://schemas.openxmlformats.org/drawingml/2006/main">
              <a:ext uri="{FF2B5EF4-FFF2-40B4-BE49-F238E27FC236}">
                <a16:creationId xmlns:a16="http://schemas.microsoft.com/office/drawing/2014/main" id="{3BAEFCAB-555C-45B6-A51B-8B9486E7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7228" y="2536349"/>
            <a:ext cx="1395396" cy="697698"/>
          </a:xfrm>
          <a:custGeom xmlns:a="http://schemas.openxmlformats.org/drawingml/2006/main">
            <a:pathLst>
              <a:path w="1395396" h="697698">
                <a:moveTo>
                  <a:pt x="1395396" y="348847"/>
                </a:moveTo>
                <a:cubicBezTo>
                  <a:pt x="1395396" y="360275"/>
                  <a:pt x="1394277" y="371674"/>
                  <a:pt x="1392037" y="383042"/>
                </a:cubicBezTo>
                <a:cubicBezTo>
                  <a:pt x="1389798" y="394406"/>
                  <a:pt x="1386447" y="405694"/>
                  <a:pt x="1381989" y="416898"/>
                </a:cubicBezTo>
                <a:cubicBezTo>
                  <a:pt x="1377532" y="428109"/>
                  <a:pt x="1371985" y="439177"/>
                  <a:pt x="1365353" y="450109"/>
                </a:cubicBezTo>
                <a:cubicBezTo>
                  <a:pt x="1358720" y="461044"/>
                  <a:pt x="1351030" y="471784"/>
                  <a:pt x="1342287" y="482339"/>
                </a:cubicBezTo>
                <a:cubicBezTo>
                  <a:pt x="1333542" y="492898"/>
                  <a:pt x="1323784" y="503216"/>
                  <a:pt x="1313013" y="513290"/>
                </a:cubicBezTo>
                <a:cubicBezTo>
                  <a:pt x="1302241" y="523363"/>
                  <a:pt x="1290507" y="533151"/>
                  <a:pt x="1277812" y="542649"/>
                </a:cubicBezTo>
                <a:cubicBezTo>
                  <a:pt x="1265117" y="552155"/>
                  <a:pt x="1251522" y="561322"/>
                  <a:pt x="1237027" y="570157"/>
                </a:cubicBezTo>
                <a:cubicBezTo>
                  <a:pt x="1222530" y="578989"/>
                  <a:pt x="1207203" y="587441"/>
                  <a:pt x="1191046" y="595519"/>
                </a:cubicBezTo>
                <a:cubicBezTo>
                  <a:pt x="1174887" y="603598"/>
                  <a:pt x="1157976" y="611262"/>
                  <a:pt x="1140314" y="618510"/>
                </a:cubicBezTo>
                <a:cubicBezTo>
                  <a:pt x="1122650" y="625758"/>
                  <a:pt x="1104318" y="632553"/>
                  <a:pt x="1085318" y="638898"/>
                </a:cubicBezTo>
                <a:cubicBezTo>
                  <a:pt x="1066318" y="645250"/>
                  <a:pt x="1046743" y="651117"/>
                  <a:pt x="1026590" y="656503"/>
                </a:cubicBezTo>
                <a:cubicBezTo>
                  <a:pt x="1006437" y="661889"/>
                  <a:pt x="985806" y="666769"/>
                  <a:pt x="964694" y="671136"/>
                </a:cubicBezTo>
                <a:cubicBezTo>
                  <a:pt x="943584" y="675510"/>
                  <a:pt x="922095" y="679354"/>
                  <a:pt x="900229" y="682671"/>
                </a:cubicBezTo>
                <a:cubicBezTo>
                  <a:pt x="878362" y="685988"/>
                  <a:pt x="856224" y="688765"/>
                  <a:pt x="833812" y="690994"/>
                </a:cubicBezTo>
                <a:cubicBezTo>
                  <a:pt x="811401" y="693223"/>
                  <a:pt x="788825" y="694901"/>
                  <a:pt x="766085" y="696020"/>
                </a:cubicBezTo>
                <a:cubicBezTo>
                  <a:pt x="743344" y="697137"/>
                  <a:pt x="720549" y="697698"/>
                  <a:pt x="697698" y="697698"/>
                </a:cubicBezTo>
                <a:cubicBezTo>
                  <a:pt x="674848" y="697698"/>
                  <a:pt x="652052" y="697137"/>
                  <a:pt x="629311" y="696020"/>
                </a:cubicBezTo>
                <a:cubicBezTo>
                  <a:pt x="606572" y="694901"/>
                  <a:pt x="583995" y="693223"/>
                  <a:pt x="561583" y="690994"/>
                </a:cubicBezTo>
                <a:cubicBezTo>
                  <a:pt x="539172" y="688765"/>
                  <a:pt x="517034" y="685992"/>
                  <a:pt x="495167" y="682675"/>
                </a:cubicBezTo>
                <a:cubicBezTo>
                  <a:pt x="473300" y="679354"/>
                  <a:pt x="451811" y="675510"/>
                  <a:pt x="430700" y="671136"/>
                </a:cubicBezTo>
                <a:cubicBezTo>
                  <a:pt x="409589" y="666769"/>
                  <a:pt x="388958" y="661892"/>
                  <a:pt x="368807" y="656506"/>
                </a:cubicBezTo>
                <a:cubicBezTo>
                  <a:pt x="348654" y="651121"/>
                  <a:pt x="329077" y="645254"/>
                  <a:pt x="310078" y="638902"/>
                </a:cubicBezTo>
                <a:cubicBezTo>
                  <a:pt x="291078" y="632553"/>
                  <a:pt x="272746" y="625758"/>
                  <a:pt x="255083" y="618513"/>
                </a:cubicBezTo>
                <a:cubicBezTo>
                  <a:pt x="237420" y="611265"/>
                  <a:pt x="220509" y="603598"/>
                  <a:pt x="204351" y="595519"/>
                </a:cubicBezTo>
                <a:cubicBezTo>
                  <a:pt x="188193" y="587441"/>
                  <a:pt x="172866" y="578986"/>
                  <a:pt x="158370" y="570154"/>
                </a:cubicBezTo>
                <a:cubicBezTo>
                  <a:pt x="143874" y="561322"/>
                  <a:pt x="130278" y="552155"/>
                  <a:pt x="117583" y="542649"/>
                </a:cubicBezTo>
                <a:cubicBezTo>
                  <a:pt x="104889" y="533151"/>
                  <a:pt x="93155" y="523367"/>
                  <a:pt x="82383" y="513297"/>
                </a:cubicBezTo>
                <a:cubicBezTo>
                  <a:pt x="71612" y="503216"/>
                  <a:pt x="61854" y="492898"/>
                  <a:pt x="53109" y="482339"/>
                </a:cubicBezTo>
                <a:cubicBezTo>
                  <a:pt x="44364" y="471784"/>
                  <a:pt x="36676" y="461044"/>
                  <a:pt x="30043" y="450109"/>
                </a:cubicBezTo>
                <a:cubicBezTo>
                  <a:pt x="23409" y="439177"/>
                  <a:pt x="17864" y="428109"/>
                  <a:pt x="13407" y="416898"/>
                </a:cubicBezTo>
                <a:cubicBezTo>
                  <a:pt x="8949" y="405694"/>
                  <a:pt x="5599" y="394406"/>
                  <a:pt x="3359" y="383042"/>
                </a:cubicBezTo>
                <a:cubicBezTo>
                  <a:pt x="1120" y="371674"/>
                  <a:pt x="0" y="360275"/>
                  <a:pt x="0" y="348847"/>
                </a:cubicBezTo>
                <a:cubicBezTo>
                  <a:pt x="0" y="337420"/>
                  <a:pt x="1120" y="326024"/>
                  <a:pt x="3359" y="314653"/>
                </a:cubicBezTo>
                <a:cubicBezTo>
                  <a:pt x="5599" y="303281"/>
                  <a:pt x="8949" y="291994"/>
                  <a:pt x="13406" y="280786"/>
                </a:cubicBezTo>
                <a:cubicBezTo>
                  <a:pt x="17863" y="269582"/>
                  <a:pt x="23409" y="258514"/>
                  <a:pt x="30043" y="247586"/>
                </a:cubicBezTo>
                <a:cubicBezTo>
                  <a:pt x="36676" y="236651"/>
                  <a:pt x="44364" y="225904"/>
                  <a:pt x="53109" y="215345"/>
                </a:cubicBezTo>
                <a:cubicBezTo>
                  <a:pt x="61854" y="204793"/>
                  <a:pt x="71612" y="194479"/>
                  <a:pt x="82383" y="184402"/>
                </a:cubicBezTo>
                <a:cubicBezTo>
                  <a:pt x="93155" y="174324"/>
                  <a:pt x="104889" y="164536"/>
                  <a:pt x="117582" y="155035"/>
                </a:cubicBezTo>
                <a:cubicBezTo>
                  <a:pt x="130278" y="145540"/>
                  <a:pt x="143874" y="136373"/>
                  <a:pt x="158370" y="127541"/>
                </a:cubicBezTo>
                <a:cubicBezTo>
                  <a:pt x="172866" y="118709"/>
                  <a:pt x="188193" y="110257"/>
                  <a:pt x="204351" y="102175"/>
                </a:cubicBezTo>
                <a:cubicBezTo>
                  <a:pt x="220509" y="94097"/>
                  <a:pt x="237420" y="86437"/>
                  <a:pt x="255083" y="79188"/>
                </a:cubicBezTo>
                <a:cubicBezTo>
                  <a:pt x="272746" y="71936"/>
                  <a:pt x="291078" y="65138"/>
                  <a:pt x="310078" y="58793"/>
                </a:cubicBezTo>
                <a:cubicBezTo>
                  <a:pt x="329077" y="52444"/>
                  <a:pt x="348654" y="46577"/>
                  <a:pt x="368807" y="41192"/>
                </a:cubicBezTo>
                <a:cubicBezTo>
                  <a:pt x="388958" y="35802"/>
                  <a:pt x="409590" y="30926"/>
                  <a:pt x="430700" y="26552"/>
                </a:cubicBezTo>
                <a:cubicBezTo>
                  <a:pt x="451813" y="22185"/>
                  <a:pt x="473301" y="18341"/>
                  <a:pt x="495168" y="15027"/>
                </a:cubicBezTo>
                <a:cubicBezTo>
                  <a:pt x="517034" y="11710"/>
                  <a:pt x="539172" y="8937"/>
                  <a:pt x="561583" y="6704"/>
                </a:cubicBezTo>
                <a:cubicBezTo>
                  <a:pt x="583995" y="4472"/>
                  <a:pt x="606572" y="2801"/>
                  <a:pt x="629311" y="1681"/>
                </a:cubicBezTo>
                <a:cubicBezTo>
                  <a:pt x="652052" y="562"/>
                  <a:pt x="674848" y="3"/>
                  <a:pt x="697698" y="0"/>
                </a:cubicBezTo>
                <a:cubicBezTo>
                  <a:pt x="720549" y="3"/>
                  <a:pt x="743344" y="562"/>
                  <a:pt x="766085" y="1681"/>
                </a:cubicBezTo>
                <a:cubicBezTo>
                  <a:pt x="788826" y="2801"/>
                  <a:pt x="811402" y="4472"/>
                  <a:pt x="833813" y="6704"/>
                </a:cubicBezTo>
                <a:cubicBezTo>
                  <a:pt x="856224" y="8937"/>
                  <a:pt x="878363" y="11710"/>
                  <a:pt x="900229" y="15027"/>
                </a:cubicBezTo>
                <a:cubicBezTo>
                  <a:pt x="922097" y="18341"/>
                  <a:pt x="943585" y="22185"/>
                  <a:pt x="964696" y="26552"/>
                </a:cubicBezTo>
                <a:cubicBezTo>
                  <a:pt x="985806" y="30926"/>
                  <a:pt x="1006439" y="35802"/>
                  <a:pt x="1026591" y="41192"/>
                </a:cubicBezTo>
                <a:cubicBezTo>
                  <a:pt x="1046743" y="46577"/>
                  <a:pt x="1066318" y="52444"/>
                  <a:pt x="1085318" y="58789"/>
                </a:cubicBezTo>
                <a:cubicBezTo>
                  <a:pt x="1104318" y="65134"/>
                  <a:pt x="1122650" y="71936"/>
                  <a:pt x="1140312" y="79188"/>
                </a:cubicBezTo>
                <a:cubicBezTo>
                  <a:pt x="1157976" y="86437"/>
                  <a:pt x="1174887" y="94097"/>
                  <a:pt x="1191046" y="102175"/>
                </a:cubicBezTo>
                <a:cubicBezTo>
                  <a:pt x="1207203" y="110257"/>
                  <a:pt x="1222530" y="118709"/>
                  <a:pt x="1237027" y="127541"/>
                </a:cubicBezTo>
                <a:cubicBezTo>
                  <a:pt x="1251522" y="136373"/>
                  <a:pt x="1265117" y="145540"/>
                  <a:pt x="1277812" y="155035"/>
                </a:cubicBezTo>
                <a:cubicBezTo>
                  <a:pt x="1290507" y="164536"/>
                  <a:pt x="1302241" y="174324"/>
                  <a:pt x="1313013" y="184402"/>
                </a:cubicBezTo>
                <a:cubicBezTo>
                  <a:pt x="1323784" y="194479"/>
                  <a:pt x="1333542" y="204793"/>
                  <a:pt x="1342287" y="215345"/>
                </a:cubicBezTo>
                <a:cubicBezTo>
                  <a:pt x="1351030" y="225904"/>
                  <a:pt x="1358720" y="236651"/>
                  <a:pt x="1365353" y="247586"/>
                </a:cubicBezTo>
                <a:cubicBezTo>
                  <a:pt x="1371987" y="258514"/>
                  <a:pt x="1377532" y="269582"/>
                  <a:pt x="1381989" y="280786"/>
                </a:cubicBezTo>
                <a:cubicBezTo>
                  <a:pt x="1386447" y="291994"/>
                  <a:pt x="1389798" y="303281"/>
                  <a:pt x="1392037" y="314653"/>
                </a:cubicBezTo>
                <a:cubicBezTo>
                  <a:pt x="1394277" y="326024"/>
                  <a:pt x="1395396" y="337420"/>
                  <a:pt x="1395396" y="348847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24" name="pdf-text-4-0">
            <a:extLst xmlns:a="http://schemas.openxmlformats.org/drawingml/2006/main">
              <a:ext uri="{FF2B5EF4-FFF2-40B4-BE49-F238E27FC236}">
                <a16:creationId xmlns:a16="http://schemas.microsoft.com/office/drawing/2014/main" id="{A37141B5-4139-4644-9E77-52949A6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869" y="2827464"/>
            <a:ext cx="1044284" cy="18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5" b="0" i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465" b="0" i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5" name="pdf-path-31">
            <a:extLst xmlns:a="http://schemas.openxmlformats.org/drawingml/2006/main">
              <a:ext uri="{FF2B5EF4-FFF2-40B4-BE49-F238E27FC236}">
                <a16:creationId xmlns:a16="http://schemas.microsoft.com/office/drawing/2014/main" id="{22BE2E63-B007-4004-A64C-59D977CA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390" y="2226258"/>
            <a:ext cx="3643537" cy="310090"/>
          </a:xfrm>
          <a:custGeom xmlns:a="http://schemas.openxmlformats.org/drawingml/2006/main">
            <a:pathLst>
              <a:path w="3643537" h="310090">
                <a:moveTo>
                  <a:pt x="3643537" y="310090"/>
                </a:moveTo>
                <a:lnTo>
                  <a:pt x="3643537" y="155045"/>
                </a:lnTo>
                <a:cubicBezTo>
                  <a:pt x="3643537" y="51681"/>
                  <a:pt x="3591855" y="0"/>
                  <a:pt x="3488493" y="0"/>
                </a:cubicBezTo>
                <a:lnTo>
                  <a:pt x="155044" y="0"/>
                </a:lnTo>
                <a:cubicBezTo>
                  <a:pt x="51681" y="0"/>
                  <a:pt x="0" y="44962"/>
                  <a:pt x="0" y="134887"/>
                </a:cubicBezTo>
                <a:lnTo>
                  <a:pt x="0" y="269778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D6B656"/>
            </a:solidFill>
            <a:prstDash val="solid"/>
          </a:ln>
        </p:spPr>
      </p:sp>
      <p:sp>
        <p:nvSpPr>
          <p:cNvPr id="26" name="pdf-path-32">
            <a:extLst xmlns:a="http://schemas.openxmlformats.org/drawingml/2006/main">
              <a:ext uri="{FF2B5EF4-FFF2-40B4-BE49-F238E27FC236}">
                <a16:creationId xmlns:a16="http://schemas.microsoft.com/office/drawing/2014/main" id="{BAAA9480-CC1E-4B6A-ADE3-BF8BE8AC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877" y="2461151"/>
            <a:ext cx="93027" cy="139537"/>
          </a:xfrm>
          <a:custGeom xmlns:a="http://schemas.openxmlformats.org/drawingml/2006/main">
            <a:pathLst>
              <a:path w="93027" h="139537">
                <a:moveTo>
                  <a:pt x="46513" y="139537"/>
                </a:moveTo>
                <a:lnTo>
                  <a:pt x="0" y="0"/>
                </a:lnTo>
                <a:lnTo>
                  <a:pt x="46513" y="34885"/>
                </a:lnTo>
                <a:lnTo>
                  <a:pt x="93027" y="0"/>
                </a:lnTo>
                <a:lnTo>
                  <a:pt x="46513" y="139537"/>
                </a:lnTo>
              </a:path>
            </a:pathLst>
          </a:custGeom>
          <a:solidFill xmlns:a="http://schemas.openxmlformats.org/drawingml/2006/main">
            <a:srgbClr val="D6B65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33">
            <a:extLst xmlns:a="http://schemas.openxmlformats.org/drawingml/2006/main">
              <a:ext uri="{FF2B5EF4-FFF2-40B4-BE49-F238E27FC236}">
                <a16:creationId xmlns:a16="http://schemas.microsoft.com/office/drawing/2014/main" id="{21536FAB-711A-4C75-BE88-9B6D53F4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877" y="2461151"/>
            <a:ext cx="93027" cy="139537"/>
          </a:xfrm>
          <a:custGeom xmlns:a="http://schemas.openxmlformats.org/drawingml/2006/main">
            <a:pathLst>
              <a:path w="93027" h="139537">
                <a:moveTo>
                  <a:pt x="46513" y="139537"/>
                </a:moveTo>
                <a:lnTo>
                  <a:pt x="93027" y="0"/>
                </a:lnTo>
                <a:lnTo>
                  <a:pt x="46513" y="348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D6B656"/>
            </a:solidFill>
            <a:prstDash val="solid"/>
          </a:ln>
        </p:spPr>
      </p:sp>
      <p:sp>
        <p:nvSpPr>
          <p:cNvPr id="28" name="pdf-text-5-0">
            <a:extLst xmlns:a="http://schemas.openxmlformats.org/drawingml/2006/main">
              <a:ext uri="{FF2B5EF4-FFF2-40B4-BE49-F238E27FC236}">
                <a16:creationId xmlns:a16="http://schemas.microsoft.com/office/drawing/2014/main" id="{5C582FEC-0102-420A-9191-E0F9732C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0655" y="2002789"/>
            <a:ext cx="1298213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Extrinsic rewards</a:t>
            </a:r>
          </a:p>
        </p:txBody>
      </p:sp>
      <p:sp>
        <p:nvSpPr>
          <p:cNvPr id="29" name="pdf-text-6-0">
            <a:extLst xmlns:a="http://schemas.openxmlformats.org/drawingml/2006/main">
              <a:ext uri="{FF2B5EF4-FFF2-40B4-BE49-F238E27FC236}">
                <a16:creationId xmlns:a16="http://schemas.microsoft.com/office/drawing/2014/main" id="{CC8B8A64-4923-4A63-A1DE-E5DE4D64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149" y="1181055"/>
            <a:ext cx="853112" cy="170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Supervised</a:t>
            </a:r>
          </a:p>
        </p:txBody>
      </p:sp>
      <p:sp>
        <p:nvSpPr>
          <p:cNvPr id="30" name="pdf-text-7-0">
            <a:extLst xmlns:a="http://schemas.openxmlformats.org/drawingml/2006/main">
              <a:ext uri="{FF2B5EF4-FFF2-40B4-BE49-F238E27FC236}">
                <a16:creationId xmlns:a16="http://schemas.microsoft.com/office/drawing/2014/main" id="{8F527707-CB31-4832-8B64-32E6E341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872" y="1398117"/>
            <a:ext cx="663633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31" name="pdf-text-8-0">
            <a:extLst xmlns:a="http://schemas.openxmlformats.org/drawingml/2006/main">
              <a:ext uri="{FF2B5EF4-FFF2-40B4-BE49-F238E27FC236}">
                <a16:creationId xmlns:a16="http://schemas.microsoft.com/office/drawing/2014/main" id="{C70BDC9B-C5C5-4472-851D-F4AE2B09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480" y="3274150"/>
            <a:ext cx="1108881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Reinforcement</a:t>
            </a:r>
          </a:p>
        </p:txBody>
      </p:sp>
      <p:sp>
        <p:nvSpPr>
          <p:cNvPr id="32" name="pdf-text-9-0">
            <a:extLst xmlns:a="http://schemas.openxmlformats.org/drawingml/2006/main">
              <a:ext uri="{FF2B5EF4-FFF2-40B4-BE49-F238E27FC236}">
                <a16:creationId xmlns:a16="http://schemas.microsoft.com/office/drawing/2014/main" id="{3D821537-B31C-43AD-ACE2-6DD6842C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14" y="3491211"/>
            <a:ext cx="663633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Learning</a:t>
            </a:r>
          </a:p>
        </p:txBody>
      </p:sp>
      <p:sp>
        <p:nvSpPr>
          <p:cNvPr id="33" name="pdf-path-39">
            <a:extLst xmlns:a="http://schemas.openxmlformats.org/drawingml/2006/main">
              <a:ext uri="{FF2B5EF4-FFF2-40B4-BE49-F238E27FC236}">
                <a16:creationId xmlns:a16="http://schemas.microsoft.com/office/drawing/2014/main" id="{27F6182B-2BD6-40EA-924E-DA117A1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8" y="1295994"/>
            <a:ext cx="6821941" cy="2170619"/>
          </a:xfrm>
          <a:custGeom xmlns:a="http://schemas.openxmlformats.org/drawingml/2006/main">
            <a:pathLst>
              <a:path w="6821941" h="2170619">
                <a:moveTo>
                  <a:pt x="6821941" y="1935883"/>
                </a:moveTo>
                <a:lnTo>
                  <a:pt x="6821941" y="2053249"/>
                </a:lnTo>
                <a:cubicBezTo>
                  <a:pt x="6821941" y="2131492"/>
                  <a:pt x="6770259" y="2170619"/>
                  <a:pt x="6666897" y="2170619"/>
                </a:cubicBezTo>
                <a:lnTo>
                  <a:pt x="155044" y="2170619"/>
                </a:lnTo>
                <a:cubicBezTo>
                  <a:pt x="51681" y="2170619"/>
                  <a:pt x="0" y="2118938"/>
                  <a:pt x="0" y="2015573"/>
                </a:cubicBezTo>
                <a:lnTo>
                  <a:pt x="0" y="155045"/>
                </a:lnTo>
                <a:cubicBezTo>
                  <a:pt x="0" y="51681"/>
                  <a:pt x="51681" y="0"/>
                  <a:pt x="155044" y="0"/>
                </a:cubicBezTo>
                <a:lnTo>
                  <a:pt x="123880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6C8EBF"/>
            </a:solidFill>
            <a:prstDash val="solid"/>
          </a:ln>
        </p:spPr>
      </p:sp>
      <p:sp>
        <p:nvSpPr>
          <p:cNvPr id="34" name="pdf-path-40">
            <a:extLst xmlns:a="http://schemas.openxmlformats.org/drawingml/2006/main">
              <a:ext uri="{FF2B5EF4-FFF2-40B4-BE49-F238E27FC236}">
                <a16:creationId xmlns:a16="http://schemas.microsoft.com/office/drawing/2014/main" id="{817AE3C8-A12F-4137-A067-E9BF3D81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425" y="1249483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1"/>
                </a:moveTo>
                <a:lnTo>
                  <a:pt x="0" y="93026"/>
                </a:lnTo>
                <a:lnTo>
                  <a:pt x="34885" y="46511"/>
                </a:lnTo>
                <a:lnTo>
                  <a:pt x="0" y="0"/>
                </a:lnTo>
                <a:lnTo>
                  <a:pt x="139540" y="46511"/>
                </a:lnTo>
              </a:path>
            </a:pathLst>
          </a:custGeom>
          <a:solidFill xmlns:a="http://schemas.openxmlformats.org/drawingml/2006/main">
            <a:srgbClr val="6C8E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41">
            <a:extLst xmlns:a="http://schemas.openxmlformats.org/drawingml/2006/main">
              <a:ext uri="{FF2B5EF4-FFF2-40B4-BE49-F238E27FC236}">
                <a16:creationId xmlns:a16="http://schemas.microsoft.com/office/drawing/2014/main" id="{A7FB6069-6309-4FF3-B5E2-CCDBBF48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4425" y="1249483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1"/>
                </a:moveTo>
                <a:lnTo>
                  <a:pt x="0" y="0"/>
                </a:lnTo>
                <a:lnTo>
                  <a:pt x="34885" y="46511"/>
                </a:lnTo>
                <a:lnTo>
                  <a:pt x="0" y="93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6C8EBF"/>
            </a:solidFill>
            <a:prstDash val="solid"/>
          </a:ln>
        </p:spPr>
      </p:sp>
      <p:sp>
        <p:nvSpPr>
          <p:cNvPr id="36" name="pdf-text-10-0">
            <a:extLst xmlns:a="http://schemas.openxmlformats.org/drawingml/2006/main">
              <a:ext uri="{FF2B5EF4-FFF2-40B4-BE49-F238E27FC236}">
                <a16:creationId xmlns:a16="http://schemas.microsoft.com/office/drawing/2014/main" id="{BBC04375-37AE-4D53-B207-B96E81F82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79" y="3165619"/>
            <a:ext cx="530889" cy="1705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States </a:t>
            </a:r>
          </a:p>
        </p:txBody>
      </p:sp>
      <p:sp>
        <p:nvSpPr>
          <p:cNvPr id="37" name="pdf-path-43">
            <a:extLst xmlns:a="http://schemas.openxmlformats.org/drawingml/2006/main">
              <a:ext uri="{FF2B5EF4-FFF2-40B4-BE49-F238E27FC236}">
                <a16:creationId xmlns:a16="http://schemas.microsoft.com/office/drawing/2014/main" id="{C5DFF547-25A1-437E-B6FB-88EF0A8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780" y="3150573"/>
            <a:ext cx="47800" cy="199999"/>
          </a:xfrm>
          <a:custGeom xmlns:a="http://schemas.openxmlformats.org/drawingml/2006/main">
            <a:pathLst>
              <a:path w="47800" h="199999">
                <a:moveTo>
                  <a:pt x="0" y="100000"/>
                </a:moveTo>
                <a:cubicBezTo>
                  <a:pt x="0" y="90800"/>
                  <a:pt x="667" y="82066"/>
                  <a:pt x="2000" y="73800"/>
                </a:cubicBezTo>
                <a:cubicBezTo>
                  <a:pt x="3333" y="65533"/>
                  <a:pt x="4867" y="58400"/>
                  <a:pt x="6600" y="52400"/>
                </a:cubicBezTo>
                <a:cubicBezTo>
                  <a:pt x="8333" y="46400"/>
                  <a:pt x="10800" y="40533"/>
                  <a:pt x="14000" y="34800"/>
                </a:cubicBezTo>
                <a:cubicBezTo>
                  <a:pt x="17200" y="29066"/>
                  <a:pt x="19733" y="24600"/>
                  <a:pt x="21600" y="21400"/>
                </a:cubicBezTo>
                <a:cubicBezTo>
                  <a:pt x="23467" y="18200"/>
                  <a:pt x="26267" y="14733"/>
                  <a:pt x="30000" y="11000"/>
                </a:cubicBezTo>
                <a:cubicBezTo>
                  <a:pt x="33734" y="7267"/>
                  <a:pt x="35933" y="5000"/>
                  <a:pt x="36600" y="4200"/>
                </a:cubicBezTo>
                <a:cubicBezTo>
                  <a:pt x="37267" y="3400"/>
                  <a:pt x="38934" y="2000"/>
                  <a:pt x="41600" y="0"/>
                </a:cubicBezTo>
                <a:lnTo>
                  <a:pt x="44200" y="0"/>
                </a:lnTo>
                <a:lnTo>
                  <a:pt x="45000" y="0"/>
                </a:lnTo>
                <a:cubicBezTo>
                  <a:pt x="46866" y="0"/>
                  <a:pt x="47800" y="600"/>
                  <a:pt x="47800" y="1800"/>
                </a:cubicBezTo>
                <a:cubicBezTo>
                  <a:pt x="47800" y="2200"/>
                  <a:pt x="46667" y="3600"/>
                  <a:pt x="44400" y="6000"/>
                </a:cubicBezTo>
                <a:cubicBezTo>
                  <a:pt x="42133" y="8400"/>
                  <a:pt x="39400" y="11933"/>
                  <a:pt x="36200" y="16600"/>
                </a:cubicBezTo>
                <a:cubicBezTo>
                  <a:pt x="33000" y="21266"/>
                  <a:pt x="29734" y="27000"/>
                  <a:pt x="26400" y="33800"/>
                </a:cubicBezTo>
                <a:cubicBezTo>
                  <a:pt x="23067" y="40600"/>
                  <a:pt x="20267" y="49800"/>
                  <a:pt x="18000" y="61400"/>
                </a:cubicBezTo>
                <a:cubicBezTo>
                  <a:pt x="15733" y="73000"/>
                  <a:pt x="14600" y="85866"/>
                  <a:pt x="14600" y="100000"/>
                </a:cubicBezTo>
                <a:cubicBezTo>
                  <a:pt x="14600" y="114133"/>
                  <a:pt x="15733" y="126933"/>
                  <a:pt x="18000" y="138400"/>
                </a:cubicBezTo>
                <a:cubicBezTo>
                  <a:pt x="20267" y="149866"/>
                  <a:pt x="23000" y="159133"/>
                  <a:pt x="26200" y="166199"/>
                </a:cubicBezTo>
                <a:cubicBezTo>
                  <a:pt x="29400" y="173266"/>
                  <a:pt x="32667" y="179000"/>
                  <a:pt x="36000" y="183400"/>
                </a:cubicBezTo>
                <a:cubicBezTo>
                  <a:pt x="39333" y="187799"/>
                  <a:pt x="42133" y="191333"/>
                  <a:pt x="44400" y="194000"/>
                </a:cubicBezTo>
                <a:cubicBezTo>
                  <a:pt x="46667" y="196666"/>
                  <a:pt x="47800" y="198066"/>
                  <a:pt x="47800" y="198199"/>
                </a:cubicBezTo>
                <a:cubicBezTo>
                  <a:pt x="47800" y="199399"/>
                  <a:pt x="46800" y="199999"/>
                  <a:pt x="44800" y="199999"/>
                </a:cubicBezTo>
                <a:lnTo>
                  <a:pt x="44200" y="199999"/>
                </a:lnTo>
                <a:lnTo>
                  <a:pt x="41600" y="199999"/>
                </a:lnTo>
                <a:lnTo>
                  <a:pt x="36000" y="195200"/>
                </a:lnTo>
                <a:cubicBezTo>
                  <a:pt x="23467" y="183866"/>
                  <a:pt x="14333" y="169733"/>
                  <a:pt x="8600" y="152800"/>
                </a:cubicBezTo>
                <a:cubicBezTo>
                  <a:pt x="2867" y="135866"/>
                  <a:pt x="0" y="118266"/>
                  <a:pt x="0" y="1000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8" name="pdf-path-45">
            <a:extLst xmlns:a="http://schemas.openxmlformats.org/drawingml/2006/main">
              <a:ext uri="{FF2B5EF4-FFF2-40B4-BE49-F238E27FC236}">
                <a16:creationId xmlns:a16="http://schemas.microsoft.com/office/drawing/2014/main" id="{B210C9BE-CF94-4265-A464-4D2763AD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380" y="3212039"/>
            <a:ext cx="73200" cy="90533"/>
          </a:xfrm>
          <a:custGeom xmlns:a="http://schemas.openxmlformats.org/drawingml/2006/main">
            <a:pathLst>
              <a:path w="73200" h="90533">
                <a:moveTo>
                  <a:pt x="15600" y="30733"/>
                </a:moveTo>
                <a:cubicBezTo>
                  <a:pt x="15600" y="26466"/>
                  <a:pt x="16666" y="22133"/>
                  <a:pt x="18800" y="17733"/>
                </a:cubicBezTo>
                <a:cubicBezTo>
                  <a:pt x="20933" y="13333"/>
                  <a:pt x="24667" y="9266"/>
                  <a:pt x="30000" y="5533"/>
                </a:cubicBezTo>
                <a:cubicBezTo>
                  <a:pt x="35333" y="1800"/>
                  <a:pt x="41800" y="0"/>
                  <a:pt x="49400" y="133"/>
                </a:cubicBezTo>
                <a:cubicBezTo>
                  <a:pt x="57666" y="133"/>
                  <a:pt x="63666" y="1933"/>
                  <a:pt x="67400" y="5533"/>
                </a:cubicBezTo>
                <a:cubicBezTo>
                  <a:pt x="71133" y="9133"/>
                  <a:pt x="73066" y="13133"/>
                  <a:pt x="73200" y="17533"/>
                </a:cubicBezTo>
                <a:cubicBezTo>
                  <a:pt x="73200" y="21800"/>
                  <a:pt x="72066" y="24933"/>
                  <a:pt x="69800" y="26933"/>
                </a:cubicBezTo>
                <a:cubicBezTo>
                  <a:pt x="67533" y="28933"/>
                  <a:pt x="65000" y="30000"/>
                  <a:pt x="62200" y="30133"/>
                </a:cubicBezTo>
                <a:cubicBezTo>
                  <a:pt x="60466" y="30133"/>
                  <a:pt x="58867" y="29600"/>
                  <a:pt x="57400" y="28533"/>
                </a:cubicBezTo>
                <a:cubicBezTo>
                  <a:pt x="55933" y="27467"/>
                  <a:pt x="55133" y="25733"/>
                  <a:pt x="55000" y="23333"/>
                </a:cubicBezTo>
                <a:cubicBezTo>
                  <a:pt x="55000" y="21200"/>
                  <a:pt x="55600" y="19333"/>
                  <a:pt x="56800" y="17733"/>
                </a:cubicBezTo>
                <a:cubicBezTo>
                  <a:pt x="58000" y="16133"/>
                  <a:pt x="59133" y="14933"/>
                  <a:pt x="60200" y="14133"/>
                </a:cubicBezTo>
                <a:cubicBezTo>
                  <a:pt x="61266" y="13333"/>
                  <a:pt x="62133" y="12933"/>
                  <a:pt x="62800" y="12933"/>
                </a:cubicBezTo>
                <a:cubicBezTo>
                  <a:pt x="62933" y="12933"/>
                  <a:pt x="63000" y="12867"/>
                  <a:pt x="63000" y="12733"/>
                </a:cubicBezTo>
                <a:cubicBezTo>
                  <a:pt x="63000" y="12333"/>
                  <a:pt x="62533" y="11733"/>
                  <a:pt x="61600" y="10933"/>
                </a:cubicBezTo>
                <a:cubicBezTo>
                  <a:pt x="60667" y="10133"/>
                  <a:pt x="59000" y="9400"/>
                  <a:pt x="56600" y="8733"/>
                </a:cubicBezTo>
                <a:cubicBezTo>
                  <a:pt x="54200" y="8066"/>
                  <a:pt x="51600" y="7667"/>
                  <a:pt x="48800" y="7533"/>
                </a:cubicBezTo>
                <a:cubicBezTo>
                  <a:pt x="42400" y="7533"/>
                  <a:pt x="37733" y="9266"/>
                  <a:pt x="34800" y="12733"/>
                </a:cubicBezTo>
                <a:cubicBezTo>
                  <a:pt x="31867" y="16200"/>
                  <a:pt x="30333" y="19733"/>
                  <a:pt x="30200" y="23333"/>
                </a:cubicBezTo>
                <a:cubicBezTo>
                  <a:pt x="30200" y="26667"/>
                  <a:pt x="31467" y="29000"/>
                  <a:pt x="34000" y="30333"/>
                </a:cubicBezTo>
                <a:cubicBezTo>
                  <a:pt x="36533" y="31666"/>
                  <a:pt x="40200" y="32800"/>
                  <a:pt x="45000" y="33733"/>
                </a:cubicBezTo>
                <a:cubicBezTo>
                  <a:pt x="49800" y="34666"/>
                  <a:pt x="53266" y="35666"/>
                  <a:pt x="55400" y="36733"/>
                </a:cubicBezTo>
                <a:cubicBezTo>
                  <a:pt x="64200" y="40600"/>
                  <a:pt x="68600" y="47000"/>
                  <a:pt x="68600" y="55933"/>
                </a:cubicBezTo>
                <a:cubicBezTo>
                  <a:pt x="68600" y="59666"/>
                  <a:pt x="67866" y="63399"/>
                  <a:pt x="66400" y="67133"/>
                </a:cubicBezTo>
                <a:cubicBezTo>
                  <a:pt x="64933" y="70866"/>
                  <a:pt x="62733" y="74600"/>
                  <a:pt x="59800" y="78333"/>
                </a:cubicBezTo>
                <a:cubicBezTo>
                  <a:pt x="56867" y="82066"/>
                  <a:pt x="52666" y="84999"/>
                  <a:pt x="47200" y="87133"/>
                </a:cubicBezTo>
                <a:cubicBezTo>
                  <a:pt x="41733" y="89266"/>
                  <a:pt x="35466" y="90400"/>
                  <a:pt x="28400" y="90533"/>
                </a:cubicBezTo>
                <a:cubicBezTo>
                  <a:pt x="18133" y="90533"/>
                  <a:pt x="10866" y="88600"/>
                  <a:pt x="6600" y="84733"/>
                </a:cubicBezTo>
                <a:cubicBezTo>
                  <a:pt x="2333" y="80866"/>
                  <a:pt x="133" y="76333"/>
                  <a:pt x="0" y="71133"/>
                </a:cubicBezTo>
                <a:cubicBezTo>
                  <a:pt x="0" y="65933"/>
                  <a:pt x="1400" y="62200"/>
                  <a:pt x="4200" y="59933"/>
                </a:cubicBezTo>
                <a:cubicBezTo>
                  <a:pt x="7000" y="57666"/>
                  <a:pt x="9933" y="56533"/>
                  <a:pt x="13000" y="56533"/>
                </a:cubicBezTo>
                <a:cubicBezTo>
                  <a:pt x="15000" y="56533"/>
                  <a:pt x="16867" y="57133"/>
                  <a:pt x="18600" y="58333"/>
                </a:cubicBezTo>
                <a:cubicBezTo>
                  <a:pt x="20333" y="59533"/>
                  <a:pt x="21266" y="61600"/>
                  <a:pt x="21400" y="64533"/>
                </a:cubicBezTo>
                <a:cubicBezTo>
                  <a:pt x="21400" y="67999"/>
                  <a:pt x="20200" y="70933"/>
                  <a:pt x="17800" y="73333"/>
                </a:cubicBezTo>
                <a:cubicBezTo>
                  <a:pt x="15400" y="75733"/>
                  <a:pt x="13333" y="76933"/>
                  <a:pt x="11600" y="76933"/>
                </a:cubicBezTo>
                <a:cubicBezTo>
                  <a:pt x="11333" y="77067"/>
                  <a:pt x="11133" y="77133"/>
                  <a:pt x="11000" y="77133"/>
                </a:cubicBezTo>
                <a:cubicBezTo>
                  <a:pt x="10866" y="77133"/>
                  <a:pt x="10800" y="77266"/>
                  <a:pt x="10800" y="77533"/>
                </a:cubicBezTo>
                <a:cubicBezTo>
                  <a:pt x="10933" y="77933"/>
                  <a:pt x="11466" y="78466"/>
                  <a:pt x="12400" y="79133"/>
                </a:cubicBezTo>
                <a:cubicBezTo>
                  <a:pt x="13333" y="79799"/>
                  <a:pt x="15400" y="80666"/>
                  <a:pt x="18600" y="81733"/>
                </a:cubicBezTo>
                <a:cubicBezTo>
                  <a:pt x="21800" y="82800"/>
                  <a:pt x="25467" y="83266"/>
                  <a:pt x="29600" y="83133"/>
                </a:cubicBezTo>
                <a:cubicBezTo>
                  <a:pt x="34400" y="83133"/>
                  <a:pt x="38533" y="82399"/>
                  <a:pt x="42000" y="80933"/>
                </a:cubicBezTo>
                <a:cubicBezTo>
                  <a:pt x="45466" y="79466"/>
                  <a:pt x="48000" y="77600"/>
                  <a:pt x="49600" y="75333"/>
                </a:cubicBezTo>
                <a:cubicBezTo>
                  <a:pt x="51200" y="73066"/>
                  <a:pt x="52333" y="71000"/>
                  <a:pt x="53000" y="69133"/>
                </a:cubicBezTo>
                <a:cubicBezTo>
                  <a:pt x="53667" y="67267"/>
                  <a:pt x="54000" y="65600"/>
                  <a:pt x="54000" y="64133"/>
                </a:cubicBezTo>
                <a:cubicBezTo>
                  <a:pt x="54000" y="60400"/>
                  <a:pt x="52600" y="57600"/>
                  <a:pt x="49800" y="55733"/>
                </a:cubicBezTo>
                <a:cubicBezTo>
                  <a:pt x="47000" y="53866"/>
                  <a:pt x="43800" y="52733"/>
                  <a:pt x="40200" y="52333"/>
                </a:cubicBezTo>
                <a:cubicBezTo>
                  <a:pt x="36600" y="51933"/>
                  <a:pt x="32667" y="50933"/>
                  <a:pt x="28400" y="49333"/>
                </a:cubicBezTo>
                <a:cubicBezTo>
                  <a:pt x="24133" y="47733"/>
                  <a:pt x="21000" y="45400"/>
                  <a:pt x="19000" y="42333"/>
                </a:cubicBezTo>
                <a:cubicBezTo>
                  <a:pt x="16733" y="39000"/>
                  <a:pt x="15600" y="35133"/>
                  <a:pt x="15600" y="307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39" name="pdf-path-47">
            <a:extLst xmlns:a="http://schemas.openxmlformats.org/drawingml/2006/main">
              <a:ext uri="{FF2B5EF4-FFF2-40B4-BE49-F238E27FC236}">
                <a16:creationId xmlns:a16="http://schemas.microsoft.com/office/drawing/2014/main" id="{06BAEC6B-B275-4495-A720-00F87723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180" y="3276372"/>
            <a:ext cx="26400" cy="63133"/>
          </a:xfrm>
          <a:custGeom xmlns:a="http://schemas.openxmlformats.org/drawingml/2006/main">
            <a:pathLst>
              <a:path w="26400" h="63133">
                <a:moveTo>
                  <a:pt x="0" y="17200"/>
                </a:moveTo>
                <a:cubicBezTo>
                  <a:pt x="0" y="17200"/>
                  <a:pt x="0" y="15533"/>
                  <a:pt x="0" y="12200"/>
                </a:cubicBezTo>
                <a:cubicBezTo>
                  <a:pt x="0" y="8866"/>
                  <a:pt x="1067" y="6000"/>
                  <a:pt x="3200" y="3600"/>
                </a:cubicBezTo>
                <a:cubicBezTo>
                  <a:pt x="5333" y="1200"/>
                  <a:pt x="8200" y="0"/>
                  <a:pt x="11800" y="0"/>
                </a:cubicBezTo>
                <a:cubicBezTo>
                  <a:pt x="15533" y="0"/>
                  <a:pt x="18867" y="1667"/>
                  <a:pt x="21800" y="5000"/>
                </a:cubicBezTo>
                <a:cubicBezTo>
                  <a:pt x="24733" y="8333"/>
                  <a:pt x="26267" y="14200"/>
                  <a:pt x="26400" y="22600"/>
                </a:cubicBezTo>
                <a:cubicBezTo>
                  <a:pt x="26400" y="27267"/>
                  <a:pt x="25800" y="31800"/>
                  <a:pt x="24600" y="36200"/>
                </a:cubicBezTo>
                <a:cubicBezTo>
                  <a:pt x="23400" y="40600"/>
                  <a:pt x="22000" y="44400"/>
                  <a:pt x="20400" y="47600"/>
                </a:cubicBezTo>
                <a:cubicBezTo>
                  <a:pt x="18800" y="50800"/>
                  <a:pt x="17067" y="53533"/>
                  <a:pt x="15200" y="55800"/>
                </a:cubicBezTo>
                <a:cubicBezTo>
                  <a:pt x="13333" y="58067"/>
                  <a:pt x="11733" y="59866"/>
                  <a:pt x="10400" y="61200"/>
                </a:cubicBezTo>
                <a:cubicBezTo>
                  <a:pt x="9067" y="62533"/>
                  <a:pt x="8200" y="63133"/>
                  <a:pt x="7800" y="63000"/>
                </a:cubicBezTo>
                <a:cubicBezTo>
                  <a:pt x="7267" y="63000"/>
                  <a:pt x="6400" y="62400"/>
                  <a:pt x="5200" y="61200"/>
                </a:cubicBezTo>
                <a:cubicBezTo>
                  <a:pt x="4000" y="60000"/>
                  <a:pt x="3400" y="59133"/>
                  <a:pt x="3400" y="58600"/>
                </a:cubicBezTo>
                <a:cubicBezTo>
                  <a:pt x="3400" y="58067"/>
                  <a:pt x="4133" y="57000"/>
                  <a:pt x="5600" y="55400"/>
                </a:cubicBezTo>
                <a:cubicBezTo>
                  <a:pt x="7067" y="53800"/>
                  <a:pt x="8733" y="51800"/>
                  <a:pt x="10600" y="49400"/>
                </a:cubicBezTo>
                <a:cubicBezTo>
                  <a:pt x="12467" y="47000"/>
                  <a:pt x="14200" y="43667"/>
                  <a:pt x="15800" y="39400"/>
                </a:cubicBezTo>
                <a:cubicBezTo>
                  <a:pt x="17400" y="35133"/>
                  <a:pt x="18467" y="30267"/>
                  <a:pt x="19000" y="24800"/>
                </a:cubicBezTo>
                <a:lnTo>
                  <a:pt x="19000" y="22400"/>
                </a:lnTo>
                <a:lnTo>
                  <a:pt x="18800" y="22600"/>
                </a:lnTo>
                <a:cubicBezTo>
                  <a:pt x="18533" y="22733"/>
                  <a:pt x="18200" y="22867"/>
                  <a:pt x="17800" y="23000"/>
                </a:cubicBezTo>
                <a:cubicBezTo>
                  <a:pt x="17400" y="23133"/>
                  <a:pt x="17000" y="23333"/>
                  <a:pt x="16600" y="23600"/>
                </a:cubicBezTo>
                <a:cubicBezTo>
                  <a:pt x="16200" y="23867"/>
                  <a:pt x="15600" y="24000"/>
                  <a:pt x="14800" y="24000"/>
                </a:cubicBezTo>
                <a:cubicBezTo>
                  <a:pt x="14000" y="24000"/>
                  <a:pt x="13200" y="24067"/>
                  <a:pt x="12400" y="24200"/>
                </a:cubicBezTo>
                <a:cubicBezTo>
                  <a:pt x="8800" y="24200"/>
                  <a:pt x="5867" y="23067"/>
                  <a:pt x="3600" y="20800"/>
                </a:cubicBezTo>
                <a:lnTo>
                  <a:pt x="0" y="172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0" name="pdf-path-49">
            <a:extLst xmlns:a="http://schemas.openxmlformats.org/drawingml/2006/main">
              <a:ext uri="{FF2B5EF4-FFF2-40B4-BE49-F238E27FC236}">
                <a16:creationId xmlns:a16="http://schemas.microsoft.com/office/drawing/2014/main" id="{80FA03A9-338F-44A1-909D-9231B715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7119" y="3212039"/>
            <a:ext cx="73200" cy="90533"/>
          </a:xfrm>
          <a:custGeom xmlns:a="http://schemas.openxmlformats.org/drawingml/2006/main">
            <a:pathLst>
              <a:path w="73200" h="90533">
                <a:moveTo>
                  <a:pt x="15600" y="30733"/>
                </a:moveTo>
                <a:cubicBezTo>
                  <a:pt x="15600" y="26466"/>
                  <a:pt x="16666" y="22133"/>
                  <a:pt x="18800" y="17733"/>
                </a:cubicBezTo>
                <a:cubicBezTo>
                  <a:pt x="20933" y="13333"/>
                  <a:pt x="24667" y="9266"/>
                  <a:pt x="30000" y="5533"/>
                </a:cubicBezTo>
                <a:cubicBezTo>
                  <a:pt x="35333" y="1800"/>
                  <a:pt x="41800" y="0"/>
                  <a:pt x="49400" y="133"/>
                </a:cubicBezTo>
                <a:cubicBezTo>
                  <a:pt x="57666" y="133"/>
                  <a:pt x="63666" y="1933"/>
                  <a:pt x="67400" y="5533"/>
                </a:cubicBezTo>
                <a:cubicBezTo>
                  <a:pt x="71133" y="9133"/>
                  <a:pt x="73066" y="13133"/>
                  <a:pt x="73200" y="17533"/>
                </a:cubicBezTo>
                <a:cubicBezTo>
                  <a:pt x="73200" y="21800"/>
                  <a:pt x="72066" y="24933"/>
                  <a:pt x="69800" y="26933"/>
                </a:cubicBezTo>
                <a:cubicBezTo>
                  <a:pt x="67533" y="28933"/>
                  <a:pt x="65000" y="30000"/>
                  <a:pt x="62200" y="30133"/>
                </a:cubicBezTo>
                <a:cubicBezTo>
                  <a:pt x="60466" y="30133"/>
                  <a:pt x="58867" y="29600"/>
                  <a:pt x="57400" y="28533"/>
                </a:cubicBezTo>
                <a:cubicBezTo>
                  <a:pt x="55933" y="27467"/>
                  <a:pt x="55133" y="25733"/>
                  <a:pt x="55000" y="23333"/>
                </a:cubicBezTo>
                <a:cubicBezTo>
                  <a:pt x="55000" y="21200"/>
                  <a:pt x="55600" y="19333"/>
                  <a:pt x="56800" y="17733"/>
                </a:cubicBezTo>
                <a:cubicBezTo>
                  <a:pt x="58000" y="16133"/>
                  <a:pt x="59133" y="14933"/>
                  <a:pt x="60200" y="14133"/>
                </a:cubicBezTo>
                <a:cubicBezTo>
                  <a:pt x="61266" y="13333"/>
                  <a:pt x="62133" y="12933"/>
                  <a:pt x="62800" y="12933"/>
                </a:cubicBezTo>
                <a:cubicBezTo>
                  <a:pt x="62933" y="12933"/>
                  <a:pt x="63000" y="12867"/>
                  <a:pt x="63000" y="12733"/>
                </a:cubicBezTo>
                <a:cubicBezTo>
                  <a:pt x="63000" y="12333"/>
                  <a:pt x="62533" y="11733"/>
                  <a:pt x="61600" y="10933"/>
                </a:cubicBezTo>
                <a:cubicBezTo>
                  <a:pt x="60667" y="10133"/>
                  <a:pt x="59000" y="9400"/>
                  <a:pt x="56600" y="8733"/>
                </a:cubicBezTo>
                <a:cubicBezTo>
                  <a:pt x="54200" y="8066"/>
                  <a:pt x="51600" y="7667"/>
                  <a:pt x="48800" y="7533"/>
                </a:cubicBezTo>
                <a:cubicBezTo>
                  <a:pt x="42400" y="7533"/>
                  <a:pt x="37733" y="9266"/>
                  <a:pt x="34800" y="12733"/>
                </a:cubicBezTo>
                <a:cubicBezTo>
                  <a:pt x="31867" y="16200"/>
                  <a:pt x="30333" y="19733"/>
                  <a:pt x="30200" y="23333"/>
                </a:cubicBezTo>
                <a:cubicBezTo>
                  <a:pt x="30200" y="26667"/>
                  <a:pt x="31467" y="29000"/>
                  <a:pt x="34000" y="30333"/>
                </a:cubicBezTo>
                <a:cubicBezTo>
                  <a:pt x="36533" y="31666"/>
                  <a:pt x="40200" y="32800"/>
                  <a:pt x="45000" y="33733"/>
                </a:cubicBezTo>
                <a:cubicBezTo>
                  <a:pt x="49800" y="34666"/>
                  <a:pt x="53266" y="35666"/>
                  <a:pt x="55400" y="36733"/>
                </a:cubicBezTo>
                <a:cubicBezTo>
                  <a:pt x="64200" y="40600"/>
                  <a:pt x="68600" y="47000"/>
                  <a:pt x="68600" y="55933"/>
                </a:cubicBezTo>
                <a:cubicBezTo>
                  <a:pt x="68600" y="59666"/>
                  <a:pt x="67866" y="63399"/>
                  <a:pt x="66400" y="67133"/>
                </a:cubicBezTo>
                <a:cubicBezTo>
                  <a:pt x="64933" y="70866"/>
                  <a:pt x="62733" y="74600"/>
                  <a:pt x="59800" y="78333"/>
                </a:cubicBezTo>
                <a:cubicBezTo>
                  <a:pt x="56867" y="82066"/>
                  <a:pt x="52666" y="84999"/>
                  <a:pt x="47200" y="87133"/>
                </a:cubicBezTo>
                <a:cubicBezTo>
                  <a:pt x="41733" y="89266"/>
                  <a:pt x="35466" y="90400"/>
                  <a:pt x="28400" y="90533"/>
                </a:cubicBezTo>
                <a:cubicBezTo>
                  <a:pt x="18133" y="90533"/>
                  <a:pt x="10866" y="88600"/>
                  <a:pt x="6600" y="84733"/>
                </a:cubicBezTo>
                <a:cubicBezTo>
                  <a:pt x="2333" y="80866"/>
                  <a:pt x="133" y="76333"/>
                  <a:pt x="0" y="71133"/>
                </a:cubicBezTo>
                <a:cubicBezTo>
                  <a:pt x="0" y="65933"/>
                  <a:pt x="1400" y="62200"/>
                  <a:pt x="4200" y="59933"/>
                </a:cubicBezTo>
                <a:cubicBezTo>
                  <a:pt x="7000" y="57666"/>
                  <a:pt x="9933" y="56533"/>
                  <a:pt x="13000" y="56533"/>
                </a:cubicBezTo>
                <a:cubicBezTo>
                  <a:pt x="15000" y="56533"/>
                  <a:pt x="16867" y="57133"/>
                  <a:pt x="18600" y="58333"/>
                </a:cubicBezTo>
                <a:cubicBezTo>
                  <a:pt x="20333" y="59533"/>
                  <a:pt x="21266" y="61600"/>
                  <a:pt x="21400" y="64533"/>
                </a:cubicBezTo>
                <a:cubicBezTo>
                  <a:pt x="21400" y="67999"/>
                  <a:pt x="20200" y="70933"/>
                  <a:pt x="17800" y="73333"/>
                </a:cubicBezTo>
                <a:cubicBezTo>
                  <a:pt x="15400" y="75733"/>
                  <a:pt x="13333" y="76933"/>
                  <a:pt x="11600" y="76933"/>
                </a:cubicBezTo>
                <a:cubicBezTo>
                  <a:pt x="11333" y="77067"/>
                  <a:pt x="11133" y="77133"/>
                  <a:pt x="11000" y="77133"/>
                </a:cubicBezTo>
                <a:cubicBezTo>
                  <a:pt x="10866" y="77133"/>
                  <a:pt x="10800" y="77266"/>
                  <a:pt x="10800" y="77533"/>
                </a:cubicBezTo>
                <a:cubicBezTo>
                  <a:pt x="10933" y="77933"/>
                  <a:pt x="11466" y="78466"/>
                  <a:pt x="12400" y="79133"/>
                </a:cubicBezTo>
                <a:cubicBezTo>
                  <a:pt x="13333" y="79799"/>
                  <a:pt x="15400" y="80666"/>
                  <a:pt x="18600" y="81733"/>
                </a:cubicBezTo>
                <a:cubicBezTo>
                  <a:pt x="21800" y="82800"/>
                  <a:pt x="25467" y="83266"/>
                  <a:pt x="29600" y="83133"/>
                </a:cubicBezTo>
                <a:cubicBezTo>
                  <a:pt x="34400" y="83133"/>
                  <a:pt x="38533" y="82399"/>
                  <a:pt x="42000" y="80933"/>
                </a:cubicBezTo>
                <a:cubicBezTo>
                  <a:pt x="45466" y="79466"/>
                  <a:pt x="48000" y="77600"/>
                  <a:pt x="49600" y="75333"/>
                </a:cubicBezTo>
                <a:cubicBezTo>
                  <a:pt x="51200" y="73066"/>
                  <a:pt x="52333" y="71000"/>
                  <a:pt x="53000" y="69133"/>
                </a:cubicBezTo>
                <a:cubicBezTo>
                  <a:pt x="53667" y="67267"/>
                  <a:pt x="54000" y="65600"/>
                  <a:pt x="54000" y="64133"/>
                </a:cubicBezTo>
                <a:cubicBezTo>
                  <a:pt x="54000" y="60400"/>
                  <a:pt x="52600" y="57600"/>
                  <a:pt x="49800" y="55733"/>
                </a:cubicBezTo>
                <a:cubicBezTo>
                  <a:pt x="47000" y="53866"/>
                  <a:pt x="43800" y="52733"/>
                  <a:pt x="40200" y="52333"/>
                </a:cubicBezTo>
                <a:cubicBezTo>
                  <a:pt x="36600" y="51933"/>
                  <a:pt x="32667" y="50933"/>
                  <a:pt x="28400" y="49333"/>
                </a:cubicBezTo>
                <a:cubicBezTo>
                  <a:pt x="24133" y="47733"/>
                  <a:pt x="21000" y="45400"/>
                  <a:pt x="19000" y="42333"/>
                </a:cubicBezTo>
                <a:cubicBezTo>
                  <a:pt x="16733" y="39000"/>
                  <a:pt x="15600" y="35133"/>
                  <a:pt x="15600" y="307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1" name="pdf-path-51">
            <a:extLst xmlns:a="http://schemas.openxmlformats.org/drawingml/2006/main">
              <a:ext uri="{FF2B5EF4-FFF2-40B4-BE49-F238E27FC236}">
                <a16:creationId xmlns:a16="http://schemas.microsoft.com/office/drawing/2014/main" id="{94A7CFA7-271C-4BF8-8EB0-E543B315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61" y="3148788"/>
            <a:ext cx="32805" cy="73104"/>
          </a:xfrm>
          <a:custGeom xmlns:a="http://schemas.openxmlformats.org/drawingml/2006/main">
            <a:pathLst>
              <a:path w="32805" h="73104">
                <a:moveTo>
                  <a:pt x="6928" y="73104"/>
                </a:moveTo>
                <a:cubicBezTo>
                  <a:pt x="6363" y="73104"/>
                  <a:pt x="5091" y="72821"/>
                  <a:pt x="3111" y="72255"/>
                </a:cubicBezTo>
                <a:cubicBezTo>
                  <a:pt x="1131" y="71690"/>
                  <a:pt x="94" y="71124"/>
                  <a:pt x="0" y="70558"/>
                </a:cubicBezTo>
                <a:cubicBezTo>
                  <a:pt x="0" y="69899"/>
                  <a:pt x="2592" y="58964"/>
                  <a:pt x="7777" y="37754"/>
                </a:cubicBezTo>
                <a:cubicBezTo>
                  <a:pt x="12962" y="16544"/>
                  <a:pt x="15837" y="5467"/>
                  <a:pt x="16402" y="4525"/>
                </a:cubicBezTo>
                <a:cubicBezTo>
                  <a:pt x="17816" y="1508"/>
                  <a:pt x="20267" y="0"/>
                  <a:pt x="23755" y="0"/>
                </a:cubicBezTo>
                <a:cubicBezTo>
                  <a:pt x="25641" y="0"/>
                  <a:pt x="27620" y="707"/>
                  <a:pt x="29694" y="2121"/>
                </a:cubicBezTo>
                <a:cubicBezTo>
                  <a:pt x="31768" y="3535"/>
                  <a:pt x="32805" y="5609"/>
                  <a:pt x="32805" y="8342"/>
                </a:cubicBezTo>
                <a:cubicBezTo>
                  <a:pt x="32805" y="8814"/>
                  <a:pt x="32710" y="9521"/>
                  <a:pt x="32522" y="10464"/>
                </a:cubicBezTo>
                <a:cubicBezTo>
                  <a:pt x="32428" y="11123"/>
                  <a:pt x="28327" y="21634"/>
                  <a:pt x="20220" y="41996"/>
                </a:cubicBezTo>
                <a:cubicBezTo>
                  <a:pt x="12113" y="62357"/>
                  <a:pt x="7918" y="72632"/>
                  <a:pt x="7636" y="72821"/>
                </a:cubicBezTo>
                <a:cubicBezTo>
                  <a:pt x="7353" y="73009"/>
                  <a:pt x="7117" y="73104"/>
                  <a:pt x="6928" y="731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42" name="pdf-path-53">
            <a:extLst xmlns:a="http://schemas.openxmlformats.org/drawingml/2006/main">
              <a:ext uri="{FF2B5EF4-FFF2-40B4-BE49-F238E27FC236}">
                <a16:creationId xmlns:a16="http://schemas.microsoft.com/office/drawing/2014/main" id="{28AEAA9E-456E-44DA-BDF3-6E13300A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799" y="3150573"/>
            <a:ext cx="47800" cy="199999"/>
          </a:xfrm>
          <a:custGeom xmlns:a="http://schemas.openxmlformats.org/drawingml/2006/main">
            <a:pathLst>
              <a:path w="47800" h="199999">
                <a:moveTo>
                  <a:pt x="1000" y="200"/>
                </a:moveTo>
                <a:lnTo>
                  <a:pt x="1800" y="0"/>
                </a:lnTo>
                <a:cubicBezTo>
                  <a:pt x="2467" y="0"/>
                  <a:pt x="3133" y="0"/>
                  <a:pt x="3800" y="0"/>
                </a:cubicBezTo>
                <a:lnTo>
                  <a:pt x="6200" y="0"/>
                </a:lnTo>
                <a:lnTo>
                  <a:pt x="11800" y="4800"/>
                </a:lnTo>
                <a:cubicBezTo>
                  <a:pt x="24333" y="16133"/>
                  <a:pt x="33467" y="30266"/>
                  <a:pt x="39200" y="47200"/>
                </a:cubicBezTo>
                <a:cubicBezTo>
                  <a:pt x="44933" y="64133"/>
                  <a:pt x="47800" y="81733"/>
                  <a:pt x="47800" y="100000"/>
                </a:cubicBezTo>
                <a:cubicBezTo>
                  <a:pt x="47800" y="109066"/>
                  <a:pt x="47133" y="117799"/>
                  <a:pt x="45800" y="126199"/>
                </a:cubicBezTo>
                <a:cubicBezTo>
                  <a:pt x="44467" y="134600"/>
                  <a:pt x="42933" y="141733"/>
                  <a:pt x="41200" y="147600"/>
                </a:cubicBezTo>
                <a:cubicBezTo>
                  <a:pt x="39467" y="153466"/>
                  <a:pt x="37000" y="159333"/>
                  <a:pt x="33800" y="165200"/>
                </a:cubicBezTo>
                <a:cubicBezTo>
                  <a:pt x="30600" y="171066"/>
                  <a:pt x="28067" y="175533"/>
                  <a:pt x="26200" y="178599"/>
                </a:cubicBezTo>
                <a:cubicBezTo>
                  <a:pt x="24333" y="181666"/>
                  <a:pt x="21600" y="185066"/>
                  <a:pt x="18000" y="188800"/>
                </a:cubicBezTo>
                <a:cubicBezTo>
                  <a:pt x="14400" y="192533"/>
                  <a:pt x="12267" y="194733"/>
                  <a:pt x="11600" y="195399"/>
                </a:cubicBezTo>
                <a:cubicBezTo>
                  <a:pt x="10933" y="196066"/>
                  <a:pt x="9400" y="197333"/>
                  <a:pt x="7000" y="199200"/>
                </a:cubicBezTo>
                <a:cubicBezTo>
                  <a:pt x="6600" y="199599"/>
                  <a:pt x="6333" y="199866"/>
                  <a:pt x="6200" y="199999"/>
                </a:cubicBezTo>
                <a:lnTo>
                  <a:pt x="3800" y="199999"/>
                </a:lnTo>
                <a:cubicBezTo>
                  <a:pt x="2733" y="199999"/>
                  <a:pt x="2000" y="199999"/>
                  <a:pt x="1600" y="199999"/>
                </a:cubicBezTo>
                <a:cubicBezTo>
                  <a:pt x="1200" y="199999"/>
                  <a:pt x="867" y="199800"/>
                  <a:pt x="600" y="199399"/>
                </a:cubicBezTo>
                <a:cubicBezTo>
                  <a:pt x="334" y="198999"/>
                  <a:pt x="133" y="198400"/>
                  <a:pt x="0" y="197599"/>
                </a:cubicBezTo>
                <a:cubicBezTo>
                  <a:pt x="133" y="197466"/>
                  <a:pt x="867" y="196600"/>
                  <a:pt x="2200" y="194999"/>
                </a:cubicBezTo>
                <a:cubicBezTo>
                  <a:pt x="22867" y="173533"/>
                  <a:pt x="33200" y="141866"/>
                  <a:pt x="33200" y="100000"/>
                </a:cubicBezTo>
                <a:cubicBezTo>
                  <a:pt x="33200" y="58133"/>
                  <a:pt x="22867" y="26466"/>
                  <a:pt x="2200" y="5000"/>
                </a:cubicBezTo>
                <a:cubicBezTo>
                  <a:pt x="867" y="3400"/>
                  <a:pt x="133" y="2533"/>
                  <a:pt x="0" y="2400"/>
                </a:cubicBezTo>
                <a:cubicBezTo>
                  <a:pt x="0" y="1333"/>
                  <a:pt x="334" y="600"/>
                  <a:pt x="1000" y="2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3" name="pdf-path-55">
            <a:extLst xmlns:a="http://schemas.openxmlformats.org/drawingml/2006/main">
              <a:ext uri="{FF2B5EF4-FFF2-40B4-BE49-F238E27FC236}">
                <a16:creationId xmlns:a16="http://schemas.microsoft.com/office/drawing/2014/main" id="{275AA5EA-7322-4AD5-A679-92DB365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6257" y="869623"/>
            <a:ext cx="2072165" cy="426372"/>
          </a:xfrm>
          <a:custGeom xmlns:a="http://schemas.openxmlformats.org/drawingml/2006/main">
            <a:pathLst>
              <a:path w="2072165" h="426372">
                <a:moveTo>
                  <a:pt x="0" y="426372"/>
                </a:moveTo>
                <a:lnTo>
                  <a:pt x="1240353" y="426372"/>
                </a:lnTo>
                <a:cubicBezTo>
                  <a:pt x="1343716" y="426372"/>
                  <a:pt x="1395397" y="374691"/>
                  <a:pt x="1395397" y="271326"/>
                </a:cubicBezTo>
                <a:lnTo>
                  <a:pt x="1395397" y="135665"/>
                </a:lnTo>
                <a:cubicBezTo>
                  <a:pt x="1395397" y="45224"/>
                  <a:pt x="1447079" y="0"/>
                  <a:pt x="1550441" y="0"/>
                </a:cubicBezTo>
                <a:lnTo>
                  <a:pt x="2072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2D7600"/>
            </a:solidFill>
            <a:prstDash val="solid"/>
          </a:ln>
        </p:spPr>
      </p:sp>
      <p:sp>
        <p:nvSpPr>
          <p:cNvPr id="44" name="pdf-path-56">
            <a:extLst xmlns:a="http://schemas.openxmlformats.org/drawingml/2006/main">
              <a:ext uri="{FF2B5EF4-FFF2-40B4-BE49-F238E27FC236}">
                <a16:creationId xmlns:a16="http://schemas.microsoft.com/office/drawing/2014/main" id="{AD53B415-E951-4051-83C8-5E2A335B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37" y="823111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1"/>
                </a:moveTo>
                <a:lnTo>
                  <a:pt x="0" y="93026"/>
                </a:lnTo>
                <a:lnTo>
                  <a:pt x="34885" y="46511"/>
                </a:lnTo>
                <a:lnTo>
                  <a:pt x="0" y="0"/>
                </a:lnTo>
                <a:lnTo>
                  <a:pt x="139540" y="46511"/>
                </a:lnTo>
              </a:path>
            </a:pathLst>
          </a:custGeom>
          <a:solidFill xmlns:a="http://schemas.openxmlformats.org/drawingml/2006/main">
            <a:srgbClr val="2D76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57">
            <a:extLst xmlns:a="http://schemas.openxmlformats.org/drawingml/2006/main">
              <a:ext uri="{FF2B5EF4-FFF2-40B4-BE49-F238E27FC236}">
                <a16:creationId xmlns:a16="http://schemas.microsoft.com/office/drawing/2014/main" id="{3482C7F2-BF4B-4413-B493-1BA2CD32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3537" y="823111"/>
            <a:ext cx="139540" cy="93026"/>
          </a:xfrm>
          <a:custGeom xmlns:a="http://schemas.openxmlformats.org/drawingml/2006/main">
            <a:pathLst>
              <a:path w="139540" h="93026">
                <a:moveTo>
                  <a:pt x="139540" y="46511"/>
                </a:moveTo>
                <a:lnTo>
                  <a:pt x="0" y="0"/>
                </a:lnTo>
                <a:lnTo>
                  <a:pt x="34885" y="46511"/>
                </a:lnTo>
                <a:lnTo>
                  <a:pt x="0" y="930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2D7600"/>
            </a:solidFill>
            <a:prstDash val="solid"/>
          </a:ln>
        </p:spPr>
      </p:sp>
      <p:sp>
        <p:nvSpPr>
          <p:cNvPr id="46" name="pdf-path-58">
            <a:extLst xmlns:a="http://schemas.openxmlformats.org/drawingml/2006/main">
              <a:ext uri="{FF2B5EF4-FFF2-40B4-BE49-F238E27FC236}">
                <a16:creationId xmlns:a16="http://schemas.microsoft.com/office/drawing/2014/main" id="{3C237338-836E-4C2F-A3B4-73269D56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631" y="1078669"/>
            <a:ext cx="107433" cy="179742"/>
          </a:xfrm>
          <a:custGeom xmlns:a="http://schemas.openxmlformats.org/drawingml/2006/main">
            <a:pathLst>
              <a:path w="107433" h="179742">
                <a:moveTo>
                  <a:pt x="73443" y="1199"/>
                </a:moveTo>
                <a:cubicBezTo>
                  <a:pt x="73976" y="400"/>
                  <a:pt x="74776" y="0"/>
                  <a:pt x="75842" y="0"/>
                </a:cubicBezTo>
                <a:lnTo>
                  <a:pt x="77441" y="0"/>
                </a:lnTo>
                <a:lnTo>
                  <a:pt x="80041" y="0"/>
                </a:lnTo>
                <a:cubicBezTo>
                  <a:pt x="80841" y="800"/>
                  <a:pt x="81241" y="1333"/>
                  <a:pt x="81241" y="1600"/>
                </a:cubicBezTo>
                <a:cubicBezTo>
                  <a:pt x="81241" y="2532"/>
                  <a:pt x="79241" y="10730"/>
                  <a:pt x="75242" y="26191"/>
                </a:cubicBezTo>
                <a:cubicBezTo>
                  <a:pt x="74310" y="29924"/>
                  <a:pt x="73377" y="33856"/>
                  <a:pt x="72444" y="37988"/>
                </a:cubicBezTo>
                <a:cubicBezTo>
                  <a:pt x="71511" y="42120"/>
                  <a:pt x="70711" y="45185"/>
                  <a:pt x="70044" y="47185"/>
                </a:cubicBezTo>
                <a:lnTo>
                  <a:pt x="69244" y="50384"/>
                </a:lnTo>
                <a:cubicBezTo>
                  <a:pt x="69244" y="50517"/>
                  <a:pt x="69844" y="50584"/>
                  <a:pt x="71044" y="50584"/>
                </a:cubicBezTo>
                <a:cubicBezTo>
                  <a:pt x="72243" y="50584"/>
                  <a:pt x="74376" y="50984"/>
                  <a:pt x="77441" y="51783"/>
                </a:cubicBezTo>
                <a:cubicBezTo>
                  <a:pt x="80508" y="52583"/>
                  <a:pt x="83706" y="53716"/>
                  <a:pt x="87039" y="55182"/>
                </a:cubicBezTo>
                <a:cubicBezTo>
                  <a:pt x="92904" y="57981"/>
                  <a:pt x="97769" y="62047"/>
                  <a:pt x="101634" y="67378"/>
                </a:cubicBezTo>
                <a:cubicBezTo>
                  <a:pt x="105499" y="72710"/>
                  <a:pt x="107433" y="79175"/>
                  <a:pt x="107433" y="86772"/>
                </a:cubicBezTo>
                <a:cubicBezTo>
                  <a:pt x="107433" y="94370"/>
                  <a:pt x="105366" y="101634"/>
                  <a:pt x="101234" y="108565"/>
                </a:cubicBezTo>
                <a:cubicBezTo>
                  <a:pt x="97103" y="115496"/>
                  <a:pt x="91971" y="121228"/>
                  <a:pt x="85839" y="125760"/>
                </a:cubicBezTo>
                <a:cubicBezTo>
                  <a:pt x="79708" y="130291"/>
                  <a:pt x="73243" y="133890"/>
                  <a:pt x="66445" y="136556"/>
                </a:cubicBezTo>
                <a:cubicBezTo>
                  <a:pt x="59648" y="139222"/>
                  <a:pt x="53317" y="140622"/>
                  <a:pt x="47451" y="140755"/>
                </a:cubicBezTo>
                <a:lnTo>
                  <a:pt x="46652" y="140755"/>
                </a:lnTo>
                <a:lnTo>
                  <a:pt x="41854" y="159749"/>
                </a:lnTo>
                <a:cubicBezTo>
                  <a:pt x="41054" y="162814"/>
                  <a:pt x="40187" y="166480"/>
                  <a:pt x="39254" y="170745"/>
                </a:cubicBezTo>
                <a:cubicBezTo>
                  <a:pt x="38187" y="175011"/>
                  <a:pt x="37455" y="177543"/>
                  <a:pt x="37055" y="178343"/>
                </a:cubicBezTo>
                <a:cubicBezTo>
                  <a:pt x="36655" y="179142"/>
                  <a:pt x="35856" y="179609"/>
                  <a:pt x="34656" y="179742"/>
                </a:cubicBezTo>
                <a:lnTo>
                  <a:pt x="33456" y="179742"/>
                </a:lnTo>
                <a:cubicBezTo>
                  <a:pt x="30790" y="179742"/>
                  <a:pt x="29458" y="179276"/>
                  <a:pt x="29458" y="178343"/>
                </a:cubicBezTo>
                <a:cubicBezTo>
                  <a:pt x="29458" y="177676"/>
                  <a:pt x="30923" y="171345"/>
                  <a:pt x="33856" y="159349"/>
                </a:cubicBezTo>
                <a:lnTo>
                  <a:pt x="38454" y="140955"/>
                </a:lnTo>
                <a:cubicBezTo>
                  <a:pt x="38454" y="140822"/>
                  <a:pt x="37922" y="140755"/>
                  <a:pt x="36855" y="140755"/>
                </a:cubicBezTo>
                <a:cubicBezTo>
                  <a:pt x="36189" y="140755"/>
                  <a:pt x="34855" y="140622"/>
                  <a:pt x="32856" y="140355"/>
                </a:cubicBezTo>
                <a:cubicBezTo>
                  <a:pt x="30857" y="140088"/>
                  <a:pt x="27858" y="139155"/>
                  <a:pt x="23859" y="137556"/>
                </a:cubicBezTo>
                <a:cubicBezTo>
                  <a:pt x="19861" y="135956"/>
                  <a:pt x="16262" y="133957"/>
                  <a:pt x="13062" y="131558"/>
                </a:cubicBezTo>
                <a:cubicBezTo>
                  <a:pt x="9864" y="129158"/>
                  <a:pt x="6865" y="125626"/>
                  <a:pt x="4065" y="120961"/>
                </a:cubicBezTo>
                <a:cubicBezTo>
                  <a:pt x="1266" y="116296"/>
                  <a:pt x="0" y="110831"/>
                  <a:pt x="267" y="104567"/>
                </a:cubicBezTo>
                <a:cubicBezTo>
                  <a:pt x="267" y="96569"/>
                  <a:pt x="2466" y="89038"/>
                  <a:pt x="6865" y="81974"/>
                </a:cubicBezTo>
                <a:cubicBezTo>
                  <a:pt x="11263" y="74909"/>
                  <a:pt x="16661" y="69178"/>
                  <a:pt x="23059" y="64779"/>
                </a:cubicBezTo>
                <a:cubicBezTo>
                  <a:pt x="29458" y="60381"/>
                  <a:pt x="35922" y="56915"/>
                  <a:pt x="42454" y="54383"/>
                </a:cubicBezTo>
                <a:cubicBezTo>
                  <a:pt x="48984" y="51850"/>
                  <a:pt x="54850" y="50584"/>
                  <a:pt x="60048" y="50584"/>
                </a:cubicBezTo>
                <a:cubicBezTo>
                  <a:pt x="60714" y="50584"/>
                  <a:pt x="61113" y="50317"/>
                  <a:pt x="61247" y="49784"/>
                </a:cubicBezTo>
                <a:lnTo>
                  <a:pt x="67246" y="25392"/>
                </a:lnTo>
                <a:cubicBezTo>
                  <a:pt x="71377" y="9530"/>
                  <a:pt x="73443" y="1466"/>
                  <a:pt x="73443" y="1199"/>
                </a:cubicBezTo>
                <a:moveTo>
                  <a:pt x="16061" y="108765"/>
                </a:moveTo>
                <a:cubicBezTo>
                  <a:pt x="16061" y="113297"/>
                  <a:pt x="16862" y="117229"/>
                  <a:pt x="18461" y="120561"/>
                </a:cubicBezTo>
                <a:cubicBezTo>
                  <a:pt x="20060" y="123894"/>
                  <a:pt x="22260" y="126426"/>
                  <a:pt x="25059" y="128159"/>
                </a:cubicBezTo>
                <a:cubicBezTo>
                  <a:pt x="27858" y="129892"/>
                  <a:pt x="30257" y="131091"/>
                  <a:pt x="32257" y="131758"/>
                </a:cubicBezTo>
                <a:cubicBezTo>
                  <a:pt x="34255" y="132424"/>
                  <a:pt x="36522" y="132957"/>
                  <a:pt x="39054" y="133357"/>
                </a:cubicBezTo>
                <a:lnTo>
                  <a:pt x="40454" y="133357"/>
                </a:lnTo>
                <a:lnTo>
                  <a:pt x="59048" y="57981"/>
                </a:lnTo>
                <a:cubicBezTo>
                  <a:pt x="58515" y="57981"/>
                  <a:pt x="57781" y="58048"/>
                  <a:pt x="56848" y="58181"/>
                </a:cubicBezTo>
                <a:cubicBezTo>
                  <a:pt x="55915" y="58315"/>
                  <a:pt x="53983" y="58848"/>
                  <a:pt x="51050" y="59781"/>
                </a:cubicBezTo>
                <a:cubicBezTo>
                  <a:pt x="48118" y="60714"/>
                  <a:pt x="45319" y="61780"/>
                  <a:pt x="42653" y="62980"/>
                </a:cubicBezTo>
                <a:cubicBezTo>
                  <a:pt x="39987" y="64179"/>
                  <a:pt x="37055" y="66112"/>
                  <a:pt x="33856" y="68778"/>
                </a:cubicBezTo>
                <a:cubicBezTo>
                  <a:pt x="30657" y="71444"/>
                  <a:pt x="27924" y="74509"/>
                  <a:pt x="25659" y="77975"/>
                </a:cubicBezTo>
                <a:cubicBezTo>
                  <a:pt x="23259" y="81707"/>
                  <a:pt x="21060" y="86172"/>
                  <a:pt x="19061" y="91371"/>
                </a:cubicBezTo>
                <a:cubicBezTo>
                  <a:pt x="17061" y="97502"/>
                  <a:pt x="16061" y="103300"/>
                  <a:pt x="16061" y="108765"/>
                </a:cubicBezTo>
                <a:moveTo>
                  <a:pt x="91637" y="82374"/>
                </a:moveTo>
                <a:cubicBezTo>
                  <a:pt x="91637" y="77309"/>
                  <a:pt x="90571" y="72977"/>
                  <a:pt x="88439" y="69378"/>
                </a:cubicBezTo>
                <a:cubicBezTo>
                  <a:pt x="86306" y="65779"/>
                  <a:pt x="83640" y="63246"/>
                  <a:pt x="80441" y="61780"/>
                </a:cubicBezTo>
                <a:cubicBezTo>
                  <a:pt x="77242" y="60314"/>
                  <a:pt x="74643" y="59314"/>
                  <a:pt x="72644" y="58781"/>
                </a:cubicBezTo>
                <a:cubicBezTo>
                  <a:pt x="70644" y="58248"/>
                  <a:pt x="69045" y="57981"/>
                  <a:pt x="67845" y="57981"/>
                </a:cubicBezTo>
                <a:lnTo>
                  <a:pt x="67246" y="57981"/>
                </a:lnTo>
                <a:lnTo>
                  <a:pt x="58048" y="95369"/>
                </a:lnTo>
                <a:lnTo>
                  <a:pt x="48451" y="132957"/>
                </a:lnTo>
                <a:cubicBezTo>
                  <a:pt x="48451" y="133224"/>
                  <a:pt x="48518" y="133357"/>
                  <a:pt x="48651" y="133357"/>
                </a:cubicBezTo>
                <a:cubicBezTo>
                  <a:pt x="49718" y="133357"/>
                  <a:pt x="51850" y="132957"/>
                  <a:pt x="55049" y="132158"/>
                </a:cubicBezTo>
                <a:cubicBezTo>
                  <a:pt x="58248" y="131358"/>
                  <a:pt x="60914" y="130425"/>
                  <a:pt x="63047" y="129359"/>
                </a:cubicBezTo>
                <a:cubicBezTo>
                  <a:pt x="68778" y="126826"/>
                  <a:pt x="73710" y="123294"/>
                  <a:pt x="77842" y="118762"/>
                </a:cubicBezTo>
                <a:cubicBezTo>
                  <a:pt x="81973" y="114230"/>
                  <a:pt x="84906" y="109565"/>
                  <a:pt x="86639" y="104766"/>
                </a:cubicBezTo>
                <a:cubicBezTo>
                  <a:pt x="88372" y="99968"/>
                  <a:pt x="89638" y="95703"/>
                  <a:pt x="90438" y="91971"/>
                </a:cubicBezTo>
                <a:cubicBezTo>
                  <a:pt x="91237" y="88238"/>
                  <a:pt x="91637" y="85039"/>
                  <a:pt x="91637" y="82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7" name="pdf-path-60">
            <a:extLst xmlns:a="http://schemas.openxmlformats.org/drawingml/2006/main">
              <a:ext uri="{FF2B5EF4-FFF2-40B4-BE49-F238E27FC236}">
                <a16:creationId xmlns:a16="http://schemas.microsoft.com/office/drawing/2014/main" id="{B027AF59-F156-4A56-A739-64D562CF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8257" y="1067473"/>
            <a:ext cx="47784" cy="199936"/>
          </a:xfrm>
          <a:custGeom xmlns:a="http://schemas.openxmlformats.org/drawingml/2006/main">
            <a:pathLst>
              <a:path w="47784" h="199936">
                <a:moveTo>
                  <a:pt x="0" y="99968"/>
                </a:moveTo>
                <a:cubicBezTo>
                  <a:pt x="0" y="90771"/>
                  <a:pt x="666" y="82040"/>
                  <a:pt x="1999" y="73777"/>
                </a:cubicBezTo>
                <a:cubicBezTo>
                  <a:pt x="3332" y="65512"/>
                  <a:pt x="4865" y="58381"/>
                  <a:pt x="6598" y="52383"/>
                </a:cubicBezTo>
                <a:cubicBezTo>
                  <a:pt x="8331" y="46385"/>
                  <a:pt x="10797" y="40520"/>
                  <a:pt x="13995" y="34789"/>
                </a:cubicBezTo>
                <a:cubicBezTo>
                  <a:pt x="17194" y="29057"/>
                  <a:pt x="19726" y="24592"/>
                  <a:pt x="21593" y="21393"/>
                </a:cubicBezTo>
                <a:cubicBezTo>
                  <a:pt x="23459" y="18194"/>
                  <a:pt x="26258" y="14729"/>
                  <a:pt x="29990" y="10997"/>
                </a:cubicBezTo>
                <a:cubicBezTo>
                  <a:pt x="33723" y="7265"/>
                  <a:pt x="35922" y="4999"/>
                  <a:pt x="36588" y="4199"/>
                </a:cubicBezTo>
                <a:cubicBezTo>
                  <a:pt x="37254" y="3399"/>
                  <a:pt x="38921" y="1999"/>
                  <a:pt x="41587" y="0"/>
                </a:cubicBezTo>
                <a:lnTo>
                  <a:pt x="44185" y="0"/>
                </a:lnTo>
                <a:lnTo>
                  <a:pt x="44985" y="0"/>
                </a:lnTo>
                <a:cubicBezTo>
                  <a:pt x="46851" y="0"/>
                  <a:pt x="47784" y="600"/>
                  <a:pt x="47784" y="1799"/>
                </a:cubicBezTo>
                <a:cubicBezTo>
                  <a:pt x="47784" y="2200"/>
                  <a:pt x="46652" y="3599"/>
                  <a:pt x="44386" y="5998"/>
                </a:cubicBezTo>
                <a:cubicBezTo>
                  <a:pt x="42120" y="8397"/>
                  <a:pt x="39387" y="11930"/>
                  <a:pt x="36188" y="16595"/>
                </a:cubicBezTo>
                <a:cubicBezTo>
                  <a:pt x="32989" y="21260"/>
                  <a:pt x="29723" y="26991"/>
                  <a:pt x="26391" y="33789"/>
                </a:cubicBezTo>
                <a:cubicBezTo>
                  <a:pt x="23059" y="40587"/>
                  <a:pt x="20260" y="49784"/>
                  <a:pt x="17994" y="61380"/>
                </a:cubicBezTo>
                <a:cubicBezTo>
                  <a:pt x="15728" y="72977"/>
                  <a:pt x="14595" y="85839"/>
                  <a:pt x="14595" y="99968"/>
                </a:cubicBezTo>
                <a:cubicBezTo>
                  <a:pt x="14595" y="114097"/>
                  <a:pt x="15728" y="126893"/>
                  <a:pt x="17994" y="138356"/>
                </a:cubicBezTo>
                <a:cubicBezTo>
                  <a:pt x="20260" y="149819"/>
                  <a:pt x="22992" y="159083"/>
                  <a:pt x="26192" y="166147"/>
                </a:cubicBezTo>
                <a:cubicBezTo>
                  <a:pt x="29390" y="173211"/>
                  <a:pt x="32656" y="178943"/>
                  <a:pt x="35988" y="183341"/>
                </a:cubicBezTo>
                <a:cubicBezTo>
                  <a:pt x="39320" y="187740"/>
                  <a:pt x="42120" y="191272"/>
                  <a:pt x="44386" y="193938"/>
                </a:cubicBezTo>
                <a:cubicBezTo>
                  <a:pt x="46652" y="196604"/>
                  <a:pt x="47784" y="198003"/>
                  <a:pt x="47784" y="198137"/>
                </a:cubicBezTo>
                <a:cubicBezTo>
                  <a:pt x="47784" y="199336"/>
                  <a:pt x="46785" y="199936"/>
                  <a:pt x="44785" y="199936"/>
                </a:cubicBezTo>
                <a:lnTo>
                  <a:pt x="44185" y="199936"/>
                </a:lnTo>
                <a:lnTo>
                  <a:pt x="41587" y="199936"/>
                </a:lnTo>
                <a:lnTo>
                  <a:pt x="35988" y="195138"/>
                </a:lnTo>
                <a:cubicBezTo>
                  <a:pt x="23459" y="183808"/>
                  <a:pt x="14328" y="169679"/>
                  <a:pt x="8597" y="152751"/>
                </a:cubicBezTo>
                <a:cubicBezTo>
                  <a:pt x="2866" y="135823"/>
                  <a:pt x="0" y="118229"/>
                  <a:pt x="0" y="99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8" name="pdf-path-62">
            <a:extLst xmlns:a="http://schemas.openxmlformats.org/drawingml/2006/main">
              <a:ext uri="{FF2B5EF4-FFF2-40B4-BE49-F238E27FC236}">
                <a16:creationId xmlns:a16="http://schemas.microsoft.com/office/drawing/2014/main" id="{4B65BCB2-255E-4DEF-B13A-696BE32D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834" y="1128920"/>
            <a:ext cx="73176" cy="90504"/>
          </a:xfrm>
          <a:custGeom xmlns:a="http://schemas.openxmlformats.org/drawingml/2006/main">
            <a:pathLst>
              <a:path w="73176" h="90504">
                <a:moveTo>
                  <a:pt x="15595" y="30723"/>
                </a:moveTo>
                <a:cubicBezTo>
                  <a:pt x="15595" y="26458"/>
                  <a:pt x="16661" y="22126"/>
                  <a:pt x="18793" y="17728"/>
                </a:cubicBezTo>
                <a:cubicBezTo>
                  <a:pt x="20926" y="13329"/>
                  <a:pt x="24659" y="9264"/>
                  <a:pt x="29990" y="5532"/>
                </a:cubicBezTo>
                <a:cubicBezTo>
                  <a:pt x="35322" y="1799"/>
                  <a:pt x="41786" y="0"/>
                  <a:pt x="49384" y="133"/>
                </a:cubicBezTo>
                <a:cubicBezTo>
                  <a:pt x="57648" y="133"/>
                  <a:pt x="63646" y="1933"/>
                  <a:pt x="67378" y="5532"/>
                </a:cubicBezTo>
                <a:cubicBezTo>
                  <a:pt x="71110" y="9130"/>
                  <a:pt x="73043" y="13129"/>
                  <a:pt x="73176" y="17528"/>
                </a:cubicBezTo>
                <a:cubicBezTo>
                  <a:pt x="73176" y="21793"/>
                  <a:pt x="72044" y="24926"/>
                  <a:pt x="69777" y="26925"/>
                </a:cubicBezTo>
                <a:cubicBezTo>
                  <a:pt x="67512" y="28924"/>
                  <a:pt x="64979" y="29991"/>
                  <a:pt x="62180" y="30124"/>
                </a:cubicBezTo>
                <a:cubicBezTo>
                  <a:pt x="60447" y="30124"/>
                  <a:pt x="58847" y="29591"/>
                  <a:pt x="57381" y="28524"/>
                </a:cubicBezTo>
                <a:cubicBezTo>
                  <a:pt x="55915" y="27458"/>
                  <a:pt x="55116" y="25725"/>
                  <a:pt x="54982" y="23326"/>
                </a:cubicBezTo>
                <a:cubicBezTo>
                  <a:pt x="54982" y="21193"/>
                  <a:pt x="55582" y="19327"/>
                  <a:pt x="56781" y="17728"/>
                </a:cubicBezTo>
                <a:cubicBezTo>
                  <a:pt x="57981" y="16128"/>
                  <a:pt x="59114" y="14929"/>
                  <a:pt x="60180" y="14129"/>
                </a:cubicBezTo>
                <a:cubicBezTo>
                  <a:pt x="61247" y="13329"/>
                  <a:pt x="62113" y="12929"/>
                  <a:pt x="62780" y="12929"/>
                </a:cubicBezTo>
                <a:cubicBezTo>
                  <a:pt x="62912" y="12929"/>
                  <a:pt x="62980" y="12863"/>
                  <a:pt x="62980" y="12729"/>
                </a:cubicBezTo>
                <a:cubicBezTo>
                  <a:pt x="62980" y="12330"/>
                  <a:pt x="62513" y="11730"/>
                  <a:pt x="61580" y="10930"/>
                </a:cubicBezTo>
                <a:cubicBezTo>
                  <a:pt x="60647" y="10130"/>
                  <a:pt x="58980" y="9397"/>
                  <a:pt x="56581" y="8731"/>
                </a:cubicBezTo>
                <a:cubicBezTo>
                  <a:pt x="54182" y="8064"/>
                  <a:pt x="51583" y="7664"/>
                  <a:pt x="48784" y="7531"/>
                </a:cubicBezTo>
                <a:cubicBezTo>
                  <a:pt x="42386" y="7531"/>
                  <a:pt x="37721" y="9264"/>
                  <a:pt x="34788" y="12729"/>
                </a:cubicBezTo>
                <a:cubicBezTo>
                  <a:pt x="31856" y="16195"/>
                  <a:pt x="30323" y="19727"/>
                  <a:pt x="30190" y="23326"/>
                </a:cubicBezTo>
                <a:cubicBezTo>
                  <a:pt x="30190" y="26658"/>
                  <a:pt x="31456" y="28991"/>
                  <a:pt x="33989" y="30324"/>
                </a:cubicBezTo>
                <a:cubicBezTo>
                  <a:pt x="36521" y="31657"/>
                  <a:pt x="40187" y="32790"/>
                  <a:pt x="44985" y="33723"/>
                </a:cubicBezTo>
                <a:cubicBezTo>
                  <a:pt x="49784" y="34656"/>
                  <a:pt x="53249" y="35655"/>
                  <a:pt x="55382" y="36722"/>
                </a:cubicBezTo>
                <a:cubicBezTo>
                  <a:pt x="64179" y="40587"/>
                  <a:pt x="68577" y="46985"/>
                  <a:pt x="68577" y="55915"/>
                </a:cubicBezTo>
                <a:cubicBezTo>
                  <a:pt x="68577" y="59648"/>
                  <a:pt x="67845" y="63380"/>
                  <a:pt x="66378" y="67112"/>
                </a:cubicBezTo>
                <a:cubicBezTo>
                  <a:pt x="64912" y="70844"/>
                  <a:pt x="62713" y="74576"/>
                  <a:pt x="59780" y="78308"/>
                </a:cubicBezTo>
                <a:cubicBezTo>
                  <a:pt x="56848" y="82040"/>
                  <a:pt x="52649" y="84973"/>
                  <a:pt x="47184" y="87105"/>
                </a:cubicBezTo>
                <a:cubicBezTo>
                  <a:pt x="41719" y="89238"/>
                  <a:pt x="35455" y="90371"/>
                  <a:pt x="28390" y="90504"/>
                </a:cubicBezTo>
                <a:cubicBezTo>
                  <a:pt x="18127" y="90504"/>
                  <a:pt x="10863" y="88572"/>
                  <a:pt x="6598" y="84706"/>
                </a:cubicBezTo>
                <a:cubicBezTo>
                  <a:pt x="2332" y="80841"/>
                  <a:pt x="133" y="76309"/>
                  <a:pt x="0" y="71111"/>
                </a:cubicBezTo>
                <a:cubicBezTo>
                  <a:pt x="0" y="65912"/>
                  <a:pt x="1399" y="62180"/>
                  <a:pt x="4198" y="59914"/>
                </a:cubicBezTo>
                <a:cubicBezTo>
                  <a:pt x="6997" y="57648"/>
                  <a:pt x="9930" y="56515"/>
                  <a:pt x="12995" y="56515"/>
                </a:cubicBezTo>
                <a:cubicBezTo>
                  <a:pt x="14995" y="56515"/>
                  <a:pt x="16861" y="57115"/>
                  <a:pt x="18594" y="58315"/>
                </a:cubicBezTo>
                <a:cubicBezTo>
                  <a:pt x="20326" y="59514"/>
                  <a:pt x="21259" y="61580"/>
                  <a:pt x="21393" y="64513"/>
                </a:cubicBezTo>
                <a:cubicBezTo>
                  <a:pt x="21393" y="67978"/>
                  <a:pt x="20193" y="70911"/>
                  <a:pt x="17794" y="73310"/>
                </a:cubicBezTo>
                <a:cubicBezTo>
                  <a:pt x="15395" y="75709"/>
                  <a:pt x="13328" y="76909"/>
                  <a:pt x="11596" y="76909"/>
                </a:cubicBezTo>
                <a:cubicBezTo>
                  <a:pt x="11330" y="77042"/>
                  <a:pt x="11129" y="77109"/>
                  <a:pt x="10996" y="77109"/>
                </a:cubicBezTo>
                <a:cubicBezTo>
                  <a:pt x="10863" y="77109"/>
                  <a:pt x="10796" y="77242"/>
                  <a:pt x="10796" y="77509"/>
                </a:cubicBezTo>
                <a:cubicBezTo>
                  <a:pt x="10929" y="77908"/>
                  <a:pt x="11463" y="78442"/>
                  <a:pt x="12395" y="79108"/>
                </a:cubicBezTo>
                <a:cubicBezTo>
                  <a:pt x="13328" y="79775"/>
                  <a:pt x="15395" y="80641"/>
                  <a:pt x="18594" y="81707"/>
                </a:cubicBezTo>
                <a:cubicBezTo>
                  <a:pt x="21792" y="82774"/>
                  <a:pt x="25458" y="83240"/>
                  <a:pt x="29590" y="83107"/>
                </a:cubicBezTo>
                <a:cubicBezTo>
                  <a:pt x="34389" y="83107"/>
                  <a:pt x="38521" y="82374"/>
                  <a:pt x="41986" y="80907"/>
                </a:cubicBezTo>
                <a:cubicBezTo>
                  <a:pt x="45452" y="79441"/>
                  <a:pt x="47984" y="77575"/>
                  <a:pt x="49583" y="75309"/>
                </a:cubicBezTo>
                <a:cubicBezTo>
                  <a:pt x="51184" y="73043"/>
                  <a:pt x="52316" y="70977"/>
                  <a:pt x="52983" y="69111"/>
                </a:cubicBezTo>
                <a:cubicBezTo>
                  <a:pt x="53649" y="67245"/>
                  <a:pt x="53982" y="65579"/>
                  <a:pt x="53982" y="64113"/>
                </a:cubicBezTo>
                <a:cubicBezTo>
                  <a:pt x="53982" y="60381"/>
                  <a:pt x="52583" y="57582"/>
                  <a:pt x="49784" y="55715"/>
                </a:cubicBezTo>
                <a:cubicBezTo>
                  <a:pt x="46985" y="53850"/>
                  <a:pt x="43785" y="52717"/>
                  <a:pt x="40187" y="52317"/>
                </a:cubicBezTo>
                <a:cubicBezTo>
                  <a:pt x="36588" y="51917"/>
                  <a:pt x="32656" y="50917"/>
                  <a:pt x="28390" y="49318"/>
                </a:cubicBezTo>
                <a:cubicBezTo>
                  <a:pt x="24125" y="47718"/>
                  <a:pt x="20993" y="45386"/>
                  <a:pt x="18994" y="42320"/>
                </a:cubicBezTo>
                <a:cubicBezTo>
                  <a:pt x="16727" y="38988"/>
                  <a:pt x="15595" y="35122"/>
                  <a:pt x="15595" y="307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49" name="pdf-path-64">
            <a:extLst xmlns:a="http://schemas.openxmlformats.org/drawingml/2006/main">
              <a:ext uri="{FF2B5EF4-FFF2-40B4-BE49-F238E27FC236}">
                <a16:creationId xmlns:a16="http://schemas.microsoft.com/office/drawing/2014/main" id="{26CDD327-CADD-4983-BA4C-56DF948B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1846" y="1055693"/>
            <a:ext cx="32794" cy="73080"/>
          </a:xfrm>
          <a:custGeom xmlns:a="http://schemas.openxmlformats.org/drawingml/2006/main">
            <a:pathLst>
              <a:path w="32794" h="73080">
                <a:moveTo>
                  <a:pt x="6927" y="73080"/>
                </a:moveTo>
                <a:cubicBezTo>
                  <a:pt x="6361" y="73080"/>
                  <a:pt x="5088" y="72798"/>
                  <a:pt x="3110" y="72232"/>
                </a:cubicBezTo>
                <a:cubicBezTo>
                  <a:pt x="1131" y="71667"/>
                  <a:pt x="94" y="71101"/>
                  <a:pt x="0" y="70536"/>
                </a:cubicBezTo>
                <a:cubicBezTo>
                  <a:pt x="0" y="69876"/>
                  <a:pt x="2592" y="58945"/>
                  <a:pt x="7774" y="37742"/>
                </a:cubicBezTo>
                <a:cubicBezTo>
                  <a:pt x="12958" y="16538"/>
                  <a:pt x="15832" y="5466"/>
                  <a:pt x="16397" y="4523"/>
                </a:cubicBezTo>
                <a:cubicBezTo>
                  <a:pt x="17811" y="1508"/>
                  <a:pt x="20261" y="0"/>
                  <a:pt x="23747" y="0"/>
                </a:cubicBezTo>
                <a:cubicBezTo>
                  <a:pt x="25632" y="0"/>
                  <a:pt x="27611" y="707"/>
                  <a:pt x="29684" y="2120"/>
                </a:cubicBezTo>
                <a:cubicBezTo>
                  <a:pt x="31758" y="3534"/>
                  <a:pt x="32794" y="5607"/>
                  <a:pt x="32794" y="8340"/>
                </a:cubicBezTo>
                <a:cubicBezTo>
                  <a:pt x="32794" y="8811"/>
                  <a:pt x="32700" y="9518"/>
                  <a:pt x="32511" y="10460"/>
                </a:cubicBezTo>
                <a:cubicBezTo>
                  <a:pt x="32417" y="11120"/>
                  <a:pt x="28318" y="21627"/>
                  <a:pt x="20214" y="41982"/>
                </a:cubicBezTo>
                <a:cubicBezTo>
                  <a:pt x="12109" y="62337"/>
                  <a:pt x="7916" y="72609"/>
                  <a:pt x="7633" y="72798"/>
                </a:cubicBezTo>
                <a:cubicBezTo>
                  <a:pt x="7350" y="72986"/>
                  <a:pt x="7115" y="73080"/>
                  <a:pt x="6927" y="7308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50" name="pdf-path-66">
            <a:extLst xmlns:a="http://schemas.openxmlformats.org/drawingml/2006/main">
              <a:ext uri="{FF2B5EF4-FFF2-40B4-BE49-F238E27FC236}">
                <a16:creationId xmlns:a16="http://schemas.microsoft.com/office/drawing/2014/main" id="{D887B7DC-4D62-493D-A57F-16B07EEB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486" y="1067473"/>
            <a:ext cx="47785" cy="199936"/>
          </a:xfrm>
          <a:custGeom xmlns:a="http://schemas.openxmlformats.org/drawingml/2006/main">
            <a:pathLst>
              <a:path w="47785" h="199936">
                <a:moveTo>
                  <a:pt x="999" y="200"/>
                </a:moveTo>
                <a:lnTo>
                  <a:pt x="1800" y="0"/>
                </a:lnTo>
                <a:cubicBezTo>
                  <a:pt x="2466" y="0"/>
                  <a:pt x="3132" y="0"/>
                  <a:pt x="3799" y="0"/>
                </a:cubicBezTo>
                <a:lnTo>
                  <a:pt x="6198" y="0"/>
                </a:lnTo>
                <a:lnTo>
                  <a:pt x="11796" y="4799"/>
                </a:lnTo>
                <a:cubicBezTo>
                  <a:pt x="24326" y="16128"/>
                  <a:pt x="33456" y="30257"/>
                  <a:pt x="39188" y="47185"/>
                </a:cubicBezTo>
                <a:cubicBezTo>
                  <a:pt x="44919" y="64113"/>
                  <a:pt x="47785" y="81707"/>
                  <a:pt x="47785" y="99968"/>
                </a:cubicBezTo>
                <a:cubicBezTo>
                  <a:pt x="47785" y="109032"/>
                  <a:pt x="47118" y="117762"/>
                  <a:pt x="45786" y="126160"/>
                </a:cubicBezTo>
                <a:cubicBezTo>
                  <a:pt x="44452" y="134557"/>
                  <a:pt x="42920" y="141688"/>
                  <a:pt x="41186" y="147553"/>
                </a:cubicBezTo>
                <a:cubicBezTo>
                  <a:pt x="39454" y="153418"/>
                  <a:pt x="36988" y="159282"/>
                  <a:pt x="33789" y="165147"/>
                </a:cubicBezTo>
                <a:cubicBezTo>
                  <a:pt x="30590" y="171012"/>
                  <a:pt x="28058" y="175477"/>
                  <a:pt x="26192" y="178543"/>
                </a:cubicBezTo>
                <a:cubicBezTo>
                  <a:pt x="24326" y="181609"/>
                  <a:pt x="21593" y="185007"/>
                  <a:pt x="17995" y="188739"/>
                </a:cubicBezTo>
                <a:cubicBezTo>
                  <a:pt x="14396" y="192472"/>
                  <a:pt x="12263" y="194671"/>
                  <a:pt x="11596" y="195338"/>
                </a:cubicBezTo>
                <a:cubicBezTo>
                  <a:pt x="10930" y="196004"/>
                  <a:pt x="9397" y="197270"/>
                  <a:pt x="6998" y="199136"/>
                </a:cubicBezTo>
                <a:cubicBezTo>
                  <a:pt x="6598" y="199536"/>
                  <a:pt x="6331" y="199803"/>
                  <a:pt x="6198" y="199936"/>
                </a:cubicBezTo>
                <a:lnTo>
                  <a:pt x="3799" y="199936"/>
                </a:lnTo>
                <a:cubicBezTo>
                  <a:pt x="2732" y="199936"/>
                  <a:pt x="2000" y="199936"/>
                  <a:pt x="1599" y="199936"/>
                </a:cubicBezTo>
                <a:cubicBezTo>
                  <a:pt x="1200" y="199936"/>
                  <a:pt x="867" y="199736"/>
                  <a:pt x="600" y="199336"/>
                </a:cubicBezTo>
                <a:cubicBezTo>
                  <a:pt x="333" y="198936"/>
                  <a:pt x="133" y="198337"/>
                  <a:pt x="0" y="197537"/>
                </a:cubicBezTo>
                <a:cubicBezTo>
                  <a:pt x="133" y="197403"/>
                  <a:pt x="867" y="196537"/>
                  <a:pt x="2199" y="194938"/>
                </a:cubicBezTo>
                <a:cubicBezTo>
                  <a:pt x="22860" y="173478"/>
                  <a:pt x="33190" y="141821"/>
                  <a:pt x="33190" y="99968"/>
                </a:cubicBezTo>
                <a:cubicBezTo>
                  <a:pt x="33190" y="58115"/>
                  <a:pt x="22860" y="26458"/>
                  <a:pt x="2199" y="4999"/>
                </a:cubicBezTo>
                <a:cubicBezTo>
                  <a:pt x="867" y="3399"/>
                  <a:pt x="133" y="2533"/>
                  <a:pt x="0" y="2399"/>
                </a:cubicBezTo>
                <a:cubicBezTo>
                  <a:pt x="0" y="1333"/>
                  <a:pt x="333" y="600"/>
                  <a:pt x="999" y="2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1" name="pdf-path-68">
            <a:extLst xmlns:a="http://schemas.openxmlformats.org/drawingml/2006/main">
              <a:ext uri="{FF2B5EF4-FFF2-40B4-BE49-F238E27FC236}">
                <a16:creationId xmlns:a16="http://schemas.microsoft.com/office/drawing/2014/main" id="{9BA74DEA-E063-4427-9B86-793B9362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859" y="1193232"/>
            <a:ext cx="26392" cy="63113"/>
          </a:xfrm>
          <a:custGeom xmlns:a="http://schemas.openxmlformats.org/drawingml/2006/main">
            <a:pathLst>
              <a:path w="26392" h="63113">
                <a:moveTo>
                  <a:pt x="0" y="17195"/>
                </a:moveTo>
                <a:cubicBezTo>
                  <a:pt x="0" y="17195"/>
                  <a:pt x="0" y="15528"/>
                  <a:pt x="0" y="12196"/>
                </a:cubicBezTo>
                <a:cubicBezTo>
                  <a:pt x="0" y="8864"/>
                  <a:pt x="1067" y="5998"/>
                  <a:pt x="3200" y="3599"/>
                </a:cubicBezTo>
                <a:cubicBezTo>
                  <a:pt x="5332" y="1200"/>
                  <a:pt x="8198" y="0"/>
                  <a:pt x="11797" y="0"/>
                </a:cubicBezTo>
                <a:cubicBezTo>
                  <a:pt x="15528" y="0"/>
                  <a:pt x="18861" y="1666"/>
                  <a:pt x="21793" y="4999"/>
                </a:cubicBezTo>
                <a:cubicBezTo>
                  <a:pt x="24726" y="8331"/>
                  <a:pt x="26259" y="14195"/>
                  <a:pt x="26392" y="22593"/>
                </a:cubicBezTo>
                <a:cubicBezTo>
                  <a:pt x="26392" y="27258"/>
                  <a:pt x="25792" y="31790"/>
                  <a:pt x="24592" y="36189"/>
                </a:cubicBezTo>
                <a:cubicBezTo>
                  <a:pt x="23392" y="40587"/>
                  <a:pt x="21993" y="44386"/>
                  <a:pt x="20394" y="47585"/>
                </a:cubicBezTo>
                <a:cubicBezTo>
                  <a:pt x="18794" y="50784"/>
                  <a:pt x="17061" y="53516"/>
                  <a:pt x="15195" y="55782"/>
                </a:cubicBezTo>
                <a:cubicBezTo>
                  <a:pt x="13329" y="58048"/>
                  <a:pt x="11730" y="59848"/>
                  <a:pt x="10397" y="61181"/>
                </a:cubicBezTo>
                <a:cubicBezTo>
                  <a:pt x="9064" y="62513"/>
                  <a:pt x="8198" y="63113"/>
                  <a:pt x="7798" y="62980"/>
                </a:cubicBezTo>
                <a:cubicBezTo>
                  <a:pt x="7265" y="62980"/>
                  <a:pt x="6398" y="62380"/>
                  <a:pt x="5198" y="61181"/>
                </a:cubicBezTo>
                <a:cubicBezTo>
                  <a:pt x="3999" y="59981"/>
                  <a:pt x="3399" y="59114"/>
                  <a:pt x="3399" y="58581"/>
                </a:cubicBezTo>
                <a:cubicBezTo>
                  <a:pt x="3399" y="58048"/>
                  <a:pt x="4133" y="56982"/>
                  <a:pt x="5598" y="55382"/>
                </a:cubicBezTo>
                <a:cubicBezTo>
                  <a:pt x="7064" y="53783"/>
                  <a:pt x="8731" y="51783"/>
                  <a:pt x="10597" y="49384"/>
                </a:cubicBezTo>
                <a:cubicBezTo>
                  <a:pt x="12463" y="46985"/>
                  <a:pt x="14196" y="43653"/>
                  <a:pt x="15795" y="39387"/>
                </a:cubicBezTo>
                <a:cubicBezTo>
                  <a:pt x="17395" y="35122"/>
                  <a:pt x="18461" y="30257"/>
                  <a:pt x="18994" y="24792"/>
                </a:cubicBezTo>
                <a:lnTo>
                  <a:pt x="18994" y="22393"/>
                </a:lnTo>
                <a:lnTo>
                  <a:pt x="18794" y="22593"/>
                </a:lnTo>
                <a:cubicBezTo>
                  <a:pt x="18527" y="22726"/>
                  <a:pt x="18194" y="22859"/>
                  <a:pt x="17795" y="22993"/>
                </a:cubicBezTo>
                <a:cubicBezTo>
                  <a:pt x="17395" y="23126"/>
                  <a:pt x="16995" y="23326"/>
                  <a:pt x="16595" y="23593"/>
                </a:cubicBezTo>
                <a:cubicBezTo>
                  <a:pt x="16196" y="23859"/>
                  <a:pt x="15596" y="23992"/>
                  <a:pt x="14796" y="23992"/>
                </a:cubicBezTo>
                <a:cubicBezTo>
                  <a:pt x="13996" y="23992"/>
                  <a:pt x="13196" y="24059"/>
                  <a:pt x="12396" y="24192"/>
                </a:cubicBezTo>
                <a:cubicBezTo>
                  <a:pt x="8797" y="24192"/>
                  <a:pt x="5865" y="23059"/>
                  <a:pt x="3599" y="20793"/>
                </a:cubicBezTo>
                <a:lnTo>
                  <a:pt x="0" y="1719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2" name="pdf-path-70">
            <a:extLst xmlns:a="http://schemas.openxmlformats.org/drawingml/2006/main">
              <a:ext uri="{FF2B5EF4-FFF2-40B4-BE49-F238E27FC236}">
                <a16:creationId xmlns:a16="http://schemas.microsoft.com/office/drawing/2014/main" id="{9A15AFE1-BC25-4CE7-BDDD-67D1CB9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1487" y="1078669"/>
            <a:ext cx="107433" cy="179742"/>
          </a:xfrm>
          <a:custGeom xmlns:a="http://schemas.openxmlformats.org/drawingml/2006/main">
            <a:pathLst>
              <a:path w="107433" h="179742">
                <a:moveTo>
                  <a:pt x="73443" y="1199"/>
                </a:moveTo>
                <a:cubicBezTo>
                  <a:pt x="73976" y="400"/>
                  <a:pt x="74776" y="0"/>
                  <a:pt x="75842" y="0"/>
                </a:cubicBezTo>
                <a:lnTo>
                  <a:pt x="77441" y="0"/>
                </a:lnTo>
                <a:lnTo>
                  <a:pt x="80041" y="0"/>
                </a:lnTo>
                <a:cubicBezTo>
                  <a:pt x="80841" y="800"/>
                  <a:pt x="81241" y="1333"/>
                  <a:pt x="81241" y="1600"/>
                </a:cubicBezTo>
                <a:cubicBezTo>
                  <a:pt x="81241" y="2532"/>
                  <a:pt x="79241" y="10730"/>
                  <a:pt x="75242" y="26191"/>
                </a:cubicBezTo>
                <a:cubicBezTo>
                  <a:pt x="74310" y="29924"/>
                  <a:pt x="73377" y="33856"/>
                  <a:pt x="72444" y="37988"/>
                </a:cubicBezTo>
                <a:cubicBezTo>
                  <a:pt x="71511" y="42120"/>
                  <a:pt x="70711" y="45185"/>
                  <a:pt x="70044" y="47185"/>
                </a:cubicBezTo>
                <a:lnTo>
                  <a:pt x="69244" y="50384"/>
                </a:lnTo>
                <a:cubicBezTo>
                  <a:pt x="69244" y="50517"/>
                  <a:pt x="69844" y="50584"/>
                  <a:pt x="71044" y="50584"/>
                </a:cubicBezTo>
                <a:cubicBezTo>
                  <a:pt x="72243" y="50584"/>
                  <a:pt x="74376" y="50984"/>
                  <a:pt x="77441" y="51783"/>
                </a:cubicBezTo>
                <a:cubicBezTo>
                  <a:pt x="80508" y="52583"/>
                  <a:pt x="83706" y="53716"/>
                  <a:pt x="87039" y="55182"/>
                </a:cubicBezTo>
                <a:cubicBezTo>
                  <a:pt x="92904" y="57981"/>
                  <a:pt x="97769" y="62047"/>
                  <a:pt x="101634" y="67378"/>
                </a:cubicBezTo>
                <a:cubicBezTo>
                  <a:pt x="105499" y="72710"/>
                  <a:pt x="107433" y="79175"/>
                  <a:pt x="107433" y="86772"/>
                </a:cubicBezTo>
                <a:cubicBezTo>
                  <a:pt x="107433" y="94370"/>
                  <a:pt x="105366" y="101634"/>
                  <a:pt x="101234" y="108565"/>
                </a:cubicBezTo>
                <a:cubicBezTo>
                  <a:pt x="97103" y="115496"/>
                  <a:pt x="91971" y="121228"/>
                  <a:pt x="85839" y="125760"/>
                </a:cubicBezTo>
                <a:cubicBezTo>
                  <a:pt x="79708" y="130291"/>
                  <a:pt x="73243" y="133890"/>
                  <a:pt x="66445" y="136556"/>
                </a:cubicBezTo>
                <a:cubicBezTo>
                  <a:pt x="59648" y="139222"/>
                  <a:pt x="53317" y="140622"/>
                  <a:pt x="47451" y="140755"/>
                </a:cubicBezTo>
                <a:lnTo>
                  <a:pt x="46652" y="140755"/>
                </a:lnTo>
                <a:lnTo>
                  <a:pt x="41854" y="159749"/>
                </a:lnTo>
                <a:cubicBezTo>
                  <a:pt x="41054" y="162814"/>
                  <a:pt x="40187" y="166480"/>
                  <a:pt x="39254" y="170745"/>
                </a:cubicBezTo>
                <a:cubicBezTo>
                  <a:pt x="38187" y="175011"/>
                  <a:pt x="37455" y="177543"/>
                  <a:pt x="37055" y="178343"/>
                </a:cubicBezTo>
                <a:cubicBezTo>
                  <a:pt x="36655" y="179142"/>
                  <a:pt x="35856" y="179609"/>
                  <a:pt x="34656" y="179742"/>
                </a:cubicBezTo>
                <a:lnTo>
                  <a:pt x="33456" y="179742"/>
                </a:lnTo>
                <a:cubicBezTo>
                  <a:pt x="30790" y="179742"/>
                  <a:pt x="29458" y="179276"/>
                  <a:pt x="29458" y="178343"/>
                </a:cubicBezTo>
                <a:cubicBezTo>
                  <a:pt x="29458" y="177676"/>
                  <a:pt x="30923" y="171345"/>
                  <a:pt x="33856" y="159349"/>
                </a:cubicBezTo>
                <a:lnTo>
                  <a:pt x="38454" y="140955"/>
                </a:lnTo>
                <a:cubicBezTo>
                  <a:pt x="38454" y="140822"/>
                  <a:pt x="37922" y="140755"/>
                  <a:pt x="36855" y="140755"/>
                </a:cubicBezTo>
                <a:cubicBezTo>
                  <a:pt x="36189" y="140755"/>
                  <a:pt x="34855" y="140622"/>
                  <a:pt x="32856" y="140355"/>
                </a:cubicBezTo>
                <a:cubicBezTo>
                  <a:pt x="30857" y="140088"/>
                  <a:pt x="27858" y="139155"/>
                  <a:pt x="23859" y="137556"/>
                </a:cubicBezTo>
                <a:cubicBezTo>
                  <a:pt x="19861" y="135956"/>
                  <a:pt x="16262" y="133957"/>
                  <a:pt x="13062" y="131558"/>
                </a:cubicBezTo>
                <a:cubicBezTo>
                  <a:pt x="9864" y="129158"/>
                  <a:pt x="6865" y="125626"/>
                  <a:pt x="4065" y="120961"/>
                </a:cubicBezTo>
                <a:cubicBezTo>
                  <a:pt x="1266" y="116296"/>
                  <a:pt x="0" y="110831"/>
                  <a:pt x="267" y="104567"/>
                </a:cubicBezTo>
                <a:cubicBezTo>
                  <a:pt x="267" y="96569"/>
                  <a:pt x="2466" y="89038"/>
                  <a:pt x="6865" y="81974"/>
                </a:cubicBezTo>
                <a:cubicBezTo>
                  <a:pt x="11263" y="74909"/>
                  <a:pt x="16661" y="69178"/>
                  <a:pt x="23059" y="64779"/>
                </a:cubicBezTo>
                <a:cubicBezTo>
                  <a:pt x="29458" y="60381"/>
                  <a:pt x="35922" y="56915"/>
                  <a:pt x="42454" y="54383"/>
                </a:cubicBezTo>
                <a:cubicBezTo>
                  <a:pt x="48984" y="51850"/>
                  <a:pt x="54850" y="50584"/>
                  <a:pt x="60048" y="50584"/>
                </a:cubicBezTo>
                <a:cubicBezTo>
                  <a:pt x="60714" y="50584"/>
                  <a:pt x="61113" y="50317"/>
                  <a:pt x="61247" y="49784"/>
                </a:cubicBezTo>
                <a:lnTo>
                  <a:pt x="67246" y="25392"/>
                </a:lnTo>
                <a:cubicBezTo>
                  <a:pt x="71377" y="9530"/>
                  <a:pt x="73443" y="1466"/>
                  <a:pt x="73443" y="1199"/>
                </a:cubicBezTo>
                <a:moveTo>
                  <a:pt x="16061" y="108765"/>
                </a:moveTo>
                <a:cubicBezTo>
                  <a:pt x="16061" y="113297"/>
                  <a:pt x="16862" y="117229"/>
                  <a:pt x="18461" y="120561"/>
                </a:cubicBezTo>
                <a:cubicBezTo>
                  <a:pt x="20060" y="123894"/>
                  <a:pt x="22260" y="126426"/>
                  <a:pt x="25059" y="128159"/>
                </a:cubicBezTo>
                <a:cubicBezTo>
                  <a:pt x="27858" y="129892"/>
                  <a:pt x="30257" y="131091"/>
                  <a:pt x="32257" y="131758"/>
                </a:cubicBezTo>
                <a:cubicBezTo>
                  <a:pt x="34255" y="132424"/>
                  <a:pt x="36522" y="132957"/>
                  <a:pt x="39054" y="133357"/>
                </a:cubicBezTo>
                <a:lnTo>
                  <a:pt x="40454" y="133357"/>
                </a:lnTo>
                <a:lnTo>
                  <a:pt x="59048" y="57981"/>
                </a:lnTo>
                <a:cubicBezTo>
                  <a:pt x="58515" y="57981"/>
                  <a:pt x="57781" y="58048"/>
                  <a:pt x="56848" y="58181"/>
                </a:cubicBezTo>
                <a:cubicBezTo>
                  <a:pt x="55915" y="58315"/>
                  <a:pt x="53983" y="58848"/>
                  <a:pt x="51050" y="59781"/>
                </a:cubicBezTo>
                <a:cubicBezTo>
                  <a:pt x="48118" y="60714"/>
                  <a:pt x="45319" y="61780"/>
                  <a:pt x="42653" y="62980"/>
                </a:cubicBezTo>
                <a:cubicBezTo>
                  <a:pt x="39987" y="64179"/>
                  <a:pt x="37055" y="66112"/>
                  <a:pt x="33856" y="68778"/>
                </a:cubicBezTo>
                <a:cubicBezTo>
                  <a:pt x="30657" y="71444"/>
                  <a:pt x="27924" y="74509"/>
                  <a:pt x="25659" y="77975"/>
                </a:cubicBezTo>
                <a:cubicBezTo>
                  <a:pt x="23259" y="81707"/>
                  <a:pt x="21060" y="86172"/>
                  <a:pt x="19061" y="91371"/>
                </a:cubicBezTo>
                <a:cubicBezTo>
                  <a:pt x="17061" y="97502"/>
                  <a:pt x="16061" y="103300"/>
                  <a:pt x="16061" y="108765"/>
                </a:cubicBezTo>
                <a:moveTo>
                  <a:pt x="91637" y="82374"/>
                </a:moveTo>
                <a:cubicBezTo>
                  <a:pt x="91637" y="77309"/>
                  <a:pt x="90571" y="72977"/>
                  <a:pt x="88439" y="69378"/>
                </a:cubicBezTo>
                <a:cubicBezTo>
                  <a:pt x="86306" y="65779"/>
                  <a:pt x="83640" y="63246"/>
                  <a:pt x="80441" y="61780"/>
                </a:cubicBezTo>
                <a:cubicBezTo>
                  <a:pt x="77242" y="60314"/>
                  <a:pt x="74643" y="59314"/>
                  <a:pt x="72644" y="58781"/>
                </a:cubicBezTo>
                <a:cubicBezTo>
                  <a:pt x="70644" y="58248"/>
                  <a:pt x="69045" y="57981"/>
                  <a:pt x="67845" y="57981"/>
                </a:cubicBezTo>
                <a:lnTo>
                  <a:pt x="67246" y="57981"/>
                </a:lnTo>
                <a:lnTo>
                  <a:pt x="58048" y="95369"/>
                </a:lnTo>
                <a:lnTo>
                  <a:pt x="48451" y="132957"/>
                </a:lnTo>
                <a:cubicBezTo>
                  <a:pt x="48451" y="133224"/>
                  <a:pt x="48518" y="133357"/>
                  <a:pt x="48651" y="133357"/>
                </a:cubicBezTo>
                <a:cubicBezTo>
                  <a:pt x="49718" y="133357"/>
                  <a:pt x="51850" y="132957"/>
                  <a:pt x="55049" y="132158"/>
                </a:cubicBezTo>
                <a:cubicBezTo>
                  <a:pt x="58248" y="131358"/>
                  <a:pt x="60914" y="130425"/>
                  <a:pt x="63047" y="129359"/>
                </a:cubicBezTo>
                <a:cubicBezTo>
                  <a:pt x="68778" y="126826"/>
                  <a:pt x="73710" y="123294"/>
                  <a:pt x="77842" y="118762"/>
                </a:cubicBezTo>
                <a:cubicBezTo>
                  <a:pt x="81973" y="114230"/>
                  <a:pt x="84906" y="109565"/>
                  <a:pt x="86639" y="104766"/>
                </a:cubicBezTo>
                <a:cubicBezTo>
                  <a:pt x="88372" y="99968"/>
                  <a:pt x="89638" y="95703"/>
                  <a:pt x="90438" y="91971"/>
                </a:cubicBezTo>
                <a:cubicBezTo>
                  <a:pt x="91237" y="88238"/>
                  <a:pt x="91637" y="85039"/>
                  <a:pt x="91637" y="8237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3" name="pdf-path-72">
            <a:extLst xmlns:a="http://schemas.openxmlformats.org/drawingml/2006/main">
              <a:ext uri="{FF2B5EF4-FFF2-40B4-BE49-F238E27FC236}">
                <a16:creationId xmlns:a16="http://schemas.microsoft.com/office/drawing/2014/main" id="{B5166F51-D513-4D7C-BB32-8C326900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1112" y="1067473"/>
            <a:ext cx="47784" cy="199936"/>
          </a:xfrm>
          <a:custGeom xmlns:a="http://schemas.openxmlformats.org/drawingml/2006/main">
            <a:pathLst>
              <a:path w="47784" h="199936">
                <a:moveTo>
                  <a:pt x="0" y="99968"/>
                </a:moveTo>
                <a:cubicBezTo>
                  <a:pt x="0" y="90771"/>
                  <a:pt x="666" y="82040"/>
                  <a:pt x="1999" y="73777"/>
                </a:cubicBezTo>
                <a:cubicBezTo>
                  <a:pt x="3332" y="65512"/>
                  <a:pt x="4865" y="58381"/>
                  <a:pt x="6598" y="52383"/>
                </a:cubicBezTo>
                <a:cubicBezTo>
                  <a:pt x="8331" y="46385"/>
                  <a:pt x="10797" y="40520"/>
                  <a:pt x="13995" y="34789"/>
                </a:cubicBezTo>
                <a:cubicBezTo>
                  <a:pt x="17194" y="29057"/>
                  <a:pt x="19726" y="24592"/>
                  <a:pt x="21593" y="21393"/>
                </a:cubicBezTo>
                <a:cubicBezTo>
                  <a:pt x="23459" y="18194"/>
                  <a:pt x="26258" y="14729"/>
                  <a:pt x="29990" y="10997"/>
                </a:cubicBezTo>
                <a:cubicBezTo>
                  <a:pt x="33723" y="7265"/>
                  <a:pt x="35922" y="4999"/>
                  <a:pt x="36588" y="4199"/>
                </a:cubicBezTo>
                <a:cubicBezTo>
                  <a:pt x="37254" y="3399"/>
                  <a:pt x="38921" y="1999"/>
                  <a:pt x="41587" y="0"/>
                </a:cubicBezTo>
                <a:lnTo>
                  <a:pt x="44185" y="0"/>
                </a:lnTo>
                <a:lnTo>
                  <a:pt x="44985" y="0"/>
                </a:lnTo>
                <a:cubicBezTo>
                  <a:pt x="46851" y="0"/>
                  <a:pt x="47784" y="600"/>
                  <a:pt x="47784" y="1799"/>
                </a:cubicBezTo>
                <a:cubicBezTo>
                  <a:pt x="47784" y="2200"/>
                  <a:pt x="46652" y="3599"/>
                  <a:pt x="44386" y="5998"/>
                </a:cubicBezTo>
                <a:cubicBezTo>
                  <a:pt x="42120" y="8397"/>
                  <a:pt x="39387" y="11930"/>
                  <a:pt x="36188" y="16595"/>
                </a:cubicBezTo>
                <a:cubicBezTo>
                  <a:pt x="32989" y="21260"/>
                  <a:pt x="29723" y="26991"/>
                  <a:pt x="26391" y="33789"/>
                </a:cubicBezTo>
                <a:cubicBezTo>
                  <a:pt x="23059" y="40587"/>
                  <a:pt x="20260" y="49784"/>
                  <a:pt x="17994" y="61380"/>
                </a:cubicBezTo>
                <a:cubicBezTo>
                  <a:pt x="15728" y="72977"/>
                  <a:pt x="14595" y="85839"/>
                  <a:pt x="14595" y="99968"/>
                </a:cubicBezTo>
                <a:cubicBezTo>
                  <a:pt x="14595" y="114097"/>
                  <a:pt x="15728" y="126893"/>
                  <a:pt x="17994" y="138356"/>
                </a:cubicBezTo>
                <a:cubicBezTo>
                  <a:pt x="20260" y="149819"/>
                  <a:pt x="22992" y="159083"/>
                  <a:pt x="26192" y="166147"/>
                </a:cubicBezTo>
                <a:cubicBezTo>
                  <a:pt x="29390" y="173211"/>
                  <a:pt x="32656" y="178943"/>
                  <a:pt x="35988" y="183341"/>
                </a:cubicBezTo>
                <a:cubicBezTo>
                  <a:pt x="39320" y="187740"/>
                  <a:pt x="42120" y="191272"/>
                  <a:pt x="44386" y="193938"/>
                </a:cubicBezTo>
                <a:cubicBezTo>
                  <a:pt x="46652" y="196604"/>
                  <a:pt x="47784" y="198003"/>
                  <a:pt x="47784" y="198137"/>
                </a:cubicBezTo>
                <a:cubicBezTo>
                  <a:pt x="47784" y="199336"/>
                  <a:pt x="46785" y="199936"/>
                  <a:pt x="44785" y="199936"/>
                </a:cubicBezTo>
                <a:lnTo>
                  <a:pt x="44185" y="199936"/>
                </a:lnTo>
                <a:lnTo>
                  <a:pt x="41587" y="199936"/>
                </a:lnTo>
                <a:lnTo>
                  <a:pt x="35988" y="195138"/>
                </a:lnTo>
                <a:cubicBezTo>
                  <a:pt x="23459" y="183808"/>
                  <a:pt x="14328" y="169679"/>
                  <a:pt x="8597" y="152751"/>
                </a:cubicBezTo>
                <a:cubicBezTo>
                  <a:pt x="2866" y="135823"/>
                  <a:pt x="0" y="118229"/>
                  <a:pt x="0" y="999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4" name="pdf-path-74">
            <a:extLst xmlns:a="http://schemas.openxmlformats.org/drawingml/2006/main">
              <a:ext uri="{FF2B5EF4-FFF2-40B4-BE49-F238E27FC236}">
                <a16:creationId xmlns:a16="http://schemas.microsoft.com/office/drawing/2014/main" id="{FEE5E91B-4AB2-48FA-AE90-BD1AF425A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0690" y="1128920"/>
            <a:ext cx="73176" cy="90504"/>
          </a:xfrm>
          <a:custGeom xmlns:a="http://schemas.openxmlformats.org/drawingml/2006/main">
            <a:pathLst>
              <a:path w="73176" h="90504">
                <a:moveTo>
                  <a:pt x="15595" y="30723"/>
                </a:moveTo>
                <a:cubicBezTo>
                  <a:pt x="15595" y="26458"/>
                  <a:pt x="16661" y="22126"/>
                  <a:pt x="18793" y="17728"/>
                </a:cubicBezTo>
                <a:cubicBezTo>
                  <a:pt x="20926" y="13329"/>
                  <a:pt x="24659" y="9264"/>
                  <a:pt x="29990" y="5532"/>
                </a:cubicBezTo>
                <a:cubicBezTo>
                  <a:pt x="35322" y="1799"/>
                  <a:pt x="41786" y="0"/>
                  <a:pt x="49384" y="133"/>
                </a:cubicBezTo>
                <a:cubicBezTo>
                  <a:pt x="57648" y="133"/>
                  <a:pt x="63646" y="1933"/>
                  <a:pt x="67378" y="5532"/>
                </a:cubicBezTo>
                <a:cubicBezTo>
                  <a:pt x="71110" y="9130"/>
                  <a:pt x="73043" y="13129"/>
                  <a:pt x="73176" y="17528"/>
                </a:cubicBezTo>
                <a:cubicBezTo>
                  <a:pt x="73176" y="21793"/>
                  <a:pt x="72044" y="24926"/>
                  <a:pt x="69777" y="26925"/>
                </a:cubicBezTo>
                <a:cubicBezTo>
                  <a:pt x="67512" y="28924"/>
                  <a:pt x="64979" y="29991"/>
                  <a:pt x="62180" y="30124"/>
                </a:cubicBezTo>
                <a:cubicBezTo>
                  <a:pt x="60447" y="30124"/>
                  <a:pt x="58847" y="29591"/>
                  <a:pt x="57381" y="28524"/>
                </a:cubicBezTo>
                <a:cubicBezTo>
                  <a:pt x="55915" y="27458"/>
                  <a:pt x="55116" y="25725"/>
                  <a:pt x="54982" y="23326"/>
                </a:cubicBezTo>
                <a:cubicBezTo>
                  <a:pt x="54982" y="21193"/>
                  <a:pt x="55582" y="19327"/>
                  <a:pt x="56781" y="17728"/>
                </a:cubicBezTo>
                <a:cubicBezTo>
                  <a:pt x="57981" y="16128"/>
                  <a:pt x="59114" y="14929"/>
                  <a:pt x="60180" y="14129"/>
                </a:cubicBezTo>
                <a:cubicBezTo>
                  <a:pt x="61247" y="13329"/>
                  <a:pt x="62113" y="12929"/>
                  <a:pt x="62780" y="12929"/>
                </a:cubicBezTo>
                <a:cubicBezTo>
                  <a:pt x="62912" y="12929"/>
                  <a:pt x="62980" y="12863"/>
                  <a:pt x="62980" y="12729"/>
                </a:cubicBezTo>
                <a:cubicBezTo>
                  <a:pt x="62980" y="12330"/>
                  <a:pt x="62513" y="11730"/>
                  <a:pt x="61580" y="10930"/>
                </a:cubicBezTo>
                <a:cubicBezTo>
                  <a:pt x="60647" y="10130"/>
                  <a:pt x="58980" y="9397"/>
                  <a:pt x="56581" y="8731"/>
                </a:cubicBezTo>
                <a:cubicBezTo>
                  <a:pt x="54182" y="8064"/>
                  <a:pt x="51583" y="7664"/>
                  <a:pt x="48784" y="7531"/>
                </a:cubicBezTo>
                <a:cubicBezTo>
                  <a:pt x="42386" y="7531"/>
                  <a:pt x="37721" y="9264"/>
                  <a:pt x="34788" y="12729"/>
                </a:cubicBezTo>
                <a:cubicBezTo>
                  <a:pt x="31856" y="16195"/>
                  <a:pt x="30323" y="19727"/>
                  <a:pt x="30190" y="23326"/>
                </a:cubicBezTo>
                <a:cubicBezTo>
                  <a:pt x="30190" y="26658"/>
                  <a:pt x="31456" y="28991"/>
                  <a:pt x="33989" y="30324"/>
                </a:cubicBezTo>
                <a:cubicBezTo>
                  <a:pt x="36521" y="31657"/>
                  <a:pt x="40187" y="32790"/>
                  <a:pt x="44985" y="33723"/>
                </a:cubicBezTo>
                <a:cubicBezTo>
                  <a:pt x="49784" y="34656"/>
                  <a:pt x="53249" y="35655"/>
                  <a:pt x="55382" y="36722"/>
                </a:cubicBezTo>
                <a:cubicBezTo>
                  <a:pt x="64179" y="40587"/>
                  <a:pt x="68577" y="46985"/>
                  <a:pt x="68577" y="55915"/>
                </a:cubicBezTo>
                <a:cubicBezTo>
                  <a:pt x="68577" y="59648"/>
                  <a:pt x="67845" y="63380"/>
                  <a:pt x="66378" y="67112"/>
                </a:cubicBezTo>
                <a:cubicBezTo>
                  <a:pt x="64912" y="70844"/>
                  <a:pt x="62713" y="74576"/>
                  <a:pt x="59780" y="78308"/>
                </a:cubicBezTo>
                <a:cubicBezTo>
                  <a:pt x="56848" y="82040"/>
                  <a:pt x="52649" y="84973"/>
                  <a:pt x="47184" y="87105"/>
                </a:cubicBezTo>
                <a:cubicBezTo>
                  <a:pt x="41719" y="89238"/>
                  <a:pt x="35455" y="90371"/>
                  <a:pt x="28390" y="90504"/>
                </a:cubicBezTo>
                <a:cubicBezTo>
                  <a:pt x="18127" y="90504"/>
                  <a:pt x="10863" y="88572"/>
                  <a:pt x="6598" y="84706"/>
                </a:cubicBezTo>
                <a:cubicBezTo>
                  <a:pt x="2332" y="80841"/>
                  <a:pt x="133" y="76309"/>
                  <a:pt x="0" y="71111"/>
                </a:cubicBezTo>
                <a:cubicBezTo>
                  <a:pt x="0" y="65912"/>
                  <a:pt x="1399" y="62180"/>
                  <a:pt x="4198" y="59914"/>
                </a:cubicBezTo>
                <a:cubicBezTo>
                  <a:pt x="6997" y="57648"/>
                  <a:pt x="9930" y="56515"/>
                  <a:pt x="12995" y="56515"/>
                </a:cubicBezTo>
                <a:cubicBezTo>
                  <a:pt x="14995" y="56515"/>
                  <a:pt x="16861" y="57115"/>
                  <a:pt x="18594" y="58315"/>
                </a:cubicBezTo>
                <a:cubicBezTo>
                  <a:pt x="20326" y="59514"/>
                  <a:pt x="21259" y="61580"/>
                  <a:pt x="21393" y="64513"/>
                </a:cubicBezTo>
                <a:cubicBezTo>
                  <a:pt x="21393" y="67978"/>
                  <a:pt x="20193" y="70911"/>
                  <a:pt x="17794" y="73310"/>
                </a:cubicBezTo>
                <a:cubicBezTo>
                  <a:pt x="15395" y="75709"/>
                  <a:pt x="13328" y="76909"/>
                  <a:pt x="11596" y="76909"/>
                </a:cubicBezTo>
                <a:cubicBezTo>
                  <a:pt x="11330" y="77042"/>
                  <a:pt x="11129" y="77109"/>
                  <a:pt x="10996" y="77109"/>
                </a:cubicBezTo>
                <a:cubicBezTo>
                  <a:pt x="10863" y="77109"/>
                  <a:pt x="10796" y="77242"/>
                  <a:pt x="10796" y="77509"/>
                </a:cubicBezTo>
                <a:cubicBezTo>
                  <a:pt x="10929" y="77908"/>
                  <a:pt x="11463" y="78442"/>
                  <a:pt x="12395" y="79108"/>
                </a:cubicBezTo>
                <a:cubicBezTo>
                  <a:pt x="13328" y="79775"/>
                  <a:pt x="15395" y="80641"/>
                  <a:pt x="18594" y="81707"/>
                </a:cubicBezTo>
                <a:cubicBezTo>
                  <a:pt x="21792" y="82774"/>
                  <a:pt x="25458" y="83240"/>
                  <a:pt x="29590" y="83107"/>
                </a:cubicBezTo>
                <a:cubicBezTo>
                  <a:pt x="34389" y="83107"/>
                  <a:pt x="38521" y="82374"/>
                  <a:pt x="41986" y="80907"/>
                </a:cubicBezTo>
                <a:cubicBezTo>
                  <a:pt x="45452" y="79441"/>
                  <a:pt x="47984" y="77575"/>
                  <a:pt x="49583" y="75309"/>
                </a:cubicBezTo>
                <a:cubicBezTo>
                  <a:pt x="51184" y="73043"/>
                  <a:pt x="52316" y="70977"/>
                  <a:pt x="52983" y="69111"/>
                </a:cubicBezTo>
                <a:cubicBezTo>
                  <a:pt x="53649" y="67245"/>
                  <a:pt x="53982" y="65579"/>
                  <a:pt x="53982" y="64113"/>
                </a:cubicBezTo>
                <a:cubicBezTo>
                  <a:pt x="53982" y="60381"/>
                  <a:pt x="52583" y="57582"/>
                  <a:pt x="49784" y="55715"/>
                </a:cubicBezTo>
                <a:cubicBezTo>
                  <a:pt x="46985" y="53850"/>
                  <a:pt x="43785" y="52717"/>
                  <a:pt x="40187" y="52317"/>
                </a:cubicBezTo>
                <a:cubicBezTo>
                  <a:pt x="36588" y="51917"/>
                  <a:pt x="32656" y="50917"/>
                  <a:pt x="28390" y="49318"/>
                </a:cubicBezTo>
                <a:cubicBezTo>
                  <a:pt x="24125" y="47718"/>
                  <a:pt x="20993" y="45386"/>
                  <a:pt x="18994" y="42320"/>
                </a:cubicBezTo>
                <a:cubicBezTo>
                  <a:pt x="16727" y="38988"/>
                  <a:pt x="15595" y="35122"/>
                  <a:pt x="15595" y="307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5" name="pdf-path-76">
            <a:extLst xmlns:a="http://schemas.openxmlformats.org/drawingml/2006/main">
              <a:ext uri="{FF2B5EF4-FFF2-40B4-BE49-F238E27FC236}">
                <a16:creationId xmlns:a16="http://schemas.microsoft.com/office/drawing/2014/main" id="{9033ACC9-6104-4EFF-9594-E1EF777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4860" y="1067473"/>
            <a:ext cx="47785" cy="199936"/>
          </a:xfrm>
          <a:custGeom xmlns:a="http://schemas.openxmlformats.org/drawingml/2006/main">
            <a:pathLst>
              <a:path w="47785" h="199936">
                <a:moveTo>
                  <a:pt x="999" y="200"/>
                </a:moveTo>
                <a:lnTo>
                  <a:pt x="1800" y="0"/>
                </a:lnTo>
                <a:cubicBezTo>
                  <a:pt x="2466" y="0"/>
                  <a:pt x="3132" y="0"/>
                  <a:pt x="3799" y="0"/>
                </a:cubicBezTo>
                <a:lnTo>
                  <a:pt x="6198" y="0"/>
                </a:lnTo>
                <a:lnTo>
                  <a:pt x="11796" y="4799"/>
                </a:lnTo>
                <a:cubicBezTo>
                  <a:pt x="24326" y="16128"/>
                  <a:pt x="33456" y="30257"/>
                  <a:pt x="39188" y="47185"/>
                </a:cubicBezTo>
                <a:cubicBezTo>
                  <a:pt x="44919" y="64113"/>
                  <a:pt x="47785" y="81707"/>
                  <a:pt x="47785" y="99968"/>
                </a:cubicBezTo>
                <a:cubicBezTo>
                  <a:pt x="47785" y="109032"/>
                  <a:pt x="47118" y="117762"/>
                  <a:pt x="45786" y="126160"/>
                </a:cubicBezTo>
                <a:cubicBezTo>
                  <a:pt x="44452" y="134557"/>
                  <a:pt x="42920" y="141688"/>
                  <a:pt x="41186" y="147553"/>
                </a:cubicBezTo>
                <a:cubicBezTo>
                  <a:pt x="39454" y="153418"/>
                  <a:pt x="36988" y="159282"/>
                  <a:pt x="33789" y="165147"/>
                </a:cubicBezTo>
                <a:cubicBezTo>
                  <a:pt x="30590" y="171012"/>
                  <a:pt x="28058" y="175477"/>
                  <a:pt x="26192" y="178543"/>
                </a:cubicBezTo>
                <a:cubicBezTo>
                  <a:pt x="24326" y="181609"/>
                  <a:pt x="21593" y="185007"/>
                  <a:pt x="17995" y="188739"/>
                </a:cubicBezTo>
                <a:cubicBezTo>
                  <a:pt x="14396" y="192472"/>
                  <a:pt x="12263" y="194671"/>
                  <a:pt x="11596" y="195338"/>
                </a:cubicBezTo>
                <a:cubicBezTo>
                  <a:pt x="10930" y="196004"/>
                  <a:pt x="9397" y="197270"/>
                  <a:pt x="6998" y="199136"/>
                </a:cubicBezTo>
                <a:cubicBezTo>
                  <a:pt x="6598" y="199536"/>
                  <a:pt x="6331" y="199803"/>
                  <a:pt x="6198" y="199936"/>
                </a:cubicBezTo>
                <a:lnTo>
                  <a:pt x="3799" y="199936"/>
                </a:lnTo>
                <a:cubicBezTo>
                  <a:pt x="2732" y="199936"/>
                  <a:pt x="2000" y="199936"/>
                  <a:pt x="1599" y="199936"/>
                </a:cubicBezTo>
                <a:cubicBezTo>
                  <a:pt x="1200" y="199936"/>
                  <a:pt x="867" y="199736"/>
                  <a:pt x="600" y="199336"/>
                </a:cubicBezTo>
                <a:cubicBezTo>
                  <a:pt x="333" y="198936"/>
                  <a:pt x="133" y="198337"/>
                  <a:pt x="0" y="197537"/>
                </a:cubicBezTo>
                <a:cubicBezTo>
                  <a:pt x="133" y="197403"/>
                  <a:pt x="867" y="196537"/>
                  <a:pt x="2199" y="194938"/>
                </a:cubicBezTo>
                <a:cubicBezTo>
                  <a:pt x="22860" y="173478"/>
                  <a:pt x="33190" y="141821"/>
                  <a:pt x="33190" y="99968"/>
                </a:cubicBezTo>
                <a:cubicBezTo>
                  <a:pt x="33190" y="58115"/>
                  <a:pt x="22860" y="26458"/>
                  <a:pt x="2199" y="4999"/>
                </a:cubicBezTo>
                <a:cubicBezTo>
                  <a:pt x="867" y="3399"/>
                  <a:pt x="133" y="2533"/>
                  <a:pt x="0" y="2399"/>
                </a:cubicBezTo>
                <a:cubicBezTo>
                  <a:pt x="0" y="1333"/>
                  <a:pt x="333" y="600"/>
                  <a:pt x="999" y="20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56" name="pdf-path-78">
            <a:extLst xmlns:a="http://schemas.openxmlformats.org/drawingml/2006/main">
              <a:ext uri="{FF2B5EF4-FFF2-40B4-BE49-F238E27FC236}">
                <a16:creationId xmlns:a16="http://schemas.microsoft.com/office/drawing/2014/main" id="{48C935A8-9A20-484D-A9BA-F38DD034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8" y="210685"/>
            <a:ext cx="1311983" cy="930264"/>
          </a:xfrm>
          <a:custGeom xmlns:a="http://schemas.openxmlformats.org/drawingml/2006/main">
            <a:pathLst>
              <a:path w="1311983" h="930264">
                <a:moveTo>
                  <a:pt x="0" y="242954"/>
                </a:moveTo>
                <a:cubicBezTo>
                  <a:pt x="0" y="108688"/>
                  <a:pt x="293654" y="0"/>
                  <a:pt x="655992" y="0"/>
                </a:cubicBezTo>
                <a:cubicBezTo>
                  <a:pt x="829951" y="0"/>
                  <a:pt x="996779" y="25582"/>
                  <a:pt x="1119729" y="71169"/>
                </a:cubicBezTo>
                <a:cubicBezTo>
                  <a:pt x="1242834" y="116749"/>
                  <a:pt x="1311983" y="178458"/>
                  <a:pt x="1311983" y="242954"/>
                </a:cubicBezTo>
                <a:lnTo>
                  <a:pt x="1311983" y="687314"/>
                </a:lnTo>
                <a:cubicBezTo>
                  <a:pt x="1311983" y="751810"/>
                  <a:pt x="1242834" y="813515"/>
                  <a:pt x="1119729" y="859099"/>
                </a:cubicBezTo>
                <a:cubicBezTo>
                  <a:pt x="996779" y="904685"/>
                  <a:pt x="829951" y="930264"/>
                  <a:pt x="655992" y="930264"/>
                </a:cubicBezTo>
                <a:cubicBezTo>
                  <a:pt x="293654" y="930264"/>
                  <a:pt x="0" y="821580"/>
                  <a:pt x="0" y="687314"/>
                </a:cubicBezTo>
                <a:lnTo>
                  <a:pt x="0" y="242954"/>
                </a:ln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57" name="pdf-path-80">
            <a:extLst xmlns:a="http://schemas.openxmlformats.org/drawingml/2006/main">
              <a:ext uri="{FF2B5EF4-FFF2-40B4-BE49-F238E27FC236}">
                <a16:creationId xmlns:a16="http://schemas.microsoft.com/office/drawing/2014/main" id="{22DA0626-5E3C-48CE-9926-9DD51D5C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08" y="453639"/>
            <a:ext cx="1311983" cy="242800"/>
          </a:xfrm>
          <a:custGeom xmlns:a="http://schemas.openxmlformats.org/drawingml/2006/main">
            <a:pathLst>
              <a:path w="1311983" h="242800">
                <a:moveTo>
                  <a:pt x="1311983" y="0"/>
                </a:moveTo>
                <a:cubicBezTo>
                  <a:pt x="1311983" y="64346"/>
                  <a:pt x="1242834" y="126209"/>
                  <a:pt x="1119729" y="171635"/>
                </a:cubicBezTo>
                <a:cubicBezTo>
                  <a:pt x="996779" y="217218"/>
                  <a:pt x="829951" y="242800"/>
                  <a:pt x="655992" y="242800"/>
                </a:cubicBezTo>
                <a:cubicBezTo>
                  <a:pt x="293654" y="242800"/>
                  <a:pt x="0" y="13411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58" name="pdf-text-11-0">
            <a:extLst xmlns:a="http://schemas.openxmlformats.org/drawingml/2006/main">
              <a:ext uri="{FF2B5EF4-FFF2-40B4-BE49-F238E27FC236}">
                <a16:creationId xmlns:a16="http://schemas.microsoft.com/office/drawing/2014/main" id="{C6BFFCB5-A137-4FA1-91C1-397FF8E8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389" y="827395"/>
            <a:ext cx="434061" cy="18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59" name="pdf-path-82">
            <a:extLst xmlns:a="http://schemas.openxmlformats.org/drawingml/2006/main">
              <a:ext uri="{FF2B5EF4-FFF2-40B4-BE49-F238E27FC236}">
                <a16:creationId xmlns:a16="http://schemas.microsoft.com/office/drawing/2014/main" id="{70D63F81-9B1C-4B86-82E7-688DF02A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618" y="374306"/>
            <a:ext cx="110142" cy="115229"/>
          </a:xfrm>
          <a:custGeom xmlns:a="http://schemas.openxmlformats.org/drawingml/2006/main">
            <a:pathLst>
              <a:path w="110142" h="115229">
                <a:moveTo>
                  <a:pt x="79363" y="26454"/>
                </a:moveTo>
                <a:cubicBezTo>
                  <a:pt x="77667" y="26454"/>
                  <a:pt x="73173" y="25522"/>
                  <a:pt x="65881" y="23656"/>
                </a:cubicBezTo>
                <a:cubicBezTo>
                  <a:pt x="58590" y="21791"/>
                  <a:pt x="53248" y="20858"/>
                  <a:pt x="49856" y="20858"/>
                </a:cubicBezTo>
                <a:cubicBezTo>
                  <a:pt x="46464" y="20858"/>
                  <a:pt x="43582" y="21198"/>
                  <a:pt x="41208" y="21876"/>
                </a:cubicBezTo>
                <a:cubicBezTo>
                  <a:pt x="38834" y="22554"/>
                  <a:pt x="36883" y="23402"/>
                  <a:pt x="35357" y="24420"/>
                </a:cubicBezTo>
                <a:cubicBezTo>
                  <a:pt x="33831" y="25437"/>
                  <a:pt x="32814" y="26370"/>
                  <a:pt x="32305" y="27217"/>
                </a:cubicBezTo>
                <a:cubicBezTo>
                  <a:pt x="31796" y="28066"/>
                  <a:pt x="31202" y="28998"/>
                  <a:pt x="30524" y="30016"/>
                </a:cubicBezTo>
                <a:lnTo>
                  <a:pt x="30016" y="31033"/>
                </a:lnTo>
                <a:cubicBezTo>
                  <a:pt x="29507" y="31542"/>
                  <a:pt x="28235" y="31796"/>
                  <a:pt x="26200" y="31796"/>
                </a:cubicBezTo>
                <a:cubicBezTo>
                  <a:pt x="22639" y="31796"/>
                  <a:pt x="20858" y="31118"/>
                  <a:pt x="20858" y="29761"/>
                </a:cubicBezTo>
                <a:cubicBezTo>
                  <a:pt x="20858" y="28913"/>
                  <a:pt x="21113" y="27726"/>
                  <a:pt x="21621" y="26200"/>
                </a:cubicBezTo>
                <a:cubicBezTo>
                  <a:pt x="23826" y="19586"/>
                  <a:pt x="27472" y="13906"/>
                  <a:pt x="32559" y="9157"/>
                </a:cubicBezTo>
                <a:cubicBezTo>
                  <a:pt x="37646" y="4409"/>
                  <a:pt x="43243" y="1526"/>
                  <a:pt x="49347" y="509"/>
                </a:cubicBezTo>
                <a:cubicBezTo>
                  <a:pt x="51382" y="170"/>
                  <a:pt x="52824" y="0"/>
                  <a:pt x="53672" y="0"/>
                </a:cubicBezTo>
                <a:cubicBezTo>
                  <a:pt x="57911" y="0"/>
                  <a:pt x="61727" y="1441"/>
                  <a:pt x="65118" y="4324"/>
                </a:cubicBezTo>
                <a:cubicBezTo>
                  <a:pt x="68510" y="7207"/>
                  <a:pt x="71732" y="10005"/>
                  <a:pt x="74784" y="12718"/>
                </a:cubicBezTo>
                <a:cubicBezTo>
                  <a:pt x="77837" y="15432"/>
                  <a:pt x="81059" y="16873"/>
                  <a:pt x="84451" y="17043"/>
                </a:cubicBezTo>
                <a:cubicBezTo>
                  <a:pt x="88181" y="17043"/>
                  <a:pt x="91912" y="14245"/>
                  <a:pt x="95643" y="8649"/>
                </a:cubicBezTo>
                <a:cubicBezTo>
                  <a:pt x="99373" y="3052"/>
                  <a:pt x="101324" y="254"/>
                  <a:pt x="101493" y="254"/>
                </a:cubicBezTo>
                <a:cubicBezTo>
                  <a:pt x="101663" y="85"/>
                  <a:pt x="102935" y="0"/>
                  <a:pt x="105309" y="0"/>
                </a:cubicBezTo>
                <a:lnTo>
                  <a:pt x="108616" y="0"/>
                </a:lnTo>
                <a:cubicBezTo>
                  <a:pt x="109633" y="1017"/>
                  <a:pt x="110142" y="1696"/>
                  <a:pt x="110142" y="2035"/>
                </a:cubicBezTo>
                <a:cubicBezTo>
                  <a:pt x="110142" y="2713"/>
                  <a:pt x="109718" y="3900"/>
                  <a:pt x="108870" y="5596"/>
                </a:cubicBezTo>
                <a:cubicBezTo>
                  <a:pt x="108022" y="7292"/>
                  <a:pt x="106835" y="9072"/>
                  <a:pt x="105309" y="10938"/>
                </a:cubicBezTo>
                <a:cubicBezTo>
                  <a:pt x="103782" y="12803"/>
                  <a:pt x="102341" y="14669"/>
                  <a:pt x="100984" y="16534"/>
                </a:cubicBezTo>
                <a:cubicBezTo>
                  <a:pt x="99628" y="18399"/>
                  <a:pt x="98441" y="20010"/>
                  <a:pt x="97423" y="21367"/>
                </a:cubicBezTo>
                <a:lnTo>
                  <a:pt x="95643" y="23656"/>
                </a:lnTo>
                <a:cubicBezTo>
                  <a:pt x="88351" y="32305"/>
                  <a:pt x="76819" y="43752"/>
                  <a:pt x="61048" y="57996"/>
                </a:cubicBezTo>
                <a:cubicBezTo>
                  <a:pt x="45278" y="72241"/>
                  <a:pt x="35527" y="81398"/>
                  <a:pt x="31796" y="85468"/>
                </a:cubicBezTo>
                <a:lnTo>
                  <a:pt x="28744" y="88521"/>
                </a:lnTo>
                <a:lnTo>
                  <a:pt x="32559" y="88775"/>
                </a:lnTo>
                <a:cubicBezTo>
                  <a:pt x="36290" y="88775"/>
                  <a:pt x="41716" y="89708"/>
                  <a:pt x="48839" y="91573"/>
                </a:cubicBezTo>
                <a:cubicBezTo>
                  <a:pt x="55961" y="93438"/>
                  <a:pt x="61303" y="94371"/>
                  <a:pt x="64864" y="94371"/>
                </a:cubicBezTo>
                <a:cubicBezTo>
                  <a:pt x="71308" y="94371"/>
                  <a:pt x="77243" y="92760"/>
                  <a:pt x="82670" y="89538"/>
                </a:cubicBezTo>
                <a:cubicBezTo>
                  <a:pt x="88097" y="86316"/>
                  <a:pt x="91657" y="82076"/>
                  <a:pt x="93353" y="76820"/>
                </a:cubicBezTo>
                <a:cubicBezTo>
                  <a:pt x="94032" y="75293"/>
                  <a:pt x="94625" y="74361"/>
                  <a:pt x="95134" y="74022"/>
                </a:cubicBezTo>
                <a:cubicBezTo>
                  <a:pt x="95643" y="73682"/>
                  <a:pt x="96915" y="73513"/>
                  <a:pt x="98949" y="73513"/>
                </a:cubicBezTo>
                <a:cubicBezTo>
                  <a:pt x="102172" y="73513"/>
                  <a:pt x="103782" y="74361"/>
                  <a:pt x="103782" y="76056"/>
                </a:cubicBezTo>
                <a:cubicBezTo>
                  <a:pt x="103782" y="76904"/>
                  <a:pt x="103698" y="77667"/>
                  <a:pt x="103528" y="78346"/>
                </a:cubicBezTo>
                <a:cubicBezTo>
                  <a:pt x="100645" y="88860"/>
                  <a:pt x="95049" y="97593"/>
                  <a:pt x="86740" y="104546"/>
                </a:cubicBezTo>
                <a:cubicBezTo>
                  <a:pt x="78430" y="111499"/>
                  <a:pt x="70121" y="115060"/>
                  <a:pt x="61811" y="115229"/>
                </a:cubicBezTo>
                <a:cubicBezTo>
                  <a:pt x="57402" y="115229"/>
                  <a:pt x="53502" y="113788"/>
                  <a:pt x="50110" y="110905"/>
                </a:cubicBezTo>
                <a:cubicBezTo>
                  <a:pt x="46719" y="108022"/>
                  <a:pt x="43412" y="105139"/>
                  <a:pt x="40190" y="102256"/>
                </a:cubicBezTo>
                <a:cubicBezTo>
                  <a:pt x="36968" y="99374"/>
                  <a:pt x="33746" y="97932"/>
                  <a:pt x="30524" y="97932"/>
                </a:cubicBezTo>
                <a:cubicBezTo>
                  <a:pt x="23063" y="97932"/>
                  <a:pt x="16364" y="103020"/>
                  <a:pt x="10429" y="113194"/>
                </a:cubicBezTo>
                <a:cubicBezTo>
                  <a:pt x="9411" y="114551"/>
                  <a:pt x="7970" y="115229"/>
                  <a:pt x="6105" y="115229"/>
                </a:cubicBezTo>
                <a:lnTo>
                  <a:pt x="4833" y="115229"/>
                </a:lnTo>
                <a:lnTo>
                  <a:pt x="1526" y="115229"/>
                </a:lnTo>
                <a:cubicBezTo>
                  <a:pt x="508" y="114212"/>
                  <a:pt x="0" y="113449"/>
                  <a:pt x="0" y="112940"/>
                </a:cubicBezTo>
                <a:cubicBezTo>
                  <a:pt x="0" y="110396"/>
                  <a:pt x="4917" y="103104"/>
                  <a:pt x="14753" y="91064"/>
                </a:cubicBezTo>
                <a:cubicBezTo>
                  <a:pt x="21367" y="83433"/>
                  <a:pt x="32559" y="72410"/>
                  <a:pt x="48330" y="57996"/>
                </a:cubicBezTo>
                <a:cubicBezTo>
                  <a:pt x="64101" y="43582"/>
                  <a:pt x="73852" y="34425"/>
                  <a:pt x="77582" y="30524"/>
                </a:cubicBezTo>
                <a:cubicBezTo>
                  <a:pt x="79617" y="27811"/>
                  <a:pt x="80211" y="26454"/>
                  <a:pt x="79363" y="264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0" name="pdf-path-84">
            <a:extLst xmlns:a="http://schemas.openxmlformats.org/drawingml/2006/main">
              <a:ext uri="{FF2B5EF4-FFF2-40B4-BE49-F238E27FC236}">
                <a16:creationId xmlns:a16="http://schemas.microsoft.com/office/drawing/2014/main" id="{42B03397-34FA-4497-9D2C-38A4A452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0" y="393384"/>
            <a:ext cx="169664" cy="59523"/>
          </a:xfrm>
          <a:custGeom xmlns:a="http://schemas.openxmlformats.org/drawingml/2006/main">
            <a:pathLst>
              <a:path w="169664" h="59523">
                <a:moveTo>
                  <a:pt x="0" y="51128"/>
                </a:moveTo>
                <a:cubicBezTo>
                  <a:pt x="0" y="38410"/>
                  <a:pt x="3901" y="26709"/>
                  <a:pt x="11701" y="16025"/>
                </a:cubicBezTo>
                <a:cubicBezTo>
                  <a:pt x="19502" y="5342"/>
                  <a:pt x="29761" y="0"/>
                  <a:pt x="42480" y="0"/>
                </a:cubicBezTo>
                <a:cubicBezTo>
                  <a:pt x="48924" y="0"/>
                  <a:pt x="55198" y="1526"/>
                  <a:pt x="61303" y="4579"/>
                </a:cubicBezTo>
                <a:cubicBezTo>
                  <a:pt x="67408" y="7631"/>
                  <a:pt x="73004" y="11447"/>
                  <a:pt x="78092" y="16025"/>
                </a:cubicBezTo>
                <a:cubicBezTo>
                  <a:pt x="83179" y="20604"/>
                  <a:pt x="88182" y="25013"/>
                  <a:pt x="93099" y="29253"/>
                </a:cubicBezTo>
                <a:cubicBezTo>
                  <a:pt x="98017" y="33492"/>
                  <a:pt x="103359" y="37223"/>
                  <a:pt x="109124" y="40445"/>
                </a:cubicBezTo>
                <a:cubicBezTo>
                  <a:pt x="114890" y="43667"/>
                  <a:pt x="120825" y="45278"/>
                  <a:pt x="126931" y="45278"/>
                </a:cubicBezTo>
                <a:cubicBezTo>
                  <a:pt x="137444" y="45278"/>
                  <a:pt x="146008" y="41293"/>
                  <a:pt x="152622" y="33322"/>
                </a:cubicBezTo>
                <a:cubicBezTo>
                  <a:pt x="159235" y="25352"/>
                  <a:pt x="162542" y="16704"/>
                  <a:pt x="162542" y="7377"/>
                </a:cubicBezTo>
                <a:cubicBezTo>
                  <a:pt x="162542" y="5342"/>
                  <a:pt x="162881" y="3646"/>
                  <a:pt x="163560" y="2289"/>
                </a:cubicBezTo>
                <a:cubicBezTo>
                  <a:pt x="164238" y="933"/>
                  <a:pt x="165086" y="170"/>
                  <a:pt x="166103" y="0"/>
                </a:cubicBezTo>
                <a:cubicBezTo>
                  <a:pt x="168477" y="0"/>
                  <a:pt x="169664" y="2798"/>
                  <a:pt x="169664" y="8394"/>
                </a:cubicBezTo>
                <a:cubicBezTo>
                  <a:pt x="169664" y="20943"/>
                  <a:pt x="165849" y="32559"/>
                  <a:pt x="158218" y="43243"/>
                </a:cubicBezTo>
                <a:cubicBezTo>
                  <a:pt x="150587" y="53926"/>
                  <a:pt x="140836" y="59268"/>
                  <a:pt x="128966" y="59268"/>
                </a:cubicBezTo>
                <a:lnTo>
                  <a:pt x="126931" y="59268"/>
                </a:lnTo>
                <a:cubicBezTo>
                  <a:pt x="120656" y="59268"/>
                  <a:pt x="114466" y="57742"/>
                  <a:pt x="108361" y="54690"/>
                </a:cubicBezTo>
                <a:cubicBezTo>
                  <a:pt x="102257" y="51637"/>
                  <a:pt x="96576" y="47906"/>
                  <a:pt x="91319" y="43497"/>
                </a:cubicBezTo>
                <a:cubicBezTo>
                  <a:pt x="86062" y="39088"/>
                  <a:pt x="81059" y="34679"/>
                  <a:pt x="76311" y="30270"/>
                </a:cubicBezTo>
                <a:cubicBezTo>
                  <a:pt x="71563" y="25861"/>
                  <a:pt x="66221" y="22045"/>
                  <a:pt x="60286" y="18823"/>
                </a:cubicBezTo>
                <a:cubicBezTo>
                  <a:pt x="54350" y="15601"/>
                  <a:pt x="48500" y="14075"/>
                  <a:pt x="42734" y="14245"/>
                </a:cubicBezTo>
                <a:cubicBezTo>
                  <a:pt x="35273" y="14245"/>
                  <a:pt x="28659" y="16364"/>
                  <a:pt x="22893" y="20604"/>
                </a:cubicBezTo>
                <a:cubicBezTo>
                  <a:pt x="16789" y="25522"/>
                  <a:pt x="12634" y="31287"/>
                  <a:pt x="10429" y="37901"/>
                </a:cubicBezTo>
                <a:cubicBezTo>
                  <a:pt x="8225" y="44515"/>
                  <a:pt x="6868" y="49772"/>
                  <a:pt x="6359" y="53672"/>
                </a:cubicBezTo>
                <a:cubicBezTo>
                  <a:pt x="5851" y="57572"/>
                  <a:pt x="4918" y="59523"/>
                  <a:pt x="3561" y="59523"/>
                </a:cubicBezTo>
                <a:cubicBezTo>
                  <a:pt x="1187" y="59523"/>
                  <a:pt x="0" y="56724"/>
                  <a:pt x="0" y="5112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1" name="pdf-path-86">
            <a:extLst xmlns:a="http://schemas.openxmlformats.org/drawingml/2006/main">
              <a:ext uri="{FF2B5EF4-FFF2-40B4-BE49-F238E27FC236}">
                <a16:creationId xmlns:a16="http://schemas.microsoft.com/office/drawing/2014/main" id="{559998E7-CF57-4504-8E3E-5B29C692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303" y="373967"/>
            <a:ext cx="136342" cy="162118"/>
          </a:xfrm>
          <a:custGeom xmlns:a="http://schemas.openxmlformats.org/drawingml/2006/main">
            <a:pathLst>
              <a:path w="136342" h="162118">
                <a:moveTo>
                  <a:pt x="15771" y="39767"/>
                </a:moveTo>
                <a:cubicBezTo>
                  <a:pt x="15940" y="39258"/>
                  <a:pt x="16110" y="38579"/>
                  <a:pt x="16280" y="37731"/>
                </a:cubicBezTo>
                <a:cubicBezTo>
                  <a:pt x="16449" y="36884"/>
                  <a:pt x="16873" y="35018"/>
                  <a:pt x="17552" y="32135"/>
                </a:cubicBezTo>
                <a:cubicBezTo>
                  <a:pt x="18230" y="29253"/>
                  <a:pt x="19078" y="26624"/>
                  <a:pt x="20095" y="24250"/>
                </a:cubicBezTo>
                <a:cubicBezTo>
                  <a:pt x="21113" y="21876"/>
                  <a:pt x="22384" y="19078"/>
                  <a:pt x="23910" y="15856"/>
                </a:cubicBezTo>
                <a:cubicBezTo>
                  <a:pt x="25437" y="12634"/>
                  <a:pt x="27133" y="10090"/>
                  <a:pt x="28998" y="8225"/>
                </a:cubicBezTo>
                <a:cubicBezTo>
                  <a:pt x="30863" y="6359"/>
                  <a:pt x="33068" y="4494"/>
                  <a:pt x="35611" y="2629"/>
                </a:cubicBezTo>
                <a:cubicBezTo>
                  <a:pt x="38155" y="763"/>
                  <a:pt x="40953" y="0"/>
                  <a:pt x="44006" y="339"/>
                </a:cubicBezTo>
                <a:cubicBezTo>
                  <a:pt x="56724" y="339"/>
                  <a:pt x="64864" y="5766"/>
                  <a:pt x="68425" y="16619"/>
                </a:cubicBezTo>
                <a:lnTo>
                  <a:pt x="70969" y="14330"/>
                </a:lnTo>
                <a:cubicBezTo>
                  <a:pt x="81483" y="5003"/>
                  <a:pt x="91488" y="339"/>
                  <a:pt x="100984" y="339"/>
                </a:cubicBezTo>
                <a:cubicBezTo>
                  <a:pt x="112007" y="339"/>
                  <a:pt x="120656" y="4324"/>
                  <a:pt x="126930" y="12295"/>
                </a:cubicBezTo>
                <a:cubicBezTo>
                  <a:pt x="133205" y="20265"/>
                  <a:pt x="136342" y="29931"/>
                  <a:pt x="136342" y="41293"/>
                </a:cubicBezTo>
                <a:cubicBezTo>
                  <a:pt x="136342" y="59607"/>
                  <a:pt x="129898" y="76481"/>
                  <a:pt x="117010" y="91912"/>
                </a:cubicBezTo>
                <a:cubicBezTo>
                  <a:pt x="104122" y="107344"/>
                  <a:pt x="89538" y="115145"/>
                  <a:pt x="73258" y="115314"/>
                </a:cubicBezTo>
                <a:cubicBezTo>
                  <a:pt x="69527" y="115314"/>
                  <a:pt x="66221" y="114805"/>
                  <a:pt x="63338" y="113788"/>
                </a:cubicBezTo>
                <a:cubicBezTo>
                  <a:pt x="61473" y="112940"/>
                  <a:pt x="59522" y="111668"/>
                  <a:pt x="57487" y="109972"/>
                </a:cubicBezTo>
                <a:cubicBezTo>
                  <a:pt x="55453" y="108277"/>
                  <a:pt x="53841" y="106835"/>
                  <a:pt x="52654" y="105648"/>
                </a:cubicBezTo>
                <a:lnTo>
                  <a:pt x="50874" y="103613"/>
                </a:lnTo>
                <a:cubicBezTo>
                  <a:pt x="50704" y="103783"/>
                  <a:pt x="48839" y="111159"/>
                  <a:pt x="45278" y="125743"/>
                </a:cubicBezTo>
                <a:cubicBezTo>
                  <a:pt x="41717" y="140327"/>
                  <a:pt x="39936" y="147704"/>
                  <a:pt x="39936" y="147873"/>
                </a:cubicBezTo>
                <a:cubicBezTo>
                  <a:pt x="39936" y="148891"/>
                  <a:pt x="40614" y="149484"/>
                  <a:pt x="41971" y="149654"/>
                </a:cubicBezTo>
                <a:cubicBezTo>
                  <a:pt x="43327" y="149824"/>
                  <a:pt x="46465" y="150078"/>
                  <a:pt x="51382" y="150417"/>
                </a:cubicBezTo>
                <a:lnTo>
                  <a:pt x="57742" y="150417"/>
                </a:lnTo>
                <a:cubicBezTo>
                  <a:pt x="58759" y="151604"/>
                  <a:pt x="59268" y="152367"/>
                  <a:pt x="59268" y="152706"/>
                </a:cubicBezTo>
                <a:cubicBezTo>
                  <a:pt x="59268" y="153046"/>
                  <a:pt x="59014" y="154572"/>
                  <a:pt x="58505" y="157285"/>
                </a:cubicBezTo>
                <a:cubicBezTo>
                  <a:pt x="57996" y="159320"/>
                  <a:pt x="57487" y="160592"/>
                  <a:pt x="56979" y="161101"/>
                </a:cubicBezTo>
                <a:cubicBezTo>
                  <a:pt x="56470" y="161609"/>
                  <a:pt x="55368" y="161948"/>
                  <a:pt x="53672" y="162118"/>
                </a:cubicBezTo>
                <a:cubicBezTo>
                  <a:pt x="53333" y="162118"/>
                  <a:pt x="52400" y="162118"/>
                  <a:pt x="50874" y="162118"/>
                </a:cubicBezTo>
                <a:cubicBezTo>
                  <a:pt x="49347" y="162118"/>
                  <a:pt x="46465" y="162033"/>
                  <a:pt x="42225" y="161864"/>
                </a:cubicBezTo>
                <a:cubicBezTo>
                  <a:pt x="37986" y="161694"/>
                  <a:pt x="32729" y="161609"/>
                  <a:pt x="26454" y="161609"/>
                </a:cubicBezTo>
                <a:cubicBezTo>
                  <a:pt x="14584" y="161609"/>
                  <a:pt x="7037" y="161779"/>
                  <a:pt x="3816" y="162118"/>
                </a:cubicBezTo>
                <a:lnTo>
                  <a:pt x="1781" y="162118"/>
                </a:lnTo>
                <a:cubicBezTo>
                  <a:pt x="593" y="160931"/>
                  <a:pt x="0" y="159998"/>
                  <a:pt x="0" y="159320"/>
                </a:cubicBezTo>
                <a:cubicBezTo>
                  <a:pt x="339" y="154741"/>
                  <a:pt x="1441" y="151774"/>
                  <a:pt x="3307" y="150417"/>
                </a:cubicBezTo>
                <a:lnTo>
                  <a:pt x="8394" y="150417"/>
                </a:lnTo>
                <a:cubicBezTo>
                  <a:pt x="14160" y="150247"/>
                  <a:pt x="17467" y="149230"/>
                  <a:pt x="18315" y="147365"/>
                </a:cubicBezTo>
                <a:cubicBezTo>
                  <a:pt x="18823" y="146347"/>
                  <a:pt x="23995" y="126082"/>
                  <a:pt x="33831" y="86570"/>
                </a:cubicBezTo>
                <a:cubicBezTo>
                  <a:pt x="43667" y="47058"/>
                  <a:pt x="48839" y="26115"/>
                  <a:pt x="49347" y="23741"/>
                </a:cubicBezTo>
                <a:cubicBezTo>
                  <a:pt x="49517" y="22893"/>
                  <a:pt x="49602" y="21706"/>
                  <a:pt x="49602" y="20180"/>
                </a:cubicBezTo>
                <a:cubicBezTo>
                  <a:pt x="49602" y="13227"/>
                  <a:pt x="47482" y="9751"/>
                  <a:pt x="43243" y="9751"/>
                </a:cubicBezTo>
                <a:cubicBezTo>
                  <a:pt x="39512" y="9751"/>
                  <a:pt x="36375" y="12125"/>
                  <a:pt x="33831" y="16873"/>
                </a:cubicBezTo>
                <a:cubicBezTo>
                  <a:pt x="31287" y="21622"/>
                  <a:pt x="29337" y="26794"/>
                  <a:pt x="27981" y="32390"/>
                </a:cubicBezTo>
                <a:cubicBezTo>
                  <a:pt x="26624" y="37986"/>
                  <a:pt x="25607" y="41038"/>
                  <a:pt x="24928" y="41547"/>
                </a:cubicBezTo>
                <a:cubicBezTo>
                  <a:pt x="24589" y="41886"/>
                  <a:pt x="23232" y="42056"/>
                  <a:pt x="20858" y="42056"/>
                </a:cubicBezTo>
                <a:lnTo>
                  <a:pt x="17297" y="42056"/>
                </a:lnTo>
                <a:cubicBezTo>
                  <a:pt x="16280" y="41038"/>
                  <a:pt x="15771" y="40275"/>
                  <a:pt x="15771" y="39767"/>
                </a:cubicBezTo>
                <a:moveTo>
                  <a:pt x="55198" y="86825"/>
                </a:moveTo>
                <a:cubicBezTo>
                  <a:pt x="58929" y="99713"/>
                  <a:pt x="65203" y="106157"/>
                  <a:pt x="74021" y="106157"/>
                </a:cubicBezTo>
                <a:cubicBezTo>
                  <a:pt x="79109" y="106157"/>
                  <a:pt x="84027" y="104207"/>
                  <a:pt x="88775" y="100306"/>
                </a:cubicBezTo>
                <a:cubicBezTo>
                  <a:pt x="93523" y="96406"/>
                  <a:pt x="97423" y="91488"/>
                  <a:pt x="100476" y="85553"/>
                </a:cubicBezTo>
                <a:cubicBezTo>
                  <a:pt x="103528" y="79787"/>
                  <a:pt x="106581" y="70630"/>
                  <a:pt x="109633" y="58081"/>
                </a:cubicBezTo>
                <a:cubicBezTo>
                  <a:pt x="112685" y="45532"/>
                  <a:pt x="114297" y="36205"/>
                  <a:pt x="114466" y="30100"/>
                </a:cubicBezTo>
                <a:lnTo>
                  <a:pt x="114466" y="28574"/>
                </a:lnTo>
                <a:cubicBezTo>
                  <a:pt x="114466" y="16025"/>
                  <a:pt x="109294" y="9751"/>
                  <a:pt x="98949" y="9751"/>
                </a:cubicBezTo>
                <a:cubicBezTo>
                  <a:pt x="97084" y="9751"/>
                  <a:pt x="95219" y="10005"/>
                  <a:pt x="93354" y="10514"/>
                </a:cubicBezTo>
                <a:cubicBezTo>
                  <a:pt x="91488" y="11023"/>
                  <a:pt x="89623" y="11786"/>
                  <a:pt x="87757" y="12803"/>
                </a:cubicBezTo>
                <a:cubicBezTo>
                  <a:pt x="85892" y="13821"/>
                  <a:pt x="84196" y="14923"/>
                  <a:pt x="82670" y="16110"/>
                </a:cubicBezTo>
                <a:cubicBezTo>
                  <a:pt x="81144" y="17297"/>
                  <a:pt x="79702" y="18569"/>
                  <a:pt x="78346" y="19926"/>
                </a:cubicBezTo>
                <a:cubicBezTo>
                  <a:pt x="76989" y="21282"/>
                  <a:pt x="75717" y="22554"/>
                  <a:pt x="74530" y="23741"/>
                </a:cubicBezTo>
                <a:cubicBezTo>
                  <a:pt x="73343" y="24928"/>
                  <a:pt x="72410" y="26115"/>
                  <a:pt x="71732" y="27302"/>
                </a:cubicBezTo>
                <a:cubicBezTo>
                  <a:pt x="71054" y="28490"/>
                  <a:pt x="70375" y="29337"/>
                  <a:pt x="69697" y="29846"/>
                </a:cubicBezTo>
                <a:lnTo>
                  <a:pt x="68934" y="30863"/>
                </a:lnTo>
                <a:cubicBezTo>
                  <a:pt x="68934" y="31033"/>
                  <a:pt x="68680" y="32220"/>
                  <a:pt x="68171" y="34425"/>
                </a:cubicBezTo>
                <a:cubicBezTo>
                  <a:pt x="67662" y="36629"/>
                  <a:pt x="66729" y="40360"/>
                  <a:pt x="65373" y="45617"/>
                </a:cubicBezTo>
                <a:cubicBezTo>
                  <a:pt x="64016" y="50874"/>
                  <a:pt x="62829" y="55283"/>
                  <a:pt x="61811" y="58844"/>
                </a:cubicBezTo>
                <a:cubicBezTo>
                  <a:pt x="57402" y="76820"/>
                  <a:pt x="55198" y="86146"/>
                  <a:pt x="55198" y="8682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2" name="pdf-path-88">
            <a:extLst xmlns:a="http://schemas.openxmlformats.org/drawingml/2006/main">
              <a:ext uri="{FF2B5EF4-FFF2-40B4-BE49-F238E27FC236}">
                <a16:creationId xmlns:a16="http://schemas.microsoft.com/office/drawing/2014/main" id="{2622C2B2-72C2-4D48-BB06-5A81E47D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6082" y="295960"/>
            <a:ext cx="60794" cy="254369"/>
          </a:xfrm>
          <a:custGeom xmlns:a="http://schemas.openxmlformats.org/drawingml/2006/main">
            <a:pathLst>
              <a:path w="60794" h="254369">
                <a:moveTo>
                  <a:pt x="0" y="127185"/>
                </a:moveTo>
                <a:cubicBezTo>
                  <a:pt x="0" y="115484"/>
                  <a:pt x="848" y="104376"/>
                  <a:pt x="2543" y="93862"/>
                </a:cubicBezTo>
                <a:cubicBezTo>
                  <a:pt x="4239" y="83348"/>
                  <a:pt x="6189" y="74276"/>
                  <a:pt x="8394" y="66645"/>
                </a:cubicBezTo>
                <a:cubicBezTo>
                  <a:pt x="10598" y="59014"/>
                  <a:pt x="13736" y="51552"/>
                  <a:pt x="17806" y="44260"/>
                </a:cubicBezTo>
                <a:cubicBezTo>
                  <a:pt x="21876" y="36968"/>
                  <a:pt x="25098" y="31287"/>
                  <a:pt x="27472" y="27218"/>
                </a:cubicBezTo>
                <a:cubicBezTo>
                  <a:pt x="29846" y="23148"/>
                  <a:pt x="33407" y="18739"/>
                  <a:pt x="38155" y="13990"/>
                </a:cubicBezTo>
                <a:cubicBezTo>
                  <a:pt x="42903" y="9242"/>
                  <a:pt x="45701" y="6359"/>
                  <a:pt x="46549" y="5342"/>
                </a:cubicBezTo>
                <a:cubicBezTo>
                  <a:pt x="47397" y="4324"/>
                  <a:pt x="49517" y="2544"/>
                  <a:pt x="52908" y="0"/>
                </a:cubicBezTo>
                <a:lnTo>
                  <a:pt x="56216" y="0"/>
                </a:lnTo>
                <a:lnTo>
                  <a:pt x="57233" y="0"/>
                </a:lnTo>
                <a:cubicBezTo>
                  <a:pt x="59607" y="0"/>
                  <a:pt x="60794" y="763"/>
                  <a:pt x="60794" y="2289"/>
                </a:cubicBezTo>
                <a:cubicBezTo>
                  <a:pt x="60794" y="2798"/>
                  <a:pt x="59353" y="4579"/>
                  <a:pt x="56470" y="7631"/>
                </a:cubicBezTo>
                <a:cubicBezTo>
                  <a:pt x="53587" y="10684"/>
                  <a:pt x="50110" y="15177"/>
                  <a:pt x="46041" y="21113"/>
                </a:cubicBezTo>
                <a:cubicBezTo>
                  <a:pt x="41971" y="27048"/>
                  <a:pt x="37816" y="34340"/>
                  <a:pt x="33577" y="42989"/>
                </a:cubicBezTo>
                <a:cubicBezTo>
                  <a:pt x="29337" y="51637"/>
                  <a:pt x="25776" y="63338"/>
                  <a:pt x="22893" y="78091"/>
                </a:cubicBezTo>
                <a:cubicBezTo>
                  <a:pt x="20010" y="92845"/>
                  <a:pt x="18569" y="109209"/>
                  <a:pt x="18569" y="127185"/>
                </a:cubicBezTo>
                <a:cubicBezTo>
                  <a:pt x="18569" y="145160"/>
                  <a:pt x="20010" y="161440"/>
                  <a:pt x="22893" y="176024"/>
                </a:cubicBezTo>
                <a:cubicBezTo>
                  <a:pt x="25776" y="190607"/>
                  <a:pt x="29252" y="202393"/>
                  <a:pt x="33322" y="211381"/>
                </a:cubicBezTo>
                <a:cubicBezTo>
                  <a:pt x="37392" y="220369"/>
                  <a:pt x="41547" y="227661"/>
                  <a:pt x="45786" y="233257"/>
                </a:cubicBezTo>
                <a:cubicBezTo>
                  <a:pt x="50026" y="238853"/>
                  <a:pt x="53587" y="243347"/>
                  <a:pt x="56470" y="246738"/>
                </a:cubicBezTo>
                <a:cubicBezTo>
                  <a:pt x="59353" y="250130"/>
                  <a:pt x="60794" y="251910"/>
                  <a:pt x="60794" y="252080"/>
                </a:cubicBezTo>
                <a:cubicBezTo>
                  <a:pt x="60794" y="253606"/>
                  <a:pt x="59522" y="254369"/>
                  <a:pt x="56979" y="254369"/>
                </a:cubicBezTo>
                <a:lnTo>
                  <a:pt x="56216" y="254369"/>
                </a:lnTo>
                <a:lnTo>
                  <a:pt x="52908" y="254369"/>
                </a:lnTo>
                <a:lnTo>
                  <a:pt x="45786" y="248264"/>
                </a:lnTo>
                <a:cubicBezTo>
                  <a:pt x="29846" y="233850"/>
                  <a:pt x="18230" y="215875"/>
                  <a:pt x="10938" y="194338"/>
                </a:cubicBezTo>
                <a:cubicBezTo>
                  <a:pt x="3646" y="172802"/>
                  <a:pt x="0" y="150417"/>
                  <a:pt x="0" y="12718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3" name="pdf-path-90">
            <a:extLst xmlns:a="http://schemas.openxmlformats.org/drawingml/2006/main">
              <a:ext uri="{FF2B5EF4-FFF2-40B4-BE49-F238E27FC236}">
                <a16:creationId xmlns:a16="http://schemas.microsoft.com/office/drawing/2014/main" id="{30A52A7A-E4F3-4055-9776-A8B73DCE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023" y="374306"/>
            <a:ext cx="110142" cy="115229"/>
          </a:xfrm>
          <a:custGeom xmlns:a="http://schemas.openxmlformats.org/drawingml/2006/main">
            <a:pathLst>
              <a:path w="110142" h="115229">
                <a:moveTo>
                  <a:pt x="79363" y="26454"/>
                </a:moveTo>
                <a:cubicBezTo>
                  <a:pt x="77667" y="26454"/>
                  <a:pt x="73173" y="25522"/>
                  <a:pt x="65881" y="23656"/>
                </a:cubicBezTo>
                <a:cubicBezTo>
                  <a:pt x="58590" y="21791"/>
                  <a:pt x="53248" y="20858"/>
                  <a:pt x="49856" y="20858"/>
                </a:cubicBezTo>
                <a:cubicBezTo>
                  <a:pt x="46464" y="20858"/>
                  <a:pt x="43582" y="21198"/>
                  <a:pt x="41208" y="21876"/>
                </a:cubicBezTo>
                <a:cubicBezTo>
                  <a:pt x="38834" y="22554"/>
                  <a:pt x="36883" y="23402"/>
                  <a:pt x="35357" y="24420"/>
                </a:cubicBezTo>
                <a:cubicBezTo>
                  <a:pt x="33831" y="25437"/>
                  <a:pt x="32814" y="26370"/>
                  <a:pt x="32305" y="27217"/>
                </a:cubicBezTo>
                <a:cubicBezTo>
                  <a:pt x="31796" y="28066"/>
                  <a:pt x="31202" y="28998"/>
                  <a:pt x="30524" y="30016"/>
                </a:cubicBezTo>
                <a:lnTo>
                  <a:pt x="30016" y="31033"/>
                </a:lnTo>
                <a:cubicBezTo>
                  <a:pt x="29507" y="31542"/>
                  <a:pt x="28235" y="31796"/>
                  <a:pt x="26200" y="31796"/>
                </a:cubicBezTo>
                <a:cubicBezTo>
                  <a:pt x="22639" y="31796"/>
                  <a:pt x="20858" y="31118"/>
                  <a:pt x="20858" y="29761"/>
                </a:cubicBezTo>
                <a:cubicBezTo>
                  <a:pt x="20858" y="28913"/>
                  <a:pt x="21113" y="27726"/>
                  <a:pt x="21621" y="26200"/>
                </a:cubicBezTo>
                <a:cubicBezTo>
                  <a:pt x="23826" y="19586"/>
                  <a:pt x="27472" y="13906"/>
                  <a:pt x="32559" y="9157"/>
                </a:cubicBezTo>
                <a:cubicBezTo>
                  <a:pt x="37646" y="4409"/>
                  <a:pt x="43243" y="1526"/>
                  <a:pt x="49347" y="509"/>
                </a:cubicBezTo>
                <a:cubicBezTo>
                  <a:pt x="51382" y="170"/>
                  <a:pt x="52824" y="0"/>
                  <a:pt x="53672" y="0"/>
                </a:cubicBezTo>
                <a:cubicBezTo>
                  <a:pt x="57911" y="0"/>
                  <a:pt x="61727" y="1441"/>
                  <a:pt x="65118" y="4324"/>
                </a:cubicBezTo>
                <a:cubicBezTo>
                  <a:pt x="68510" y="7207"/>
                  <a:pt x="71732" y="10005"/>
                  <a:pt x="74784" y="12718"/>
                </a:cubicBezTo>
                <a:cubicBezTo>
                  <a:pt x="77837" y="15432"/>
                  <a:pt x="81059" y="16873"/>
                  <a:pt x="84451" y="17043"/>
                </a:cubicBezTo>
                <a:cubicBezTo>
                  <a:pt x="88181" y="17043"/>
                  <a:pt x="91912" y="14245"/>
                  <a:pt x="95643" y="8649"/>
                </a:cubicBezTo>
                <a:cubicBezTo>
                  <a:pt x="99373" y="3052"/>
                  <a:pt x="101324" y="254"/>
                  <a:pt x="101493" y="254"/>
                </a:cubicBezTo>
                <a:cubicBezTo>
                  <a:pt x="101663" y="85"/>
                  <a:pt x="102935" y="0"/>
                  <a:pt x="105309" y="0"/>
                </a:cubicBezTo>
                <a:lnTo>
                  <a:pt x="108616" y="0"/>
                </a:lnTo>
                <a:cubicBezTo>
                  <a:pt x="109633" y="1017"/>
                  <a:pt x="110142" y="1696"/>
                  <a:pt x="110142" y="2035"/>
                </a:cubicBezTo>
                <a:cubicBezTo>
                  <a:pt x="110142" y="2713"/>
                  <a:pt x="109718" y="3900"/>
                  <a:pt x="108870" y="5596"/>
                </a:cubicBezTo>
                <a:cubicBezTo>
                  <a:pt x="108022" y="7292"/>
                  <a:pt x="106835" y="9072"/>
                  <a:pt x="105309" y="10938"/>
                </a:cubicBezTo>
                <a:cubicBezTo>
                  <a:pt x="103782" y="12803"/>
                  <a:pt x="102341" y="14669"/>
                  <a:pt x="100984" y="16534"/>
                </a:cubicBezTo>
                <a:cubicBezTo>
                  <a:pt x="99628" y="18399"/>
                  <a:pt x="98441" y="20010"/>
                  <a:pt x="97423" y="21367"/>
                </a:cubicBezTo>
                <a:lnTo>
                  <a:pt x="95643" y="23656"/>
                </a:lnTo>
                <a:cubicBezTo>
                  <a:pt x="88351" y="32305"/>
                  <a:pt x="76819" y="43752"/>
                  <a:pt x="61048" y="57996"/>
                </a:cubicBezTo>
                <a:cubicBezTo>
                  <a:pt x="45278" y="72241"/>
                  <a:pt x="35527" y="81398"/>
                  <a:pt x="31796" y="85468"/>
                </a:cubicBezTo>
                <a:lnTo>
                  <a:pt x="28744" y="88521"/>
                </a:lnTo>
                <a:lnTo>
                  <a:pt x="32559" y="88775"/>
                </a:lnTo>
                <a:cubicBezTo>
                  <a:pt x="36290" y="88775"/>
                  <a:pt x="41716" y="89708"/>
                  <a:pt x="48839" y="91573"/>
                </a:cubicBezTo>
                <a:cubicBezTo>
                  <a:pt x="55961" y="93438"/>
                  <a:pt x="61303" y="94371"/>
                  <a:pt x="64864" y="94371"/>
                </a:cubicBezTo>
                <a:cubicBezTo>
                  <a:pt x="71308" y="94371"/>
                  <a:pt x="77243" y="92760"/>
                  <a:pt x="82670" y="89538"/>
                </a:cubicBezTo>
                <a:cubicBezTo>
                  <a:pt x="88097" y="86316"/>
                  <a:pt x="91657" y="82076"/>
                  <a:pt x="93353" y="76820"/>
                </a:cubicBezTo>
                <a:cubicBezTo>
                  <a:pt x="94032" y="75293"/>
                  <a:pt x="94625" y="74361"/>
                  <a:pt x="95134" y="74022"/>
                </a:cubicBezTo>
                <a:cubicBezTo>
                  <a:pt x="95643" y="73682"/>
                  <a:pt x="96915" y="73513"/>
                  <a:pt x="98949" y="73513"/>
                </a:cubicBezTo>
                <a:cubicBezTo>
                  <a:pt x="102172" y="73513"/>
                  <a:pt x="103782" y="74361"/>
                  <a:pt x="103782" y="76056"/>
                </a:cubicBezTo>
                <a:cubicBezTo>
                  <a:pt x="103782" y="76904"/>
                  <a:pt x="103698" y="77667"/>
                  <a:pt x="103528" y="78346"/>
                </a:cubicBezTo>
                <a:cubicBezTo>
                  <a:pt x="100645" y="88860"/>
                  <a:pt x="95049" y="97593"/>
                  <a:pt x="86740" y="104546"/>
                </a:cubicBezTo>
                <a:cubicBezTo>
                  <a:pt x="78430" y="111499"/>
                  <a:pt x="70121" y="115060"/>
                  <a:pt x="61811" y="115229"/>
                </a:cubicBezTo>
                <a:cubicBezTo>
                  <a:pt x="57402" y="115229"/>
                  <a:pt x="53502" y="113788"/>
                  <a:pt x="50110" y="110905"/>
                </a:cubicBezTo>
                <a:cubicBezTo>
                  <a:pt x="46719" y="108022"/>
                  <a:pt x="43412" y="105139"/>
                  <a:pt x="40190" y="102256"/>
                </a:cubicBezTo>
                <a:cubicBezTo>
                  <a:pt x="36968" y="99374"/>
                  <a:pt x="33746" y="97932"/>
                  <a:pt x="30524" y="97932"/>
                </a:cubicBezTo>
                <a:cubicBezTo>
                  <a:pt x="23063" y="97932"/>
                  <a:pt x="16364" y="103020"/>
                  <a:pt x="10429" y="113194"/>
                </a:cubicBezTo>
                <a:cubicBezTo>
                  <a:pt x="9411" y="114551"/>
                  <a:pt x="7970" y="115229"/>
                  <a:pt x="6105" y="115229"/>
                </a:cubicBezTo>
                <a:lnTo>
                  <a:pt x="4833" y="115229"/>
                </a:lnTo>
                <a:lnTo>
                  <a:pt x="1526" y="115229"/>
                </a:lnTo>
                <a:cubicBezTo>
                  <a:pt x="508" y="114212"/>
                  <a:pt x="0" y="113449"/>
                  <a:pt x="0" y="112940"/>
                </a:cubicBezTo>
                <a:cubicBezTo>
                  <a:pt x="0" y="110396"/>
                  <a:pt x="4917" y="103104"/>
                  <a:pt x="14753" y="91064"/>
                </a:cubicBezTo>
                <a:cubicBezTo>
                  <a:pt x="21367" y="83433"/>
                  <a:pt x="32559" y="72410"/>
                  <a:pt x="48330" y="57996"/>
                </a:cubicBezTo>
                <a:cubicBezTo>
                  <a:pt x="64101" y="43582"/>
                  <a:pt x="73852" y="34425"/>
                  <a:pt x="77582" y="30524"/>
                </a:cubicBezTo>
                <a:cubicBezTo>
                  <a:pt x="79617" y="27811"/>
                  <a:pt x="80211" y="26454"/>
                  <a:pt x="79363" y="264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4" name="pdf-path-92">
            <a:extLst xmlns:a="http://schemas.openxmlformats.org/drawingml/2006/main">
              <a:ext uri="{FF2B5EF4-FFF2-40B4-BE49-F238E27FC236}">
                <a16:creationId xmlns:a16="http://schemas.microsoft.com/office/drawing/2014/main" id="{D6CD762E-CF44-4E0C-92DC-EC06DA15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392" y="295960"/>
            <a:ext cx="60794" cy="254369"/>
          </a:xfrm>
          <a:custGeom xmlns:a="http://schemas.openxmlformats.org/drawingml/2006/main">
            <a:pathLst>
              <a:path w="60794" h="254369">
                <a:moveTo>
                  <a:pt x="1272" y="254"/>
                </a:moveTo>
                <a:lnTo>
                  <a:pt x="2290" y="0"/>
                </a:lnTo>
                <a:cubicBezTo>
                  <a:pt x="3138" y="0"/>
                  <a:pt x="3985" y="0"/>
                  <a:pt x="4833" y="0"/>
                </a:cubicBezTo>
                <a:lnTo>
                  <a:pt x="7885" y="0"/>
                </a:lnTo>
                <a:lnTo>
                  <a:pt x="15008" y="6105"/>
                </a:lnTo>
                <a:cubicBezTo>
                  <a:pt x="30948" y="20519"/>
                  <a:pt x="42565" y="38495"/>
                  <a:pt x="49857" y="60031"/>
                </a:cubicBezTo>
                <a:cubicBezTo>
                  <a:pt x="57148" y="81568"/>
                  <a:pt x="60794" y="103952"/>
                  <a:pt x="60794" y="127185"/>
                </a:cubicBezTo>
                <a:cubicBezTo>
                  <a:pt x="60794" y="138716"/>
                  <a:pt x="59947" y="149824"/>
                  <a:pt x="58251" y="160507"/>
                </a:cubicBezTo>
                <a:cubicBezTo>
                  <a:pt x="56555" y="171191"/>
                  <a:pt x="54605" y="180263"/>
                  <a:pt x="52400" y="187725"/>
                </a:cubicBezTo>
                <a:cubicBezTo>
                  <a:pt x="50195" y="195186"/>
                  <a:pt x="47058" y="202648"/>
                  <a:pt x="42989" y="210109"/>
                </a:cubicBezTo>
                <a:cubicBezTo>
                  <a:pt x="38919" y="217571"/>
                  <a:pt x="35697" y="223252"/>
                  <a:pt x="33322" y="227152"/>
                </a:cubicBezTo>
                <a:cubicBezTo>
                  <a:pt x="30948" y="231052"/>
                  <a:pt x="27472" y="235376"/>
                  <a:pt x="22893" y="240125"/>
                </a:cubicBezTo>
                <a:cubicBezTo>
                  <a:pt x="18315" y="244873"/>
                  <a:pt x="15602" y="247671"/>
                  <a:pt x="14754" y="248519"/>
                </a:cubicBezTo>
                <a:cubicBezTo>
                  <a:pt x="13906" y="249367"/>
                  <a:pt x="11956" y="250978"/>
                  <a:pt x="8903" y="253352"/>
                </a:cubicBezTo>
                <a:cubicBezTo>
                  <a:pt x="8394" y="253861"/>
                  <a:pt x="8055" y="254200"/>
                  <a:pt x="7885" y="254369"/>
                </a:cubicBezTo>
                <a:lnTo>
                  <a:pt x="4833" y="254369"/>
                </a:lnTo>
                <a:cubicBezTo>
                  <a:pt x="3476" y="254369"/>
                  <a:pt x="2544" y="254369"/>
                  <a:pt x="2035" y="254369"/>
                </a:cubicBezTo>
                <a:cubicBezTo>
                  <a:pt x="1527" y="254369"/>
                  <a:pt x="1102" y="254115"/>
                  <a:pt x="763" y="253606"/>
                </a:cubicBezTo>
                <a:cubicBezTo>
                  <a:pt x="424" y="253098"/>
                  <a:pt x="170" y="252334"/>
                  <a:pt x="0" y="251317"/>
                </a:cubicBezTo>
                <a:cubicBezTo>
                  <a:pt x="170" y="251147"/>
                  <a:pt x="1102" y="250045"/>
                  <a:pt x="2798" y="248010"/>
                </a:cubicBezTo>
                <a:cubicBezTo>
                  <a:pt x="29083" y="220708"/>
                  <a:pt x="42225" y="180433"/>
                  <a:pt x="42225" y="127185"/>
                </a:cubicBezTo>
                <a:cubicBezTo>
                  <a:pt x="42225" y="73937"/>
                  <a:pt x="29083" y="33662"/>
                  <a:pt x="2798" y="6359"/>
                </a:cubicBezTo>
                <a:cubicBezTo>
                  <a:pt x="1102" y="4324"/>
                  <a:pt x="170" y="3222"/>
                  <a:pt x="0" y="3053"/>
                </a:cubicBezTo>
                <a:cubicBezTo>
                  <a:pt x="0" y="1696"/>
                  <a:pt x="424" y="763"/>
                  <a:pt x="1272" y="25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4000"/>
              </a:srgbClr>
            </a:solidFill>
            <a:prstDash val="solid"/>
          </a:ln>
        </p:spPr>
      </p:sp>
      <p:sp>
        <p:nvSpPr>
          <p:cNvPr id="65" name="pdf-text-12-0">
            <a:extLst xmlns:a="http://schemas.openxmlformats.org/drawingml/2006/main">
              <a:ext uri="{FF2B5EF4-FFF2-40B4-BE49-F238E27FC236}">
                <a16:creationId xmlns:a16="http://schemas.microsoft.com/office/drawing/2014/main" id="{3D7DB728-9C90-4BFB-BC81-8E630B8D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659" y="374826"/>
            <a:ext cx="397890" cy="170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43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43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66" name="pdf-path-96">
            <a:extLst xmlns:a="http://schemas.openxmlformats.org/drawingml/2006/main">
              <a:ext uri="{FF2B5EF4-FFF2-40B4-BE49-F238E27FC236}">
                <a16:creationId xmlns:a16="http://schemas.microsoft.com/office/drawing/2014/main" id="{1CDB1753-6B73-447C-BE81-71300292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119" y="419996"/>
            <a:ext cx="86603" cy="90604"/>
          </a:xfrm>
          <a:custGeom xmlns:a="http://schemas.openxmlformats.org/drawingml/2006/main">
            <a:pathLst>
              <a:path w="86603" h="90604">
                <a:moveTo>
                  <a:pt x="62402" y="20801"/>
                </a:moveTo>
                <a:cubicBezTo>
                  <a:pt x="61069" y="20801"/>
                  <a:pt x="57535" y="20068"/>
                  <a:pt x="51802" y="18601"/>
                </a:cubicBezTo>
                <a:cubicBezTo>
                  <a:pt x="46068" y="17134"/>
                  <a:pt x="41868" y="16401"/>
                  <a:pt x="39202" y="16401"/>
                </a:cubicBezTo>
                <a:cubicBezTo>
                  <a:pt x="36534" y="16401"/>
                  <a:pt x="34268" y="16668"/>
                  <a:pt x="32401" y="17201"/>
                </a:cubicBezTo>
                <a:cubicBezTo>
                  <a:pt x="30534" y="17734"/>
                  <a:pt x="29001" y="18401"/>
                  <a:pt x="27801" y="19201"/>
                </a:cubicBezTo>
                <a:cubicBezTo>
                  <a:pt x="26601" y="20001"/>
                  <a:pt x="25801" y="20734"/>
                  <a:pt x="25401" y="21401"/>
                </a:cubicBezTo>
                <a:cubicBezTo>
                  <a:pt x="25001" y="22068"/>
                  <a:pt x="24534" y="22801"/>
                  <a:pt x="24000" y="23601"/>
                </a:cubicBezTo>
                <a:lnTo>
                  <a:pt x="23601" y="24401"/>
                </a:lnTo>
                <a:cubicBezTo>
                  <a:pt x="23201" y="24801"/>
                  <a:pt x="22200" y="25001"/>
                  <a:pt x="20600" y="25001"/>
                </a:cubicBezTo>
                <a:cubicBezTo>
                  <a:pt x="17800" y="25001"/>
                  <a:pt x="16400" y="24468"/>
                  <a:pt x="16400" y="23401"/>
                </a:cubicBezTo>
                <a:cubicBezTo>
                  <a:pt x="16400" y="22735"/>
                  <a:pt x="16600" y="21801"/>
                  <a:pt x="17000" y="20601"/>
                </a:cubicBezTo>
                <a:cubicBezTo>
                  <a:pt x="18734" y="15401"/>
                  <a:pt x="21600" y="10934"/>
                  <a:pt x="25600" y="7200"/>
                </a:cubicBezTo>
                <a:cubicBezTo>
                  <a:pt x="29601" y="3467"/>
                  <a:pt x="34001" y="1200"/>
                  <a:pt x="38801" y="400"/>
                </a:cubicBezTo>
                <a:cubicBezTo>
                  <a:pt x="40402" y="133"/>
                  <a:pt x="41534" y="0"/>
                  <a:pt x="42201" y="0"/>
                </a:cubicBezTo>
                <a:cubicBezTo>
                  <a:pt x="45534" y="0"/>
                  <a:pt x="48535" y="1133"/>
                  <a:pt x="51202" y="3400"/>
                </a:cubicBezTo>
                <a:cubicBezTo>
                  <a:pt x="53869" y="5667"/>
                  <a:pt x="56402" y="7867"/>
                  <a:pt x="58803" y="10001"/>
                </a:cubicBezTo>
                <a:cubicBezTo>
                  <a:pt x="61202" y="12134"/>
                  <a:pt x="63736" y="13267"/>
                  <a:pt x="66402" y="13401"/>
                </a:cubicBezTo>
                <a:cubicBezTo>
                  <a:pt x="69336" y="13401"/>
                  <a:pt x="72269" y="11200"/>
                  <a:pt x="75203" y="6800"/>
                </a:cubicBezTo>
                <a:cubicBezTo>
                  <a:pt x="78137" y="2400"/>
                  <a:pt x="79670" y="200"/>
                  <a:pt x="79803" y="200"/>
                </a:cubicBezTo>
                <a:cubicBezTo>
                  <a:pt x="79936" y="67"/>
                  <a:pt x="80937" y="0"/>
                  <a:pt x="82803" y="0"/>
                </a:cubicBezTo>
                <a:lnTo>
                  <a:pt x="85403" y="0"/>
                </a:lnTo>
                <a:cubicBezTo>
                  <a:pt x="86203" y="800"/>
                  <a:pt x="86603" y="1334"/>
                  <a:pt x="86603" y="1600"/>
                </a:cubicBezTo>
                <a:cubicBezTo>
                  <a:pt x="86603" y="2133"/>
                  <a:pt x="86270" y="3067"/>
                  <a:pt x="85603" y="4400"/>
                </a:cubicBezTo>
                <a:cubicBezTo>
                  <a:pt x="84937" y="5734"/>
                  <a:pt x="84004" y="7134"/>
                  <a:pt x="82803" y="8600"/>
                </a:cubicBezTo>
                <a:cubicBezTo>
                  <a:pt x="81603" y="10067"/>
                  <a:pt x="80470" y="11534"/>
                  <a:pt x="79403" y="13001"/>
                </a:cubicBezTo>
                <a:cubicBezTo>
                  <a:pt x="78336" y="14467"/>
                  <a:pt x="77403" y="15734"/>
                  <a:pt x="76603" y="16801"/>
                </a:cubicBezTo>
                <a:lnTo>
                  <a:pt x="75203" y="18601"/>
                </a:lnTo>
                <a:cubicBezTo>
                  <a:pt x="69469" y="25401"/>
                  <a:pt x="60402" y="34402"/>
                  <a:pt x="48001" y="45602"/>
                </a:cubicBezTo>
                <a:cubicBezTo>
                  <a:pt x="35601" y="56802"/>
                  <a:pt x="27934" y="64003"/>
                  <a:pt x="25001" y="67203"/>
                </a:cubicBezTo>
                <a:lnTo>
                  <a:pt x="22601" y="69603"/>
                </a:lnTo>
                <a:lnTo>
                  <a:pt x="25600" y="69803"/>
                </a:lnTo>
                <a:cubicBezTo>
                  <a:pt x="28534" y="69803"/>
                  <a:pt x="32801" y="70536"/>
                  <a:pt x="38401" y="72003"/>
                </a:cubicBezTo>
                <a:cubicBezTo>
                  <a:pt x="44001" y="73470"/>
                  <a:pt x="48202" y="74203"/>
                  <a:pt x="51002" y="74203"/>
                </a:cubicBezTo>
                <a:cubicBezTo>
                  <a:pt x="56069" y="74203"/>
                  <a:pt x="60736" y="72937"/>
                  <a:pt x="65003" y="70403"/>
                </a:cubicBezTo>
                <a:cubicBezTo>
                  <a:pt x="69270" y="67870"/>
                  <a:pt x="72070" y="64536"/>
                  <a:pt x="73403" y="60403"/>
                </a:cubicBezTo>
                <a:cubicBezTo>
                  <a:pt x="73936" y="59203"/>
                  <a:pt x="74402" y="58469"/>
                  <a:pt x="74803" y="58203"/>
                </a:cubicBezTo>
                <a:cubicBezTo>
                  <a:pt x="75203" y="57936"/>
                  <a:pt x="76203" y="57803"/>
                  <a:pt x="77803" y="57803"/>
                </a:cubicBezTo>
                <a:cubicBezTo>
                  <a:pt x="80337" y="57803"/>
                  <a:pt x="81603" y="58469"/>
                  <a:pt x="81603" y="59803"/>
                </a:cubicBezTo>
                <a:cubicBezTo>
                  <a:pt x="81603" y="60469"/>
                  <a:pt x="81537" y="61069"/>
                  <a:pt x="81403" y="61603"/>
                </a:cubicBezTo>
                <a:cubicBezTo>
                  <a:pt x="79136" y="69870"/>
                  <a:pt x="74736" y="76737"/>
                  <a:pt x="68202" y="82204"/>
                </a:cubicBezTo>
                <a:cubicBezTo>
                  <a:pt x="61669" y="87671"/>
                  <a:pt x="55136" y="90471"/>
                  <a:pt x="48601" y="90604"/>
                </a:cubicBezTo>
                <a:cubicBezTo>
                  <a:pt x="45135" y="90604"/>
                  <a:pt x="42068" y="89471"/>
                  <a:pt x="39401" y="87204"/>
                </a:cubicBezTo>
                <a:cubicBezTo>
                  <a:pt x="36735" y="84937"/>
                  <a:pt x="34134" y="82670"/>
                  <a:pt x="31601" y="80404"/>
                </a:cubicBezTo>
                <a:cubicBezTo>
                  <a:pt x="29068" y="78137"/>
                  <a:pt x="26534" y="77004"/>
                  <a:pt x="24000" y="77004"/>
                </a:cubicBezTo>
                <a:cubicBezTo>
                  <a:pt x="18134" y="77004"/>
                  <a:pt x="12867" y="81004"/>
                  <a:pt x="8200" y="89004"/>
                </a:cubicBezTo>
                <a:cubicBezTo>
                  <a:pt x="7400" y="90071"/>
                  <a:pt x="6266" y="90604"/>
                  <a:pt x="4800" y="90604"/>
                </a:cubicBezTo>
                <a:lnTo>
                  <a:pt x="3799" y="90604"/>
                </a:lnTo>
                <a:lnTo>
                  <a:pt x="1200" y="90604"/>
                </a:lnTo>
                <a:cubicBezTo>
                  <a:pt x="399" y="89804"/>
                  <a:pt x="0" y="89204"/>
                  <a:pt x="0" y="88804"/>
                </a:cubicBezTo>
                <a:cubicBezTo>
                  <a:pt x="0" y="86804"/>
                  <a:pt x="3867" y="81070"/>
                  <a:pt x="11600" y="71603"/>
                </a:cubicBezTo>
                <a:cubicBezTo>
                  <a:pt x="16801" y="65603"/>
                  <a:pt x="25600" y="56936"/>
                  <a:pt x="38001" y="45602"/>
                </a:cubicBezTo>
                <a:cubicBezTo>
                  <a:pt x="50402" y="34268"/>
                  <a:pt x="58069" y="27068"/>
                  <a:pt x="61002" y="24001"/>
                </a:cubicBezTo>
                <a:cubicBezTo>
                  <a:pt x="62602" y="21868"/>
                  <a:pt x="63069" y="20801"/>
                  <a:pt x="62402" y="208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67" name="pdf-path-98">
            <a:extLst xmlns:a="http://schemas.openxmlformats.org/drawingml/2006/main">
              <a:ext uri="{FF2B5EF4-FFF2-40B4-BE49-F238E27FC236}">
                <a16:creationId xmlns:a16="http://schemas.microsoft.com/office/drawing/2014/main" id="{DF5DF9B7-96A3-4942-861B-AFBAE815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05" y="985907"/>
            <a:ext cx="1240353" cy="620177"/>
          </a:xfrm>
          <a:custGeom xmlns:a="http://schemas.openxmlformats.org/drawingml/2006/main">
            <a:pathLst>
              <a:path w="1240353" h="620177">
                <a:moveTo>
                  <a:pt x="186053" y="0"/>
                </a:moveTo>
                <a:lnTo>
                  <a:pt x="1054300" y="0"/>
                </a:lnTo>
                <a:cubicBezTo>
                  <a:pt x="1066516" y="3"/>
                  <a:pt x="1078615" y="1193"/>
                  <a:pt x="1090597" y="3572"/>
                </a:cubicBezTo>
                <a:cubicBezTo>
                  <a:pt x="1102578" y="5958"/>
                  <a:pt x="1114213" y="9484"/>
                  <a:pt x="1125499" y="14155"/>
                </a:cubicBezTo>
                <a:cubicBezTo>
                  <a:pt x="1136786" y="18833"/>
                  <a:pt x="1147508" y="24560"/>
                  <a:pt x="1157665" y="31348"/>
                </a:cubicBezTo>
                <a:cubicBezTo>
                  <a:pt x="1167823" y="38136"/>
                  <a:pt x="1177221" y="45848"/>
                  <a:pt x="1185859" y="54492"/>
                </a:cubicBezTo>
                <a:cubicBezTo>
                  <a:pt x="1194497" y="63125"/>
                  <a:pt x="1202210" y="72526"/>
                  <a:pt x="1208997" y="82680"/>
                </a:cubicBezTo>
                <a:cubicBezTo>
                  <a:pt x="1215784" y="92841"/>
                  <a:pt x="1221515" y="103563"/>
                  <a:pt x="1226190" y="114851"/>
                </a:cubicBezTo>
                <a:cubicBezTo>
                  <a:pt x="1230865" y="126135"/>
                  <a:pt x="1234394" y="137772"/>
                  <a:pt x="1236777" y="149754"/>
                </a:cubicBezTo>
                <a:cubicBezTo>
                  <a:pt x="1239161" y="161735"/>
                  <a:pt x="1240353" y="173832"/>
                  <a:pt x="1240353" y="186051"/>
                </a:cubicBezTo>
                <a:lnTo>
                  <a:pt x="1240353" y="434122"/>
                </a:lnTo>
                <a:cubicBezTo>
                  <a:pt x="1240353" y="446338"/>
                  <a:pt x="1239161" y="458438"/>
                  <a:pt x="1236777" y="470420"/>
                </a:cubicBezTo>
                <a:cubicBezTo>
                  <a:pt x="1234394" y="482398"/>
                  <a:pt x="1230865" y="494031"/>
                  <a:pt x="1226190" y="505316"/>
                </a:cubicBezTo>
                <a:cubicBezTo>
                  <a:pt x="1221515" y="516600"/>
                  <a:pt x="1215784" y="527322"/>
                  <a:pt x="1208997" y="537483"/>
                </a:cubicBezTo>
                <a:cubicBezTo>
                  <a:pt x="1202210" y="547638"/>
                  <a:pt x="1194497" y="557038"/>
                  <a:pt x="1185859" y="565678"/>
                </a:cubicBezTo>
                <a:cubicBezTo>
                  <a:pt x="1177221" y="574315"/>
                  <a:pt x="1167823" y="582027"/>
                  <a:pt x="1157665" y="588815"/>
                </a:cubicBezTo>
                <a:cubicBezTo>
                  <a:pt x="1147508" y="595603"/>
                  <a:pt x="1136786" y="601334"/>
                  <a:pt x="1125499" y="606008"/>
                </a:cubicBezTo>
                <a:cubicBezTo>
                  <a:pt x="1114213" y="610686"/>
                  <a:pt x="1102578" y="614216"/>
                  <a:pt x="1090597" y="616598"/>
                </a:cubicBezTo>
                <a:cubicBezTo>
                  <a:pt x="1078615" y="618984"/>
                  <a:pt x="1066516" y="620177"/>
                  <a:pt x="1054300" y="620177"/>
                </a:cubicBezTo>
                <a:lnTo>
                  <a:pt x="186053" y="620177"/>
                </a:lnTo>
                <a:cubicBezTo>
                  <a:pt x="173836" y="620177"/>
                  <a:pt x="161737" y="618984"/>
                  <a:pt x="149755" y="616598"/>
                </a:cubicBezTo>
                <a:cubicBezTo>
                  <a:pt x="137774" y="614216"/>
                  <a:pt x="126140" y="610686"/>
                  <a:pt x="114853" y="606008"/>
                </a:cubicBezTo>
                <a:cubicBezTo>
                  <a:pt x="103567" y="601334"/>
                  <a:pt x="92845" y="595603"/>
                  <a:pt x="82687" y="588815"/>
                </a:cubicBezTo>
                <a:cubicBezTo>
                  <a:pt x="72530" y="582027"/>
                  <a:pt x="63132" y="574315"/>
                  <a:pt x="54493" y="565678"/>
                </a:cubicBezTo>
                <a:cubicBezTo>
                  <a:pt x="45855" y="557038"/>
                  <a:pt x="38143" y="547638"/>
                  <a:pt x="31355" y="537483"/>
                </a:cubicBezTo>
                <a:cubicBezTo>
                  <a:pt x="24568" y="527322"/>
                  <a:pt x="18837" y="516600"/>
                  <a:pt x="14162" y="505316"/>
                </a:cubicBezTo>
                <a:cubicBezTo>
                  <a:pt x="9487" y="494031"/>
                  <a:pt x="5958" y="482398"/>
                  <a:pt x="3574" y="470420"/>
                </a:cubicBezTo>
                <a:cubicBezTo>
                  <a:pt x="1191" y="458438"/>
                  <a:pt x="0" y="446338"/>
                  <a:pt x="0" y="434122"/>
                </a:cubicBezTo>
                <a:lnTo>
                  <a:pt x="0" y="186051"/>
                </a:lnTo>
                <a:cubicBezTo>
                  <a:pt x="0" y="173832"/>
                  <a:pt x="1191" y="161735"/>
                  <a:pt x="3574" y="149754"/>
                </a:cubicBezTo>
                <a:cubicBezTo>
                  <a:pt x="5958" y="137772"/>
                  <a:pt x="9487" y="126135"/>
                  <a:pt x="14162" y="114851"/>
                </a:cubicBezTo>
                <a:cubicBezTo>
                  <a:pt x="18837" y="103563"/>
                  <a:pt x="24568" y="92841"/>
                  <a:pt x="31355" y="82680"/>
                </a:cubicBezTo>
                <a:cubicBezTo>
                  <a:pt x="38143" y="72526"/>
                  <a:pt x="45855" y="63125"/>
                  <a:pt x="54493" y="54492"/>
                </a:cubicBezTo>
                <a:cubicBezTo>
                  <a:pt x="63132" y="45848"/>
                  <a:pt x="72530" y="38136"/>
                  <a:pt x="82687" y="31348"/>
                </a:cubicBezTo>
                <a:cubicBezTo>
                  <a:pt x="92845" y="24560"/>
                  <a:pt x="103567" y="18833"/>
                  <a:pt x="114853" y="14155"/>
                </a:cubicBezTo>
                <a:cubicBezTo>
                  <a:pt x="126140" y="9484"/>
                  <a:pt x="137774" y="5958"/>
                  <a:pt x="149755" y="3572"/>
                </a:cubicBezTo>
                <a:cubicBezTo>
                  <a:pt x="161737" y="1193"/>
                  <a:pt x="173836" y="3"/>
                  <a:pt x="186053" y="0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68" name="pdf-text-14-0">
            <a:extLst xmlns:a="http://schemas.openxmlformats.org/drawingml/2006/main">
              <a:ext uri="{FF2B5EF4-FFF2-40B4-BE49-F238E27FC236}">
                <a16:creationId xmlns:a16="http://schemas.microsoft.com/office/drawing/2014/main" id="{DFEADDD3-950C-4703-954D-11C4D91F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660" y="1044456"/>
            <a:ext cx="692863" cy="18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69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5E0489AB-2C53-4C6F-91B4-12561C44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506" y="1284948"/>
            <a:ext cx="117155" cy="196010"/>
          </a:xfrm>
          <a:custGeom xmlns:a="http://schemas.openxmlformats.org/drawingml/2006/main">
            <a:pathLst>
              <a:path w="117155" h="196010">
                <a:moveTo>
                  <a:pt x="80090" y="1308"/>
                </a:moveTo>
                <a:cubicBezTo>
                  <a:pt x="80672" y="436"/>
                  <a:pt x="81544" y="0"/>
                  <a:pt x="82706" y="0"/>
                </a:cubicBezTo>
                <a:lnTo>
                  <a:pt x="84451" y="0"/>
                </a:lnTo>
                <a:lnTo>
                  <a:pt x="87285" y="0"/>
                </a:lnTo>
                <a:cubicBezTo>
                  <a:pt x="88157" y="872"/>
                  <a:pt x="88593" y="1453"/>
                  <a:pt x="88593" y="1744"/>
                </a:cubicBezTo>
                <a:cubicBezTo>
                  <a:pt x="88593" y="2762"/>
                  <a:pt x="86413" y="11701"/>
                  <a:pt x="82052" y="28562"/>
                </a:cubicBezTo>
                <a:cubicBezTo>
                  <a:pt x="81035" y="32632"/>
                  <a:pt x="80017" y="36920"/>
                  <a:pt x="79000" y="41426"/>
                </a:cubicBezTo>
                <a:cubicBezTo>
                  <a:pt x="77983" y="45932"/>
                  <a:pt x="77111" y="49275"/>
                  <a:pt x="76384" y="51455"/>
                </a:cubicBezTo>
                <a:lnTo>
                  <a:pt x="75512" y="54944"/>
                </a:lnTo>
                <a:cubicBezTo>
                  <a:pt x="75512" y="55089"/>
                  <a:pt x="76166" y="55162"/>
                  <a:pt x="77474" y="55162"/>
                </a:cubicBezTo>
                <a:cubicBezTo>
                  <a:pt x="78782" y="55162"/>
                  <a:pt x="81108" y="55598"/>
                  <a:pt x="84451" y="56470"/>
                </a:cubicBezTo>
                <a:cubicBezTo>
                  <a:pt x="87794" y="57342"/>
                  <a:pt x="91283" y="58578"/>
                  <a:pt x="94916" y="60176"/>
                </a:cubicBezTo>
                <a:cubicBezTo>
                  <a:pt x="101312" y="63229"/>
                  <a:pt x="106617" y="67662"/>
                  <a:pt x="110832" y="73476"/>
                </a:cubicBezTo>
                <a:cubicBezTo>
                  <a:pt x="115048" y="79291"/>
                  <a:pt x="117155" y="86340"/>
                  <a:pt x="117155" y="94625"/>
                </a:cubicBezTo>
                <a:cubicBezTo>
                  <a:pt x="117155" y="102910"/>
                  <a:pt x="114902" y="110832"/>
                  <a:pt x="110396" y="118391"/>
                </a:cubicBezTo>
                <a:cubicBezTo>
                  <a:pt x="105890" y="125949"/>
                  <a:pt x="100294" y="132199"/>
                  <a:pt x="93608" y="137141"/>
                </a:cubicBezTo>
                <a:cubicBezTo>
                  <a:pt x="86922" y="142083"/>
                  <a:pt x="79872" y="146008"/>
                  <a:pt x="72459" y="148915"/>
                </a:cubicBezTo>
                <a:cubicBezTo>
                  <a:pt x="65046" y="151822"/>
                  <a:pt x="58142" y="153348"/>
                  <a:pt x="51746" y="153493"/>
                </a:cubicBezTo>
                <a:lnTo>
                  <a:pt x="50874" y="153493"/>
                </a:lnTo>
                <a:lnTo>
                  <a:pt x="45641" y="174207"/>
                </a:lnTo>
                <a:cubicBezTo>
                  <a:pt x="44769" y="177549"/>
                  <a:pt x="43824" y="181547"/>
                  <a:pt x="42807" y="186198"/>
                </a:cubicBezTo>
                <a:cubicBezTo>
                  <a:pt x="41644" y="190849"/>
                  <a:pt x="40845" y="193611"/>
                  <a:pt x="40409" y="194483"/>
                </a:cubicBezTo>
                <a:cubicBezTo>
                  <a:pt x="39973" y="195356"/>
                  <a:pt x="39101" y="195864"/>
                  <a:pt x="37792" y="196010"/>
                </a:cubicBezTo>
                <a:lnTo>
                  <a:pt x="36484" y="196010"/>
                </a:lnTo>
                <a:cubicBezTo>
                  <a:pt x="33577" y="196010"/>
                  <a:pt x="32123" y="195501"/>
                  <a:pt x="32123" y="194483"/>
                </a:cubicBezTo>
                <a:cubicBezTo>
                  <a:pt x="32123" y="193757"/>
                  <a:pt x="33722" y="186852"/>
                  <a:pt x="36920" y="173770"/>
                </a:cubicBezTo>
                <a:lnTo>
                  <a:pt x="41935" y="153712"/>
                </a:lnTo>
                <a:cubicBezTo>
                  <a:pt x="41935" y="153566"/>
                  <a:pt x="41353" y="153493"/>
                  <a:pt x="40191" y="153493"/>
                </a:cubicBezTo>
                <a:cubicBezTo>
                  <a:pt x="39464" y="153493"/>
                  <a:pt x="38010" y="153348"/>
                  <a:pt x="35830" y="153057"/>
                </a:cubicBezTo>
                <a:cubicBezTo>
                  <a:pt x="33649" y="152767"/>
                  <a:pt x="30379" y="151749"/>
                  <a:pt x="26019" y="150005"/>
                </a:cubicBezTo>
                <a:cubicBezTo>
                  <a:pt x="21658" y="148261"/>
                  <a:pt x="17733" y="146081"/>
                  <a:pt x="14245" y="143464"/>
                </a:cubicBezTo>
                <a:cubicBezTo>
                  <a:pt x="10756" y="140848"/>
                  <a:pt x="7486" y="136996"/>
                  <a:pt x="4433" y="131909"/>
                </a:cubicBezTo>
                <a:cubicBezTo>
                  <a:pt x="1381" y="126821"/>
                  <a:pt x="0" y="120862"/>
                  <a:pt x="291" y="114030"/>
                </a:cubicBezTo>
                <a:cubicBezTo>
                  <a:pt x="291" y="105309"/>
                  <a:pt x="2689" y="97096"/>
                  <a:pt x="7486" y="89392"/>
                </a:cubicBezTo>
                <a:cubicBezTo>
                  <a:pt x="12283" y="81689"/>
                  <a:pt x="18169" y="75438"/>
                  <a:pt x="25146" y="70642"/>
                </a:cubicBezTo>
                <a:cubicBezTo>
                  <a:pt x="32123" y="65845"/>
                  <a:pt x="39173" y="62066"/>
                  <a:pt x="46295" y="59304"/>
                </a:cubicBezTo>
                <a:cubicBezTo>
                  <a:pt x="53418" y="56543"/>
                  <a:pt x="59813" y="55162"/>
                  <a:pt x="65482" y="55162"/>
                </a:cubicBezTo>
                <a:cubicBezTo>
                  <a:pt x="66209" y="55162"/>
                  <a:pt x="66645" y="54871"/>
                  <a:pt x="66790" y="54290"/>
                </a:cubicBezTo>
                <a:lnTo>
                  <a:pt x="73331" y="27690"/>
                </a:lnTo>
                <a:cubicBezTo>
                  <a:pt x="77837" y="10393"/>
                  <a:pt x="80090" y="1599"/>
                  <a:pt x="80090" y="1308"/>
                </a:cubicBezTo>
                <a:moveTo>
                  <a:pt x="17515" y="118609"/>
                </a:moveTo>
                <a:cubicBezTo>
                  <a:pt x="17515" y="123551"/>
                  <a:pt x="18387" y="127839"/>
                  <a:pt x="20131" y="131473"/>
                </a:cubicBezTo>
                <a:cubicBezTo>
                  <a:pt x="21876" y="135106"/>
                  <a:pt x="24274" y="137868"/>
                  <a:pt x="27327" y="139757"/>
                </a:cubicBezTo>
                <a:cubicBezTo>
                  <a:pt x="30379" y="141647"/>
                  <a:pt x="32995" y="142956"/>
                  <a:pt x="35176" y="143682"/>
                </a:cubicBezTo>
                <a:cubicBezTo>
                  <a:pt x="37356" y="144409"/>
                  <a:pt x="39827" y="144991"/>
                  <a:pt x="42589" y="145427"/>
                </a:cubicBezTo>
                <a:lnTo>
                  <a:pt x="44115" y="145427"/>
                </a:lnTo>
                <a:lnTo>
                  <a:pt x="64392" y="63229"/>
                </a:lnTo>
                <a:cubicBezTo>
                  <a:pt x="63811" y="63229"/>
                  <a:pt x="63011" y="63301"/>
                  <a:pt x="61994" y="63447"/>
                </a:cubicBezTo>
                <a:cubicBezTo>
                  <a:pt x="60976" y="63592"/>
                  <a:pt x="58868" y="64174"/>
                  <a:pt x="55671" y="65191"/>
                </a:cubicBezTo>
                <a:cubicBezTo>
                  <a:pt x="52473" y="66209"/>
                  <a:pt x="49420" y="67372"/>
                  <a:pt x="46513" y="68680"/>
                </a:cubicBezTo>
                <a:cubicBezTo>
                  <a:pt x="43606" y="69988"/>
                  <a:pt x="40409" y="72095"/>
                  <a:pt x="36920" y="75002"/>
                </a:cubicBezTo>
                <a:cubicBezTo>
                  <a:pt x="33431" y="77910"/>
                  <a:pt x="30452" y="81253"/>
                  <a:pt x="27981" y="85032"/>
                </a:cubicBezTo>
                <a:cubicBezTo>
                  <a:pt x="25365" y="89102"/>
                  <a:pt x="22966" y="93971"/>
                  <a:pt x="20786" y="99640"/>
                </a:cubicBezTo>
                <a:cubicBezTo>
                  <a:pt x="18605" y="106326"/>
                  <a:pt x="17515" y="112649"/>
                  <a:pt x="17515" y="118609"/>
                </a:cubicBezTo>
                <a:moveTo>
                  <a:pt x="99931" y="89829"/>
                </a:moveTo>
                <a:cubicBezTo>
                  <a:pt x="99931" y="84305"/>
                  <a:pt x="98768" y="79581"/>
                  <a:pt x="96442" y="75656"/>
                </a:cubicBezTo>
                <a:cubicBezTo>
                  <a:pt x="94117" y="71732"/>
                  <a:pt x="91210" y="68970"/>
                  <a:pt x="87721" y="67372"/>
                </a:cubicBezTo>
                <a:cubicBezTo>
                  <a:pt x="84233" y="65773"/>
                  <a:pt x="81398" y="64682"/>
                  <a:pt x="79218" y="64101"/>
                </a:cubicBezTo>
                <a:cubicBezTo>
                  <a:pt x="77038" y="63519"/>
                  <a:pt x="75293" y="63229"/>
                  <a:pt x="73985" y="63229"/>
                </a:cubicBezTo>
                <a:lnTo>
                  <a:pt x="73331" y="63229"/>
                </a:lnTo>
                <a:lnTo>
                  <a:pt x="63302" y="104001"/>
                </a:lnTo>
                <a:lnTo>
                  <a:pt x="52836" y="144991"/>
                </a:lnTo>
                <a:cubicBezTo>
                  <a:pt x="52836" y="145281"/>
                  <a:pt x="52909" y="145427"/>
                  <a:pt x="53054" y="145427"/>
                </a:cubicBezTo>
                <a:cubicBezTo>
                  <a:pt x="54217" y="145427"/>
                  <a:pt x="56543" y="144991"/>
                  <a:pt x="60031" y="144118"/>
                </a:cubicBezTo>
                <a:cubicBezTo>
                  <a:pt x="63520" y="143246"/>
                  <a:pt x="66427" y="142229"/>
                  <a:pt x="68752" y="141066"/>
                </a:cubicBezTo>
                <a:cubicBezTo>
                  <a:pt x="75003" y="138304"/>
                  <a:pt x="80381" y="134452"/>
                  <a:pt x="84887" y="129510"/>
                </a:cubicBezTo>
                <a:cubicBezTo>
                  <a:pt x="89393" y="124568"/>
                  <a:pt x="92591" y="119481"/>
                  <a:pt x="94480" y="114248"/>
                </a:cubicBezTo>
                <a:cubicBezTo>
                  <a:pt x="96370" y="109015"/>
                  <a:pt x="97750" y="104364"/>
                  <a:pt x="98623" y="100294"/>
                </a:cubicBezTo>
                <a:cubicBezTo>
                  <a:pt x="99495" y="96224"/>
                  <a:pt x="99931" y="92736"/>
                  <a:pt x="99931" y="89829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0" name="pdf-path-103">
            <a:extLst xmlns:a="http://schemas.openxmlformats.org/drawingml/2006/main">
              <a:ext uri="{FF2B5EF4-FFF2-40B4-BE49-F238E27FC236}">
                <a16:creationId xmlns:a16="http://schemas.microsoft.com/office/drawing/2014/main" id="{A553151B-15A0-4029-BA07-DAC16507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863" y="1272739"/>
            <a:ext cx="52110" cy="218031"/>
          </a:xfrm>
          <a:custGeom xmlns:a="http://schemas.openxmlformats.org/drawingml/2006/main">
            <a:pathLst>
              <a:path w="52110" h="218031">
                <a:moveTo>
                  <a:pt x="0" y="109015"/>
                </a:moveTo>
                <a:cubicBezTo>
                  <a:pt x="0" y="98986"/>
                  <a:pt x="727" y="89465"/>
                  <a:pt x="2181" y="80454"/>
                </a:cubicBezTo>
                <a:cubicBezTo>
                  <a:pt x="3634" y="71441"/>
                  <a:pt x="5305" y="63665"/>
                  <a:pt x="7195" y="57124"/>
                </a:cubicBezTo>
                <a:cubicBezTo>
                  <a:pt x="9085" y="50583"/>
                  <a:pt x="11774" y="44188"/>
                  <a:pt x="15262" y="37937"/>
                </a:cubicBezTo>
                <a:cubicBezTo>
                  <a:pt x="18751" y="31687"/>
                  <a:pt x="21513" y="26818"/>
                  <a:pt x="23548" y="23329"/>
                </a:cubicBezTo>
                <a:cubicBezTo>
                  <a:pt x="25583" y="19841"/>
                  <a:pt x="28635" y="16062"/>
                  <a:pt x="32705" y="11992"/>
                </a:cubicBezTo>
                <a:cubicBezTo>
                  <a:pt x="36775" y="7922"/>
                  <a:pt x="39173" y="5451"/>
                  <a:pt x="39900" y="4579"/>
                </a:cubicBezTo>
                <a:cubicBezTo>
                  <a:pt x="40627" y="3707"/>
                  <a:pt x="42443" y="2180"/>
                  <a:pt x="45350" y="0"/>
                </a:cubicBezTo>
                <a:lnTo>
                  <a:pt x="48185" y="0"/>
                </a:lnTo>
                <a:lnTo>
                  <a:pt x="49057" y="0"/>
                </a:lnTo>
                <a:cubicBezTo>
                  <a:pt x="51092" y="0"/>
                  <a:pt x="52110" y="654"/>
                  <a:pt x="52110" y="1962"/>
                </a:cubicBezTo>
                <a:cubicBezTo>
                  <a:pt x="52110" y="2398"/>
                  <a:pt x="50874" y="3925"/>
                  <a:pt x="48403" y="6541"/>
                </a:cubicBezTo>
                <a:cubicBezTo>
                  <a:pt x="45932" y="9157"/>
                  <a:pt x="42952" y="13009"/>
                  <a:pt x="39464" y="18097"/>
                </a:cubicBezTo>
                <a:cubicBezTo>
                  <a:pt x="35975" y="23184"/>
                  <a:pt x="32414" y="29434"/>
                  <a:pt x="28780" y="36847"/>
                </a:cubicBezTo>
                <a:cubicBezTo>
                  <a:pt x="25147" y="44260"/>
                  <a:pt x="22094" y="54290"/>
                  <a:pt x="19623" y="66936"/>
                </a:cubicBezTo>
                <a:cubicBezTo>
                  <a:pt x="17152" y="79581"/>
                  <a:pt x="15916" y="93608"/>
                  <a:pt x="15916" y="109015"/>
                </a:cubicBezTo>
                <a:cubicBezTo>
                  <a:pt x="15916" y="124423"/>
                  <a:pt x="17152" y="138377"/>
                  <a:pt x="19623" y="150877"/>
                </a:cubicBezTo>
                <a:cubicBezTo>
                  <a:pt x="22094" y="163378"/>
                  <a:pt x="25074" y="173480"/>
                  <a:pt x="28562" y="181184"/>
                </a:cubicBezTo>
                <a:cubicBezTo>
                  <a:pt x="32051" y="188887"/>
                  <a:pt x="35612" y="195138"/>
                  <a:pt x="39246" y="199934"/>
                </a:cubicBezTo>
                <a:cubicBezTo>
                  <a:pt x="42880" y="204731"/>
                  <a:pt x="45932" y="208583"/>
                  <a:pt x="48403" y="211490"/>
                </a:cubicBezTo>
                <a:cubicBezTo>
                  <a:pt x="50874" y="214397"/>
                  <a:pt x="52110" y="215923"/>
                  <a:pt x="52110" y="216069"/>
                </a:cubicBezTo>
                <a:cubicBezTo>
                  <a:pt x="52110" y="217377"/>
                  <a:pt x="51020" y="218031"/>
                  <a:pt x="48839" y="218031"/>
                </a:cubicBezTo>
                <a:lnTo>
                  <a:pt x="48185" y="218031"/>
                </a:lnTo>
                <a:lnTo>
                  <a:pt x="45350" y="218031"/>
                </a:lnTo>
                <a:lnTo>
                  <a:pt x="39246" y="212798"/>
                </a:lnTo>
                <a:cubicBezTo>
                  <a:pt x="25583" y="200443"/>
                  <a:pt x="15626" y="185036"/>
                  <a:pt x="9376" y="166576"/>
                </a:cubicBezTo>
                <a:cubicBezTo>
                  <a:pt x="3125" y="148116"/>
                  <a:pt x="0" y="128929"/>
                  <a:pt x="0" y="1090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1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05BFFB7C-49AE-44FB-BD7B-F4629A1C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188" y="1368672"/>
            <a:ext cx="26382" cy="26164"/>
          </a:xfrm>
          <a:custGeom xmlns:a="http://schemas.openxmlformats.org/drawingml/2006/main">
            <a:pathLst>
              <a:path w="26382" h="26164">
                <a:moveTo>
                  <a:pt x="0" y="13082"/>
                </a:moveTo>
                <a:cubicBezTo>
                  <a:pt x="0" y="9593"/>
                  <a:pt x="1235" y="6541"/>
                  <a:pt x="3707" y="3925"/>
                </a:cubicBezTo>
                <a:cubicBezTo>
                  <a:pt x="6178" y="1308"/>
                  <a:pt x="9302" y="0"/>
                  <a:pt x="13082" y="0"/>
                </a:cubicBezTo>
                <a:cubicBezTo>
                  <a:pt x="16570" y="0"/>
                  <a:pt x="19623" y="1163"/>
                  <a:pt x="22239" y="3489"/>
                </a:cubicBezTo>
                <a:cubicBezTo>
                  <a:pt x="24855" y="5814"/>
                  <a:pt x="26236" y="8939"/>
                  <a:pt x="26382" y="12864"/>
                </a:cubicBezTo>
                <a:cubicBezTo>
                  <a:pt x="26382" y="16498"/>
                  <a:pt x="25146" y="19623"/>
                  <a:pt x="22675" y="22239"/>
                </a:cubicBezTo>
                <a:cubicBezTo>
                  <a:pt x="20204" y="24856"/>
                  <a:pt x="17079" y="26164"/>
                  <a:pt x="13300" y="26164"/>
                </a:cubicBezTo>
                <a:cubicBezTo>
                  <a:pt x="9520" y="26164"/>
                  <a:pt x="6396" y="24928"/>
                  <a:pt x="3925" y="22457"/>
                </a:cubicBezTo>
                <a:cubicBezTo>
                  <a:pt x="1453" y="19986"/>
                  <a:pt x="145" y="16861"/>
                  <a:pt x="0" y="1308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2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1DDF5CE8-B036-489B-A519-DB7BCE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786" y="1272739"/>
            <a:ext cx="52109" cy="218031"/>
          </a:xfrm>
          <a:custGeom xmlns:a="http://schemas.openxmlformats.org/drawingml/2006/main">
            <a:pathLst>
              <a:path w="52109" h="218031">
                <a:moveTo>
                  <a:pt x="1090" y="218"/>
                </a:moveTo>
                <a:lnTo>
                  <a:pt x="1962" y="0"/>
                </a:lnTo>
                <a:cubicBezTo>
                  <a:pt x="2689" y="0"/>
                  <a:pt x="3416" y="0"/>
                  <a:pt x="4143" y="0"/>
                </a:cubicBezTo>
                <a:lnTo>
                  <a:pt x="6759" y="0"/>
                </a:lnTo>
                <a:lnTo>
                  <a:pt x="12863" y="5233"/>
                </a:lnTo>
                <a:cubicBezTo>
                  <a:pt x="26527" y="17588"/>
                  <a:pt x="36484" y="32995"/>
                  <a:pt x="42734" y="51455"/>
                </a:cubicBezTo>
                <a:cubicBezTo>
                  <a:pt x="48984" y="69915"/>
                  <a:pt x="52109" y="89102"/>
                  <a:pt x="52109" y="109015"/>
                </a:cubicBezTo>
                <a:cubicBezTo>
                  <a:pt x="52109" y="118900"/>
                  <a:pt x="51382" y="128420"/>
                  <a:pt x="49929" y="137577"/>
                </a:cubicBezTo>
                <a:cubicBezTo>
                  <a:pt x="48475" y="146735"/>
                  <a:pt x="46804" y="154511"/>
                  <a:pt x="44914" y="160907"/>
                </a:cubicBezTo>
                <a:cubicBezTo>
                  <a:pt x="43025" y="167302"/>
                  <a:pt x="40335" y="173698"/>
                  <a:pt x="36847" y="180094"/>
                </a:cubicBezTo>
                <a:cubicBezTo>
                  <a:pt x="33359" y="186489"/>
                  <a:pt x="30597" y="191358"/>
                  <a:pt x="28562" y="194702"/>
                </a:cubicBezTo>
                <a:cubicBezTo>
                  <a:pt x="26527" y="198045"/>
                  <a:pt x="23547" y="201751"/>
                  <a:pt x="19623" y="205821"/>
                </a:cubicBezTo>
                <a:cubicBezTo>
                  <a:pt x="15698" y="209891"/>
                  <a:pt x="13372" y="212289"/>
                  <a:pt x="12645" y="213016"/>
                </a:cubicBezTo>
                <a:cubicBezTo>
                  <a:pt x="11919" y="213743"/>
                  <a:pt x="10247" y="215124"/>
                  <a:pt x="7631" y="217159"/>
                </a:cubicBezTo>
                <a:cubicBezTo>
                  <a:pt x="7195" y="217595"/>
                  <a:pt x="6904" y="217886"/>
                  <a:pt x="6759" y="218031"/>
                </a:cubicBezTo>
                <a:lnTo>
                  <a:pt x="4143" y="218031"/>
                </a:lnTo>
                <a:cubicBezTo>
                  <a:pt x="2980" y="218031"/>
                  <a:pt x="2180" y="218031"/>
                  <a:pt x="1744" y="218031"/>
                </a:cubicBezTo>
                <a:cubicBezTo>
                  <a:pt x="1308" y="218031"/>
                  <a:pt x="944" y="217813"/>
                  <a:pt x="654" y="217377"/>
                </a:cubicBezTo>
                <a:cubicBezTo>
                  <a:pt x="363" y="216941"/>
                  <a:pt x="145" y="216287"/>
                  <a:pt x="0" y="215414"/>
                </a:cubicBezTo>
                <a:cubicBezTo>
                  <a:pt x="145" y="215269"/>
                  <a:pt x="944" y="214324"/>
                  <a:pt x="2398" y="212580"/>
                </a:cubicBezTo>
                <a:cubicBezTo>
                  <a:pt x="24928" y="189178"/>
                  <a:pt x="36193" y="154657"/>
                  <a:pt x="36193" y="109015"/>
                </a:cubicBezTo>
                <a:cubicBezTo>
                  <a:pt x="36193" y="63374"/>
                  <a:pt x="24928" y="28853"/>
                  <a:pt x="2398" y="5451"/>
                </a:cubicBezTo>
                <a:cubicBezTo>
                  <a:pt x="944" y="3707"/>
                  <a:pt x="145" y="2762"/>
                  <a:pt x="0" y="2617"/>
                </a:cubicBezTo>
                <a:cubicBezTo>
                  <a:pt x="0" y="1454"/>
                  <a:pt x="363" y="654"/>
                  <a:pt x="1090" y="2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3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9D4EF69C-C0B1-4FDA-B20F-7F07C067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017" y="520775"/>
            <a:ext cx="2887696" cy="465132"/>
          </a:xfrm>
          <a:custGeom xmlns:a="http://schemas.openxmlformats.org/drawingml/2006/main">
            <a:pathLst>
              <a:path w="2887696" h="465132">
                <a:moveTo>
                  <a:pt x="0" y="0"/>
                </a:moveTo>
                <a:lnTo>
                  <a:pt x="2887696" y="0"/>
                </a:lnTo>
                <a:lnTo>
                  <a:pt x="2887696" y="465132"/>
                </a:lnTo>
                <a:lnTo>
                  <a:pt x="0" y="465132"/>
                </a:lnTo>
                <a:close/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74" name="pdf-path-111">
            <a:extLst xmlns:a="http://schemas.openxmlformats.org/drawingml/2006/main">
              <a:ext uri="{FF2B5EF4-FFF2-40B4-BE49-F238E27FC236}">
                <a16:creationId xmlns:a16="http://schemas.microsoft.com/office/drawing/2014/main" id="{428CE3EB-2AF2-47AF-B654-EBC50280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1418" y="686793"/>
            <a:ext cx="173199" cy="96561"/>
          </a:xfrm>
          <a:custGeom xmlns:a="http://schemas.openxmlformats.org/drawingml/2006/main">
            <a:pathLst>
              <a:path w="173199" h="96561">
                <a:moveTo>
                  <a:pt x="3490" y="86527"/>
                </a:moveTo>
                <a:lnTo>
                  <a:pt x="6544" y="86527"/>
                </a:lnTo>
                <a:cubicBezTo>
                  <a:pt x="12216" y="86527"/>
                  <a:pt x="15633" y="85509"/>
                  <a:pt x="16796" y="83473"/>
                </a:cubicBezTo>
                <a:lnTo>
                  <a:pt x="16796" y="81728"/>
                </a:lnTo>
                <a:cubicBezTo>
                  <a:pt x="16796" y="80419"/>
                  <a:pt x="16796" y="78747"/>
                  <a:pt x="16796" y="76711"/>
                </a:cubicBezTo>
                <a:cubicBezTo>
                  <a:pt x="16796" y="74675"/>
                  <a:pt x="16796" y="72421"/>
                  <a:pt x="16796" y="69949"/>
                </a:cubicBezTo>
                <a:cubicBezTo>
                  <a:pt x="16796" y="67477"/>
                  <a:pt x="16869" y="64641"/>
                  <a:pt x="17014" y="61442"/>
                </a:cubicBezTo>
                <a:cubicBezTo>
                  <a:pt x="17160" y="58242"/>
                  <a:pt x="17160" y="55188"/>
                  <a:pt x="17014" y="52280"/>
                </a:cubicBezTo>
                <a:cubicBezTo>
                  <a:pt x="17014" y="47772"/>
                  <a:pt x="17014" y="42973"/>
                  <a:pt x="17014" y="37883"/>
                </a:cubicBezTo>
                <a:cubicBezTo>
                  <a:pt x="17014" y="32793"/>
                  <a:pt x="16941" y="28503"/>
                  <a:pt x="16796" y="25013"/>
                </a:cubicBezTo>
                <a:lnTo>
                  <a:pt x="16796" y="19996"/>
                </a:lnTo>
                <a:cubicBezTo>
                  <a:pt x="16359" y="17233"/>
                  <a:pt x="15342" y="15415"/>
                  <a:pt x="13742" y="14543"/>
                </a:cubicBezTo>
                <a:cubicBezTo>
                  <a:pt x="12142" y="13670"/>
                  <a:pt x="8870" y="13016"/>
                  <a:pt x="3926" y="12579"/>
                </a:cubicBezTo>
                <a:lnTo>
                  <a:pt x="0" y="12579"/>
                </a:lnTo>
                <a:lnTo>
                  <a:pt x="0" y="7562"/>
                </a:lnTo>
                <a:cubicBezTo>
                  <a:pt x="0" y="4217"/>
                  <a:pt x="145" y="2545"/>
                  <a:pt x="436" y="2545"/>
                </a:cubicBezTo>
                <a:lnTo>
                  <a:pt x="2617" y="2327"/>
                </a:lnTo>
                <a:cubicBezTo>
                  <a:pt x="4072" y="2181"/>
                  <a:pt x="6108" y="2036"/>
                  <a:pt x="8725" y="1891"/>
                </a:cubicBezTo>
                <a:cubicBezTo>
                  <a:pt x="11343" y="1745"/>
                  <a:pt x="14033" y="1600"/>
                  <a:pt x="16796" y="1454"/>
                </a:cubicBezTo>
                <a:cubicBezTo>
                  <a:pt x="19269" y="1309"/>
                  <a:pt x="21886" y="1164"/>
                  <a:pt x="24649" y="1018"/>
                </a:cubicBezTo>
                <a:cubicBezTo>
                  <a:pt x="27412" y="873"/>
                  <a:pt x="29520" y="654"/>
                  <a:pt x="30975" y="364"/>
                </a:cubicBezTo>
                <a:cubicBezTo>
                  <a:pt x="32429" y="73"/>
                  <a:pt x="33229" y="0"/>
                  <a:pt x="33375" y="146"/>
                </a:cubicBezTo>
                <a:lnTo>
                  <a:pt x="34029" y="146"/>
                </a:lnTo>
                <a:lnTo>
                  <a:pt x="34029" y="8871"/>
                </a:lnTo>
                <a:cubicBezTo>
                  <a:pt x="34029" y="14397"/>
                  <a:pt x="34101" y="17160"/>
                  <a:pt x="34247" y="17160"/>
                </a:cubicBezTo>
                <a:cubicBezTo>
                  <a:pt x="34392" y="17160"/>
                  <a:pt x="34756" y="16797"/>
                  <a:pt x="35338" y="16070"/>
                </a:cubicBezTo>
                <a:cubicBezTo>
                  <a:pt x="35919" y="15342"/>
                  <a:pt x="36792" y="14252"/>
                  <a:pt x="37956" y="12797"/>
                </a:cubicBezTo>
                <a:cubicBezTo>
                  <a:pt x="39119" y="11343"/>
                  <a:pt x="40500" y="10034"/>
                  <a:pt x="42099" y="8871"/>
                </a:cubicBezTo>
                <a:cubicBezTo>
                  <a:pt x="43700" y="7708"/>
                  <a:pt x="45808" y="6326"/>
                  <a:pt x="48426" y="4726"/>
                </a:cubicBezTo>
                <a:cubicBezTo>
                  <a:pt x="51043" y="3127"/>
                  <a:pt x="53807" y="1963"/>
                  <a:pt x="56715" y="1236"/>
                </a:cubicBezTo>
                <a:cubicBezTo>
                  <a:pt x="59623" y="509"/>
                  <a:pt x="63332" y="146"/>
                  <a:pt x="67839" y="146"/>
                </a:cubicBezTo>
                <a:cubicBezTo>
                  <a:pt x="70021" y="146"/>
                  <a:pt x="72057" y="291"/>
                  <a:pt x="73947" y="582"/>
                </a:cubicBezTo>
                <a:cubicBezTo>
                  <a:pt x="75838" y="873"/>
                  <a:pt x="77510" y="1309"/>
                  <a:pt x="78965" y="1891"/>
                </a:cubicBezTo>
                <a:cubicBezTo>
                  <a:pt x="80419" y="2472"/>
                  <a:pt x="81801" y="3054"/>
                  <a:pt x="83109" y="3636"/>
                </a:cubicBezTo>
                <a:cubicBezTo>
                  <a:pt x="84418" y="4217"/>
                  <a:pt x="85509" y="4872"/>
                  <a:pt x="86382" y="5599"/>
                </a:cubicBezTo>
                <a:cubicBezTo>
                  <a:pt x="87254" y="6326"/>
                  <a:pt x="88053" y="7126"/>
                  <a:pt x="88781" y="7998"/>
                </a:cubicBezTo>
                <a:cubicBezTo>
                  <a:pt x="89508" y="8871"/>
                  <a:pt x="90162" y="9671"/>
                  <a:pt x="90744" y="10398"/>
                </a:cubicBezTo>
                <a:cubicBezTo>
                  <a:pt x="91326" y="11125"/>
                  <a:pt x="91835" y="11925"/>
                  <a:pt x="92271" y="12797"/>
                </a:cubicBezTo>
                <a:cubicBezTo>
                  <a:pt x="92707" y="13670"/>
                  <a:pt x="92998" y="14397"/>
                  <a:pt x="93143" y="14979"/>
                </a:cubicBezTo>
                <a:cubicBezTo>
                  <a:pt x="93289" y="15560"/>
                  <a:pt x="93507" y="16142"/>
                  <a:pt x="93797" y="16724"/>
                </a:cubicBezTo>
                <a:lnTo>
                  <a:pt x="94234" y="17814"/>
                </a:lnTo>
                <a:lnTo>
                  <a:pt x="94888" y="16942"/>
                </a:lnTo>
                <a:cubicBezTo>
                  <a:pt x="95324" y="16360"/>
                  <a:pt x="95761" y="15778"/>
                  <a:pt x="96197" y="15197"/>
                </a:cubicBezTo>
                <a:cubicBezTo>
                  <a:pt x="96633" y="14615"/>
                  <a:pt x="97288" y="13815"/>
                  <a:pt x="98160" y="12797"/>
                </a:cubicBezTo>
                <a:cubicBezTo>
                  <a:pt x="99033" y="11780"/>
                  <a:pt x="99978" y="10834"/>
                  <a:pt x="100996" y="9962"/>
                </a:cubicBezTo>
                <a:cubicBezTo>
                  <a:pt x="102015" y="9089"/>
                  <a:pt x="103105" y="8144"/>
                  <a:pt x="104268" y="7126"/>
                </a:cubicBezTo>
                <a:cubicBezTo>
                  <a:pt x="105431" y="6108"/>
                  <a:pt x="106886" y="5235"/>
                  <a:pt x="108631" y="4508"/>
                </a:cubicBezTo>
                <a:cubicBezTo>
                  <a:pt x="110376" y="3781"/>
                  <a:pt x="112048" y="3054"/>
                  <a:pt x="113649" y="2327"/>
                </a:cubicBezTo>
                <a:cubicBezTo>
                  <a:pt x="115248" y="1600"/>
                  <a:pt x="117138" y="1091"/>
                  <a:pt x="119319" y="800"/>
                </a:cubicBezTo>
                <a:cubicBezTo>
                  <a:pt x="121501" y="509"/>
                  <a:pt x="123756" y="291"/>
                  <a:pt x="126082" y="146"/>
                </a:cubicBezTo>
                <a:cubicBezTo>
                  <a:pt x="144405" y="146"/>
                  <a:pt x="154367" y="8362"/>
                  <a:pt x="155966" y="24795"/>
                </a:cubicBezTo>
                <a:cubicBezTo>
                  <a:pt x="156112" y="25813"/>
                  <a:pt x="156185" y="35920"/>
                  <a:pt x="156185" y="55116"/>
                </a:cubicBezTo>
                <a:lnTo>
                  <a:pt x="156185" y="73875"/>
                </a:lnTo>
                <a:cubicBezTo>
                  <a:pt x="156185" y="79401"/>
                  <a:pt x="156330" y="82674"/>
                  <a:pt x="156621" y="83691"/>
                </a:cubicBezTo>
                <a:cubicBezTo>
                  <a:pt x="156911" y="84709"/>
                  <a:pt x="157712" y="85437"/>
                  <a:pt x="159021" y="85873"/>
                </a:cubicBezTo>
                <a:cubicBezTo>
                  <a:pt x="162075" y="86309"/>
                  <a:pt x="165637" y="86527"/>
                  <a:pt x="169709" y="86527"/>
                </a:cubicBezTo>
                <a:lnTo>
                  <a:pt x="173199" y="86527"/>
                </a:lnTo>
                <a:lnTo>
                  <a:pt x="173199" y="96561"/>
                </a:lnTo>
                <a:lnTo>
                  <a:pt x="171454" y="96561"/>
                </a:lnTo>
                <a:lnTo>
                  <a:pt x="166437" y="96343"/>
                </a:lnTo>
                <a:cubicBezTo>
                  <a:pt x="162947" y="96198"/>
                  <a:pt x="159239" y="96125"/>
                  <a:pt x="155312" y="96125"/>
                </a:cubicBezTo>
                <a:cubicBezTo>
                  <a:pt x="151385" y="96125"/>
                  <a:pt x="148623" y="96052"/>
                  <a:pt x="147023" y="95907"/>
                </a:cubicBezTo>
                <a:cubicBezTo>
                  <a:pt x="132044" y="95907"/>
                  <a:pt x="123900" y="96125"/>
                  <a:pt x="122591" y="96561"/>
                </a:cubicBezTo>
                <a:lnTo>
                  <a:pt x="120846" y="96561"/>
                </a:lnTo>
                <a:lnTo>
                  <a:pt x="120846" y="86527"/>
                </a:lnTo>
                <a:lnTo>
                  <a:pt x="124337" y="86527"/>
                </a:lnTo>
                <a:cubicBezTo>
                  <a:pt x="133208" y="86527"/>
                  <a:pt x="137643" y="85364"/>
                  <a:pt x="137643" y="83037"/>
                </a:cubicBezTo>
                <a:cubicBezTo>
                  <a:pt x="137788" y="82746"/>
                  <a:pt x="137862" y="72712"/>
                  <a:pt x="137862" y="52934"/>
                </a:cubicBezTo>
                <a:cubicBezTo>
                  <a:pt x="137716" y="33302"/>
                  <a:pt x="137570" y="22904"/>
                  <a:pt x="137425" y="21741"/>
                </a:cubicBezTo>
                <a:cubicBezTo>
                  <a:pt x="136553" y="17669"/>
                  <a:pt x="135098" y="14615"/>
                  <a:pt x="133062" y="12579"/>
                </a:cubicBezTo>
                <a:cubicBezTo>
                  <a:pt x="131027" y="10543"/>
                  <a:pt x="129282" y="9307"/>
                  <a:pt x="127827" y="8871"/>
                </a:cubicBezTo>
                <a:cubicBezTo>
                  <a:pt x="126373" y="8435"/>
                  <a:pt x="124482" y="8289"/>
                  <a:pt x="122155" y="8435"/>
                </a:cubicBezTo>
                <a:cubicBezTo>
                  <a:pt x="115612" y="8435"/>
                  <a:pt x="109867" y="10907"/>
                  <a:pt x="104923" y="15851"/>
                </a:cubicBezTo>
                <a:cubicBezTo>
                  <a:pt x="100996" y="19778"/>
                  <a:pt x="98524" y="23777"/>
                  <a:pt x="97506" y="27849"/>
                </a:cubicBezTo>
                <a:cubicBezTo>
                  <a:pt x="96489" y="31921"/>
                  <a:pt x="95907" y="37956"/>
                  <a:pt x="95761" y="45954"/>
                </a:cubicBezTo>
                <a:lnTo>
                  <a:pt x="95761" y="59915"/>
                </a:lnTo>
                <a:lnTo>
                  <a:pt x="95761" y="73003"/>
                </a:lnTo>
                <a:cubicBezTo>
                  <a:pt x="95761" y="77365"/>
                  <a:pt x="95834" y="80274"/>
                  <a:pt x="95979" y="81728"/>
                </a:cubicBezTo>
                <a:cubicBezTo>
                  <a:pt x="96125" y="83182"/>
                  <a:pt x="96343" y="84128"/>
                  <a:pt x="96633" y="84564"/>
                </a:cubicBezTo>
                <a:cubicBezTo>
                  <a:pt x="96925" y="85000"/>
                  <a:pt x="97579" y="85437"/>
                  <a:pt x="98597" y="85873"/>
                </a:cubicBezTo>
                <a:cubicBezTo>
                  <a:pt x="101651" y="86309"/>
                  <a:pt x="105213" y="86527"/>
                  <a:pt x="109286" y="86527"/>
                </a:cubicBezTo>
                <a:lnTo>
                  <a:pt x="112776" y="86527"/>
                </a:lnTo>
                <a:lnTo>
                  <a:pt x="112776" y="96561"/>
                </a:lnTo>
                <a:lnTo>
                  <a:pt x="111031" y="96561"/>
                </a:lnTo>
                <a:lnTo>
                  <a:pt x="105795" y="96343"/>
                </a:lnTo>
                <a:cubicBezTo>
                  <a:pt x="102451" y="96198"/>
                  <a:pt x="98815" y="96125"/>
                  <a:pt x="94888" y="96125"/>
                </a:cubicBezTo>
                <a:cubicBezTo>
                  <a:pt x="90962" y="96125"/>
                  <a:pt x="88199" y="96052"/>
                  <a:pt x="86600" y="95907"/>
                </a:cubicBezTo>
                <a:cubicBezTo>
                  <a:pt x="71621" y="95907"/>
                  <a:pt x="63477" y="96125"/>
                  <a:pt x="62169" y="96561"/>
                </a:cubicBezTo>
                <a:lnTo>
                  <a:pt x="60423" y="96561"/>
                </a:lnTo>
                <a:lnTo>
                  <a:pt x="60423" y="86527"/>
                </a:lnTo>
                <a:lnTo>
                  <a:pt x="63914" y="86527"/>
                </a:lnTo>
                <a:cubicBezTo>
                  <a:pt x="72784" y="86527"/>
                  <a:pt x="77220" y="85364"/>
                  <a:pt x="77220" y="83037"/>
                </a:cubicBezTo>
                <a:cubicBezTo>
                  <a:pt x="77365" y="82746"/>
                  <a:pt x="77438" y="72712"/>
                  <a:pt x="77438" y="52934"/>
                </a:cubicBezTo>
                <a:cubicBezTo>
                  <a:pt x="77292" y="33302"/>
                  <a:pt x="77147" y="22904"/>
                  <a:pt x="77001" y="21741"/>
                </a:cubicBezTo>
                <a:cubicBezTo>
                  <a:pt x="76129" y="17669"/>
                  <a:pt x="74675" y="14615"/>
                  <a:pt x="72639" y="12579"/>
                </a:cubicBezTo>
                <a:cubicBezTo>
                  <a:pt x="70603" y="10543"/>
                  <a:pt x="68858" y="9307"/>
                  <a:pt x="67403" y="8871"/>
                </a:cubicBezTo>
                <a:cubicBezTo>
                  <a:pt x="65949" y="8435"/>
                  <a:pt x="64059" y="8289"/>
                  <a:pt x="61732" y="8435"/>
                </a:cubicBezTo>
                <a:cubicBezTo>
                  <a:pt x="55188" y="8435"/>
                  <a:pt x="49444" y="10907"/>
                  <a:pt x="44499" y="15851"/>
                </a:cubicBezTo>
                <a:cubicBezTo>
                  <a:pt x="40573" y="19778"/>
                  <a:pt x="38100" y="23777"/>
                  <a:pt x="37083" y="27849"/>
                </a:cubicBezTo>
                <a:cubicBezTo>
                  <a:pt x="36065" y="31921"/>
                  <a:pt x="35483" y="37956"/>
                  <a:pt x="35338" y="45954"/>
                </a:cubicBezTo>
                <a:lnTo>
                  <a:pt x="35338" y="59915"/>
                </a:lnTo>
                <a:lnTo>
                  <a:pt x="35338" y="73003"/>
                </a:lnTo>
                <a:cubicBezTo>
                  <a:pt x="35338" y="77365"/>
                  <a:pt x="35410" y="80274"/>
                  <a:pt x="35556" y="81728"/>
                </a:cubicBezTo>
                <a:cubicBezTo>
                  <a:pt x="35701" y="83182"/>
                  <a:pt x="35919" y="84128"/>
                  <a:pt x="36210" y="84564"/>
                </a:cubicBezTo>
                <a:cubicBezTo>
                  <a:pt x="36501" y="85000"/>
                  <a:pt x="37155" y="85437"/>
                  <a:pt x="38174" y="85873"/>
                </a:cubicBezTo>
                <a:cubicBezTo>
                  <a:pt x="41227" y="86309"/>
                  <a:pt x="44790" y="86527"/>
                  <a:pt x="48862" y="86527"/>
                </a:cubicBezTo>
                <a:lnTo>
                  <a:pt x="52352" y="86527"/>
                </a:lnTo>
                <a:lnTo>
                  <a:pt x="52352" y="96561"/>
                </a:lnTo>
                <a:lnTo>
                  <a:pt x="50607" y="96561"/>
                </a:lnTo>
                <a:lnTo>
                  <a:pt x="45590" y="96343"/>
                </a:lnTo>
                <a:cubicBezTo>
                  <a:pt x="42099" y="96198"/>
                  <a:pt x="38392" y="96125"/>
                  <a:pt x="34465" y="96125"/>
                </a:cubicBezTo>
                <a:cubicBezTo>
                  <a:pt x="30539" y="96125"/>
                  <a:pt x="27775" y="96052"/>
                  <a:pt x="26176" y="95907"/>
                </a:cubicBezTo>
                <a:cubicBezTo>
                  <a:pt x="11197" y="95907"/>
                  <a:pt x="3054" y="96125"/>
                  <a:pt x="1745" y="96561"/>
                </a:cubicBezTo>
                <a:lnTo>
                  <a:pt x="0" y="96561"/>
                </a:lnTo>
                <a:lnTo>
                  <a:pt x="0" y="86527"/>
                </a:lnTo>
                <a:lnTo>
                  <a:pt x="3490" y="86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5" name="pdf-path-113">
            <a:extLst xmlns:a="http://schemas.openxmlformats.org/drawingml/2006/main">
              <a:ext uri="{FF2B5EF4-FFF2-40B4-BE49-F238E27FC236}">
                <a16:creationId xmlns:a16="http://schemas.microsoft.com/office/drawing/2014/main" id="{759C118F-4C5D-4F88-80FA-52C5FED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343" y="637422"/>
            <a:ext cx="49953" cy="145933"/>
          </a:xfrm>
          <a:custGeom xmlns:a="http://schemas.openxmlformats.org/drawingml/2006/main">
            <a:pathLst>
              <a:path w="49953" h="145933">
                <a:moveTo>
                  <a:pt x="9380" y="13088"/>
                </a:moveTo>
                <a:cubicBezTo>
                  <a:pt x="9380" y="9016"/>
                  <a:pt x="10689" y="5817"/>
                  <a:pt x="13306" y="3490"/>
                </a:cubicBezTo>
                <a:cubicBezTo>
                  <a:pt x="15923" y="1163"/>
                  <a:pt x="19123" y="0"/>
                  <a:pt x="22904" y="0"/>
                </a:cubicBezTo>
                <a:cubicBezTo>
                  <a:pt x="26248" y="291"/>
                  <a:pt x="29158" y="1527"/>
                  <a:pt x="31630" y="3708"/>
                </a:cubicBezTo>
                <a:cubicBezTo>
                  <a:pt x="34102" y="5890"/>
                  <a:pt x="35338" y="9016"/>
                  <a:pt x="35338" y="13088"/>
                </a:cubicBezTo>
                <a:cubicBezTo>
                  <a:pt x="35338" y="17451"/>
                  <a:pt x="34102" y="20723"/>
                  <a:pt x="31630" y="22904"/>
                </a:cubicBezTo>
                <a:cubicBezTo>
                  <a:pt x="29158" y="25086"/>
                  <a:pt x="26104" y="26176"/>
                  <a:pt x="22468" y="26176"/>
                </a:cubicBezTo>
                <a:cubicBezTo>
                  <a:pt x="18833" y="26176"/>
                  <a:pt x="15778" y="25086"/>
                  <a:pt x="13306" y="22904"/>
                </a:cubicBezTo>
                <a:cubicBezTo>
                  <a:pt x="10834" y="20723"/>
                  <a:pt x="9525" y="17451"/>
                  <a:pt x="9380" y="13088"/>
                </a:cubicBezTo>
                <a:moveTo>
                  <a:pt x="48208" y="145933"/>
                </a:moveTo>
                <a:cubicBezTo>
                  <a:pt x="46026" y="145496"/>
                  <a:pt x="38464" y="145278"/>
                  <a:pt x="25522" y="145278"/>
                </a:cubicBezTo>
                <a:cubicBezTo>
                  <a:pt x="23922" y="145278"/>
                  <a:pt x="21232" y="145278"/>
                  <a:pt x="17450" y="145278"/>
                </a:cubicBezTo>
                <a:cubicBezTo>
                  <a:pt x="13669" y="145278"/>
                  <a:pt x="10034" y="145424"/>
                  <a:pt x="6544" y="145714"/>
                </a:cubicBezTo>
                <a:lnTo>
                  <a:pt x="1745" y="145933"/>
                </a:lnTo>
                <a:lnTo>
                  <a:pt x="0" y="145933"/>
                </a:lnTo>
                <a:lnTo>
                  <a:pt x="0" y="135898"/>
                </a:lnTo>
                <a:lnTo>
                  <a:pt x="3490" y="135898"/>
                </a:lnTo>
                <a:cubicBezTo>
                  <a:pt x="7561" y="135898"/>
                  <a:pt x="11125" y="135680"/>
                  <a:pt x="14178" y="135244"/>
                </a:cubicBezTo>
                <a:cubicBezTo>
                  <a:pt x="15487" y="134662"/>
                  <a:pt x="16287" y="133862"/>
                  <a:pt x="16578" y="132844"/>
                </a:cubicBezTo>
                <a:cubicBezTo>
                  <a:pt x="16869" y="131826"/>
                  <a:pt x="17014" y="128773"/>
                  <a:pt x="17014" y="123683"/>
                </a:cubicBezTo>
                <a:lnTo>
                  <a:pt x="17014" y="101215"/>
                </a:lnTo>
                <a:lnTo>
                  <a:pt x="17014" y="82019"/>
                </a:lnTo>
                <a:cubicBezTo>
                  <a:pt x="17014" y="74457"/>
                  <a:pt x="16869" y="69658"/>
                  <a:pt x="16578" y="67622"/>
                </a:cubicBezTo>
                <a:cubicBezTo>
                  <a:pt x="16287" y="65586"/>
                  <a:pt x="15269" y="64205"/>
                  <a:pt x="13524" y="63477"/>
                </a:cubicBezTo>
                <a:cubicBezTo>
                  <a:pt x="11488" y="62459"/>
                  <a:pt x="8071" y="61950"/>
                  <a:pt x="3272" y="61950"/>
                </a:cubicBezTo>
                <a:lnTo>
                  <a:pt x="872" y="61950"/>
                </a:lnTo>
                <a:lnTo>
                  <a:pt x="872" y="56933"/>
                </a:lnTo>
                <a:cubicBezTo>
                  <a:pt x="872" y="53589"/>
                  <a:pt x="1018" y="51916"/>
                  <a:pt x="1309" y="51916"/>
                </a:cubicBezTo>
                <a:lnTo>
                  <a:pt x="3490" y="51698"/>
                </a:lnTo>
                <a:cubicBezTo>
                  <a:pt x="4944" y="51553"/>
                  <a:pt x="6980" y="51407"/>
                  <a:pt x="9598" y="51262"/>
                </a:cubicBezTo>
                <a:cubicBezTo>
                  <a:pt x="12216" y="51116"/>
                  <a:pt x="14833" y="50971"/>
                  <a:pt x="17450" y="50826"/>
                </a:cubicBezTo>
                <a:cubicBezTo>
                  <a:pt x="19923" y="50680"/>
                  <a:pt x="22540" y="50535"/>
                  <a:pt x="25303" y="50389"/>
                </a:cubicBezTo>
                <a:cubicBezTo>
                  <a:pt x="28067" y="50244"/>
                  <a:pt x="30175" y="50026"/>
                  <a:pt x="31630" y="49735"/>
                </a:cubicBezTo>
                <a:cubicBezTo>
                  <a:pt x="33083" y="49444"/>
                  <a:pt x="33883" y="49371"/>
                  <a:pt x="34029" y="49517"/>
                </a:cubicBezTo>
                <a:lnTo>
                  <a:pt x="34684" y="49517"/>
                </a:lnTo>
                <a:lnTo>
                  <a:pt x="34684" y="132408"/>
                </a:lnTo>
                <a:cubicBezTo>
                  <a:pt x="35410" y="133862"/>
                  <a:pt x="36283" y="134735"/>
                  <a:pt x="37301" y="135026"/>
                </a:cubicBezTo>
                <a:cubicBezTo>
                  <a:pt x="38319" y="135317"/>
                  <a:pt x="40864" y="135607"/>
                  <a:pt x="44935" y="135898"/>
                </a:cubicBezTo>
                <a:lnTo>
                  <a:pt x="49953" y="135898"/>
                </a:lnTo>
                <a:lnTo>
                  <a:pt x="49953" y="145933"/>
                </a:lnTo>
                <a:lnTo>
                  <a:pt x="48208" y="1459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6" name="pdf-path-115">
            <a:extLst xmlns:a="http://schemas.openxmlformats.org/drawingml/2006/main">
              <a:ext uri="{FF2B5EF4-FFF2-40B4-BE49-F238E27FC236}">
                <a16:creationId xmlns:a16="http://schemas.microsoft.com/office/drawing/2014/main" id="{B8914C7D-A241-4E46-8A7B-7BCF6993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3767" y="686793"/>
            <a:ext cx="112776" cy="96561"/>
          </a:xfrm>
          <a:custGeom xmlns:a="http://schemas.openxmlformats.org/drawingml/2006/main">
            <a:pathLst>
              <a:path w="112776" h="96561">
                <a:moveTo>
                  <a:pt x="3490" y="86527"/>
                </a:moveTo>
                <a:lnTo>
                  <a:pt x="6544" y="86527"/>
                </a:lnTo>
                <a:cubicBezTo>
                  <a:pt x="12216" y="86527"/>
                  <a:pt x="15633" y="85509"/>
                  <a:pt x="16796" y="83473"/>
                </a:cubicBezTo>
                <a:lnTo>
                  <a:pt x="16796" y="81728"/>
                </a:lnTo>
                <a:cubicBezTo>
                  <a:pt x="16796" y="80419"/>
                  <a:pt x="16796" y="78747"/>
                  <a:pt x="16796" y="76711"/>
                </a:cubicBezTo>
                <a:cubicBezTo>
                  <a:pt x="16796" y="74675"/>
                  <a:pt x="16796" y="72421"/>
                  <a:pt x="16796" y="69949"/>
                </a:cubicBezTo>
                <a:cubicBezTo>
                  <a:pt x="16796" y="67477"/>
                  <a:pt x="16869" y="64641"/>
                  <a:pt x="17014" y="61442"/>
                </a:cubicBezTo>
                <a:cubicBezTo>
                  <a:pt x="17160" y="58242"/>
                  <a:pt x="17160" y="55188"/>
                  <a:pt x="17014" y="52280"/>
                </a:cubicBezTo>
                <a:cubicBezTo>
                  <a:pt x="17014" y="47772"/>
                  <a:pt x="17014" y="42973"/>
                  <a:pt x="17014" y="37883"/>
                </a:cubicBezTo>
                <a:cubicBezTo>
                  <a:pt x="17014" y="32793"/>
                  <a:pt x="16941" y="28503"/>
                  <a:pt x="16796" y="25013"/>
                </a:cubicBezTo>
                <a:lnTo>
                  <a:pt x="16796" y="19996"/>
                </a:lnTo>
                <a:cubicBezTo>
                  <a:pt x="16359" y="17233"/>
                  <a:pt x="15342" y="15415"/>
                  <a:pt x="13742" y="14543"/>
                </a:cubicBezTo>
                <a:cubicBezTo>
                  <a:pt x="12142" y="13670"/>
                  <a:pt x="8870" y="13016"/>
                  <a:pt x="3926" y="12579"/>
                </a:cubicBezTo>
                <a:lnTo>
                  <a:pt x="0" y="12579"/>
                </a:lnTo>
                <a:lnTo>
                  <a:pt x="0" y="7562"/>
                </a:lnTo>
                <a:cubicBezTo>
                  <a:pt x="0" y="4217"/>
                  <a:pt x="145" y="2545"/>
                  <a:pt x="436" y="2545"/>
                </a:cubicBezTo>
                <a:lnTo>
                  <a:pt x="2617" y="2327"/>
                </a:lnTo>
                <a:cubicBezTo>
                  <a:pt x="4072" y="2181"/>
                  <a:pt x="6108" y="2036"/>
                  <a:pt x="8725" y="1891"/>
                </a:cubicBezTo>
                <a:cubicBezTo>
                  <a:pt x="11343" y="1745"/>
                  <a:pt x="14033" y="1600"/>
                  <a:pt x="16796" y="1454"/>
                </a:cubicBezTo>
                <a:cubicBezTo>
                  <a:pt x="19269" y="1309"/>
                  <a:pt x="21886" y="1164"/>
                  <a:pt x="24649" y="1018"/>
                </a:cubicBezTo>
                <a:cubicBezTo>
                  <a:pt x="27412" y="873"/>
                  <a:pt x="29520" y="654"/>
                  <a:pt x="30975" y="364"/>
                </a:cubicBezTo>
                <a:cubicBezTo>
                  <a:pt x="32429" y="73"/>
                  <a:pt x="33229" y="0"/>
                  <a:pt x="33375" y="146"/>
                </a:cubicBezTo>
                <a:lnTo>
                  <a:pt x="34029" y="146"/>
                </a:lnTo>
                <a:lnTo>
                  <a:pt x="34029" y="8871"/>
                </a:lnTo>
                <a:cubicBezTo>
                  <a:pt x="34029" y="14397"/>
                  <a:pt x="34101" y="17160"/>
                  <a:pt x="34247" y="17160"/>
                </a:cubicBezTo>
                <a:cubicBezTo>
                  <a:pt x="34392" y="17160"/>
                  <a:pt x="34756" y="16797"/>
                  <a:pt x="35338" y="16070"/>
                </a:cubicBezTo>
                <a:cubicBezTo>
                  <a:pt x="35919" y="15342"/>
                  <a:pt x="36792" y="14252"/>
                  <a:pt x="37956" y="12797"/>
                </a:cubicBezTo>
                <a:cubicBezTo>
                  <a:pt x="39119" y="11343"/>
                  <a:pt x="40500" y="10034"/>
                  <a:pt x="42099" y="8871"/>
                </a:cubicBezTo>
                <a:cubicBezTo>
                  <a:pt x="43700" y="7708"/>
                  <a:pt x="45808" y="6326"/>
                  <a:pt x="48426" y="4726"/>
                </a:cubicBezTo>
                <a:cubicBezTo>
                  <a:pt x="51043" y="3127"/>
                  <a:pt x="53807" y="1963"/>
                  <a:pt x="56715" y="1236"/>
                </a:cubicBezTo>
                <a:cubicBezTo>
                  <a:pt x="59623" y="509"/>
                  <a:pt x="63332" y="146"/>
                  <a:pt x="67839" y="146"/>
                </a:cubicBezTo>
                <a:cubicBezTo>
                  <a:pt x="84418" y="727"/>
                  <a:pt x="93653" y="8944"/>
                  <a:pt x="95543" y="24795"/>
                </a:cubicBezTo>
                <a:cubicBezTo>
                  <a:pt x="95688" y="25813"/>
                  <a:pt x="95761" y="35920"/>
                  <a:pt x="95761" y="55116"/>
                </a:cubicBezTo>
                <a:lnTo>
                  <a:pt x="95761" y="73875"/>
                </a:lnTo>
                <a:cubicBezTo>
                  <a:pt x="95761" y="79401"/>
                  <a:pt x="95907" y="82674"/>
                  <a:pt x="96197" y="83691"/>
                </a:cubicBezTo>
                <a:cubicBezTo>
                  <a:pt x="96489" y="84709"/>
                  <a:pt x="97288" y="85437"/>
                  <a:pt x="98597" y="85873"/>
                </a:cubicBezTo>
                <a:cubicBezTo>
                  <a:pt x="101651" y="86309"/>
                  <a:pt x="105213" y="86527"/>
                  <a:pt x="109286" y="86527"/>
                </a:cubicBezTo>
                <a:lnTo>
                  <a:pt x="112776" y="86527"/>
                </a:lnTo>
                <a:lnTo>
                  <a:pt x="112776" y="96561"/>
                </a:lnTo>
                <a:lnTo>
                  <a:pt x="111031" y="96561"/>
                </a:lnTo>
                <a:lnTo>
                  <a:pt x="105795" y="96343"/>
                </a:lnTo>
                <a:cubicBezTo>
                  <a:pt x="102451" y="96198"/>
                  <a:pt x="98815" y="96125"/>
                  <a:pt x="94888" y="96125"/>
                </a:cubicBezTo>
                <a:cubicBezTo>
                  <a:pt x="90962" y="96125"/>
                  <a:pt x="88199" y="96052"/>
                  <a:pt x="86600" y="95907"/>
                </a:cubicBezTo>
                <a:cubicBezTo>
                  <a:pt x="71621" y="95907"/>
                  <a:pt x="63477" y="96125"/>
                  <a:pt x="62169" y="96561"/>
                </a:cubicBezTo>
                <a:lnTo>
                  <a:pt x="60423" y="96561"/>
                </a:lnTo>
                <a:lnTo>
                  <a:pt x="60423" y="86527"/>
                </a:lnTo>
                <a:lnTo>
                  <a:pt x="63914" y="86527"/>
                </a:lnTo>
                <a:cubicBezTo>
                  <a:pt x="72784" y="86527"/>
                  <a:pt x="77220" y="85364"/>
                  <a:pt x="77220" y="83037"/>
                </a:cubicBezTo>
                <a:cubicBezTo>
                  <a:pt x="77365" y="82746"/>
                  <a:pt x="77438" y="72712"/>
                  <a:pt x="77438" y="52934"/>
                </a:cubicBezTo>
                <a:cubicBezTo>
                  <a:pt x="77292" y="33302"/>
                  <a:pt x="77147" y="22904"/>
                  <a:pt x="77001" y="21741"/>
                </a:cubicBezTo>
                <a:cubicBezTo>
                  <a:pt x="76129" y="17669"/>
                  <a:pt x="74675" y="14615"/>
                  <a:pt x="72639" y="12579"/>
                </a:cubicBezTo>
                <a:cubicBezTo>
                  <a:pt x="70603" y="10543"/>
                  <a:pt x="68858" y="9307"/>
                  <a:pt x="67403" y="8871"/>
                </a:cubicBezTo>
                <a:cubicBezTo>
                  <a:pt x="65949" y="8435"/>
                  <a:pt x="64059" y="8289"/>
                  <a:pt x="61732" y="8435"/>
                </a:cubicBezTo>
                <a:cubicBezTo>
                  <a:pt x="55188" y="8435"/>
                  <a:pt x="49444" y="10907"/>
                  <a:pt x="44499" y="15851"/>
                </a:cubicBezTo>
                <a:cubicBezTo>
                  <a:pt x="40573" y="19778"/>
                  <a:pt x="38100" y="23777"/>
                  <a:pt x="37083" y="27849"/>
                </a:cubicBezTo>
                <a:cubicBezTo>
                  <a:pt x="36065" y="31921"/>
                  <a:pt x="35483" y="37956"/>
                  <a:pt x="35338" y="45954"/>
                </a:cubicBezTo>
                <a:lnTo>
                  <a:pt x="35338" y="59915"/>
                </a:lnTo>
                <a:lnTo>
                  <a:pt x="35338" y="73003"/>
                </a:lnTo>
                <a:cubicBezTo>
                  <a:pt x="35338" y="77365"/>
                  <a:pt x="35410" y="80274"/>
                  <a:pt x="35556" y="81728"/>
                </a:cubicBezTo>
                <a:cubicBezTo>
                  <a:pt x="35701" y="83182"/>
                  <a:pt x="35919" y="84128"/>
                  <a:pt x="36210" y="84564"/>
                </a:cubicBezTo>
                <a:cubicBezTo>
                  <a:pt x="36501" y="85000"/>
                  <a:pt x="37155" y="85437"/>
                  <a:pt x="38174" y="85873"/>
                </a:cubicBezTo>
                <a:cubicBezTo>
                  <a:pt x="41227" y="86309"/>
                  <a:pt x="44790" y="86527"/>
                  <a:pt x="48862" y="86527"/>
                </a:cubicBezTo>
                <a:lnTo>
                  <a:pt x="52352" y="86527"/>
                </a:lnTo>
                <a:lnTo>
                  <a:pt x="52352" y="96561"/>
                </a:lnTo>
                <a:lnTo>
                  <a:pt x="50607" y="96561"/>
                </a:lnTo>
                <a:lnTo>
                  <a:pt x="45590" y="96343"/>
                </a:lnTo>
                <a:cubicBezTo>
                  <a:pt x="42099" y="96198"/>
                  <a:pt x="38392" y="96125"/>
                  <a:pt x="34465" y="96125"/>
                </a:cubicBezTo>
                <a:cubicBezTo>
                  <a:pt x="30539" y="96125"/>
                  <a:pt x="27775" y="96052"/>
                  <a:pt x="26176" y="95907"/>
                </a:cubicBezTo>
                <a:cubicBezTo>
                  <a:pt x="11197" y="95907"/>
                  <a:pt x="3054" y="96125"/>
                  <a:pt x="1745" y="96561"/>
                </a:cubicBezTo>
                <a:lnTo>
                  <a:pt x="0" y="96561"/>
                </a:lnTo>
                <a:lnTo>
                  <a:pt x="0" y="86527"/>
                </a:lnTo>
                <a:lnTo>
                  <a:pt x="3490" y="8652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7" name="pdf-path-117">
            <a:extLst xmlns:a="http://schemas.openxmlformats.org/drawingml/2006/main">
              <a:ext uri="{FF2B5EF4-FFF2-40B4-BE49-F238E27FC236}">
                <a16:creationId xmlns:a16="http://schemas.microsoft.com/office/drawing/2014/main" id="{C8A988FB-B7F1-4967-983E-20DDCC7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111" y="634368"/>
            <a:ext cx="134153" cy="149350"/>
          </a:xfrm>
          <a:custGeom xmlns:a="http://schemas.openxmlformats.org/drawingml/2006/main">
            <a:pathLst>
              <a:path w="134153" h="149350">
                <a:moveTo>
                  <a:pt x="42754" y="10034"/>
                </a:moveTo>
                <a:cubicBezTo>
                  <a:pt x="37810" y="10034"/>
                  <a:pt x="35192" y="9743"/>
                  <a:pt x="34902" y="9162"/>
                </a:cubicBezTo>
                <a:cubicBezTo>
                  <a:pt x="34756" y="8871"/>
                  <a:pt x="34683" y="8289"/>
                  <a:pt x="34683" y="7416"/>
                </a:cubicBezTo>
                <a:cubicBezTo>
                  <a:pt x="34683" y="3926"/>
                  <a:pt x="35483" y="1527"/>
                  <a:pt x="37083" y="218"/>
                </a:cubicBezTo>
                <a:cubicBezTo>
                  <a:pt x="37374" y="73"/>
                  <a:pt x="38464" y="0"/>
                  <a:pt x="40355" y="0"/>
                </a:cubicBezTo>
                <a:cubicBezTo>
                  <a:pt x="48207" y="436"/>
                  <a:pt x="57442" y="654"/>
                  <a:pt x="68058" y="654"/>
                </a:cubicBezTo>
                <a:cubicBezTo>
                  <a:pt x="88563" y="654"/>
                  <a:pt x="100342" y="436"/>
                  <a:pt x="103396" y="0"/>
                </a:cubicBezTo>
                <a:lnTo>
                  <a:pt x="106014" y="0"/>
                </a:lnTo>
                <a:cubicBezTo>
                  <a:pt x="106886" y="872"/>
                  <a:pt x="107322" y="1527"/>
                  <a:pt x="107322" y="1963"/>
                </a:cubicBezTo>
                <a:cubicBezTo>
                  <a:pt x="107322" y="2399"/>
                  <a:pt x="107177" y="3708"/>
                  <a:pt x="106886" y="5890"/>
                </a:cubicBezTo>
                <a:cubicBezTo>
                  <a:pt x="106159" y="8071"/>
                  <a:pt x="105505" y="9452"/>
                  <a:pt x="104923" y="10034"/>
                </a:cubicBezTo>
                <a:lnTo>
                  <a:pt x="96633" y="10034"/>
                </a:lnTo>
                <a:cubicBezTo>
                  <a:pt x="86600" y="10180"/>
                  <a:pt x="80710" y="10834"/>
                  <a:pt x="78965" y="11997"/>
                </a:cubicBezTo>
                <a:cubicBezTo>
                  <a:pt x="77946" y="12579"/>
                  <a:pt x="76929" y="14615"/>
                  <a:pt x="75911" y="18105"/>
                </a:cubicBezTo>
                <a:cubicBezTo>
                  <a:pt x="74893" y="21595"/>
                  <a:pt x="70021" y="40791"/>
                  <a:pt x="61296" y="75693"/>
                </a:cubicBezTo>
                <a:cubicBezTo>
                  <a:pt x="58969" y="85146"/>
                  <a:pt x="56497" y="95180"/>
                  <a:pt x="53879" y="105796"/>
                </a:cubicBezTo>
                <a:cubicBezTo>
                  <a:pt x="51261" y="116412"/>
                  <a:pt x="49298" y="124410"/>
                  <a:pt x="47989" y="129790"/>
                </a:cubicBezTo>
                <a:lnTo>
                  <a:pt x="46026" y="137643"/>
                </a:lnTo>
                <a:cubicBezTo>
                  <a:pt x="46026" y="138225"/>
                  <a:pt x="46680" y="138516"/>
                  <a:pt x="47989" y="138516"/>
                </a:cubicBezTo>
                <a:cubicBezTo>
                  <a:pt x="49298" y="138516"/>
                  <a:pt x="53589" y="138661"/>
                  <a:pt x="60860" y="138952"/>
                </a:cubicBezTo>
                <a:lnTo>
                  <a:pt x="64568" y="138952"/>
                </a:lnTo>
                <a:cubicBezTo>
                  <a:pt x="69222" y="138952"/>
                  <a:pt x="72930" y="138880"/>
                  <a:pt x="75693" y="138734"/>
                </a:cubicBezTo>
                <a:cubicBezTo>
                  <a:pt x="78456" y="138589"/>
                  <a:pt x="82019" y="138080"/>
                  <a:pt x="86382" y="137207"/>
                </a:cubicBezTo>
                <a:cubicBezTo>
                  <a:pt x="90744" y="136335"/>
                  <a:pt x="94380" y="135026"/>
                  <a:pt x="97288" y="133281"/>
                </a:cubicBezTo>
                <a:cubicBezTo>
                  <a:pt x="100197" y="131536"/>
                  <a:pt x="103396" y="129063"/>
                  <a:pt x="106886" y="125864"/>
                </a:cubicBezTo>
                <a:cubicBezTo>
                  <a:pt x="110376" y="122665"/>
                  <a:pt x="113430" y="118666"/>
                  <a:pt x="116048" y="113867"/>
                </a:cubicBezTo>
                <a:cubicBezTo>
                  <a:pt x="118374" y="109504"/>
                  <a:pt x="120556" y="104632"/>
                  <a:pt x="122591" y="99252"/>
                </a:cubicBezTo>
                <a:cubicBezTo>
                  <a:pt x="124628" y="93871"/>
                  <a:pt x="125864" y="90817"/>
                  <a:pt x="126300" y="90090"/>
                </a:cubicBezTo>
                <a:cubicBezTo>
                  <a:pt x="127027" y="89654"/>
                  <a:pt x="128263" y="89436"/>
                  <a:pt x="130008" y="89436"/>
                </a:cubicBezTo>
                <a:lnTo>
                  <a:pt x="132844" y="89436"/>
                </a:lnTo>
                <a:cubicBezTo>
                  <a:pt x="133717" y="90744"/>
                  <a:pt x="134153" y="91544"/>
                  <a:pt x="134153" y="91835"/>
                </a:cubicBezTo>
                <a:cubicBezTo>
                  <a:pt x="134153" y="92126"/>
                  <a:pt x="132698" y="96416"/>
                  <a:pt x="129790" y="104705"/>
                </a:cubicBezTo>
                <a:cubicBezTo>
                  <a:pt x="126882" y="112994"/>
                  <a:pt x="123682" y="121720"/>
                  <a:pt x="120192" y="130881"/>
                </a:cubicBezTo>
                <a:cubicBezTo>
                  <a:pt x="116702" y="140043"/>
                  <a:pt x="114812" y="145424"/>
                  <a:pt x="114521" y="147023"/>
                </a:cubicBezTo>
                <a:cubicBezTo>
                  <a:pt x="114230" y="147750"/>
                  <a:pt x="113939" y="148187"/>
                  <a:pt x="113649" y="148332"/>
                </a:cubicBezTo>
                <a:cubicBezTo>
                  <a:pt x="113357" y="148477"/>
                  <a:pt x="112194" y="148696"/>
                  <a:pt x="110158" y="148986"/>
                </a:cubicBezTo>
                <a:cubicBezTo>
                  <a:pt x="108122" y="149277"/>
                  <a:pt x="104995" y="149350"/>
                  <a:pt x="100778" y="149205"/>
                </a:cubicBezTo>
                <a:cubicBezTo>
                  <a:pt x="99179" y="149205"/>
                  <a:pt x="93653" y="149205"/>
                  <a:pt x="84200" y="149205"/>
                </a:cubicBezTo>
                <a:cubicBezTo>
                  <a:pt x="74748" y="149205"/>
                  <a:pt x="65731" y="149132"/>
                  <a:pt x="57151" y="148986"/>
                </a:cubicBezTo>
                <a:lnTo>
                  <a:pt x="18323" y="148986"/>
                </a:lnTo>
                <a:cubicBezTo>
                  <a:pt x="6108" y="148986"/>
                  <a:pt x="0" y="148259"/>
                  <a:pt x="0" y="146805"/>
                </a:cubicBezTo>
                <a:cubicBezTo>
                  <a:pt x="0" y="145787"/>
                  <a:pt x="145" y="144769"/>
                  <a:pt x="436" y="143751"/>
                </a:cubicBezTo>
                <a:cubicBezTo>
                  <a:pt x="1163" y="140988"/>
                  <a:pt x="1891" y="139461"/>
                  <a:pt x="2617" y="139170"/>
                </a:cubicBezTo>
                <a:cubicBezTo>
                  <a:pt x="3199" y="139025"/>
                  <a:pt x="4290" y="138952"/>
                  <a:pt x="5889" y="138952"/>
                </a:cubicBezTo>
                <a:lnTo>
                  <a:pt x="7198" y="138952"/>
                </a:lnTo>
                <a:cubicBezTo>
                  <a:pt x="11125" y="138952"/>
                  <a:pt x="15487" y="138734"/>
                  <a:pt x="20286" y="138298"/>
                </a:cubicBezTo>
                <a:cubicBezTo>
                  <a:pt x="22322" y="137862"/>
                  <a:pt x="23704" y="136989"/>
                  <a:pt x="24431" y="135680"/>
                </a:cubicBezTo>
                <a:cubicBezTo>
                  <a:pt x="24867" y="135099"/>
                  <a:pt x="30102" y="114885"/>
                  <a:pt x="40137" y="75039"/>
                </a:cubicBezTo>
                <a:cubicBezTo>
                  <a:pt x="50171" y="35192"/>
                  <a:pt x="55188" y="14179"/>
                  <a:pt x="55188" y="11997"/>
                </a:cubicBezTo>
                <a:cubicBezTo>
                  <a:pt x="55188" y="10979"/>
                  <a:pt x="51043" y="10325"/>
                  <a:pt x="42754" y="1003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8" name="pdf-path-119">
            <a:extLst xmlns:a="http://schemas.openxmlformats.org/drawingml/2006/main">
              <a:ext uri="{FF2B5EF4-FFF2-40B4-BE49-F238E27FC236}">
                <a16:creationId xmlns:a16="http://schemas.microsoft.com/office/drawing/2014/main" id="{97872B84-50DC-4109-8639-70C39A86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494" y="703299"/>
            <a:ext cx="145278" cy="51044"/>
          </a:xfrm>
          <a:custGeom xmlns:a="http://schemas.openxmlformats.org/drawingml/2006/main">
            <a:pathLst>
              <a:path w="145278" h="51044">
                <a:moveTo>
                  <a:pt x="0" y="4363"/>
                </a:moveTo>
                <a:cubicBezTo>
                  <a:pt x="0" y="2472"/>
                  <a:pt x="1018" y="1018"/>
                  <a:pt x="3054" y="0"/>
                </a:cubicBezTo>
                <a:lnTo>
                  <a:pt x="142006" y="0"/>
                </a:lnTo>
                <a:cubicBezTo>
                  <a:pt x="144187" y="1163"/>
                  <a:pt x="145278" y="2618"/>
                  <a:pt x="145278" y="4363"/>
                </a:cubicBezTo>
                <a:cubicBezTo>
                  <a:pt x="145278" y="5962"/>
                  <a:pt x="144261" y="7344"/>
                  <a:pt x="142224" y="8507"/>
                </a:cubicBezTo>
                <a:lnTo>
                  <a:pt x="72857" y="8725"/>
                </a:lnTo>
                <a:lnTo>
                  <a:pt x="3490" y="8725"/>
                </a:lnTo>
                <a:cubicBezTo>
                  <a:pt x="1163" y="7998"/>
                  <a:pt x="0" y="6544"/>
                  <a:pt x="0" y="4363"/>
                </a:cubicBezTo>
                <a:moveTo>
                  <a:pt x="0" y="46681"/>
                </a:moveTo>
                <a:cubicBezTo>
                  <a:pt x="0" y="44500"/>
                  <a:pt x="1163" y="43045"/>
                  <a:pt x="3490" y="42318"/>
                </a:cubicBezTo>
                <a:lnTo>
                  <a:pt x="142224" y="42318"/>
                </a:lnTo>
                <a:cubicBezTo>
                  <a:pt x="144261" y="43772"/>
                  <a:pt x="145278" y="45227"/>
                  <a:pt x="145278" y="46681"/>
                </a:cubicBezTo>
                <a:cubicBezTo>
                  <a:pt x="145278" y="48572"/>
                  <a:pt x="144187" y="50026"/>
                  <a:pt x="142006" y="51044"/>
                </a:cubicBezTo>
                <a:lnTo>
                  <a:pt x="3054" y="51044"/>
                </a:lnTo>
                <a:cubicBezTo>
                  <a:pt x="1018" y="50026"/>
                  <a:pt x="0" y="48572"/>
                  <a:pt x="0" y="466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79" name="pdf-path-121">
            <a:extLst xmlns:a="http://schemas.openxmlformats.org/drawingml/2006/main">
              <a:ext uri="{FF2B5EF4-FFF2-40B4-BE49-F238E27FC236}">
                <a16:creationId xmlns:a16="http://schemas.microsoft.com/office/drawing/2014/main" id="{97868C4D-52DE-40BE-B8B5-965E16EA7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9544" y="619862"/>
            <a:ext cx="8726" cy="217917"/>
          </a:xfrm>
          <a:custGeom xmlns:a="http://schemas.openxmlformats.org/drawingml/2006/main">
            <a:pathLst>
              <a:path w="8726" h="217917">
                <a:moveTo>
                  <a:pt x="4363" y="217917"/>
                </a:moveTo>
                <a:lnTo>
                  <a:pt x="3927" y="217917"/>
                </a:lnTo>
                <a:cubicBezTo>
                  <a:pt x="2182" y="217917"/>
                  <a:pt x="873" y="216899"/>
                  <a:pt x="0" y="214863"/>
                </a:cubicBezTo>
                <a:lnTo>
                  <a:pt x="0" y="108850"/>
                </a:lnTo>
                <a:lnTo>
                  <a:pt x="218" y="2836"/>
                </a:lnTo>
                <a:cubicBezTo>
                  <a:pt x="1673" y="945"/>
                  <a:pt x="3054" y="0"/>
                  <a:pt x="4363" y="0"/>
                </a:cubicBezTo>
                <a:cubicBezTo>
                  <a:pt x="6253" y="0"/>
                  <a:pt x="7708" y="1091"/>
                  <a:pt x="8726" y="3272"/>
                </a:cubicBezTo>
                <a:lnTo>
                  <a:pt x="8726" y="214863"/>
                </a:lnTo>
                <a:cubicBezTo>
                  <a:pt x="7562" y="216899"/>
                  <a:pt x="6253" y="217917"/>
                  <a:pt x="4799" y="217917"/>
                </a:cubicBezTo>
                <a:lnTo>
                  <a:pt x="4363" y="2179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0" name="pdf-path-123">
            <a:extLst xmlns:a="http://schemas.openxmlformats.org/drawingml/2006/main">
              <a:ext uri="{FF2B5EF4-FFF2-40B4-BE49-F238E27FC236}">
                <a16:creationId xmlns:a16="http://schemas.microsoft.com/office/drawing/2014/main" id="{4F3CCD7A-70A5-4212-89BD-8E3CC97F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186" y="619862"/>
            <a:ext cx="8726" cy="217917"/>
          </a:xfrm>
          <a:custGeom xmlns:a="http://schemas.openxmlformats.org/drawingml/2006/main">
            <a:pathLst>
              <a:path w="8726" h="217917">
                <a:moveTo>
                  <a:pt x="4363" y="217917"/>
                </a:moveTo>
                <a:lnTo>
                  <a:pt x="3927" y="217917"/>
                </a:lnTo>
                <a:cubicBezTo>
                  <a:pt x="2182" y="217917"/>
                  <a:pt x="873" y="216899"/>
                  <a:pt x="0" y="214863"/>
                </a:cubicBezTo>
                <a:lnTo>
                  <a:pt x="0" y="108850"/>
                </a:lnTo>
                <a:lnTo>
                  <a:pt x="218" y="2836"/>
                </a:lnTo>
                <a:cubicBezTo>
                  <a:pt x="1673" y="945"/>
                  <a:pt x="3054" y="0"/>
                  <a:pt x="4363" y="0"/>
                </a:cubicBezTo>
                <a:cubicBezTo>
                  <a:pt x="6253" y="0"/>
                  <a:pt x="7708" y="1091"/>
                  <a:pt x="8726" y="3272"/>
                </a:cubicBezTo>
                <a:lnTo>
                  <a:pt x="8726" y="214863"/>
                </a:lnTo>
                <a:cubicBezTo>
                  <a:pt x="7562" y="216899"/>
                  <a:pt x="6253" y="217917"/>
                  <a:pt x="4799" y="217917"/>
                </a:cubicBezTo>
                <a:lnTo>
                  <a:pt x="4363" y="2179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1" name="pdf-path-125">
            <a:extLst xmlns:a="http://schemas.openxmlformats.org/drawingml/2006/main">
              <a:ext uri="{FF2B5EF4-FFF2-40B4-BE49-F238E27FC236}">
                <a16:creationId xmlns:a16="http://schemas.microsoft.com/office/drawing/2014/main" id="{333C130E-B8E3-4590-8369-1156CFC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958" y="631968"/>
            <a:ext cx="117211" cy="196104"/>
          </a:xfrm>
          <a:custGeom xmlns:a="http://schemas.openxmlformats.org/drawingml/2006/main">
            <a:pathLst>
              <a:path w="117211" h="196104">
                <a:moveTo>
                  <a:pt x="80128" y="1309"/>
                </a:moveTo>
                <a:cubicBezTo>
                  <a:pt x="80710" y="436"/>
                  <a:pt x="81582" y="0"/>
                  <a:pt x="82746" y="0"/>
                </a:cubicBezTo>
                <a:lnTo>
                  <a:pt x="84491" y="0"/>
                </a:lnTo>
                <a:lnTo>
                  <a:pt x="87327" y="0"/>
                </a:lnTo>
                <a:cubicBezTo>
                  <a:pt x="88199" y="873"/>
                  <a:pt x="88635" y="1454"/>
                  <a:pt x="88635" y="1745"/>
                </a:cubicBezTo>
                <a:cubicBezTo>
                  <a:pt x="88635" y="2763"/>
                  <a:pt x="86454" y="11707"/>
                  <a:pt x="82091" y="28576"/>
                </a:cubicBezTo>
                <a:cubicBezTo>
                  <a:pt x="81074" y="32648"/>
                  <a:pt x="80055" y="36938"/>
                  <a:pt x="79037" y="41446"/>
                </a:cubicBezTo>
                <a:cubicBezTo>
                  <a:pt x="78020" y="45954"/>
                  <a:pt x="77147" y="49299"/>
                  <a:pt x="76419" y="51480"/>
                </a:cubicBezTo>
                <a:lnTo>
                  <a:pt x="75547" y="54970"/>
                </a:lnTo>
                <a:cubicBezTo>
                  <a:pt x="75547" y="55116"/>
                  <a:pt x="76201" y="55188"/>
                  <a:pt x="77510" y="55188"/>
                </a:cubicBezTo>
                <a:cubicBezTo>
                  <a:pt x="78819" y="55188"/>
                  <a:pt x="81146" y="55625"/>
                  <a:pt x="84491" y="56497"/>
                </a:cubicBezTo>
                <a:cubicBezTo>
                  <a:pt x="87835" y="57370"/>
                  <a:pt x="91326" y="58606"/>
                  <a:pt x="94962" y="60205"/>
                </a:cubicBezTo>
                <a:cubicBezTo>
                  <a:pt x="101360" y="63259"/>
                  <a:pt x="106668" y="67695"/>
                  <a:pt x="110885" y="73512"/>
                </a:cubicBezTo>
                <a:cubicBezTo>
                  <a:pt x="115102" y="79329"/>
                  <a:pt x="117211" y="86382"/>
                  <a:pt x="117211" y="94671"/>
                </a:cubicBezTo>
                <a:cubicBezTo>
                  <a:pt x="117211" y="102960"/>
                  <a:pt x="114958" y="110886"/>
                  <a:pt x="110449" y="118448"/>
                </a:cubicBezTo>
                <a:cubicBezTo>
                  <a:pt x="105941" y="126010"/>
                  <a:pt x="100342" y="132263"/>
                  <a:pt x="93653" y="137207"/>
                </a:cubicBezTo>
                <a:cubicBezTo>
                  <a:pt x="86963" y="142152"/>
                  <a:pt x="79910" y="146078"/>
                  <a:pt x="72494" y="148987"/>
                </a:cubicBezTo>
                <a:cubicBezTo>
                  <a:pt x="65077" y="151895"/>
                  <a:pt x="58169" y="153422"/>
                  <a:pt x="51770" y="153568"/>
                </a:cubicBezTo>
                <a:lnTo>
                  <a:pt x="50898" y="153568"/>
                </a:lnTo>
                <a:lnTo>
                  <a:pt x="45663" y="174290"/>
                </a:lnTo>
                <a:cubicBezTo>
                  <a:pt x="44791" y="177635"/>
                  <a:pt x="43845" y="181634"/>
                  <a:pt x="42827" y="186288"/>
                </a:cubicBezTo>
                <a:cubicBezTo>
                  <a:pt x="41663" y="190941"/>
                  <a:pt x="40864" y="193704"/>
                  <a:pt x="40428" y="194577"/>
                </a:cubicBezTo>
                <a:cubicBezTo>
                  <a:pt x="39991" y="195449"/>
                  <a:pt x="39119" y="195958"/>
                  <a:pt x="37810" y="196104"/>
                </a:cubicBezTo>
                <a:lnTo>
                  <a:pt x="36501" y="196104"/>
                </a:lnTo>
                <a:cubicBezTo>
                  <a:pt x="33593" y="196104"/>
                  <a:pt x="32138" y="195595"/>
                  <a:pt x="32138" y="194577"/>
                </a:cubicBezTo>
                <a:cubicBezTo>
                  <a:pt x="32138" y="193850"/>
                  <a:pt x="33738" y="186942"/>
                  <a:pt x="36937" y="173854"/>
                </a:cubicBezTo>
                <a:lnTo>
                  <a:pt x="41955" y="153786"/>
                </a:lnTo>
                <a:cubicBezTo>
                  <a:pt x="41955" y="153640"/>
                  <a:pt x="41373" y="153568"/>
                  <a:pt x="40210" y="153568"/>
                </a:cubicBezTo>
                <a:cubicBezTo>
                  <a:pt x="39482" y="153568"/>
                  <a:pt x="38028" y="153422"/>
                  <a:pt x="35847" y="153131"/>
                </a:cubicBezTo>
                <a:cubicBezTo>
                  <a:pt x="33665" y="152840"/>
                  <a:pt x="30393" y="151822"/>
                  <a:pt x="26030" y="150077"/>
                </a:cubicBezTo>
                <a:cubicBezTo>
                  <a:pt x="21668" y="148332"/>
                  <a:pt x="17742" y="146151"/>
                  <a:pt x="14251" y="143533"/>
                </a:cubicBezTo>
                <a:cubicBezTo>
                  <a:pt x="10761" y="140916"/>
                  <a:pt x="7489" y="137062"/>
                  <a:pt x="4435" y="131972"/>
                </a:cubicBezTo>
                <a:cubicBezTo>
                  <a:pt x="1381" y="126882"/>
                  <a:pt x="0" y="120920"/>
                  <a:pt x="290" y="114085"/>
                </a:cubicBezTo>
                <a:cubicBezTo>
                  <a:pt x="290" y="105360"/>
                  <a:pt x="2690" y="97143"/>
                  <a:pt x="7489" y="89436"/>
                </a:cubicBezTo>
                <a:cubicBezTo>
                  <a:pt x="12288" y="81728"/>
                  <a:pt x="18178" y="75475"/>
                  <a:pt x="25158" y="70676"/>
                </a:cubicBezTo>
                <a:cubicBezTo>
                  <a:pt x="32138" y="65877"/>
                  <a:pt x="39191" y="62096"/>
                  <a:pt x="46318" y="59333"/>
                </a:cubicBezTo>
                <a:cubicBezTo>
                  <a:pt x="53443" y="56570"/>
                  <a:pt x="59841" y="55188"/>
                  <a:pt x="65513" y="55188"/>
                </a:cubicBezTo>
                <a:cubicBezTo>
                  <a:pt x="66240" y="55188"/>
                  <a:pt x="66676" y="54898"/>
                  <a:pt x="66822" y="54316"/>
                </a:cubicBezTo>
                <a:lnTo>
                  <a:pt x="73366" y="27703"/>
                </a:lnTo>
                <a:cubicBezTo>
                  <a:pt x="77874" y="10398"/>
                  <a:pt x="80128" y="1600"/>
                  <a:pt x="80128" y="1309"/>
                </a:cubicBezTo>
                <a:moveTo>
                  <a:pt x="17524" y="118666"/>
                </a:moveTo>
                <a:cubicBezTo>
                  <a:pt x="17524" y="123610"/>
                  <a:pt x="18396" y="127900"/>
                  <a:pt x="20141" y="131536"/>
                </a:cubicBezTo>
                <a:cubicBezTo>
                  <a:pt x="21886" y="135171"/>
                  <a:pt x="24285" y="137934"/>
                  <a:pt x="27339" y="139825"/>
                </a:cubicBezTo>
                <a:cubicBezTo>
                  <a:pt x="30393" y="141715"/>
                  <a:pt x="33011" y="143024"/>
                  <a:pt x="35192" y="143751"/>
                </a:cubicBezTo>
                <a:cubicBezTo>
                  <a:pt x="37374" y="144478"/>
                  <a:pt x="39846" y="145060"/>
                  <a:pt x="42609" y="145496"/>
                </a:cubicBezTo>
                <a:lnTo>
                  <a:pt x="44136" y="145496"/>
                </a:lnTo>
                <a:lnTo>
                  <a:pt x="64422" y="63259"/>
                </a:lnTo>
                <a:cubicBezTo>
                  <a:pt x="63840" y="63259"/>
                  <a:pt x="63041" y="63332"/>
                  <a:pt x="62023" y="63478"/>
                </a:cubicBezTo>
                <a:cubicBezTo>
                  <a:pt x="61005" y="63623"/>
                  <a:pt x="58897" y="64205"/>
                  <a:pt x="55697" y="65223"/>
                </a:cubicBezTo>
                <a:cubicBezTo>
                  <a:pt x="52498" y="66241"/>
                  <a:pt x="49444" y="67404"/>
                  <a:pt x="46536" y="68713"/>
                </a:cubicBezTo>
                <a:cubicBezTo>
                  <a:pt x="43626" y="70022"/>
                  <a:pt x="40428" y="72130"/>
                  <a:pt x="36937" y="75039"/>
                </a:cubicBezTo>
                <a:cubicBezTo>
                  <a:pt x="33447" y="77947"/>
                  <a:pt x="30466" y="81292"/>
                  <a:pt x="27993" y="85073"/>
                </a:cubicBezTo>
                <a:cubicBezTo>
                  <a:pt x="25376" y="89145"/>
                  <a:pt x="22977" y="94017"/>
                  <a:pt x="20796" y="99688"/>
                </a:cubicBezTo>
                <a:cubicBezTo>
                  <a:pt x="18614" y="106378"/>
                  <a:pt x="17524" y="112704"/>
                  <a:pt x="17524" y="118666"/>
                </a:cubicBezTo>
                <a:moveTo>
                  <a:pt x="99978" y="89872"/>
                </a:moveTo>
                <a:cubicBezTo>
                  <a:pt x="99978" y="84346"/>
                  <a:pt x="98815" y="79620"/>
                  <a:pt x="96489" y="75693"/>
                </a:cubicBezTo>
                <a:cubicBezTo>
                  <a:pt x="94161" y="71767"/>
                  <a:pt x="91253" y="69004"/>
                  <a:pt x="87763" y="67404"/>
                </a:cubicBezTo>
                <a:cubicBezTo>
                  <a:pt x="84273" y="65804"/>
                  <a:pt x="81437" y="64714"/>
                  <a:pt x="79255" y="64132"/>
                </a:cubicBezTo>
                <a:cubicBezTo>
                  <a:pt x="77074" y="63550"/>
                  <a:pt x="75329" y="63259"/>
                  <a:pt x="74020" y="63259"/>
                </a:cubicBezTo>
                <a:lnTo>
                  <a:pt x="73366" y="63259"/>
                </a:lnTo>
                <a:lnTo>
                  <a:pt x="63332" y="104051"/>
                </a:lnTo>
                <a:lnTo>
                  <a:pt x="52861" y="145060"/>
                </a:lnTo>
                <a:cubicBezTo>
                  <a:pt x="52861" y="145351"/>
                  <a:pt x="52934" y="145496"/>
                  <a:pt x="53079" y="145496"/>
                </a:cubicBezTo>
                <a:cubicBezTo>
                  <a:pt x="54243" y="145496"/>
                  <a:pt x="56569" y="145060"/>
                  <a:pt x="60060" y="144188"/>
                </a:cubicBezTo>
                <a:cubicBezTo>
                  <a:pt x="63550" y="143315"/>
                  <a:pt x="66458" y="142297"/>
                  <a:pt x="68785" y="141134"/>
                </a:cubicBezTo>
                <a:cubicBezTo>
                  <a:pt x="75038" y="138371"/>
                  <a:pt x="80419" y="134517"/>
                  <a:pt x="84927" y="129572"/>
                </a:cubicBezTo>
                <a:cubicBezTo>
                  <a:pt x="89436" y="124628"/>
                  <a:pt x="92634" y="119538"/>
                  <a:pt x="94525" y="114303"/>
                </a:cubicBezTo>
                <a:cubicBezTo>
                  <a:pt x="96415" y="109068"/>
                  <a:pt x="97798" y="104414"/>
                  <a:pt x="98670" y="100342"/>
                </a:cubicBezTo>
                <a:cubicBezTo>
                  <a:pt x="99542" y="96271"/>
                  <a:pt x="99978" y="92780"/>
                  <a:pt x="99978" y="898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2" name="pdf-path-127">
            <a:extLst xmlns:a="http://schemas.openxmlformats.org/drawingml/2006/main">
              <a:ext uri="{FF2B5EF4-FFF2-40B4-BE49-F238E27FC236}">
                <a16:creationId xmlns:a16="http://schemas.microsoft.com/office/drawing/2014/main" id="{7725E8CF-B1C0-4D07-96C5-F3590C4D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83" y="619753"/>
            <a:ext cx="52134" cy="218136"/>
          </a:xfrm>
          <a:custGeom xmlns:a="http://schemas.openxmlformats.org/drawingml/2006/main">
            <a:pathLst>
              <a:path w="52134" h="218136">
                <a:moveTo>
                  <a:pt x="0" y="109068"/>
                </a:moveTo>
                <a:cubicBezTo>
                  <a:pt x="0" y="99034"/>
                  <a:pt x="726" y="89508"/>
                  <a:pt x="2181" y="80492"/>
                </a:cubicBezTo>
                <a:cubicBezTo>
                  <a:pt x="3636" y="71476"/>
                  <a:pt x="5307" y="63696"/>
                  <a:pt x="7198" y="57152"/>
                </a:cubicBezTo>
                <a:cubicBezTo>
                  <a:pt x="9088" y="50608"/>
                  <a:pt x="11779" y="44209"/>
                  <a:pt x="15269" y="37956"/>
                </a:cubicBezTo>
                <a:cubicBezTo>
                  <a:pt x="18759" y="31702"/>
                  <a:pt x="21522" y="26831"/>
                  <a:pt x="23558" y="23341"/>
                </a:cubicBezTo>
                <a:cubicBezTo>
                  <a:pt x="25594" y="19850"/>
                  <a:pt x="28648" y="16069"/>
                  <a:pt x="32720" y="11998"/>
                </a:cubicBezTo>
                <a:cubicBezTo>
                  <a:pt x="36791" y="7926"/>
                  <a:pt x="39191" y="5454"/>
                  <a:pt x="39918" y="4581"/>
                </a:cubicBezTo>
                <a:cubicBezTo>
                  <a:pt x="40646" y="3708"/>
                  <a:pt x="42463" y="2181"/>
                  <a:pt x="45371" y="0"/>
                </a:cubicBezTo>
                <a:lnTo>
                  <a:pt x="48207" y="0"/>
                </a:lnTo>
                <a:lnTo>
                  <a:pt x="49080" y="0"/>
                </a:lnTo>
                <a:cubicBezTo>
                  <a:pt x="51116" y="0"/>
                  <a:pt x="52134" y="654"/>
                  <a:pt x="52134" y="1963"/>
                </a:cubicBezTo>
                <a:cubicBezTo>
                  <a:pt x="52134" y="2400"/>
                  <a:pt x="50897" y="3927"/>
                  <a:pt x="48425" y="6544"/>
                </a:cubicBezTo>
                <a:cubicBezTo>
                  <a:pt x="45954" y="9162"/>
                  <a:pt x="42972" y="13015"/>
                  <a:pt x="39482" y="18105"/>
                </a:cubicBezTo>
                <a:cubicBezTo>
                  <a:pt x="35992" y="23195"/>
                  <a:pt x="32429" y="29448"/>
                  <a:pt x="28794" y="36865"/>
                </a:cubicBezTo>
                <a:cubicBezTo>
                  <a:pt x="25157" y="44282"/>
                  <a:pt x="22104" y="54316"/>
                  <a:pt x="19631" y="66968"/>
                </a:cubicBezTo>
                <a:cubicBezTo>
                  <a:pt x="17160" y="79619"/>
                  <a:pt x="15923" y="93653"/>
                  <a:pt x="15923" y="109068"/>
                </a:cubicBezTo>
                <a:cubicBezTo>
                  <a:pt x="15923" y="124483"/>
                  <a:pt x="17160" y="138443"/>
                  <a:pt x="19631" y="150950"/>
                </a:cubicBezTo>
                <a:cubicBezTo>
                  <a:pt x="22104" y="163456"/>
                  <a:pt x="25085" y="173563"/>
                  <a:pt x="28575" y="181271"/>
                </a:cubicBezTo>
                <a:cubicBezTo>
                  <a:pt x="32066" y="188978"/>
                  <a:pt x="35628" y="195231"/>
                  <a:pt x="39264" y="200030"/>
                </a:cubicBezTo>
                <a:cubicBezTo>
                  <a:pt x="42899" y="204829"/>
                  <a:pt x="45954" y="208683"/>
                  <a:pt x="48425" y="211592"/>
                </a:cubicBezTo>
                <a:cubicBezTo>
                  <a:pt x="50897" y="214500"/>
                  <a:pt x="52134" y="216027"/>
                  <a:pt x="52134" y="216172"/>
                </a:cubicBezTo>
                <a:cubicBezTo>
                  <a:pt x="52134" y="217481"/>
                  <a:pt x="51043" y="218136"/>
                  <a:pt x="48862" y="218136"/>
                </a:cubicBezTo>
                <a:lnTo>
                  <a:pt x="48207" y="218136"/>
                </a:lnTo>
                <a:lnTo>
                  <a:pt x="45371" y="218136"/>
                </a:lnTo>
                <a:lnTo>
                  <a:pt x="39264" y="212900"/>
                </a:lnTo>
                <a:cubicBezTo>
                  <a:pt x="25594" y="200539"/>
                  <a:pt x="15633" y="185124"/>
                  <a:pt x="9380" y="166656"/>
                </a:cubicBezTo>
                <a:cubicBezTo>
                  <a:pt x="3126" y="148187"/>
                  <a:pt x="0" y="128991"/>
                  <a:pt x="0" y="1090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3" name="pdf-path-129">
            <a:extLst xmlns:a="http://schemas.openxmlformats.org/drawingml/2006/main">
              <a:ext uri="{FF2B5EF4-FFF2-40B4-BE49-F238E27FC236}">
                <a16:creationId xmlns:a16="http://schemas.microsoft.com/office/drawing/2014/main" id="{41D6434C-9DCA-4C82-BD85-EE532979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1294" y="686793"/>
            <a:ext cx="79837" cy="98743"/>
          </a:xfrm>
          <a:custGeom xmlns:a="http://schemas.openxmlformats.org/drawingml/2006/main">
            <a:pathLst>
              <a:path w="79837" h="98743">
                <a:moveTo>
                  <a:pt x="17014" y="33520"/>
                </a:moveTo>
                <a:cubicBezTo>
                  <a:pt x="17014" y="28867"/>
                  <a:pt x="18178" y="24140"/>
                  <a:pt x="20504" y="19341"/>
                </a:cubicBezTo>
                <a:cubicBezTo>
                  <a:pt x="22831" y="14543"/>
                  <a:pt x="26903" y="10107"/>
                  <a:pt x="32720" y="6035"/>
                </a:cubicBezTo>
                <a:cubicBezTo>
                  <a:pt x="38537" y="1963"/>
                  <a:pt x="45590" y="0"/>
                  <a:pt x="53879" y="146"/>
                </a:cubicBezTo>
                <a:cubicBezTo>
                  <a:pt x="62895" y="146"/>
                  <a:pt x="69440" y="2109"/>
                  <a:pt x="73511" y="6035"/>
                </a:cubicBezTo>
                <a:cubicBezTo>
                  <a:pt x="77583" y="9962"/>
                  <a:pt x="79692" y="14324"/>
                  <a:pt x="79837" y="19123"/>
                </a:cubicBezTo>
                <a:cubicBezTo>
                  <a:pt x="79837" y="23777"/>
                  <a:pt x="78601" y="27194"/>
                  <a:pt x="76129" y="29376"/>
                </a:cubicBezTo>
                <a:cubicBezTo>
                  <a:pt x="73657" y="31557"/>
                  <a:pt x="70893" y="32720"/>
                  <a:pt x="67839" y="32866"/>
                </a:cubicBezTo>
                <a:cubicBezTo>
                  <a:pt x="65949" y="32866"/>
                  <a:pt x="64204" y="32284"/>
                  <a:pt x="62605" y="31121"/>
                </a:cubicBezTo>
                <a:cubicBezTo>
                  <a:pt x="61005" y="29957"/>
                  <a:pt x="60132" y="28067"/>
                  <a:pt x="59987" y="25449"/>
                </a:cubicBezTo>
                <a:cubicBezTo>
                  <a:pt x="59987" y="23123"/>
                  <a:pt x="60642" y="21087"/>
                  <a:pt x="61950" y="19341"/>
                </a:cubicBezTo>
                <a:cubicBezTo>
                  <a:pt x="63259" y="17596"/>
                  <a:pt x="64495" y="16288"/>
                  <a:pt x="65658" y="15415"/>
                </a:cubicBezTo>
                <a:cubicBezTo>
                  <a:pt x="66822" y="14543"/>
                  <a:pt x="67767" y="14106"/>
                  <a:pt x="68494" y="14106"/>
                </a:cubicBezTo>
                <a:cubicBezTo>
                  <a:pt x="68640" y="14106"/>
                  <a:pt x="68712" y="14034"/>
                  <a:pt x="68712" y="13888"/>
                </a:cubicBezTo>
                <a:cubicBezTo>
                  <a:pt x="68712" y="13452"/>
                  <a:pt x="68203" y="12797"/>
                  <a:pt x="67185" y="11925"/>
                </a:cubicBezTo>
                <a:cubicBezTo>
                  <a:pt x="66168" y="11052"/>
                  <a:pt x="64350" y="10253"/>
                  <a:pt x="61732" y="9525"/>
                </a:cubicBezTo>
                <a:cubicBezTo>
                  <a:pt x="59115" y="8798"/>
                  <a:pt x="56279" y="8362"/>
                  <a:pt x="53225" y="8217"/>
                </a:cubicBezTo>
                <a:cubicBezTo>
                  <a:pt x="46244" y="8217"/>
                  <a:pt x="41154" y="10107"/>
                  <a:pt x="37956" y="13888"/>
                </a:cubicBezTo>
                <a:cubicBezTo>
                  <a:pt x="34756" y="17669"/>
                  <a:pt x="33083" y="21523"/>
                  <a:pt x="32938" y="25449"/>
                </a:cubicBezTo>
                <a:cubicBezTo>
                  <a:pt x="32938" y="29085"/>
                  <a:pt x="34320" y="31630"/>
                  <a:pt x="37083" y="33084"/>
                </a:cubicBezTo>
                <a:cubicBezTo>
                  <a:pt x="39846" y="34538"/>
                  <a:pt x="43845" y="35774"/>
                  <a:pt x="49080" y="36792"/>
                </a:cubicBezTo>
                <a:cubicBezTo>
                  <a:pt x="54315" y="37810"/>
                  <a:pt x="58096" y="38901"/>
                  <a:pt x="60423" y="40064"/>
                </a:cubicBezTo>
                <a:cubicBezTo>
                  <a:pt x="70021" y="44282"/>
                  <a:pt x="74820" y="51262"/>
                  <a:pt x="74820" y="61005"/>
                </a:cubicBezTo>
                <a:cubicBezTo>
                  <a:pt x="74820" y="65077"/>
                  <a:pt x="74020" y="69149"/>
                  <a:pt x="72420" y="73221"/>
                </a:cubicBezTo>
                <a:cubicBezTo>
                  <a:pt x="70821" y="77293"/>
                  <a:pt x="68421" y="81365"/>
                  <a:pt x="65222" y="85437"/>
                </a:cubicBezTo>
                <a:cubicBezTo>
                  <a:pt x="62023" y="89508"/>
                  <a:pt x="57442" y="92708"/>
                  <a:pt x="51480" y="95034"/>
                </a:cubicBezTo>
                <a:cubicBezTo>
                  <a:pt x="45517" y="97361"/>
                  <a:pt x="38682" y="98597"/>
                  <a:pt x="30975" y="98743"/>
                </a:cubicBezTo>
                <a:cubicBezTo>
                  <a:pt x="19777" y="98743"/>
                  <a:pt x="11852" y="96634"/>
                  <a:pt x="7198" y="92417"/>
                </a:cubicBezTo>
                <a:cubicBezTo>
                  <a:pt x="2545" y="88200"/>
                  <a:pt x="145" y="83255"/>
                  <a:pt x="0" y="77584"/>
                </a:cubicBezTo>
                <a:cubicBezTo>
                  <a:pt x="0" y="71912"/>
                  <a:pt x="1527" y="67840"/>
                  <a:pt x="4581" y="65368"/>
                </a:cubicBezTo>
                <a:cubicBezTo>
                  <a:pt x="7635" y="62896"/>
                  <a:pt x="10833" y="61660"/>
                  <a:pt x="14178" y="61660"/>
                </a:cubicBezTo>
                <a:cubicBezTo>
                  <a:pt x="16359" y="61660"/>
                  <a:pt x="18396" y="62314"/>
                  <a:pt x="20286" y="63623"/>
                </a:cubicBezTo>
                <a:cubicBezTo>
                  <a:pt x="22177" y="64932"/>
                  <a:pt x="23195" y="67186"/>
                  <a:pt x="23340" y="70385"/>
                </a:cubicBezTo>
                <a:cubicBezTo>
                  <a:pt x="23340" y="74166"/>
                  <a:pt x="22031" y="77365"/>
                  <a:pt x="19413" y="79983"/>
                </a:cubicBezTo>
                <a:cubicBezTo>
                  <a:pt x="16796" y="82601"/>
                  <a:pt x="14542" y="83910"/>
                  <a:pt x="12652" y="83910"/>
                </a:cubicBezTo>
                <a:cubicBezTo>
                  <a:pt x="12360" y="84055"/>
                  <a:pt x="12142" y="84128"/>
                  <a:pt x="11998" y="84128"/>
                </a:cubicBezTo>
                <a:cubicBezTo>
                  <a:pt x="11852" y="84128"/>
                  <a:pt x="11779" y="84273"/>
                  <a:pt x="11779" y="84564"/>
                </a:cubicBezTo>
                <a:cubicBezTo>
                  <a:pt x="11924" y="85000"/>
                  <a:pt x="12506" y="85582"/>
                  <a:pt x="13524" y="86309"/>
                </a:cubicBezTo>
                <a:cubicBezTo>
                  <a:pt x="14542" y="87036"/>
                  <a:pt x="16796" y="87981"/>
                  <a:pt x="20286" y="89145"/>
                </a:cubicBezTo>
                <a:cubicBezTo>
                  <a:pt x="23776" y="90308"/>
                  <a:pt x="27775" y="90817"/>
                  <a:pt x="32284" y="90672"/>
                </a:cubicBezTo>
                <a:cubicBezTo>
                  <a:pt x="37519" y="90672"/>
                  <a:pt x="42027" y="89872"/>
                  <a:pt x="45808" y="88272"/>
                </a:cubicBezTo>
                <a:cubicBezTo>
                  <a:pt x="49589" y="86673"/>
                  <a:pt x="52352" y="84637"/>
                  <a:pt x="54097" y="82164"/>
                </a:cubicBezTo>
                <a:cubicBezTo>
                  <a:pt x="55842" y="79692"/>
                  <a:pt x="57078" y="77438"/>
                  <a:pt x="57806" y="75402"/>
                </a:cubicBezTo>
                <a:cubicBezTo>
                  <a:pt x="58533" y="73366"/>
                  <a:pt x="58896" y="71548"/>
                  <a:pt x="58896" y="69949"/>
                </a:cubicBezTo>
                <a:cubicBezTo>
                  <a:pt x="58896" y="65877"/>
                  <a:pt x="57369" y="62823"/>
                  <a:pt x="54315" y="60787"/>
                </a:cubicBezTo>
                <a:cubicBezTo>
                  <a:pt x="51261" y="58751"/>
                  <a:pt x="47771" y="57515"/>
                  <a:pt x="43845" y="57079"/>
                </a:cubicBezTo>
                <a:cubicBezTo>
                  <a:pt x="39918" y="56643"/>
                  <a:pt x="35628" y="55552"/>
                  <a:pt x="30975" y="53807"/>
                </a:cubicBezTo>
                <a:cubicBezTo>
                  <a:pt x="26322" y="52062"/>
                  <a:pt x="22904" y="49517"/>
                  <a:pt x="20722" y="46172"/>
                </a:cubicBezTo>
                <a:cubicBezTo>
                  <a:pt x="18250" y="42537"/>
                  <a:pt x="17014" y="38319"/>
                  <a:pt x="17014" y="335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4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117A5A92-01B7-4E55-9486-7CE987BD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3864" y="606900"/>
            <a:ext cx="35779" cy="79733"/>
          </a:xfrm>
          <a:custGeom xmlns:a="http://schemas.openxmlformats.org/drawingml/2006/main">
            <a:pathLst>
              <a:path w="35779" h="79733">
                <a:moveTo>
                  <a:pt x="7556" y="79733"/>
                </a:moveTo>
                <a:cubicBezTo>
                  <a:pt x="6940" y="79733"/>
                  <a:pt x="5551" y="79424"/>
                  <a:pt x="3392" y="78807"/>
                </a:cubicBezTo>
                <a:cubicBezTo>
                  <a:pt x="1233" y="78190"/>
                  <a:pt x="102" y="77574"/>
                  <a:pt x="0" y="76957"/>
                </a:cubicBezTo>
                <a:cubicBezTo>
                  <a:pt x="0" y="76237"/>
                  <a:pt x="2827" y="64311"/>
                  <a:pt x="8481" y="41177"/>
                </a:cubicBezTo>
                <a:cubicBezTo>
                  <a:pt x="14137" y="18044"/>
                  <a:pt x="17272" y="5963"/>
                  <a:pt x="17889" y="4935"/>
                </a:cubicBezTo>
                <a:cubicBezTo>
                  <a:pt x="19432" y="1645"/>
                  <a:pt x="22104" y="0"/>
                  <a:pt x="25909" y="0"/>
                </a:cubicBezTo>
                <a:cubicBezTo>
                  <a:pt x="27965" y="0"/>
                  <a:pt x="30125" y="771"/>
                  <a:pt x="32386" y="2313"/>
                </a:cubicBezTo>
                <a:cubicBezTo>
                  <a:pt x="34648" y="3856"/>
                  <a:pt x="35779" y="6118"/>
                  <a:pt x="35779" y="9099"/>
                </a:cubicBezTo>
                <a:cubicBezTo>
                  <a:pt x="35779" y="9613"/>
                  <a:pt x="35676" y="10384"/>
                  <a:pt x="35470" y="11412"/>
                </a:cubicBezTo>
                <a:cubicBezTo>
                  <a:pt x="35368" y="12132"/>
                  <a:pt x="30895" y="23596"/>
                  <a:pt x="22053" y="45804"/>
                </a:cubicBezTo>
                <a:cubicBezTo>
                  <a:pt x="13211" y="68012"/>
                  <a:pt x="8636" y="79218"/>
                  <a:pt x="8328" y="79424"/>
                </a:cubicBezTo>
                <a:cubicBezTo>
                  <a:pt x="8019" y="79630"/>
                  <a:pt x="7762" y="79733"/>
                  <a:pt x="7556" y="797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85" name="pdf-path-133">
            <a:extLst xmlns:a="http://schemas.openxmlformats.org/drawingml/2006/main">
              <a:ext uri="{FF2B5EF4-FFF2-40B4-BE49-F238E27FC236}">
                <a16:creationId xmlns:a16="http://schemas.microsoft.com/office/drawing/2014/main" id="{E4896D2B-5398-4022-8CA5-714E2617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547" y="619753"/>
            <a:ext cx="52134" cy="218136"/>
          </a:xfrm>
          <a:custGeom xmlns:a="http://schemas.openxmlformats.org/drawingml/2006/main">
            <a:pathLst>
              <a:path w="52134" h="218136">
                <a:moveTo>
                  <a:pt x="1091" y="218"/>
                </a:moveTo>
                <a:lnTo>
                  <a:pt x="1963" y="0"/>
                </a:lnTo>
                <a:cubicBezTo>
                  <a:pt x="2690" y="0"/>
                  <a:pt x="3418" y="0"/>
                  <a:pt x="4145" y="0"/>
                </a:cubicBezTo>
                <a:lnTo>
                  <a:pt x="6762" y="0"/>
                </a:lnTo>
                <a:lnTo>
                  <a:pt x="12870" y="5235"/>
                </a:lnTo>
                <a:cubicBezTo>
                  <a:pt x="26540" y="17596"/>
                  <a:pt x="36501" y="33011"/>
                  <a:pt x="42754" y="51480"/>
                </a:cubicBezTo>
                <a:cubicBezTo>
                  <a:pt x="49008" y="69949"/>
                  <a:pt x="52134" y="89145"/>
                  <a:pt x="52134" y="109068"/>
                </a:cubicBezTo>
                <a:cubicBezTo>
                  <a:pt x="52134" y="118957"/>
                  <a:pt x="51407" y="128482"/>
                  <a:pt x="49953" y="137643"/>
                </a:cubicBezTo>
                <a:cubicBezTo>
                  <a:pt x="48498" y="146805"/>
                  <a:pt x="46826" y="154585"/>
                  <a:pt x="44936" y="160984"/>
                </a:cubicBezTo>
                <a:cubicBezTo>
                  <a:pt x="43046" y="167383"/>
                  <a:pt x="40355" y="173781"/>
                  <a:pt x="36865" y="180180"/>
                </a:cubicBezTo>
                <a:cubicBezTo>
                  <a:pt x="33375" y="186579"/>
                  <a:pt x="30611" y="191450"/>
                  <a:pt x="28576" y="194795"/>
                </a:cubicBezTo>
                <a:cubicBezTo>
                  <a:pt x="26540" y="198140"/>
                  <a:pt x="23558" y="201848"/>
                  <a:pt x="19632" y="205920"/>
                </a:cubicBezTo>
                <a:cubicBezTo>
                  <a:pt x="15705" y="209992"/>
                  <a:pt x="13379" y="212391"/>
                  <a:pt x="12652" y="213118"/>
                </a:cubicBezTo>
                <a:cubicBezTo>
                  <a:pt x="11924" y="213846"/>
                  <a:pt x="10253" y="215227"/>
                  <a:pt x="7635" y="217263"/>
                </a:cubicBezTo>
                <a:cubicBezTo>
                  <a:pt x="7199" y="217699"/>
                  <a:pt x="6907" y="217990"/>
                  <a:pt x="6762" y="218136"/>
                </a:cubicBezTo>
                <a:lnTo>
                  <a:pt x="4145" y="218136"/>
                </a:lnTo>
                <a:cubicBezTo>
                  <a:pt x="2982" y="218136"/>
                  <a:pt x="2181" y="218136"/>
                  <a:pt x="1745" y="218136"/>
                </a:cubicBezTo>
                <a:cubicBezTo>
                  <a:pt x="1309" y="218136"/>
                  <a:pt x="945" y="217917"/>
                  <a:pt x="654" y="217481"/>
                </a:cubicBezTo>
                <a:cubicBezTo>
                  <a:pt x="364" y="217045"/>
                  <a:pt x="146" y="216390"/>
                  <a:pt x="0" y="215518"/>
                </a:cubicBezTo>
                <a:cubicBezTo>
                  <a:pt x="146" y="215372"/>
                  <a:pt x="945" y="214427"/>
                  <a:pt x="2399" y="212682"/>
                </a:cubicBezTo>
                <a:cubicBezTo>
                  <a:pt x="24940" y="189269"/>
                  <a:pt x="36211" y="154731"/>
                  <a:pt x="36211" y="109068"/>
                </a:cubicBezTo>
                <a:cubicBezTo>
                  <a:pt x="36211" y="63405"/>
                  <a:pt x="24940" y="28867"/>
                  <a:pt x="2399" y="5454"/>
                </a:cubicBezTo>
                <a:cubicBezTo>
                  <a:pt x="945" y="3708"/>
                  <a:pt x="146" y="2763"/>
                  <a:pt x="0" y="2618"/>
                </a:cubicBezTo>
                <a:cubicBezTo>
                  <a:pt x="0" y="1454"/>
                  <a:pt x="364" y="654"/>
                  <a:pt x="1091" y="2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6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BBAC072B-44F3-404E-8A58-30367F3B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4196" y="724458"/>
            <a:ext cx="133063" cy="8725"/>
          </a:xfrm>
          <a:custGeom xmlns:a="http://schemas.openxmlformats.org/drawingml/2006/main">
            <a:pathLst>
              <a:path w="133063" h="8725">
                <a:moveTo>
                  <a:pt x="0" y="7198"/>
                </a:moveTo>
                <a:cubicBezTo>
                  <a:pt x="0" y="7198"/>
                  <a:pt x="0" y="6253"/>
                  <a:pt x="0" y="4363"/>
                </a:cubicBezTo>
                <a:cubicBezTo>
                  <a:pt x="0" y="2472"/>
                  <a:pt x="1018" y="1018"/>
                  <a:pt x="3054" y="0"/>
                </a:cubicBezTo>
                <a:lnTo>
                  <a:pt x="129791" y="0"/>
                </a:lnTo>
                <a:cubicBezTo>
                  <a:pt x="131972" y="1163"/>
                  <a:pt x="133063" y="2617"/>
                  <a:pt x="133063" y="4363"/>
                </a:cubicBezTo>
                <a:cubicBezTo>
                  <a:pt x="133063" y="6108"/>
                  <a:pt x="131972" y="7562"/>
                  <a:pt x="129791" y="8725"/>
                </a:cubicBezTo>
                <a:lnTo>
                  <a:pt x="3054" y="8725"/>
                </a:lnTo>
                <a:cubicBezTo>
                  <a:pt x="1018" y="7707"/>
                  <a:pt x="0" y="6253"/>
                  <a:pt x="0" y="4363"/>
                </a:cubicBezTo>
                <a:lnTo>
                  <a:pt x="0" y="71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7" name="pdf-path-137">
            <a:extLst xmlns:a="http://schemas.openxmlformats.org/drawingml/2006/main">
              <a:ext uri="{FF2B5EF4-FFF2-40B4-BE49-F238E27FC236}">
                <a16:creationId xmlns:a16="http://schemas.microsoft.com/office/drawing/2014/main" id="{1C5DFC6A-DFFA-484B-BC35-3F0FB798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3163" y="631968"/>
            <a:ext cx="117211" cy="196104"/>
          </a:xfrm>
          <a:custGeom xmlns:a="http://schemas.openxmlformats.org/drawingml/2006/main">
            <a:pathLst>
              <a:path w="117211" h="196104">
                <a:moveTo>
                  <a:pt x="80128" y="1309"/>
                </a:moveTo>
                <a:cubicBezTo>
                  <a:pt x="80710" y="436"/>
                  <a:pt x="81582" y="0"/>
                  <a:pt x="82746" y="0"/>
                </a:cubicBezTo>
                <a:lnTo>
                  <a:pt x="84491" y="0"/>
                </a:lnTo>
                <a:lnTo>
                  <a:pt x="87327" y="0"/>
                </a:lnTo>
                <a:cubicBezTo>
                  <a:pt x="88199" y="873"/>
                  <a:pt x="88635" y="1454"/>
                  <a:pt x="88635" y="1745"/>
                </a:cubicBezTo>
                <a:cubicBezTo>
                  <a:pt x="88635" y="2763"/>
                  <a:pt x="86454" y="11707"/>
                  <a:pt x="82091" y="28576"/>
                </a:cubicBezTo>
                <a:cubicBezTo>
                  <a:pt x="81074" y="32648"/>
                  <a:pt x="80055" y="36938"/>
                  <a:pt x="79037" y="41446"/>
                </a:cubicBezTo>
                <a:cubicBezTo>
                  <a:pt x="78020" y="45954"/>
                  <a:pt x="77147" y="49299"/>
                  <a:pt x="76419" y="51480"/>
                </a:cubicBezTo>
                <a:lnTo>
                  <a:pt x="75547" y="54970"/>
                </a:lnTo>
                <a:cubicBezTo>
                  <a:pt x="75547" y="55116"/>
                  <a:pt x="76201" y="55188"/>
                  <a:pt x="77510" y="55188"/>
                </a:cubicBezTo>
                <a:cubicBezTo>
                  <a:pt x="78819" y="55188"/>
                  <a:pt x="81146" y="55625"/>
                  <a:pt x="84491" y="56497"/>
                </a:cubicBezTo>
                <a:cubicBezTo>
                  <a:pt x="87835" y="57370"/>
                  <a:pt x="91326" y="58606"/>
                  <a:pt x="94962" y="60205"/>
                </a:cubicBezTo>
                <a:cubicBezTo>
                  <a:pt x="101360" y="63259"/>
                  <a:pt x="106668" y="67695"/>
                  <a:pt x="110885" y="73512"/>
                </a:cubicBezTo>
                <a:cubicBezTo>
                  <a:pt x="115102" y="79329"/>
                  <a:pt x="117211" y="86382"/>
                  <a:pt x="117211" y="94671"/>
                </a:cubicBezTo>
                <a:cubicBezTo>
                  <a:pt x="117211" y="102960"/>
                  <a:pt x="114958" y="110886"/>
                  <a:pt x="110449" y="118448"/>
                </a:cubicBezTo>
                <a:cubicBezTo>
                  <a:pt x="105941" y="126010"/>
                  <a:pt x="100342" y="132263"/>
                  <a:pt x="93653" y="137207"/>
                </a:cubicBezTo>
                <a:cubicBezTo>
                  <a:pt x="86963" y="142152"/>
                  <a:pt x="79910" y="146078"/>
                  <a:pt x="72494" y="148987"/>
                </a:cubicBezTo>
                <a:cubicBezTo>
                  <a:pt x="65077" y="151895"/>
                  <a:pt x="58169" y="153422"/>
                  <a:pt x="51770" y="153568"/>
                </a:cubicBezTo>
                <a:lnTo>
                  <a:pt x="50898" y="153568"/>
                </a:lnTo>
                <a:lnTo>
                  <a:pt x="45663" y="174290"/>
                </a:lnTo>
                <a:cubicBezTo>
                  <a:pt x="44791" y="177635"/>
                  <a:pt x="43845" y="181634"/>
                  <a:pt x="42827" y="186288"/>
                </a:cubicBezTo>
                <a:cubicBezTo>
                  <a:pt x="41663" y="190941"/>
                  <a:pt x="40864" y="193704"/>
                  <a:pt x="40428" y="194577"/>
                </a:cubicBezTo>
                <a:cubicBezTo>
                  <a:pt x="39991" y="195449"/>
                  <a:pt x="39119" y="195958"/>
                  <a:pt x="37810" y="196104"/>
                </a:cubicBezTo>
                <a:lnTo>
                  <a:pt x="36501" y="196104"/>
                </a:lnTo>
                <a:cubicBezTo>
                  <a:pt x="33593" y="196104"/>
                  <a:pt x="32138" y="195595"/>
                  <a:pt x="32138" y="194577"/>
                </a:cubicBezTo>
                <a:cubicBezTo>
                  <a:pt x="32138" y="193850"/>
                  <a:pt x="33738" y="186942"/>
                  <a:pt x="36937" y="173854"/>
                </a:cubicBezTo>
                <a:lnTo>
                  <a:pt x="41955" y="153786"/>
                </a:lnTo>
                <a:cubicBezTo>
                  <a:pt x="41955" y="153640"/>
                  <a:pt x="41373" y="153568"/>
                  <a:pt x="40210" y="153568"/>
                </a:cubicBezTo>
                <a:cubicBezTo>
                  <a:pt x="39482" y="153568"/>
                  <a:pt x="38028" y="153422"/>
                  <a:pt x="35847" y="153131"/>
                </a:cubicBezTo>
                <a:cubicBezTo>
                  <a:pt x="33665" y="152840"/>
                  <a:pt x="30393" y="151822"/>
                  <a:pt x="26030" y="150077"/>
                </a:cubicBezTo>
                <a:cubicBezTo>
                  <a:pt x="21668" y="148332"/>
                  <a:pt x="17742" y="146151"/>
                  <a:pt x="14251" y="143533"/>
                </a:cubicBezTo>
                <a:cubicBezTo>
                  <a:pt x="10761" y="140916"/>
                  <a:pt x="7489" y="137062"/>
                  <a:pt x="4435" y="131972"/>
                </a:cubicBezTo>
                <a:cubicBezTo>
                  <a:pt x="1381" y="126882"/>
                  <a:pt x="0" y="120920"/>
                  <a:pt x="290" y="114085"/>
                </a:cubicBezTo>
                <a:cubicBezTo>
                  <a:pt x="290" y="105360"/>
                  <a:pt x="2690" y="97143"/>
                  <a:pt x="7489" y="89436"/>
                </a:cubicBezTo>
                <a:cubicBezTo>
                  <a:pt x="12288" y="81728"/>
                  <a:pt x="18178" y="75475"/>
                  <a:pt x="25158" y="70676"/>
                </a:cubicBezTo>
                <a:cubicBezTo>
                  <a:pt x="32138" y="65877"/>
                  <a:pt x="39191" y="62096"/>
                  <a:pt x="46318" y="59333"/>
                </a:cubicBezTo>
                <a:cubicBezTo>
                  <a:pt x="53443" y="56570"/>
                  <a:pt x="59841" y="55188"/>
                  <a:pt x="65513" y="55188"/>
                </a:cubicBezTo>
                <a:cubicBezTo>
                  <a:pt x="66240" y="55188"/>
                  <a:pt x="66676" y="54898"/>
                  <a:pt x="66822" y="54316"/>
                </a:cubicBezTo>
                <a:lnTo>
                  <a:pt x="73366" y="27703"/>
                </a:lnTo>
                <a:cubicBezTo>
                  <a:pt x="77874" y="10398"/>
                  <a:pt x="80128" y="1600"/>
                  <a:pt x="80128" y="1309"/>
                </a:cubicBezTo>
                <a:moveTo>
                  <a:pt x="17524" y="118666"/>
                </a:moveTo>
                <a:cubicBezTo>
                  <a:pt x="17524" y="123610"/>
                  <a:pt x="18396" y="127900"/>
                  <a:pt x="20141" y="131536"/>
                </a:cubicBezTo>
                <a:cubicBezTo>
                  <a:pt x="21886" y="135171"/>
                  <a:pt x="24285" y="137934"/>
                  <a:pt x="27339" y="139825"/>
                </a:cubicBezTo>
                <a:cubicBezTo>
                  <a:pt x="30393" y="141715"/>
                  <a:pt x="33011" y="143024"/>
                  <a:pt x="35192" y="143751"/>
                </a:cubicBezTo>
                <a:cubicBezTo>
                  <a:pt x="37374" y="144478"/>
                  <a:pt x="39846" y="145060"/>
                  <a:pt x="42609" y="145496"/>
                </a:cubicBezTo>
                <a:lnTo>
                  <a:pt x="44136" y="145496"/>
                </a:lnTo>
                <a:lnTo>
                  <a:pt x="64422" y="63259"/>
                </a:lnTo>
                <a:cubicBezTo>
                  <a:pt x="63840" y="63259"/>
                  <a:pt x="63041" y="63332"/>
                  <a:pt x="62023" y="63478"/>
                </a:cubicBezTo>
                <a:cubicBezTo>
                  <a:pt x="61005" y="63623"/>
                  <a:pt x="58897" y="64205"/>
                  <a:pt x="55697" y="65223"/>
                </a:cubicBezTo>
                <a:cubicBezTo>
                  <a:pt x="52498" y="66241"/>
                  <a:pt x="49444" y="67404"/>
                  <a:pt x="46536" y="68713"/>
                </a:cubicBezTo>
                <a:cubicBezTo>
                  <a:pt x="43626" y="70022"/>
                  <a:pt x="40428" y="72130"/>
                  <a:pt x="36937" y="75039"/>
                </a:cubicBezTo>
                <a:cubicBezTo>
                  <a:pt x="33447" y="77947"/>
                  <a:pt x="30466" y="81292"/>
                  <a:pt x="27993" y="85073"/>
                </a:cubicBezTo>
                <a:cubicBezTo>
                  <a:pt x="25376" y="89145"/>
                  <a:pt x="22977" y="94017"/>
                  <a:pt x="20796" y="99688"/>
                </a:cubicBezTo>
                <a:cubicBezTo>
                  <a:pt x="18614" y="106378"/>
                  <a:pt x="17524" y="112704"/>
                  <a:pt x="17524" y="118666"/>
                </a:cubicBezTo>
                <a:moveTo>
                  <a:pt x="99978" y="89872"/>
                </a:moveTo>
                <a:cubicBezTo>
                  <a:pt x="99978" y="84346"/>
                  <a:pt x="98815" y="79620"/>
                  <a:pt x="96489" y="75693"/>
                </a:cubicBezTo>
                <a:cubicBezTo>
                  <a:pt x="94161" y="71767"/>
                  <a:pt x="91253" y="69004"/>
                  <a:pt x="87763" y="67404"/>
                </a:cubicBezTo>
                <a:cubicBezTo>
                  <a:pt x="84273" y="65804"/>
                  <a:pt x="81437" y="64714"/>
                  <a:pt x="79255" y="64132"/>
                </a:cubicBezTo>
                <a:cubicBezTo>
                  <a:pt x="77074" y="63550"/>
                  <a:pt x="75329" y="63259"/>
                  <a:pt x="74020" y="63259"/>
                </a:cubicBezTo>
                <a:lnTo>
                  <a:pt x="73366" y="63259"/>
                </a:lnTo>
                <a:lnTo>
                  <a:pt x="63332" y="104051"/>
                </a:lnTo>
                <a:lnTo>
                  <a:pt x="52861" y="145060"/>
                </a:lnTo>
                <a:cubicBezTo>
                  <a:pt x="52861" y="145351"/>
                  <a:pt x="52934" y="145496"/>
                  <a:pt x="53079" y="145496"/>
                </a:cubicBezTo>
                <a:cubicBezTo>
                  <a:pt x="54243" y="145496"/>
                  <a:pt x="56569" y="145060"/>
                  <a:pt x="60060" y="144188"/>
                </a:cubicBezTo>
                <a:cubicBezTo>
                  <a:pt x="63550" y="143315"/>
                  <a:pt x="66458" y="142297"/>
                  <a:pt x="68785" y="141134"/>
                </a:cubicBezTo>
                <a:cubicBezTo>
                  <a:pt x="75038" y="138371"/>
                  <a:pt x="80419" y="134517"/>
                  <a:pt x="84927" y="129572"/>
                </a:cubicBezTo>
                <a:cubicBezTo>
                  <a:pt x="89436" y="124628"/>
                  <a:pt x="92634" y="119538"/>
                  <a:pt x="94525" y="114303"/>
                </a:cubicBezTo>
                <a:cubicBezTo>
                  <a:pt x="96415" y="109068"/>
                  <a:pt x="97798" y="104414"/>
                  <a:pt x="98670" y="100342"/>
                </a:cubicBezTo>
                <a:cubicBezTo>
                  <a:pt x="99542" y="96271"/>
                  <a:pt x="99978" y="92780"/>
                  <a:pt x="99978" y="898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8" name="pdf-path-139">
            <a:extLst xmlns:a="http://schemas.openxmlformats.org/drawingml/2006/main">
              <a:ext uri="{FF2B5EF4-FFF2-40B4-BE49-F238E27FC236}">
                <a16:creationId xmlns:a16="http://schemas.microsoft.com/office/drawing/2014/main" id="{F5D326E1-13B3-4445-9262-E9C4391D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588" y="619753"/>
            <a:ext cx="52134" cy="218136"/>
          </a:xfrm>
          <a:custGeom xmlns:a="http://schemas.openxmlformats.org/drawingml/2006/main">
            <a:pathLst>
              <a:path w="52134" h="218136">
                <a:moveTo>
                  <a:pt x="0" y="109068"/>
                </a:moveTo>
                <a:cubicBezTo>
                  <a:pt x="0" y="99034"/>
                  <a:pt x="726" y="89508"/>
                  <a:pt x="2181" y="80492"/>
                </a:cubicBezTo>
                <a:cubicBezTo>
                  <a:pt x="3636" y="71476"/>
                  <a:pt x="5307" y="63696"/>
                  <a:pt x="7198" y="57152"/>
                </a:cubicBezTo>
                <a:cubicBezTo>
                  <a:pt x="9088" y="50608"/>
                  <a:pt x="11779" y="44209"/>
                  <a:pt x="15269" y="37956"/>
                </a:cubicBezTo>
                <a:cubicBezTo>
                  <a:pt x="18759" y="31702"/>
                  <a:pt x="21522" y="26831"/>
                  <a:pt x="23558" y="23341"/>
                </a:cubicBezTo>
                <a:cubicBezTo>
                  <a:pt x="25594" y="19850"/>
                  <a:pt x="28648" y="16069"/>
                  <a:pt x="32720" y="11998"/>
                </a:cubicBezTo>
                <a:cubicBezTo>
                  <a:pt x="36791" y="7926"/>
                  <a:pt x="39191" y="5454"/>
                  <a:pt x="39918" y="4581"/>
                </a:cubicBezTo>
                <a:cubicBezTo>
                  <a:pt x="40646" y="3708"/>
                  <a:pt x="42463" y="2181"/>
                  <a:pt x="45371" y="0"/>
                </a:cubicBezTo>
                <a:lnTo>
                  <a:pt x="48207" y="0"/>
                </a:lnTo>
                <a:lnTo>
                  <a:pt x="49080" y="0"/>
                </a:lnTo>
                <a:cubicBezTo>
                  <a:pt x="51116" y="0"/>
                  <a:pt x="52134" y="654"/>
                  <a:pt x="52134" y="1963"/>
                </a:cubicBezTo>
                <a:cubicBezTo>
                  <a:pt x="52134" y="2400"/>
                  <a:pt x="50897" y="3927"/>
                  <a:pt x="48425" y="6544"/>
                </a:cubicBezTo>
                <a:cubicBezTo>
                  <a:pt x="45954" y="9162"/>
                  <a:pt x="42972" y="13015"/>
                  <a:pt x="39482" y="18105"/>
                </a:cubicBezTo>
                <a:cubicBezTo>
                  <a:pt x="35992" y="23195"/>
                  <a:pt x="32429" y="29448"/>
                  <a:pt x="28794" y="36865"/>
                </a:cubicBezTo>
                <a:cubicBezTo>
                  <a:pt x="25157" y="44282"/>
                  <a:pt x="22104" y="54316"/>
                  <a:pt x="19631" y="66968"/>
                </a:cubicBezTo>
                <a:cubicBezTo>
                  <a:pt x="17160" y="79619"/>
                  <a:pt x="15923" y="93653"/>
                  <a:pt x="15923" y="109068"/>
                </a:cubicBezTo>
                <a:cubicBezTo>
                  <a:pt x="15923" y="124483"/>
                  <a:pt x="17160" y="138443"/>
                  <a:pt x="19631" y="150950"/>
                </a:cubicBezTo>
                <a:cubicBezTo>
                  <a:pt x="22104" y="163456"/>
                  <a:pt x="25085" y="173563"/>
                  <a:pt x="28575" y="181271"/>
                </a:cubicBezTo>
                <a:cubicBezTo>
                  <a:pt x="32066" y="188978"/>
                  <a:pt x="35628" y="195231"/>
                  <a:pt x="39264" y="200030"/>
                </a:cubicBezTo>
                <a:cubicBezTo>
                  <a:pt x="42899" y="204829"/>
                  <a:pt x="45954" y="208683"/>
                  <a:pt x="48425" y="211592"/>
                </a:cubicBezTo>
                <a:cubicBezTo>
                  <a:pt x="50897" y="214500"/>
                  <a:pt x="52134" y="216027"/>
                  <a:pt x="52134" y="216172"/>
                </a:cubicBezTo>
                <a:cubicBezTo>
                  <a:pt x="52134" y="217481"/>
                  <a:pt x="51043" y="218136"/>
                  <a:pt x="48862" y="218136"/>
                </a:cubicBezTo>
                <a:lnTo>
                  <a:pt x="48207" y="218136"/>
                </a:lnTo>
                <a:lnTo>
                  <a:pt x="45371" y="218136"/>
                </a:lnTo>
                <a:lnTo>
                  <a:pt x="39264" y="212900"/>
                </a:lnTo>
                <a:cubicBezTo>
                  <a:pt x="25594" y="200539"/>
                  <a:pt x="15633" y="185124"/>
                  <a:pt x="9380" y="166656"/>
                </a:cubicBezTo>
                <a:cubicBezTo>
                  <a:pt x="3126" y="148187"/>
                  <a:pt x="0" y="128991"/>
                  <a:pt x="0" y="10906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89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818B3B70-5469-42C5-93F8-DE9FFA52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0499" y="686793"/>
            <a:ext cx="79837" cy="98743"/>
          </a:xfrm>
          <a:custGeom xmlns:a="http://schemas.openxmlformats.org/drawingml/2006/main">
            <a:pathLst>
              <a:path w="79837" h="98743">
                <a:moveTo>
                  <a:pt x="17014" y="33520"/>
                </a:moveTo>
                <a:cubicBezTo>
                  <a:pt x="17014" y="28867"/>
                  <a:pt x="18178" y="24140"/>
                  <a:pt x="20504" y="19341"/>
                </a:cubicBezTo>
                <a:cubicBezTo>
                  <a:pt x="22831" y="14543"/>
                  <a:pt x="26903" y="10107"/>
                  <a:pt x="32720" y="6035"/>
                </a:cubicBezTo>
                <a:cubicBezTo>
                  <a:pt x="38537" y="1963"/>
                  <a:pt x="45590" y="0"/>
                  <a:pt x="53879" y="146"/>
                </a:cubicBezTo>
                <a:cubicBezTo>
                  <a:pt x="62895" y="146"/>
                  <a:pt x="69440" y="2109"/>
                  <a:pt x="73511" y="6035"/>
                </a:cubicBezTo>
                <a:cubicBezTo>
                  <a:pt x="77583" y="9962"/>
                  <a:pt x="79692" y="14324"/>
                  <a:pt x="79837" y="19123"/>
                </a:cubicBezTo>
                <a:cubicBezTo>
                  <a:pt x="79837" y="23777"/>
                  <a:pt x="78601" y="27194"/>
                  <a:pt x="76129" y="29376"/>
                </a:cubicBezTo>
                <a:cubicBezTo>
                  <a:pt x="73657" y="31557"/>
                  <a:pt x="70893" y="32720"/>
                  <a:pt x="67839" y="32866"/>
                </a:cubicBezTo>
                <a:cubicBezTo>
                  <a:pt x="65949" y="32866"/>
                  <a:pt x="64204" y="32284"/>
                  <a:pt x="62605" y="31121"/>
                </a:cubicBezTo>
                <a:cubicBezTo>
                  <a:pt x="61005" y="29957"/>
                  <a:pt x="60132" y="28067"/>
                  <a:pt x="59987" y="25449"/>
                </a:cubicBezTo>
                <a:cubicBezTo>
                  <a:pt x="59987" y="23123"/>
                  <a:pt x="60642" y="21087"/>
                  <a:pt x="61950" y="19341"/>
                </a:cubicBezTo>
                <a:cubicBezTo>
                  <a:pt x="63259" y="17596"/>
                  <a:pt x="64495" y="16288"/>
                  <a:pt x="65658" y="15415"/>
                </a:cubicBezTo>
                <a:cubicBezTo>
                  <a:pt x="66822" y="14543"/>
                  <a:pt x="67767" y="14106"/>
                  <a:pt x="68494" y="14106"/>
                </a:cubicBezTo>
                <a:cubicBezTo>
                  <a:pt x="68640" y="14106"/>
                  <a:pt x="68712" y="14034"/>
                  <a:pt x="68712" y="13888"/>
                </a:cubicBezTo>
                <a:cubicBezTo>
                  <a:pt x="68712" y="13452"/>
                  <a:pt x="68203" y="12797"/>
                  <a:pt x="67185" y="11925"/>
                </a:cubicBezTo>
                <a:cubicBezTo>
                  <a:pt x="66168" y="11052"/>
                  <a:pt x="64350" y="10253"/>
                  <a:pt x="61732" y="9525"/>
                </a:cubicBezTo>
                <a:cubicBezTo>
                  <a:pt x="59115" y="8798"/>
                  <a:pt x="56279" y="8362"/>
                  <a:pt x="53225" y="8217"/>
                </a:cubicBezTo>
                <a:cubicBezTo>
                  <a:pt x="46244" y="8217"/>
                  <a:pt x="41154" y="10107"/>
                  <a:pt x="37956" y="13888"/>
                </a:cubicBezTo>
                <a:cubicBezTo>
                  <a:pt x="34756" y="17669"/>
                  <a:pt x="33083" y="21523"/>
                  <a:pt x="32938" y="25449"/>
                </a:cubicBezTo>
                <a:cubicBezTo>
                  <a:pt x="32938" y="29085"/>
                  <a:pt x="34320" y="31630"/>
                  <a:pt x="37083" y="33084"/>
                </a:cubicBezTo>
                <a:cubicBezTo>
                  <a:pt x="39846" y="34538"/>
                  <a:pt x="43845" y="35774"/>
                  <a:pt x="49080" y="36792"/>
                </a:cubicBezTo>
                <a:cubicBezTo>
                  <a:pt x="54315" y="37810"/>
                  <a:pt x="58096" y="38901"/>
                  <a:pt x="60423" y="40064"/>
                </a:cubicBezTo>
                <a:cubicBezTo>
                  <a:pt x="70021" y="44282"/>
                  <a:pt x="74820" y="51262"/>
                  <a:pt x="74820" y="61005"/>
                </a:cubicBezTo>
                <a:cubicBezTo>
                  <a:pt x="74820" y="65077"/>
                  <a:pt x="74020" y="69149"/>
                  <a:pt x="72420" y="73221"/>
                </a:cubicBezTo>
                <a:cubicBezTo>
                  <a:pt x="70821" y="77293"/>
                  <a:pt x="68421" y="81365"/>
                  <a:pt x="65222" y="85437"/>
                </a:cubicBezTo>
                <a:cubicBezTo>
                  <a:pt x="62023" y="89508"/>
                  <a:pt x="57442" y="92708"/>
                  <a:pt x="51480" y="95034"/>
                </a:cubicBezTo>
                <a:cubicBezTo>
                  <a:pt x="45517" y="97361"/>
                  <a:pt x="38682" y="98597"/>
                  <a:pt x="30975" y="98743"/>
                </a:cubicBezTo>
                <a:cubicBezTo>
                  <a:pt x="19777" y="98743"/>
                  <a:pt x="11852" y="96634"/>
                  <a:pt x="7198" y="92417"/>
                </a:cubicBezTo>
                <a:cubicBezTo>
                  <a:pt x="2545" y="88200"/>
                  <a:pt x="145" y="83255"/>
                  <a:pt x="0" y="77584"/>
                </a:cubicBezTo>
                <a:cubicBezTo>
                  <a:pt x="0" y="71912"/>
                  <a:pt x="1527" y="67840"/>
                  <a:pt x="4581" y="65368"/>
                </a:cubicBezTo>
                <a:cubicBezTo>
                  <a:pt x="7635" y="62896"/>
                  <a:pt x="10833" y="61660"/>
                  <a:pt x="14178" y="61660"/>
                </a:cubicBezTo>
                <a:cubicBezTo>
                  <a:pt x="16359" y="61660"/>
                  <a:pt x="18396" y="62314"/>
                  <a:pt x="20286" y="63623"/>
                </a:cubicBezTo>
                <a:cubicBezTo>
                  <a:pt x="22177" y="64932"/>
                  <a:pt x="23195" y="67186"/>
                  <a:pt x="23340" y="70385"/>
                </a:cubicBezTo>
                <a:cubicBezTo>
                  <a:pt x="23340" y="74166"/>
                  <a:pt x="22031" y="77365"/>
                  <a:pt x="19413" y="79983"/>
                </a:cubicBezTo>
                <a:cubicBezTo>
                  <a:pt x="16796" y="82601"/>
                  <a:pt x="14542" y="83910"/>
                  <a:pt x="12652" y="83910"/>
                </a:cubicBezTo>
                <a:cubicBezTo>
                  <a:pt x="12360" y="84055"/>
                  <a:pt x="12142" y="84128"/>
                  <a:pt x="11998" y="84128"/>
                </a:cubicBezTo>
                <a:cubicBezTo>
                  <a:pt x="11852" y="84128"/>
                  <a:pt x="11779" y="84273"/>
                  <a:pt x="11779" y="84564"/>
                </a:cubicBezTo>
                <a:cubicBezTo>
                  <a:pt x="11924" y="85000"/>
                  <a:pt x="12506" y="85582"/>
                  <a:pt x="13524" y="86309"/>
                </a:cubicBezTo>
                <a:cubicBezTo>
                  <a:pt x="14542" y="87036"/>
                  <a:pt x="16796" y="87981"/>
                  <a:pt x="20286" y="89145"/>
                </a:cubicBezTo>
                <a:cubicBezTo>
                  <a:pt x="23776" y="90308"/>
                  <a:pt x="27775" y="90817"/>
                  <a:pt x="32284" y="90672"/>
                </a:cubicBezTo>
                <a:cubicBezTo>
                  <a:pt x="37519" y="90672"/>
                  <a:pt x="42027" y="89872"/>
                  <a:pt x="45808" y="88272"/>
                </a:cubicBezTo>
                <a:cubicBezTo>
                  <a:pt x="49589" y="86673"/>
                  <a:pt x="52352" y="84637"/>
                  <a:pt x="54097" y="82164"/>
                </a:cubicBezTo>
                <a:cubicBezTo>
                  <a:pt x="55842" y="79692"/>
                  <a:pt x="57078" y="77438"/>
                  <a:pt x="57806" y="75402"/>
                </a:cubicBezTo>
                <a:cubicBezTo>
                  <a:pt x="58533" y="73366"/>
                  <a:pt x="58896" y="71548"/>
                  <a:pt x="58896" y="69949"/>
                </a:cubicBezTo>
                <a:cubicBezTo>
                  <a:pt x="58896" y="65877"/>
                  <a:pt x="57369" y="62823"/>
                  <a:pt x="54315" y="60787"/>
                </a:cubicBezTo>
                <a:cubicBezTo>
                  <a:pt x="51261" y="58751"/>
                  <a:pt x="47771" y="57515"/>
                  <a:pt x="43845" y="57079"/>
                </a:cubicBezTo>
                <a:cubicBezTo>
                  <a:pt x="39918" y="56643"/>
                  <a:pt x="35628" y="55552"/>
                  <a:pt x="30975" y="53807"/>
                </a:cubicBezTo>
                <a:cubicBezTo>
                  <a:pt x="26322" y="52062"/>
                  <a:pt x="22904" y="49517"/>
                  <a:pt x="20722" y="46172"/>
                </a:cubicBezTo>
                <a:cubicBezTo>
                  <a:pt x="18250" y="42537"/>
                  <a:pt x="17014" y="38319"/>
                  <a:pt x="17014" y="335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0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B2994694-F3F1-45BF-9982-48195DAB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3240" y="619753"/>
            <a:ext cx="52134" cy="218136"/>
          </a:xfrm>
          <a:custGeom xmlns:a="http://schemas.openxmlformats.org/drawingml/2006/main">
            <a:pathLst>
              <a:path w="52134" h="218136">
                <a:moveTo>
                  <a:pt x="1091" y="218"/>
                </a:moveTo>
                <a:lnTo>
                  <a:pt x="1963" y="0"/>
                </a:lnTo>
                <a:cubicBezTo>
                  <a:pt x="2690" y="0"/>
                  <a:pt x="3418" y="0"/>
                  <a:pt x="4145" y="0"/>
                </a:cubicBezTo>
                <a:lnTo>
                  <a:pt x="6762" y="0"/>
                </a:lnTo>
                <a:lnTo>
                  <a:pt x="12870" y="5235"/>
                </a:lnTo>
                <a:cubicBezTo>
                  <a:pt x="26540" y="17596"/>
                  <a:pt x="36501" y="33011"/>
                  <a:pt x="42754" y="51480"/>
                </a:cubicBezTo>
                <a:cubicBezTo>
                  <a:pt x="49008" y="69949"/>
                  <a:pt x="52134" y="89145"/>
                  <a:pt x="52134" y="109068"/>
                </a:cubicBezTo>
                <a:cubicBezTo>
                  <a:pt x="52134" y="118957"/>
                  <a:pt x="51408" y="128482"/>
                  <a:pt x="49953" y="137643"/>
                </a:cubicBezTo>
                <a:cubicBezTo>
                  <a:pt x="48498" y="146805"/>
                  <a:pt x="46826" y="154585"/>
                  <a:pt x="44936" y="160984"/>
                </a:cubicBezTo>
                <a:cubicBezTo>
                  <a:pt x="43046" y="167383"/>
                  <a:pt x="40355" y="173781"/>
                  <a:pt x="36865" y="180180"/>
                </a:cubicBezTo>
                <a:cubicBezTo>
                  <a:pt x="33375" y="186579"/>
                  <a:pt x="30611" y="191450"/>
                  <a:pt x="28576" y="194795"/>
                </a:cubicBezTo>
                <a:cubicBezTo>
                  <a:pt x="26540" y="198140"/>
                  <a:pt x="23558" y="201848"/>
                  <a:pt x="19632" y="205920"/>
                </a:cubicBezTo>
                <a:cubicBezTo>
                  <a:pt x="15705" y="209992"/>
                  <a:pt x="13379" y="212391"/>
                  <a:pt x="12652" y="213118"/>
                </a:cubicBezTo>
                <a:cubicBezTo>
                  <a:pt x="11924" y="213846"/>
                  <a:pt x="10253" y="215227"/>
                  <a:pt x="7635" y="217263"/>
                </a:cubicBezTo>
                <a:cubicBezTo>
                  <a:pt x="7199" y="217699"/>
                  <a:pt x="6907" y="217990"/>
                  <a:pt x="6762" y="218136"/>
                </a:cubicBezTo>
                <a:lnTo>
                  <a:pt x="4145" y="218136"/>
                </a:lnTo>
                <a:cubicBezTo>
                  <a:pt x="2982" y="218136"/>
                  <a:pt x="2181" y="218136"/>
                  <a:pt x="1745" y="218136"/>
                </a:cubicBezTo>
                <a:cubicBezTo>
                  <a:pt x="1309" y="218136"/>
                  <a:pt x="945" y="217917"/>
                  <a:pt x="654" y="217481"/>
                </a:cubicBezTo>
                <a:cubicBezTo>
                  <a:pt x="364" y="217045"/>
                  <a:pt x="146" y="216390"/>
                  <a:pt x="0" y="215518"/>
                </a:cubicBezTo>
                <a:cubicBezTo>
                  <a:pt x="146" y="215372"/>
                  <a:pt x="945" y="214427"/>
                  <a:pt x="2399" y="212682"/>
                </a:cubicBezTo>
                <a:cubicBezTo>
                  <a:pt x="24940" y="189269"/>
                  <a:pt x="36211" y="154731"/>
                  <a:pt x="36211" y="109068"/>
                </a:cubicBezTo>
                <a:cubicBezTo>
                  <a:pt x="36211" y="63405"/>
                  <a:pt x="24940" y="28867"/>
                  <a:pt x="2399" y="5454"/>
                </a:cubicBezTo>
                <a:cubicBezTo>
                  <a:pt x="945" y="3708"/>
                  <a:pt x="146" y="2763"/>
                  <a:pt x="0" y="2618"/>
                </a:cubicBezTo>
                <a:cubicBezTo>
                  <a:pt x="0" y="1454"/>
                  <a:pt x="364" y="654"/>
                  <a:pt x="1091" y="2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1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576820FB-21B3-428A-A56A-A8BEFB2F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891" y="724458"/>
            <a:ext cx="133063" cy="8725"/>
          </a:xfrm>
          <a:custGeom xmlns:a="http://schemas.openxmlformats.org/drawingml/2006/main">
            <a:pathLst>
              <a:path w="133063" h="8725">
                <a:moveTo>
                  <a:pt x="0" y="7198"/>
                </a:moveTo>
                <a:cubicBezTo>
                  <a:pt x="0" y="7198"/>
                  <a:pt x="0" y="6253"/>
                  <a:pt x="0" y="4363"/>
                </a:cubicBezTo>
                <a:cubicBezTo>
                  <a:pt x="0" y="2472"/>
                  <a:pt x="1018" y="1018"/>
                  <a:pt x="3054" y="0"/>
                </a:cubicBezTo>
                <a:lnTo>
                  <a:pt x="129791" y="0"/>
                </a:lnTo>
                <a:cubicBezTo>
                  <a:pt x="131972" y="1163"/>
                  <a:pt x="133063" y="2617"/>
                  <a:pt x="133063" y="4363"/>
                </a:cubicBezTo>
                <a:cubicBezTo>
                  <a:pt x="133063" y="6108"/>
                  <a:pt x="131972" y="7562"/>
                  <a:pt x="129791" y="8725"/>
                </a:cubicBezTo>
                <a:lnTo>
                  <a:pt x="3054" y="8725"/>
                </a:lnTo>
                <a:cubicBezTo>
                  <a:pt x="1018" y="7707"/>
                  <a:pt x="0" y="6253"/>
                  <a:pt x="0" y="4363"/>
                </a:cubicBezTo>
                <a:lnTo>
                  <a:pt x="0" y="71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95DDDF21-4470-413A-AB8B-31ACAE8D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0382" y="686938"/>
            <a:ext cx="94452" cy="98815"/>
          </a:xfrm>
          <a:custGeom xmlns:a="http://schemas.openxmlformats.org/drawingml/2006/main">
            <a:pathLst>
              <a:path w="94452" h="98815">
                <a:moveTo>
                  <a:pt x="68058" y="22686"/>
                </a:moveTo>
                <a:cubicBezTo>
                  <a:pt x="66604" y="22686"/>
                  <a:pt x="62750" y="21886"/>
                  <a:pt x="56497" y="20286"/>
                </a:cubicBezTo>
                <a:cubicBezTo>
                  <a:pt x="50244" y="18687"/>
                  <a:pt x="45663" y="17887"/>
                  <a:pt x="42754" y="17887"/>
                </a:cubicBezTo>
                <a:cubicBezTo>
                  <a:pt x="39846" y="17887"/>
                  <a:pt x="37374" y="18178"/>
                  <a:pt x="35338" y="18760"/>
                </a:cubicBezTo>
                <a:cubicBezTo>
                  <a:pt x="33302" y="19341"/>
                  <a:pt x="31630" y="20068"/>
                  <a:pt x="30321" y="20941"/>
                </a:cubicBezTo>
                <a:cubicBezTo>
                  <a:pt x="29012" y="21813"/>
                  <a:pt x="28140" y="22613"/>
                  <a:pt x="27703" y="23340"/>
                </a:cubicBezTo>
                <a:cubicBezTo>
                  <a:pt x="27267" y="24067"/>
                  <a:pt x="26758" y="24867"/>
                  <a:pt x="26176" y="25740"/>
                </a:cubicBezTo>
                <a:lnTo>
                  <a:pt x="25740" y="26612"/>
                </a:lnTo>
                <a:cubicBezTo>
                  <a:pt x="25304" y="27049"/>
                  <a:pt x="24213" y="27267"/>
                  <a:pt x="22468" y="27267"/>
                </a:cubicBezTo>
                <a:cubicBezTo>
                  <a:pt x="19414" y="27267"/>
                  <a:pt x="17887" y="26685"/>
                  <a:pt x="17887" y="25522"/>
                </a:cubicBezTo>
                <a:cubicBezTo>
                  <a:pt x="17887" y="24795"/>
                  <a:pt x="18105" y="23777"/>
                  <a:pt x="18541" y="22468"/>
                </a:cubicBezTo>
                <a:cubicBezTo>
                  <a:pt x="20432" y="16796"/>
                  <a:pt x="23559" y="11925"/>
                  <a:pt x="27921" y="7853"/>
                </a:cubicBezTo>
                <a:cubicBezTo>
                  <a:pt x="32284" y="3781"/>
                  <a:pt x="37083" y="1309"/>
                  <a:pt x="42318" y="436"/>
                </a:cubicBezTo>
                <a:cubicBezTo>
                  <a:pt x="44063" y="145"/>
                  <a:pt x="45300" y="0"/>
                  <a:pt x="46026" y="0"/>
                </a:cubicBezTo>
                <a:cubicBezTo>
                  <a:pt x="49662" y="0"/>
                  <a:pt x="52935" y="1236"/>
                  <a:pt x="55843" y="3708"/>
                </a:cubicBezTo>
                <a:cubicBezTo>
                  <a:pt x="58751" y="6180"/>
                  <a:pt x="61515" y="8580"/>
                  <a:pt x="64132" y="10907"/>
                </a:cubicBezTo>
                <a:cubicBezTo>
                  <a:pt x="66749" y="13233"/>
                  <a:pt x="69513" y="14470"/>
                  <a:pt x="72421" y="14615"/>
                </a:cubicBezTo>
                <a:cubicBezTo>
                  <a:pt x="75621" y="14615"/>
                  <a:pt x="78819" y="12216"/>
                  <a:pt x="82019" y="7416"/>
                </a:cubicBezTo>
                <a:cubicBezTo>
                  <a:pt x="85218" y="2617"/>
                  <a:pt x="86891" y="218"/>
                  <a:pt x="87036" y="218"/>
                </a:cubicBezTo>
                <a:cubicBezTo>
                  <a:pt x="87181" y="73"/>
                  <a:pt x="88272" y="0"/>
                  <a:pt x="90308" y="0"/>
                </a:cubicBezTo>
                <a:lnTo>
                  <a:pt x="93143" y="0"/>
                </a:lnTo>
                <a:cubicBezTo>
                  <a:pt x="94016" y="872"/>
                  <a:pt x="94452" y="1454"/>
                  <a:pt x="94452" y="1745"/>
                </a:cubicBezTo>
                <a:cubicBezTo>
                  <a:pt x="94452" y="2327"/>
                  <a:pt x="94089" y="3345"/>
                  <a:pt x="93362" y="4799"/>
                </a:cubicBezTo>
                <a:cubicBezTo>
                  <a:pt x="92635" y="6253"/>
                  <a:pt x="91617" y="7780"/>
                  <a:pt x="90308" y="9380"/>
                </a:cubicBezTo>
                <a:cubicBezTo>
                  <a:pt x="89000" y="10979"/>
                  <a:pt x="87763" y="12579"/>
                  <a:pt x="86600" y="14179"/>
                </a:cubicBezTo>
                <a:cubicBezTo>
                  <a:pt x="85436" y="15778"/>
                  <a:pt x="84419" y="17160"/>
                  <a:pt x="83546" y="18323"/>
                </a:cubicBezTo>
                <a:lnTo>
                  <a:pt x="82019" y="20286"/>
                </a:lnTo>
                <a:cubicBezTo>
                  <a:pt x="75765" y="27703"/>
                  <a:pt x="65877" y="37519"/>
                  <a:pt x="52353" y="49735"/>
                </a:cubicBezTo>
                <a:cubicBezTo>
                  <a:pt x="38828" y="61950"/>
                  <a:pt x="30466" y="69803"/>
                  <a:pt x="27267" y="73293"/>
                </a:cubicBezTo>
                <a:lnTo>
                  <a:pt x="24649" y="75911"/>
                </a:lnTo>
                <a:lnTo>
                  <a:pt x="27921" y="76129"/>
                </a:lnTo>
                <a:cubicBezTo>
                  <a:pt x="31120" y="76129"/>
                  <a:pt x="35775" y="76929"/>
                  <a:pt x="41882" y="78529"/>
                </a:cubicBezTo>
                <a:cubicBezTo>
                  <a:pt x="47990" y="80128"/>
                  <a:pt x="52571" y="80928"/>
                  <a:pt x="55625" y="80928"/>
                </a:cubicBezTo>
                <a:cubicBezTo>
                  <a:pt x="61151" y="80928"/>
                  <a:pt x="66240" y="79547"/>
                  <a:pt x="70894" y="76784"/>
                </a:cubicBezTo>
                <a:cubicBezTo>
                  <a:pt x="75547" y="74020"/>
                  <a:pt x="78601" y="70385"/>
                  <a:pt x="80056" y="65877"/>
                </a:cubicBezTo>
                <a:cubicBezTo>
                  <a:pt x="80638" y="64568"/>
                  <a:pt x="81147" y="63768"/>
                  <a:pt x="81583" y="63477"/>
                </a:cubicBezTo>
                <a:cubicBezTo>
                  <a:pt x="82019" y="63186"/>
                  <a:pt x="83110" y="63041"/>
                  <a:pt x="84855" y="63041"/>
                </a:cubicBezTo>
                <a:cubicBezTo>
                  <a:pt x="87618" y="63041"/>
                  <a:pt x="89000" y="63768"/>
                  <a:pt x="89000" y="65222"/>
                </a:cubicBezTo>
                <a:cubicBezTo>
                  <a:pt x="89000" y="65950"/>
                  <a:pt x="88926" y="66604"/>
                  <a:pt x="88781" y="67186"/>
                </a:cubicBezTo>
                <a:cubicBezTo>
                  <a:pt x="86309" y="76202"/>
                  <a:pt x="81510" y="83691"/>
                  <a:pt x="74384" y="89654"/>
                </a:cubicBezTo>
                <a:cubicBezTo>
                  <a:pt x="67259" y="95616"/>
                  <a:pt x="60132" y="98670"/>
                  <a:pt x="53007" y="98815"/>
                </a:cubicBezTo>
                <a:cubicBezTo>
                  <a:pt x="49226" y="98815"/>
                  <a:pt x="45882" y="97579"/>
                  <a:pt x="42972" y="95107"/>
                </a:cubicBezTo>
                <a:cubicBezTo>
                  <a:pt x="40064" y="92635"/>
                  <a:pt x="37228" y="90163"/>
                  <a:pt x="34466" y="87690"/>
                </a:cubicBezTo>
                <a:cubicBezTo>
                  <a:pt x="31702" y="85218"/>
                  <a:pt x="28940" y="83982"/>
                  <a:pt x="26176" y="83982"/>
                </a:cubicBezTo>
                <a:cubicBezTo>
                  <a:pt x="19778" y="83982"/>
                  <a:pt x="14034" y="88345"/>
                  <a:pt x="8944" y="97070"/>
                </a:cubicBezTo>
                <a:cubicBezTo>
                  <a:pt x="8071" y="98234"/>
                  <a:pt x="6835" y="98815"/>
                  <a:pt x="5235" y="98815"/>
                </a:cubicBezTo>
                <a:lnTo>
                  <a:pt x="4145" y="98815"/>
                </a:lnTo>
                <a:lnTo>
                  <a:pt x="1309" y="98815"/>
                </a:lnTo>
                <a:cubicBezTo>
                  <a:pt x="436" y="97943"/>
                  <a:pt x="0" y="97288"/>
                  <a:pt x="0" y="96852"/>
                </a:cubicBezTo>
                <a:cubicBezTo>
                  <a:pt x="0" y="94671"/>
                  <a:pt x="4217" y="88417"/>
                  <a:pt x="12652" y="78092"/>
                </a:cubicBezTo>
                <a:cubicBezTo>
                  <a:pt x="18323" y="71548"/>
                  <a:pt x="27921" y="62096"/>
                  <a:pt x="41445" y="49735"/>
                </a:cubicBezTo>
                <a:cubicBezTo>
                  <a:pt x="54970" y="37374"/>
                  <a:pt x="63332" y="29521"/>
                  <a:pt x="66531" y="26176"/>
                </a:cubicBezTo>
                <a:cubicBezTo>
                  <a:pt x="68276" y="23849"/>
                  <a:pt x="68786" y="22686"/>
                  <a:pt x="68058" y="2268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3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68E451E1-BA1D-4562-A027-B76B283C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137" y="619862"/>
            <a:ext cx="8726" cy="217917"/>
          </a:xfrm>
          <a:custGeom xmlns:a="http://schemas.openxmlformats.org/drawingml/2006/main">
            <a:pathLst>
              <a:path w="8726" h="217917">
                <a:moveTo>
                  <a:pt x="4363" y="217917"/>
                </a:moveTo>
                <a:lnTo>
                  <a:pt x="3927" y="217917"/>
                </a:lnTo>
                <a:cubicBezTo>
                  <a:pt x="2182" y="217917"/>
                  <a:pt x="873" y="216899"/>
                  <a:pt x="0" y="214863"/>
                </a:cubicBezTo>
                <a:lnTo>
                  <a:pt x="0" y="108850"/>
                </a:lnTo>
                <a:lnTo>
                  <a:pt x="218" y="2836"/>
                </a:lnTo>
                <a:cubicBezTo>
                  <a:pt x="1673" y="945"/>
                  <a:pt x="3054" y="0"/>
                  <a:pt x="4363" y="0"/>
                </a:cubicBezTo>
                <a:cubicBezTo>
                  <a:pt x="6253" y="0"/>
                  <a:pt x="7708" y="1091"/>
                  <a:pt x="8726" y="3272"/>
                </a:cubicBezTo>
                <a:lnTo>
                  <a:pt x="8726" y="214863"/>
                </a:lnTo>
                <a:cubicBezTo>
                  <a:pt x="7562" y="216899"/>
                  <a:pt x="6253" y="217917"/>
                  <a:pt x="4799" y="217917"/>
                </a:cubicBezTo>
                <a:lnTo>
                  <a:pt x="4363" y="2179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4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A831BB7D-4584-4EC0-BCFD-6984FBAF1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780" y="619862"/>
            <a:ext cx="8726" cy="217917"/>
          </a:xfrm>
          <a:custGeom xmlns:a="http://schemas.openxmlformats.org/drawingml/2006/main">
            <a:pathLst>
              <a:path w="8726" h="217917">
                <a:moveTo>
                  <a:pt x="4363" y="217917"/>
                </a:moveTo>
                <a:lnTo>
                  <a:pt x="3927" y="217917"/>
                </a:lnTo>
                <a:cubicBezTo>
                  <a:pt x="2182" y="217917"/>
                  <a:pt x="873" y="216899"/>
                  <a:pt x="0" y="214863"/>
                </a:cubicBezTo>
                <a:lnTo>
                  <a:pt x="0" y="108850"/>
                </a:lnTo>
                <a:lnTo>
                  <a:pt x="218" y="2836"/>
                </a:lnTo>
                <a:cubicBezTo>
                  <a:pt x="1673" y="945"/>
                  <a:pt x="3054" y="0"/>
                  <a:pt x="4363" y="0"/>
                </a:cubicBezTo>
                <a:cubicBezTo>
                  <a:pt x="6253" y="0"/>
                  <a:pt x="7708" y="1091"/>
                  <a:pt x="8726" y="3272"/>
                </a:cubicBezTo>
                <a:lnTo>
                  <a:pt x="8726" y="214863"/>
                </a:lnTo>
                <a:cubicBezTo>
                  <a:pt x="7562" y="216899"/>
                  <a:pt x="6253" y="217917"/>
                  <a:pt x="4799" y="217917"/>
                </a:cubicBezTo>
                <a:lnTo>
                  <a:pt x="4363" y="21791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5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552E2556-A373-424B-ADDB-51C5BD3FA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373" y="590553"/>
            <a:ext cx="61534" cy="102712"/>
          </a:xfrm>
          <a:custGeom xmlns:a="http://schemas.openxmlformats.org/drawingml/2006/main">
            <a:pathLst>
              <a:path w="61534" h="102712">
                <a:moveTo>
                  <a:pt x="9099" y="36550"/>
                </a:moveTo>
                <a:cubicBezTo>
                  <a:pt x="6323" y="36550"/>
                  <a:pt x="4113" y="35625"/>
                  <a:pt x="2467" y="33775"/>
                </a:cubicBezTo>
                <a:cubicBezTo>
                  <a:pt x="822" y="31924"/>
                  <a:pt x="0" y="29662"/>
                  <a:pt x="0" y="26989"/>
                </a:cubicBezTo>
                <a:cubicBezTo>
                  <a:pt x="0" y="19689"/>
                  <a:pt x="2724" y="13366"/>
                  <a:pt x="8174" y="8019"/>
                </a:cubicBezTo>
                <a:cubicBezTo>
                  <a:pt x="13622" y="2673"/>
                  <a:pt x="20408" y="0"/>
                  <a:pt x="28531" y="0"/>
                </a:cubicBezTo>
                <a:cubicBezTo>
                  <a:pt x="37887" y="0"/>
                  <a:pt x="45701" y="2879"/>
                  <a:pt x="51973" y="8636"/>
                </a:cubicBezTo>
                <a:cubicBezTo>
                  <a:pt x="58244" y="14394"/>
                  <a:pt x="61432" y="21848"/>
                  <a:pt x="61534" y="30999"/>
                </a:cubicBezTo>
                <a:cubicBezTo>
                  <a:pt x="61534" y="35420"/>
                  <a:pt x="60506" y="39635"/>
                  <a:pt x="58449" y="43645"/>
                </a:cubicBezTo>
                <a:cubicBezTo>
                  <a:pt x="56393" y="47655"/>
                  <a:pt x="53926" y="51150"/>
                  <a:pt x="51047" y="54132"/>
                </a:cubicBezTo>
                <a:cubicBezTo>
                  <a:pt x="48168" y="57113"/>
                  <a:pt x="44055" y="60918"/>
                  <a:pt x="38709" y="65544"/>
                </a:cubicBezTo>
                <a:cubicBezTo>
                  <a:pt x="35008" y="68732"/>
                  <a:pt x="29867" y="73461"/>
                  <a:pt x="23287" y="79733"/>
                </a:cubicBezTo>
                <a:lnTo>
                  <a:pt x="14188" y="88369"/>
                </a:lnTo>
                <a:lnTo>
                  <a:pt x="25909" y="88523"/>
                </a:lnTo>
                <a:cubicBezTo>
                  <a:pt x="42051" y="88523"/>
                  <a:pt x="50636" y="88266"/>
                  <a:pt x="51664" y="87752"/>
                </a:cubicBezTo>
                <a:cubicBezTo>
                  <a:pt x="52383" y="87546"/>
                  <a:pt x="53617" y="82971"/>
                  <a:pt x="55365" y="74026"/>
                </a:cubicBezTo>
                <a:lnTo>
                  <a:pt x="55365" y="73564"/>
                </a:lnTo>
                <a:lnTo>
                  <a:pt x="61534" y="73564"/>
                </a:lnTo>
                <a:lnTo>
                  <a:pt x="61534" y="74026"/>
                </a:lnTo>
                <a:cubicBezTo>
                  <a:pt x="61432" y="74335"/>
                  <a:pt x="60763" y="79013"/>
                  <a:pt x="59529" y="88061"/>
                </a:cubicBezTo>
                <a:cubicBezTo>
                  <a:pt x="58296" y="97108"/>
                  <a:pt x="57524" y="101838"/>
                  <a:pt x="57216" y="102249"/>
                </a:cubicBezTo>
                <a:lnTo>
                  <a:pt x="57216" y="102712"/>
                </a:lnTo>
                <a:lnTo>
                  <a:pt x="0" y="102712"/>
                </a:lnTo>
                <a:lnTo>
                  <a:pt x="0" y="99781"/>
                </a:lnTo>
                <a:lnTo>
                  <a:pt x="0" y="97931"/>
                </a:lnTo>
                <a:cubicBezTo>
                  <a:pt x="0" y="97211"/>
                  <a:pt x="308" y="96440"/>
                  <a:pt x="925" y="95617"/>
                </a:cubicBezTo>
                <a:cubicBezTo>
                  <a:pt x="1542" y="94795"/>
                  <a:pt x="3084" y="92996"/>
                  <a:pt x="5551" y="90220"/>
                </a:cubicBezTo>
                <a:cubicBezTo>
                  <a:pt x="8533" y="86930"/>
                  <a:pt x="11104" y="84051"/>
                  <a:pt x="13263" y="81583"/>
                </a:cubicBezTo>
                <a:cubicBezTo>
                  <a:pt x="14188" y="80555"/>
                  <a:pt x="15936" y="78653"/>
                  <a:pt x="18506" y="75877"/>
                </a:cubicBezTo>
                <a:cubicBezTo>
                  <a:pt x="21076" y="73101"/>
                  <a:pt x="22825" y="71199"/>
                  <a:pt x="23750" y="70171"/>
                </a:cubicBezTo>
                <a:cubicBezTo>
                  <a:pt x="24675" y="69143"/>
                  <a:pt x="26166" y="67446"/>
                  <a:pt x="28222" y="65082"/>
                </a:cubicBezTo>
                <a:cubicBezTo>
                  <a:pt x="30278" y="62717"/>
                  <a:pt x="31718" y="60969"/>
                  <a:pt x="32540" y="59838"/>
                </a:cubicBezTo>
                <a:cubicBezTo>
                  <a:pt x="33363" y="58707"/>
                  <a:pt x="34545" y="57165"/>
                  <a:pt x="36088" y="55211"/>
                </a:cubicBezTo>
                <a:cubicBezTo>
                  <a:pt x="37629" y="53258"/>
                  <a:pt x="38709" y="51613"/>
                  <a:pt x="39326" y="50276"/>
                </a:cubicBezTo>
                <a:cubicBezTo>
                  <a:pt x="39943" y="48940"/>
                  <a:pt x="40714" y="47449"/>
                  <a:pt x="41640" y="45804"/>
                </a:cubicBezTo>
                <a:cubicBezTo>
                  <a:pt x="42565" y="44159"/>
                  <a:pt x="43233" y="42514"/>
                  <a:pt x="43645" y="40869"/>
                </a:cubicBezTo>
                <a:cubicBezTo>
                  <a:pt x="44055" y="39224"/>
                  <a:pt x="44416" y="37681"/>
                  <a:pt x="44724" y="36242"/>
                </a:cubicBezTo>
                <a:cubicBezTo>
                  <a:pt x="45032" y="34803"/>
                  <a:pt x="45186" y="33106"/>
                  <a:pt x="45186" y="31153"/>
                </a:cubicBezTo>
                <a:cubicBezTo>
                  <a:pt x="45186" y="24675"/>
                  <a:pt x="43439" y="19072"/>
                  <a:pt x="39943" y="14343"/>
                </a:cubicBezTo>
                <a:cubicBezTo>
                  <a:pt x="36448" y="9613"/>
                  <a:pt x="31461" y="7248"/>
                  <a:pt x="24984" y="7248"/>
                </a:cubicBezTo>
                <a:cubicBezTo>
                  <a:pt x="21591" y="7248"/>
                  <a:pt x="18609" y="8122"/>
                  <a:pt x="16039" y="9870"/>
                </a:cubicBezTo>
                <a:cubicBezTo>
                  <a:pt x="13469" y="11618"/>
                  <a:pt x="11669" y="13315"/>
                  <a:pt x="10641" y="14959"/>
                </a:cubicBezTo>
                <a:cubicBezTo>
                  <a:pt x="9612" y="16605"/>
                  <a:pt x="9099" y="17581"/>
                  <a:pt x="9099" y="17890"/>
                </a:cubicBezTo>
                <a:cubicBezTo>
                  <a:pt x="9099" y="17993"/>
                  <a:pt x="9356" y="18044"/>
                  <a:pt x="9870" y="18044"/>
                </a:cubicBezTo>
                <a:cubicBezTo>
                  <a:pt x="11720" y="18044"/>
                  <a:pt x="13622" y="18764"/>
                  <a:pt x="15576" y="20203"/>
                </a:cubicBezTo>
                <a:cubicBezTo>
                  <a:pt x="17530" y="21643"/>
                  <a:pt x="18506" y="24007"/>
                  <a:pt x="18506" y="27297"/>
                </a:cubicBezTo>
                <a:cubicBezTo>
                  <a:pt x="18506" y="29868"/>
                  <a:pt x="17684" y="32027"/>
                  <a:pt x="16039" y="33775"/>
                </a:cubicBezTo>
                <a:cubicBezTo>
                  <a:pt x="14394" y="35522"/>
                  <a:pt x="12080" y="36448"/>
                  <a:pt x="9099" y="3655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2000"/>
              </a:srgbClr>
            </a:solidFill>
            <a:prstDash val="solid"/>
          </a:ln>
        </p:spPr>
      </p:sp>
      <p:sp>
        <p:nvSpPr>
          <p:cNvPr id="96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09B40BE6-BF8F-4831-9E28-D6BA207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081" y="2652630"/>
            <a:ext cx="1550441" cy="465132"/>
          </a:xfrm>
          <a:custGeom xmlns:a="http://schemas.openxmlformats.org/drawingml/2006/main">
            <a:pathLst>
              <a:path w="1550441" h="465132">
                <a:moveTo>
                  <a:pt x="69770" y="0"/>
                </a:moveTo>
                <a:lnTo>
                  <a:pt x="1480671" y="0"/>
                </a:lnTo>
                <a:cubicBezTo>
                  <a:pt x="1489924" y="0"/>
                  <a:pt x="1498823" y="1768"/>
                  <a:pt x="1507370" y="5309"/>
                </a:cubicBezTo>
                <a:cubicBezTo>
                  <a:pt x="1515918" y="8846"/>
                  <a:pt x="1523463" y="13890"/>
                  <a:pt x="1530006" y="20434"/>
                </a:cubicBezTo>
                <a:cubicBezTo>
                  <a:pt x="1536548" y="26974"/>
                  <a:pt x="1541588" y="34519"/>
                  <a:pt x="1545130" y="43065"/>
                </a:cubicBezTo>
                <a:cubicBezTo>
                  <a:pt x="1548669" y="51618"/>
                  <a:pt x="1550441" y="60516"/>
                  <a:pt x="1550441" y="69770"/>
                </a:cubicBezTo>
                <a:lnTo>
                  <a:pt x="1550441" y="395362"/>
                </a:lnTo>
                <a:cubicBezTo>
                  <a:pt x="1550441" y="404609"/>
                  <a:pt x="1548669" y="413511"/>
                  <a:pt x="1545129" y="422053"/>
                </a:cubicBezTo>
                <a:cubicBezTo>
                  <a:pt x="1541588" y="430599"/>
                  <a:pt x="1536548" y="438148"/>
                  <a:pt x="1530006" y="444691"/>
                </a:cubicBezTo>
                <a:cubicBezTo>
                  <a:pt x="1523463" y="451235"/>
                  <a:pt x="1515918" y="456276"/>
                  <a:pt x="1507370" y="459816"/>
                </a:cubicBezTo>
                <a:cubicBezTo>
                  <a:pt x="1498823" y="463357"/>
                  <a:pt x="1489924" y="465129"/>
                  <a:pt x="1480671" y="465132"/>
                </a:cubicBezTo>
                <a:lnTo>
                  <a:pt x="69770" y="465132"/>
                </a:lnTo>
                <a:cubicBezTo>
                  <a:pt x="60517" y="465129"/>
                  <a:pt x="51617" y="463357"/>
                  <a:pt x="43070" y="459816"/>
                </a:cubicBezTo>
                <a:cubicBezTo>
                  <a:pt x="34522" y="456276"/>
                  <a:pt x="26977" y="451235"/>
                  <a:pt x="20435" y="444691"/>
                </a:cubicBezTo>
                <a:cubicBezTo>
                  <a:pt x="13892" y="438148"/>
                  <a:pt x="8851" y="430599"/>
                  <a:pt x="5311" y="422053"/>
                </a:cubicBezTo>
                <a:cubicBezTo>
                  <a:pt x="1770" y="413511"/>
                  <a:pt x="0" y="404609"/>
                  <a:pt x="0" y="395362"/>
                </a:cubicBezTo>
                <a:lnTo>
                  <a:pt x="0" y="69770"/>
                </a:lnTo>
                <a:cubicBezTo>
                  <a:pt x="0" y="60516"/>
                  <a:pt x="1770" y="51618"/>
                  <a:pt x="5311" y="43065"/>
                </a:cubicBezTo>
                <a:cubicBezTo>
                  <a:pt x="8851" y="34519"/>
                  <a:pt x="13892" y="26974"/>
                  <a:pt x="20435" y="20434"/>
                </a:cubicBezTo>
                <a:cubicBezTo>
                  <a:pt x="26977" y="13890"/>
                  <a:pt x="34522" y="8846"/>
                  <a:pt x="43070" y="5309"/>
                </a:cubicBezTo>
                <a:cubicBezTo>
                  <a:pt x="51617" y="1768"/>
                  <a:pt x="60517" y="0"/>
                  <a:pt x="69770" y="0"/>
                </a:cubicBezTo>
              </a:path>
            </a:pathLst>
          </a:custGeom>
          <a:solidFill xmlns:a="http://schemas.openxmlformats.org/drawingml/2006/main">
            <a:srgbClr val="F5F5F5"/>
          </a:solidFill>
          <a:ln xmlns:a="http://schemas.openxmlformats.org/drawingml/2006/main" w="46513">
            <a:solidFill>
              <a:srgbClr val="666666"/>
            </a:solidFill>
            <a:prstDash val="solid"/>
          </a:ln>
        </p:spPr>
      </p:sp>
      <p:sp>
        <p:nvSpPr>
          <p:cNvPr id="97" name="pdf-text-15-0">
            <a:extLst xmlns:a="http://schemas.openxmlformats.org/drawingml/2006/main">
              <a:ext uri="{FF2B5EF4-FFF2-40B4-BE49-F238E27FC236}">
                <a16:creationId xmlns:a16="http://schemas.microsoft.com/office/drawing/2014/main" id="{907690B2-B72C-4CBC-B4F9-1F7964BA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0324" y="2703428"/>
            <a:ext cx="486125" cy="186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65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5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</a:t>
            </a:r>
          </a:p>
        </p:txBody>
      </p:sp>
      <p:sp>
        <p:nvSpPr>
          <p:cNvPr id="98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D489DC6F-0437-4178-8106-0E64589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526" y="2954749"/>
            <a:ext cx="120789" cy="96370"/>
          </a:xfrm>
          <a:custGeom xmlns:a="http://schemas.openxmlformats.org/drawingml/2006/main">
            <a:pathLst>
              <a:path w="120789" h="96370">
                <a:moveTo>
                  <a:pt x="24637" y="96370"/>
                </a:moveTo>
                <a:cubicBezTo>
                  <a:pt x="19695" y="96370"/>
                  <a:pt x="17225" y="93971"/>
                  <a:pt x="17225" y="89175"/>
                </a:cubicBezTo>
                <a:lnTo>
                  <a:pt x="17225" y="86776"/>
                </a:lnTo>
                <a:lnTo>
                  <a:pt x="20059" y="80672"/>
                </a:lnTo>
                <a:cubicBezTo>
                  <a:pt x="30960" y="57705"/>
                  <a:pt x="38882" y="37865"/>
                  <a:pt x="43824" y="21149"/>
                </a:cubicBezTo>
                <a:lnTo>
                  <a:pt x="45568" y="15916"/>
                </a:lnTo>
                <a:lnTo>
                  <a:pt x="38591" y="15916"/>
                </a:lnTo>
                <a:cubicBezTo>
                  <a:pt x="33068" y="15916"/>
                  <a:pt x="29144" y="16134"/>
                  <a:pt x="26818" y="16571"/>
                </a:cubicBezTo>
                <a:cubicBezTo>
                  <a:pt x="24492" y="17007"/>
                  <a:pt x="21658" y="18387"/>
                  <a:pt x="18315" y="20713"/>
                </a:cubicBezTo>
                <a:cubicBezTo>
                  <a:pt x="16716" y="21731"/>
                  <a:pt x="15117" y="23039"/>
                  <a:pt x="13518" y="24638"/>
                </a:cubicBezTo>
                <a:cubicBezTo>
                  <a:pt x="11919" y="26237"/>
                  <a:pt x="10538" y="27763"/>
                  <a:pt x="9375" y="29216"/>
                </a:cubicBezTo>
                <a:cubicBezTo>
                  <a:pt x="8212" y="30670"/>
                  <a:pt x="7558" y="31542"/>
                  <a:pt x="7413" y="31833"/>
                </a:cubicBezTo>
                <a:cubicBezTo>
                  <a:pt x="7122" y="31978"/>
                  <a:pt x="6032" y="32051"/>
                  <a:pt x="4143" y="32051"/>
                </a:cubicBezTo>
                <a:cubicBezTo>
                  <a:pt x="1381" y="32051"/>
                  <a:pt x="0" y="31324"/>
                  <a:pt x="0" y="29870"/>
                </a:cubicBezTo>
                <a:cubicBezTo>
                  <a:pt x="0" y="28998"/>
                  <a:pt x="1381" y="26455"/>
                  <a:pt x="4143" y="22239"/>
                </a:cubicBezTo>
                <a:cubicBezTo>
                  <a:pt x="6904" y="18024"/>
                  <a:pt x="10901" y="13518"/>
                  <a:pt x="16134" y="8721"/>
                </a:cubicBezTo>
                <a:cubicBezTo>
                  <a:pt x="21367" y="3925"/>
                  <a:pt x="26527" y="1163"/>
                  <a:pt x="31614" y="436"/>
                </a:cubicBezTo>
                <a:cubicBezTo>
                  <a:pt x="32632" y="146"/>
                  <a:pt x="48984" y="0"/>
                  <a:pt x="80672" y="0"/>
                </a:cubicBezTo>
                <a:cubicBezTo>
                  <a:pt x="103928" y="0"/>
                  <a:pt x="115847" y="73"/>
                  <a:pt x="116428" y="218"/>
                </a:cubicBezTo>
                <a:cubicBezTo>
                  <a:pt x="119336" y="1236"/>
                  <a:pt x="120789" y="3271"/>
                  <a:pt x="120789" y="6323"/>
                </a:cubicBezTo>
                <a:cubicBezTo>
                  <a:pt x="120789" y="10829"/>
                  <a:pt x="118464" y="13882"/>
                  <a:pt x="113812" y="15480"/>
                </a:cubicBezTo>
                <a:cubicBezTo>
                  <a:pt x="112940" y="15771"/>
                  <a:pt x="107925" y="15916"/>
                  <a:pt x="98768" y="15916"/>
                </a:cubicBezTo>
                <a:lnTo>
                  <a:pt x="84814" y="15916"/>
                </a:lnTo>
                <a:lnTo>
                  <a:pt x="84160" y="19623"/>
                </a:lnTo>
                <a:cubicBezTo>
                  <a:pt x="82416" y="30088"/>
                  <a:pt x="81544" y="38737"/>
                  <a:pt x="81544" y="45568"/>
                </a:cubicBezTo>
                <a:cubicBezTo>
                  <a:pt x="81544" y="53127"/>
                  <a:pt x="82198" y="59886"/>
                  <a:pt x="83506" y="65846"/>
                </a:cubicBezTo>
                <a:cubicBezTo>
                  <a:pt x="84814" y="71805"/>
                  <a:pt x="86195" y="76456"/>
                  <a:pt x="87648" y="79799"/>
                </a:cubicBezTo>
                <a:cubicBezTo>
                  <a:pt x="89102" y="83142"/>
                  <a:pt x="89829" y="85177"/>
                  <a:pt x="89829" y="85904"/>
                </a:cubicBezTo>
                <a:cubicBezTo>
                  <a:pt x="89829" y="88375"/>
                  <a:pt x="88811" y="90701"/>
                  <a:pt x="86776" y="92881"/>
                </a:cubicBezTo>
                <a:cubicBezTo>
                  <a:pt x="84741" y="95061"/>
                  <a:pt x="82125" y="96152"/>
                  <a:pt x="78927" y="96152"/>
                </a:cubicBezTo>
                <a:cubicBezTo>
                  <a:pt x="77328" y="96152"/>
                  <a:pt x="76020" y="95934"/>
                  <a:pt x="75002" y="95498"/>
                </a:cubicBezTo>
                <a:cubicBezTo>
                  <a:pt x="73985" y="95061"/>
                  <a:pt x="72822" y="93317"/>
                  <a:pt x="71514" y="90265"/>
                </a:cubicBezTo>
                <a:cubicBezTo>
                  <a:pt x="70206" y="87213"/>
                  <a:pt x="69043" y="82852"/>
                  <a:pt x="68026" y="77183"/>
                </a:cubicBezTo>
                <a:cubicBezTo>
                  <a:pt x="67880" y="75875"/>
                  <a:pt x="67808" y="72677"/>
                  <a:pt x="67808" y="67590"/>
                </a:cubicBezTo>
                <a:cubicBezTo>
                  <a:pt x="67808" y="60467"/>
                  <a:pt x="68462" y="52836"/>
                  <a:pt x="69770" y="44696"/>
                </a:cubicBezTo>
                <a:cubicBezTo>
                  <a:pt x="71078" y="36557"/>
                  <a:pt x="72386" y="29870"/>
                  <a:pt x="73694" y="24638"/>
                </a:cubicBezTo>
                <a:cubicBezTo>
                  <a:pt x="75002" y="19405"/>
                  <a:pt x="75729" y="16498"/>
                  <a:pt x="75875" y="15916"/>
                </a:cubicBezTo>
                <a:lnTo>
                  <a:pt x="54508" y="15916"/>
                </a:lnTo>
                <a:lnTo>
                  <a:pt x="54290" y="16789"/>
                </a:lnTo>
                <a:cubicBezTo>
                  <a:pt x="54290" y="17225"/>
                  <a:pt x="52909" y="22966"/>
                  <a:pt x="50147" y="34013"/>
                </a:cubicBezTo>
                <a:cubicBezTo>
                  <a:pt x="47385" y="45060"/>
                  <a:pt x="44260" y="56761"/>
                  <a:pt x="40772" y="69116"/>
                </a:cubicBezTo>
                <a:cubicBezTo>
                  <a:pt x="37283" y="81471"/>
                  <a:pt x="35030" y="88521"/>
                  <a:pt x="34013" y="90265"/>
                </a:cubicBezTo>
                <a:cubicBezTo>
                  <a:pt x="32414" y="94335"/>
                  <a:pt x="29289" y="96370"/>
                  <a:pt x="24637" y="963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99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FDA0D0F1-2259-4D07-B713-1DFF9B2E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156" y="2885197"/>
            <a:ext cx="52110" cy="218031"/>
          </a:xfrm>
          <a:custGeom xmlns:a="http://schemas.openxmlformats.org/drawingml/2006/main">
            <a:pathLst>
              <a:path w="52110" h="218031">
                <a:moveTo>
                  <a:pt x="0" y="109015"/>
                </a:moveTo>
                <a:cubicBezTo>
                  <a:pt x="0" y="98986"/>
                  <a:pt x="727" y="89465"/>
                  <a:pt x="2181" y="80454"/>
                </a:cubicBezTo>
                <a:cubicBezTo>
                  <a:pt x="3634" y="71441"/>
                  <a:pt x="5305" y="63665"/>
                  <a:pt x="7195" y="57124"/>
                </a:cubicBezTo>
                <a:cubicBezTo>
                  <a:pt x="9085" y="50583"/>
                  <a:pt x="11774" y="44188"/>
                  <a:pt x="15262" y="37938"/>
                </a:cubicBezTo>
                <a:cubicBezTo>
                  <a:pt x="18751" y="31687"/>
                  <a:pt x="21513" y="26818"/>
                  <a:pt x="23548" y="23329"/>
                </a:cubicBezTo>
                <a:cubicBezTo>
                  <a:pt x="25583" y="19841"/>
                  <a:pt x="28635" y="16062"/>
                  <a:pt x="32705" y="11992"/>
                </a:cubicBezTo>
                <a:cubicBezTo>
                  <a:pt x="36775" y="7922"/>
                  <a:pt x="39173" y="5451"/>
                  <a:pt x="39900" y="4579"/>
                </a:cubicBezTo>
                <a:cubicBezTo>
                  <a:pt x="40627" y="3707"/>
                  <a:pt x="42443" y="2181"/>
                  <a:pt x="45350" y="0"/>
                </a:cubicBezTo>
                <a:lnTo>
                  <a:pt x="48185" y="0"/>
                </a:lnTo>
                <a:lnTo>
                  <a:pt x="49057" y="0"/>
                </a:lnTo>
                <a:cubicBezTo>
                  <a:pt x="51092" y="0"/>
                  <a:pt x="52110" y="654"/>
                  <a:pt x="52110" y="1963"/>
                </a:cubicBezTo>
                <a:cubicBezTo>
                  <a:pt x="52110" y="2399"/>
                  <a:pt x="50874" y="3925"/>
                  <a:pt x="48403" y="6541"/>
                </a:cubicBezTo>
                <a:cubicBezTo>
                  <a:pt x="45932" y="9157"/>
                  <a:pt x="42952" y="13009"/>
                  <a:pt x="39464" y="18097"/>
                </a:cubicBezTo>
                <a:cubicBezTo>
                  <a:pt x="35975" y="23184"/>
                  <a:pt x="32414" y="29434"/>
                  <a:pt x="28780" y="36847"/>
                </a:cubicBezTo>
                <a:cubicBezTo>
                  <a:pt x="25147" y="44260"/>
                  <a:pt x="22094" y="54290"/>
                  <a:pt x="19623" y="66936"/>
                </a:cubicBezTo>
                <a:cubicBezTo>
                  <a:pt x="17152" y="79581"/>
                  <a:pt x="15916" y="93608"/>
                  <a:pt x="15916" y="109015"/>
                </a:cubicBezTo>
                <a:cubicBezTo>
                  <a:pt x="15916" y="124423"/>
                  <a:pt x="17152" y="138377"/>
                  <a:pt x="19623" y="150877"/>
                </a:cubicBezTo>
                <a:cubicBezTo>
                  <a:pt x="22094" y="163378"/>
                  <a:pt x="25074" y="173480"/>
                  <a:pt x="28562" y="181184"/>
                </a:cubicBezTo>
                <a:cubicBezTo>
                  <a:pt x="32051" y="188887"/>
                  <a:pt x="35612" y="195138"/>
                  <a:pt x="39246" y="199934"/>
                </a:cubicBezTo>
                <a:cubicBezTo>
                  <a:pt x="42880" y="204731"/>
                  <a:pt x="45932" y="208583"/>
                  <a:pt x="48403" y="211490"/>
                </a:cubicBezTo>
                <a:cubicBezTo>
                  <a:pt x="50874" y="214397"/>
                  <a:pt x="52110" y="215923"/>
                  <a:pt x="52110" y="216068"/>
                </a:cubicBezTo>
                <a:cubicBezTo>
                  <a:pt x="52110" y="217377"/>
                  <a:pt x="51020" y="218031"/>
                  <a:pt x="48839" y="218031"/>
                </a:cubicBezTo>
                <a:lnTo>
                  <a:pt x="48185" y="218031"/>
                </a:lnTo>
                <a:lnTo>
                  <a:pt x="45350" y="218031"/>
                </a:lnTo>
                <a:lnTo>
                  <a:pt x="39246" y="212798"/>
                </a:lnTo>
                <a:cubicBezTo>
                  <a:pt x="25583" y="200443"/>
                  <a:pt x="15626" y="185036"/>
                  <a:pt x="9376" y="166576"/>
                </a:cubicBezTo>
                <a:cubicBezTo>
                  <a:pt x="3125" y="148116"/>
                  <a:pt x="0" y="128929"/>
                  <a:pt x="0" y="10901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0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6084312E-9804-4F31-9C11-A5570CB5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671" y="2952569"/>
            <a:ext cx="103128" cy="98332"/>
          </a:xfrm>
          <a:custGeom xmlns:a="http://schemas.openxmlformats.org/drawingml/2006/main">
            <a:pathLst>
              <a:path w="103128" h="98332">
                <a:moveTo>
                  <a:pt x="0" y="61921"/>
                </a:moveTo>
                <a:cubicBezTo>
                  <a:pt x="0" y="47240"/>
                  <a:pt x="5524" y="33286"/>
                  <a:pt x="16571" y="20059"/>
                </a:cubicBezTo>
                <a:cubicBezTo>
                  <a:pt x="27617" y="6832"/>
                  <a:pt x="40045" y="145"/>
                  <a:pt x="53854" y="0"/>
                </a:cubicBezTo>
                <a:cubicBezTo>
                  <a:pt x="61266" y="0"/>
                  <a:pt x="67807" y="3561"/>
                  <a:pt x="73476" y="10683"/>
                </a:cubicBezTo>
                <a:cubicBezTo>
                  <a:pt x="75802" y="6323"/>
                  <a:pt x="79145" y="4143"/>
                  <a:pt x="83506" y="4143"/>
                </a:cubicBezTo>
                <a:cubicBezTo>
                  <a:pt x="85395" y="4143"/>
                  <a:pt x="87067" y="4724"/>
                  <a:pt x="88520" y="5887"/>
                </a:cubicBezTo>
                <a:cubicBezTo>
                  <a:pt x="89974" y="7050"/>
                  <a:pt x="90701" y="8503"/>
                  <a:pt x="90701" y="10247"/>
                </a:cubicBezTo>
                <a:cubicBezTo>
                  <a:pt x="90701" y="12137"/>
                  <a:pt x="88011" y="23765"/>
                  <a:pt x="82634" y="45132"/>
                </a:cubicBezTo>
                <a:cubicBezTo>
                  <a:pt x="77256" y="66500"/>
                  <a:pt x="74494" y="78564"/>
                  <a:pt x="74348" y="81326"/>
                </a:cubicBezTo>
                <a:cubicBezTo>
                  <a:pt x="74348" y="84959"/>
                  <a:pt x="74857" y="87357"/>
                  <a:pt x="75874" y="88520"/>
                </a:cubicBezTo>
                <a:cubicBezTo>
                  <a:pt x="76892" y="89683"/>
                  <a:pt x="78418" y="90337"/>
                  <a:pt x="80454" y="90483"/>
                </a:cubicBezTo>
                <a:cubicBezTo>
                  <a:pt x="81762" y="90337"/>
                  <a:pt x="83215" y="89683"/>
                  <a:pt x="84814" y="88520"/>
                </a:cubicBezTo>
                <a:cubicBezTo>
                  <a:pt x="87866" y="85613"/>
                  <a:pt x="90846" y="78636"/>
                  <a:pt x="93753" y="67590"/>
                </a:cubicBezTo>
                <a:cubicBezTo>
                  <a:pt x="94625" y="64682"/>
                  <a:pt x="95352" y="63156"/>
                  <a:pt x="95933" y="63011"/>
                </a:cubicBezTo>
                <a:cubicBezTo>
                  <a:pt x="96224" y="62865"/>
                  <a:pt x="96951" y="62793"/>
                  <a:pt x="98114" y="62793"/>
                </a:cubicBezTo>
                <a:lnTo>
                  <a:pt x="98986" y="62793"/>
                </a:lnTo>
                <a:cubicBezTo>
                  <a:pt x="101748" y="62793"/>
                  <a:pt x="103128" y="63447"/>
                  <a:pt x="103128" y="64755"/>
                </a:cubicBezTo>
                <a:cubicBezTo>
                  <a:pt x="103128" y="65627"/>
                  <a:pt x="102765" y="67590"/>
                  <a:pt x="102038" y="70642"/>
                </a:cubicBezTo>
                <a:cubicBezTo>
                  <a:pt x="101312" y="73694"/>
                  <a:pt x="99858" y="77619"/>
                  <a:pt x="97677" y="82416"/>
                </a:cubicBezTo>
                <a:cubicBezTo>
                  <a:pt x="95497" y="87212"/>
                  <a:pt x="93171" y="90846"/>
                  <a:pt x="90701" y="93317"/>
                </a:cubicBezTo>
                <a:cubicBezTo>
                  <a:pt x="88811" y="95207"/>
                  <a:pt x="86485" y="96733"/>
                  <a:pt x="83724" y="97896"/>
                </a:cubicBezTo>
                <a:cubicBezTo>
                  <a:pt x="82560" y="98186"/>
                  <a:pt x="80816" y="98332"/>
                  <a:pt x="78491" y="98332"/>
                </a:cubicBezTo>
                <a:cubicBezTo>
                  <a:pt x="73549" y="98332"/>
                  <a:pt x="69407" y="97242"/>
                  <a:pt x="66063" y="95061"/>
                </a:cubicBezTo>
                <a:cubicBezTo>
                  <a:pt x="62720" y="92881"/>
                  <a:pt x="60540" y="90628"/>
                  <a:pt x="59522" y="88302"/>
                </a:cubicBezTo>
                <a:lnTo>
                  <a:pt x="58214" y="85032"/>
                </a:lnTo>
                <a:cubicBezTo>
                  <a:pt x="58068" y="84887"/>
                  <a:pt x="57778" y="84959"/>
                  <a:pt x="57342" y="85250"/>
                </a:cubicBezTo>
                <a:cubicBezTo>
                  <a:pt x="57051" y="85541"/>
                  <a:pt x="56760" y="85831"/>
                  <a:pt x="56470" y="86122"/>
                </a:cubicBezTo>
                <a:cubicBezTo>
                  <a:pt x="47894" y="94262"/>
                  <a:pt x="39173" y="98332"/>
                  <a:pt x="30306" y="98332"/>
                </a:cubicBezTo>
                <a:cubicBezTo>
                  <a:pt x="22312" y="98332"/>
                  <a:pt x="15262" y="95425"/>
                  <a:pt x="9157" y="89611"/>
                </a:cubicBezTo>
                <a:cubicBezTo>
                  <a:pt x="3052" y="83796"/>
                  <a:pt x="0" y="74566"/>
                  <a:pt x="0" y="61921"/>
                </a:cubicBezTo>
                <a:moveTo>
                  <a:pt x="69333" y="24637"/>
                </a:moveTo>
                <a:cubicBezTo>
                  <a:pt x="69333" y="23765"/>
                  <a:pt x="68970" y="22166"/>
                  <a:pt x="68243" y="19841"/>
                </a:cubicBezTo>
                <a:cubicBezTo>
                  <a:pt x="67517" y="17515"/>
                  <a:pt x="65845" y="14972"/>
                  <a:pt x="63229" y="12210"/>
                </a:cubicBezTo>
                <a:cubicBezTo>
                  <a:pt x="60612" y="9448"/>
                  <a:pt x="57269" y="7994"/>
                  <a:pt x="53200" y="7849"/>
                </a:cubicBezTo>
                <a:cubicBezTo>
                  <a:pt x="48112" y="7849"/>
                  <a:pt x="43243" y="10102"/>
                  <a:pt x="38591" y="14608"/>
                </a:cubicBezTo>
                <a:cubicBezTo>
                  <a:pt x="33940" y="19114"/>
                  <a:pt x="30306" y="25001"/>
                  <a:pt x="27690" y="32269"/>
                </a:cubicBezTo>
                <a:cubicBezTo>
                  <a:pt x="23474" y="43752"/>
                  <a:pt x="20495" y="55671"/>
                  <a:pt x="18751" y="68026"/>
                </a:cubicBezTo>
                <a:cubicBezTo>
                  <a:pt x="18751" y="68462"/>
                  <a:pt x="18751" y="69261"/>
                  <a:pt x="18751" y="70424"/>
                </a:cubicBezTo>
                <a:cubicBezTo>
                  <a:pt x="18751" y="71587"/>
                  <a:pt x="18677" y="72459"/>
                  <a:pt x="18533" y="73040"/>
                </a:cubicBezTo>
                <a:cubicBezTo>
                  <a:pt x="18533" y="79581"/>
                  <a:pt x="19841" y="84087"/>
                  <a:pt x="22457" y="86558"/>
                </a:cubicBezTo>
                <a:cubicBezTo>
                  <a:pt x="25074" y="89029"/>
                  <a:pt x="28198" y="90337"/>
                  <a:pt x="31832" y="90483"/>
                </a:cubicBezTo>
                <a:cubicBezTo>
                  <a:pt x="37356" y="90483"/>
                  <a:pt x="42807" y="88084"/>
                  <a:pt x="48185" y="83288"/>
                </a:cubicBezTo>
                <a:cubicBezTo>
                  <a:pt x="53562" y="78491"/>
                  <a:pt x="56760" y="74784"/>
                  <a:pt x="57778" y="72168"/>
                </a:cubicBezTo>
                <a:cubicBezTo>
                  <a:pt x="58068" y="71587"/>
                  <a:pt x="60031" y="63810"/>
                  <a:pt x="63665" y="48839"/>
                </a:cubicBezTo>
                <a:cubicBezTo>
                  <a:pt x="67299" y="33867"/>
                  <a:pt x="69189" y="25800"/>
                  <a:pt x="69333" y="2463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1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9F75025D-FB51-4B16-8EA4-3E76C6F8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6759" y="2885306"/>
            <a:ext cx="8721" cy="217813"/>
          </a:xfrm>
          <a:custGeom xmlns:a="http://schemas.openxmlformats.org/drawingml/2006/main">
            <a:pathLst>
              <a:path w="8721" h="217813">
                <a:moveTo>
                  <a:pt x="4360" y="217813"/>
                </a:moveTo>
                <a:lnTo>
                  <a:pt x="3924" y="217813"/>
                </a:lnTo>
                <a:cubicBezTo>
                  <a:pt x="2180" y="217813"/>
                  <a:pt x="872" y="216795"/>
                  <a:pt x="0" y="214760"/>
                </a:cubicBezTo>
                <a:lnTo>
                  <a:pt x="0" y="108797"/>
                </a:lnTo>
                <a:lnTo>
                  <a:pt x="218" y="2835"/>
                </a:lnTo>
                <a:cubicBezTo>
                  <a:pt x="1672" y="945"/>
                  <a:pt x="3052" y="0"/>
                  <a:pt x="4360" y="0"/>
                </a:cubicBezTo>
                <a:cubicBezTo>
                  <a:pt x="6250" y="0"/>
                  <a:pt x="7704" y="1090"/>
                  <a:pt x="8721" y="3271"/>
                </a:cubicBezTo>
                <a:lnTo>
                  <a:pt x="8721" y="214760"/>
                </a:lnTo>
                <a:cubicBezTo>
                  <a:pt x="7558" y="216795"/>
                  <a:pt x="6250" y="217813"/>
                  <a:pt x="4796" y="217813"/>
                </a:cubicBezTo>
                <a:lnTo>
                  <a:pt x="4360" y="21781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2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4428B8E0-FC45-4646-BBE3-791AEE47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981" y="2952206"/>
            <a:ext cx="79799" cy="98695"/>
          </a:xfrm>
          <a:custGeom xmlns:a="http://schemas.openxmlformats.org/drawingml/2006/main">
            <a:pathLst>
              <a:path w="79799" h="98695">
                <a:moveTo>
                  <a:pt x="17007" y="33504"/>
                </a:moveTo>
                <a:cubicBezTo>
                  <a:pt x="17007" y="28853"/>
                  <a:pt x="18170" y="24128"/>
                  <a:pt x="20496" y="19332"/>
                </a:cubicBezTo>
                <a:cubicBezTo>
                  <a:pt x="22820" y="14535"/>
                  <a:pt x="26891" y="10102"/>
                  <a:pt x="32705" y="6032"/>
                </a:cubicBezTo>
                <a:cubicBezTo>
                  <a:pt x="38519" y="1962"/>
                  <a:pt x="45568" y="0"/>
                  <a:pt x="53854" y="145"/>
                </a:cubicBezTo>
                <a:cubicBezTo>
                  <a:pt x="62865" y="145"/>
                  <a:pt x="69407" y="2107"/>
                  <a:pt x="73476" y="6032"/>
                </a:cubicBezTo>
                <a:cubicBezTo>
                  <a:pt x="77546" y="9957"/>
                  <a:pt x="79654" y="14317"/>
                  <a:pt x="79799" y="19114"/>
                </a:cubicBezTo>
                <a:cubicBezTo>
                  <a:pt x="79799" y="23765"/>
                  <a:pt x="78564" y="27181"/>
                  <a:pt x="76093" y="29361"/>
                </a:cubicBezTo>
                <a:cubicBezTo>
                  <a:pt x="73622" y="31542"/>
                  <a:pt x="70860" y="32705"/>
                  <a:pt x="67808" y="32850"/>
                </a:cubicBezTo>
                <a:cubicBezTo>
                  <a:pt x="65918" y="32850"/>
                  <a:pt x="64174" y="32269"/>
                  <a:pt x="62575" y="31106"/>
                </a:cubicBezTo>
                <a:cubicBezTo>
                  <a:pt x="60977" y="29943"/>
                  <a:pt x="60104" y="28053"/>
                  <a:pt x="59959" y="25437"/>
                </a:cubicBezTo>
                <a:cubicBezTo>
                  <a:pt x="59959" y="23111"/>
                  <a:pt x="60613" y="21076"/>
                  <a:pt x="61921" y="19332"/>
                </a:cubicBezTo>
                <a:cubicBezTo>
                  <a:pt x="63229" y="17588"/>
                  <a:pt x="64465" y="16279"/>
                  <a:pt x="65627" y="15407"/>
                </a:cubicBezTo>
                <a:cubicBezTo>
                  <a:pt x="66790" y="14535"/>
                  <a:pt x="67735" y="14099"/>
                  <a:pt x="68462" y="14099"/>
                </a:cubicBezTo>
                <a:cubicBezTo>
                  <a:pt x="68607" y="14099"/>
                  <a:pt x="68680" y="14026"/>
                  <a:pt x="68680" y="13881"/>
                </a:cubicBezTo>
                <a:cubicBezTo>
                  <a:pt x="68680" y="13445"/>
                  <a:pt x="68171" y="12791"/>
                  <a:pt x="67154" y="11919"/>
                </a:cubicBezTo>
                <a:cubicBezTo>
                  <a:pt x="66136" y="11047"/>
                  <a:pt x="64319" y="10247"/>
                  <a:pt x="61703" y="9520"/>
                </a:cubicBezTo>
                <a:cubicBezTo>
                  <a:pt x="59087" y="8794"/>
                  <a:pt x="56252" y="8358"/>
                  <a:pt x="53200" y="8212"/>
                </a:cubicBezTo>
                <a:cubicBezTo>
                  <a:pt x="46222" y="8212"/>
                  <a:pt x="41135" y="10102"/>
                  <a:pt x="37937" y="13881"/>
                </a:cubicBezTo>
                <a:cubicBezTo>
                  <a:pt x="34739" y="17660"/>
                  <a:pt x="33069" y="21512"/>
                  <a:pt x="32923" y="25437"/>
                </a:cubicBezTo>
                <a:cubicBezTo>
                  <a:pt x="32923" y="29071"/>
                  <a:pt x="34303" y="31614"/>
                  <a:pt x="37065" y="33068"/>
                </a:cubicBezTo>
                <a:cubicBezTo>
                  <a:pt x="39827" y="34521"/>
                  <a:pt x="43824" y="35757"/>
                  <a:pt x="49057" y="36774"/>
                </a:cubicBezTo>
                <a:cubicBezTo>
                  <a:pt x="54290" y="37792"/>
                  <a:pt x="58069" y="38882"/>
                  <a:pt x="60395" y="40045"/>
                </a:cubicBezTo>
                <a:cubicBezTo>
                  <a:pt x="69988" y="44260"/>
                  <a:pt x="74784" y="51237"/>
                  <a:pt x="74784" y="60976"/>
                </a:cubicBezTo>
                <a:cubicBezTo>
                  <a:pt x="74784" y="65045"/>
                  <a:pt x="73986" y="69116"/>
                  <a:pt x="72386" y="73186"/>
                </a:cubicBezTo>
                <a:cubicBezTo>
                  <a:pt x="70788" y="77255"/>
                  <a:pt x="68389" y="81325"/>
                  <a:pt x="65191" y="85395"/>
                </a:cubicBezTo>
                <a:cubicBezTo>
                  <a:pt x="61993" y="89465"/>
                  <a:pt x="57415" y="92663"/>
                  <a:pt x="51456" y="94989"/>
                </a:cubicBezTo>
                <a:cubicBezTo>
                  <a:pt x="45496" y="97314"/>
                  <a:pt x="38665" y="98550"/>
                  <a:pt x="30961" y="98695"/>
                </a:cubicBezTo>
                <a:cubicBezTo>
                  <a:pt x="19768" y="98695"/>
                  <a:pt x="11847" y="96588"/>
                  <a:pt x="7195" y="92372"/>
                </a:cubicBezTo>
                <a:cubicBezTo>
                  <a:pt x="2544" y="88157"/>
                  <a:pt x="146" y="83215"/>
                  <a:pt x="0" y="77546"/>
                </a:cubicBezTo>
                <a:cubicBezTo>
                  <a:pt x="0" y="71877"/>
                  <a:pt x="1526" y="67807"/>
                  <a:pt x="4579" y="65336"/>
                </a:cubicBezTo>
                <a:cubicBezTo>
                  <a:pt x="7631" y="62865"/>
                  <a:pt x="10829" y="61630"/>
                  <a:pt x="14172" y="61630"/>
                </a:cubicBezTo>
                <a:cubicBezTo>
                  <a:pt x="16352" y="61630"/>
                  <a:pt x="18388" y="62284"/>
                  <a:pt x="20277" y="63592"/>
                </a:cubicBezTo>
                <a:cubicBezTo>
                  <a:pt x="22166" y="64900"/>
                  <a:pt x="23184" y="67153"/>
                  <a:pt x="23330" y="70351"/>
                </a:cubicBezTo>
                <a:cubicBezTo>
                  <a:pt x="23330" y="74130"/>
                  <a:pt x="22022" y="77328"/>
                  <a:pt x="19405" y="79944"/>
                </a:cubicBezTo>
                <a:cubicBezTo>
                  <a:pt x="16789" y="82561"/>
                  <a:pt x="14536" y="83869"/>
                  <a:pt x="12646" y="83869"/>
                </a:cubicBezTo>
                <a:cubicBezTo>
                  <a:pt x="12355" y="84014"/>
                  <a:pt x="12137" y="84087"/>
                  <a:pt x="11992" y="84087"/>
                </a:cubicBezTo>
                <a:cubicBezTo>
                  <a:pt x="11847" y="84087"/>
                  <a:pt x="11774" y="84233"/>
                  <a:pt x="11774" y="84523"/>
                </a:cubicBezTo>
                <a:cubicBezTo>
                  <a:pt x="11919" y="84959"/>
                  <a:pt x="12501" y="85541"/>
                  <a:pt x="13518" y="86267"/>
                </a:cubicBezTo>
                <a:cubicBezTo>
                  <a:pt x="14536" y="86994"/>
                  <a:pt x="16789" y="87939"/>
                  <a:pt x="20277" y="89102"/>
                </a:cubicBezTo>
                <a:cubicBezTo>
                  <a:pt x="23766" y="90264"/>
                  <a:pt x="27763" y="90773"/>
                  <a:pt x="32269" y="90628"/>
                </a:cubicBezTo>
                <a:cubicBezTo>
                  <a:pt x="37501" y="90628"/>
                  <a:pt x="42008" y="89828"/>
                  <a:pt x="45786" y="88229"/>
                </a:cubicBezTo>
                <a:cubicBezTo>
                  <a:pt x="49566" y="86631"/>
                  <a:pt x="52328" y="84596"/>
                  <a:pt x="54072" y="82125"/>
                </a:cubicBezTo>
                <a:cubicBezTo>
                  <a:pt x="55816" y="79654"/>
                  <a:pt x="57051" y="77401"/>
                  <a:pt x="57779" y="75366"/>
                </a:cubicBezTo>
                <a:cubicBezTo>
                  <a:pt x="58505" y="73331"/>
                  <a:pt x="58869" y="71514"/>
                  <a:pt x="58869" y="69915"/>
                </a:cubicBezTo>
                <a:cubicBezTo>
                  <a:pt x="58869" y="65845"/>
                  <a:pt x="57343" y="62793"/>
                  <a:pt x="54290" y="60758"/>
                </a:cubicBezTo>
                <a:cubicBezTo>
                  <a:pt x="51238" y="58723"/>
                  <a:pt x="47749" y="57487"/>
                  <a:pt x="43824" y="57051"/>
                </a:cubicBezTo>
                <a:cubicBezTo>
                  <a:pt x="39900" y="56615"/>
                  <a:pt x="35611" y="55525"/>
                  <a:pt x="30961" y="53781"/>
                </a:cubicBezTo>
                <a:cubicBezTo>
                  <a:pt x="26309" y="52036"/>
                  <a:pt x="22894" y="49493"/>
                  <a:pt x="20714" y="46150"/>
                </a:cubicBezTo>
                <a:cubicBezTo>
                  <a:pt x="18242" y="42516"/>
                  <a:pt x="17007" y="38300"/>
                  <a:pt x="17007" y="33504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3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41683E4C-AF63-4F37-9407-A8B970C2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0689" y="3022339"/>
            <a:ext cx="28780" cy="68825"/>
          </a:xfrm>
          <a:custGeom xmlns:a="http://schemas.openxmlformats.org/drawingml/2006/main">
            <a:pathLst>
              <a:path w="28780" h="68825">
                <a:moveTo>
                  <a:pt x="0" y="18751"/>
                </a:moveTo>
                <a:cubicBezTo>
                  <a:pt x="0" y="18751"/>
                  <a:pt x="0" y="16934"/>
                  <a:pt x="0" y="13300"/>
                </a:cubicBezTo>
                <a:cubicBezTo>
                  <a:pt x="0" y="9666"/>
                  <a:pt x="1162" y="6541"/>
                  <a:pt x="3488" y="3925"/>
                </a:cubicBezTo>
                <a:cubicBezTo>
                  <a:pt x="5814" y="1308"/>
                  <a:pt x="8939" y="0"/>
                  <a:pt x="12863" y="0"/>
                </a:cubicBezTo>
                <a:cubicBezTo>
                  <a:pt x="16933" y="0"/>
                  <a:pt x="20567" y="1817"/>
                  <a:pt x="23765" y="5451"/>
                </a:cubicBezTo>
                <a:cubicBezTo>
                  <a:pt x="26963" y="9085"/>
                  <a:pt x="28634" y="15480"/>
                  <a:pt x="28780" y="24638"/>
                </a:cubicBezTo>
                <a:cubicBezTo>
                  <a:pt x="28780" y="29725"/>
                  <a:pt x="28126" y="34667"/>
                  <a:pt x="26818" y="39464"/>
                </a:cubicBezTo>
                <a:cubicBezTo>
                  <a:pt x="25510" y="44260"/>
                  <a:pt x="23983" y="48403"/>
                  <a:pt x="22239" y="51892"/>
                </a:cubicBezTo>
                <a:cubicBezTo>
                  <a:pt x="20495" y="55380"/>
                  <a:pt x="18605" y="58360"/>
                  <a:pt x="16571" y="60831"/>
                </a:cubicBezTo>
                <a:cubicBezTo>
                  <a:pt x="14535" y="63302"/>
                  <a:pt x="12791" y="65264"/>
                  <a:pt x="11337" y="66718"/>
                </a:cubicBezTo>
                <a:cubicBezTo>
                  <a:pt x="9884" y="68171"/>
                  <a:pt x="8939" y="68825"/>
                  <a:pt x="8503" y="68680"/>
                </a:cubicBezTo>
                <a:cubicBezTo>
                  <a:pt x="7922" y="68680"/>
                  <a:pt x="6977" y="68026"/>
                  <a:pt x="5668" y="66718"/>
                </a:cubicBezTo>
                <a:cubicBezTo>
                  <a:pt x="4360" y="65410"/>
                  <a:pt x="3706" y="64465"/>
                  <a:pt x="3706" y="63883"/>
                </a:cubicBezTo>
                <a:cubicBezTo>
                  <a:pt x="3706" y="63302"/>
                  <a:pt x="4506" y="62139"/>
                  <a:pt x="6105" y="60394"/>
                </a:cubicBezTo>
                <a:cubicBezTo>
                  <a:pt x="7704" y="58650"/>
                  <a:pt x="9521" y="56470"/>
                  <a:pt x="11555" y="53854"/>
                </a:cubicBezTo>
                <a:cubicBezTo>
                  <a:pt x="13591" y="51237"/>
                  <a:pt x="15480" y="47603"/>
                  <a:pt x="17225" y="42952"/>
                </a:cubicBezTo>
                <a:cubicBezTo>
                  <a:pt x="18969" y="38301"/>
                  <a:pt x="20131" y="32995"/>
                  <a:pt x="20713" y="27036"/>
                </a:cubicBezTo>
                <a:lnTo>
                  <a:pt x="20713" y="24420"/>
                </a:lnTo>
                <a:lnTo>
                  <a:pt x="20495" y="24638"/>
                </a:lnTo>
                <a:cubicBezTo>
                  <a:pt x="20204" y="24783"/>
                  <a:pt x="19841" y="24928"/>
                  <a:pt x="19405" y="25074"/>
                </a:cubicBezTo>
                <a:cubicBezTo>
                  <a:pt x="18969" y="25219"/>
                  <a:pt x="18533" y="25437"/>
                  <a:pt x="18097" y="25728"/>
                </a:cubicBezTo>
                <a:cubicBezTo>
                  <a:pt x="17661" y="26019"/>
                  <a:pt x="17007" y="26164"/>
                  <a:pt x="16134" y="26164"/>
                </a:cubicBezTo>
                <a:cubicBezTo>
                  <a:pt x="15262" y="26164"/>
                  <a:pt x="14390" y="26237"/>
                  <a:pt x="13517" y="26382"/>
                </a:cubicBezTo>
                <a:cubicBezTo>
                  <a:pt x="9593" y="26382"/>
                  <a:pt x="6396" y="25146"/>
                  <a:pt x="3924" y="22675"/>
                </a:cubicBezTo>
                <a:lnTo>
                  <a:pt x="0" y="1875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4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B9E7725F-BF27-4580-B50B-E255A86E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8272" y="2952351"/>
            <a:ext cx="94407" cy="98768"/>
          </a:xfrm>
          <a:custGeom xmlns:a="http://schemas.openxmlformats.org/drawingml/2006/main">
            <a:pathLst>
              <a:path w="94407" h="98768">
                <a:moveTo>
                  <a:pt x="68025" y="22675"/>
                </a:moveTo>
                <a:cubicBezTo>
                  <a:pt x="66572" y="22675"/>
                  <a:pt x="62720" y="21876"/>
                  <a:pt x="56470" y="20277"/>
                </a:cubicBezTo>
                <a:cubicBezTo>
                  <a:pt x="50220" y="18678"/>
                  <a:pt x="45641" y="17879"/>
                  <a:pt x="42734" y="17879"/>
                </a:cubicBezTo>
                <a:cubicBezTo>
                  <a:pt x="39827" y="17879"/>
                  <a:pt x="37356" y="18169"/>
                  <a:pt x="35321" y="18751"/>
                </a:cubicBezTo>
                <a:cubicBezTo>
                  <a:pt x="33286" y="19332"/>
                  <a:pt x="31614" y="20059"/>
                  <a:pt x="30306" y="20931"/>
                </a:cubicBezTo>
                <a:cubicBezTo>
                  <a:pt x="28998" y="21803"/>
                  <a:pt x="28126" y="22602"/>
                  <a:pt x="27690" y="23329"/>
                </a:cubicBezTo>
                <a:cubicBezTo>
                  <a:pt x="27254" y="24056"/>
                  <a:pt x="26745" y="24855"/>
                  <a:pt x="26164" y="25728"/>
                </a:cubicBezTo>
                <a:lnTo>
                  <a:pt x="25728" y="26600"/>
                </a:lnTo>
                <a:cubicBezTo>
                  <a:pt x="25292" y="27036"/>
                  <a:pt x="24201" y="27254"/>
                  <a:pt x="22457" y="27254"/>
                </a:cubicBezTo>
                <a:cubicBezTo>
                  <a:pt x="19405" y="27254"/>
                  <a:pt x="17879" y="26672"/>
                  <a:pt x="17879" y="25509"/>
                </a:cubicBezTo>
                <a:cubicBezTo>
                  <a:pt x="17879" y="24783"/>
                  <a:pt x="18097" y="23765"/>
                  <a:pt x="18533" y="22457"/>
                </a:cubicBezTo>
                <a:cubicBezTo>
                  <a:pt x="20422" y="16789"/>
                  <a:pt x="23547" y="11919"/>
                  <a:pt x="27908" y="7849"/>
                </a:cubicBezTo>
                <a:cubicBezTo>
                  <a:pt x="32268" y="3779"/>
                  <a:pt x="37065" y="1308"/>
                  <a:pt x="42297" y="436"/>
                </a:cubicBezTo>
                <a:cubicBezTo>
                  <a:pt x="44042" y="145"/>
                  <a:pt x="45277" y="0"/>
                  <a:pt x="46004" y="0"/>
                </a:cubicBezTo>
                <a:cubicBezTo>
                  <a:pt x="49638" y="0"/>
                  <a:pt x="52908" y="1236"/>
                  <a:pt x="55816" y="3707"/>
                </a:cubicBezTo>
                <a:cubicBezTo>
                  <a:pt x="58723" y="6178"/>
                  <a:pt x="61485" y="8576"/>
                  <a:pt x="64101" y="10901"/>
                </a:cubicBezTo>
                <a:cubicBezTo>
                  <a:pt x="66717" y="13227"/>
                  <a:pt x="69479" y="14463"/>
                  <a:pt x="72386" y="14608"/>
                </a:cubicBezTo>
                <a:cubicBezTo>
                  <a:pt x="75584" y="14608"/>
                  <a:pt x="78782" y="12210"/>
                  <a:pt x="81980" y="7413"/>
                </a:cubicBezTo>
                <a:cubicBezTo>
                  <a:pt x="85177" y="2616"/>
                  <a:pt x="86849" y="218"/>
                  <a:pt x="86994" y="218"/>
                </a:cubicBezTo>
                <a:cubicBezTo>
                  <a:pt x="87139" y="73"/>
                  <a:pt x="88229" y="0"/>
                  <a:pt x="90265" y="0"/>
                </a:cubicBezTo>
                <a:lnTo>
                  <a:pt x="93099" y="0"/>
                </a:lnTo>
                <a:cubicBezTo>
                  <a:pt x="93971" y="872"/>
                  <a:pt x="94407" y="1454"/>
                  <a:pt x="94407" y="1744"/>
                </a:cubicBezTo>
                <a:cubicBezTo>
                  <a:pt x="94407" y="2326"/>
                  <a:pt x="94043" y="3343"/>
                  <a:pt x="93317" y="4797"/>
                </a:cubicBezTo>
                <a:cubicBezTo>
                  <a:pt x="92591" y="6250"/>
                  <a:pt x="91573" y="7776"/>
                  <a:pt x="90265" y="9375"/>
                </a:cubicBezTo>
                <a:cubicBezTo>
                  <a:pt x="88957" y="10974"/>
                  <a:pt x="87721" y="12573"/>
                  <a:pt x="86558" y="14172"/>
                </a:cubicBezTo>
                <a:cubicBezTo>
                  <a:pt x="85395" y="15771"/>
                  <a:pt x="84378" y="17152"/>
                  <a:pt x="83506" y="18315"/>
                </a:cubicBezTo>
                <a:lnTo>
                  <a:pt x="81980" y="20277"/>
                </a:lnTo>
                <a:cubicBezTo>
                  <a:pt x="75729" y="27690"/>
                  <a:pt x="65845" y="37501"/>
                  <a:pt x="52328" y="49711"/>
                </a:cubicBezTo>
                <a:cubicBezTo>
                  <a:pt x="38809" y="61920"/>
                  <a:pt x="30452" y="69770"/>
                  <a:pt x="27254" y="73258"/>
                </a:cubicBezTo>
                <a:lnTo>
                  <a:pt x="24638" y="75875"/>
                </a:lnTo>
                <a:lnTo>
                  <a:pt x="27908" y="76093"/>
                </a:lnTo>
                <a:cubicBezTo>
                  <a:pt x="31106" y="76093"/>
                  <a:pt x="35757" y="76892"/>
                  <a:pt x="41861" y="78491"/>
                </a:cubicBezTo>
                <a:cubicBezTo>
                  <a:pt x="47967" y="80090"/>
                  <a:pt x="52546" y="80890"/>
                  <a:pt x="55598" y="80890"/>
                </a:cubicBezTo>
                <a:cubicBezTo>
                  <a:pt x="61121" y="80890"/>
                  <a:pt x="66209" y="79509"/>
                  <a:pt x="70860" y="76747"/>
                </a:cubicBezTo>
                <a:cubicBezTo>
                  <a:pt x="75511" y="73985"/>
                  <a:pt x="78564" y="70351"/>
                  <a:pt x="80017" y="65845"/>
                </a:cubicBezTo>
                <a:cubicBezTo>
                  <a:pt x="80598" y="64537"/>
                  <a:pt x="81108" y="63738"/>
                  <a:pt x="81544" y="63447"/>
                </a:cubicBezTo>
                <a:cubicBezTo>
                  <a:pt x="81980" y="63156"/>
                  <a:pt x="83070" y="63011"/>
                  <a:pt x="84814" y="63011"/>
                </a:cubicBezTo>
                <a:cubicBezTo>
                  <a:pt x="87575" y="63011"/>
                  <a:pt x="88957" y="63738"/>
                  <a:pt x="88957" y="65191"/>
                </a:cubicBezTo>
                <a:cubicBezTo>
                  <a:pt x="88957" y="65918"/>
                  <a:pt x="88884" y="66572"/>
                  <a:pt x="88739" y="67154"/>
                </a:cubicBezTo>
                <a:cubicBezTo>
                  <a:pt x="86267" y="76165"/>
                  <a:pt x="81470" y="83651"/>
                  <a:pt x="74348" y="89611"/>
                </a:cubicBezTo>
                <a:cubicBezTo>
                  <a:pt x="67226" y="95570"/>
                  <a:pt x="60104" y="98622"/>
                  <a:pt x="52982" y="98768"/>
                </a:cubicBezTo>
                <a:cubicBezTo>
                  <a:pt x="49202" y="98768"/>
                  <a:pt x="45859" y="97532"/>
                  <a:pt x="42952" y="95061"/>
                </a:cubicBezTo>
                <a:cubicBezTo>
                  <a:pt x="40045" y="92591"/>
                  <a:pt x="37211" y="90119"/>
                  <a:pt x="34449" y="87648"/>
                </a:cubicBezTo>
                <a:cubicBezTo>
                  <a:pt x="31687" y="85177"/>
                  <a:pt x="28926" y="83942"/>
                  <a:pt x="26164" y="83942"/>
                </a:cubicBezTo>
                <a:cubicBezTo>
                  <a:pt x="19768" y="83942"/>
                  <a:pt x="14027" y="88302"/>
                  <a:pt x="8939" y="97024"/>
                </a:cubicBezTo>
                <a:cubicBezTo>
                  <a:pt x="8067" y="98186"/>
                  <a:pt x="6832" y="98768"/>
                  <a:pt x="5232" y="98768"/>
                </a:cubicBezTo>
                <a:lnTo>
                  <a:pt x="4142" y="98768"/>
                </a:lnTo>
                <a:lnTo>
                  <a:pt x="1308" y="98768"/>
                </a:lnTo>
                <a:cubicBezTo>
                  <a:pt x="436" y="97896"/>
                  <a:pt x="0" y="97242"/>
                  <a:pt x="0" y="96806"/>
                </a:cubicBezTo>
                <a:cubicBezTo>
                  <a:pt x="0" y="94625"/>
                  <a:pt x="4215" y="88375"/>
                  <a:pt x="12645" y="78055"/>
                </a:cubicBezTo>
                <a:cubicBezTo>
                  <a:pt x="18315" y="71514"/>
                  <a:pt x="27908" y="62066"/>
                  <a:pt x="41425" y="49711"/>
                </a:cubicBezTo>
                <a:cubicBezTo>
                  <a:pt x="54944" y="37356"/>
                  <a:pt x="63301" y="29507"/>
                  <a:pt x="66499" y="26164"/>
                </a:cubicBezTo>
                <a:cubicBezTo>
                  <a:pt x="68243" y="23838"/>
                  <a:pt x="68752" y="22675"/>
                  <a:pt x="68025" y="226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  <p:sp>
        <p:nvSpPr>
          <p:cNvPr id="105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40DFB2E6-C343-492B-8D48-61E4C82C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4016" y="2885197"/>
            <a:ext cx="52110" cy="218031"/>
          </a:xfrm>
          <a:custGeom xmlns:a="http://schemas.openxmlformats.org/drawingml/2006/main">
            <a:pathLst>
              <a:path w="52110" h="218031">
                <a:moveTo>
                  <a:pt x="1090" y="218"/>
                </a:moveTo>
                <a:lnTo>
                  <a:pt x="1963" y="0"/>
                </a:lnTo>
                <a:cubicBezTo>
                  <a:pt x="2689" y="0"/>
                  <a:pt x="3416" y="0"/>
                  <a:pt x="4143" y="0"/>
                </a:cubicBezTo>
                <a:lnTo>
                  <a:pt x="6759" y="0"/>
                </a:lnTo>
                <a:lnTo>
                  <a:pt x="12864" y="5233"/>
                </a:lnTo>
                <a:cubicBezTo>
                  <a:pt x="26527" y="17588"/>
                  <a:pt x="36484" y="32995"/>
                  <a:pt x="42734" y="51455"/>
                </a:cubicBezTo>
                <a:cubicBezTo>
                  <a:pt x="48984" y="69915"/>
                  <a:pt x="52110" y="89102"/>
                  <a:pt x="52110" y="109015"/>
                </a:cubicBezTo>
                <a:cubicBezTo>
                  <a:pt x="52110" y="118900"/>
                  <a:pt x="51383" y="128420"/>
                  <a:pt x="49930" y="137577"/>
                </a:cubicBezTo>
                <a:cubicBezTo>
                  <a:pt x="48476" y="146735"/>
                  <a:pt x="46804" y="154511"/>
                  <a:pt x="44914" y="160907"/>
                </a:cubicBezTo>
                <a:cubicBezTo>
                  <a:pt x="43025" y="167302"/>
                  <a:pt x="40336" y="173698"/>
                  <a:pt x="36847" y="180094"/>
                </a:cubicBezTo>
                <a:cubicBezTo>
                  <a:pt x="33359" y="186489"/>
                  <a:pt x="30597" y="191358"/>
                  <a:pt x="28562" y="194702"/>
                </a:cubicBezTo>
                <a:cubicBezTo>
                  <a:pt x="26527" y="198045"/>
                  <a:pt x="23548" y="201751"/>
                  <a:pt x="19623" y="205821"/>
                </a:cubicBezTo>
                <a:cubicBezTo>
                  <a:pt x="15698" y="209891"/>
                  <a:pt x="13373" y="212289"/>
                  <a:pt x="12646" y="213016"/>
                </a:cubicBezTo>
                <a:cubicBezTo>
                  <a:pt x="11919" y="213743"/>
                  <a:pt x="10247" y="215124"/>
                  <a:pt x="7631" y="217159"/>
                </a:cubicBezTo>
                <a:cubicBezTo>
                  <a:pt x="7195" y="217595"/>
                  <a:pt x="6905" y="217886"/>
                  <a:pt x="6759" y="218031"/>
                </a:cubicBezTo>
                <a:lnTo>
                  <a:pt x="4143" y="218031"/>
                </a:lnTo>
                <a:cubicBezTo>
                  <a:pt x="2980" y="218031"/>
                  <a:pt x="2181" y="218031"/>
                  <a:pt x="1745" y="218031"/>
                </a:cubicBezTo>
                <a:cubicBezTo>
                  <a:pt x="1308" y="218031"/>
                  <a:pt x="945" y="217813"/>
                  <a:pt x="654" y="217377"/>
                </a:cubicBezTo>
                <a:cubicBezTo>
                  <a:pt x="364" y="216941"/>
                  <a:pt x="146" y="216287"/>
                  <a:pt x="0" y="215414"/>
                </a:cubicBezTo>
                <a:cubicBezTo>
                  <a:pt x="146" y="215269"/>
                  <a:pt x="945" y="214324"/>
                  <a:pt x="2399" y="212580"/>
                </a:cubicBezTo>
                <a:cubicBezTo>
                  <a:pt x="24928" y="189178"/>
                  <a:pt x="36193" y="154657"/>
                  <a:pt x="36193" y="109015"/>
                </a:cubicBezTo>
                <a:cubicBezTo>
                  <a:pt x="36193" y="63374"/>
                  <a:pt x="24928" y="28853"/>
                  <a:pt x="2399" y="5451"/>
                </a:cubicBezTo>
                <a:cubicBezTo>
                  <a:pt x="945" y="3707"/>
                  <a:pt x="146" y="2762"/>
                  <a:pt x="0" y="2617"/>
                </a:cubicBezTo>
                <a:cubicBezTo>
                  <a:pt x="0" y="1454"/>
                  <a:pt x="364" y="654"/>
                  <a:pt x="1090" y="218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>
                <a:alpha val="3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6504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2026-10-09T20:07:39.9030000Z</dcterms:created>
  <dcterms:modified xsi:type="dcterms:W3CDTF">2026-10-09T20:07:39.9030000Z</dcterms:modified>
</coreProperties>
</file>