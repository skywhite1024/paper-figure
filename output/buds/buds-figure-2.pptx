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46cb2b7734ce2" /><Relationship Type="http://schemas.openxmlformats.org/officeDocument/2006/relationships/extended-properties" Target="/docProps/app.xml" Id="R38eab70e9b174fba" /><Relationship Type="http://schemas.openxmlformats.org/officeDocument/2006/relationships/officeDocument" Target="/ppt/presentation.xml" Id="Rac05303f33ad45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dccfa670614d90"/>
  </p:sldMasterIdLst>
  <p:notesMasterIdLst>
    <p:notesMasterId xmlns:r="http://schemas.openxmlformats.org/officeDocument/2006/relationships" r:id="R5acf4b4fd0c946b8"/>
  </p:notesMasterIdLst>
  <p:sldIdLst>
    <p:sldId xmlns:r="http://schemas.openxmlformats.org/officeDocument/2006/relationships" id="256" r:id="R881ded4fef464e1b"/>
  </p:sldIdLst>
  <p:sldSz cx="11915775" cy="3600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b19fe7673b4833" /><Relationship Type="http://schemas.openxmlformats.org/officeDocument/2006/relationships/slideMaster" Target="/ppt/slideMasters/slideMaster1.xml" Id="R32dccfa670614d90" /><Relationship Type="http://schemas.openxmlformats.org/officeDocument/2006/relationships/notesMaster" Target="/ppt/notesMasters/notesMaster1.xml" Id="R5acf4b4fd0c946b8" /><Relationship Type="http://schemas.openxmlformats.org/officeDocument/2006/relationships/presProps" Target="/ppt/presProps.xml" Id="Re0540d7d4676445f" /><Relationship Type="http://schemas.openxmlformats.org/officeDocument/2006/relationships/tableStyles" Target="/ppt/tableStyles.xml" Id="Rb98cfc5479d6490f" /><Relationship Type="http://schemas.openxmlformats.org/officeDocument/2006/relationships/slide" Target="/ppt/slides/slide1.xml" Id="R881ded4fef464e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c4cdf1520446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6e02d3acc74592" /><Relationship Type="http://schemas.openxmlformats.org/officeDocument/2006/relationships/notesMaster" Target="/ppt/notesMasters/notesMaster1.xml" Id="R81cba7a43e8e48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"Bottom-Up Skill Discovery from Unsegmented Demonstrations for Long-Horizon Robot Manipulation",</a:t>
            </a:r>
          </a:p>
          <a:p xmlns:a="http://schemas.openxmlformats.org/drawingml/2006/main">
            <a:r>
              <a:t>  "paper_url": "https://arxiv.org/pdf/2109.13841v2",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"Original BUDS hierarchical policy. Source photos remain discrete raster inserts; clipped output-gripper panel includes source coordinate-axis annotations and those small annotations remain raster. Architecture, control paths and labels are native; formulas preserve embedded glyph outlines.",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"150e1c5f5b01487b60519080ddf0cdcb1a888879caf4c3d267bb6f7275d28ead",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96,</a:t>
            </a:r>
          </a:p>
          <a:p xmlns:a="http://schemas.openxmlformats.org/drawingml/2006/main">
            <a:r>
              <a:t>    57,</a:t>
            </a:r>
          </a:p>
          <a:p xmlns:a="http://schemas.openxmlformats.org/drawingml/2006/main">
            <a:r>
              <a:t>    513,</a:t>
            </a:r>
          </a:p>
          <a:p xmlns:a="http://schemas.openxmlformats.org/drawingml/2006/main">
            <a:r>
              <a:t>    183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"CMMI",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"CMSY"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"29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1",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3",</a:t>
            </a:r>
          </a:p>
          <a:p xmlns:a="http://schemas.openxmlformats.org/drawingml/2006/main">
            <a:r>
              <a:t>    "path crosses crop boundary: 25",</a:t>
            </a:r>
          </a:p>
          <a:p xmlns:a="http://schemas.openxmlformats.org/drawingml/2006/main">
            <a:r>
              <a:t>    "path crosses crop boundary: 28",</a:t>
            </a:r>
          </a:p>
          <a:p xmlns:a="http://schemas.openxmlformats.org/drawingml/2006/main">
            <a:r>
              <a:t>    "path crosses crop boundary: 30",</a:t>
            </a:r>
          </a:p>
          <a:p xmlns:a="http://schemas.openxmlformats.org/drawingml/2006/main">
            <a:r>
              <a:t>    "path partially intersects raster inset: 60",</a:t>
            </a:r>
          </a:p>
          <a:p xmlns:a="http://schemas.openxmlformats.org/drawingml/2006/main">
            <a:r>
              <a:t>    "path partially intersects raster inset: 61",</a:t>
            </a:r>
          </a:p>
          <a:p xmlns:a="http://schemas.openxmlformats.org/drawingml/2006/main">
            <a:r>
              <a:t>    "path partially intersects raster inset: 92",</a:t>
            </a:r>
          </a:p>
          <a:p xmlns:a="http://schemas.openxmlformats.org/drawingml/2006/main">
            <a:r>
              <a:t>    "path partially intersects raster inset: 94",</a:t>
            </a:r>
          </a:p>
          <a:p xmlns:a="http://schemas.openxmlformats.org/drawingml/2006/main">
            <a:r>
              <a:t>    "path partially intersects raster inset: 100044",</a:t>
            </a:r>
          </a:p>
          <a:p xmlns:a="http://schemas.openxmlformats.org/drawingml/2006/main">
            <a:r>
              <a:t>    "unhandled image/shading at seq 93: [391.939453125, 105.57746887207031, 483.77557373046875, 188.9913787841797];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"text_repairs": "Ordinary labels are live Arial text fitted to original PDF bounds; embedded mathematical symbols remain original editable vector glyph paths."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ce10886e244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4165b43d649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f672aebd44c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769f5f93b48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a06a5ffb745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3f9ae818b4a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19961A-2EEF-4461-B2D9-22F5ACCC2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1578" y="1360170"/>
            <a:ext cx="953262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AF8B54-EE58-4325-8296-6EAA56822D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87366" y="1980248"/>
            <a:ext cx="834104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671E00-5D22-4897-B47F-50D30C95D8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1578" y="1500188"/>
            <a:ext cx="953262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B630D2-8497-4F21-B629-208E764D60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0262" y="280035"/>
            <a:ext cx="105752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54CC0F-3832-47D0-8A2E-23C65D403E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0262" y="1000125"/>
            <a:ext cx="10575250" cy="224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00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1pPr>
            <a:lvl2pPr marL="2800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2pPr>
            <a:lvl3pPr marL="4400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3pPr>
            <a:lvl4pPr marL="6000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4pPr>
            <a:lvl5pPr marL="76009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5pPr>
            <a:lvl6pPr marL="9201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6pPr>
            <a:lvl7pPr marL="10801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7pPr>
            <a:lvl8pPr marL="12401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8pPr>
            <a:lvl9pPr marL="14001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ED4AB1-3B87-462A-8BB8-936EC477A9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0262" y="280035"/>
            <a:ext cx="105752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FEA4DA-4E60-4315-A7FC-A6AA384204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0262" y="1000125"/>
            <a:ext cx="4915257" cy="224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00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1pPr>
            <a:lvl2pPr marL="2800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2pPr>
            <a:lvl3pPr marL="4400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3pPr>
            <a:lvl4pPr marL="6000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4pPr>
            <a:lvl5pPr marL="76009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5pPr>
            <a:lvl6pPr marL="9201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6pPr>
            <a:lvl7pPr marL="10801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7pPr>
            <a:lvl8pPr marL="12401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8pPr>
            <a:lvl9pPr marL="14001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4D913B-DF73-4D19-BC17-8F76B68B89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30255" y="1000125"/>
            <a:ext cx="4915257" cy="224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00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1pPr>
            <a:lvl2pPr marL="2800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2pPr>
            <a:lvl3pPr marL="4400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3pPr>
            <a:lvl4pPr marL="6000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4pPr>
            <a:lvl5pPr marL="76009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5pPr>
            <a:lvl6pPr marL="9201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6pPr>
            <a:lvl7pPr marL="10801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7pPr>
            <a:lvl8pPr marL="12401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8pPr>
            <a:lvl9pPr marL="14001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C41231-A11A-4579-AC77-D7FB1524DE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0262" y="280035"/>
            <a:ext cx="105752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C3F68C-4983-46F7-AE2E-9CE44C00E9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0262" y="1000125"/>
            <a:ext cx="4915257" cy="224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00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1pPr>
            <a:lvl2pPr marL="2800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2pPr>
            <a:lvl3pPr marL="4400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3pPr>
            <a:lvl4pPr marL="6000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4pPr>
            <a:lvl5pPr marL="76009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5pPr>
            <a:lvl6pPr marL="9201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6pPr>
            <a:lvl7pPr marL="10801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7pPr>
            <a:lvl8pPr marL="12401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8pPr>
            <a:lvl9pPr marL="14001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45f9199dcf480a" /><Relationship Type="http://schemas.openxmlformats.org/officeDocument/2006/relationships/slideLayout" Target="/ppt/slideLayouts/slideLayout1.xml" Id="R79422e6a121c4473" /><Relationship Type="http://schemas.openxmlformats.org/officeDocument/2006/relationships/slideLayout" Target="/ppt/slideLayouts/slideLayout2.xml" Id="R45eadbd0dfb54d8d" /><Relationship Type="http://schemas.openxmlformats.org/officeDocument/2006/relationships/slideLayout" Target="/ppt/slideLayouts/slideLayout3.xml" Id="Rb483eb57a7574fb5" /><Relationship Type="http://schemas.openxmlformats.org/officeDocument/2006/relationships/slideLayout" Target="/ppt/slideLayouts/slideLayout4.xml" Id="R690a19da07c14743" /><Relationship Type="http://schemas.openxmlformats.org/officeDocument/2006/relationships/slideLayout" Target="/ppt/slideLayouts/slideLayout5.xml" Id="R8a9c596b5c544c20" /><Relationship Type="http://schemas.openxmlformats.org/officeDocument/2006/relationships/slideLayout" Target="/ppt/slideLayouts/slideLayout6.xml" Id="R004a66bc56a541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422e6a121c4473"/>
    <p:sldLayoutId xmlns:r="http://schemas.openxmlformats.org/officeDocument/2006/relationships" id="2147483650" r:id="R45eadbd0dfb54d8d"/>
    <p:sldLayoutId xmlns:r="http://schemas.openxmlformats.org/officeDocument/2006/relationships" id="2147483651" r:id="Rb483eb57a7574fb5"/>
    <p:sldLayoutId xmlns:r="http://schemas.openxmlformats.org/officeDocument/2006/relationships" id="2147483652" r:id="R690a19da07c14743"/>
    <p:sldLayoutId xmlns:r="http://schemas.openxmlformats.org/officeDocument/2006/relationships" id="2147483653" r:id="R8a9c596b5c544c20"/>
    <p:sldLayoutId xmlns:r="http://schemas.openxmlformats.org/officeDocument/2006/relationships" id="2147483654" r:id="R004a66bc56a541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2858770924ced" /><Relationship Type="http://schemas.openxmlformats.org/officeDocument/2006/relationships/image" Target="/ppt/media/image.png" Id="Rb0fdcbdd805b43df" /><Relationship Type="http://schemas.openxmlformats.org/officeDocument/2006/relationships/image" Target="/ppt/media/image2.png" Id="Rb654633320af4838" /><Relationship Type="http://schemas.openxmlformats.org/officeDocument/2006/relationships/image" Target="/ppt/media/image3.png" Id="R29953c7de3bf48d2" /><Relationship Type="http://schemas.openxmlformats.org/officeDocument/2006/relationships/notesSlide" Target="/ppt/notesSlides/notesSlide1.xml" Id="R65bdf2349d984b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" name="pdf-path-4">
            <a:extLst xmlns:a="http://schemas.openxmlformats.org/drawingml/2006/main">
              <a:ext uri="{FF2B5EF4-FFF2-40B4-BE49-F238E27FC236}">
                <a16:creationId xmlns:a16="http://schemas.microsoft.com/office/drawing/2014/main" id="{1BE68145-9F38-4630-BD33-9EE9687D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884" y="133738"/>
            <a:ext cx="2504212" cy="1092822"/>
          </a:xfrm>
          <a:custGeom xmlns:a="http://schemas.openxmlformats.org/drawingml/2006/main">
            <a:pathLst>
              <a:path w="2504212" h="1092822">
                <a:moveTo>
                  <a:pt x="0" y="182141"/>
                </a:moveTo>
                <a:lnTo>
                  <a:pt x="0" y="182141"/>
                </a:lnTo>
                <a:cubicBezTo>
                  <a:pt x="0" y="81547"/>
                  <a:pt x="81546" y="0"/>
                  <a:pt x="182141" y="0"/>
                </a:cubicBezTo>
                <a:lnTo>
                  <a:pt x="2322069" y="0"/>
                </a:lnTo>
                <a:cubicBezTo>
                  <a:pt x="2370384" y="0"/>
                  <a:pt x="2416707" y="19190"/>
                  <a:pt x="2450859" y="53348"/>
                </a:cubicBezTo>
                <a:cubicBezTo>
                  <a:pt x="2485024" y="87507"/>
                  <a:pt x="2504212" y="133835"/>
                  <a:pt x="2504212" y="182141"/>
                </a:cubicBezTo>
                <a:lnTo>
                  <a:pt x="2504212" y="910681"/>
                </a:lnTo>
                <a:cubicBezTo>
                  <a:pt x="2504212" y="1011275"/>
                  <a:pt x="2422664" y="1092822"/>
                  <a:pt x="2322069" y="1092822"/>
                </a:cubicBezTo>
                <a:lnTo>
                  <a:pt x="182141" y="1092822"/>
                </a:lnTo>
                <a:cubicBezTo>
                  <a:pt x="81546" y="1092822"/>
                  <a:pt x="0" y="1011275"/>
                  <a:pt x="0" y="910681"/>
                </a:cubicBezTo>
                <a:lnTo>
                  <a:pt x="0" y="182141"/>
                </a:lnTo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5">
            <a:extLst xmlns:a="http://schemas.openxmlformats.org/drawingml/2006/main">
              <a:ext uri="{FF2B5EF4-FFF2-40B4-BE49-F238E27FC236}">
                <a16:creationId xmlns:a16="http://schemas.microsoft.com/office/drawing/2014/main" id="{F08CD829-EF44-4030-9568-7746B073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567" y="133738"/>
            <a:ext cx="4015365" cy="1623207"/>
          </a:xfrm>
          <a:custGeom xmlns:a="http://schemas.openxmlformats.org/drawingml/2006/main">
            <a:pathLst>
              <a:path w="4015365" h="1623207">
                <a:moveTo>
                  <a:pt x="0" y="270540"/>
                </a:moveTo>
                <a:lnTo>
                  <a:pt x="0" y="270540"/>
                </a:lnTo>
                <a:cubicBezTo>
                  <a:pt x="0" y="121125"/>
                  <a:pt x="121124" y="0"/>
                  <a:pt x="270540" y="0"/>
                </a:cubicBezTo>
                <a:lnTo>
                  <a:pt x="3744825" y="0"/>
                </a:lnTo>
                <a:cubicBezTo>
                  <a:pt x="3816577" y="0"/>
                  <a:pt x="3885390" y="28503"/>
                  <a:pt x="3936126" y="79239"/>
                </a:cubicBezTo>
                <a:cubicBezTo>
                  <a:pt x="3986862" y="129976"/>
                  <a:pt x="4015365" y="198788"/>
                  <a:pt x="4015365" y="270540"/>
                </a:cubicBezTo>
                <a:lnTo>
                  <a:pt x="4015365" y="1352668"/>
                </a:lnTo>
                <a:cubicBezTo>
                  <a:pt x="4015365" y="1502083"/>
                  <a:pt x="3894241" y="1623207"/>
                  <a:pt x="3744825" y="1623207"/>
                </a:cubicBezTo>
                <a:lnTo>
                  <a:pt x="270540" y="1623207"/>
                </a:lnTo>
                <a:cubicBezTo>
                  <a:pt x="121124" y="1623207"/>
                  <a:pt x="0" y="1502083"/>
                  <a:pt x="0" y="1352668"/>
                </a:cubicBezTo>
                <a:lnTo>
                  <a:pt x="0" y="27054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6">
            <a:extLst xmlns:a="http://schemas.openxmlformats.org/drawingml/2006/main">
              <a:ext uri="{FF2B5EF4-FFF2-40B4-BE49-F238E27FC236}">
                <a16:creationId xmlns:a16="http://schemas.microsoft.com/office/drawing/2014/main" id="{8A06AD41-D811-4EC7-8C73-0EDAF9DE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566" y="133737"/>
            <a:ext cx="4015366" cy="1623208"/>
          </a:xfrm>
          <a:custGeom xmlns:a="http://schemas.openxmlformats.org/drawingml/2006/main">
            <a:pathLst>
              <a:path w="4015366" h="1623208">
                <a:moveTo>
                  <a:pt x="0" y="270540"/>
                </a:moveTo>
                <a:lnTo>
                  <a:pt x="0" y="270540"/>
                </a:lnTo>
                <a:cubicBezTo>
                  <a:pt x="0" y="121125"/>
                  <a:pt x="121124" y="0"/>
                  <a:pt x="270541" y="0"/>
                </a:cubicBezTo>
                <a:lnTo>
                  <a:pt x="3744826" y="0"/>
                </a:lnTo>
                <a:cubicBezTo>
                  <a:pt x="3816578" y="0"/>
                  <a:pt x="3885390" y="28503"/>
                  <a:pt x="3936127" y="79239"/>
                </a:cubicBezTo>
                <a:cubicBezTo>
                  <a:pt x="3986862" y="129975"/>
                  <a:pt x="4015366" y="198788"/>
                  <a:pt x="4015366" y="270540"/>
                </a:cubicBezTo>
                <a:lnTo>
                  <a:pt x="4015366" y="1352667"/>
                </a:lnTo>
                <a:cubicBezTo>
                  <a:pt x="4015366" y="1502083"/>
                  <a:pt x="3894239" y="1623208"/>
                  <a:pt x="3744826" y="1623208"/>
                </a:cubicBezTo>
                <a:lnTo>
                  <a:pt x="270541" y="1623208"/>
                </a:lnTo>
                <a:cubicBezTo>
                  <a:pt x="121124" y="1623208"/>
                  <a:pt x="0" y="1502083"/>
                  <a:pt x="0" y="1352667"/>
                </a:cubicBezTo>
                <a:lnTo>
                  <a:pt x="0" y="270540"/>
                </a:lnTo>
              </a:path>
            </a:pathLst>
          </a:custGeom>
          <a:noFill xmlns:a="http://schemas.openxmlformats.org/drawingml/2006/main"/>
          <a:ln xmlns:a="http://schemas.openxmlformats.org/drawingml/2006/main" w="30604">
            <a:solidFill>
              <a:srgbClr val="FFD966"/>
            </a:solidFill>
            <a:prstDash val="solid"/>
          </a:ln>
        </p:spPr>
      </p:sp>
      <p:sp>
        <p:nvSpPr>
          <p:cNvPr id="4" name="pdf-path-7">
            <a:extLst xmlns:a="http://schemas.openxmlformats.org/drawingml/2006/main">
              <a:ext uri="{FF2B5EF4-FFF2-40B4-BE49-F238E27FC236}">
                <a16:creationId xmlns:a16="http://schemas.microsoft.com/office/drawing/2014/main" id="{31C9FE51-2525-4D19-BDCD-979DF726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166" y="64873"/>
            <a:ext cx="4408879" cy="445082"/>
          </a:xfrm>
          <a:custGeom xmlns:a="http://schemas.openxmlformats.org/drawingml/2006/main">
            <a:pathLst>
              <a:path w="4408879" h="445082">
                <a:moveTo>
                  <a:pt x="0" y="0"/>
                </a:moveTo>
                <a:lnTo>
                  <a:pt x="4408879" y="0"/>
                </a:lnTo>
                <a:lnTo>
                  <a:pt x="4408879" y="445082"/>
                </a:lnTo>
                <a:lnTo>
                  <a:pt x="0" y="44508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DFAEC32A-93F8-4A58-BCDA-21965979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32" y="189230"/>
            <a:ext cx="1615134" cy="244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 Controller</a:t>
            </a:r>
          </a:p>
        </p:txBody>
      </p:sp>
      <p:sp>
        <p:nvSpPr>
          <p:cNvPr id="6" name="pdf-path-9">
            <a:extLst xmlns:a="http://schemas.openxmlformats.org/drawingml/2006/main">
              <a:ext uri="{FF2B5EF4-FFF2-40B4-BE49-F238E27FC236}">
                <a16:creationId xmlns:a16="http://schemas.microsoft.com/office/drawing/2014/main" id="{15BD703F-15E9-455E-AAC9-36C8B739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717" y="567081"/>
            <a:ext cx="1215237" cy="587496"/>
          </a:xfrm>
          <a:custGeom xmlns:a="http://schemas.openxmlformats.org/drawingml/2006/main">
            <a:pathLst>
              <a:path w="1215237" h="587496">
                <a:moveTo>
                  <a:pt x="0" y="0"/>
                </a:moveTo>
                <a:lnTo>
                  <a:pt x="1215237" y="106578"/>
                </a:lnTo>
                <a:lnTo>
                  <a:pt x="1215237" y="480919"/>
                </a:lnTo>
                <a:lnTo>
                  <a:pt x="0" y="58749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10">
            <a:extLst xmlns:a="http://schemas.openxmlformats.org/drawingml/2006/main">
              <a:ext uri="{FF2B5EF4-FFF2-40B4-BE49-F238E27FC236}">
                <a16:creationId xmlns:a16="http://schemas.microsoft.com/office/drawing/2014/main" id="{3C6C902D-CC89-4890-950F-8E5BC720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723" y="476356"/>
            <a:ext cx="1362714" cy="771361"/>
          </a:xfrm>
          <a:custGeom xmlns:a="http://schemas.openxmlformats.org/drawingml/2006/main">
            <a:pathLst>
              <a:path w="1362714" h="771361">
                <a:moveTo>
                  <a:pt x="1362714" y="0"/>
                </a:moveTo>
                <a:lnTo>
                  <a:pt x="0" y="139933"/>
                </a:lnTo>
                <a:lnTo>
                  <a:pt x="0" y="631428"/>
                </a:lnTo>
                <a:lnTo>
                  <a:pt x="1362714" y="771361"/>
                </a:lnTo>
                <a:lnTo>
                  <a:pt x="1362714" y="0"/>
                </a:ln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11">
            <a:extLst xmlns:a="http://schemas.openxmlformats.org/drawingml/2006/main">
              <a:ext uri="{FF2B5EF4-FFF2-40B4-BE49-F238E27FC236}">
                <a16:creationId xmlns:a16="http://schemas.microsoft.com/office/drawing/2014/main" id="{34DA0B6B-4169-47DE-8603-200D2E90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752" y="2257390"/>
            <a:ext cx="4073201" cy="1238129"/>
          </a:xfrm>
          <a:custGeom xmlns:a="http://schemas.openxmlformats.org/drawingml/2006/main">
            <a:pathLst>
              <a:path w="4073201" h="1238129">
                <a:moveTo>
                  <a:pt x="0" y="206359"/>
                </a:moveTo>
                <a:lnTo>
                  <a:pt x="0" y="206359"/>
                </a:lnTo>
                <a:cubicBezTo>
                  <a:pt x="0" y="92390"/>
                  <a:pt x="92390" y="0"/>
                  <a:pt x="206359" y="0"/>
                </a:cubicBezTo>
                <a:lnTo>
                  <a:pt x="3866841" y="0"/>
                </a:lnTo>
                <a:cubicBezTo>
                  <a:pt x="3921570" y="0"/>
                  <a:pt x="3974060" y="21741"/>
                  <a:pt x="4012759" y="60440"/>
                </a:cubicBezTo>
                <a:cubicBezTo>
                  <a:pt x="4051459" y="99140"/>
                  <a:pt x="4073201" y="151629"/>
                  <a:pt x="4073201" y="206359"/>
                </a:cubicBezTo>
                <a:lnTo>
                  <a:pt x="4073201" y="1031770"/>
                </a:lnTo>
                <a:cubicBezTo>
                  <a:pt x="4073201" y="1145739"/>
                  <a:pt x="3980811" y="1238129"/>
                  <a:pt x="3866841" y="1238129"/>
                </a:cubicBezTo>
                <a:lnTo>
                  <a:pt x="206359" y="1238129"/>
                </a:lnTo>
                <a:cubicBezTo>
                  <a:pt x="92390" y="1238129"/>
                  <a:pt x="0" y="1145739"/>
                  <a:pt x="0" y="1031770"/>
                </a:cubicBezTo>
                <a:lnTo>
                  <a:pt x="0" y="20635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2">
            <a:extLst xmlns:a="http://schemas.openxmlformats.org/drawingml/2006/main">
              <a:ext uri="{FF2B5EF4-FFF2-40B4-BE49-F238E27FC236}">
                <a16:creationId xmlns:a16="http://schemas.microsoft.com/office/drawing/2014/main" id="{1C2FF2F4-E218-44C6-814B-E2018F64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753" y="2257389"/>
            <a:ext cx="4073200" cy="1238130"/>
          </a:xfrm>
          <a:custGeom xmlns:a="http://schemas.openxmlformats.org/drawingml/2006/main">
            <a:pathLst>
              <a:path w="4073200" h="1238130">
                <a:moveTo>
                  <a:pt x="0" y="206359"/>
                </a:moveTo>
                <a:lnTo>
                  <a:pt x="0" y="206359"/>
                </a:lnTo>
                <a:cubicBezTo>
                  <a:pt x="0" y="92390"/>
                  <a:pt x="92389" y="0"/>
                  <a:pt x="206359" y="0"/>
                </a:cubicBezTo>
                <a:lnTo>
                  <a:pt x="3866841" y="0"/>
                </a:lnTo>
                <a:cubicBezTo>
                  <a:pt x="3921570" y="0"/>
                  <a:pt x="3974059" y="21743"/>
                  <a:pt x="4012759" y="60441"/>
                </a:cubicBezTo>
                <a:cubicBezTo>
                  <a:pt x="4051459" y="99141"/>
                  <a:pt x="4073200" y="151629"/>
                  <a:pt x="4073200" y="206359"/>
                </a:cubicBezTo>
                <a:lnTo>
                  <a:pt x="4073200" y="1031771"/>
                </a:lnTo>
                <a:cubicBezTo>
                  <a:pt x="4073200" y="1145740"/>
                  <a:pt x="3980809" y="1238130"/>
                  <a:pt x="3866841" y="1238130"/>
                </a:cubicBezTo>
                <a:lnTo>
                  <a:pt x="206359" y="1238130"/>
                </a:lnTo>
                <a:cubicBezTo>
                  <a:pt x="92389" y="1238130"/>
                  <a:pt x="0" y="1145740"/>
                  <a:pt x="0" y="1031771"/>
                </a:cubicBezTo>
                <a:lnTo>
                  <a:pt x="0" y="206359"/>
                </a:lnTo>
              </a:path>
            </a:pathLst>
          </a:custGeom>
          <a:noFill xmlns:a="http://schemas.openxmlformats.org/drawingml/2006/main"/>
          <a:ln xmlns:a="http://schemas.openxmlformats.org/drawingml/2006/main" w="30604">
            <a:solidFill>
              <a:srgbClr val="93C47D"/>
            </a:solidFill>
            <a:prstDash val="solid"/>
          </a:ln>
        </p:spPr>
      </p:sp>
      <p:sp>
        <p:nvSpPr>
          <p:cNvPr id="10" name="pdf-path-13">
            <a:extLst xmlns:a="http://schemas.openxmlformats.org/drawingml/2006/main">
              <a:ext uri="{FF2B5EF4-FFF2-40B4-BE49-F238E27FC236}">
                <a16:creationId xmlns:a16="http://schemas.microsoft.com/office/drawing/2014/main" id="{D496E908-36C8-408B-8671-836C9A15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641" y="3151850"/>
            <a:ext cx="4380684" cy="445081"/>
          </a:xfrm>
          <a:custGeom xmlns:a="http://schemas.openxmlformats.org/drawingml/2006/main">
            <a:pathLst>
              <a:path w="4380684" h="445081">
                <a:moveTo>
                  <a:pt x="0" y="0"/>
                </a:moveTo>
                <a:lnTo>
                  <a:pt x="4380684" y="0"/>
                </a:lnTo>
                <a:lnTo>
                  <a:pt x="4380684" y="445081"/>
                </a:lnTo>
                <a:lnTo>
                  <a:pt x="0" y="44508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A0EB5882-9ADA-4C91-B4E7-A7FF3FD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455" y="3276207"/>
            <a:ext cx="2374870" cy="2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k-th Sensorimotor Skill</a:t>
            </a:r>
          </a:p>
        </p:txBody>
      </p:sp>
      <p:sp>
        <p:nvSpPr>
          <p:cNvPr id="12" name="pdf-path-15">
            <a:extLst xmlns:a="http://schemas.openxmlformats.org/drawingml/2006/main">
              <a:ext uri="{FF2B5EF4-FFF2-40B4-BE49-F238E27FC236}">
                <a16:creationId xmlns:a16="http://schemas.microsoft.com/office/drawing/2014/main" id="{3F8C2750-F14A-4B33-B7F7-34033F91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627" y="2451837"/>
            <a:ext cx="617619" cy="801964"/>
          </a:xfrm>
          <a:custGeom xmlns:a="http://schemas.openxmlformats.org/drawingml/2006/main">
            <a:pathLst>
              <a:path w="617619" h="801964">
                <a:moveTo>
                  <a:pt x="0" y="0"/>
                </a:moveTo>
                <a:lnTo>
                  <a:pt x="617619" y="0"/>
                </a:lnTo>
                <a:lnTo>
                  <a:pt x="617619" y="801964"/>
                </a:lnTo>
                <a:lnTo>
                  <a:pt x="0" y="801964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6">
            <a:extLst xmlns:a="http://schemas.openxmlformats.org/drawingml/2006/main">
              <a:ext uri="{FF2B5EF4-FFF2-40B4-BE49-F238E27FC236}">
                <a16:creationId xmlns:a16="http://schemas.microsoft.com/office/drawing/2014/main" id="{33E5BC63-7205-4606-AD3D-BBA79F4A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45" y="2852819"/>
            <a:ext cx="1549228" cy="95"/>
          </a:xfrm>
          <a:custGeom xmlns:a="http://schemas.openxmlformats.org/drawingml/2006/main">
            <a:pathLst>
              <a:path w="1549228" h="95">
                <a:moveTo>
                  <a:pt x="0" y="0"/>
                </a:moveTo>
                <a:lnTo>
                  <a:pt x="154922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7">
            <a:extLst xmlns:a="http://schemas.openxmlformats.org/drawingml/2006/main">
              <a:ext uri="{FF2B5EF4-FFF2-40B4-BE49-F238E27FC236}">
                <a16:creationId xmlns:a16="http://schemas.microsoft.com/office/drawing/2014/main" id="{DF63EB84-FAE0-4C10-B27F-62BFBDE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45" y="2852819"/>
            <a:ext cx="1411510" cy="95"/>
          </a:xfrm>
          <a:custGeom xmlns:a="http://schemas.openxmlformats.org/drawingml/2006/main">
            <a:pathLst>
              <a:path w="1411510" h="95">
                <a:moveTo>
                  <a:pt x="0" y="0"/>
                </a:moveTo>
                <a:lnTo>
                  <a:pt x="14115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15" name="pdf-path-18">
            <a:extLst xmlns:a="http://schemas.openxmlformats.org/drawingml/2006/main">
              <a:ext uri="{FF2B5EF4-FFF2-40B4-BE49-F238E27FC236}">
                <a16:creationId xmlns:a16="http://schemas.microsoft.com/office/drawing/2014/main" id="{FBDB5ACB-179A-42DE-AF52-D57CECB2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55" y="2814907"/>
            <a:ext cx="104162" cy="75823"/>
          </a:xfrm>
          <a:custGeom xmlns:a="http://schemas.openxmlformats.org/drawingml/2006/main">
            <a:pathLst>
              <a:path w="104162" h="75823">
                <a:moveTo>
                  <a:pt x="0" y="75823"/>
                </a:moveTo>
                <a:lnTo>
                  <a:pt x="104162" y="37912"/>
                </a:lnTo>
                <a:lnTo>
                  <a:pt x="0" y="0"/>
                </a:lnTo>
                <a:lnTo>
                  <a:pt x="0" y="75823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16" name="pdf-path-20">
            <a:extLst xmlns:a="http://schemas.openxmlformats.org/drawingml/2006/main">
              <a:ext uri="{FF2B5EF4-FFF2-40B4-BE49-F238E27FC236}">
                <a16:creationId xmlns:a16="http://schemas.microsoft.com/office/drawing/2014/main" id="{F31A7749-8848-4FC2-9697-BFC64209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813" y="847846"/>
            <a:ext cx="1417415" cy="95"/>
          </a:xfrm>
          <a:custGeom xmlns:a="http://schemas.openxmlformats.org/drawingml/2006/main">
            <a:pathLst>
              <a:path w="1417415" h="95">
                <a:moveTo>
                  <a:pt x="0" y="0"/>
                </a:moveTo>
                <a:lnTo>
                  <a:pt x="1417415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21">
            <a:extLst xmlns:a="http://schemas.openxmlformats.org/drawingml/2006/main">
              <a:ext uri="{FF2B5EF4-FFF2-40B4-BE49-F238E27FC236}">
                <a16:creationId xmlns:a16="http://schemas.microsoft.com/office/drawing/2014/main" id="{A9757C7F-6098-449B-AB69-4C5DE972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814" y="847847"/>
            <a:ext cx="1279697" cy="95"/>
          </a:xfrm>
          <a:custGeom xmlns:a="http://schemas.openxmlformats.org/drawingml/2006/main">
            <a:pathLst>
              <a:path w="1279697" h="95">
                <a:moveTo>
                  <a:pt x="0" y="0"/>
                </a:moveTo>
                <a:lnTo>
                  <a:pt x="12796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18" name="pdf-path-22">
            <a:extLst xmlns:a="http://schemas.openxmlformats.org/drawingml/2006/main">
              <a:ext uri="{FF2B5EF4-FFF2-40B4-BE49-F238E27FC236}">
                <a16:creationId xmlns:a16="http://schemas.microsoft.com/office/drawing/2014/main" id="{7E9691AC-3B76-4A53-A15B-DB2E22DE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511" y="809934"/>
            <a:ext cx="104163" cy="75824"/>
          </a:xfrm>
          <a:custGeom xmlns:a="http://schemas.openxmlformats.org/drawingml/2006/main">
            <a:pathLst>
              <a:path w="104163" h="75824">
                <a:moveTo>
                  <a:pt x="0" y="75824"/>
                </a:moveTo>
                <a:lnTo>
                  <a:pt x="104163" y="37912"/>
                </a:lnTo>
                <a:lnTo>
                  <a:pt x="0" y="0"/>
                </a:lnTo>
                <a:lnTo>
                  <a:pt x="0" y="75824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19" name="pdf-path-24">
            <a:extLst xmlns:a="http://schemas.openxmlformats.org/drawingml/2006/main">
              <a:ext uri="{FF2B5EF4-FFF2-40B4-BE49-F238E27FC236}">
                <a16:creationId xmlns:a16="http://schemas.microsoft.com/office/drawing/2014/main" id="{7AEFA4B3-D3E9-4BAC-A006-2CF1DD54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405" y="2347169"/>
            <a:ext cx="1211862" cy="587498"/>
          </a:xfrm>
          <a:custGeom xmlns:a="http://schemas.openxmlformats.org/drawingml/2006/main">
            <a:pathLst>
              <a:path w="1211862" h="587498">
                <a:moveTo>
                  <a:pt x="0" y="0"/>
                </a:moveTo>
                <a:lnTo>
                  <a:pt x="1211862" y="106578"/>
                </a:lnTo>
                <a:lnTo>
                  <a:pt x="1211862" y="480919"/>
                </a:lnTo>
                <a:lnTo>
                  <a:pt x="0" y="58749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D3F2E9E0-E0D5-475C-A355-3AF21C49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69" y="785359"/>
            <a:ext cx="917939" cy="183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RGB Image</a:t>
            </a:r>
          </a:p>
        </p:txBody>
      </p:sp>
      <p:sp>
        <p:nvSpPr>
          <p:cNvPr id="21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B2455549-4924-4AD4-B2B2-57498A8F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40" y="1038758"/>
            <a:ext cx="981871" cy="183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(Workspace)</a:t>
            </a:r>
          </a:p>
        </p:txBody>
      </p:sp>
      <p:sp>
        <p:nvSpPr>
          <p:cNvPr id="22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68CBDC2D-C849-4167-A68E-D402A700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56" y="2812453"/>
            <a:ext cx="1153356" cy="183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Proprioception</a:t>
            </a:r>
          </a:p>
        </p:txBody>
      </p:sp>
      <p:sp>
        <p:nvSpPr>
          <p:cNvPr id="23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A0402829-8E7D-4617-9604-8353195A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29" y="1821602"/>
            <a:ext cx="917939" cy="183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RGB Image</a:t>
            </a:r>
          </a:p>
        </p:txBody>
      </p:sp>
      <p:sp>
        <p:nvSpPr>
          <p:cNvPr id="24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A7B8AC2B-7C02-474C-8D30-475D8D94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4" y="2075002"/>
            <a:ext cx="1042099" cy="183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(Eye-in-hand)</a:t>
            </a:r>
          </a:p>
        </p:txBody>
      </p:sp>
      <p:sp>
        <p:nvSpPr>
          <p:cNvPr id="25" name="pdf-path-33">
            <a:extLst xmlns:a="http://schemas.openxmlformats.org/drawingml/2006/main">
              <a:ext uri="{FF2B5EF4-FFF2-40B4-BE49-F238E27FC236}">
                <a16:creationId xmlns:a16="http://schemas.microsoft.com/office/drawing/2014/main" id="{6D8CF6C8-F930-4E85-A1A0-6C930FD7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290" y="1177751"/>
            <a:ext cx="1193790" cy="224588"/>
          </a:xfrm>
          <a:custGeom xmlns:a="http://schemas.openxmlformats.org/drawingml/2006/main">
            <a:pathLst>
              <a:path w="1193790" h="224588">
                <a:moveTo>
                  <a:pt x="0" y="224588"/>
                </a:moveTo>
                <a:lnTo>
                  <a:pt x="1193790" y="224588"/>
                </a:lnTo>
                <a:lnTo>
                  <a:pt x="119379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34">
            <a:extLst xmlns:a="http://schemas.openxmlformats.org/drawingml/2006/main">
              <a:ext uri="{FF2B5EF4-FFF2-40B4-BE49-F238E27FC236}">
                <a16:creationId xmlns:a16="http://schemas.microsoft.com/office/drawing/2014/main" id="{CFC5684C-28DB-4377-9817-A6B64708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291" y="1315467"/>
            <a:ext cx="1193790" cy="86872"/>
          </a:xfrm>
          <a:custGeom xmlns:a="http://schemas.openxmlformats.org/drawingml/2006/main">
            <a:pathLst>
              <a:path w="1193790" h="86872">
                <a:moveTo>
                  <a:pt x="0" y="86872"/>
                </a:moveTo>
                <a:lnTo>
                  <a:pt x="1193790" y="86872"/>
                </a:lnTo>
                <a:lnTo>
                  <a:pt x="11937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27" name="pdf-path-35">
            <a:extLst xmlns:a="http://schemas.openxmlformats.org/drawingml/2006/main">
              <a:ext uri="{FF2B5EF4-FFF2-40B4-BE49-F238E27FC236}">
                <a16:creationId xmlns:a16="http://schemas.microsoft.com/office/drawing/2014/main" id="{7691E4F8-09FB-487A-B8BD-96614DA1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168" y="1211305"/>
            <a:ext cx="75824" cy="104162"/>
          </a:xfrm>
          <a:custGeom xmlns:a="http://schemas.openxmlformats.org/drawingml/2006/main">
            <a:pathLst>
              <a:path w="75824" h="104162">
                <a:moveTo>
                  <a:pt x="75824" y="104162"/>
                </a:moveTo>
                <a:lnTo>
                  <a:pt x="37913" y="0"/>
                </a:lnTo>
                <a:lnTo>
                  <a:pt x="0" y="104162"/>
                </a:lnTo>
                <a:lnTo>
                  <a:pt x="75824" y="104162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28" name="pdf-path-37">
            <a:extLst xmlns:a="http://schemas.openxmlformats.org/drawingml/2006/main">
              <a:ext uri="{FF2B5EF4-FFF2-40B4-BE49-F238E27FC236}">
                <a16:creationId xmlns:a16="http://schemas.microsoft.com/office/drawing/2014/main" id="{B8B037AB-6130-4D0F-9F28-6D45E9E0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953" y="860829"/>
            <a:ext cx="531833" cy="1205"/>
          </a:xfrm>
          <a:custGeom xmlns:a="http://schemas.openxmlformats.org/drawingml/2006/main">
            <a:pathLst>
              <a:path w="531833" h="1205">
                <a:moveTo>
                  <a:pt x="0" y="0"/>
                </a:moveTo>
                <a:lnTo>
                  <a:pt x="531833" y="120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38">
            <a:extLst xmlns:a="http://schemas.openxmlformats.org/drawingml/2006/main">
              <a:ext uri="{FF2B5EF4-FFF2-40B4-BE49-F238E27FC236}">
                <a16:creationId xmlns:a16="http://schemas.microsoft.com/office/drawing/2014/main" id="{10381776-A983-4D69-82A7-C2EDABDA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955" y="860829"/>
            <a:ext cx="394114" cy="893"/>
          </a:xfrm>
          <a:custGeom xmlns:a="http://schemas.openxmlformats.org/drawingml/2006/main">
            <a:pathLst>
              <a:path w="394114" h="893">
                <a:moveTo>
                  <a:pt x="0" y="0"/>
                </a:moveTo>
                <a:lnTo>
                  <a:pt x="394114" y="893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30" name="pdf-path-39">
            <a:extLst xmlns:a="http://schemas.openxmlformats.org/drawingml/2006/main">
              <a:ext uri="{FF2B5EF4-FFF2-40B4-BE49-F238E27FC236}">
                <a16:creationId xmlns:a16="http://schemas.microsoft.com/office/drawing/2014/main" id="{DE606CC2-A1DE-45F3-92B6-AC928853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983" y="823810"/>
            <a:ext cx="104248" cy="75824"/>
          </a:xfrm>
          <a:custGeom xmlns:a="http://schemas.openxmlformats.org/drawingml/2006/main">
            <a:pathLst>
              <a:path w="104248" h="75824">
                <a:moveTo>
                  <a:pt x="0" y="75824"/>
                </a:moveTo>
                <a:lnTo>
                  <a:pt x="104248" y="38148"/>
                </a:lnTo>
                <a:lnTo>
                  <a:pt x="173" y="0"/>
                </a:lnTo>
                <a:lnTo>
                  <a:pt x="0" y="75824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31" name="pdf-path-41">
            <a:extLst xmlns:a="http://schemas.openxmlformats.org/drawingml/2006/main">
              <a:ext uri="{FF2B5EF4-FFF2-40B4-BE49-F238E27FC236}">
                <a16:creationId xmlns:a16="http://schemas.microsoft.com/office/drawing/2014/main" id="{D0C4A97B-FEE4-4840-9896-0685EE9B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486" y="646653"/>
            <a:ext cx="1757913" cy="395681"/>
          </a:xfrm>
          <a:custGeom xmlns:a="http://schemas.openxmlformats.org/drawingml/2006/main">
            <a:pathLst>
              <a:path w="1757913" h="395681">
                <a:moveTo>
                  <a:pt x="0" y="0"/>
                </a:moveTo>
                <a:lnTo>
                  <a:pt x="1757913" y="0"/>
                </a:lnTo>
                <a:lnTo>
                  <a:pt x="1757913" y="395681"/>
                </a:lnTo>
                <a:lnTo>
                  <a:pt x="0" y="39568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C70DEC6E-7693-4CCB-8765-2BC2F266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386" y="763348"/>
            <a:ext cx="951810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33" name="pdf-path-43">
            <a:extLst xmlns:a="http://schemas.openxmlformats.org/drawingml/2006/main">
              <a:ext uri="{FF2B5EF4-FFF2-40B4-BE49-F238E27FC236}">
                <a16:creationId xmlns:a16="http://schemas.microsoft.com/office/drawing/2014/main" id="{9B82E6DA-B093-4906-9141-1CCEF56F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783" y="526394"/>
            <a:ext cx="1418859" cy="642922"/>
          </a:xfrm>
          <a:custGeom xmlns:a="http://schemas.openxmlformats.org/drawingml/2006/main">
            <a:pathLst>
              <a:path w="1418859" h="642922">
                <a:moveTo>
                  <a:pt x="0" y="0"/>
                </a:moveTo>
                <a:lnTo>
                  <a:pt x="1418859" y="0"/>
                </a:lnTo>
                <a:lnTo>
                  <a:pt x="1418859" y="642922"/>
                </a:lnTo>
                <a:lnTo>
                  <a:pt x="0" y="64292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96900D49-B225-446A-8DED-E5F260DE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042" y="643089"/>
            <a:ext cx="522883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cVAE </a:t>
            </a:r>
          </a:p>
        </p:txBody>
      </p:sp>
      <p:sp>
        <p:nvSpPr>
          <p:cNvPr id="35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3522781E-712A-4443-B5EA-B2294735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188" y="887920"/>
            <a:ext cx="752230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36" name="pdf-path-46">
            <a:extLst xmlns:a="http://schemas.openxmlformats.org/drawingml/2006/main">
              <a:ext uri="{FF2B5EF4-FFF2-40B4-BE49-F238E27FC236}">
                <a16:creationId xmlns:a16="http://schemas.microsoft.com/office/drawing/2014/main" id="{3066D445-32AF-4D81-8C8C-F65CF789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637" y="2191307"/>
            <a:ext cx="711839" cy="449660"/>
          </a:xfrm>
          <a:custGeom xmlns:a="http://schemas.openxmlformats.org/drawingml/2006/main">
            <a:pathLst>
              <a:path w="711839" h="449660">
                <a:moveTo>
                  <a:pt x="0" y="0"/>
                </a:moveTo>
                <a:lnTo>
                  <a:pt x="0" y="449660"/>
                </a:lnTo>
                <a:lnTo>
                  <a:pt x="711839" y="44966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47">
            <a:extLst xmlns:a="http://schemas.openxmlformats.org/drawingml/2006/main">
              <a:ext uri="{FF2B5EF4-FFF2-40B4-BE49-F238E27FC236}">
                <a16:creationId xmlns:a16="http://schemas.microsoft.com/office/drawing/2014/main" id="{6C48A481-6BD3-4A3E-A0A1-CF698BEF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637" y="2191308"/>
            <a:ext cx="711840" cy="449659"/>
          </a:xfrm>
          <a:custGeom xmlns:a="http://schemas.openxmlformats.org/drawingml/2006/main">
            <a:pathLst>
              <a:path w="711840" h="449659">
                <a:moveTo>
                  <a:pt x="0" y="0"/>
                </a:moveTo>
                <a:lnTo>
                  <a:pt x="0" y="449659"/>
                </a:lnTo>
                <a:lnTo>
                  <a:pt x="711840" y="449659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38" name="pdf-path-48">
            <a:extLst xmlns:a="http://schemas.openxmlformats.org/drawingml/2006/main">
              <a:ext uri="{FF2B5EF4-FFF2-40B4-BE49-F238E27FC236}">
                <a16:creationId xmlns:a16="http://schemas.microsoft.com/office/drawing/2014/main" id="{565F3C8A-C6C2-4C72-96E6-0AACEE1F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056" y="2105997"/>
            <a:ext cx="654489" cy="95"/>
          </a:xfrm>
          <a:custGeom xmlns:a="http://schemas.openxmlformats.org/drawingml/2006/main">
            <a:pathLst>
              <a:path w="654489" h="95">
                <a:moveTo>
                  <a:pt x="0" y="0"/>
                </a:moveTo>
                <a:lnTo>
                  <a:pt x="65448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49">
            <a:extLst xmlns:a="http://schemas.openxmlformats.org/drawingml/2006/main">
              <a:ext uri="{FF2B5EF4-FFF2-40B4-BE49-F238E27FC236}">
                <a16:creationId xmlns:a16="http://schemas.microsoft.com/office/drawing/2014/main" id="{5148C609-F98C-4F71-839C-B02D7607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056" y="2105997"/>
            <a:ext cx="654488" cy="95"/>
          </a:xfrm>
          <a:custGeom xmlns:a="http://schemas.openxmlformats.org/drawingml/2006/main">
            <a:pathLst>
              <a:path w="654488" h="95">
                <a:moveTo>
                  <a:pt x="0" y="0"/>
                </a:moveTo>
                <a:lnTo>
                  <a:pt x="654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40" name="pdf-path-50">
            <a:extLst xmlns:a="http://schemas.openxmlformats.org/drawingml/2006/main">
              <a:ext uri="{FF2B5EF4-FFF2-40B4-BE49-F238E27FC236}">
                <a16:creationId xmlns:a16="http://schemas.microsoft.com/office/drawing/2014/main" id="{288DA0E1-0E1C-4147-9EBA-766CD414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028" y="3025838"/>
            <a:ext cx="3836803" cy="95"/>
          </a:xfrm>
          <a:custGeom xmlns:a="http://schemas.openxmlformats.org/drawingml/2006/main">
            <a:pathLst>
              <a:path w="3836803" h="95">
                <a:moveTo>
                  <a:pt x="0" y="0"/>
                </a:moveTo>
                <a:lnTo>
                  <a:pt x="3836803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51">
            <a:extLst xmlns:a="http://schemas.openxmlformats.org/drawingml/2006/main">
              <a:ext uri="{FF2B5EF4-FFF2-40B4-BE49-F238E27FC236}">
                <a16:creationId xmlns:a16="http://schemas.microsoft.com/office/drawing/2014/main" id="{FACABF3F-6B56-475E-A93E-1189748C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027" y="3025837"/>
            <a:ext cx="3699087" cy="95"/>
          </a:xfrm>
          <a:custGeom xmlns:a="http://schemas.openxmlformats.org/drawingml/2006/main">
            <a:pathLst>
              <a:path w="3699087" h="95">
                <a:moveTo>
                  <a:pt x="0" y="0"/>
                </a:moveTo>
                <a:lnTo>
                  <a:pt x="36990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42" name="pdf-path-52">
            <a:extLst xmlns:a="http://schemas.openxmlformats.org/drawingml/2006/main">
              <a:ext uri="{FF2B5EF4-FFF2-40B4-BE49-F238E27FC236}">
                <a16:creationId xmlns:a16="http://schemas.microsoft.com/office/drawing/2014/main" id="{08F3062C-93AF-4D14-988D-180C00D9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115" y="2987925"/>
            <a:ext cx="104161" cy="75825"/>
          </a:xfrm>
          <a:custGeom xmlns:a="http://schemas.openxmlformats.org/drawingml/2006/main">
            <a:pathLst>
              <a:path w="104161" h="75825">
                <a:moveTo>
                  <a:pt x="0" y="75825"/>
                </a:moveTo>
                <a:lnTo>
                  <a:pt x="104161" y="37911"/>
                </a:lnTo>
                <a:lnTo>
                  <a:pt x="0" y="0"/>
                </a:lnTo>
                <a:lnTo>
                  <a:pt x="0" y="75825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43" name="pdf-path-54">
            <a:extLst xmlns:a="http://schemas.openxmlformats.org/drawingml/2006/main">
              <a:ext uri="{FF2B5EF4-FFF2-40B4-BE49-F238E27FC236}">
                <a16:creationId xmlns:a16="http://schemas.microsoft.com/office/drawing/2014/main" id="{757B3044-405D-41F4-927E-E9F0950C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267" y="2640918"/>
            <a:ext cx="1401030" cy="95"/>
          </a:xfrm>
          <a:custGeom xmlns:a="http://schemas.openxmlformats.org/drawingml/2006/main">
            <a:pathLst>
              <a:path w="1401030" h="95">
                <a:moveTo>
                  <a:pt x="0" y="0"/>
                </a:moveTo>
                <a:lnTo>
                  <a:pt x="140103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55">
            <a:extLst xmlns:a="http://schemas.openxmlformats.org/drawingml/2006/main">
              <a:ext uri="{FF2B5EF4-FFF2-40B4-BE49-F238E27FC236}">
                <a16:creationId xmlns:a16="http://schemas.microsoft.com/office/drawing/2014/main" id="{5B7567CF-1B15-4643-BB11-8B9E5B9F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268" y="2640917"/>
            <a:ext cx="1263311" cy="95"/>
          </a:xfrm>
          <a:custGeom xmlns:a="http://schemas.openxmlformats.org/drawingml/2006/main">
            <a:pathLst>
              <a:path w="1263311" h="95">
                <a:moveTo>
                  <a:pt x="0" y="0"/>
                </a:moveTo>
                <a:lnTo>
                  <a:pt x="12633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45" name="pdf-path-56">
            <a:extLst xmlns:a="http://schemas.openxmlformats.org/drawingml/2006/main">
              <a:ext uri="{FF2B5EF4-FFF2-40B4-BE49-F238E27FC236}">
                <a16:creationId xmlns:a16="http://schemas.microsoft.com/office/drawing/2014/main" id="{713DAA87-E36D-4D82-AA71-66BF512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579" y="2603006"/>
            <a:ext cx="104162" cy="75825"/>
          </a:xfrm>
          <a:custGeom xmlns:a="http://schemas.openxmlformats.org/drawingml/2006/main">
            <a:pathLst>
              <a:path w="104162" h="75825">
                <a:moveTo>
                  <a:pt x="0" y="75825"/>
                </a:moveTo>
                <a:lnTo>
                  <a:pt x="104162" y="37911"/>
                </a:lnTo>
                <a:lnTo>
                  <a:pt x="0" y="0"/>
                </a:lnTo>
                <a:lnTo>
                  <a:pt x="0" y="75825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46" name="pdf-path-58">
            <a:extLst xmlns:a="http://schemas.openxmlformats.org/drawingml/2006/main">
              <a:ext uri="{FF2B5EF4-FFF2-40B4-BE49-F238E27FC236}">
                <a16:creationId xmlns:a16="http://schemas.microsoft.com/office/drawing/2014/main" id="{6CBD3A34-C8AE-4DCB-9521-F0BF90E9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385" y="2431308"/>
            <a:ext cx="1757912" cy="395681"/>
          </a:xfrm>
          <a:custGeom xmlns:a="http://schemas.openxmlformats.org/drawingml/2006/main">
            <a:pathLst>
              <a:path w="1757912" h="395681">
                <a:moveTo>
                  <a:pt x="0" y="0"/>
                </a:moveTo>
                <a:lnTo>
                  <a:pt x="1757912" y="0"/>
                </a:lnTo>
                <a:lnTo>
                  <a:pt x="1757912" y="395681"/>
                </a:lnTo>
                <a:lnTo>
                  <a:pt x="0" y="39568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F0BEA898-476C-4DD6-B442-471EC37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286" y="2548003"/>
            <a:ext cx="951810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48" name="pdf-path-60">
            <a:extLst xmlns:a="http://schemas.openxmlformats.org/drawingml/2006/main">
              <a:ext uri="{FF2B5EF4-FFF2-40B4-BE49-F238E27FC236}">
                <a16:creationId xmlns:a16="http://schemas.microsoft.com/office/drawing/2014/main" id="{BCFDAC9A-FB7B-4918-B992-0877D644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091" y="1085520"/>
            <a:ext cx="617619" cy="966310"/>
          </a:xfrm>
          <a:custGeom xmlns:a="http://schemas.openxmlformats.org/drawingml/2006/main">
            <a:pathLst>
              <a:path w="617619" h="966310">
                <a:moveTo>
                  <a:pt x="0" y="0"/>
                </a:moveTo>
                <a:lnTo>
                  <a:pt x="617619" y="0"/>
                </a:lnTo>
                <a:lnTo>
                  <a:pt x="617619" y="96631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61">
            <a:extLst xmlns:a="http://schemas.openxmlformats.org/drawingml/2006/main">
              <a:ext uri="{FF2B5EF4-FFF2-40B4-BE49-F238E27FC236}">
                <a16:creationId xmlns:a16="http://schemas.microsoft.com/office/drawing/2014/main" id="{3D13E365-3DDB-4A48-93C2-E9AF0D98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091" y="1085520"/>
            <a:ext cx="617619" cy="966310"/>
          </a:xfrm>
          <a:custGeom xmlns:a="http://schemas.openxmlformats.org/drawingml/2006/main">
            <a:pathLst>
              <a:path w="617619" h="966310">
                <a:moveTo>
                  <a:pt x="0" y="0"/>
                </a:moveTo>
                <a:lnTo>
                  <a:pt x="617619" y="0"/>
                </a:lnTo>
                <a:lnTo>
                  <a:pt x="617619" y="966310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50" name="pdf-path-62">
            <a:extLst xmlns:a="http://schemas.openxmlformats.org/drawingml/2006/main">
              <a:ext uri="{FF2B5EF4-FFF2-40B4-BE49-F238E27FC236}">
                <a16:creationId xmlns:a16="http://schemas.microsoft.com/office/drawing/2014/main" id="{76A7B14B-F1D8-4FB9-AC6F-ED10570A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090" y="887734"/>
            <a:ext cx="757385" cy="95"/>
          </a:xfrm>
          <a:custGeom xmlns:a="http://schemas.openxmlformats.org/drawingml/2006/main">
            <a:pathLst>
              <a:path w="757385" h="95">
                <a:moveTo>
                  <a:pt x="0" y="0"/>
                </a:moveTo>
                <a:lnTo>
                  <a:pt x="757385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63">
            <a:extLst xmlns:a="http://schemas.openxmlformats.org/drawingml/2006/main">
              <a:ext uri="{FF2B5EF4-FFF2-40B4-BE49-F238E27FC236}">
                <a16:creationId xmlns:a16="http://schemas.microsoft.com/office/drawing/2014/main" id="{57C79B4B-730A-4DB5-A71F-9EC0D153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090" y="887734"/>
            <a:ext cx="619667" cy="95"/>
          </a:xfrm>
          <a:custGeom xmlns:a="http://schemas.openxmlformats.org/drawingml/2006/main">
            <a:pathLst>
              <a:path w="619667" h="95">
                <a:moveTo>
                  <a:pt x="0" y="0"/>
                </a:moveTo>
                <a:lnTo>
                  <a:pt x="6196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52" name="pdf-path-64">
            <a:extLst xmlns:a="http://schemas.openxmlformats.org/drawingml/2006/main">
              <a:ext uri="{FF2B5EF4-FFF2-40B4-BE49-F238E27FC236}">
                <a16:creationId xmlns:a16="http://schemas.microsoft.com/office/drawing/2014/main" id="{D81571DF-DD31-4BC6-9719-F3DBDCC3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57" y="849822"/>
            <a:ext cx="104162" cy="75824"/>
          </a:xfrm>
          <a:custGeom xmlns:a="http://schemas.openxmlformats.org/drawingml/2006/main">
            <a:pathLst>
              <a:path w="104162" h="75824">
                <a:moveTo>
                  <a:pt x="0" y="75824"/>
                </a:moveTo>
                <a:lnTo>
                  <a:pt x="104162" y="37912"/>
                </a:lnTo>
                <a:lnTo>
                  <a:pt x="0" y="0"/>
                </a:lnTo>
                <a:lnTo>
                  <a:pt x="0" y="75824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53" name="pdf-path-66">
            <a:extLst xmlns:a="http://schemas.openxmlformats.org/drawingml/2006/main">
              <a:ext uri="{FF2B5EF4-FFF2-40B4-BE49-F238E27FC236}">
                <a16:creationId xmlns:a16="http://schemas.microsoft.com/office/drawing/2014/main" id="{0760CE64-0D46-47A8-B718-59B3E8EF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193" y="1331126"/>
            <a:ext cx="1757913" cy="395681"/>
          </a:xfrm>
          <a:custGeom xmlns:a="http://schemas.openxmlformats.org/drawingml/2006/main">
            <a:pathLst>
              <a:path w="1757913" h="395681">
                <a:moveTo>
                  <a:pt x="0" y="0"/>
                </a:moveTo>
                <a:lnTo>
                  <a:pt x="1757913" y="0"/>
                </a:lnTo>
                <a:lnTo>
                  <a:pt x="1757913" y="395681"/>
                </a:lnTo>
                <a:lnTo>
                  <a:pt x="0" y="39568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E85C82A0-6C6C-4D36-8384-9D06A457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460" y="1447822"/>
            <a:ext cx="1341252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Subgoal Vector</a:t>
            </a:r>
          </a:p>
        </p:txBody>
      </p:sp>
      <p:sp>
        <p:nvSpPr>
          <p:cNvPr id="55" name="pdf-path-68">
            <a:extLst xmlns:a="http://schemas.openxmlformats.org/drawingml/2006/main">
              <a:ext uri="{FF2B5EF4-FFF2-40B4-BE49-F238E27FC236}">
                <a16:creationId xmlns:a16="http://schemas.microsoft.com/office/drawing/2014/main" id="{9CFFF533-5C7C-4AD8-8B9E-315E4361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37" y="722870"/>
            <a:ext cx="1406813" cy="395681"/>
          </a:xfrm>
          <a:custGeom xmlns:a="http://schemas.openxmlformats.org/drawingml/2006/main">
            <a:pathLst>
              <a:path w="1406813" h="395681">
                <a:moveTo>
                  <a:pt x="0" y="0"/>
                </a:moveTo>
                <a:lnTo>
                  <a:pt x="1406813" y="0"/>
                </a:lnTo>
                <a:lnTo>
                  <a:pt x="1406813" y="395681"/>
                </a:lnTo>
                <a:lnTo>
                  <a:pt x="0" y="39568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933CABED-9359-4B95-B5D0-F5AF5E66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273" y="839565"/>
            <a:ext cx="873628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Index</a:t>
            </a:r>
          </a:p>
        </p:txBody>
      </p:sp>
      <p:sp>
        <p:nvSpPr>
          <p:cNvPr id="57" name="pdf-path-70">
            <a:extLst xmlns:a="http://schemas.openxmlformats.org/drawingml/2006/main">
              <a:ext uri="{FF2B5EF4-FFF2-40B4-BE49-F238E27FC236}">
                <a16:creationId xmlns:a16="http://schemas.microsoft.com/office/drawing/2014/main" id="{EA0B94CD-B986-442B-A791-9A7A844F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291" y="897859"/>
            <a:ext cx="726780" cy="594967"/>
          </a:xfrm>
          <a:custGeom xmlns:a="http://schemas.openxmlformats.org/drawingml/2006/main">
            <a:pathLst>
              <a:path w="726780" h="594967">
                <a:moveTo>
                  <a:pt x="0" y="0"/>
                </a:moveTo>
                <a:lnTo>
                  <a:pt x="726780" y="59496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71">
            <a:extLst xmlns:a="http://schemas.openxmlformats.org/drawingml/2006/main">
              <a:ext uri="{FF2B5EF4-FFF2-40B4-BE49-F238E27FC236}">
                <a16:creationId xmlns:a16="http://schemas.microsoft.com/office/drawing/2014/main" id="{C67A97E9-6AEF-4225-A205-E6AFD53C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291" y="897859"/>
            <a:ext cx="620217" cy="507731"/>
          </a:xfrm>
          <a:custGeom xmlns:a="http://schemas.openxmlformats.org/drawingml/2006/main">
            <a:pathLst>
              <a:path w="620217" h="507731">
                <a:moveTo>
                  <a:pt x="0" y="0"/>
                </a:moveTo>
                <a:lnTo>
                  <a:pt x="620217" y="507731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59" name="pdf-path-72">
            <a:extLst xmlns:a="http://schemas.openxmlformats.org/drawingml/2006/main">
              <a:ext uri="{FF2B5EF4-FFF2-40B4-BE49-F238E27FC236}">
                <a16:creationId xmlns:a16="http://schemas.microsoft.com/office/drawing/2014/main" id="{CE0D5447-1627-42C8-BBDF-57D5E2A3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493" y="1376254"/>
            <a:ext cx="104613" cy="95317"/>
          </a:xfrm>
          <a:custGeom xmlns:a="http://schemas.openxmlformats.org/drawingml/2006/main">
            <a:pathLst>
              <a:path w="104613" h="95317">
                <a:moveTo>
                  <a:pt x="0" y="58672"/>
                </a:moveTo>
                <a:lnTo>
                  <a:pt x="104613" y="95317"/>
                </a:lnTo>
                <a:lnTo>
                  <a:pt x="48030" y="0"/>
                </a:lnTo>
                <a:lnTo>
                  <a:pt x="0" y="58672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60" name="pdf-path-74">
            <a:extLst xmlns:a="http://schemas.openxmlformats.org/drawingml/2006/main">
              <a:ext uri="{FF2B5EF4-FFF2-40B4-BE49-F238E27FC236}">
                <a16:creationId xmlns:a16="http://schemas.microsoft.com/office/drawing/2014/main" id="{7E1DD666-F297-41B8-8267-F399C76A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2" y="2677573"/>
            <a:ext cx="1123425" cy="395681"/>
          </a:xfrm>
          <a:custGeom xmlns:a="http://schemas.openxmlformats.org/drawingml/2006/main">
            <a:pathLst>
              <a:path w="1123425" h="395681">
                <a:moveTo>
                  <a:pt x="0" y="0"/>
                </a:moveTo>
                <a:lnTo>
                  <a:pt x="1123425" y="0"/>
                </a:lnTo>
                <a:lnTo>
                  <a:pt x="1123425" y="395681"/>
                </a:lnTo>
                <a:lnTo>
                  <a:pt x="0" y="39568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1D24FA98-EABB-4704-A1CF-9F30E3DD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209" y="2794268"/>
            <a:ext cx="408028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MLP</a:t>
            </a:r>
          </a:p>
        </p:txBody>
      </p:sp>
      <p:sp>
        <p:nvSpPr>
          <p:cNvPr id="62" name="pdf-path-76">
            <a:extLst xmlns:a="http://schemas.openxmlformats.org/drawingml/2006/main">
              <a:ext uri="{FF2B5EF4-FFF2-40B4-BE49-F238E27FC236}">
                <a16:creationId xmlns:a16="http://schemas.microsoft.com/office/drawing/2014/main" id="{F1CBCE74-5E40-486B-BE2C-26CDB29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374" y="1726808"/>
            <a:ext cx="1634775" cy="725093"/>
          </a:xfrm>
          <a:custGeom xmlns:a="http://schemas.openxmlformats.org/drawingml/2006/main">
            <a:pathLst>
              <a:path w="1634775" h="725093">
                <a:moveTo>
                  <a:pt x="1634775" y="0"/>
                </a:moveTo>
                <a:lnTo>
                  <a:pt x="1634775" y="362518"/>
                </a:lnTo>
                <a:lnTo>
                  <a:pt x="0" y="362518"/>
                </a:lnTo>
                <a:lnTo>
                  <a:pt x="0" y="72509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77">
            <a:extLst xmlns:a="http://schemas.openxmlformats.org/drawingml/2006/main">
              <a:ext uri="{FF2B5EF4-FFF2-40B4-BE49-F238E27FC236}">
                <a16:creationId xmlns:a16="http://schemas.microsoft.com/office/drawing/2014/main" id="{4527E855-AF42-4A62-9A39-D726C3FF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376" y="1726807"/>
            <a:ext cx="1634773" cy="587376"/>
          </a:xfrm>
          <a:custGeom xmlns:a="http://schemas.openxmlformats.org/drawingml/2006/main">
            <a:pathLst>
              <a:path w="1634773" h="587376">
                <a:moveTo>
                  <a:pt x="1634773" y="0"/>
                </a:moveTo>
                <a:lnTo>
                  <a:pt x="1634773" y="362518"/>
                </a:lnTo>
                <a:lnTo>
                  <a:pt x="0" y="362518"/>
                </a:lnTo>
                <a:lnTo>
                  <a:pt x="0" y="587376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64" name="pdf-path-78">
            <a:extLst xmlns:a="http://schemas.openxmlformats.org/drawingml/2006/main">
              <a:ext uri="{FF2B5EF4-FFF2-40B4-BE49-F238E27FC236}">
                <a16:creationId xmlns:a16="http://schemas.microsoft.com/office/drawing/2014/main" id="{BA662F81-C64D-4691-8424-8C3708F3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461" y="2314183"/>
            <a:ext cx="75826" cy="104163"/>
          </a:xfrm>
          <a:custGeom xmlns:a="http://schemas.openxmlformats.org/drawingml/2006/main">
            <a:pathLst>
              <a:path w="75826" h="104163">
                <a:moveTo>
                  <a:pt x="0" y="0"/>
                </a:moveTo>
                <a:lnTo>
                  <a:pt x="37915" y="104163"/>
                </a:lnTo>
                <a:lnTo>
                  <a:pt x="75826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65" name="pdf-path-80">
            <a:extLst xmlns:a="http://schemas.openxmlformats.org/drawingml/2006/main">
              <a:ext uri="{FF2B5EF4-FFF2-40B4-BE49-F238E27FC236}">
                <a16:creationId xmlns:a16="http://schemas.microsoft.com/office/drawing/2014/main" id="{560C5A7B-537B-42C0-8C88-4C174C3E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158" y="1861260"/>
            <a:ext cx="1314760" cy="370860"/>
          </a:xfrm>
          <a:custGeom xmlns:a="http://schemas.openxmlformats.org/drawingml/2006/main">
            <a:pathLst>
              <a:path w="1314760" h="370860">
                <a:moveTo>
                  <a:pt x="0" y="0"/>
                </a:moveTo>
                <a:lnTo>
                  <a:pt x="1314760" y="0"/>
                </a:lnTo>
                <a:lnTo>
                  <a:pt x="1314760" y="370860"/>
                </a:lnTo>
                <a:lnTo>
                  <a:pt x="0" y="37086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99CE6535-13E5-4DCB-B86E-24B244C4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034" y="1974124"/>
            <a:ext cx="540935" cy="183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concat</a:t>
            </a:r>
          </a:p>
        </p:txBody>
      </p:sp>
      <p:sp>
        <p:nvSpPr>
          <p:cNvPr id="67" name="pdf-path-82">
            <a:extLst xmlns:a="http://schemas.openxmlformats.org/drawingml/2006/main">
              <a:ext uri="{FF2B5EF4-FFF2-40B4-BE49-F238E27FC236}">
                <a16:creationId xmlns:a16="http://schemas.microsoft.com/office/drawing/2014/main" id="{6707BB53-0014-47E6-88B2-3E8B0718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1242" y="103303"/>
            <a:ext cx="2549511" cy="395681"/>
          </a:xfrm>
          <a:custGeom xmlns:a="http://schemas.openxmlformats.org/drawingml/2006/main">
            <a:pathLst>
              <a:path w="2549511" h="395681">
                <a:moveTo>
                  <a:pt x="0" y="0"/>
                </a:moveTo>
                <a:lnTo>
                  <a:pt x="2549511" y="0"/>
                </a:lnTo>
                <a:lnTo>
                  <a:pt x="2549511" y="395681"/>
                </a:lnTo>
                <a:lnTo>
                  <a:pt x="0" y="39568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1743CDCF-6975-463E-A851-5455FBD5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219998"/>
            <a:ext cx="2183064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Library of Reusable Skills</a:t>
            </a:r>
          </a:p>
        </p:txBody>
      </p:sp>
      <p:sp>
        <p:nvSpPr>
          <p:cNvPr id="69" name="pdf-path-84">
            <a:extLst xmlns:a="http://schemas.openxmlformats.org/drawingml/2006/main">
              <a:ext uri="{FF2B5EF4-FFF2-40B4-BE49-F238E27FC236}">
                <a16:creationId xmlns:a16="http://schemas.microsoft.com/office/drawing/2014/main" id="{28CE32C1-4DD6-4339-B21C-D06CFE9B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682" y="2051784"/>
            <a:ext cx="135910" cy="139524"/>
          </a:xfrm>
          <a:custGeom xmlns:a="http://schemas.openxmlformats.org/drawingml/2006/main">
            <a:pathLst>
              <a:path w="135910" h="139524">
                <a:moveTo>
                  <a:pt x="0" y="69761"/>
                </a:moveTo>
                <a:lnTo>
                  <a:pt x="0" y="69761"/>
                </a:lnTo>
                <a:cubicBezTo>
                  <a:pt x="0" y="31233"/>
                  <a:pt x="30424" y="0"/>
                  <a:pt x="67955" y="0"/>
                </a:cubicBezTo>
                <a:cubicBezTo>
                  <a:pt x="85977" y="0"/>
                  <a:pt x="103262" y="7349"/>
                  <a:pt x="116006" y="20432"/>
                </a:cubicBezTo>
                <a:cubicBezTo>
                  <a:pt x="128750" y="33515"/>
                  <a:pt x="135910" y="51259"/>
                  <a:pt x="135910" y="69761"/>
                </a:cubicBezTo>
                <a:cubicBezTo>
                  <a:pt x="135910" y="108290"/>
                  <a:pt x="105485" y="139524"/>
                  <a:pt x="67955" y="139524"/>
                </a:cubicBezTo>
                <a:cubicBezTo>
                  <a:pt x="30424" y="139524"/>
                  <a:pt x="0" y="108290"/>
                  <a:pt x="0" y="69761"/>
                </a:cubicBez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85">
            <a:extLst xmlns:a="http://schemas.openxmlformats.org/drawingml/2006/main">
              <a:ext uri="{FF2B5EF4-FFF2-40B4-BE49-F238E27FC236}">
                <a16:creationId xmlns:a16="http://schemas.microsoft.com/office/drawing/2014/main" id="{EC3028E3-38C0-43C1-8323-B28DD4ED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681" y="2051784"/>
            <a:ext cx="135910" cy="139524"/>
          </a:xfrm>
          <a:custGeom xmlns:a="http://schemas.openxmlformats.org/drawingml/2006/main">
            <a:pathLst>
              <a:path w="135910" h="139524">
                <a:moveTo>
                  <a:pt x="0" y="69762"/>
                </a:moveTo>
                <a:lnTo>
                  <a:pt x="0" y="69762"/>
                </a:lnTo>
                <a:cubicBezTo>
                  <a:pt x="0" y="31233"/>
                  <a:pt x="30423" y="0"/>
                  <a:pt x="67955" y="0"/>
                </a:cubicBezTo>
                <a:cubicBezTo>
                  <a:pt x="85978" y="0"/>
                  <a:pt x="103262" y="7350"/>
                  <a:pt x="116006" y="20432"/>
                </a:cubicBezTo>
                <a:cubicBezTo>
                  <a:pt x="128751" y="33516"/>
                  <a:pt x="135910" y="51259"/>
                  <a:pt x="135910" y="69762"/>
                </a:cubicBezTo>
                <a:cubicBezTo>
                  <a:pt x="135910" y="108290"/>
                  <a:pt x="105485" y="139524"/>
                  <a:pt x="67955" y="139524"/>
                </a:cubicBezTo>
                <a:cubicBezTo>
                  <a:pt x="30423" y="139524"/>
                  <a:pt x="0" y="108290"/>
                  <a:pt x="0" y="697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595959"/>
            </a:solidFill>
            <a:prstDash val="solid"/>
          </a:ln>
        </p:spPr>
      </p:sp>
      <p:sp>
        <p:nvSpPr>
          <p:cNvPr id="71" name="pdf-path-88">
            <a:extLst xmlns:a="http://schemas.openxmlformats.org/drawingml/2006/main">
              <a:ext uri="{FF2B5EF4-FFF2-40B4-BE49-F238E27FC236}">
                <a16:creationId xmlns:a16="http://schemas.microsoft.com/office/drawing/2014/main" id="{63F44E70-4763-4987-A5C3-42E5C9CE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85" y="540814"/>
            <a:ext cx="1729820" cy="238020"/>
          </a:xfrm>
          <a:custGeom xmlns:a="http://schemas.openxmlformats.org/drawingml/2006/main">
            <a:pathLst>
              <a:path w="1729820" h="238020">
                <a:moveTo>
                  <a:pt x="0" y="153013"/>
                </a:moveTo>
                <a:lnTo>
                  <a:pt x="0" y="0"/>
                </a:lnTo>
                <a:lnTo>
                  <a:pt x="1729820" y="0"/>
                </a:lnTo>
                <a:lnTo>
                  <a:pt x="1729820" y="23802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89">
            <a:extLst xmlns:a="http://schemas.openxmlformats.org/drawingml/2006/main">
              <a:ext uri="{FF2B5EF4-FFF2-40B4-BE49-F238E27FC236}">
                <a16:creationId xmlns:a16="http://schemas.microsoft.com/office/drawing/2014/main" id="{8C3E082B-9DEE-4E56-AF23-F81D5A7C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87" y="540814"/>
            <a:ext cx="1729818" cy="153013"/>
          </a:xfrm>
          <a:custGeom xmlns:a="http://schemas.openxmlformats.org/drawingml/2006/main">
            <a:pathLst>
              <a:path w="1729818" h="153013">
                <a:moveTo>
                  <a:pt x="0" y="153013"/>
                </a:moveTo>
                <a:lnTo>
                  <a:pt x="0" y="0"/>
                </a:lnTo>
                <a:lnTo>
                  <a:pt x="1729818" y="0"/>
                </a:lnTo>
                <a:lnTo>
                  <a:pt x="1729818" y="100303"/>
                </a:lnTo>
              </a:path>
            </a:pathLst>
          </a:custGeom>
          <a:noFill xmlns:a="http://schemas.openxmlformats.org/drawingml/2006/main"/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73" name="pdf-path-90">
            <a:extLst xmlns:a="http://schemas.openxmlformats.org/drawingml/2006/main">
              <a:ext uri="{FF2B5EF4-FFF2-40B4-BE49-F238E27FC236}">
                <a16:creationId xmlns:a16="http://schemas.microsoft.com/office/drawing/2014/main" id="{C49E1F04-EA05-46E6-A5A3-C2EE976B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494" y="641117"/>
            <a:ext cx="75822" cy="104162"/>
          </a:xfrm>
          <a:custGeom xmlns:a="http://schemas.openxmlformats.org/drawingml/2006/main">
            <a:pathLst>
              <a:path w="75822" h="104162">
                <a:moveTo>
                  <a:pt x="0" y="0"/>
                </a:moveTo>
                <a:lnTo>
                  <a:pt x="37911" y="104162"/>
                </a:lnTo>
                <a:lnTo>
                  <a:pt x="75822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2953">
            <a:solidFill>
              <a:srgbClr val="595959"/>
            </a:solidFill>
            <a:prstDash val="solid"/>
          </a:ln>
        </p:spPr>
      </p:sp>
      <p:sp>
        <p:nvSpPr>
          <p:cNvPr id="74" name="pdf-path-92">
            <a:extLst xmlns:a="http://schemas.openxmlformats.org/drawingml/2006/main">
              <a:ext uri="{FF2B5EF4-FFF2-40B4-BE49-F238E27FC236}">
                <a16:creationId xmlns:a16="http://schemas.microsoft.com/office/drawing/2014/main" id="{8F75569F-0D75-49F8-BF59-D678C108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287" y="2051777"/>
            <a:ext cx="826317" cy="1136433"/>
          </a:xfrm>
          <a:custGeom xmlns:a="http://schemas.openxmlformats.org/drawingml/2006/main">
            <a:pathLst>
              <a:path w="826317" h="1136433">
                <a:moveTo>
                  <a:pt x="0" y="0"/>
                </a:moveTo>
                <a:lnTo>
                  <a:pt x="826317" y="0"/>
                </a:lnTo>
                <a:lnTo>
                  <a:pt x="826317" y="1136433"/>
                </a:lnTo>
                <a:lnTo>
                  <a:pt x="0" y="113643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D19E30-590E-4699-8DF0-D126BAAA8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dcbdd805b43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3925" y="2057400"/>
            <a:ext cx="1057275" cy="1200150"/>
          </a:xfrm>
          <a:prstGeom xmlns:a="http://schemas.openxmlformats.org/drawingml/2006/main" prst="rect">
            <a:avLst/>
          </a:prstGeom>
        </p:spPr>
      </p:pic>
      <p:sp>
        <p:nvSpPr>
          <p:cNvPr id="76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30D29A89-99F6-4429-9949-EA56B1B4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57400"/>
            <a:ext cx="10572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pdf-path-94">
            <a:extLst xmlns:a="http://schemas.openxmlformats.org/drawingml/2006/main">
              <a:ext uri="{FF2B5EF4-FFF2-40B4-BE49-F238E27FC236}">
                <a16:creationId xmlns:a16="http://schemas.microsoft.com/office/drawing/2014/main" id="{6FE20442-9847-4EBC-8827-E7392825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107" y="2734137"/>
            <a:ext cx="435055" cy="228134"/>
          </a:xfrm>
          <a:custGeom xmlns:a="http://schemas.openxmlformats.org/drawingml/2006/main">
            <a:pathLst>
              <a:path w="435055" h="228134">
                <a:moveTo>
                  <a:pt x="435055" y="0"/>
                </a:moveTo>
                <a:lnTo>
                  <a:pt x="0" y="22813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C00B2BF-7156-4927-A636-924B95D5CF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4633320af48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9891" y="543496"/>
            <a:ext cx="851535" cy="851535"/>
          </a:xfrm>
          <a:prstGeom xmlns:a="http://schemas.openxmlformats.org/drawingml/2006/main" prst="rect">
            <a:avLst/>
          </a:prstGeom>
        </p:spPr>
      </p:pic>
      <p:sp>
        <p:nvSpPr>
          <p:cNvPr id="79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B5E7C1E2-B388-43AC-84A0-7121275A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891" y="543496"/>
            <a:ext cx="851535" cy="851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88E0D865-D41E-4989-ACA1-4607E387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193" y="539721"/>
            <a:ext cx="858774" cy="858775"/>
          </a:xfrm>
          <a:custGeom xmlns:a="http://schemas.openxmlformats.org/drawingml/2006/main">
            <a:pathLst>
              <a:path w="858774" h="858775">
                <a:moveTo>
                  <a:pt x="0" y="0"/>
                </a:moveTo>
                <a:lnTo>
                  <a:pt x="858774" y="0"/>
                </a:lnTo>
                <a:lnTo>
                  <a:pt x="858774" y="858775"/>
                </a:lnTo>
                <a:lnTo>
                  <a:pt x="0" y="8587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51">
            <a:solidFill>
              <a:srgbClr val="595959"/>
            </a:solidFill>
            <a:prstDash val="solid"/>
          </a:ln>
        </p:spPr>
      </p:sp>
      <p:pic>
        <p:nvPic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9D06CA-F0AA-4EAF-A9F8-A34A0D9DF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53c7de3bf48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9891" y="1595914"/>
            <a:ext cx="851535" cy="851535"/>
          </a:xfrm>
          <a:prstGeom xmlns:a="http://schemas.openxmlformats.org/drawingml/2006/main" prst="rect">
            <a:avLst/>
          </a:prstGeom>
        </p:spPr>
      </p:pic>
      <p:sp>
        <p:nvSpPr>
          <p:cNvPr id="82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89257F57-49D9-4EC5-8DD3-92DC69DE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891" y="1595914"/>
            <a:ext cx="851535" cy="851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31FC6B81-0458-418D-99D6-1D76EE5C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194" y="1592128"/>
            <a:ext cx="858775" cy="858759"/>
          </a:xfrm>
          <a:custGeom xmlns:a="http://schemas.openxmlformats.org/drawingml/2006/main">
            <a:pathLst>
              <a:path w="858775" h="858759">
                <a:moveTo>
                  <a:pt x="0" y="0"/>
                </a:moveTo>
                <a:lnTo>
                  <a:pt x="858775" y="0"/>
                </a:lnTo>
                <a:lnTo>
                  <a:pt x="858775" y="858759"/>
                </a:lnTo>
                <a:lnTo>
                  <a:pt x="0" y="8587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51">
            <a:solidFill>
              <a:srgbClr val="595959"/>
            </a:solidFill>
            <a:prstDash val="solid"/>
          </a:ln>
        </p:spPr>
      </p:sp>
      <p:sp>
        <p:nvSpPr>
          <p:cNvPr id="84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F9032EE2-A668-4F98-BA1B-3A147EE3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825" y="2750388"/>
            <a:ext cx="128148" cy="139468"/>
          </a:xfrm>
          <a:custGeom xmlns:a="http://schemas.openxmlformats.org/drawingml/2006/main">
            <a:pathLst>
              <a:path w="128148" h="139468">
                <a:moveTo>
                  <a:pt x="0" y="69734"/>
                </a:moveTo>
                <a:lnTo>
                  <a:pt x="0" y="69734"/>
                </a:lnTo>
                <a:cubicBezTo>
                  <a:pt x="0" y="31221"/>
                  <a:pt x="28687" y="0"/>
                  <a:pt x="64074" y="0"/>
                </a:cubicBezTo>
                <a:cubicBezTo>
                  <a:pt x="81067" y="0"/>
                  <a:pt x="97365" y="7347"/>
                  <a:pt x="109381" y="20424"/>
                </a:cubicBezTo>
                <a:cubicBezTo>
                  <a:pt x="121397" y="33502"/>
                  <a:pt x="128148" y="51239"/>
                  <a:pt x="128148" y="69734"/>
                </a:cubicBezTo>
                <a:cubicBezTo>
                  <a:pt x="128148" y="108247"/>
                  <a:pt x="99461" y="139468"/>
                  <a:pt x="64074" y="139468"/>
                </a:cubicBezTo>
                <a:cubicBezTo>
                  <a:pt x="28687" y="139468"/>
                  <a:pt x="0" y="108247"/>
                  <a:pt x="0" y="69734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38030A6E-DC8A-4D44-85C3-E04B3E5A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826" y="2750388"/>
            <a:ext cx="128148" cy="139468"/>
          </a:xfrm>
          <a:custGeom xmlns:a="http://schemas.openxmlformats.org/drawingml/2006/main">
            <a:pathLst>
              <a:path w="128148" h="139468">
                <a:moveTo>
                  <a:pt x="0" y="69734"/>
                </a:moveTo>
                <a:lnTo>
                  <a:pt x="0" y="69734"/>
                </a:lnTo>
                <a:cubicBezTo>
                  <a:pt x="0" y="31220"/>
                  <a:pt x="28687" y="0"/>
                  <a:pt x="64074" y="0"/>
                </a:cubicBezTo>
                <a:cubicBezTo>
                  <a:pt x="81067" y="0"/>
                  <a:pt x="97365" y="7346"/>
                  <a:pt x="109381" y="20424"/>
                </a:cubicBezTo>
                <a:cubicBezTo>
                  <a:pt x="121397" y="33502"/>
                  <a:pt x="128148" y="51239"/>
                  <a:pt x="128148" y="69734"/>
                </a:cubicBezTo>
                <a:cubicBezTo>
                  <a:pt x="128148" y="108246"/>
                  <a:pt x="99461" y="139468"/>
                  <a:pt x="64074" y="139468"/>
                </a:cubicBezTo>
                <a:cubicBezTo>
                  <a:pt x="28687" y="139468"/>
                  <a:pt x="0" y="108246"/>
                  <a:pt x="0" y="697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86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AC88C886-FAE4-45FB-AA0B-6E1C12A2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526" y="2784888"/>
            <a:ext cx="64721" cy="70438"/>
          </a:xfrm>
          <a:custGeom xmlns:a="http://schemas.openxmlformats.org/drawingml/2006/main">
            <a:pathLst>
              <a:path w="64721" h="70438">
                <a:moveTo>
                  <a:pt x="0" y="35219"/>
                </a:moveTo>
                <a:lnTo>
                  <a:pt x="0" y="35219"/>
                </a:lnTo>
                <a:cubicBezTo>
                  <a:pt x="0" y="15768"/>
                  <a:pt x="14488" y="0"/>
                  <a:pt x="32361" y="0"/>
                </a:cubicBezTo>
                <a:cubicBezTo>
                  <a:pt x="40943" y="0"/>
                  <a:pt x="49174" y="3711"/>
                  <a:pt x="55243" y="10316"/>
                </a:cubicBezTo>
                <a:cubicBezTo>
                  <a:pt x="61312" y="16921"/>
                  <a:pt x="64721" y="25879"/>
                  <a:pt x="64721" y="35219"/>
                </a:cubicBezTo>
                <a:cubicBezTo>
                  <a:pt x="64721" y="54670"/>
                  <a:pt x="50232" y="70438"/>
                  <a:pt x="32361" y="70438"/>
                </a:cubicBezTo>
                <a:cubicBezTo>
                  <a:pt x="14488" y="70438"/>
                  <a:pt x="0" y="54670"/>
                  <a:pt x="0" y="35219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EFE1B8BF-F177-4460-B1BD-1FAB612B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525" y="2784888"/>
            <a:ext cx="64721" cy="70439"/>
          </a:xfrm>
          <a:custGeom xmlns:a="http://schemas.openxmlformats.org/drawingml/2006/main">
            <a:pathLst>
              <a:path w="64721" h="70439">
                <a:moveTo>
                  <a:pt x="0" y="35218"/>
                </a:moveTo>
                <a:lnTo>
                  <a:pt x="0" y="35218"/>
                </a:lnTo>
                <a:cubicBezTo>
                  <a:pt x="0" y="15768"/>
                  <a:pt x="14489" y="0"/>
                  <a:pt x="32361" y="0"/>
                </a:cubicBezTo>
                <a:cubicBezTo>
                  <a:pt x="40943" y="0"/>
                  <a:pt x="49174" y="3711"/>
                  <a:pt x="55243" y="10316"/>
                </a:cubicBezTo>
                <a:cubicBezTo>
                  <a:pt x="61311" y="16920"/>
                  <a:pt x="64721" y="25879"/>
                  <a:pt x="64721" y="35218"/>
                </a:cubicBezTo>
                <a:cubicBezTo>
                  <a:pt x="64721" y="54671"/>
                  <a:pt x="50233" y="70439"/>
                  <a:pt x="32361" y="70439"/>
                </a:cubicBezTo>
                <a:cubicBezTo>
                  <a:pt x="14489" y="70439"/>
                  <a:pt x="0" y="54671"/>
                  <a:pt x="0" y="3521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88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1311068E-D4EA-43C3-8D00-C23DDE03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009" y="3087324"/>
            <a:ext cx="326029" cy="90588"/>
          </a:xfrm>
          <a:custGeom xmlns:a="http://schemas.openxmlformats.org/drawingml/2006/main">
            <a:pathLst>
              <a:path w="326029" h="90588">
                <a:moveTo>
                  <a:pt x="0" y="80769"/>
                </a:moveTo>
                <a:lnTo>
                  <a:pt x="0" y="80769"/>
                </a:lnTo>
                <a:cubicBezTo>
                  <a:pt x="23383" y="31359"/>
                  <a:pt x="87236" y="0"/>
                  <a:pt x="159998" y="2191"/>
                </a:cubicBezTo>
                <a:cubicBezTo>
                  <a:pt x="232760" y="4382"/>
                  <a:pt x="299020" y="39660"/>
                  <a:pt x="326029" y="90588"/>
                </a:cubicBezTo>
                <a:lnTo>
                  <a:pt x="0" y="8076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B9AC155A-6640-474B-B26B-9D00BD39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009" y="3087323"/>
            <a:ext cx="326029" cy="90588"/>
          </a:xfrm>
          <a:custGeom xmlns:a="http://schemas.openxmlformats.org/drawingml/2006/main">
            <a:pathLst>
              <a:path w="326029" h="90588">
                <a:moveTo>
                  <a:pt x="0" y="80769"/>
                </a:moveTo>
                <a:lnTo>
                  <a:pt x="0" y="80769"/>
                </a:lnTo>
                <a:cubicBezTo>
                  <a:pt x="23383" y="31359"/>
                  <a:pt x="87236" y="0"/>
                  <a:pt x="159998" y="2191"/>
                </a:cubicBezTo>
                <a:cubicBezTo>
                  <a:pt x="232759" y="4384"/>
                  <a:pt x="299019" y="39660"/>
                  <a:pt x="326029" y="90588"/>
                </a:cubicBezTo>
                <a:lnTo>
                  <a:pt x="0" y="80769"/>
                </a:ln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90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2B2D5BED-606D-4B61-A27D-1CF33B04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99" y="2888393"/>
            <a:ext cx="30668" cy="223018"/>
          </a:xfrm>
          <a:custGeom xmlns:a="http://schemas.openxmlformats.org/drawingml/2006/main">
            <a:pathLst>
              <a:path w="30668" h="223018">
                <a:moveTo>
                  <a:pt x="0" y="0"/>
                </a:moveTo>
                <a:lnTo>
                  <a:pt x="30668" y="223018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5C0DA7A8-F44C-435A-937D-92E1E3F9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99" y="2888393"/>
            <a:ext cx="30668" cy="223018"/>
          </a:xfrm>
          <a:custGeom xmlns:a="http://schemas.openxmlformats.org/drawingml/2006/main">
            <a:pathLst>
              <a:path w="30668" h="223018">
                <a:moveTo>
                  <a:pt x="0" y="0"/>
                </a:moveTo>
                <a:lnTo>
                  <a:pt x="30668" y="223018"/>
                </a:ln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92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E5986E23-BA16-45E8-9A2C-070A33D9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163" y="2869076"/>
            <a:ext cx="120978" cy="228112"/>
          </a:xfrm>
          <a:custGeom xmlns:a="http://schemas.openxmlformats.org/drawingml/2006/main">
            <a:pathLst>
              <a:path w="120978" h="228112">
                <a:moveTo>
                  <a:pt x="0" y="0"/>
                </a:moveTo>
                <a:lnTo>
                  <a:pt x="120978" y="228112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55A116CB-E281-4AC0-8DC6-DBA2F0B8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163" y="2869076"/>
            <a:ext cx="120979" cy="228111"/>
          </a:xfrm>
          <a:custGeom xmlns:a="http://schemas.openxmlformats.org/drawingml/2006/main">
            <a:pathLst>
              <a:path w="120979" h="228111">
                <a:moveTo>
                  <a:pt x="0" y="0"/>
                </a:moveTo>
                <a:lnTo>
                  <a:pt x="120979" y="228111"/>
                </a:ln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94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2DA920F2-4CD5-4F14-9995-C820E91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363" y="2553523"/>
            <a:ext cx="83440" cy="90811"/>
          </a:xfrm>
          <a:custGeom xmlns:a="http://schemas.openxmlformats.org/drawingml/2006/main">
            <a:pathLst>
              <a:path w="83440" h="90811">
                <a:moveTo>
                  <a:pt x="0" y="45405"/>
                </a:moveTo>
                <a:lnTo>
                  <a:pt x="0" y="45405"/>
                </a:lnTo>
                <a:cubicBezTo>
                  <a:pt x="0" y="20328"/>
                  <a:pt x="18679" y="0"/>
                  <a:pt x="41720" y="0"/>
                </a:cubicBezTo>
                <a:cubicBezTo>
                  <a:pt x="52785" y="0"/>
                  <a:pt x="63397" y="4784"/>
                  <a:pt x="71220" y="13299"/>
                </a:cubicBezTo>
                <a:cubicBezTo>
                  <a:pt x="79044" y="21814"/>
                  <a:pt x="83440" y="33363"/>
                  <a:pt x="83440" y="45405"/>
                </a:cubicBezTo>
                <a:cubicBezTo>
                  <a:pt x="83440" y="70483"/>
                  <a:pt x="64762" y="90811"/>
                  <a:pt x="41720" y="90811"/>
                </a:cubicBezTo>
                <a:cubicBezTo>
                  <a:pt x="18679" y="90811"/>
                  <a:pt x="0" y="70483"/>
                  <a:pt x="0" y="45405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18DDFC9D-CE99-42FC-A80E-A7FD23E4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363" y="2553522"/>
            <a:ext cx="83440" cy="90812"/>
          </a:xfrm>
          <a:custGeom xmlns:a="http://schemas.openxmlformats.org/drawingml/2006/main">
            <a:pathLst>
              <a:path w="83440" h="90812">
                <a:moveTo>
                  <a:pt x="0" y="45405"/>
                </a:moveTo>
                <a:lnTo>
                  <a:pt x="0" y="45405"/>
                </a:lnTo>
                <a:cubicBezTo>
                  <a:pt x="0" y="20330"/>
                  <a:pt x="18679" y="0"/>
                  <a:pt x="41720" y="0"/>
                </a:cubicBezTo>
                <a:cubicBezTo>
                  <a:pt x="52785" y="0"/>
                  <a:pt x="63396" y="4783"/>
                  <a:pt x="71220" y="13299"/>
                </a:cubicBezTo>
                <a:cubicBezTo>
                  <a:pt x="79045" y="21814"/>
                  <a:pt x="83440" y="33363"/>
                  <a:pt x="83440" y="45405"/>
                </a:cubicBezTo>
                <a:cubicBezTo>
                  <a:pt x="83440" y="70483"/>
                  <a:pt x="64762" y="90812"/>
                  <a:pt x="41720" y="90812"/>
                </a:cubicBezTo>
                <a:cubicBezTo>
                  <a:pt x="18679" y="90812"/>
                  <a:pt x="0" y="70483"/>
                  <a:pt x="0" y="454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96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DE74AFD5-C0C9-4B75-99B1-79C43E44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426" y="2593212"/>
            <a:ext cx="221148" cy="156156"/>
          </a:xfrm>
          <a:custGeom xmlns:a="http://schemas.openxmlformats.org/drawingml/2006/main">
            <a:pathLst>
              <a:path w="221148" h="156156">
                <a:moveTo>
                  <a:pt x="0" y="156156"/>
                </a:moveTo>
                <a:lnTo>
                  <a:pt x="22114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04236CBA-8B15-4527-A38E-661F420F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426" y="2593213"/>
            <a:ext cx="221148" cy="156155"/>
          </a:xfrm>
          <a:custGeom xmlns:a="http://schemas.openxmlformats.org/drawingml/2006/main">
            <a:pathLst>
              <a:path w="221148" h="156155">
                <a:moveTo>
                  <a:pt x="0" y="156155"/>
                </a:moveTo>
                <a:lnTo>
                  <a:pt x="2211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98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A565E504-D3BD-4DF9-9331-2BCB77A4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201" y="2642799"/>
            <a:ext cx="178132" cy="180322"/>
          </a:xfrm>
          <a:custGeom xmlns:a="http://schemas.openxmlformats.org/drawingml/2006/main">
            <a:pathLst>
              <a:path w="178132" h="180322">
                <a:moveTo>
                  <a:pt x="0" y="180322"/>
                </a:moveTo>
                <a:lnTo>
                  <a:pt x="17813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EE3B321E-F6F5-4278-9F12-6467E9AD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201" y="2642799"/>
            <a:ext cx="178132" cy="180321"/>
          </a:xfrm>
          <a:custGeom xmlns:a="http://schemas.openxmlformats.org/drawingml/2006/main">
            <a:pathLst>
              <a:path w="178132" h="180321">
                <a:moveTo>
                  <a:pt x="0" y="180321"/>
                </a:moveTo>
                <a:lnTo>
                  <a:pt x="1781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100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32F6A746-50BF-4794-B139-5E0C65BA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280" y="2610929"/>
            <a:ext cx="83939" cy="52666"/>
          </a:xfrm>
          <a:custGeom xmlns:a="http://schemas.openxmlformats.org/drawingml/2006/main">
            <a:pathLst>
              <a:path w="83939" h="52666">
                <a:moveTo>
                  <a:pt x="0" y="0"/>
                </a:moveTo>
                <a:lnTo>
                  <a:pt x="83939" y="5266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F1C0A853-DC7F-4B19-8F1E-C9BC33C8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280" y="2610930"/>
            <a:ext cx="83939" cy="52665"/>
          </a:xfrm>
          <a:custGeom xmlns:a="http://schemas.openxmlformats.org/drawingml/2006/main">
            <a:pathLst>
              <a:path w="83939" h="52665">
                <a:moveTo>
                  <a:pt x="0" y="0"/>
                </a:moveTo>
                <a:lnTo>
                  <a:pt x="83939" y="52665"/>
                </a:ln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102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712C8DB6-F50D-4DB7-A211-4AAB8F6B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118" y="2618579"/>
            <a:ext cx="49786" cy="93954"/>
          </a:xfrm>
          <a:custGeom xmlns:a="http://schemas.openxmlformats.org/drawingml/2006/main">
            <a:pathLst>
              <a:path w="49786" h="93954">
                <a:moveTo>
                  <a:pt x="49786" y="0"/>
                </a:moveTo>
                <a:lnTo>
                  <a:pt x="0" y="9395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B73FBA69-D02B-4D0C-B088-919618F4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119" y="2618579"/>
            <a:ext cx="49786" cy="93952"/>
          </a:xfrm>
          <a:custGeom xmlns:a="http://schemas.openxmlformats.org/drawingml/2006/main">
            <a:pathLst>
              <a:path w="49786" h="93952">
                <a:moveTo>
                  <a:pt x="49786" y="0"/>
                </a:moveTo>
                <a:lnTo>
                  <a:pt x="0" y="93952"/>
                </a:ln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104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8E1E33E4-5258-41F5-912F-94AD1B0F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505" y="2707258"/>
            <a:ext cx="58547" cy="36845"/>
          </a:xfrm>
          <a:custGeom xmlns:a="http://schemas.openxmlformats.org/drawingml/2006/main">
            <a:pathLst>
              <a:path w="58547" h="36845">
                <a:moveTo>
                  <a:pt x="0" y="0"/>
                </a:moveTo>
                <a:lnTo>
                  <a:pt x="58547" y="3684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CAB999F4-5903-4E68-BB38-A38C601B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505" y="2707258"/>
            <a:ext cx="58548" cy="36845"/>
          </a:xfrm>
          <a:custGeom xmlns:a="http://schemas.openxmlformats.org/drawingml/2006/main">
            <a:pathLst>
              <a:path w="58548" h="36845">
                <a:moveTo>
                  <a:pt x="0" y="0"/>
                </a:moveTo>
                <a:lnTo>
                  <a:pt x="58548" y="36845"/>
                </a:ln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106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CEFBBAF3-5FF4-4FB0-910B-429E1E94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872" y="2622100"/>
            <a:ext cx="58547" cy="36845"/>
          </a:xfrm>
          <a:custGeom xmlns:a="http://schemas.openxmlformats.org/drawingml/2006/main">
            <a:pathLst>
              <a:path w="58547" h="36845">
                <a:moveTo>
                  <a:pt x="0" y="0"/>
                </a:moveTo>
                <a:lnTo>
                  <a:pt x="58547" y="3684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3FBE07CB-B412-4213-9529-1864D085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870" y="2622099"/>
            <a:ext cx="58549" cy="36845"/>
          </a:xfrm>
          <a:custGeom xmlns:a="http://schemas.openxmlformats.org/drawingml/2006/main">
            <a:pathLst>
              <a:path w="58549" h="36845">
                <a:moveTo>
                  <a:pt x="0" y="0"/>
                </a:moveTo>
                <a:lnTo>
                  <a:pt x="58549" y="36845"/>
                </a:lnTo>
              </a:path>
            </a:pathLst>
          </a:custGeom>
          <a:noFill xmlns:a="http://schemas.openxmlformats.org/drawingml/2006/main"/>
          <a:ln xmlns:a="http://schemas.openxmlformats.org/drawingml/2006/main" w="15302">
            <a:solidFill>
              <a:srgbClr val="000000"/>
            </a:solidFill>
            <a:prstDash val="solid"/>
          </a:ln>
        </p:spPr>
      </p:sp>
      <p:sp>
        <p:nvSpPr>
          <p:cNvPr id="108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D3326D3E-EB4C-465C-B898-97A75750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731" y="812037"/>
            <a:ext cx="312761" cy="264892"/>
          </a:xfrm>
          <a:custGeom xmlns:a="http://schemas.openxmlformats.org/drawingml/2006/main">
            <a:pathLst>
              <a:path w="312761" h="264892">
                <a:moveTo>
                  <a:pt x="0" y="44150"/>
                </a:moveTo>
                <a:cubicBezTo>
                  <a:pt x="0" y="19767"/>
                  <a:pt x="19759" y="0"/>
                  <a:pt x="44141" y="0"/>
                </a:cubicBezTo>
                <a:lnTo>
                  <a:pt x="268609" y="0"/>
                </a:lnTo>
                <a:cubicBezTo>
                  <a:pt x="292991" y="0"/>
                  <a:pt x="312761" y="19767"/>
                  <a:pt x="312761" y="44150"/>
                </a:cubicBezTo>
                <a:lnTo>
                  <a:pt x="312761" y="220743"/>
                </a:lnTo>
                <a:cubicBezTo>
                  <a:pt x="312761" y="245126"/>
                  <a:pt x="292991" y="264892"/>
                  <a:pt x="268609" y="264892"/>
                </a:cubicBezTo>
                <a:lnTo>
                  <a:pt x="44141" y="264892"/>
                </a:lnTo>
                <a:cubicBezTo>
                  <a:pt x="19759" y="264892"/>
                  <a:pt x="0" y="245126"/>
                  <a:pt x="0" y="220743"/>
                </a:cubicBezTo>
                <a:lnTo>
                  <a:pt x="0" y="44150"/>
                </a:lnTo>
              </a:path>
            </a:pathLst>
          </a:custGeom>
          <a:solidFill xmlns:a="http://schemas.openxmlformats.org/drawingml/2006/main">
            <a:srgbClr val="D0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6977A273-4507-4870-8631-5FCF4665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555" y="1348279"/>
            <a:ext cx="117491" cy="125562"/>
          </a:xfrm>
          <a:custGeom xmlns:a="http://schemas.openxmlformats.org/drawingml/2006/main">
            <a:pathLst>
              <a:path w="117491" h="125562">
                <a:moveTo>
                  <a:pt x="24939" y="99461"/>
                </a:moveTo>
                <a:cubicBezTo>
                  <a:pt x="39902" y="83407"/>
                  <a:pt x="47936" y="76485"/>
                  <a:pt x="57915" y="67906"/>
                </a:cubicBezTo>
                <a:cubicBezTo>
                  <a:pt x="57915" y="67627"/>
                  <a:pt x="75094" y="52955"/>
                  <a:pt x="85068" y="42989"/>
                </a:cubicBezTo>
                <a:cubicBezTo>
                  <a:pt x="111393" y="17184"/>
                  <a:pt x="117491" y="3881"/>
                  <a:pt x="117491" y="2774"/>
                </a:cubicBezTo>
                <a:cubicBezTo>
                  <a:pt x="117491" y="0"/>
                  <a:pt x="114996" y="0"/>
                  <a:pt x="114442" y="0"/>
                </a:cubicBezTo>
                <a:cubicBezTo>
                  <a:pt x="112501" y="0"/>
                  <a:pt x="111673" y="558"/>
                  <a:pt x="110286" y="3049"/>
                </a:cubicBezTo>
                <a:cubicBezTo>
                  <a:pt x="101973" y="16351"/>
                  <a:pt x="96155" y="20837"/>
                  <a:pt x="89504" y="20837"/>
                </a:cubicBezTo>
                <a:cubicBezTo>
                  <a:pt x="82853" y="20837"/>
                  <a:pt x="79525" y="16630"/>
                  <a:pt x="75369" y="11919"/>
                </a:cubicBezTo>
                <a:cubicBezTo>
                  <a:pt x="70105" y="5543"/>
                  <a:pt x="65394" y="0"/>
                  <a:pt x="56249" y="0"/>
                </a:cubicBezTo>
                <a:cubicBezTo>
                  <a:pt x="35467" y="0"/>
                  <a:pt x="22723" y="25826"/>
                  <a:pt x="22723" y="31640"/>
                </a:cubicBezTo>
                <a:cubicBezTo>
                  <a:pt x="22723" y="33027"/>
                  <a:pt x="23552" y="34685"/>
                  <a:pt x="26046" y="34685"/>
                </a:cubicBezTo>
                <a:cubicBezTo>
                  <a:pt x="28541" y="34685"/>
                  <a:pt x="29095" y="33302"/>
                  <a:pt x="29648" y="31640"/>
                </a:cubicBezTo>
                <a:cubicBezTo>
                  <a:pt x="34913" y="18854"/>
                  <a:pt x="50985" y="18566"/>
                  <a:pt x="53200" y="18566"/>
                </a:cubicBezTo>
                <a:cubicBezTo>
                  <a:pt x="59022" y="18566"/>
                  <a:pt x="64287" y="20554"/>
                  <a:pt x="70659" y="22778"/>
                </a:cubicBezTo>
                <a:cubicBezTo>
                  <a:pt x="81745" y="26934"/>
                  <a:pt x="84794" y="26934"/>
                  <a:pt x="91998" y="26934"/>
                </a:cubicBezTo>
                <a:cubicBezTo>
                  <a:pt x="82020" y="38837"/>
                  <a:pt x="58743" y="58769"/>
                  <a:pt x="53479" y="63200"/>
                </a:cubicBezTo>
                <a:lnTo>
                  <a:pt x="28541" y="86451"/>
                </a:lnTo>
                <a:cubicBezTo>
                  <a:pt x="9695" y="105013"/>
                  <a:pt x="0" y="120852"/>
                  <a:pt x="0" y="122793"/>
                </a:cubicBezTo>
                <a:cubicBezTo>
                  <a:pt x="0" y="125562"/>
                  <a:pt x="2770" y="125562"/>
                  <a:pt x="3323" y="125562"/>
                </a:cubicBezTo>
                <a:cubicBezTo>
                  <a:pt x="5539" y="125562"/>
                  <a:pt x="6093" y="125008"/>
                  <a:pt x="7759" y="121964"/>
                </a:cubicBezTo>
                <a:cubicBezTo>
                  <a:pt x="14131" y="112264"/>
                  <a:pt x="22444" y="104725"/>
                  <a:pt x="31311" y="104725"/>
                </a:cubicBezTo>
                <a:cubicBezTo>
                  <a:pt x="37683" y="104725"/>
                  <a:pt x="40456" y="107275"/>
                  <a:pt x="47382" y="115313"/>
                </a:cubicBezTo>
                <a:cubicBezTo>
                  <a:pt x="52092" y="121131"/>
                  <a:pt x="57082" y="125562"/>
                  <a:pt x="65120" y="125562"/>
                </a:cubicBezTo>
                <a:cubicBezTo>
                  <a:pt x="92553" y="125562"/>
                  <a:pt x="108624" y="90328"/>
                  <a:pt x="108624" y="82853"/>
                </a:cubicBezTo>
                <a:cubicBezTo>
                  <a:pt x="108624" y="81470"/>
                  <a:pt x="107516" y="80083"/>
                  <a:pt x="105297" y="80083"/>
                </a:cubicBezTo>
                <a:cubicBezTo>
                  <a:pt x="102802" y="80083"/>
                  <a:pt x="102248" y="81745"/>
                  <a:pt x="101419" y="83681"/>
                </a:cubicBezTo>
                <a:cubicBezTo>
                  <a:pt x="95043" y="101681"/>
                  <a:pt x="77310" y="107000"/>
                  <a:pt x="68164" y="107000"/>
                </a:cubicBezTo>
                <a:cubicBezTo>
                  <a:pt x="62625" y="107000"/>
                  <a:pt x="57636" y="105296"/>
                  <a:pt x="51817" y="103343"/>
                </a:cubicBezTo>
                <a:cubicBezTo>
                  <a:pt x="42397" y="99740"/>
                  <a:pt x="38241" y="98632"/>
                  <a:pt x="32418" y="98632"/>
                </a:cubicBezTo>
                <a:cubicBezTo>
                  <a:pt x="31864" y="98632"/>
                  <a:pt x="27433" y="98632"/>
                  <a:pt x="24939" y="994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45FDF8CD-DD82-4920-9E98-4C781DDF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914" y="1369116"/>
            <a:ext cx="184830" cy="64946"/>
          </a:xfrm>
          <a:custGeom xmlns:a="http://schemas.openxmlformats.org/drawingml/2006/main">
            <a:pathLst>
              <a:path w="184830" h="64946">
                <a:moveTo>
                  <a:pt x="184830" y="9146"/>
                </a:moveTo>
                <a:cubicBezTo>
                  <a:pt x="184830" y="3048"/>
                  <a:pt x="183164" y="279"/>
                  <a:pt x="180949" y="279"/>
                </a:cubicBezTo>
                <a:cubicBezTo>
                  <a:pt x="179562" y="279"/>
                  <a:pt x="177346" y="2220"/>
                  <a:pt x="177071" y="7484"/>
                </a:cubicBezTo>
                <a:cubicBezTo>
                  <a:pt x="175959" y="34143"/>
                  <a:pt x="157672" y="49428"/>
                  <a:pt x="138277" y="49428"/>
                </a:cubicBezTo>
                <a:cubicBezTo>
                  <a:pt x="120818" y="49428"/>
                  <a:pt x="107516" y="37479"/>
                  <a:pt x="93940" y="25526"/>
                </a:cubicBezTo>
                <a:cubicBezTo>
                  <a:pt x="79804" y="12748"/>
                  <a:pt x="65399" y="0"/>
                  <a:pt x="46553" y="0"/>
                </a:cubicBezTo>
                <a:cubicBezTo>
                  <a:pt x="16351" y="0"/>
                  <a:pt x="0" y="30528"/>
                  <a:pt x="0" y="55804"/>
                </a:cubicBezTo>
                <a:cubicBezTo>
                  <a:pt x="0" y="64671"/>
                  <a:pt x="3603" y="64671"/>
                  <a:pt x="3878" y="64671"/>
                </a:cubicBezTo>
                <a:cubicBezTo>
                  <a:pt x="6926" y="64671"/>
                  <a:pt x="7759" y="59128"/>
                  <a:pt x="7759" y="58299"/>
                </a:cubicBezTo>
                <a:cubicBezTo>
                  <a:pt x="8867" y="27750"/>
                  <a:pt x="29649" y="15522"/>
                  <a:pt x="46553" y="15522"/>
                </a:cubicBezTo>
                <a:cubicBezTo>
                  <a:pt x="64012" y="15522"/>
                  <a:pt x="77314" y="27471"/>
                  <a:pt x="90891" y="39424"/>
                </a:cubicBezTo>
                <a:cubicBezTo>
                  <a:pt x="105022" y="52202"/>
                  <a:pt x="119432" y="64946"/>
                  <a:pt x="138277" y="64946"/>
                </a:cubicBezTo>
                <a:cubicBezTo>
                  <a:pt x="168479" y="64946"/>
                  <a:pt x="184830" y="34422"/>
                  <a:pt x="184830" y="91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98D6902A-7173-4612-8FA9-CA38F9AF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204" y="1256217"/>
            <a:ext cx="279044" cy="228508"/>
          </a:xfrm>
          <a:custGeom xmlns:a="http://schemas.openxmlformats.org/drawingml/2006/main">
            <a:pathLst>
              <a:path w="279044" h="228508">
                <a:moveTo>
                  <a:pt x="92832" y="55682"/>
                </a:moveTo>
                <a:cubicBezTo>
                  <a:pt x="97817" y="70079"/>
                  <a:pt x="103914" y="90853"/>
                  <a:pt x="116383" y="124916"/>
                </a:cubicBezTo>
                <a:cubicBezTo>
                  <a:pt x="133842" y="171997"/>
                  <a:pt x="141601" y="189168"/>
                  <a:pt x="158505" y="215485"/>
                </a:cubicBezTo>
                <a:cubicBezTo>
                  <a:pt x="162382" y="221303"/>
                  <a:pt x="162661" y="221578"/>
                  <a:pt x="165152" y="221578"/>
                </a:cubicBezTo>
                <a:cubicBezTo>
                  <a:pt x="169033" y="221578"/>
                  <a:pt x="174851" y="218254"/>
                  <a:pt x="177900" y="216039"/>
                </a:cubicBezTo>
                <a:cubicBezTo>
                  <a:pt x="181781" y="212436"/>
                  <a:pt x="182056" y="212157"/>
                  <a:pt x="185105" y="198584"/>
                </a:cubicBezTo>
                <a:cubicBezTo>
                  <a:pt x="201730" y="125748"/>
                  <a:pt x="222791" y="49864"/>
                  <a:pt x="228334" y="37124"/>
                </a:cubicBezTo>
                <a:cubicBezTo>
                  <a:pt x="228610" y="36570"/>
                  <a:pt x="234153" y="26046"/>
                  <a:pt x="268237" y="25492"/>
                </a:cubicBezTo>
                <a:cubicBezTo>
                  <a:pt x="273780" y="25217"/>
                  <a:pt x="279044" y="10532"/>
                  <a:pt x="279044" y="4435"/>
                </a:cubicBezTo>
                <a:cubicBezTo>
                  <a:pt x="279044" y="0"/>
                  <a:pt x="277382" y="0"/>
                  <a:pt x="273501" y="0"/>
                </a:cubicBezTo>
                <a:cubicBezTo>
                  <a:pt x="245793" y="0"/>
                  <a:pt x="233320" y="11640"/>
                  <a:pt x="229997" y="15243"/>
                </a:cubicBezTo>
                <a:cubicBezTo>
                  <a:pt x="222238" y="25217"/>
                  <a:pt x="215587" y="45433"/>
                  <a:pt x="202838" y="91681"/>
                </a:cubicBezTo>
                <a:cubicBezTo>
                  <a:pt x="193143" y="127131"/>
                  <a:pt x="184272" y="163135"/>
                  <a:pt x="175684" y="198859"/>
                </a:cubicBezTo>
                <a:cubicBezTo>
                  <a:pt x="160441" y="175875"/>
                  <a:pt x="151854" y="153993"/>
                  <a:pt x="138552" y="118269"/>
                </a:cubicBezTo>
                <a:cubicBezTo>
                  <a:pt x="123867" y="78942"/>
                  <a:pt x="114996" y="50143"/>
                  <a:pt x="107516" y="25217"/>
                </a:cubicBezTo>
                <a:cubicBezTo>
                  <a:pt x="105855" y="19674"/>
                  <a:pt x="105576" y="19399"/>
                  <a:pt x="103081" y="19399"/>
                </a:cubicBezTo>
                <a:cubicBezTo>
                  <a:pt x="102527" y="19399"/>
                  <a:pt x="96988" y="19399"/>
                  <a:pt x="88950" y="26046"/>
                </a:cubicBezTo>
                <a:cubicBezTo>
                  <a:pt x="86181" y="28541"/>
                  <a:pt x="85902" y="31031"/>
                  <a:pt x="85626" y="34080"/>
                </a:cubicBezTo>
                <a:cubicBezTo>
                  <a:pt x="77868" y="107744"/>
                  <a:pt x="51817" y="180580"/>
                  <a:pt x="44338" y="193874"/>
                </a:cubicBezTo>
                <a:cubicBezTo>
                  <a:pt x="42118" y="198030"/>
                  <a:pt x="38794" y="203012"/>
                  <a:pt x="33251" y="203012"/>
                </a:cubicBezTo>
                <a:cubicBezTo>
                  <a:pt x="30482" y="203012"/>
                  <a:pt x="19674" y="201629"/>
                  <a:pt x="12469" y="194982"/>
                </a:cubicBezTo>
                <a:cubicBezTo>
                  <a:pt x="11082" y="193874"/>
                  <a:pt x="10529" y="193874"/>
                  <a:pt x="10253" y="193874"/>
                </a:cubicBezTo>
                <a:cubicBezTo>
                  <a:pt x="5818" y="193874"/>
                  <a:pt x="0" y="207726"/>
                  <a:pt x="0" y="214373"/>
                </a:cubicBezTo>
                <a:cubicBezTo>
                  <a:pt x="0" y="222965"/>
                  <a:pt x="16904" y="228508"/>
                  <a:pt x="24663" y="228508"/>
                </a:cubicBezTo>
                <a:cubicBezTo>
                  <a:pt x="42397" y="228508"/>
                  <a:pt x="56528" y="189443"/>
                  <a:pt x="60963" y="176703"/>
                </a:cubicBezTo>
                <a:cubicBezTo>
                  <a:pt x="78975" y="126577"/>
                  <a:pt x="87563" y="85314"/>
                  <a:pt x="92832" y="556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F76B4EFC-61B2-4024-BCE9-63D98C58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791" y="1263037"/>
            <a:ext cx="64286" cy="277103"/>
          </a:xfrm>
          <a:custGeom xmlns:a="http://schemas.openxmlformats.org/drawingml/2006/main">
            <a:pathLst>
              <a:path w="64286" h="277103">
                <a:moveTo>
                  <a:pt x="64286" y="274334"/>
                </a:moveTo>
                <a:cubicBezTo>
                  <a:pt x="64286" y="273505"/>
                  <a:pt x="64286" y="272947"/>
                  <a:pt x="59576" y="268237"/>
                </a:cubicBezTo>
                <a:cubicBezTo>
                  <a:pt x="24938" y="233324"/>
                  <a:pt x="16072" y="180948"/>
                  <a:pt x="16072" y="138552"/>
                </a:cubicBezTo>
                <a:cubicBezTo>
                  <a:pt x="16072" y="90337"/>
                  <a:pt x="26600" y="42122"/>
                  <a:pt x="60684" y="7484"/>
                </a:cubicBezTo>
                <a:cubicBezTo>
                  <a:pt x="64286" y="4161"/>
                  <a:pt x="64286" y="3602"/>
                  <a:pt x="64286" y="2774"/>
                </a:cubicBezTo>
                <a:cubicBezTo>
                  <a:pt x="64286" y="833"/>
                  <a:pt x="63178" y="0"/>
                  <a:pt x="61517" y="0"/>
                </a:cubicBezTo>
                <a:cubicBezTo>
                  <a:pt x="58743" y="0"/>
                  <a:pt x="33805" y="18845"/>
                  <a:pt x="17454" y="54037"/>
                </a:cubicBezTo>
                <a:cubicBezTo>
                  <a:pt x="3323" y="84519"/>
                  <a:pt x="0" y="115275"/>
                  <a:pt x="0" y="138552"/>
                </a:cubicBezTo>
                <a:cubicBezTo>
                  <a:pt x="0" y="160166"/>
                  <a:pt x="3044" y="193697"/>
                  <a:pt x="18287" y="225011"/>
                </a:cubicBezTo>
                <a:cubicBezTo>
                  <a:pt x="34913" y="259095"/>
                  <a:pt x="58743" y="277103"/>
                  <a:pt x="61517" y="277103"/>
                </a:cubicBezTo>
                <a:cubicBezTo>
                  <a:pt x="63178" y="277103"/>
                  <a:pt x="64286" y="276274"/>
                  <a:pt x="64286" y="2743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BF86A3EB-75E3-49C4-AF2D-DF38852D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927" y="1286309"/>
            <a:ext cx="116662" cy="190779"/>
          </a:xfrm>
          <a:custGeom xmlns:a="http://schemas.openxmlformats.org/drawingml/2006/main">
            <a:pathLst>
              <a:path w="116662" h="190779">
                <a:moveTo>
                  <a:pt x="116662" y="95948"/>
                </a:moveTo>
                <a:cubicBezTo>
                  <a:pt x="116662" y="73762"/>
                  <a:pt x="115275" y="51576"/>
                  <a:pt x="105580" y="31057"/>
                </a:cubicBezTo>
                <a:cubicBezTo>
                  <a:pt x="92831" y="4435"/>
                  <a:pt x="70109" y="0"/>
                  <a:pt x="58472" y="0"/>
                </a:cubicBezTo>
                <a:cubicBezTo>
                  <a:pt x="41843" y="0"/>
                  <a:pt x="21615" y="7205"/>
                  <a:pt x="10253" y="32997"/>
                </a:cubicBezTo>
                <a:cubicBezTo>
                  <a:pt x="1387" y="52130"/>
                  <a:pt x="0" y="73762"/>
                  <a:pt x="0" y="95948"/>
                </a:cubicBezTo>
                <a:cubicBezTo>
                  <a:pt x="0" y="116742"/>
                  <a:pt x="1112" y="141702"/>
                  <a:pt x="12473" y="162775"/>
                </a:cubicBezTo>
                <a:cubicBezTo>
                  <a:pt x="24388" y="185240"/>
                  <a:pt x="44617" y="190779"/>
                  <a:pt x="58193" y="190779"/>
                </a:cubicBezTo>
                <a:cubicBezTo>
                  <a:pt x="73157" y="190779"/>
                  <a:pt x="94218" y="184961"/>
                  <a:pt x="106408" y="158619"/>
                </a:cubicBezTo>
                <a:cubicBezTo>
                  <a:pt x="115275" y="139482"/>
                  <a:pt x="116662" y="117854"/>
                  <a:pt x="116662" y="95948"/>
                </a:cubicBezTo>
                <a:moveTo>
                  <a:pt x="58193" y="184686"/>
                </a:moveTo>
                <a:cubicBezTo>
                  <a:pt x="47386" y="184686"/>
                  <a:pt x="31035" y="177752"/>
                  <a:pt x="26050" y="151131"/>
                </a:cubicBezTo>
                <a:cubicBezTo>
                  <a:pt x="23002" y="134493"/>
                  <a:pt x="23002" y="108979"/>
                  <a:pt x="23002" y="92616"/>
                </a:cubicBezTo>
                <a:cubicBezTo>
                  <a:pt x="23002" y="74870"/>
                  <a:pt x="23002" y="56566"/>
                  <a:pt x="25217" y="41593"/>
                </a:cubicBezTo>
                <a:cubicBezTo>
                  <a:pt x="30481" y="8592"/>
                  <a:pt x="51268" y="6097"/>
                  <a:pt x="58193" y="6097"/>
                </a:cubicBezTo>
                <a:cubicBezTo>
                  <a:pt x="67339" y="6097"/>
                  <a:pt x="85626" y="11091"/>
                  <a:pt x="90891" y="38540"/>
                </a:cubicBezTo>
                <a:cubicBezTo>
                  <a:pt x="93664" y="54071"/>
                  <a:pt x="93664" y="75149"/>
                  <a:pt x="93664" y="92616"/>
                </a:cubicBezTo>
                <a:cubicBezTo>
                  <a:pt x="93664" y="113414"/>
                  <a:pt x="93664" y="132273"/>
                  <a:pt x="90616" y="150023"/>
                </a:cubicBezTo>
                <a:cubicBezTo>
                  <a:pt x="86459" y="176365"/>
                  <a:pt x="70663" y="184686"/>
                  <a:pt x="58193" y="18468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02E43750-602C-4A08-846F-B1B431AA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513" y="1441495"/>
            <a:ext cx="32418" cy="82950"/>
          </a:xfrm>
          <a:custGeom xmlns:a="http://schemas.openxmlformats.org/drawingml/2006/main">
            <a:pathLst>
              <a:path w="32418" h="82950">
                <a:moveTo>
                  <a:pt x="32418" y="29095"/>
                </a:moveTo>
                <a:cubicBezTo>
                  <a:pt x="32418" y="10807"/>
                  <a:pt x="25492" y="0"/>
                  <a:pt x="14685" y="0"/>
                </a:cubicBezTo>
                <a:cubicBezTo>
                  <a:pt x="5539" y="0"/>
                  <a:pt x="0" y="6926"/>
                  <a:pt x="0" y="14685"/>
                </a:cubicBezTo>
                <a:cubicBezTo>
                  <a:pt x="0" y="22169"/>
                  <a:pt x="5539" y="29369"/>
                  <a:pt x="14685" y="29369"/>
                </a:cubicBezTo>
                <a:cubicBezTo>
                  <a:pt x="18008" y="29369"/>
                  <a:pt x="21610" y="28262"/>
                  <a:pt x="24384" y="25771"/>
                </a:cubicBezTo>
                <a:cubicBezTo>
                  <a:pt x="25213" y="25213"/>
                  <a:pt x="25492" y="24938"/>
                  <a:pt x="25767" y="24938"/>
                </a:cubicBezTo>
                <a:cubicBezTo>
                  <a:pt x="26046" y="24938"/>
                  <a:pt x="26325" y="25213"/>
                  <a:pt x="26325" y="29095"/>
                </a:cubicBezTo>
                <a:cubicBezTo>
                  <a:pt x="26325" y="49644"/>
                  <a:pt x="16625" y="66303"/>
                  <a:pt x="7479" y="75466"/>
                </a:cubicBezTo>
                <a:cubicBezTo>
                  <a:pt x="4431" y="78519"/>
                  <a:pt x="4431" y="79073"/>
                  <a:pt x="4431" y="79906"/>
                </a:cubicBezTo>
                <a:cubicBezTo>
                  <a:pt x="4431" y="81842"/>
                  <a:pt x="5818" y="82950"/>
                  <a:pt x="7205" y="82950"/>
                </a:cubicBezTo>
                <a:cubicBezTo>
                  <a:pt x="10249" y="82950"/>
                  <a:pt x="32418" y="61585"/>
                  <a:pt x="32418" y="290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7F82852C-707D-462E-80F2-4FF0E61F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192" y="1281709"/>
            <a:ext cx="182610" cy="189155"/>
          </a:xfrm>
          <a:custGeom xmlns:a="http://schemas.openxmlformats.org/drawingml/2006/main">
            <a:pathLst>
              <a:path w="182610" h="189155">
                <a:moveTo>
                  <a:pt x="105022" y="0"/>
                </a:moveTo>
                <a:cubicBezTo>
                  <a:pt x="70658" y="0"/>
                  <a:pt x="55695" y="6376"/>
                  <a:pt x="49048" y="8871"/>
                </a:cubicBezTo>
                <a:cubicBezTo>
                  <a:pt x="20782" y="20782"/>
                  <a:pt x="14410" y="39610"/>
                  <a:pt x="14410" y="43213"/>
                </a:cubicBezTo>
                <a:cubicBezTo>
                  <a:pt x="14410" y="45149"/>
                  <a:pt x="15793" y="45428"/>
                  <a:pt x="17454" y="45428"/>
                </a:cubicBezTo>
                <a:cubicBezTo>
                  <a:pt x="22444" y="45428"/>
                  <a:pt x="35746" y="38503"/>
                  <a:pt x="37961" y="32414"/>
                </a:cubicBezTo>
                <a:cubicBezTo>
                  <a:pt x="41289" y="21890"/>
                  <a:pt x="42118" y="19395"/>
                  <a:pt x="60684" y="16905"/>
                </a:cubicBezTo>
                <a:cubicBezTo>
                  <a:pt x="70105" y="15797"/>
                  <a:pt x="79250" y="15243"/>
                  <a:pt x="88671" y="15243"/>
                </a:cubicBezTo>
                <a:lnTo>
                  <a:pt x="113888" y="15243"/>
                </a:lnTo>
                <a:cubicBezTo>
                  <a:pt x="96430" y="32135"/>
                  <a:pt x="88396" y="61766"/>
                  <a:pt x="78417" y="101643"/>
                </a:cubicBezTo>
                <a:cubicBezTo>
                  <a:pt x="70384" y="134319"/>
                  <a:pt x="64007" y="155917"/>
                  <a:pt x="52646" y="170593"/>
                </a:cubicBezTo>
                <a:cubicBezTo>
                  <a:pt x="49877" y="173642"/>
                  <a:pt x="49602" y="173917"/>
                  <a:pt x="42118" y="173917"/>
                </a:cubicBezTo>
                <a:lnTo>
                  <a:pt x="24384" y="173917"/>
                </a:lnTo>
                <a:cubicBezTo>
                  <a:pt x="19120" y="173917"/>
                  <a:pt x="16072" y="173917"/>
                  <a:pt x="9142" y="178073"/>
                </a:cubicBezTo>
                <a:cubicBezTo>
                  <a:pt x="6093" y="179735"/>
                  <a:pt x="0" y="184445"/>
                  <a:pt x="0" y="187219"/>
                </a:cubicBezTo>
                <a:cubicBezTo>
                  <a:pt x="0" y="188881"/>
                  <a:pt x="275" y="189155"/>
                  <a:pt x="6372" y="189155"/>
                </a:cubicBezTo>
                <a:lnTo>
                  <a:pt x="101140" y="189155"/>
                </a:lnTo>
                <a:cubicBezTo>
                  <a:pt x="133562" y="189155"/>
                  <a:pt x="157672" y="165054"/>
                  <a:pt x="157672" y="155088"/>
                </a:cubicBezTo>
                <a:cubicBezTo>
                  <a:pt x="157672" y="153148"/>
                  <a:pt x="155452" y="153148"/>
                  <a:pt x="154624" y="153148"/>
                </a:cubicBezTo>
                <a:cubicBezTo>
                  <a:pt x="149913" y="153148"/>
                  <a:pt x="136885" y="159515"/>
                  <a:pt x="134116" y="166441"/>
                </a:cubicBezTo>
                <a:cubicBezTo>
                  <a:pt x="132176" y="172255"/>
                  <a:pt x="131347" y="173917"/>
                  <a:pt x="117490" y="173917"/>
                </a:cubicBezTo>
                <a:lnTo>
                  <a:pt x="64565" y="173917"/>
                </a:lnTo>
                <a:cubicBezTo>
                  <a:pt x="84239" y="157025"/>
                  <a:pt x="92553" y="129609"/>
                  <a:pt x="101973" y="91948"/>
                </a:cubicBezTo>
                <a:cubicBezTo>
                  <a:pt x="109453" y="61766"/>
                  <a:pt x="116104" y="34904"/>
                  <a:pt x="127465" y="18012"/>
                </a:cubicBezTo>
                <a:cubicBezTo>
                  <a:pt x="129127" y="15518"/>
                  <a:pt x="129406" y="15243"/>
                  <a:pt x="134949" y="15243"/>
                </a:cubicBezTo>
                <a:lnTo>
                  <a:pt x="158501" y="15243"/>
                </a:lnTo>
                <a:cubicBezTo>
                  <a:pt x="164044" y="15243"/>
                  <a:pt x="166538" y="15243"/>
                  <a:pt x="173744" y="11086"/>
                </a:cubicBezTo>
                <a:cubicBezTo>
                  <a:pt x="176238" y="9700"/>
                  <a:pt x="182610" y="5268"/>
                  <a:pt x="182610" y="1941"/>
                </a:cubicBezTo>
                <a:cubicBezTo>
                  <a:pt x="182610" y="279"/>
                  <a:pt x="182331" y="0"/>
                  <a:pt x="176238" y="0"/>
                </a:cubicBezTo>
                <a:lnTo>
                  <a:pt x="10502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9FFFE949-6C6D-4960-A781-52A44F71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972" y="1263037"/>
            <a:ext cx="64287" cy="277103"/>
          </a:xfrm>
          <a:custGeom xmlns:a="http://schemas.openxmlformats.org/drawingml/2006/main">
            <a:pathLst>
              <a:path w="64287" h="277103">
                <a:moveTo>
                  <a:pt x="64287" y="138552"/>
                </a:moveTo>
                <a:cubicBezTo>
                  <a:pt x="64287" y="116941"/>
                  <a:pt x="61242" y="83411"/>
                  <a:pt x="45999" y="52096"/>
                </a:cubicBezTo>
                <a:cubicBezTo>
                  <a:pt x="29374" y="18012"/>
                  <a:pt x="5544" y="0"/>
                  <a:pt x="2770" y="0"/>
                </a:cubicBezTo>
                <a:cubicBezTo>
                  <a:pt x="1107" y="0"/>
                  <a:pt x="0" y="1112"/>
                  <a:pt x="0" y="2774"/>
                </a:cubicBezTo>
                <a:cubicBezTo>
                  <a:pt x="0" y="3602"/>
                  <a:pt x="0" y="4161"/>
                  <a:pt x="5265" y="9146"/>
                </a:cubicBezTo>
                <a:cubicBezTo>
                  <a:pt x="32422" y="36579"/>
                  <a:pt x="48215" y="80637"/>
                  <a:pt x="48215" y="138552"/>
                </a:cubicBezTo>
                <a:cubicBezTo>
                  <a:pt x="48215" y="185938"/>
                  <a:pt x="37965" y="234706"/>
                  <a:pt x="3602" y="269623"/>
                </a:cubicBezTo>
                <a:cubicBezTo>
                  <a:pt x="0" y="272947"/>
                  <a:pt x="0" y="273505"/>
                  <a:pt x="0" y="274334"/>
                </a:cubicBezTo>
                <a:cubicBezTo>
                  <a:pt x="0" y="275995"/>
                  <a:pt x="1107" y="277103"/>
                  <a:pt x="2770" y="277103"/>
                </a:cubicBezTo>
                <a:cubicBezTo>
                  <a:pt x="5544" y="277103"/>
                  <a:pt x="30481" y="258262"/>
                  <a:pt x="46832" y="223070"/>
                </a:cubicBezTo>
                <a:cubicBezTo>
                  <a:pt x="60963" y="192589"/>
                  <a:pt x="64287" y="161828"/>
                  <a:pt x="64287" y="1385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9D5B7283-483D-4632-8FBD-959A21F5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293" y="878378"/>
            <a:ext cx="61347" cy="177577"/>
          </a:xfrm>
          <a:custGeom xmlns:a="http://schemas.openxmlformats.org/drawingml/2006/main">
            <a:pathLst>
              <a:path w="61347" h="177577">
                <a:moveTo>
                  <a:pt x="36463" y="23631"/>
                </a:moveTo>
                <a:cubicBezTo>
                  <a:pt x="36463" y="16523"/>
                  <a:pt x="40956" y="5151"/>
                  <a:pt x="59794" y="3907"/>
                </a:cubicBezTo>
                <a:cubicBezTo>
                  <a:pt x="60656" y="3731"/>
                  <a:pt x="61347" y="3021"/>
                  <a:pt x="61347" y="1954"/>
                </a:cubicBezTo>
                <a:cubicBezTo>
                  <a:pt x="61347" y="0"/>
                  <a:pt x="59966" y="0"/>
                  <a:pt x="58065" y="0"/>
                </a:cubicBezTo>
                <a:cubicBezTo>
                  <a:pt x="40785" y="0"/>
                  <a:pt x="25059" y="9061"/>
                  <a:pt x="24885" y="22208"/>
                </a:cubicBezTo>
                <a:lnTo>
                  <a:pt x="24885" y="62720"/>
                </a:lnTo>
                <a:cubicBezTo>
                  <a:pt x="24885" y="69648"/>
                  <a:pt x="24885" y="75333"/>
                  <a:pt x="17974" y="81196"/>
                </a:cubicBezTo>
                <a:cubicBezTo>
                  <a:pt x="11924" y="86350"/>
                  <a:pt x="5359" y="86705"/>
                  <a:pt x="1556" y="86881"/>
                </a:cubicBezTo>
                <a:cubicBezTo>
                  <a:pt x="692" y="87060"/>
                  <a:pt x="0" y="87770"/>
                  <a:pt x="0" y="88835"/>
                </a:cubicBezTo>
                <a:cubicBezTo>
                  <a:pt x="0" y="90612"/>
                  <a:pt x="1037" y="90612"/>
                  <a:pt x="2766" y="90788"/>
                </a:cubicBezTo>
                <a:cubicBezTo>
                  <a:pt x="14171" y="91498"/>
                  <a:pt x="22466" y="97888"/>
                  <a:pt x="24367" y="106585"/>
                </a:cubicBezTo>
                <a:cubicBezTo>
                  <a:pt x="24885" y="108536"/>
                  <a:pt x="24885" y="108891"/>
                  <a:pt x="24885" y="115281"/>
                </a:cubicBezTo>
                <a:lnTo>
                  <a:pt x="24885" y="150421"/>
                </a:lnTo>
                <a:cubicBezTo>
                  <a:pt x="24885" y="157876"/>
                  <a:pt x="24885" y="163555"/>
                  <a:pt x="33180" y="170299"/>
                </a:cubicBezTo>
                <a:cubicBezTo>
                  <a:pt x="39920" y="175626"/>
                  <a:pt x="51325" y="177577"/>
                  <a:pt x="58065" y="177577"/>
                </a:cubicBezTo>
                <a:cubicBezTo>
                  <a:pt x="59966" y="177577"/>
                  <a:pt x="61347" y="177577"/>
                  <a:pt x="61347" y="175626"/>
                </a:cubicBezTo>
                <a:cubicBezTo>
                  <a:pt x="61347" y="173849"/>
                  <a:pt x="60311" y="173849"/>
                  <a:pt x="58584" y="173673"/>
                </a:cubicBezTo>
                <a:cubicBezTo>
                  <a:pt x="47696" y="172963"/>
                  <a:pt x="39229" y="167283"/>
                  <a:pt x="36982" y="158231"/>
                </a:cubicBezTo>
                <a:cubicBezTo>
                  <a:pt x="36463" y="156635"/>
                  <a:pt x="36463" y="156280"/>
                  <a:pt x="36463" y="149890"/>
                </a:cubicBezTo>
                <a:lnTo>
                  <a:pt x="36463" y="112620"/>
                </a:lnTo>
                <a:cubicBezTo>
                  <a:pt x="36463" y="104456"/>
                  <a:pt x="35081" y="101437"/>
                  <a:pt x="29552" y="95758"/>
                </a:cubicBezTo>
                <a:cubicBezTo>
                  <a:pt x="25923" y="92032"/>
                  <a:pt x="20911" y="90257"/>
                  <a:pt x="16072" y="88835"/>
                </a:cubicBezTo>
                <a:cubicBezTo>
                  <a:pt x="30242" y="84751"/>
                  <a:pt x="36463" y="76576"/>
                  <a:pt x="36463" y="66272"/>
                </a:cubicBezTo>
                <a:lnTo>
                  <a:pt x="36463" y="236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CA0C3AFE-E1C8-44D9-8732-DD1F7D21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935" y="935085"/>
            <a:ext cx="93317" cy="78384"/>
          </a:xfrm>
          <a:custGeom xmlns:a="http://schemas.openxmlformats.org/drawingml/2006/main">
            <a:pathLst>
              <a:path w="93317" h="78384">
                <a:moveTo>
                  <a:pt x="41130" y="10302"/>
                </a:moveTo>
                <a:lnTo>
                  <a:pt x="60656" y="10302"/>
                </a:lnTo>
                <a:cubicBezTo>
                  <a:pt x="54952" y="36539"/>
                  <a:pt x="53399" y="44164"/>
                  <a:pt x="53399" y="56040"/>
                </a:cubicBezTo>
                <a:cubicBezTo>
                  <a:pt x="53399" y="58701"/>
                  <a:pt x="53399" y="63486"/>
                  <a:pt x="54782" y="69515"/>
                </a:cubicBezTo>
                <a:cubicBezTo>
                  <a:pt x="56508" y="77319"/>
                  <a:pt x="58409" y="78384"/>
                  <a:pt x="61002" y="78384"/>
                </a:cubicBezTo>
                <a:cubicBezTo>
                  <a:pt x="64459" y="78384"/>
                  <a:pt x="68087" y="75189"/>
                  <a:pt x="68087" y="71642"/>
                </a:cubicBezTo>
                <a:cubicBezTo>
                  <a:pt x="68087" y="70577"/>
                  <a:pt x="68087" y="70225"/>
                  <a:pt x="67050" y="67743"/>
                </a:cubicBezTo>
                <a:cubicBezTo>
                  <a:pt x="62038" y="54978"/>
                  <a:pt x="62038" y="43454"/>
                  <a:pt x="62038" y="38490"/>
                </a:cubicBezTo>
                <a:cubicBezTo>
                  <a:pt x="62038" y="29093"/>
                  <a:pt x="63248" y="19520"/>
                  <a:pt x="65149" y="10302"/>
                </a:cubicBezTo>
                <a:lnTo>
                  <a:pt x="84849" y="10302"/>
                </a:lnTo>
                <a:cubicBezTo>
                  <a:pt x="87096" y="10302"/>
                  <a:pt x="93317" y="10302"/>
                  <a:pt x="93317" y="4262"/>
                </a:cubicBezTo>
                <a:cubicBezTo>
                  <a:pt x="93317" y="0"/>
                  <a:pt x="89688" y="0"/>
                  <a:pt x="86405" y="0"/>
                </a:cubicBezTo>
                <a:lnTo>
                  <a:pt x="28513" y="0"/>
                </a:lnTo>
                <a:cubicBezTo>
                  <a:pt x="24713" y="0"/>
                  <a:pt x="18145" y="0"/>
                  <a:pt x="10542" y="8348"/>
                </a:cubicBezTo>
                <a:cubicBezTo>
                  <a:pt x="4494" y="15266"/>
                  <a:pt x="0" y="23419"/>
                  <a:pt x="0" y="24305"/>
                </a:cubicBezTo>
                <a:cubicBezTo>
                  <a:pt x="0" y="24484"/>
                  <a:pt x="0" y="26080"/>
                  <a:pt x="2073" y="26080"/>
                </a:cubicBezTo>
                <a:cubicBezTo>
                  <a:pt x="3457" y="26080"/>
                  <a:pt x="3802" y="25370"/>
                  <a:pt x="4839" y="23953"/>
                </a:cubicBezTo>
                <a:cubicBezTo>
                  <a:pt x="13306" y="10302"/>
                  <a:pt x="23329" y="10302"/>
                  <a:pt x="26786" y="10302"/>
                </a:cubicBezTo>
                <a:lnTo>
                  <a:pt x="36637" y="10302"/>
                </a:lnTo>
                <a:cubicBezTo>
                  <a:pt x="31105" y="31751"/>
                  <a:pt x="21776" y="53203"/>
                  <a:pt x="14516" y="69336"/>
                </a:cubicBezTo>
                <a:cubicBezTo>
                  <a:pt x="13135" y="71997"/>
                  <a:pt x="13135" y="72352"/>
                  <a:pt x="13135" y="73593"/>
                </a:cubicBezTo>
                <a:cubicBezTo>
                  <a:pt x="13135" y="76964"/>
                  <a:pt x="15898" y="78384"/>
                  <a:pt x="18145" y="78384"/>
                </a:cubicBezTo>
                <a:cubicBezTo>
                  <a:pt x="23329" y="78384"/>
                  <a:pt x="24713" y="73414"/>
                  <a:pt x="26786" y="66854"/>
                </a:cubicBezTo>
                <a:cubicBezTo>
                  <a:pt x="29206" y="58701"/>
                  <a:pt x="29206" y="58346"/>
                  <a:pt x="31453" y="49480"/>
                </a:cubicBezTo>
                <a:lnTo>
                  <a:pt x="41130" y="103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41175C98-EAA9-4B20-B790-C3EB3B77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6880" y="826092"/>
            <a:ext cx="31453" cy="124182"/>
          </a:xfrm>
          <a:custGeom xmlns:a="http://schemas.openxmlformats.org/drawingml/2006/main">
            <a:pathLst>
              <a:path w="31453" h="124182">
                <a:moveTo>
                  <a:pt x="29033" y="0"/>
                </a:moveTo>
                <a:cubicBezTo>
                  <a:pt x="6048" y="16659"/>
                  <a:pt x="0" y="43012"/>
                  <a:pt x="0" y="62031"/>
                </a:cubicBezTo>
                <a:cubicBezTo>
                  <a:pt x="0" y="79558"/>
                  <a:pt x="5081" y="106780"/>
                  <a:pt x="29033" y="124182"/>
                </a:cubicBezTo>
                <a:cubicBezTo>
                  <a:pt x="30000" y="124182"/>
                  <a:pt x="31453" y="124182"/>
                  <a:pt x="31453" y="122691"/>
                </a:cubicBezTo>
                <a:cubicBezTo>
                  <a:pt x="31453" y="121946"/>
                  <a:pt x="31089" y="121698"/>
                  <a:pt x="30241" y="120827"/>
                </a:cubicBezTo>
                <a:cubicBezTo>
                  <a:pt x="14154" y="105911"/>
                  <a:pt x="8227" y="84778"/>
                  <a:pt x="8227" y="62156"/>
                </a:cubicBezTo>
                <a:cubicBezTo>
                  <a:pt x="8227" y="28591"/>
                  <a:pt x="20687" y="12185"/>
                  <a:pt x="30605" y="2985"/>
                </a:cubicBezTo>
                <a:cubicBezTo>
                  <a:pt x="31089" y="2487"/>
                  <a:pt x="31453" y="2115"/>
                  <a:pt x="31453" y="1493"/>
                </a:cubicBezTo>
                <a:cubicBezTo>
                  <a:pt x="31453" y="0"/>
                  <a:pt x="30000" y="0"/>
                  <a:pt x="2903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F026009A-021A-4983-A5E8-79559AD9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153" y="836775"/>
            <a:ext cx="44032" cy="82545"/>
          </a:xfrm>
          <a:custGeom xmlns:a="http://schemas.openxmlformats.org/drawingml/2006/main">
            <a:pathLst>
              <a:path w="44032" h="82545">
                <a:moveTo>
                  <a:pt x="27338" y="3473"/>
                </a:moveTo>
                <a:cubicBezTo>
                  <a:pt x="27338" y="125"/>
                  <a:pt x="27097" y="0"/>
                  <a:pt x="23710" y="0"/>
                </a:cubicBezTo>
                <a:cubicBezTo>
                  <a:pt x="15968" y="7784"/>
                  <a:pt x="4960" y="7907"/>
                  <a:pt x="0" y="7907"/>
                </a:cubicBezTo>
                <a:lnTo>
                  <a:pt x="0" y="12382"/>
                </a:lnTo>
                <a:cubicBezTo>
                  <a:pt x="2904" y="12382"/>
                  <a:pt x="10887" y="12382"/>
                  <a:pt x="17541" y="8901"/>
                </a:cubicBezTo>
                <a:lnTo>
                  <a:pt x="17541" y="72349"/>
                </a:lnTo>
                <a:cubicBezTo>
                  <a:pt x="17541" y="76455"/>
                  <a:pt x="17541" y="78071"/>
                  <a:pt x="5443" y="78071"/>
                </a:cubicBezTo>
                <a:lnTo>
                  <a:pt x="848" y="78071"/>
                </a:lnTo>
                <a:lnTo>
                  <a:pt x="848" y="82545"/>
                </a:lnTo>
                <a:cubicBezTo>
                  <a:pt x="3023" y="82422"/>
                  <a:pt x="17903" y="82048"/>
                  <a:pt x="22379" y="82048"/>
                </a:cubicBezTo>
                <a:cubicBezTo>
                  <a:pt x="26130" y="82048"/>
                  <a:pt x="41370" y="82422"/>
                  <a:pt x="44032" y="82545"/>
                </a:cubicBezTo>
                <a:lnTo>
                  <a:pt x="44032" y="78071"/>
                </a:lnTo>
                <a:lnTo>
                  <a:pt x="39436" y="78071"/>
                </a:lnTo>
                <a:cubicBezTo>
                  <a:pt x="27338" y="78071"/>
                  <a:pt x="27338" y="76455"/>
                  <a:pt x="27338" y="72349"/>
                </a:cubicBezTo>
                <a:lnTo>
                  <a:pt x="27338" y="34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B76FB795-AD4C-46A3-B989-038FE946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437" y="826092"/>
            <a:ext cx="31329" cy="124182"/>
          </a:xfrm>
          <a:custGeom xmlns:a="http://schemas.openxmlformats.org/drawingml/2006/main">
            <a:pathLst>
              <a:path w="31329" h="124182">
                <a:moveTo>
                  <a:pt x="2298" y="0"/>
                </a:moveTo>
                <a:cubicBezTo>
                  <a:pt x="1451" y="0"/>
                  <a:pt x="0" y="0"/>
                  <a:pt x="0" y="1493"/>
                </a:cubicBezTo>
                <a:cubicBezTo>
                  <a:pt x="0" y="2115"/>
                  <a:pt x="362" y="2487"/>
                  <a:pt x="1087" y="3357"/>
                </a:cubicBezTo>
                <a:cubicBezTo>
                  <a:pt x="11490" y="13178"/>
                  <a:pt x="23104" y="29959"/>
                  <a:pt x="23104" y="62031"/>
                </a:cubicBezTo>
                <a:cubicBezTo>
                  <a:pt x="23104" y="88010"/>
                  <a:pt x="15241" y="107650"/>
                  <a:pt x="2176" y="119833"/>
                </a:cubicBezTo>
                <a:cubicBezTo>
                  <a:pt x="119" y="121946"/>
                  <a:pt x="0" y="122069"/>
                  <a:pt x="0" y="122691"/>
                </a:cubicBezTo>
                <a:cubicBezTo>
                  <a:pt x="0" y="123314"/>
                  <a:pt x="362" y="124182"/>
                  <a:pt x="1572" y="124182"/>
                </a:cubicBezTo>
                <a:cubicBezTo>
                  <a:pt x="3023" y="124182"/>
                  <a:pt x="14515" y="115979"/>
                  <a:pt x="22499" y="100441"/>
                </a:cubicBezTo>
                <a:cubicBezTo>
                  <a:pt x="27822" y="90123"/>
                  <a:pt x="31329" y="76698"/>
                  <a:pt x="31329" y="62156"/>
                </a:cubicBezTo>
                <a:cubicBezTo>
                  <a:pt x="31329" y="44628"/>
                  <a:pt x="26249" y="17404"/>
                  <a:pt x="229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03BFC342-964E-48FA-A62D-3B4C5B92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122" y="978891"/>
            <a:ext cx="78872" cy="84860"/>
          </a:xfrm>
          <a:custGeom xmlns:a="http://schemas.openxmlformats.org/drawingml/2006/main">
            <a:pathLst>
              <a:path w="78872" h="84860">
                <a:moveTo>
                  <a:pt x="41493" y="10189"/>
                </a:moveTo>
                <a:cubicBezTo>
                  <a:pt x="42582" y="5717"/>
                  <a:pt x="42945" y="4474"/>
                  <a:pt x="54073" y="4474"/>
                </a:cubicBezTo>
                <a:cubicBezTo>
                  <a:pt x="57824" y="4474"/>
                  <a:pt x="59033" y="4474"/>
                  <a:pt x="59033" y="1739"/>
                </a:cubicBezTo>
                <a:cubicBezTo>
                  <a:pt x="59033" y="1616"/>
                  <a:pt x="58913" y="0"/>
                  <a:pt x="56976" y="0"/>
                </a:cubicBezTo>
                <a:cubicBezTo>
                  <a:pt x="54196" y="0"/>
                  <a:pt x="50928" y="249"/>
                  <a:pt x="48025" y="372"/>
                </a:cubicBezTo>
                <a:cubicBezTo>
                  <a:pt x="45002" y="497"/>
                  <a:pt x="41372" y="497"/>
                  <a:pt x="38347" y="497"/>
                </a:cubicBezTo>
                <a:cubicBezTo>
                  <a:pt x="35807" y="497"/>
                  <a:pt x="32542" y="372"/>
                  <a:pt x="30000" y="372"/>
                </a:cubicBezTo>
                <a:cubicBezTo>
                  <a:pt x="27461" y="372"/>
                  <a:pt x="24557" y="0"/>
                  <a:pt x="22139" y="0"/>
                </a:cubicBezTo>
                <a:cubicBezTo>
                  <a:pt x="21412" y="0"/>
                  <a:pt x="19597" y="0"/>
                  <a:pt x="19597" y="2735"/>
                </a:cubicBezTo>
                <a:cubicBezTo>
                  <a:pt x="19597" y="4474"/>
                  <a:pt x="21050" y="4474"/>
                  <a:pt x="23470" y="4474"/>
                </a:cubicBezTo>
                <a:cubicBezTo>
                  <a:pt x="23590" y="4474"/>
                  <a:pt x="25888" y="4474"/>
                  <a:pt x="28066" y="4723"/>
                </a:cubicBezTo>
                <a:cubicBezTo>
                  <a:pt x="30606" y="4971"/>
                  <a:pt x="30848" y="5220"/>
                  <a:pt x="30848" y="6462"/>
                </a:cubicBezTo>
                <a:cubicBezTo>
                  <a:pt x="30848" y="6711"/>
                  <a:pt x="30848" y="7331"/>
                  <a:pt x="30364" y="9195"/>
                </a:cubicBezTo>
                <a:lnTo>
                  <a:pt x="14276" y="75167"/>
                </a:lnTo>
                <a:cubicBezTo>
                  <a:pt x="13187" y="79391"/>
                  <a:pt x="12945" y="80385"/>
                  <a:pt x="3631" y="80385"/>
                </a:cubicBezTo>
                <a:cubicBezTo>
                  <a:pt x="1573" y="80385"/>
                  <a:pt x="0" y="80385"/>
                  <a:pt x="0" y="82995"/>
                </a:cubicBezTo>
                <a:cubicBezTo>
                  <a:pt x="0" y="84860"/>
                  <a:pt x="1453" y="84860"/>
                  <a:pt x="3631" y="84860"/>
                </a:cubicBezTo>
                <a:lnTo>
                  <a:pt x="64476" y="84860"/>
                </a:lnTo>
                <a:cubicBezTo>
                  <a:pt x="67502" y="84860"/>
                  <a:pt x="67621" y="84736"/>
                  <a:pt x="68589" y="82375"/>
                </a:cubicBezTo>
                <a:cubicBezTo>
                  <a:pt x="69800" y="79019"/>
                  <a:pt x="78872" y="54916"/>
                  <a:pt x="78872" y="53922"/>
                </a:cubicBezTo>
                <a:cubicBezTo>
                  <a:pt x="78872" y="53550"/>
                  <a:pt x="78630" y="52183"/>
                  <a:pt x="76815" y="52183"/>
                </a:cubicBezTo>
                <a:cubicBezTo>
                  <a:pt x="75365" y="52183"/>
                  <a:pt x="75121" y="52805"/>
                  <a:pt x="74395" y="54793"/>
                </a:cubicBezTo>
                <a:cubicBezTo>
                  <a:pt x="69800" y="66594"/>
                  <a:pt x="64476" y="80385"/>
                  <a:pt x="42339" y="80385"/>
                </a:cubicBezTo>
                <a:lnTo>
                  <a:pt x="28671" y="80385"/>
                </a:lnTo>
                <a:cubicBezTo>
                  <a:pt x="24920" y="80385"/>
                  <a:pt x="24799" y="80262"/>
                  <a:pt x="24799" y="79143"/>
                </a:cubicBezTo>
                <a:cubicBezTo>
                  <a:pt x="24799" y="79019"/>
                  <a:pt x="24799" y="78397"/>
                  <a:pt x="25284" y="76535"/>
                </a:cubicBezTo>
                <a:lnTo>
                  <a:pt x="41493" y="101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6CFD738F-7693-4994-B23C-E0866D1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364" y="992740"/>
            <a:ext cx="20217" cy="53157"/>
          </a:xfrm>
          <a:custGeom xmlns:a="http://schemas.openxmlformats.org/drawingml/2006/main">
            <a:pathLst>
              <a:path w="20217" h="53157">
                <a:moveTo>
                  <a:pt x="20217" y="18645"/>
                </a:moveTo>
                <a:cubicBezTo>
                  <a:pt x="20217" y="6926"/>
                  <a:pt x="15898" y="0"/>
                  <a:pt x="9158" y="0"/>
                </a:cubicBezTo>
                <a:cubicBezTo>
                  <a:pt x="3454" y="0"/>
                  <a:pt x="0" y="4438"/>
                  <a:pt x="0" y="9411"/>
                </a:cubicBezTo>
                <a:cubicBezTo>
                  <a:pt x="0" y="14207"/>
                  <a:pt x="3454" y="18821"/>
                  <a:pt x="9158" y="18821"/>
                </a:cubicBezTo>
                <a:cubicBezTo>
                  <a:pt x="11231" y="18821"/>
                  <a:pt x="13477" y="18111"/>
                  <a:pt x="15207" y="16515"/>
                </a:cubicBezTo>
                <a:cubicBezTo>
                  <a:pt x="15724" y="16157"/>
                  <a:pt x="15898" y="15981"/>
                  <a:pt x="16069" y="15981"/>
                </a:cubicBezTo>
                <a:cubicBezTo>
                  <a:pt x="16243" y="15981"/>
                  <a:pt x="16417" y="16157"/>
                  <a:pt x="16417" y="18645"/>
                </a:cubicBezTo>
                <a:cubicBezTo>
                  <a:pt x="16417" y="31814"/>
                  <a:pt x="10369" y="42489"/>
                  <a:pt x="4665" y="48361"/>
                </a:cubicBezTo>
                <a:cubicBezTo>
                  <a:pt x="2763" y="50318"/>
                  <a:pt x="2763" y="50672"/>
                  <a:pt x="2763" y="51206"/>
                </a:cubicBezTo>
                <a:cubicBezTo>
                  <a:pt x="2763" y="52447"/>
                  <a:pt x="3629" y="53157"/>
                  <a:pt x="4494" y="53157"/>
                </a:cubicBezTo>
                <a:cubicBezTo>
                  <a:pt x="6392" y="53157"/>
                  <a:pt x="20217" y="39465"/>
                  <a:pt x="20217" y="186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6537CE76-65C6-484D-8ED0-C4F667E2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033" y="935085"/>
            <a:ext cx="93317" cy="78384"/>
          </a:xfrm>
          <a:custGeom xmlns:a="http://schemas.openxmlformats.org/drawingml/2006/main">
            <a:pathLst>
              <a:path w="93317" h="78384">
                <a:moveTo>
                  <a:pt x="41130" y="10302"/>
                </a:moveTo>
                <a:lnTo>
                  <a:pt x="60656" y="10302"/>
                </a:lnTo>
                <a:cubicBezTo>
                  <a:pt x="54952" y="36539"/>
                  <a:pt x="53399" y="44164"/>
                  <a:pt x="53399" y="56040"/>
                </a:cubicBezTo>
                <a:cubicBezTo>
                  <a:pt x="53399" y="58701"/>
                  <a:pt x="53399" y="63486"/>
                  <a:pt x="54782" y="69515"/>
                </a:cubicBezTo>
                <a:cubicBezTo>
                  <a:pt x="56508" y="77319"/>
                  <a:pt x="58409" y="78384"/>
                  <a:pt x="61002" y="78384"/>
                </a:cubicBezTo>
                <a:cubicBezTo>
                  <a:pt x="64459" y="78384"/>
                  <a:pt x="68087" y="75189"/>
                  <a:pt x="68087" y="71642"/>
                </a:cubicBezTo>
                <a:cubicBezTo>
                  <a:pt x="68087" y="70577"/>
                  <a:pt x="68087" y="70225"/>
                  <a:pt x="67050" y="67743"/>
                </a:cubicBezTo>
                <a:cubicBezTo>
                  <a:pt x="62038" y="54978"/>
                  <a:pt x="62038" y="43454"/>
                  <a:pt x="62038" y="38490"/>
                </a:cubicBezTo>
                <a:cubicBezTo>
                  <a:pt x="62038" y="29093"/>
                  <a:pt x="63248" y="19520"/>
                  <a:pt x="65149" y="10302"/>
                </a:cubicBezTo>
                <a:lnTo>
                  <a:pt x="84849" y="10302"/>
                </a:lnTo>
                <a:cubicBezTo>
                  <a:pt x="87096" y="10302"/>
                  <a:pt x="93317" y="10302"/>
                  <a:pt x="93317" y="4262"/>
                </a:cubicBezTo>
                <a:cubicBezTo>
                  <a:pt x="93317" y="0"/>
                  <a:pt x="89688" y="0"/>
                  <a:pt x="86405" y="0"/>
                </a:cubicBezTo>
                <a:lnTo>
                  <a:pt x="28513" y="0"/>
                </a:lnTo>
                <a:cubicBezTo>
                  <a:pt x="24713" y="0"/>
                  <a:pt x="18145" y="0"/>
                  <a:pt x="10542" y="8348"/>
                </a:cubicBezTo>
                <a:cubicBezTo>
                  <a:pt x="4494" y="15266"/>
                  <a:pt x="0" y="23419"/>
                  <a:pt x="0" y="24305"/>
                </a:cubicBezTo>
                <a:cubicBezTo>
                  <a:pt x="0" y="24484"/>
                  <a:pt x="0" y="26080"/>
                  <a:pt x="2073" y="26080"/>
                </a:cubicBezTo>
                <a:cubicBezTo>
                  <a:pt x="3457" y="26080"/>
                  <a:pt x="3802" y="25370"/>
                  <a:pt x="4839" y="23953"/>
                </a:cubicBezTo>
                <a:cubicBezTo>
                  <a:pt x="13306" y="10302"/>
                  <a:pt x="23329" y="10302"/>
                  <a:pt x="26786" y="10302"/>
                </a:cubicBezTo>
                <a:lnTo>
                  <a:pt x="36637" y="10302"/>
                </a:lnTo>
                <a:cubicBezTo>
                  <a:pt x="31105" y="31751"/>
                  <a:pt x="21776" y="53203"/>
                  <a:pt x="14516" y="69336"/>
                </a:cubicBezTo>
                <a:cubicBezTo>
                  <a:pt x="13135" y="71997"/>
                  <a:pt x="13135" y="72352"/>
                  <a:pt x="13135" y="73593"/>
                </a:cubicBezTo>
                <a:cubicBezTo>
                  <a:pt x="13135" y="76964"/>
                  <a:pt x="15898" y="78384"/>
                  <a:pt x="18145" y="78384"/>
                </a:cubicBezTo>
                <a:cubicBezTo>
                  <a:pt x="23329" y="78384"/>
                  <a:pt x="24713" y="73414"/>
                  <a:pt x="26786" y="66854"/>
                </a:cubicBezTo>
                <a:cubicBezTo>
                  <a:pt x="29206" y="58701"/>
                  <a:pt x="29206" y="58346"/>
                  <a:pt x="31453" y="49480"/>
                </a:cubicBezTo>
                <a:lnTo>
                  <a:pt x="41130" y="103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33535280-C0CF-4582-9810-EFB68063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920" y="826092"/>
            <a:ext cx="31453" cy="124182"/>
          </a:xfrm>
          <a:custGeom xmlns:a="http://schemas.openxmlformats.org/drawingml/2006/main">
            <a:pathLst>
              <a:path w="31453" h="124182">
                <a:moveTo>
                  <a:pt x="29033" y="0"/>
                </a:moveTo>
                <a:cubicBezTo>
                  <a:pt x="6048" y="16659"/>
                  <a:pt x="0" y="43012"/>
                  <a:pt x="0" y="62031"/>
                </a:cubicBezTo>
                <a:cubicBezTo>
                  <a:pt x="0" y="79558"/>
                  <a:pt x="5081" y="106780"/>
                  <a:pt x="29033" y="124182"/>
                </a:cubicBezTo>
                <a:cubicBezTo>
                  <a:pt x="30000" y="124182"/>
                  <a:pt x="31453" y="124182"/>
                  <a:pt x="31453" y="122691"/>
                </a:cubicBezTo>
                <a:cubicBezTo>
                  <a:pt x="31453" y="121946"/>
                  <a:pt x="31089" y="121698"/>
                  <a:pt x="30241" y="120827"/>
                </a:cubicBezTo>
                <a:cubicBezTo>
                  <a:pt x="14154" y="105911"/>
                  <a:pt x="8227" y="84778"/>
                  <a:pt x="8227" y="62156"/>
                </a:cubicBezTo>
                <a:cubicBezTo>
                  <a:pt x="8227" y="28591"/>
                  <a:pt x="20687" y="12185"/>
                  <a:pt x="30605" y="2985"/>
                </a:cubicBezTo>
                <a:cubicBezTo>
                  <a:pt x="31089" y="2487"/>
                  <a:pt x="31453" y="2115"/>
                  <a:pt x="31453" y="1493"/>
                </a:cubicBezTo>
                <a:cubicBezTo>
                  <a:pt x="31453" y="0"/>
                  <a:pt x="30000" y="0"/>
                  <a:pt x="2903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6C30042A-9892-4AFD-ACEE-62836303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630" y="836775"/>
            <a:ext cx="53467" cy="82545"/>
          </a:xfrm>
          <a:custGeom xmlns:a="http://schemas.openxmlformats.org/drawingml/2006/main">
            <a:pathLst>
              <a:path w="53467" h="82545">
                <a:moveTo>
                  <a:pt x="53467" y="59917"/>
                </a:moveTo>
                <a:lnTo>
                  <a:pt x="49355" y="59917"/>
                </a:lnTo>
                <a:cubicBezTo>
                  <a:pt x="48991" y="62654"/>
                  <a:pt x="47783" y="69991"/>
                  <a:pt x="46209" y="71235"/>
                </a:cubicBezTo>
                <a:cubicBezTo>
                  <a:pt x="45242" y="71981"/>
                  <a:pt x="35928" y="71981"/>
                  <a:pt x="34234" y="71981"/>
                </a:cubicBezTo>
                <a:lnTo>
                  <a:pt x="11975" y="71981"/>
                </a:lnTo>
                <a:cubicBezTo>
                  <a:pt x="24678" y="60414"/>
                  <a:pt x="28911" y="56934"/>
                  <a:pt x="36170" y="51088"/>
                </a:cubicBezTo>
                <a:cubicBezTo>
                  <a:pt x="45120" y="43752"/>
                  <a:pt x="53467" y="36041"/>
                  <a:pt x="53467" y="24229"/>
                </a:cubicBezTo>
                <a:cubicBezTo>
                  <a:pt x="53467" y="9195"/>
                  <a:pt x="40644" y="0"/>
                  <a:pt x="25162" y="0"/>
                </a:cubicBezTo>
                <a:cubicBezTo>
                  <a:pt x="10161" y="0"/>
                  <a:pt x="0" y="10809"/>
                  <a:pt x="0" y="22239"/>
                </a:cubicBezTo>
                <a:cubicBezTo>
                  <a:pt x="0" y="28580"/>
                  <a:pt x="5201" y="29200"/>
                  <a:pt x="6412" y="29200"/>
                </a:cubicBezTo>
                <a:cubicBezTo>
                  <a:pt x="9315" y="29200"/>
                  <a:pt x="12822" y="27087"/>
                  <a:pt x="12822" y="22613"/>
                </a:cubicBezTo>
                <a:cubicBezTo>
                  <a:pt x="12822" y="20375"/>
                  <a:pt x="11975" y="16024"/>
                  <a:pt x="5685" y="16024"/>
                </a:cubicBezTo>
                <a:cubicBezTo>
                  <a:pt x="9435" y="7207"/>
                  <a:pt x="17662" y="4476"/>
                  <a:pt x="23347" y="4476"/>
                </a:cubicBezTo>
                <a:cubicBezTo>
                  <a:pt x="35443" y="4476"/>
                  <a:pt x="41733" y="14161"/>
                  <a:pt x="41733" y="24229"/>
                </a:cubicBezTo>
                <a:cubicBezTo>
                  <a:pt x="41733" y="35046"/>
                  <a:pt x="34234" y="43626"/>
                  <a:pt x="30364" y="48103"/>
                </a:cubicBezTo>
                <a:lnTo>
                  <a:pt x="1210" y="77699"/>
                </a:lnTo>
                <a:cubicBezTo>
                  <a:pt x="0" y="78816"/>
                  <a:pt x="0" y="79065"/>
                  <a:pt x="0" y="82545"/>
                </a:cubicBezTo>
                <a:lnTo>
                  <a:pt x="49838" y="82545"/>
                </a:lnTo>
                <a:lnTo>
                  <a:pt x="53467" y="599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A59FA483-AA52-404F-835B-1898278E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1476" y="826092"/>
            <a:ext cx="31329" cy="124182"/>
          </a:xfrm>
          <a:custGeom xmlns:a="http://schemas.openxmlformats.org/drawingml/2006/main">
            <a:pathLst>
              <a:path w="31329" h="124182">
                <a:moveTo>
                  <a:pt x="2298" y="0"/>
                </a:moveTo>
                <a:cubicBezTo>
                  <a:pt x="1451" y="0"/>
                  <a:pt x="0" y="0"/>
                  <a:pt x="0" y="1493"/>
                </a:cubicBezTo>
                <a:cubicBezTo>
                  <a:pt x="0" y="2115"/>
                  <a:pt x="362" y="2487"/>
                  <a:pt x="1087" y="3357"/>
                </a:cubicBezTo>
                <a:cubicBezTo>
                  <a:pt x="11490" y="13178"/>
                  <a:pt x="23104" y="29959"/>
                  <a:pt x="23104" y="62031"/>
                </a:cubicBezTo>
                <a:cubicBezTo>
                  <a:pt x="23104" y="88010"/>
                  <a:pt x="15241" y="107650"/>
                  <a:pt x="2176" y="119833"/>
                </a:cubicBezTo>
                <a:cubicBezTo>
                  <a:pt x="119" y="121946"/>
                  <a:pt x="0" y="122069"/>
                  <a:pt x="0" y="122691"/>
                </a:cubicBezTo>
                <a:cubicBezTo>
                  <a:pt x="0" y="123314"/>
                  <a:pt x="362" y="124182"/>
                  <a:pt x="1572" y="124182"/>
                </a:cubicBezTo>
                <a:cubicBezTo>
                  <a:pt x="3023" y="124182"/>
                  <a:pt x="14515" y="115979"/>
                  <a:pt x="22499" y="100441"/>
                </a:cubicBezTo>
                <a:cubicBezTo>
                  <a:pt x="27822" y="90123"/>
                  <a:pt x="31329" y="76698"/>
                  <a:pt x="31329" y="62156"/>
                </a:cubicBezTo>
                <a:cubicBezTo>
                  <a:pt x="31329" y="44628"/>
                  <a:pt x="26249" y="17404"/>
                  <a:pt x="229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224E6E9D-7390-46DC-964B-2DCD8A6E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63" y="978891"/>
            <a:ext cx="78872" cy="84860"/>
          </a:xfrm>
          <a:custGeom xmlns:a="http://schemas.openxmlformats.org/drawingml/2006/main">
            <a:pathLst>
              <a:path w="78872" h="84860">
                <a:moveTo>
                  <a:pt x="41493" y="10189"/>
                </a:moveTo>
                <a:cubicBezTo>
                  <a:pt x="42582" y="5717"/>
                  <a:pt x="42945" y="4474"/>
                  <a:pt x="54073" y="4474"/>
                </a:cubicBezTo>
                <a:cubicBezTo>
                  <a:pt x="57824" y="4474"/>
                  <a:pt x="59033" y="4474"/>
                  <a:pt x="59033" y="1739"/>
                </a:cubicBezTo>
                <a:cubicBezTo>
                  <a:pt x="59033" y="1616"/>
                  <a:pt x="58913" y="0"/>
                  <a:pt x="56976" y="0"/>
                </a:cubicBezTo>
                <a:cubicBezTo>
                  <a:pt x="54196" y="0"/>
                  <a:pt x="50928" y="249"/>
                  <a:pt x="48025" y="372"/>
                </a:cubicBezTo>
                <a:cubicBezTo>
                  <a:pt x="45002" y="497"/>
                  <a:pt x="41372" y="497"/>
                  <a:pt x="38347" y="497"/>
                </a:cubicBezTo>
                <a:cubicBezTo>
                  <a:pt x="35807" y="497"/>
                  <a:pt x="32542" y="372"/>
                  <a:pt x="30000" y="372"/>
                </a:cubicBezTo>
                <a:cubicBezTo>
                  <a:pt x="27461" y="372"/>
                  <a:pt x="24557" y="0"/>
                  <a:pt x="22139" y="0"/>
                </a:cubicBezTo>
                <a:cubicBezTo>
                  <a:pt x="21412" y="0"/>
                  <a:pt x="19597" y="0"/>
                  <a:pt x="19597" y="2735"/>
                </a:cubicBezTo>
                <a:cubicBezTo>
                  <a:pt x="19597" y="4474"/>
                  <a:pt x="21050" y="4474"/>
                  <a:pt x="23470" y="4474"/>
                </a:cubicBezTo>
                <a:cubicBezTo>
                  <a:pt x="23590" y="4474"/>
                  <a:pt x="25888" y="4474"/>
                  <a:pt x="28066" y="4723"/>
                </a:cubicBezTo>
                <a:cubicBezTo>
                  <a:pt x="30606" y="4971"/>
                  <a:pt x="30848" y="5220"/>
                  <a:pt x="30848" y="6462"/>
                </a:cubicBezTo>
                <a:cubicBezTo>
                  <a:pt x="30848" y="6711"/>
                  <a:pt x="30848" y="7331"/>
                  <a:pt x="30364" y="9195"/>
                </a:cubicBezTo>
                <a:lnTo>
                  <a:pt x="14276" y="75167"/>
                </a:lnTo>
                <a:cubicBezTo>
                  <a:pt x="13187" y="79391"/>
                  <a:pt x="12945" y="80385"/>
                  <a:pt x="3631" y="80385"/>
                </a:cubicBezTo>
                <a:cubicBezTo>
                  <a:pt x="1573" y="80385"/>
                  <a:pt x="0" y="80385"/>
                  <a:pt x="0" y="82995"/>
                </a:cubicBezTo>
                <a:cubicBezTo>
                  <a:pt x="0" y="84860"/>
                  <a:pt x="1453" y="84860"/>
                  <a:pt x="3631" y="84860"/>
                </a:cubicBezTo>
                <a:lnTo>
                  <a:pt x="64476" y="84860"/>
                </a:lnTo>
                <a:cubicBezTo>
                  <a:pt x="67502" y="84860"/>
                  <a:pt x="67621" y="84736"/>
                  <a:pt x="68589" y="82375"/>
                </a:cubicBezTo>
                <a:cubicBezTo>
                  <a:pt x="69800" y="79019"/>
                  <a:pt x="78872" y="54916"/>
                  <a:pt x="78872" y="53922"/>
                </a:cubicBezTo>
                <a:cubicBezTo>
                  <a:pt x="78872" y="53550"/>
                  <a:pt x="78630" y="52183"/>
                  <a:pt x="76815" y="52183"/>
                </a:cubicBezTo>
                <a:cubicBezTo>
                  <a:pt x="75365" y="52183"/>
                  <a:pt x="75121" y="52805"/>
                  <a:pt x="74395" y="54793"/>
                </a:cubicBezTo>
                <a:cubicBezTo>
                  <a:pt x="69800" y="66594"/>
                  <a:pt x="64476" y="80385"/>
                  <a:pt x="42339" y="80385"/>
                </a:cubicBezTo>
                <a:lnTo>
                  <a:pt x="28671" y="80385"/>
                </a:lnTo>
                <a:cubicBezTo>
                  <a:pt x="24920" y="80385"/>
                  <a:pt x="24799" y="80262"/>
                  <a:pt x="24799" y="79143"/>
                </a:cubicBezTo>
                <a:cubicBezTo>
                  <a:pt x="24799" y="79019"/>
                  <a:pt x="24799" y="78397"/>
                  <a:pt x="25284" y="76535"/>
                </a:cubicBezTo>
                <a:lnTo>
                  <a:pt x="41493" y="101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3FA4718C-6412-457C-8DA4-5B7C415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403" y="992740"/>
            <a:ext cx="20217" cy="53157"/>
          </a:xfrm>
          <a:custGeom xmlns:a="http://schemas.openxmlformats.org/drawingml/2006/main">
            <a:pathLst>
              <a:path w="20217" h="53157">
                <a:moveTo>
                  <a:pt x="20217" y="18645"/>
                </a:moveTo>
                <a:cubicBezTo>
                  <a:pt x="20217" y="6926"/>
                  <a:pt x="15898" y="0"/>
                  <a:pt x="9158" y="0"/>
                </a:cubicBezTo>
                <a:cubicBezTo>
                  <a:pt x="3454" y="0"/>
                  <a:pt x="0" y="4438"/>
                  <a:pt x="0" y="9411"/>
                </a:cubicBezTo>
                <a:cubicBezTo>
                  <a:pt x="0" y="14207"/>
                  <a:pt x="3454" y="18821"/>
                  <a:pt x="9158" y="18821"/>
                </a:cubicBezTo>
                <a:cubicBezTo>
                  <a:pt x="11231" y="18821"/>
                  <a:pt x="13477" y="18111"/>
                  <a:pt x="15207" y="16515"/>
                </a:cubicBezTo>
                <a:cubicBezTo>
                  <a:pt x="15724" y="16157"/>
                  <a:pt x="15898" y="15981"/>
                  <a:pt x="16069" y="15981"/>
                </a:cubicBezTo>
                <a:cubicBezTo>
                  <a:pt x="16243" y="15981"/>
                  <a:pt x="16417" y="16157"/>
                  <a:pt x="16417" y="18645"/>
                </a:cubicBezTo>
                <a:cubicBezTo>
                  <a:pt x="16417" y="31814"/>
                  <a:pt x="10369" y="42489"/>
                  <a:pt x="4665" y="48361"/>
                </a:cubicBezTo>
                <a:cubicBezTo>
                  <a:pt x="2763" y="50318"/>
                  <a:pt x="2763" y="50672"/>
                  <a:pt x="2763" y="51206"/>
                </a:cubicBezTo>
                <a:cubicBezTo>
                  <a:pt x="2763" y="52447"/>
                  <a:pt x="3629" y="53157"/>
                  <a:pt x="4494" y="53157"/>
                </a:cubicBezTo>
                <a:cubicBezTo>
                  <a:pt x="6392" y="53157"/>
                  <a:pt x="20217" y="39465"/>
                  <a:pt x="20217" y="186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AE6FA9DD-3496-45E4-89C0-302110E3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3674" y="992740"/>
            <a:ext cx="18316" cy="18821"/>
          </a:xfrm>
          <a:custGeom xmlns:a="http://schemas.openxmlformats.org/drawingml/2006/main">
            <a:pathLst>
              <a:path w="18316" h="18821">
                <a:moveTo>
                  <a:pt x="18316" y="9411"/>
                </a:moveTo>
                <a:cubicBezTo>
                  <a:pt x="18316" y="4262"/>
                  <a:pt x="14171" y="0"/>
                  <a:pt x="9158" y="0"/>
                </a:cubicBezTo>
                <a:cubicBezTo>
                  <a:pt x="4146" y="0"/>
                  <a:pt x="0" y="4262"/>
                  <a:pt x="0" y="9411"/>
                </a:cubicBezTo>
                <a:cubicBezTo>
                  <a:pt x="0" y="14562"/>
                  <a:pt x="4146" y="18821"/>
                  <a:pt x="9158" y="18821"/>
                </a:cubicBezTo>
                <a:cubicBezTo>
                  <a:pt x="14171" y="18821"/>
                  <a:pt x="18316" y="14562"/>
                  <a:pt x="18316" y="94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D2C94DE1-6CA7-407B-9452-47E40B49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369" y="992740"/>
            <a:ext cx="18316" cy="18821"/>
          </a:xfrm>
          <a:custGeom xmlns:a="http://schemas.openxmlformats.org/drawingml/2006/main">
            <a:pathLst>
              <a:path w="18316" h="18821">
                <a:moveTo>
                  <a:pt x="18316" y="9411"/>
                </a:moveTo>
                <a:cubicBezTo>
                  <a:pt x="18316" y="4262"/>
                  <a:pt x="14171" y="0"/>
                  <a:pt x="9158" y="0"/>
                </a:cubicBezTo>
                <a:cubicBezTo>
                  <a:pt x="4146" y="0"/>
                  <a:pt x="0" y="4262"/>
                  <a:pt x="0" y="9411"/>
                </a:cubicBezTo>
                <a:cubicBezTo>
                  <a:pt x="0" y="14562"/>
                  <a:pt x="4146" y="18821"/>
                  <a:pt x="9158" y="18821"/>
                </a:cubicBezTo>
                <a:cubicBezTo>
                  <a:pt x="14171" y="18821"/>
                  <a:pt x="18316" y="14562"/>
                  <a:pt x="18316" y="94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B08CB2DA-E9F3-47A6-B518-446C565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234" y="992740"/>
            <a:ext cx="18316" cy="18821"/>
          </a:xfrm>
          <a:custGeom xmlns:a="http://schemas.openxmlformats.org/drawingml/2006/main">
            <a:pathLst>
              <a:path w="18316" h="18821">
                <a:moveTo>
                  <a:pt x="18316" y="9411"/>
                </a:moveTo>
                <a:cubicBezTo>
                  <a:pt x="18316" y="4262"/>
                  <a:pt x="14171" y="0"/>
                  <a:pt x="9158" y="0"/>
                </a:cubicBezTo>
                <a:cubicBezTo>
                  <a:pt x="4146" y="0"/>
                  <a:pt x="0" y="4262"/>
                  <a:pt x="0" y="9411"/>
                </a:cubicBezTo>
                <a:cubicBezTo>
                  <a:pt x="0" y="14562"/>
                  <a:pt x="4146" y="18821"/>
                  <a:pt x="9158" y="18821"/>
                </a:cubicBezTo>
                <a:cubicBezTo>
                  <a:pt x="14171" y="18821"/>
                  <a:pt x="18316" y="14562"/>
                  <a:pt x="18316" y="94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22EA9D6C-D514-41BA-AB2F-B7A08C9B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4100" y="992740"/>
            <a:ext cx="20217" cy="53157"/>
          </a:xfrm>
          <a:custGeom xmlns:a="http://schemas.openxmlformats.org/drawingml/2006/main">
            <a:pathLst>
              <a:path w="20217" h="53157">
                <a:moveTo>
                  <a:pt x="20217" y="18645"/>
                </a:moveTo>
                <a:cubicBezTo>
                  <a:pt x="20217" y="6926"/>
                  <a:pt x="15898" y="0"/>
                  <a:pt x="9158" y="0"/>
                </a:cubicBezTo>
                <a:cubicBezTo>
                  <a:pt x="3454" y="0"/>
                  <a:pt x="0" y="4438"/>
                  <a:pt x="0" y="9411"/>
                </a:cubicBezTo>
                <a:cubicBezTo>
                  <a:pt x="0" y="14207"/>
                  <a:pt x="3454" y="18821"/>
                  <a:pt x="9158" y="18821"/>
                </a:cubicBezTo>
                <a:cubicBezTo>
                  <a:pt x="11231" y="18821"/>
                  <a:pt x="13477" y="18111"/>
                  <a:pt x="15207" y="16515"/>
                </a:cubicBezTo>
                <a:cubicBezTo>
                  <a:pt x="15724" y="16157"/>
                  <a:pt x="15898" y="15981"/>
                  <a:pt x="16069" y="15981"/>
                </a:cubicBezTo>
                <a:cubicBezTo>
                  <a:pt x="16243" y="15981"/>
                  <a:pt x="16417" y="16157"/>
                  <a:pt x="16417" y="18645"/>
                </a:cubicBezTo>
                <a:cubicBezTo>
                  <a:pt x="16417" y="31814"/>
                  <a:pt x="10369" y="42489"/>
                  <a:pt x="4665" y="48361"/>
                </a:cubicBezTo>
                <a:cubicBezTo>
                  <a:pt x="2763" y="50318"/>
                  <a:pt x="2763" y="50672"/>
                  <a:pt x="2763" y="51206"/>
                </a:cubicBezTo>
                <a:cubicBezTo>
                  <a:pt x="2763" y="52447"/>
                  <a:pt x="3629" y="53157"/>
                  <a:pt x="4494" y="53157"/>
                </a:cubicBezTo>
                <a:cubicBezTo>
                  <a:pt x="6392" y="53157"/>
                  <a:pt x="20217" y="39465"/>
                  <a:pt x="20217" y="186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F8506960-5E4C-407A-B2F3-7BD0AFCA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0598" y="935085"/>
            <a:ext cx="93317" cy="78384"/>
          </a:xfrm>
          <a:custGeom xmlns:a="http://schemas.openxmlformats.org/drawingml/2006/main">
            <a:pathLst>
              <a:path w="93317" h="78384">
                <a:moveTo>
                  <a:pt x="41130" y="10302"/>
                </a:moveTo>
                <a:lnTo>
                  <a:pt x="60656" y="10302"/>
                </a:lnTo>
                <a:cubicBezTo>
                  <a:pt x="54952" y="36539"/>
                  <a:pt x="53399" y="44164"/>
                  <a:pt x="53399" y="56040"/>
                </a:cubicBezTo>
                <a:cubicBezTo>
                  <a:pt x="53399" y="58701"/>
                  <a:pt x="53399" y="63486"/>
                  <a:pt x="54782" y="69515"/>
                </a:cubicBezTo>
                <a:cubicBezTo>
                  <a:pt x="56508" y="77319"/>
                  <a:pt x="58409" y="78384"/>
                  <a:pt x="61002" y="78384"/>
                </a:cubicBezTo>
                <a:cubicBezTo>
                  <a:pt x="64459" y="78384"/>
                  <a:pt x="68087" y="75189"/>
                  <a:pt x="68087" y="71642"/>
                </a:cubicBezTo>
                <a:cubicBezTo>
                  <a:pt x="68087" y="70577"/>
                  <a:pt x="68087" y="70225"/>
                  <a:pt x="67050" y="67743"/>
                </a:cubicBezTo>
                <a:cubicBezTo>
                  <a:pt x="62038" y="54978"/>
                  <a:pt x="62038" y="43454"/>
                  <a:pt x="62038" y="38490"/>
                </a:cubicBezTo>
                <a:cubicBezTo>
                  <a:pt x="62038" y="29093"/>
                  <a:pt x="63248" y="19520"/>
                  <a:pt x="65149" y="10302"/>
                </a:cubicBezTo>
                <a:lnTo>
                  <a:pt x="84849" y="10302"/>
                </a:lnTo>
                <a:cubicBezTo>
                  <a:pt x="87096" y="10302"/>
                  <a:pt x="93317" y="10302"/>
                  <a:pt x="93317" y="4262"/>
                </a:cubicBezTo>
                <a:cubicBezTo>
                  <a:pt x="93317" y="0"/>
                  <a:pt x="89688" y="0"/>
                  <a:pt x="86405" y="0"/>
                </a:cubicBezTo>
                <a:lnTo>
                  <a:pt x="28513" y="0"/>
                </a:lnTo>
                <a:cubicBezTo>
                  <a:pt x="24713" y="0"/>
                  <a:pt x="18145" y="0"/>
                  <a:pt x="10542" y="8348"/>
                </a:cubicBezTo>
                <a:cubicBezTo>
                  <a:pt x="4494" y="15266"/>
                  <a:pt x="0" y="23419"/>
                  <a:pt x="0" y="24305"/>
                </a:cubicBezTo>
                <a:cubicBezTo>
                  <a:pt x="0" y="24484"/>
                  <a:pt x="0" y="26080"/>
                  <a:pt x="2073" y="26080"/>
                </a:cubicBezTo>
                <a:cubicBezTo>
                  <a:pt x="3457" y="26080"/>
                  <a:pt x="3802" y="25370"/>
                  <a:pt x="4839" y="23953"/>
                </a:cubicBezTo>
                <a:cubicBezTo>
                  <a:pt x="13306" y="10302"/>
                  <a:pt x="23329" y="10302"/>
                  <a:pt x="26786" y="10302"/>
                </a:cubicBezTo>
                <a:lnTo>
                  <a:pt x="36637" y="10302"/>
                </a:lnTo>
                <a:cubicBezTo>
                  <a:pt x="31105" y="31751"/>
                  <a:pt x="21776" y="53203"/>
                  <a:pt x="14516" y="69336"/>
                </a:cubicBezTo>
                <a:cubicBezTo>
                  <a:pt x="13135" y="71997"/>
                  <a:pt x="13135" y="72352"/>
                  <a:pt x="13135" y="73593"/>
                </a:cubicBezTo>
                <a:cubicBezTo>
                  <a:pt x="13135" y="76964"/>
                  <a:pt x="15898" y="78384"/>
                  <a:pt x="18145" y="78384"/>
                </a:cubicBezTo>
                <a:cubicBezTo>
                  <a:pt x="23329" y="78384"/>
                  <a:pt x="24713" y="73414"/>
                  <a:pt x="26786" y="66854"/>
                </a:cubicBezTo>
                <a:cubicBezTo>
                  <a:pt x="29206" y="58701"/>
                  <a:pt x="29206" y="58346"/>
                  <a:pt x="31453" y="49480"/>
                </a:cubicBezTo>
                <a:lnTo>
                  <a:pt x="41130" y="103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FE877361-34DE-4E34-ADC9-B50E397B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591" y="826092"/>
            <a:ext cx="31453" cy="124182"/>
          </a:xfrm>
          <a:custGeom xmlns:a="http://schemas.openxmlformats.org/drawingml/2006/main">
            <a:pathLst>
              <a:path w="31453" h="124182">
                <a:moveTo>
                  <a:pt x="29033" y="0"/>
                </a:moveTo>
                <a:cubicBezTo>
                  <a:pt x="6048" y="16659"/>
                  <a:pt x="0" y="43012"/>
                  <a:pt x="0" y="62031"/>
                </a:cubicBezTo>
                <a:cubicBezTo>
                  <a:pt x="0" y="79558"/>
                  <a:pt x="5081" y="106780"/>
                  <a:pt x="29033" y="124182"/>
                </a:cubicBezTo>
                <a:cubicBezTo>
                  <a:pt x="30000" y="124182"/>
                  <a:pt x="31453" y="124182"/>
                  <a:pt x="31453" y="122691"/>
                </a:cubicBezTo>
                <a:cubicBezTo>
                  <a:pt x="31453" y="121946"/>
                  <a:pt x="31089" y="121698"/>
                  <a:pt x="30241" y="120827"/>
                </a:cubicBezTo>
                <a:cubicBezTo>
                  <a:pt x="14154" y="105911"/>
                  <a:pt x="8227" y="84778"/>
                  <a:pt x="8227" y="62156"/>
                </a:cubicBezTo>
                <a:cubicBezTo>
                  <a:pt x="8227" y="28591"/>
                  <a:pt x="20687" y="12185"/>
                  <a:pt x="30605" y="2985"/>
                </a:cubicBezTo>
                <a:cubicBezTo>
                  <a:pt x="31089" y="2487"/>
                  <a:pt x="31453" y="2115"/>
                  <a:pt x="31453" y="1493"/>
                </a:cubicBezTo>
                <a:cubicBezTo>
                  <a:pt x="31453" y="0"/>
                  <a:pt x="30000" y="0"/>
                  <a:pt x="2903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01BCD01C-57D9-4C83-BC9D-B10F35BF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768" y="833016"/>
            <a:ext cx="59515" cy="87519"/>
          </a:xfrm>
          <a:custGeom xmlns:a="http://schemas.openxmlformats.org/drawingml/2006/main">
            <a:pathLst>
              <a:path w="59515" h="87519">
                <a:moveTo>
                  <a:pt x="28790" y="3729"/>
                </a:moveTo>
                <a:cubicBezTo>
                  <a:pt x="28912" y="3481"/>
                  <a:pt x="29273" y="1864"/>
                  <a:pt x="29273" y="1741"/>
                </a:cubicBezTo>
                <a:cubicBezTo>
                  <a:pt x="29273" y="1119"/>
                  <a:pt x="28790" y="0"/>
                  <a:pt x="27338" y="0"/>
                </a:cubicBezTo>
                <a:cubicBezTo>
                  <a:pt x="24919" y="0"/>
                  <a:pt x="14880" y="994"/>
                  <a:pt x="11855" y="1242"/>
                </a:cubicBezTo>
                <a:cubicBezTo>
                  <a:pt x="10887" y="1368"/>
                  <a:pt x="9192" y="1491"/>
                  <a:pt x="9192" y="4103"/>
                </a:cubicBezTo>
                <a:cubicBezTo>
                  <a:pt x="9192" y="5842"/>
                  <a:pt x="10887" y="5842"/>
                  <a:pt x="12338" y="5842"/>
                </a:cubicBezTo>
                <a:cubicBezTo>
                  <a:pt x="18145" y="5842"/>
                  <a:pt x="18145" y="6713"/>
                  <a:pt x="18145" y="7706"/>
                </a:cubicBezTo>
                <a:cubicBezTo>
                  <a:pt x="18145" y="8575"/>
                  <a:pt x="17903" y="9321"/>
                  <a:pt x="17661" y="10440"/>
                </a:cubicBezTo>
                <a:lnTo>
                  <a:pt x="604" y="80804"/>
                </a:lnTo>
                <a:cubicBezTo>
                  <a:pt x="0" y="83044"/>
                  <a:pt x="0" y="83293"/>
                  <a:pt x="0" y="83541"/>
                </a:cubicBezTo>
                <a:cubicBezTo>
                  <a:pt x="0" y="85406"/>
                  <a:pt x="1451" y="87519"/>
                  <a:pt x="4113" y="87519"/>
                </a:cubicBezTo>
                <a:cubicBezTo>
                  <a:pt x="7378" y="87519"/>
                  <a:pt x="8951" y="85034"/>
                  <a:pt x="9678" y="82297"/>
                </a:cubicBezTo>
                <a:cubicBezTo>
                  <a:pt x="9919" y="81800"/>
                  <a:pt x="15121" y="59910"/>
                  <a:pt x="15605" y="58167"/>
                </a:cubicBezTo>
                <a:cubicBezTo>
                  <a:pt x="24193" y="59037"/>
                  <a:pt x="31087" y="61900"/>
                  <a:pt x="31087" y="68367"/>
                </a:cubicBezTo>
                <a:cubicBezTo>
                  <a:pt x="31087" y="68989"/>
                  <a:pt x="31087" y="69612"/>
                  <a:pt x="30846" y="70854"/>
                </a:cubicBezTo>
                <a:cubicBezTo>
                  <a:pt x="30362" y="72720"/>
                  <a:pt x="30362" y="73342"/>
                  <a:pt x="30362" y="74710"/>
                </a:cubicBezTo>
                <a:cubicBezTo>
                  <a:pt x="30362" y="83541"/>
                  <a:pt x="37378" y="87519"/>
                  <a:pt x="43185" y="87519"/>
                </a:cubicBezTo>
                <a:cubicBezTo>
                  <a:pt x="54918" y="87519"/>
                  <a:pt x="58548" y="68616"/>
                  <a:pt x="58548" y="68491"/>
                </a:cubicBezTo>
                <a:cubicBezTo>
                  <a:pt x="58548" y="66875"/>
                  <a:pt x="56975" y="66875"/>
                  <a:pt x="56613" y="66875"/>
                </a:cubicBezTo>
                <a:cubicBezTo>
                  <a:pt x="54918" y="66875"/>
                  <a:pt x="54799" y="67497"/>
                  <a:pt x="54193" y="69860"/>
                </a:cubicBezTo>
                <a:cubicBezTo>
                  <a:pt x="52741" y="75209"/>
                  <a:pt x="49475" y="84038"/>
                  <a:pt x="43549" y="84038"/>
                </a:cubicBezTo>
                <a:cubicBezTo>
                  <a:pt x="40281" y="84038"/>
                  <a:pt x="39314" y="80929"/>
                  <a:pt x="39314" y="77570"/>
                </a:cubicBezTo>
                <a:cubicBezTo>
                  <a:pt x="39314" y="75457"/>
                  <a:pt x="39314" y="75209"/>
                  <a:pt x="40040" y="71975"/>
                </a:cubicBezTo>
                <a:cubicBezTo>
                  <a:pt x="40162" y="71601"/>
                  <a:pt x="40645" y="69487"/>
                  <a:pt x="40645" y="68119"/>
                </a:cubicBezTo>
                <a:cubicBezTo>
                  <a:pt x="40645" y="57048"/>
                  <a:pt x="26130" y="55307"/>
                  <a:pt x="21048" y="54933"/>
                </a:cubicBezTo>
                <a:cubicBezTo>
                  <a:pt x="24557" y="52695"/>
                  <a:pt x="29031" y="48590"/>
                  <a:pt x="31087" y="46726"/>
                </a:cubicBezTo>
                <a:cubicBezTo>
                  <a:pt x="37258" y="40759"/>
                  <a:pt x="43306" y="34919"/>
                  <a:pt x="50081" y="34919"/>
                </a:cubicBezTo>
                <a:cubicBezTo>
                  <a:pt x="51531" y="34919"/>
                  <a:pt x="53105" y="35290"/>
                  <a:pt x="54072" y="36533"/>
                </a:cubicBezTo>
                <a:cubicBezTo>
                  <a:pt x="48870" y="37403"/>
                  <a:pt x="47781" y="41629"/>
                  <a:pt x="47781" y="43494"/>
                </a:cubicBezTo>
                <a:cubicBezTo>
                  <a:pt x="47781" y="46229"/>
                  <a:pt x="49839" y="48093"/>
                  <a:pt x="52621" y="48093"/>
                </a:cubicBezTo>
                <a:cubicBezTo>
                  <a:pt x="55886" y="48093"/>
                  <a:pt x="59515" y="45358"/>
                  <a:pt x="59515" y="40138"/>
                </a:cubicBezTo>
                <a:cubicBezTo>
                  <a:pt x="59515" y="36036"/>
                  <a:pt x="56613" y="31436"/>
                  <a:pt x="50201" y="31436"/>
                </a:cubicBezTo>
                <a:cubicBezTo>
                  <a:pt x="43306" y="31436"/>
                  <a:pt x="37016" y="36533"/>
                  <a:pt x="30846" y="42375"/>
                </a:cubicBezTo>
                <a:cubicBezTo>
                  <a:pt x="25766" y="47348"/>
                  <a:pt x="21773" y="51202"/>
                  <a:pt x="16814" y="53317"/>
                </a:cubicBezTo>
                <a:lnTo>
                  <a:pt x="28790" y="37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BF299801-4ECA-48BB-848F-CBA268F2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9659" y="826092"/>
            <a:ext cx="31329" cy="124182"/>
          </a:xfrm>
          <a:custGeom xmlns:a="http://schemas.openxmlformats.org/drawingml/2006/main">
            <a:pathLst>
              <a:path w="31329" h="124182">
                <a:moveTo>
                  <a:pt x="2298" y="0"/>
                </a:moveTo>
                <a:cubicBezTo>
                  <a:pt x="1451" y="0"/>
                  <a:pt x="0" y="0"/>
                  <a:pt x="0" y="1493"/>
                </a:cubicBezTo>
                <a:cubicBezTo>
                  <a:pt x="0" y="2115"/>
                  <a:pt x="362" y="2487"/>
                  <a:pt x="1087" y="3357"/>
                </a:cubicBezTo>
                <a:cubicBezTo>
                  <a:pt x="11490" y="13178"/>
                  <a:pt x="23104" y="29959"/>
                  <a:pt x="23104" y="62031"/>
                </a:cubicBezTo>
                <a:cubicBezTo>
                  <a:pt x="23104" y="88010"/>
                  <a:pt x="15241" y="107650"/>
                  <a:pt x="2176" y="119833"/>
                </a:cubicBezTo>
                <a:cubicBezTo>
                  <a:pt x="119" y="121946"/>
                  <a:pt x="0" y="122069"/>
                  <a:pt x="0" y="122691"/>
                </a:cubicBezTo>
                <a:cubicBezTo>
                  <a:pt x="0" y="123314"/>
                  <a:pt x="362" y="124182"/>
                  <a:pt x="1572" y="124182"/>
                </a:cubicBezTo>
                <a:cubicBezTo>
                  <a:pt x="3023" y="124182"/>
                  <a:pt x="14515" y="115979"/>
                  <a:pt x="22499" y="100441"/>
                </a:cubicBezTo>
                <a:cubicBezTo>
                  <a:pt x="27822" y="90123"/>
                  <a:pt x="31329" y="76698"/>
                  <a:pt x="31329" y="62156"/>
                </a:cubicBezTo>
                <a:cubicBezTo>
                  <a:pt x="31329" y="44628"/>
                  <a:pt x="26249" y="17404"/>
                  <a:pt x="229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C47E40C7-4D4F-4867-AD47-0D456759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834" y="978891"/>
            <a:ext cx="78872" cy="84860"/>
          </a:xfrm>
          <a:custGeom xmlns:a="http://schemas.openxmlformats.org/drawingml/2006/main">
            <a:pathLst>
              <a:path w="78872" h="84860">
                <a:moveTo>
                  <a:pt x="41493" y="10189"/>
                </a:moveTo>
                <a:cubicBezTo>
                  <a:pt x="42582" y="5717"/>
                  <a:pt x="42945" y="4474"/>
                  <a:pt x="54073" y="4474"/>
                </a:cubicBezTo>
                <a:cubicBezTo>
                  <a:pt x="57824" y="4474"/>
                  <a:pt x="59033" y="4474"/>
                  <a:pt x="59033" y="1739"/>
                </a:cubicBezTo>
                <a:cubicBezTo>
                  <a:pt x="59033" y="1616"/>
                  <a:pt x="58913" y="0"/>
                  <a:pt x="56976" y="0"/>
                </a:cubicBezTo>
                <a:cubicBezTo>
                  <a:pt x="54196" y="0"/>
                  <a:pt x="50928" y="249"/>
                  <a:pt x="48025" y="372"/>
                </a:cubicBezTo>
                <a:cubicBezTo>
                  <a:pt x="45002" y="497"/>
                  <a:pt x="41372" y="497"/>
                  <a:pt x="38347" y="497"/>
                </a:cubicBezTo>
                <a:cubicBezTo>
                  <a:pt x="35807" y="497"/>
                  <a:pt x="32542" y="372"/>
                  <a:pt x="30000" y="372"/>
                </a:cubicBezTo>
                <a:cubicBezTo>
                  <a:pt x="27461" y="372"/>
                  <a:pt x="24557" y="0"/>
                  <a:pt x="22139" y="0"/>
                </a:cubicBezTo>
                <a:cubicBezTo>
                  <a:pt x="21412" y="0"/>
                  <a:pt x="19597" y="0"/>
                  <a:pt x="19597" y="2735"/>
                </a:cubicBezTo>
                <a:cubicBezTo>
                  <a:pt x="19597" y="4474"/>
                  <a:pt x="21050" y="4474"/>
                  <a:pt x="23470" y="4474"/>
                </a:cubicBezTo>
                <a:cubicBezTo>
                  <a:pt x="23590" y="4474"/>
                  <a:pt x="25888" y="4474"/>
                  <a:pt x="28066" y="4723"/>
                </a:cubicBezTo>
                <a:cubicBezTo>
                  <a:pt x="30606" y="4971"/>
                  <a:pt x="30848" y="5220"/>
                  <a:pt x="30848" y="6462"/>
                </a:cubicBezTo>
                <a:cubicBezTo>
                  <a:pt x="30848" y="6711"/>
                  <a:pt x="30848" y="7331"/>
                  <a:pt x="30364" y="9195"/>
                </a:cubicBezTo>
                <a:lnTo>
                  <a:pt x="14276" y="75167"/>
                </a:lnTo>
                <a:cubicBezTo>
                  <a:pt x="13187" y="79391"/>
                  <a:pt x="12945" y="80385"/>
                  <a:pt x="3631" y="80385"/>
                </a:cubicBezTo>
                <a:cubicBezTo>
                  <a:pt x="1573" y="80385"/>
                  <a:pt x="0" y="80385"/>
                  <a:pt x="0" y="82995"/>
                </a:cubicBezTo>
                <a:cubicBezTo>
                  <a:pt x="0" y="84860"/>
                  <a:pt x="1453" y="84860"/>
                  <a:pt x="3631" y="84860"/>
                </a:cubicBezTo>
                <a:lnTo>
                  <a:pt x="64476" y="84860"/>
                </a:lnTo>
                <a:cubicBezTo>
                  <a:pt x="67502" y="84860"/>
                  <a:pt x="67621" y="84736"/>
                  <a:pt x="68589" y="82375"/>
                </a:cubicBezTo>
                <a:cubicBezTo>
                  <a:pt x="69800" y="79019"/>
                  <a:pt x="78872" y="54916"/>
                  <a:pt x="78872" y="53922"/>
                </a:cubicBezTo>
                <a:cubicBezTo>
                  <a:pt x="78872" y="53550"/>
                  <a:pt x="78630" y="52183"/>
                  <a:pt x="76815" y="52183"/>
                </a:cubicBezTo>
                <a:cubicBezTo>
                  <a:pt x="75365" y="52183"/>
                  <a:pt x="75121" y="52805"/>
                  <a:pt x="74395" y="54793"/>
                </a:cubicBezTo>
                <a:cubicBezTo>
                  <a:pt x="69800" y="66594"/>
                  <a:pt x="64476" y="80385"/>
                  <a:pt x="42339" y="80385"/>
                </a:cubicBezTo>
                <a:lnTo>
                  <a:pt x="28671" y="80385"/>
                </a:lnTo>
                <a:cubicBezTo>
                  <a:pt x="24920" y="80385"/>
                  <a:pt x="24799" y="80262"/>
                  <a:pt x="24799" y="79143"/>
                </a:cubicBezTo>
                <a:cubicBezTo>
                  <a:pt x="24799" y="79019"/>
                  <a:pt x="24799" y="78397"/>
                  <a:pt x="25284" y="76535"/>
                </a:cubicBezTo>
                <a:lnTo>
                  <a:pt x="41493" y="101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3D7820DD-B60F-40D3-BB7F-B7A5E53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586" y="992740"/>
            <a:ext cx="20217" cy="53157"/>
          </a:xfrm>
          <a:custGeom xmlns:a="http://schemas.openxmlformats.org/drawingml/2006/main">
            <a:pathLst>
              <a:path w="20217" h="53157">
                <a:moveTo>
                  <a:pt x="20217" y="18645"/>
                </a:moveTo>
                <a:cubicBezTo>
                  <a:pt x="20217" y="6926"/>
                  <a:pt x="15898" y="0"/>
                  <a:pt x="9158" y="0"/>
                </a:cubicBezTo>
                <a:cubicBezTo>
                  <a:pt x="3454" y="0"/>
                  <a:pt x="0" y="4438"/>
                  <a:pt x="0" y="9411"/>
                </a:cubicBezTo>
                <a:cubicBezTo>
                  <a:pt x="0" y="14207"/>
                  <a:pt x="3454" y="18821"/>
                  <a:pt x="9158" y="18821"/>
                </a:cubicBezTo>
                <a:cubicBezTo>
                  <a:pt x="11231" y="18821"/>
                  <a:pt x="13477" y="18111"/>
                  <a:pt x="15207" y="16515"/>
                </a:cubicBezTo>
                <a:cubicBezTo>
                  <a:pt x="15724" y="16157"/>
                  <a:pt x="15898" y="15981"/>
                  <a:pt x="16069" y="15981"/>
                </a:cubicBezTo>
                <a:cubicBezTo>
                  <a:pt x="16243" y="15981"/>
                  <a:pt x="16417" y="16157"/>
                  <a:pt x="16417" y="18645"/>
                </a:cubicBezTo>
                <a:cubicBezTo>
                  <a:pt x="16417" y="31814"/>
                  <a:pt x="10369" y="42489"/>
                  <a:pt x="4665" y="48361"/>
                </a:cubicBezTo>
                <a:cubicBezTo>
                  <a:pt x="2763" y="50318"/>
                  <a:pt x="2763" y="50672"/>
                  <a:pt x="2763" y="51206"/>
                </a:cubicBezTo>
                <a:cubicBezTo>
                  <a:pt x="2763" y="52447"/>
                  <a:pt x="3629" y="53157"/>
                  <a:pt x="4494" y="53157"/>
                </a:cubicBezTo>
                <a:cubicBezTo>
                  <a:pt x="6392" y="53157"/>
                  <a:pt x="20217" y="39465"/>
                  <a:pt x="20217" y="186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13BA1671-8488-4F9B-AFE8-D51EF4C8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856" y="992740"/>
            <a:ext cx="18316" cy="18821"/>
          </a:xfrm>
          <a:custGeom xmlns:a="http://schemas.openxmlformats.org/drawingml/2006/main">
            <a:pathLst>
              <a:path w="18316" h="18821">
                <a:moveTo>
                  <a:pt x="18316" y="9411"/>
                </a:moveTo>
                <a:cubicBezTo>
                  <a:pt x="18316" y="4262"/>
                  <a:pt x="14171" y="0"/>
                  <a:pt x="9158" y="0"/>
                </a:cubicBezTo>
                <a:cubicBezTo>
                  <a:pt x="4146" y="0"/>
                  <a:pt x="0" y="4262"/>
                  <a:pt x="0" y="9411"/>
                </a:cubicBezTo>
                <a:cubicBezTo>
                  <a:pt x="0" y="14562"/>
                  <a:pt x="4146" y="18821"/>
                  <a:pt x="9158" y="18821"/>
                </a:cubicBezTo>
                <a:cubicBezTo>
                  <a:pt x="14171" y="18821"/>
                  <a:pt x="18316" y="14562"/>
                  <a:pt x="18316" y="94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8865AFFC-2403-4778-8624-1CB3AC6A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549" y="992740"/>
            <a:ext cx="18316" cy="18821"/>
          </a:xfrm>
          <a:custGeom xmlns:a="http://schemas.openxmlformats.org/drawingml/2006/main">
            <a:pathLst>
              <a:path w="18316" h="18821">
                <a:moveTo>
                  <a:pt x="18316" y="9411"/>
                </a:moveTo>
                <a:cubicBezTo>
                  <a:pt x="18316" y="4262"/>
                  <a:pt x="14171" y="0"/>
                  <a:pt x="9158" y="0"/>
                </a:cubicBezTo>
                <a:cubicBezTo>
                  <a:pt x="4146" y="0"/>
                  <a:pt x="0" y="4262"/>
                  <a:pt x="0" y="9411"/>
                </a:cubicBezTo>
                <a:cubicBezTo>
                  <a:pt x="0" y="14562"/>
                  <a:pt x="4146" y="18821"/>
                  <a:pt x="9158" y="18821"/>
                </a:cubicBezTo>
                <a:cubicBezTo>
                  <a:pt x="14171" y="18821"/>
                  <a:pt x="18316" y="14562"/>
                  <a:pt x="18316" y="94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EA5D542D-599F-44F2-9319-7E17B49B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415" y="992740"/>
            <a:ext cx="18316" cy="18821"/>
          </a:xfrm>
          <a:custGeom xmlns:a="http://schemas.openxmlformats.org/drawingml/2006/main">
            <a:pathLst>
              <a:path w="18316" h="18821">
                <a:moveTo>
                  <a:pt x="18316" y="9411"/>
                </a:moveTo>
                <a:cubicBezTo>
                  <a:pt x="18316" y="4262"/>
                  <a:pt x="14171" y="0"/>
                  <a:pt x="9158" y="0"/>
                </a:cubicBezTo>
                <a:cubicBezTo>
                  <a:pt x="4146" y="0"/>
                  <a:pt x="0" y="4262"/>
                  <a:pt x="0" y="9411"/>
                </a:cubicBezTo>
                <a:cubicBezTo>
                  <a:pt x="0" y="14562"/>
                  <a:pt x="4146" y="18821"/>
                  <a:pt x="9158" y="18821"/>
                </a:cubicBezTo>
                <a:cubicBezTo>
                  <a:pt x="14171" y="18821"/>
                  <a:pt x="18316" y="14562"/>
                  <a:pt x="18316" y="94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FDC048FC-2FE2-48DA-A838-678059EB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281" y="992740"/>
            <a:ext cx="20217" cy="53157"/>
          </a:xfrm>
          <a:custGeom xmlns:a="http://schemas.openxmlformats.org/drawingml/2006/main">
            <a:pathLst>
              <a:path w="20217" h="53157">
                <a:moveTo>
                  <a:pt x="20217" y="18645"/>
                </a:moveTo>
                <a:cubicBezTo>
                  <a:pt x="20217" y="6926"/>
                  <a:pt x="15898" y="0"/>
                  <a:pt x="9158" y="0"/>
                </a:cubicBezTo>
                <a:cubicBezTo>
                  <a:pt x="3454" y="0"/>
                  <a:pt x="0" y="4438"/>
                  <a:pt x="0" y="9411"/>
                </a:cubicBezTo>
                <a:cubicBezTo>
                  <a:pt x="0" y="14207"/>
                  <a:pt x="3454" y="18821"/>
                  <a:pt x="9158" y="18821"/>
                </a:cubicBezTo>
                <a:cubicBezTo>
                  <a:pt x="11231" y="18821"/>
                  <a:pt x="13477" y="18111"/>
                  <a:pt x="15207" y="16515"/>
                </a:cubicBezTo>
                <a:cubicBezTo>
                  <a:pt x="15724" y="16157"/>
                  <a:pt x="15898" y="15981"/>
                  <a:pt x="16069" y="15981"/>
                </a:cubicBezTo>
                <a:cubicBezTo>
                  <a:pt x="16243" y="15981"/>
                  <a:pt x="16417" y="16157"/>
                  <a:pt x="16417" y="18645"/>
                </a:cubicBezTo>
                <a:cubicBezTo>
                  <a:pt x="16417" y="31814"/>
                  <a:pt x="10369" y="42489"/>
                  <a:pt x="4665" y="48361"/>
                </a:cubicBezTo>
                <a:cubicBezTo>
                  <a:pt x="2763" y="50318"/>
                  <a:pt x="2763" y="50672"/>
                  <a:pt x="2763" y="51206"/>
                </a:cubicBezTo>
                <a:cubicBezTo>
                  <a:pt x="2763" y="52447"/>
                  <a:pt x="3629" y="53157"/>
                  <a:pt x="4494" y="53157"/>
                </a:cubicBezTo>
                <a:cubicBezTo>
                  <a:pt x="6392" y="53157"/>
                  <a:pt x="20217" y="39465"/>
                  <a:pt x="20217" y="186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684747C0-FF93-4DEC-B8C0-F6F78EB2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778" y="935085"/>
            <a:ext cx="93317" cy="78384"/>
          </a:xfrm>
          <a:custGeom xmlns:a="http://schemas.openxmlformats.org/drawingml/2006/main">
            <a:pathLst>
              <a:path w="93317" h="78384">
                <a:moveTo>
                  <a:pt x="41130" y="10302"/>
                </a:moveTo>
                <a:lnTo>
                  <a:pt x="60656" y="10302"/>
                </a:lnTo>
                <a:cubicBezTo>
                  <a:pt x="54952" y="36539"/>
                  <a:pt x="53399" y="44164"/>
                  <a:pt x="53399" y="56040"/>
                </a:cubicBezTo>
                <a:cubicBezTo>
                  <a:pt x="53399" y="58701"/>
                  <a:pt x="53399" y="63486"/>
                  <a:pt x="54782" y="69515"/>
                </a:cubicBezTo>
                <a:cubicBezTo>
                  <a:pt x="56508" y="77319"/>
                  <a:pt x="58409" y="78384"/>
                  <a:pt x="61002" y="78384"/>
                </a:cubicBezTo>
                <a:cubicBezTo>
                  <a:pt x="64459" y="78384"/>
                  <a:pt x="68087" y="75189"/>
                  <a:pt x="68087" y="71642"/>
                </a:cubicBezTo>
                <a:cubicBezTo>
                  <a:pt x="68087" y="70577"/>
                  <a:pt x="68087" y="70225"/>
                  <a:pt x="67050" y="67743"/>
                </a:cubicBezTo>
                <a:cubicBezTo>
                  <a:pt x="62038" y="54978"/>
                  <a:pt x="62038" y="43454"/>
                  <a:pt x="62038" y="38490"/>
                </a:cubicBezTo>
                <a:cubicBezTo>
                  <a:pt x="62038" y="29093"/>
                  <a:pt x="63248" y="19520"/>
                  <a:pt x="65149" y="10302"/>
                </a:cubicBezTo>
                <a:lnTo>
                  <a:pt x="84849" y="10302"/>
                </a:lnTo>
                <a:cubicBezTo>
                  <a:pt x="87096" y="10302"/>
                  <a:pt x="93317" y="10302"/>
                  <a:pt x="93317" y="4262"/>
                </a:cubicBezTo>
                <a:cubicBezTo>
                  <a:pt x="93317" y="0"/>
                  <a:pt x="89688" y="0"/>
                  <a:pt x="86405" y="0"/>
                </a:cubicBezTo>
                <a:lnTo>
                  <a:pt x="28513" y="0"/>
                </a:lnTo>
                <a:cubicBezTo>
                  <a:pt x="24713" y="0"/>
                  <a:pt x="18145" y="0"/>
                  <a:pt x="10542" y="8348"/>
                </a:cubicBezTo>
                <a:cubicBezTo>
                  <a:pt x="4494" y="15266"/>
                  <a:pt x="0" y="23419"/>
                  <a:pt x="0" y="24305"/>
                </a:cubicBezTo>
                <a:cubicBezTo>
                  <a:pt x="0" y="24484"/>
                  <a:pt x="0" y="26080"/>
                  <a:pt x="2073" y="26080"/>
                </a:cubicBezTo>
                <a:cubicBezTo>
                  <a:pt x="3457" y="26080"/>
                  <a:pt x="3802" y="25370"/>
                  <a:pt x="4839" y="23953"/>
                </a:cubicBezTo>
                <a:cubicBezTo>
                  <a:pt x="13306" y="10302"/>
                  <a:pt x="23329" y="10302"/>
                  <a:pt x="26786" y="10302"/>
                </a:cubicBezTo>
                <a:lnTo>
                  <a:pt x="36637" y="10302"/>
                </a:lnTo>
                <a:cubicBezTo>
                  <a:pt x="31105" y="31751"/>
                  <a:pt x="21776" y="53203"/>
                  <a:pt x="14516" y="69336"/>
                </a:cubicBezTo>
                <a:cubicBezTo>
                  <a:pt x="13135" y="71997"/>
                  <a:pt x="13135" y="72352"/>
                  <a:pt x="13135" y="73593"/>
                </a:cubicBezTo>
                <a:cubicBezTo>
                  <a:pt x="13135" y="76964"/>
                  <a:pt x="15898" y="78384"/>
                  <a:pt x="18145" y="78384"/>
                </a:cubicBezTo>
                <a:cubicBezTo>
                  <a:pt x="23329" y="78384"/>
                  <a:pt x="24713" y="73414"/>
                  <a:pt x="26786" y="66854"/>
                </a:cubicBezTo>
                <a:cubicBezTo>
                  <a:pt x="29206" y="58701"/>
                  <a:pt x="29206" y="58346"/>
                  <a:pt x="31453" y="49480"/>
                </a:cubicBezTo>
                <a:lnTo>
                  <a:pt x="41130" y="103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8CC1CA68-F961-4D98-9381-90BF04A7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2753" y="826092"/>
            <a:ext cx="31453" cy="124182"/>
          </a:xfrm>
          <a:custGeom xmlns:a="http://schemas.openxmlformats.org/drawingml/2006/main">
            <a:pathLst>
              <a:path w="31453" h="124182">
                <a:moveTo>
                  <a:pt x="29033" y="0"/>
                </a:moveTo>
                <a:cubicBezTo>
                  <a:pt x="6048" y="16659"/>
                  <a:pt x="0" y="43012"/>
                  <a:pt x="0" y="62031"/>
                </a:cubicBezTo>
                <a:cubicBezTo>
                  <a:pt x="0" y="79558"/>
                  <a:pt x="5081" y="106780"/>
                  <a:pt x="29033" y="124182"/>
                </a:cubicBezTo>
                <a:cubicBezTo>
                  <a:pt x="30000" y="124182"/>
                  <a:pt x="31453" y="124182"/>
                  <a:pt x="31453" y="122691"/>
                </a:cubicBezTo>
                <a:cubicBezTo>
                  <a:pt x="31453" y="121946"/>
                  <a:pt x="31089" y="121698"/>
                  <a:pt x="30241" y="120827"/>
                </a:cubicBezTo>
                <a:cubicBezTo>
                  <a:pt x="14154" y="105911"/>
                  <a:pt x="8227" y="84778"/>
                  <a:pt x="8227" y="62156"/>
                </a:cubicBezTo>
                <a:cubicBezTo>
                  <a:pt x="8227" y="28591"/>
                  <a:pt x="20687" y="12185"/>
                  <a:pt x="30605" y="2985"/>
                </a:cubicBezTo>
                <a:cubicBezTo>
                  <a:pt x="31089" y="2487"/>
                  <a:pt x="31453" y="2115"/>
                  <a:pt x="31453" y="1493"/>
                </a:cubicBezTo>
                <a:cubicBezTo>
                  <a:pt x="31453" y="0"/>
                  <a:pt x="30000" y="0"/>
                  <a:pt x="2903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1B79D82F-07AD-491C-AAE5-D1FBDE47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04" y="834468"/>
            <a:ext cx="110081" cy="84852"/>
          </a:xfrm>
          <a:custGeom xmlns:a="http://schemas.openxmlformats.org/drawingml/2006/main">
            <a:pathLst>
              <a:path w="110081" h="84852">
                <a:moveTo>
                  <a:pt x="60847" y="34911"/>
                </a:moveTo>
                <a:cubicBezTo>
                  <a:pt x="60364" y="33917"/>
                  <a:pt x="60122" y="33545"/>
                  <a:pt x="60122" y="33420"/>
                </a:cubicBezTo>
                <a:cubicBezTo>
                  <a:pt x="60122" y="33172"/>
                  <a:pt x="60242" y="33049"/>
                  <a:pt x="63026" y="31061"/>
                </a:cubicBezTo>
                <a:lnTo>
                  <a:pt x="75243" y="22239"/>
                </a:lnTo>
                <a:cubicBezTo>
                  <a:pt x="91211" y="10686"/>
                  <a:pt x="98711" y="5222"/>
                  <a:pt x="107299" y="4476"/>
                </a:cubicBezTo>
                <a:cubicBezTo>
                  <a:pt x="108630" y="4351"/>
                  <a:pt x="110081" y="4228"/>
                  <a:pt x="110081" y="1741"/>
                </a:cubicBezTo>
                <a:cubicBezTo>
                  <a:pt x="110081" y="747"/>
                  <a:pt x="109235" y="125"/>
                  <a:pt x="108508" y="125"/>
                </a:cubicBezTo>
                <a:cubicBezTo>
                  <a:pt x="105969" y="125"/>
                  <a:pt x="102823" y="499"/>
                  <a:pt x="100162" y="499"/>
                </a:cubicBezTo>
                <a:cubicBezTo>
                  <a:pt x="96896" y="499"/>
                  <a:pt x="88791" y="0"/>
                  <a:pt x="85526" y="0"/>
                </a:cubicBezTo>
                <a:cubicBezTo>
                  <a:pt x="84799" y="0"/>
                  <a:pt x="82984" y="0"/>
                  <a:pt x="82984" y="2735"/>
                </a:cubicBezTo>
                <a:cubicBezTo>
                  <a:pt x="82984" y="2860"/>
                  <a:pt x="82984" y="4351"/>
                  <a:pt x="84799" y="4476"/>
                </a:cubicBezTo>
                <a:cubicBezTo>
                  <a:pt x="86252" y="4600"/>
                  <a:pt x="87824" y="4848"/>
                  <a:pt x="87824" y="6216"/>
                </a:cubicBezTo>
                <a:cubicBezTo>
                  <a:pt x="87824" y="8452"/>
                  <a:pt x="84073" y="11183"/>
                  <a:pt x="82501" y="12302"/>
                </a:cubicBezTo>
                <a:lnTo>
                  <a:pt x="32059" y="48824"/>
                </a:lnTo>
                <a:lnTo>
                  <a:pt x="41614" y="9692"/>
                </a:lnTo>
                <a:cubicBezTo>
                  <a:pt x="42703" y="5470"/>
                  <a:pt x="42823" y="4476"/>
                  <a:pt x="52259" y="4476"/>
                </a:cubicBezTo>
                <a:cubicBezTo>
                  <a:pt x="54196" y="4476"/>
                  <a:pt x="55888" y="4476"/>
                  <a:pt x="55888" y="1866"/>
                </a:cubicBezTo>
                <a:cubicBezTo>
                  <a:pt x="55888" y="747"/>
                  <a:pt x="55163" y="0"/>
                  <a:pt x="53953" y="0"/>
                </a:cubicBezTo>
                <a:cubicBezTo>
                  <a:pt x="50445" y="0"/>
                  <a:pt x="41614" y="499"/>
                  <a:pt x="38106" y="499"/>
                </a:cubicBezTo>
                <a:cubicBezTo>
                  <a:pt x="36049" y="499"/>
                  <a:pt x="31815" y="499"/>
                  <a:pt x="29758" y="374"/>
                </a:cubicBezTo>
                <a:cubicBezTo>
                  <a:pt x="27340" y="250"/>
                  <a:pt x="24437" y="0"/>
                  <a:pt x="22139" y="0"/>
                </a:cubicBezTo>
                <a:cubicBezTo>
                  <a:pt x="21412" y="0"/>
                  <a:pt x="19597" y="0"/>
                  <a:pt x="19597" y="2735"/>
                </a:cubicBezTo>
                <a:cubicBezTo>
                  <a:pt x="19597" y="4476"/>
                  <a:pt x="20928" y="4476"/>
                  <a:pt x="23590" y="4476"/>
                </a:cubicBezTo>
                <a:cubicBezTo>
                  <a:pt x="25526" y="4476"/>
                  <a:pt x="26009" y="4476"/>
                  <a:pt x="28186" y="4725"/>
                </a:cubicBezTo>
                <a:cubicBezTo>
                  <a:pt x="30606" y="4973"/>
                  <a:pt x="30848" y="5222"/>
                  <a:pt x="30848" y="6464"/>
                </a:cubicBezTo>
                <a:cubicBezTo>
                  <a:pt x="30848" y="6713"/>
                  <a:pt x="30848" y="7333"/>
                  <a:pt x="30364" y="9195"/>
                </a:cubicBezTo>
                <a:lnTo>
                  <a:pt x="14276" y="75160"/>
                </a:lnTo>
                <a:cubicBezTo>
                  <a:pt x="13306" y="79384"/>
                  <a:pt x="13065" y="80377"/>
                  <a:pt x="3631" y="80377"/>
                </a:cubicBezTo>
                <a:cubicBezTo>
                  <a:pt x="1453" y="80377"/>
                  <a:pt x="0" y="80377"/>
                  <a:pt x="0" y="83113"/>
                </a:cubicBezTo>
                <a:cubicBezTo>
                  <a:pt x="0" y="83238"/>
                  <a:pt x="0" y="84852"/>
                  <a:pt x="1937" y="84852"/>
                </a:cubicBezTo>
                <a:cubicBezTo>
                  <a:pt x="5446" y="84852"/>
                  <a:pt x="14154" y="84355"/>
                  <a:pt x="17663" y="84355"/>
                </a:cubicBezTo>
                <a:cubicBezTo>
                  <a:pt x="19719" y="84355"/>
                  <a:pt x="23953" y="84355"/>
                  <a:pt x="26009" y="84480"/>
                </a:cubicBezTo>
                <a:cubicBezTo>
                  <a:pt x="28428" y="84603"/>
                  <a:pt x="31453" y="84852"/>
                  <a:pt x="33751" y="84852"/>
                </a:cubicBezTo>
                <a:cubicBezTo>
                  <a:pt x="34476" y="84852"/>
                  <a:pt x="36291" y="84852"/>
                  <a:pt x="36291" y="82119"/>
                </a:cubicBezTo>
                <a:cubicBezTo>
                  <a:pt x="36291" y="80377"/>
                  <a:pt x="34840" y="80377"/>
                  <a:pt x="32420" y="80377"/>
                </a:cubicBezTo>
                <a:cubicBezTo>
                  <a:pt x="32300" y="80377"/>
                  <a:pt x="30000" y="80377"/>
                  <a:pt x="27824" y="80129"/>
                </a:cubicBezTo>
                <a:cubicBezTo>
                  <a:pt x="25041" y="79881"/>
                  <a:pt x="25041" y="79509"/>
                  <a:pt x="25041" y="78266"/>
                </a:cubicBezTo>
                <a:cubicBezTo>
                  <a:pt x="25041" y="77273"/>
                  <a:pt x="26252" y="72677"/>
                  <a:pt x="30727" y="54415"/>
                </a:cubicBezTo>
                <a:lnTo>
                  <a:pt x="50809" y="39881"/>
                </a:lnTo>
                <a:lnTo>
                  <a:pt x="68347" y="74788"/>
                </a:lnTo>
                <a:cubicBezTo>
                  <a:pt x="69195" y="76402"/>
                  <a:pt x="69195" y="76527"/>
                  <a:pt x="69195" y="77147"/>
                </a:cubicBezTo>
                <a:cubicBezTo>
                  <a:pt x="69195" y="80006"/>
                  <a:pt x="65808" y="80377"/>
                  <a:pt x="63629" y="80377"/>
                </a:cubicBezTo>
                <a:cubicBezTo>
                  <a:pt x="62178" y="80377"/>
                  <a:pt x="60486" y="80377"/>
                  <a:pt x="60486" y="83113"/>
                </a:cubicBezTo>
                <a:cubicBezTo>
                  <a:pt x="60486" y="83238"/>
                  <a:pt x="60606" y="84852"/>
                  <a:pt x="62542" y="84852"/>
                </a:cubicBezTo>
                <a:cubicBezTo>
                  <a:pt x="65929" y="84852"/>
                  <a:pt x="74638" y="84355"/>
                  <a:pt x="78025" y="84355"/>
                </a:cubicBezTo>
                <a:cubicBezTo>
                  <a:pt x="81653" y="84355"/>
                  <a:pt x="86493" y="84852"/>
                  <a:pt x="89880" y="84852"/>
                </a:cubicBezTo>
                <a:cubicBezTo>
                  <a:pt x="91453" y="84852"/>
                  <a:pt x="92300" y="83983"/>
                  <a:pt x="92300" y="82242"/>
                </a:cubicBezTo>
                <a:cubicBezTo>
                  <a:pt x="92300" y="80377"/>
                  <a:pt x="90728" y="80377"/>
                  <a:pt x="89517" y="80377"/>
                </a:cubicBezTo>
                <a:cubicBezTo>
                  <a:pt x="87340" y="80377"/>
                  <a:pt x="83589" y="80254"/>
                  <a:pt x="81533" y="76279"/>
                </a:cubicBezTo>
                <a:lnTo>
                  <a:pt x="60847" y="349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54E338F7-69BA-4B20-B7D3-02D46211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6043" y="826092"/>
            <a:ext cx="31329" cy="124182"/>
          </a:xfrm>
          <a:custGeom xmlns:a="http://schemas.openxmlformats.org/drawingml/2006/main">
            <a:pathLst>
              <a:path w="31329" h="124182">
                <a:moveTo>
                  <a:pt x="2298" y="0"/>
                </a:moveTo>
                <a:cubicBezTo>
                  <a:pt x="1451" y="0"/>
                  <a:pt x="0" y="0"/>
                  <a:pt x="0" y="1493"/>
                </a:cubicBezTo>
                <a:cubicBezTo>
                  <a:pt x="0" y="2115"/>
                  <a:pt x="362" y="2487"/>
                  <a:pt x="1087" y="3357"/>
                </a:cubicBezTo>
                <a:cubicBezTo>
                  <a:pt x="11490" y="13178"/>
                  <a:pt x="23104" y="29959"/>
                  <a:pt x="23104" y="62031"/>
                </a:cubicBezTo>
                <a:cubicBezTo>
                  <a:pt x="23104" y="88010"/>
                  <a:pt x="15241" y="107650"/>
                  <a:pt x="2176" y="119833"/>
                </a:cubicBezTo>
                <a:cubicBezTo>
                  <a:pt x="119" y="121946"/>
                  <a:pt x="0" y="122069"/>
                  <a:pt x="0" y="122691"/>
                </a:cubicBezTo>
                <a:cubicBezTo>
                  <a:pt x="0" y="123314"/>
                  <a:pt x="362" y="124182"/>
                  <a:pt x="1572" y="124182"/>
                </a:cubicBezTo>
                <a:cubicBezTo>
                  <a:pt x="3023" y="124182"/>
                  <a:pt x="14515" y="115979"/>
                  <a:pt x="22499" y="100441"/>
                </a:cubicBezTo>
                <a:cubicBezTo>
                  <a:pt x="27822" y="90123"/>
                  <a:pt x="31329" y="76698"/>
                  <a:pt x="31329" y="62156"/>
                </a:cubicBezTo>
                <a:cubicBezTo>
                  <a:pt x="31329" y="44628"/>
                  <a:pt x="26249" y="17404"/>
                  <a:pt x="229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13C25695-A048-4678-A115-CC800F30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97" y="978891"/>
            <a:ext cx="78872" cy="84860"/>
          </a:xfrm>
          <a:custGeom xmlns:a="http://schemas.openxmlformats.org/drawingml/2006/main">
            <a:pathLst>
              <a:path w="78872" h="84860">
                <a:moveTo>
                  <a:pt x="41493" y="10189"/>
                </a:moveTo>
                <a:cubicBezTo>
                  <a:pt x="42582" y="5717"/>
                  <a:pt x="42945" y="4474"/>
                  <a:pt x="54073" y="4474"/>
                </a:cubicBezTo>
                <a:cubicBezTo>
                  <a:pt x="57824" y="4474"/>
                  <a:pt x="59033" y="4474"/>
                  <a:pt x="59033" y="1739"/>
                </a:cubicBezTo>
                <a:cubicBezTo>
                  <a:pt x="59033" y="1616"/>
                  <a:pt x="58913" y="0"/>
                  <a:pt x="56976" y="0"/>
                </a:cubicBezTo>
                <a:cubicBezTo>
                  <a:pt x="54196" y="0"/>
                  <a:pt x="50928" y="249"/>
                  <a:pt x="48025" y="372"/>
                </a:cubicBezTo>
                <a:cubicBezTo>
                  <a:pt x="45002" y="497"/>
                  <a:pt x="41372" y="497"/>
                  <a:pt x="38347" y="497"/>
                </a:cubicBezTo>
                <a:cubicBezTo>
                  <a:pt x="35807" y="497"/>
                  <a:pt x="32542" y="372"/>
                  <a:pt x="30000" y="372"/>
                </a:cubicBezTo>
                <a:cubicBezTo>
                  <a:pt x="27461" y="372"/>
                  <a:pt x="24557" y="0"/>
                  <a:pt x="22139" y="0"/>
                </a:cubicBezTo>
                <a:cubicBezTo>
                  <a:pt x="21412" y="0"/>
                  <a:pt x="19597" y="0"/>
                  <a:pt x="19597" y="2735"/>
                </a:cubicBezTo>
                <a:cubicBezTo>
                  <a:pt x="19597" y="4474"/>
                  <a:pt x="21050" y="4474"/>
                  <a:pt x="23470" y="4474"/>
                </a:cubicBezTo>
                <a:cubicBezTo>
                  <a:pt x="23590" y="4474"/>
                  <a:pt x="25888" y="4474"/>
                  <a:pt x="28066" y="4723"/>
                </a:cubicBezTo>
                <a:cubicBezTo>
                  <a:pt x="30606" y="4971"/>
                  <a:pt x="30848" y="5220"/>
                  <a:pt x="30848" y="6462"/>
                </a:cubicBezTo>
                <a:cubicBezTo>
                  <a:pt x="30848" y="6711"/>
                  <a:pt x="30848" y="7331"/>
                  <a:pt x="30364" y="9195"/>
                </a:cubicBezTo>
                <a:lnTo>
                  <a:pt x="14276" y="75167"/>
                </a:lnTo>
                <a:cubicBezTo>
                  <a:pt x="13187" y="79391"/>
                  <a:pt x="12945" y="80385"/>
                  <a:pt x="3631" y="80385"/>
                </a:cubicBezTo>
                <a:cubicBezTo>
                  <a:pt x="1573" y="80385"/>
                  <a:pt x="0" y="80385"/>
                  <a:pt x="0" y="82995"/>
                </a:cubicBezTo>
                <a:cubicBezTo>
                  <a:pt x="0" y="84860"/>
                  <a:pt x="1453" y="84860"/>
                  <a:pt x="3631" y="84860"/>
                </a:cubicBezTo>
                <a:lnTo>
                  <a:pt x="64476" y="84860"/>
                </a:lnTo>
                <a:cubicBezTo>
                  <a:pt x="67502" y="84860"/>
                  <a:pt x="67621" y="84736"/>
                  <a:pt x="68589" y="82375"/>
                </a:cubicBezTo>
                <a:cubicBezTo>
                  <a:pt x="69800" y="79019"/>
                  <a:pt x="78872" y="54916"/>
                  <a:pt x="78872" y="53922"/>
                </a:cubicBezTo>
                <a:cubicBezTo>
                  <a:pt x="78872" y="53550"/>
                  <a:pt x="78630" y="52183"/>
                  <a:pt x="76815" y="52183"/>
                </a:cubicBezTo>
                <a:cubicBezTo>
                  <a:pt x="75365" y="52183"/>
                  <a:pt x="75121" y="52805"/>
                  <a:pt x="74395" y="54793"/>
                </a:cubicBezTo>
                <a:cubicBezTo>
                  <a:pt x="69800" y="66594"/>
                  <a:pt x="64476" y="80385"/>
                  <a:pt x="42339" y="80385"/>
                </a:cubicBezTo>
                <a:lnTo>
                  <a:pt x="28671" y="80385"/>
                </a:lnTo>
                <a:cubicBezTo>
                  <a:pt x="24920" y="80385"/>
                  <a:pt x="24799" y="80262"/>
                  <a:pt x="24799" y="79143"/>
                </a:cubicBezTo>
                <a:cubicBezTo>
                  <a:pt x="24799" y="79019"/>
                  <a:pt x="24799" y="78397"/>
                  <a:pt x="25284" y="76535"/>
                </a:cubicBezTo>
                <a:lnTo>
                  <a:pt x="41493" y="101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DE23A9F1-D061-4AC4-AA2F-AE4B4899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532" y="878378"/>
            <a:ext cx="61347" cy="177577"/>
          </a:xfrm>
          <a:custGeom xmlns:a="http://schemas.openxmlformats.org/drawingml/2006/main">
            <a:pathLst>
              <a:path w="61347" h="177577">
                <a:moveTo>
                  <a:pt x="24885" y="153971"/>
                </a:moveTo>
                <a:cubicBezTo>
                  <a:pt x="24885" y="161070"/>
                  <a:pt x="20391" y="172429"/>
                  <a:pt x="1556" y="173673"/>
                </a:cubicBezTo>
                <a:cubicBezTo>
                  <a:pt x="692" y="173849"/>
                  <a:pt x="0" y="174559"/>
                  <a:pt x="0" y="175626"/>
                </a:cubicBezTo>
                <a:cubicBezTo>
                  <a:pt x="0" y="177577"/>
                  <a:pt x="1901" y="177577"/>
                  <a:pt x="3458" y="177577"/>
                </a:cubicBezTo>
                <a:cubicBezTo>
                  <a:pt x="20220" y="177577"/>
                  <a:pt x="36292" y="168879"/>
                  <a:pt x="36463" y="155391"/>
                </a:cubicBezTo>
                <a:lnTo>
                  <a:pt x="36463" y="114923"/>
                </a:lnTo>
                <a:cubicBezTo>
                  <a:pt x="36463" y="108003"/>
                  <a:pt x="36463" y="102323"/>
                  <a:pt x="43377" y="96465"/>
                </a:cubicBezTo>
                <a:cubicBezTo>
                  <a:pt x="49424" y="91317"/>
                  <a:pt x="55992" y="90962"/>
                  <a:pt x="59794" y="90786"/>
                </a:cubicBezTo>
                <a:cubicBezTo>
                  <a:pt x="60656" y="90607"/>
                  <a:pt x="61347" y="89897"/>
                  <a:pt x="61347" y="88832"/>
                </a:cubicBezTo>
                <a:cubicBezTo>
                  <a:pt x="61347" y="87054"/>
                  <a:pt x="60311" y="87054"/>
                  <a:pt x="58584" y="86878"/>
                </a:cubicBezTo>
                <a:cubicBezTo>
                  <a:pt x="47176" y="86168"/>
                  <a:pt x="38883" y="79771"/>
                  <a:pt x="36982" y="71065"/>
                </a:cubicBezTo>
                <a:cubicBezTo>
                  <a:pt x="36463" y="69111"/>
                  <a:pt x="36463" y="68756"/>
                  <a:pt x="36463" y="62359"/>
                </a:cubicBezTo>
                <a:lnTo>
                  <a:pt x="36463" y="27183"/>
                </a:lnTo>
                <a:cubicBezTo>
                  <a:pt x="36463" y="19721"/>
                  <a:pt x="36463" y="14036"/>
                  <a:pt x="28168" y="7283"/>
                </a:cubicBezTo>
                <a:cubicBezTo>
                  <a:pt x="21256" y="1778"/>
                  <a:pt x="9333" y="0"/>
                  <a:pt x="3458" y="0"/>
                </a:cubicBezTo>
                <a:cubicBezTo>
                  <a:pt x="1901" y="0"/>
                  <a:pt x="0" y="0"/>
                  <a:pt x="0" y="1954"/>
                </a:cubicBezTo>
                <a:cubicBezTo>
                  <a:pt x="0" y="3731"/>
                  <a:pt x="1037" y="3731"/>
                  <a:pt x="2766" y="3910"/>
                </a:cubicBezTo>
                <a:cubicBezTo>
                  <a:pt x="13652" y="4620"/>
                  <a:pt x="22121" y="10305"/>
                  <a:pt x="24367" y="19366"/>
                </a:cubicBezTo>
                <a:cubicBezTo>
                  <a:pt x="24885" y="20964"/>
                  <a:pt x="24885" y="21319"/>
                  <a:pt x="24885" y="27717"/>
                </a:cubicBezTo>
                <a:lnTo>
                  <a:pt x="24885" y="65025"/>
                </a:lnTo>
                <a:cubicBezTo>
                  <a:pt x="24885" y="73197"/>
                  <a:pt x="26268" y="76219"/>
                  <a:pt x="31798" y="81904"/>
                </a:cubicBezTo>
                <a:cubicBezTo>
                  <a:pt x="35427" y="85635"/>
                  <a:pt x="40439" y="87412"/>
                  <a:pt x="45278" y="88832"/>
                </a:cubicBezTo>
                <a:cubicBezTo>
                  <a:pt x="31107" y="92915"/>
                  <a:pt x="24885" y="101079"/>
                  <a:pt x="24885" y="111373"/>
                </a:cubicBezTo>
                <a:lnTo>
                  <a:pt x="24885" y="153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6212B814-064C-41C0-B73F-1EA04760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067" y="730411"/>
            <a:ext cx="165741" cy="257969"/>
          </a:xfrm>
          <a:custGeom xmlns:a="http://schemas.openxmlformats.org/drawingml/2006/main">
            <a:pathLst>
              <a:path w="165741" h="257969">
                <a:moveTo>
                  <a:pt x="84880" y="4025"/>
                </a:moveTo>
                <a:cubicBezTo>
                  <a:pt x="84880" y="3662"/>
                  <a:pt x="84880" y="0"/>
                  <a:pt x="80124" y="0"/>
                </a:cubicBezTo>
                <a:cubicBezTo>
                  <a:pt x="71710" y="0"/>
                  <a:pt x="45002" y="2931"/>
                  <a:pt x="35489" y="3662"/>
                </a:cubicBezTo>
                <a:cubicBezTo>
                  <a:pt x="32564" y="4025"/>
                  <a:pt x="28539" y="4394"/>
                  <a:pt x="28539" y="10981"/>
                </a:cubicBezTo>
                <a:cubicBezTo>
                  <a:pt x="28539" y="15369"/>
                  <a:pt x="31833" y="15369"/>
                  <a:pt x="37321" y="15369"/>
                </a:cubicBezTo>
                <a:cubicBezTo>
                  <a:pt x="54878" y="15369"/>
                  <a:pt x="55610" y="17932"/>
                  <a:pt x="55610" y="21588"/>
                </a:cubicBezTo>
                <a:lnTo>
                  <a:pt x="54516" y="28902"/>
                </a:lnTo>
                <a:lnTo>
                  <a:pt x="1462" y="239674"/>
                </a:lnTo>
                <a:cubicBezTo>
                  <a:pt x="0" y="244799"/>
                  <a:pt x="0" y="245530"/>
                  <a:pt x="0" y="247724"/>
                </a:cubicBezTo>
                <a:cubicBezTo>
                  <a:pt x="0" y="256143"/>
                  <a:pt x="7319" y="257969"/>
                  <a:pt x="10613" y="257969"/>
                </a:cubicBezTo>
                <a:cubicBezTo>
                  <a:pt x="15369" y="257969"/>
                  <a:pt x="20857" y="254680"/>
                  <a:pt x="23051" y="250287"/>
                </a:cubicBezTo>
                <a:cubicBezTo>
                  <a:pt x="24877" y="246993"/>
                  <a:pt x="41346" y="179285"/>
                  <a:pt x="43540" y="170135"/>
                </a:cubicBezTo>
                <a:cubicBezTo>
                  <a:pt x="55978" y="171235"/>
                  <a:pt x="85980" y="177091"/>
                  <a:pt x="85980" y="201248"/>
                </a:cubicBezTo>
                <a:cubicBezTo>
                  <a:pt x="85980" y="203804"/>
                  <a:pt x="85980" y="205273"/>
                  <a:pt x="84880" y="208929"/>
                </a:cubicBezTo>
                <a:cubicBezTo>
                  <a:pt x="84149" y="213323"/>
                  <a:pt x="83418" y="217717"/>
                  <a:pt x="83418" y="221742"/>
                </a:cubicBezTo>
                <a:cubicBezTo>
                  <a:pt x="83418" y="243336"/>
                  <a:pt x="98056" y="257969"/>
                  <a:pt x="117082" y="257969"/>
                </a:cubicBezTo>
                <a:cubicBezTo>
                  <a:pt x="128057" y="257969"/>
                  <a:pt x="137933" y="252118"/>
                  <a:pt x="145984" y="238574"/>
                </a:cubicBezTo>
                <a:cubicBezTo>
                  <a:pt x="155128" y="222473"/>
                  <a:pt x="159153" y="202342"/>
                  <a:pt x="159153" y="201611"/>
                </a:cubicBezTo>
                <a:cubicBezTo>
                  <a:pt x="159153" y="197954"/>
                  <a:pt x="155860" y="197954"/>
                  <a:pt x="154765" y="197954"/>
                </a:cubicBezTo>
                <a:cubicBezTo>
                  <a:pt x="151103" y="197954"/>
                  <a:pt x="150740" y="199417"/>
                  <a:pt x="149640" y="204542"/>
                </a:cubicBezTo>
                <a:cubicBezTo>
                  <a:pt x="142326" y="231255"/>
                  <a:pt x="133908" y="249924"/>
                  <a:pt x="117813" y="249924"/>
                </a:cubicBezTo>
                <a:cubicBezTo>
                  <a:pt x="110857" y="249924"/>
                  <a:pt x="106100" y="245899"/>
                  <a:pt x="106100" y="232718"/>
                </a:cubicBezTo>
                <a:cubicBezTo>
                  <a:pt x="106100" y="226498"/>
                  <a:pt x="107569" y="218080"/>
                  <a:pt x="109031" y="212223"/>
                </a:cubicBezTo>
                <a:cubicBezTo>
                  <a:pt x="110494" y="206004"/>
                  <a:pt x="110494" y="204542"/>
                  <a:pt x="110494" y="200879"/>
                </a:cubicBezTo>
                <a:cubicBezTo>
                  <a:pt x="110494" y="177091"/>
                  <a:pt x="87443" y="166478"/>
                  <a:pt x="56347" y="162447"/>
                </a:cubicBezTo>
                <a:cubicBezTo>
                  <a:pt x="67685" y="155860"/>
                  <a:pt x="79392" y="144153"/>
                  <a:pt x="87811" y="135365"/>
                </a:cubicBezTo>
                <a:cubicBezTo>
                  <a:pt x="105369" y="115976"/>
                  <a:pt x="122201" y="100233"/>
                  <a:pt x="140127" y="100233"/>
                </a:cubicBezTo>
                <a:cubicBezTo>
                  <a:pt x="142326" y="100233"/>
                  <a:pt x="142690" y="100233"/>
                  <a:pt x="143421" y="100601"/>
                </a:cubicBezTo>
                <a:cubicBezTo>
                  <a:pt x="147815" y="101333"/>
                  <a:pt x="148178" y="101333"/>
                  <a:pt x="151103" y="103532"/>
                </a:cubicBezTo>
                <a:cubicBezTo>
                  <a:pt x="151834" y="103901"/>
                  <a:pt x="151834" y="104269"/>
                  <a:pt x="152571" y="105001"/>
                </a:cubicBezTo>
                <a:cubicBezTo>
                  <a:pt x="135008" y="106095"/>
                  <a:pt x="131714" y="120364"/>
                  <a:pt x="131714" y="124758"/>
                </a:cubicBezTo>
                <a:cubicBezTo>
                  <a:pt x="131714" y="130609"/>
                  <a:pt x="135739" y="137559"/>
                  <a:pt x="145615" y="137559"/>
                </a:cubicBezTo>
                <a:cubicBezTo>
                  <a:pt x="155128" y="137559"/>
                  <a:pt x="165741" y="129515"/>
                  <a:pt x="165741" y="115245"/>
                </a:cubicBezTo>
                <a:cubicBezTo>
                  <a:pt x="165741" y="104269"/>
                  <a:pt x="157328" y="92183"/>
                  <a:pt x="140859" y="92183"/>
                </a:cubicBezTo>
                <a:cubicBezTo>
                  <a:pt x="130614" y="92183"/>
                  <a:pt x="113788" y="95114"/>
                  <a:pt x="87443" y="124390"/>
                </a:cubicBezTo>
                <a:cubicBezTo>
                  <a:pt x="75004" y="138296"/>
                  <a:pt x="60735" y="152934"/>
                  <a:pt x="46834" y="158422"/>
                </a:cubicBezTo>
                <a:lnTo>
                  <a:pt x="84880" y="40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267CB667-C671-470F-BD1E-56D7E377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802" y="1433816"/>
            <a:ext cx="216964" cy="165775"/>
          </a:xfrm>
          <a:custGeom xmlns:a="http://schemas.openxmlformats.org/drawingml/2006/main">
            <a:pathLst>
              <a:path w="216964" h="165775">
                <a:moveTo>
                  <a:pt x="216964" y="25614"/>
                </a:moveTo>
                <a:cubicBezTo>
                  <a:pt x="216964" y="9145"/>
                  <a:pt x="210375" y="0"/>
                  <a:pt x="202325" y="0"/>
                </a:cubicBezTo>
                <a:cubicBezTo>
                  <a:pt x="192812" y="0"/>
                  <a:pt x="182937" y="8782"/>
                  <a:pt x="182937" y="17201"/>
                </a:cubicBezTo>
                <a:cubicBezTo>
                  <a:pt x="182937" y="20857"/>
                  <a:pt x="184768" y="24882"/>
                  <a:pt x="188424" y="28176"/>
                </a:cubicBezTo>
                <a:cubicBezTo>
                  <a:pt x="194644" y="33670"/>
                  <a:pt x="201231" y="43551"/>
                  <a:pt x="201231" y="58920"/>
                </a:cubicBezTo>
                <a:cubicBezTo>
                  <a:pt x="201231" y="73559"/>
                  <a:pt x="194280" y="94421"/>
                  <a:pt x="182937" y="111253"/>
                </a:cubicBezTo>
                <a:cubicBezTo>
                  <a:pt x="171960" y="126991"/>
                  <a:pt x="158423" y="139435"/>
                  <a:pt x="141228" y="139435"/>
                </a:cubicBezTo>
                <a:cubicBezTo>
                  <a:pt x="120370" y="139435"/>
                  <a:pt x="109031" y="126260"/>
                  <a:pt x="105737" y="106497"/>
                </a:cubicBezTo>
                <a:cubicBezTo>
                  <a:pt x="109763" y="96984"/>
                  <a:pt x="118176" y="73559"/>
                  <a:pt x="118176" y="63314"/>
                </a:cubicBezTo>
                <a:cubicBezTo>
                  <a:pt x="118176" y="58920"/>
                  <a:pt x="116345" y="55258"/>
                  <a:pt x="111589" y="55258"/>
                </a:cubicBezTo>
                <a:cubicBezTo>
                  <a:pt x="108663" y="55258"/>
                  <a:pt x="104638" y="55990"/>
                  <a:pt x="101712" y="61483"/>
                </a:cubicBezTo>
                <a:cubicBezTo>
                  <a:pt x="97688" y="68802"/>
                  <a:pt x="93300" y="92590"/>
                  <a:pt x="93300" y="105766"/>
                </a:cubicBezTo>
                <a:cubicBezTo>
                  <a:pt x="81224" y="122966"/>
                  <a:pt x="66592" y="139435"/>
                  <a:pt x="43540" y="139435"/>
                </a:cubicBezTo>
                <a:cubicBezTo>
                  <a:pt x="19389" y="139435"/>
                  <a:pt x="11707" y="117841"/>
                  <a:pt x="11707" y="97347"/>
                </a:cubicBezTo>
                <a:cubicBezTo>
                  <a:pt x="11707" y="51601"/>
                  <a:pt x="49028" y="13175"/>
                  <a:pt x="49028" y="8413"/>
                </a:cubicBezTo>
                <a:cubicBezTo>
                  <a:pt x="49028" y="4388"/>
                  <a:pt x="46097" y="1463"/>
                  <a:pt x="42078" y="1463"/>
                </a:cubicBezTo>
                <a:cubicBezTo>
                  <a:pt x="37321" y="1463"/>
                  <a:pt x="34759" y="6219"/>
                  <a:pt x="32565" y="9513"/>
                </a:cubicBezTo>
                <a:cubicBezTo>
                  <a:pt x="13901" y="36595"/>
                  <a:pt x="0" y="80146"/>
                  <a:pt x="0" y="113453"/>
                </a:cubicBezTo>
                <a:cubicBezTo>
                  <a:pt x="0" y="138704"/>
                  <a:pt x="8413" y="165775"/>
                  <a:pt x="38415" y="165775"/>
                </a:cubicBezTo>
                <a:cubicBezTo>
                  <a:pt x="64391" y="165775"/>
                  <a:pt x="81586" y="147486"/>
                  <a:pt x="94762" y="127360"/>
                </a:cubicBezTo>
                <a:cubicBezTo>
                  <a:pt x="98056" y="148580"/>
                  <a:pt x="112326" y="165775"/>
                  <a:pt x="135008" y="165775"/>
                </a:cubicBezTo>
                <a:cubicBezTo>
                  <a:pt x="163548" y="165775"/>
                  <a:pt x="181105" y="143460"/>
                  <a:pt x="194280" y="116010"/>
                </a:cubicBezTo>
                <a:cubicBezTo>
                  <a:pt x="203056" y="98078"/>
                  <a:pt x="216964" y="48308"/>
                  <a:pt x="216964" y="2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DDEA7C86-81F0-4543-A605-DF11C4D1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934" y="1490628"/>
            <a:ext cx="86564" cy="162437"/>
          </a:xfrm>
          <a:custGeom xmlns:a="http://schemas.openxmlformats.org/drawingml/2006/main">
            <a:pathLst>
              <a:path w="86564" h="162437">
                <a:moveTo>
                  <a:pt x="52245" y="58861"/>
                </a:moveTo>
                <a:lnTo>
                  <a:pt x="78369" y="58861"/>
                </a:lnTo>
                <a:cubicBezTo>
                  <a:pt x="83234" y="58861"/>
                  <a:pt x="86564" y="58861"/>
                  <a:pt x="86564" y="53226"/>
                </a:cubicBezTo>
                <a:cubicBezTo>
                  <a:pt x="86564" y="49638"/>
                  <a:pt x="83234" y="49638"/>
                  <a:pt x="78881" y="49638"/>
                </a:cubicBezTo>
                <a:lnTo>
                  <a:pt x="54550" y="49638"/>
                </a:lnTo>
                <a:lnTo>
                  <a:pt x="64027" y="11774"/>
                </a:lnTo>
                <a:cubicBezTo>
                  <a:pt x="64285" y="10493"/>
                  <a:pt x="64797" y="9215"/>
                  <a:pt x="64797" y="8191"/>
                </a:cubicBezTo>
                <a:cubicBezTo>
                  <a:pt x="64797" y="3583"/>
                  <a:pt x="61209" y="0"/>
                  <a:pt x="56086" y="0"/>
                </a:cubicBezTo>
                <a:cubicBezTo>
                  <a:pt x="49685" y="0"/>
                  <a:pt x="45844" y="4353"/>
                  <a:pt x="44050" y="11005"/>
                </a:cubicBezTo>
                <a:cubicBezTo>
                  <a:pt x="42256" y="17402"/>
                  <a:pt x="45586" y="5119"/>
                  <a:pt x="34319" y="49638"/>
                </a:cubicBezTo>
                <a:lnTo>
                  <a:pt x="8195" y="49638"/>
                </a:lnTo>
                <a:cubicBezTo>
                  <a:pt x="3329" y="49638"/>
                  <a:pt x="0" y="49638"/>
                  <a:pt x="0" y="55274"/>
                </a:cubicBezTo>
                <a:cubicBezTo>
                  <a:pt x="0" y="58861"/>
                  <a:pt x="3071" y="58861"/>
                  <a:pt x="7683" y="58861"/>
                </a:cubicBezTo>
                <a:lnTo>
                  <a:pt x="32013" y="58861"/>
                </a:lnTo>
                <a:lnTo>
                  <a:pt x="16902" y="119211"/>
                </a:lnTo>
                <a:cubicBezTo>
                  <a:pt x="15365" y="125605"/>
                  <a:pt x="13060" y="134812"/>
                  <a:pt x="13060" y="138134"/>
                </a:cubicBezTo>
                <a:cubicBezTo>
                  <a:pt x="13060" y="153222"/>
                  <a:pt x="25866" y="162437"/>
                  <a:pt x="40466" y="162437"/>
                </a:cubicBezTo>
                <a:cubicBezTo>
                  <a:pt x="68893" y="162437"/>
                  <a:pt x="85028" y="126628"/>
                  <a:pt x="85028" y="123303"/>
                </a:cubicBezTo>
                <a:cubicBezTo>
                  <a:pt x="85028" y="119977"/>
                  <a:pt x="81699" y="119977"/>
                  <a:pt x="80929" y="119977"/>
                </a:cubicBezTo>
                <a:cubicBezTo>
                  <a:pt x="77857" y="119977"/>
                  <a:pt x="77599" y="120489"/>
                  <a:pt x="75552" y="124839"/>
                </a:cubicBezTo>
                <a:cubicBezTo>
                  <a:pt x="68381" y="140947"/>
                  <a:pt x="55320" y="155266"/>
                  <a:pt x="41233" y="155266"/>
                </a:cubicBezTo>
                <a:cubicBezTo>
                  <a:pt x="35855" y="155266"/>
                  <a:pt x="32272" y="151944"/>
                  <a:pt x="32272" y="142737"/>
                </a:cubicBezTo>
                <a:cubicBezTo>
                  <a:pt x="32272" y="140181"/>
                  <a:pt x="33295" y="134812"/>
                  <a:pt x="33807" y="132252"/>
                </a:cubicBezTo>
                <a:lnTo>
                  <a:pt x="52245" y="588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71AA6104-C192-46DF-A5FF-EE49714C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724" y="2487548"/>
            <a:ext cx="45701" cy="196989"/>
          </a:xfrm>
          <a:custGeom xmlns:a="http://schemas.openxmlformats.org/drawingml/2006/main">
            <a:pathLst>
              <a:path w="45701" h="196989">
                <a:moveTo>
                  <a:pt x="45701" y="195020"/>
                </a:moveTo>
                <a:cubicBezTo>
                  <a:pt x="45701" y="194430"/>
                  <a:pt x="45701" y="194034"/>
                  <a:pt x="42352" y="190685"/>
                </a:cubicBezTo>
                <a:cubicBezTo>
                  <a:pt x="17729" y="165866"/>
                  <a:pt x="11425" y="128633"/>
                  <a:pt x="11425" y="98494"/>
                </a:cubicBezTo>
                <a:cubicBezTo>
                  <a:pt x="11425" y="64219"/>
                  <a:pt x="18910" y="29944"/>
                  <a:pt x="43140" y="5320"/>
                </a:cubicBezTo>
                <a:cubicBezTo>
                  <a:pt x="45701" y="2958"/>
                  <a:pt x="45701" y="2561"/>
                  <a:pt x="45701" y="1972"/>
                </a:cubicBezTo>
                <a:cubicBezTo>
                  <a:pt x="45701" y="592"/>
                  <a:pt x="44914" y="0"/>
                  <a:pt x="43732" y="0"/>
                </a:cubicBezTo>
                <a:cubicBezTo>
                  <a:pt x="41760" y="0"/>
                  <a:pt x="24032" y="13397"/>
                  <a:pt x="12408" y="38414"/>
                </a:cubicBezTo>
                <a:cubicBezTo>
                  <a:pt x="2363" y="60083"/>
                  <a:pt x="0" y="81947"/>
                  <a:pt x="0" y="98494"/>
                </a:cubicBezTo>
                <a:cubicBezTo>
                  <a:pt x="0" y="113860"/>
                  <a:pt x="2164" y="137696"/>
                  <a:pt x="13000" y="159957"/>
                </a:cubicBezTo>
                <a:cubicBezTo>
                  <a:pt x="24819" y="184187"/>
                  <a:pt x="41760" y="196989"/>
                  <a:pt x="43732" y="196989"/>
                </a:cubicBezTo>
                <a:cubicBezTo>
                  <a:pt x="44914" y="196989"/>
                  <a:pt x="45701" y="196399"/>
                  <a:pt x="45701" y="1950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5F1BC748-F909-4D01-BD53-669604EC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091" y="2494281"/>
            <a:ext cx="145376" cy="141008"/>
          </a:xfrm>
          <a:custGeom xmlns:a="http://schemas.openxmlformats.org/drawingml/2006/main">
            <a:pathLst>
              <a:path w="145376" h="141008">
                <a:moveTo>
                  <a:pt x="77809" y="3547"/>
                </a:moveTo>
                <a:cubicBezTo>
                  <a:pt x="76432" y="986"/>
                  <a:pt x="76038" y="0"/>
                  <a:pt x="72690" y="0"/>
                </a:cubicBezTo>
                <a:cubicBezTo>
                  <a:pt x="69339" y="0"/>
                  <a:pt x="68944" y="986"/>
                  <a:pt x="67568" y="3547"/>
                </a:cubicBezTo>
                <a:lnTo>
                  <a:pt x="983" y="137071"/>
                </a:lnTo>
                <a:cubicBezTo>
                  <a:pt x="0" y="138844"/>
                  <a:pt x="0" y="139238"/>
                  <a:pt x="0" y="139433"/>
                </a:cubicBezTo>
                <a:cubicBezTo>
                  <a:pt x="0" y="141008"/>
                  <a:pt x="1182" y="141008"/>
                  <a:pt x="4331" y="141008"/>
                </a:cubicBezTo>
                <a:lnTo>
                  <a:pt x="141045" y="141008"/>
                </a:lnTo>
                <a:cubicBezTo>
                  <a:pt x="144195" y="141008"/>
                  <a:pt x="145376" y="141008"/>
                  <a:pt x="145376" y="139433"/>
                </a:cubicBezTo>
                <a:cubicBezTo>
                  <a:pt x="145376" y="139238"/>
                  <a:pt x="145376" y="138844"/>
                  <a:pt x="144393" y="137071"/>
                </a:cubicBezTo>
                <a:lnTo>
                  <a:pt x="77809" y="3547"/>
                </a:lnTo>
                <a:moveTo>
                  <a:pt x="66384" y="19697"/>
                </a:moveTo>
                <a:lnTo>
                  <a:pt x="119376" y="126039"/>
                </a:lnTo>
                <a:lnTo>
                  <a:pt x="13199" y="126039"/>
                </a:lnTo>
                <a:lnTo>
                  <a:pt x="66384" y="196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B13774BA-E2A1-41B2-8A08-C912A390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707" y="2548145"/>
            <a:ext cx="98101" cy="89260"/>
          </a:xfrm>
          <a:custGeom xmlns:a="http://schemas.openxmlformats.org/drawingml/2006/main">
            <a:pathLst>
              <a:path w="98101" h="89260">
                <a:moveTo>
                  <a:pt x="60084" y="27587"/>
                </a:moveTo>
                <a:cubicBezTo>
                  <a:pt x="61264" y="22462"/>
                  <a:pt x="65795" y="4334"/>
                  <a:pt x="79585" y="4334"/>
                </a:cubicBezTo>
                <a:cubicBezTo>
                  <a:pt x="80568" y="4334"/>
                  <a:pt x="85296" y="4334"/>
                  <a:pt x="89432" y="6901"/>
                </a:cubicBezTo>
                <a:cubicBezTo>
                  <a:pt x="83916" y="7884"/>
                  <a:pt x="79978" y="12811"/>
                  <a:pt x="79978" y="17539"/>
                </a:cubicBezTo>
                <a:cubicBezTo>
                  <a:pt x="79978" y="20689"/>
                  <a:pt x="82146" y="24431"/>
                  <a:pt x="87463" y="24431"/>
                </a:cubicBezTo>
                <a:cubicBezTo>
                  <a:pt x="91798" y="24431"/>
                  <a:pt x="98101" y="20887"/>
                  <a:pt x="98101" y="13006"/>
                </a:cubicBezTo>
                <a:cubicBezTo>
                  <a:pt x="98101" y="2759"/>
                  <a:pt x="86478" y="0"/>
                  <a:pt x="79780" y="0"/>
                </a:cubicBezTo>
                <a:cubicBezTo>
                  <a:pt x="68355" y="0"/>
                  <a:pt x="61460" y="10445"/>
                  <a:pt x="59097" y="14978"/>
                </a:cubicBezTo>
                <a:cubicBezTo>
                  <a:pt x="54171" y="1972"/>
                  <a:pt x="43537" y="0"/>
                  <a:pt x="37822" y="0"/>
                </a:cubicBezTo>
                <a:cubicBezTo>
                  <a:pt x="17334" y="0"/>
                  <a:pt x="6108" y="25417"/>
                  <a:pt x="6108" y="30343"/>
                </a:cubicBezTo>
                <a:cubicBezTo>
                  <a:pt x="6108" y="32315"/>
                  <a:pt x="8077" y="32315"/>
                  <a:pt x="8470" y="32315"/>
                </a:cubicBezTo>
                <a:cubicBezTo>
                  <a:pt x="10046" y="32315"/>
                  <a:pt x="10638" y="31921"/>
                  <a:pt x="11031" y="30148"/>
                </a:cubicBezTo>
                <a:cubicBezTo>
                  <a:pt x="17729" y="9264"/>
                  <a:pt x="30732" y="4334"/>
                  <a:pt x="37429" y="4334"/>
                </a:cubicBezTo>
                <a:cubicBezTo>
                  <a:pt x="41171" y="4334"/>
                  <a:pt x="48066" y="6111"/>
                  <a:pt x="48066" y="17539"/>
                </a:cubicBezTo>
                <a:cubicBezTo>
                  <a:pt x="48066" y="23644"/>
                  <a:pt x="44717" y="36848"/>
                  <a:pt x="37429" y="64435"/>
                </a:cubicBezTo>
                <a:cubicBezTo>
                  <a:pt x="34276" y="76651"/>
                  <a:pt x="27383" y="84929"/>
                  <a:pt x="18714" y="84929"/>
                </a:cubicBezTo>
                <a:cubicBezTo>
                  <a:pt x="17533" y="84929"/>
                  <a:pt x="13000" y="84929"/>
                  <a:pt x="8864" y="82362"/>
                </a:cubicBezTo>
                <a:cubicBezTo>
                  <a:pt x="13790" y="81379"/>
                  <a:pt x="18122" y="77240"/>
                  <a:pt x="18122" y="71724"/>
                </a:cubicBezTo>
                <a:cubicBezTo>
                  <a:pt x="18122" y="66407"/>
                  <a:pt x="13790" y="64829"/>
                  <a:pt x="10836" y="64829"/>
                </a:cubicBezTo>
                <a:cubicBezTo>
                  <a:pt x="4924" y="64829"/>
                  <a:pt x="0" y="69951"/>
                  <a:pt x="0" y="76257"/>
                </a:cubicBezTo>
                <a:cubicBezTo>
                  <a:pt x="0" y="85323"/>
                  <a:pt x="9850" y="89260"/>
                  <a:pt x="18516" y="89260"/>
                </a:cubicBezTo>
                <a:cubicBezTo>
                  <a:pt x="31519" y="89260"/>
                  <a:pt x="38610" y="75467"/>
                  <a:pt x="39202" y="74286"/>
                </a:cubicBezTo>
                <a:cubicBezTo>
                  <a:pt x="41564" y="81575"/>
                  <a:pt x="48655" y="89260"/>
                  <a:pt x="60477" y="89260"/>
                </a:cubicBezTo>
                <a:cubicBezTo>
                  <a:pt x="80767" y="89260"/>
                  <a:pt x="91993" y="63846"/>
                  <a:pt x="91993" y="58920"/>
                </a:cubicBezTo>
                <a:cubicBezTo>
                  <a:pt x="91993" y="56948"/>
                  <a:pt x="90222" y="56948"/>
                  <a:pt x="89630" y="56948"/>
                </a:cubicBezTo>
                <a:cubicBezTo>
                  <a:pt x="87857" y="56948"/>
                  <a:pt x="87463" y="57736"/>
                  <a:pt x="87070" y="59115"/>
                </a:cubicBezTo>
                <a:cubicBezTo>
                  <a:pt x="80568" y="80195"/>
                  <a:pt x="67174" y="84929"/>
                  <a:pt x="60871" y="84929"/>
                </a:cubicBezTo>
                <a:cubicBezTo>
                  <a:pt x="53187" y="84929"/>
                  <a:pt x="50035" y="78620"/>
                  <a:pt x="50035" y="71923"/>
                </a:cubicBezTo>
                <a:cubicBezTo>
                  <a:pt x="50035" y="67588"/>
                  <a:pt x="51216" y="63254"/>
                  <a:pt x="53384" y="54582"/>
                </a:cubicBezTo>
                <a:lnTo>
                  <a:pt x="60084" y="275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EA6702EF-DC5F-40AA-B0EA-748A8A94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517" y="2614411"/>
            <a:ext cx="23045" cy="58968"/>
          </a:xfrm>
          <a:custGeom xmlns:a="http://schemas.openxmlformats.org/drawingml/2006/main">
            <a:pathLst>
              <a:path w="23045" h="58968">
                <a:moveTo>
                  <a:pt x="23045" y="20683"/>
                </a:moveTo>
                <a:cubicBezTo>
                  <a:pt x="23045" y="7683"/>
                  <a:pt x="18122" y="0"/>
                  <a:pt x="10439" y="0"/>
                </a:cubicBezTo>
                <a:cubicBezTo>
                  <a:pt x="3937" y="0"/>
                  <a:pt x="0" y="4924"/>
                  <a:pt x="0" y="10439"/>
                </a:cubicBezTo>
                <a:cubicBezTo>
                  <a:pt x="0" y="15760"/>
                  <a:pt x="3937" y="20878"/>
                  <a:pt x="10439" y="20878"/>
                </a:cubicBezTo>
                <a:cubicBezTo>
                  <a:pt x="12802" y="20878"/>
                  <a:pt x="15363" y="20091"/>
                  <a:pt x="17334" y="18320"/>
                </a:cubicBezTo>
                <a:cubicBezTo>
                  <a:pt x="17923" y="17923"/>
                  <a:pt x="18122" y="17728"/>
                  <a:pt x="18317" y="17728"/>
                </a:cubicBezTo>
                <a:cubicBezTo>
                  <a:pt x="18515" y="17728"/>
                  <a:pt x="18714" y="17923"/>
                  <a:pt x="18714" y="20683"/>
                </a:cubicBezTo>
                <a:cubicBezTo>
                  <a:pt x="18714" y="35291"/>
                  <a:pt x="11819" y="47134"/>
                  <a:pt x="5317" y="53648"/>
                </a:cubicBezTo>
                <a:cubicBezTo>
                  <a:pt x="3150" y="55818"/>
                  <a:pt x="3150" y="56212"/>
                  <a:pt x="3150" y="56804"/>
                </a:cubicBezTo>
                <a:cubicBezTo>
                  <a:pt x="3150" y="58180"/>
                  <a:pt x="4135" y="58968"/>
                  <a:pt x="5121" y="58968"/>
                </a:cubicBezTo>
                <a:cubicBezTo>
                  <a:pt x="7286" y="58968"/>
                  <a:pt x="23045" y="43779"/>
                  <a:pt x="23045" y="2068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5677453D-B7C6-425A-A2A9-F92F1645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375" y="2494281"/>
            <a:ext cx="145376" cy="141008"/>
          </a:xfrm>
          <a:custGeom xmlns:a="http://schemas.openxmlformats.org/drawingml/2006/main">
            <a:pathLst>
              <a:path w="145376" h="141008">
                <a:moveTo>
                  <a:pt x="77809" y="3547"/>
                </a:moveTo>
                <a:cubicBezTo>
                  <a:pt x="76432" y="986"/>
                  <a:pt x="76038" y="0"/>
                  <a:pt x="72690" y="0"/>
                </a:cubicBezTo>
                <a:cubicBezTo>
                  <a:pt x="69339" y="0"/>
                  <a:pt x="68944" y="986"/>
                  <a:pt x="67568" y="3547"/>
                </a:cubicBezTo>
                <a:lnTo>
                  <a:pt x="983" y="137071"/>
                </a:lnTo>
                <a:cubicBezTo>
                  <a:pt x="0" y="138844"/>
                  <a:pt x="0" y="139238"/>
                  <a:pt x="0" y="139433"/>
                </a:cubicBezTo>
                <a:cubicBezTo>
                  <a:pt x="0" y="141008"/>
                  <a:pt x="1182" y="141008"/>
                  <a:pt x="4331" y="141008"/>
                </a:cubicBezTo>
                <a:lnTo>
                  <a:pt x="141045" y="141008"/>
                </a:lnTo>
                <a:cubicBezTo>
                  <a:pt x="144195" y="141008"/>
                  <a:pt x="145376" y="141008"/>
                  <a:pt x="145376" y="139433"/>
                </a:cubicBezTo>
                <a:cubicBezTo>
                  <a:pt x="145376" y="139238"/>
                  <a:pt x="145376" y="138844"/>
                  <a:pt x="144393" y="137071"/>
                </a:cubicBezTo>
                <a:lnTo>
                  <a:pt x="77809" y="3547"/>
                </a:lnTo>
                <a:moveTo>
                  <a:pt x="66384" y="19697"/>
                </a:moveTo>
                <a:lnTo>
                  <a:pt x="119376" y="126039"/>
                </a:lnTo>
                <a:lnTo>
                  <a:pt x="13199" y="126039"/>
                </a:lnTo>
                <a:lnTo>
                  <a:pt x="66384" y="196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9070210B-950F-4C17-90ED-BF779EF2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982" y="2548145"/>
            <a:ext cx="90812" cy="127542"/>
          </a:xfrm>
          <a:custGeom xmlns:a="http://schemas.openxmlformats.org/drawingml/2006/main">
            <a:pathLst>
              <a:path w="90812" h="127542">
                <a:moveTo>
                  <a:pt x="90024" y="12020"/>
                </a:moveTo>
                <a:cubicBezTo>
                  <a:pt x="90812" y="9261"/>
                  <a:pt x="90812" y="8867"/>
                  <a:pt x="90812" y="7487"/>
                </a:cubicBezTo>
                <a:cubicBezTo>
                  <a:pt x="90812" y="3940"/>
                  <a:pt x="88055" y="2167"/>
                  <a:pt x="85101" y="2167"/>
                </a:cubicBezTo>
                <a:cubicBezTo>
                  <a:pt x="83129" y="2167"/>
                  <a:pt x="79978" y="3351"/>
                  <a:pt x="78205" y="6306"/>
                </a:cubicBezTo>
                <a:cubicBezTo>
                  <a:pt x="77811" y="7292"/>
                  <a:pt x="76236" y="13400"/>
                  <a:pt x="75446" y="16947"/>
                </a:cubicBezTo>
                <a:cubicBezTo>
                  <a:pt x="74069" y="22068"/>
                  <a:pt x="72690" y="27389"/>
                  <a:pt x="71508" y="32709"/>
                </a:cubicBezTo>
                <a:lnTo>
                  <a:pt x="62644" y="68177"/>
                </a:lnTo>
                <a:cubicBezTo>
                  <a:pt x="61854" y="71135"/>
                  <a:pt x="53384" y="84929"/>
                  <a:pt x="40383" y="84929"/>
                </a:cubicBezTo>
                <a:cubicBezTo>
                  <a:pt x="30337" y="84929"/>
                  <a:pt x="28170" y="76257"/>
                  <a:pt x="28170" y="68968"/>
                </a:cubicBezTo>
                <a:cubicBezTo>
                  <a:pt x="28170" y="59903"/>
                  <a:pt x="31519" y="47687"/>
                  <a:pt x="38216" y="30347"/>
                </a:cubicBezTo>
                <a:cubicBezTo>
                  <a:pt x="41369" y="22267"/>
                  <a:pt x="42156" y="20100"/>
                  <a:pt x="42156" y="16159"/>
                </a:cubicBezTo>
                <a:cubicBezTo>
                  <a:pt x="42156" y="7292"/>
                  <a:pt x="35853" y="0"/>
                  <a:pt x="26003" y="0"/>
                </a:cubicBezTo>
                <a:cubicBezTo>
                  <a:pt x="7289" y="0"/>
                  <a:pt x="0" y="28573"/>
                  <a:pt x="0" y="30347"/>
                </a:cubicBezTo>
                <a:cubicBezTo>
                  <a:pt x="0" y="32315"/>
                  <a:pt x="1969" y="32315"/>
                  <a:pt x="2362" y="32315"/>
                </a:cubicBezTo>
                <a:cubicBezTo>
                  <a:pt x="4334" y="32315"/>
                  <a:pt x="4529" y="31921"/>
                  <a:pt x="5516" y="28769"/>
                </a:cubicBezTo>
                <a:cubicBezTo>
                  <a:pt x="10836" y="10246"/>
                  <a:pt x="18714" y="4334"/>
                  <a:pt x="25411" y="4334"/>
                </a:cubicBezTo>
                <a:cubicBezTo>
                  <a:pt x="26986" y="4334"/>
                  <a:pt x="30337" y="4334"/>
                  <a:pt x="30337" y="10640"/>
                </a:cubicBezTo>
                <a:cubicBezTo>
                  <a:pt x="30337" y="15567"/>
                  <a:pt x="28366" y="20692"/>
                  <a:pt x="26986" y="24434"/>
                </a:cubicBezTo>
                <a:cubicBezTo>
                  <a:pt x="19108" y="45321"/>
                  <a:pt x="15562" y="56554"/>
                  <a:pt x="15562" y="65815"/>
                </a:cubicBezTo>
                <a:cubicBezTo>
                  <a:pt x="15562" y="83351"/>
                  <a:pt x="27972" y="89260"/>
                  <a:pt x="39596" y="89260"/>
                </a:cubicBezTo>
                <a:cubicBezTo>
                  <a:pt x="47279" y="89260"/>
                  <a:pt x="53976" y="85912"/>
                  <a:pt x="59491" y="80396"/>
                </a:cubicBezTo>
                <a:cubicBezTo>
                  <a:pt x="56930" y="90640"/>
                  <a:pt x="54568" y="100292"/>
                  <a:pt x="46686" y="110731"/>
                </a:cubicBezTo>
                <a:cubicBezTo>
                  <a:pt x="41564" y="117452"/>
                  <a:pt x="34080" y="123211"/>
                  <a:pt x="25017" y="123211"/>
                </a:cubicBezTo>
                <a:cubicBezTo>
                  <a:pt x="22261" y="123211"/>
                  <a:pt x="13397" y="122613"/>
                  <a:pt x="10046" y="114870"/>
                </a:cubicBezTo>
                <a:cubicBezTo>
                  <a:pt x="13198" y="114870"/>
                  <a:pt x="15760" y="114870"/>
                  <a:pt x="18516" y="112504"/>
                </a:cubicBezTo>
                <a:cubicBezTo>
                  <a:pt x="20488" y="110731"/>
                  <a:pt x="22457" y="108170"/>
                  <a:pt x="22457" y="104428"/>
                </a:cubicBezTo>
                <a:cubicBezTo>
                  <a:pt x="22457" y="98323"/>
                  <a:pt x="17139" y="97532"/>
                  <a:pt x="15167" y="97532"/>
                </a:cubicBezTo>
                <a:cubicBezTo>
                  <a:pt x="10638" y="97532"/>
                  <a:pt x="4136" y="100685"/>
                  <a:pt x="4136" y="110337"/>
                </a:cubicBezTo>
                <a:cubicBezTo>
                  <a:pt x="4136" y="120232"/>
                  <a:pt x="12805" y="127542"/>
                  <a:pt x="25017" y="127542"/>
                </a:cubicBezTo>
                <a:cubicBezTo>
                  <a:pt x="45307" y="127542"/>
                  <a:pt x="65599" y="109550"/>
                  <a:pt x="71115" y="87292"/>
                </a:cubicBezTo>
                <a:lnTo>
                  <a:pt x="90024" y="120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B0AF9751-A70B-4F76-8B80-C3E9E21D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887" y="2614411"/>
            <a:ext cx="23045" cy="58968"/>
          </a:xfrm>
          <a:custGeom xmlns:a="http://schemas.openxmlformats.org/drawingml/2006/main">
            <a:pathLst>
              <a:path w="23045" h="58968">
                <a:moveTo>
                  <a:pt x="23045" y="20683"/>
                </a:moveTo>
                <a:cubicBezTo>
                  <a:pt x="23045" y="7683"/>
                  <a:pt x="18122" y="0"/>
                  <a:pt x="10439" y="0"/>
                </a:cubicBezTo>
                <a:cubicBezTo>
                  <a:pt x="3937" y="0"/>
                  <a:pt x="0" y="4924"/>
                  <a:pt x="0" y="10439"/>
                </a:cubicBezTo>
                <a:cubicBezTo>
                  <a:pt x="0" y="15760"/>
                  <a:pt x="3937" y="20878"/>
                  <a:pt x="10439" y="20878"/>
                </a:cubicBezTo>
                <a:cubicBezTo>
                  <a:pt x="12802" y="20878"/>
                  <a:pt x="15363" y="20091"/>
                  <a:pt x="17334" y="18320"/>
                </a:cubicBezTo>
                <a:cubicBezTo>
                  <a:pt x="17923" y="17923"/>
                  <a:pt x="18122" y="17728"/>
                  <a:pt x="18317" y="17728"/>
                </a:cubicBezTo>
                <a:cubicBezTo>
                  <a:pt x="18515" y="17728"/>
                  <a:pt x="18714" y="17923"/>
                  <a:pt x="18714" y="20683"/>
                </a:cubicBezTo>
                <a:cubicBezTo>
                  <a:pt x="18714" y="35291"/>
                  <a:pt x="11819" y="47134"/>
                  <a:pt x="5317" y="53648"/>
                </a:cubicBezTo>
                <a:cubicBezTo>
                  <a:pt x="3150" y="55818"/>
                  <a:pt x="3150" y="56212"/>
                  <a:pt x="3150" y="56804"/>
                </a:cubicBezTo>
                <a:cubicBezTo>
                  <a:pt x="3150" y="58180"/>
                  <a:pt x="4135" y="58968"/>
                  <a:pt x="5121" y="58968"/>
                </a:cubicBezTo>
                <a:cubicBezTo>
                  <a:pt x="7286" y="58968"/>
                  <a:pt x="23045" y="43779"/>
                  <a:pt x="23045" y="2068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491F1549-643A-42E9-BB52-BC4D47EF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733" y="2494281"/>
            <a:ext cx="145376" cy="141008"/>
          </a:xfrm>
          <a:custGeom xmlns:a="http://schemas.openxmlformats.org/drawingml/2006/main">
            <a:pathLst>
              <a:path w="145376" h="141008">
                <a:moveTo>
                  <a:pt x="77809" y="3547"/>
                </a:moveTo>
                <a:cubicBezTo>
                  <a:pt x="76432" y="986"/>
                  <a:pt x="76038" y="0"/>
                  <a:pt x="72690" y="0"/>
                </a:cubicBezTo>
                <a:cubicBezTo>
                  <a:pt x="69339" y="0"/>
                  <a:pt x="68944" y="986"/>
                  <a:pt x="67568" y="3547"/>
                </a:cubicBezTo>
                <a:lnTo>
                  <a:pt x="983" y="137071"/>
                </a:lnTo>
                <a:cubicBezTo>
                  <a:pt x="0" y="138844"/>
                  <a:pt x="0" y="139238"/>
                  <a:pt x="0" y="139433"/>
                </a:cubicBezTo>
                <a:cubicBezTo>
                  <a:pt x="0" y="141008"/>
                  <a:pt x="1182" y="141008"/>
                  <a:pt x="4331" y="141008"/>
                </a:cubicBezTo>
                <a:lnTo>
                  <a:pt x="141045" y="141008"/>
                </a:lnTo>
                <a:cubicBezTo>
                  <a:pt x="144195" y="141008"/>
                  <a:pt x="145376" y="141008"/>
                  <a:pt x="145376" y="139433"/>
                </a:cubicBezTo>
                <a:cubicBezTo>
                  <a:pt x="145376" y="139238"/>
                  <a:pt x="145376" y="138844"/>
                  <a:pt x="144393" y="137071"/>
                </a:cubicBezTo>
                <a:lnTo>
                  <a:pt x="77809" y="3547"/>
                </a:lnTo>
                <a:moveTo>
                  <a:pt x="66384" y="19697"/>
                </a:moveTo>
                <a:lnTo>
                  <a:pt x="119376" y="126039"/>
                </a:lnTo>
                <a:lnTo>
                  <a:pt x="13199" y="126039"/>
                </a:lnTo>
                <a:lnTo>
                  <a:pt x="66384" y="196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6ABB183E-F271-49D7-8E2C-C7A8F187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099" y="2548145"/>
            <a:ext cx="83523" cy="89260"/>
          </a:xfrm>
          <a:custGeom xmlns:a="http://schemas.openxmlformats.org/drawingml/2006/main">
            <a:pathLst>
              <a:path w="83523" h="89260">
                <a:moveTo>
                  <a:pt x="17729" y="70705"/>
                </a:moveTo>
                <a:cubicBezTo>
                  <a:pt x="28366" y="59293"/>
                  <a:pt x="34077" y="54372"/>
                  <a:pt x="41171" y="48273"/>
                </a:cubicBezTo>
                <a:cubicBezTo>
                  <a:pt x="41171" y="48075"/>
                  <a:pt x="53384" y="37645"/>
                  <a:pt x="60474" y="30560"/>
                </a:cubicBezTo>
                <a:cubicBezTo>
                  <a:pt x="79188" y="12216"/>
                  <a:pt x="83523" y="2759"/>
                  <a:pt x="83523" y="1972"/>
                </a:cubicBezTo>
                <a:cubicBezTo>
                  <a:pt x="83523" y="0"/>
                  <a:pt x="81749" y="0"/>
                  <a:pt x="81355" y="0"/>
                </a:cubicBezTo>
                <a:cubicBezTo>
                  <a:pt x="79976" y="0"/>
                  <a:pt x="79387" y="397"/>
                  <a:pt x="78401" y="2167"/>
                </a:cubicBezTo>
                <a:cubicBezTo>
                  <a:pt x="72492" y="11623"/>
                  <a:pt x="68356" y="14812"/>
                  <a:pt x="63628" y="14812"/>
                </a:cubicBezTo>
                <a:cubicBezTo>
                  <a:pt x="58899" y="14812"/>
                  <a:pt x="56533" y="11822"/>
                  <a:pt x="53579" y="8473"/>
                </a:cubicBezTo>
                <a:cubicBezTo>
                  <a:pt x="49836" y="3940"/>
                  <a:pt x="46488" y="0"/>
                  <a:pt x="39987" y="0"/>
                </a:cubicBezTo>
                <a:cubicBezTo>
                  <a:pt x="25213" y="0"/>
                  <a:pt x="16154" y="18359"/>
                  <a:pt x="16154" y="22493"/>
                </a:cubicBezTo>
                <a:cubicBezTo>
                  <a:pt x="16154" y="23478"/>
                  <a:pt x="16742" y="24656"/>
                  <a:pt x="18516" y="24656"/>
                </a:cubicBezTo>
                <a:cubicBezTo>
                  <a:pt x="20290" y="24656"/>
                  <a:pt x="20683" y="23674"/>
                  <a:pt x="21077" y="22493"/>
                </a:cubicBezTo>
                <a:cubicBezTo>
                  <a:pt x="24819" y="13403"/>
                  <a:pt x="36245" y="13198"/>
                  <a:pt x="37819" y="13198"/>
                </a:cubicBezTo>
                <a:cubicBezTo>
                  <a:pt x="41958" y="13198"/>
                  <a:pt x="45701" y="14611"/>
                  <a:pt x="50230" y="16192"/>
                </a:cubicBezTo>
                <a:cubicBezTo>
                  <a:pt x="58112" y="19147"/>
                  <a:pt x="60279" y="19147"/>
                  <a:pt x="65400" y="19147"/>
                </a:cubicBezTo>
                <a:cubicBezTo>
                  <a:pt x="58307" y="27608"/>
                  <a:pt x="41760" y="41778"/>
                  <a:pt x="38017" y="44927"/>
                </a:cubicBezTo>
                <a:lnTo>
                  <a:pt x="20290" y="61457"/>
                </a:lnTo>
                <a:cubicBezTo>
                  <a:pt x="6893" y="74652"/>
                  <a:pt x="0" y="85912"/>
                  <a:pt x="0" y="87292"/>
                </a:cubicBezTo>
                <a:cubicBezTo>
                  <a:pt x="0" y="89260"/>
                  <a:pt x="1969" y="89260"/>
                  <a:pt x="2363" y="89260"/>
                </a:cubicBezTo>
                <a:cubicBezTo>
                  <a:pt x="3938" y="89260"/>
                  <a:pt x="4331" y="88867"/>
                  <a:pt x="5516" y="86703"/>
                </a:cubicBezTo>
                <a:cubicBezTo>
                  <a:pt x="10046" y="79807"/>
                  <a:pt x="15955" y="74448"/>
                  <a:pt x="22258" y="74448"/>
                </a:cubicBezTo>
                <a:cubicBezTo>
                  <a:pt x="26788" y="74448"/>
                  <a:pt x="28760" y="76260"/>
                  <a:pt x="33683" y="81974"/>
                </a:cubicBezTo>
                <a:cubicBezTo>
                  <a:pt x="37032" y="86110"/>
                  <a:pt x="40579" y="89260"/>
                  <a:pt x="46293" y="89260"/>
                </a:cubicBezTo>
                <a:cubicBezTo>
                  <a:pt x="65795" y="89260"/>
                  <a:pt x="77219" y="64213"/>
                  <a:pt x="77219" y="58899"/>
                </a:cubicBezTo>
                <a:cubicBezTo>
                  <a:pt x="77219" y="57916"/>
                  <a:pt x="76432" y="56930"/>
                  <a:pt x="74854" y="56930"/>
                </a:cubicBezTo>
                <a:cubicBezTo>
                  <a:pt x="73080" y="56930"/>
                  <a:pt x="72687" y="58111"/>
                  <a:pt x="72098" y="59488"/>
                </a:cubicBezTo>
                <a:cubicBezTo>
                  <a:pt x="67565" y="72283"/>
                  <a:pt x="54959" y="76065"/>
                  <a:pt x="48457" y="76065"/>
                </a:cubicBezTo>
                <a:cubicBezTo>
                  <a:pt x="44519" y="76065"/>
                  <a:pt x="40973" y="74853"/>
                  <a:pt x="36837" y="73465"/>
                </a:cubicBezTo>
                <a:cubicBezTo>
                  <a:pt x="30139" y="70904"/>
                  <a:pt x="27185" y="70116"/>
                  <a:pt x="23045" y="70116"/>
                </a:cubicBezTo>
                <a:cubicBezTo>
                  <a:pt x="22652" y="70116"/>
                  <a:pt x="19502" y="70116"/>
                  <a:pt x="17729" y="7070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00053">
            <a:extLst xmlns:a="http://schemas.openxmlformats.org/drawingml/2006/main">
              <a:ext uri="{FF2B5EF4-FFF2-40B4-BE49-F238E27FC236}">
                <a16:creationId xmlns:a16="http://schemas.microsoft.com/office/drawing/2014/main" id="{C86B5423-CDCE-4796-8F48-14D8F0C0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857" y="2614411"/>
            <a:ext cx="23045" cy="58968"/>
          </a:xfrm>
          <a:custGeom xmlns:a="http://schemas.openxmlformats.org/drawingml/2006/main">
            <a:pathLst>
              <a:path w="23045" h="58968">
                <a:moveTo>
                  <a:pt x="23045" y="20683"/>
                </a:moveTo>
                <a:cubicBezTo>
                  <a:pt x="23045" y="7683"/>
                  <a:pt x="18122" y="0"/>
                  <a:pt x="10439" y="0"/>
                </a:cubicBezTo>
                <a:cubicBezTo>
                  <a:pt x="3937" y="0"/>
                  <a:pt x="0" y="4924"/>
                  <a:pt x="0" y="10439"/>
                </a:cubicBezTo>
                <a:cubicBezTo>
                  <a:pt x="0" y="15760"/>
                  <a:pt x="3937" y="20878"/>
                  <a:pt x="10439" y="20878"/>
                </a:cubicBezTo>
                <a:cubicBezTo>
                  <a:pt x="12802" y="20878"/>
                  <a:pt x="15363" y="20091"/>
                  <a:pt x="17334" y="18320"/>
                </a:cubicBezTo>
                <a:cubicBezTo>
                  <a:pt x="17923" y="17923"/>
                  <a:pt x="18122" y="17728"/>
                  <a:pt x="18317" y="17728"/>
                </a:cubicBezTo>
                <a:cubicBezTo>
                  <a:pt x="18515" y="17728"/>
                  <a:pt x="18714" y="17923"/>
                  <a:pt x="18714" y="20683"/>
                </a:cubicBezTo>
                <a:cubicBezTo>
                  <a:pt x="18714" y="35291"/>
                  <a:pt x="11819" y="47134"/>
                  <a:pt x="5317" y="53648"/>
                </a:cubicBezTo>
                <a:cubicBezTo>
                  <a:pt x="3150" y="55818"/>
                  <a:pt x="3150" y="56212"/>
                  <a:pt x="3150" y="56804"/>
                </a:cubicBezTo>
                <a:cubicBezTo>
                  <a:pt x="3150" y="58180"/>
                  <a:pt x="4135" y="58968"/>
                  <a:pt x="5121" y="58968"/>
                </a:cubicBezTo>
                <a:cubicBezTo>
                  <a:pt x="7286" y="58968"/>
                  <a:pt x="23045" y="43779"/>
                  <a:pt x="23045" y="2068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00054">
            <a:extLst xmlns:a="http://schemas.openxmlformats.org/drawingml/2006/main">
              <a:ext uri="{FF2B5EF4-FFF2-40B4-BE49-F238E27FC236}">
                <a16:creationId xmlns:a16="http://schemas.microsoft.com/office/drawing/2014/main" id="{22909BEB-2132-4E29-A4E0-8F8EBC97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988" y="2545981"/>
            <a:ext cx="90024" cy="129899"/>
          </a:xfrm>
          <a:custGeom xmlns:a="http://schemas.openxmlformats.org/drawingml/2006/main">
            <a:pathLst>
              <a:path w="90024" h="129899">
                <a:moveTo>
                  <a:pt x="38216" y="55346"/>
                </a:moveTo>
                <a:cubicBezTo>
                  <a:pt x="21076" y="55346"/>
                  <a:pt x="21076" y="35649"/>
                  <a:pt x="21076" y="31119"/>
                </a:cubicBezTo>
                <a:cubicBezTo>
                  <a:pt x="21076" y="25802"/>
                  <a:pt x="21273" y="19499"/>
                  <a:pt x="24227" y="14575"/>
                </a:cubicBezTo>
                <a:cubicBezTo>
                  <a:pt x="25805" y="12212"/>
                  <a:pt x="30335" y="6697"/>
                  <a:pt x="38216" y="6697"/>
                </a:cubicBezTo>
                <a:cubicBezTo>
                  <a:pt x="55352" y="6697"/>
                  <a:pt x="55352" y="26394"/>
                  <a:pt x="55352" y="30924"/>
                </a:cubicBezTo>
                <a:cubicBezTo>
                  <a:pt x="55352" y="36241"/>
                  <a:pt x="55157" y="42544"/>
                  <a:pt x="52202" y="47468"/>
                </a:cubicBezTo>
                <a:cubicBezTo>
                  <a:pt x="50624" y="49831"/>
                  <a:pt x="46094" y="55346"/>
                  <a:pt x="38216" y="55346"/>
                </a:cubicBezTo>
                <a:moveTo>
                  <a:pt x="15363" y="63050"/>
                </a:moveTo>
                <a:cubicBezTo>
                  <a:pt x="15363" y="62256"/>
                  <a:pt x="15363" y="57712"/>
                  <a:pt x="18711" y="53771"/>
                </a:cubicBezTo>
                <a:cubicBezTo>
                  <a:pt x="26394" y="59286"/>
                  <a:pt x="34471" y="59876"/>
                  <a:pt x="38216" y="59876"/>
                </a:cubicBezTo>
                <a:cubicBezTo>
                  <a:pt x="56533" y="59876"/>
                  <a:pt x="70126" y="46287"/>
                  <a:pt x="70126" y="31119"/>
                </a:cubicBezTo>
                <a:cubicBezTo>
                  <a:pt x="70126" y="23833"/>
                  <a:pt x="66975" y="16544"/>
                  <a:pt x="62049" y="12014"/>
                </a:cubicBezTo>
                <a:cubicBezTo>
                  <a:pt x="69142" y="5317"/>
                  <a:pt x="76234" y="4331"/>
                  <a:pt x="79780" y="4331"/>
                </a:cubicBezTo>
                <a:cubicBezTo>
                  <a:pt x="80174" y="4331"/>
                  <a:pt x="81157" y="4331"/>
                  <a:pt x="81749" y="4530"/>
                </a:cubicBezTo>
                <a:cubicBezTo>
                  <a:pt x="79581" y="5317"/>
                  <a:pt x="78596" y="7485"/>
                  <a:pt x="78596" y="9847"/>
                </a:cubicBezTo>
                <a:cubicBezTo>
                  <a:pt x="78596" y="13196"/>
                  <a:pt x="81157" y="15561"/>
                  <a:pt x="84310" y="15561"/>
                </a:cubicBezTo>
                <a:cubicBezTo>
                  <a:pt x="86279" y="15561"/>
                  <a:pt x="90024" y="14182"/>
                  <a:pt x="90024" y="9652"/>
                </a:cubicBezTo>
                <a:cubicBezTo>
                  <a:pt x="90024" y="6303"/>
                  <a:pt x="87658" y="0"/>
                  <a:pt x="79976" y="0"/>
                </a:cubicBezTo>
                <a:cubicBezTo>
                  <a:pt x="76035" y="0"/>
                  <a:pt x="67369" y="1181"/>
                  <a:pt x="59095" y="9258"/>
                </a:cubicBezTo>
                <a:cubicBezTo>
                  <a:pt x="50822" y="2757"/>
                  <a:pt x="42548" y="2164"/>
                  <a:pt x="38216" y="2164"/>
                </a:cubicBezTo>
                <a:cubicBezTo>
                  <a:pt x="19896" y="2164"/>
                  <a:pt x="6303" y="15756"/>
                  <a:pt x="6303" y="30924"/>
                </a:cubicBezTo>
                <a:cubicBezTo>
                  <a:pt x="6303" y="39590"/>
                  <a:pt x="10635" y="47074"/>
                  <a:pt x="15561" y="51210"/>
                </a:cubicBezTo>
                <a:cubicBezTo>
                  <a:pt x="13000" y="54165"/>
                  <a:pt x="9453" y="60669"/>
                  <a:pt x="9453" y="67613"/>
                </a:cubicBezTo>
                <a:cubicBezTo>
                  <a:pt x="9453" y="73763"/>
                  <a:pt x="12014" y="81265"/>
                  <a:pt x="18122" y="85206"/>
                </a:cubicBezTo>
                <a:cubicBezTo>
                  <a:pt x="6303" y="88554"/>
                  <a:pt x="0" y="97018"/>
                  <a:pt x="0" y="104894"/>
                </a:cubicBezTo>
                <a:cubicBezTo>
                  <a:pt x="0" y="119069"/>
                  <a:pt x="19501" y="129899"/>
                  <a:pt x="43533" y="129899"/>
                </a:cubicBezTo>
                <a:cubicBezTo>
                  <a:pt x="66777" y="129899"/>
                  <a:pt x="87265" y="119857"/>
                  <a:pt x="87265" y="104500"/>
                </a:cubicBezTo>
                <a:cubicBezTo>
                  <a:pt x="87265" y="97611"/>
                  <a:pt x="84509" y="87568"/>
                  <a:pt x="74460" y="82053"/>
                </a:cubicBezTo>
                <a:cubicBezTo>
                  <a:pt x="64021" y="76537"/>
                  <a:pt x="52595" y="76537"/>
                  <a:pt x="40579" y="76537"/>
                </a:cubicBezTo>
                <a:cubicBezTo>
                  <a:pt x="35655" y="76537"/>
                  <a:pt x="27181" y="76537"/>
                  <a:pt x="25805" y="76339"/>
                </a:cubicBezTo>
                <a:cubicBezTo>
                  <a:pt x="19501" y="75545"/>
                  <a:pt x="15363" y="69398"/>
                  <a:pt x="15363" y="63050"/>
                </a:cubicBezTo>
                <a:moveTo>
                  <a:pt x="43732" y="125369"/>
                </a:moveTo>
                <a:cubicBezTo>
                  <a:pt x="23833" y="125369"/>
                  <a:pt x="10241" y="115330"/>
                  <a:pt x="10241" y="104894"/>
                </a:cubicBezTo>
                <a:cubicBezTo>
                  <a:pt x="10241" y="95837"/>
                  <a:pt x="17729" y="88554"/>
                  <a:pt x="26394" y="87962"/>
                </a:cubicBezTo>
                <a:lnTo>
                  <a:pt x="38017" y="87962"/>
                </a:lnTo>
                <a:cubicBezTo>
                  <a:pt x="54959" y="87962"/>
                  <a:pt x="77021" y="87962"/>
                  <a:pt x="77021" y="104894"/>
                </a:cubicBezTo>
                <a:cubicBezTo>
                  <a:pt x="77021" y="115525"/>
                  <a:pt x="63035" y="125369"/>
                  <a:pt x="43732" y="12536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00055">
            <a:extLst xmlns:a="http://schemas.openxmlformats.org/drawingml/2006/main">
              <a:ext uri="{FF2B5EF4-FFF2-40B4-BE49-F238E27FC236}">
                <a16:creationId xmlns:a16="http://schemas.microsoft.com/office/drawing/2014/main" id="{3E6230CA-CE83-40AE-A840-F5199BBE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480" y="2548145"/>
            <a:ext cx="66188" cy="87144"/>
          </a:xfrm>
          <a:custGeom xmlns:a="http://schemas.openxmlformats.org/drawingml/2006/main">
            <a:pathLst>
              <a:path w="66188" h="87144">
                <a:moveTo>
                  <a:pt x="27380" y="21684"/>
                </a:moveTo>
                <a:lnTo>
                  <a:pt x="27380" y="0"/>
                </a:lnTo>
                <a:lnTo>
                  <a:pt x="0" y="2167"/>
                </a:lnTo>
                <a:lnTo>
                  <a:pt x="0" y="8275"/>
                </a:lnTo>
                <a:cubicBezTo>
                  <a:pt x="13788" y="8275"/>
                  <a:pt x="15363" y="9654"/>
                  <a:pt x="15363" y="19318"/>
                </a:cubicBezTo>
                <a:lnTo>
                  <a:pt x="15363" y="72166"/>
                </a:lnTo>
                <a:cubicBezTo>
                  <a:pt x="15363" y="81040"/>
                  <a:pt x="13196" y="81040"/>
                  <a:pt x="0" y="81040"/>
                </a:cubicBezTo>
                <a:lnTo>
                  <a:pt x="0" y="87144"/>
                </a:lnTo>
                <a:cubicBezTo>
                  <a:pt x="7680" y="86949"/>
                  <a:pt x="16941" y="86555"/>
                  <a:pt x="22457" y="86555"/>
                </a:cubicBezTo>
                <a:cubicBezTo>
                  <a:pt x="30335" y="86555"/>
                  <a:pt x="39592" y="86555"/>
                  <a:pt x="47474" y="87144"/>
                </a:cubicBezTo>
                <a:lnTo>
                  <a:pt x="47474" y="81040"/>
                </a:lnTo>
                <a:lnTo>
                  <a:pt x="43335" y="81040"/>
                </a:lnTo>
                <a:cubicBezTo>
                  <a:pt x="28760" y="81040"/>
                  <a:pt x="28366" y="78869"/>
                  <a:pt x="28366" y="71772"/>
                </a:cubicBezTo>
                <a:lnTo>
                  <a:pt x="28366" y="41405"/>
                </a:lnTo>
                <a:cubicBezTo>
                  <a:pt x="28366" y="21885"/>
                  <a:pt x="36638" y="4334"/>
                  <a:pt x="51610" y="4334"/>
                </a:cubicBezTo>
                <a:cubicBezTo>
                  <a:pt x="52989" y="4334"/>
                  <a:pt x="53383" y="4334"/>
                  <a:pt x="53777" y="4532"/>
                </a:cubicBezTo>
                <a:cubicBezTo>
                  <a:pt x="53185" y="4728"/>
                  <a:pt x="49248" y="7097"/>
                  <a:pt x="49248" y="12222"/>
                </a:cubicBezTo>
                <a:cubicBezTo>
                  <a:pt x="49248" y="17743"/>
                  <a:pt x="53383" y="20701"/>
                  <a:pt x="57718" y="20701"/>
                </a:cubicBezTo>
                <a:cubicBezTo>
                  <a:pt x="61262" y="20701"/>
                  <a:pt x="66188" y="18335"/>
                  <a:pt x="66188" y="12026"/>
                </a:cubicBezTo>
                <a:cubicBezTo>
                  <a:pt x="66188" y="5714"/>
                  <a:pt x="60080" y="0"/>
                  <a:pt x="51610" y="0"/>
                </a:cubicBezTo>
                <a:cubicBezTo>
                  <a:pt x="37230" y="0"/>
                  <a:pt x="30139" y="13204"/>
                  <a:pt x="27380" y="216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00056">
            <a:extLst xmlns:a="http://schemas.openxmlformats.org/drawingml/2006/main">
              <a:ext uri="{FF2B5EF4-FFF2-40B4-BE49-F238E27FC236}">
                <a16:creationId xmlns:a16="http://schemas.microsoft.com/office/drawing/2014/main" id="{E2B93D2D-177C-48F1-BB57-8BCFFB12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626" y="2503515"/>
            <a:ext cx="42157" cy="131775"/>
          </a:xfrm>
          <a:custGeom xmlns:a="http://schemas.openxmlformats.org/drawingml/2006/main">
            <a:pathLst>
              <a:path w="42157" h="131775">
                <a:moveTo>
                  <a:pt x="28366" y="44631"/>
                </a:moveTo>
                <a:lnTo>
                  <a:pt x="787" y="46798"/>
                </a:lnTo>
                <a:lnTo>
                  <a:pt x="787" y="52905"/>
                </a:lnTo>
                <a:cubicBezTo>
                  <a:pt x="13592" y="52905"/>
                  <a:pt x="15366" y="54090"/>
                  <a:pt x="15366" y="63750"/>
                </a:cubicBezTo>
                <a:lnTo>
                  <a:pt x="15366" y="116797"/>
                </a:lnTo>
                <a:cubicBezTo>
                  <a:pt x="15366" y="125670"/>
                  <a:pt x="13198" y="125670"/>
                  <a:pt x="0" y="125670"/>
                </a:cubicBezTo>
                <a:lnTo>
                  <a:pt x="0" y="131775"/>
                </a:lnTo>
                <a:cubicBezTo>
                  <a:pt x="6303" y="131579"/>
                  <a:pt x="16941" y="131186"/>
                  <a:pt x="21669" y="131186"/>
                </a:cubicBezTo>
                <a:cubicBezTo>
                  <a:pt x="28565" y="131186"/>
                  <a:pt x="35460" y="131579"/>
                  <a:pt x="42157" y="131775"/>
                </a:cubicBezTo>
                <a:lnTo>
                  <a:pt x="42157" y="125670"/>
                </a:lnTo>
                <a:cubicBezTo>
                  <a:pt x="29157" y="125670"/>
                  <a:pt x="28366" y="124684"/>
                  <a:pt x="28366" y="116992"/>
                </a:cubicBezTo>
                <a:lnTo>
                  <a:pt x="28366" y="44631"/>
                </a:lnTo>
                <a:moveTo>
                  <a:pt x="29157" y="10442"/>
                </a:moveTo>
                <a:cubicBezTo>
                  <a:pt x="29157" y="4139"/>
                  <a:pt x="24230" y="0"/>
                  <a:pt x="18714" y="0"/>
                </a:cubicBezTo>
                <a:cubicBezTo>
                  <a:pt x="12610" y="0"/>
                  <a:pt x="8275" y="5320"/>
                  <a:pt x="8275" y="10442"/>
                </a:cubicBezTo>
                <a:cubicBezTo>
                  <a:pt x="8275" y="15760"/>
                  <a:pt x="12610" y="20881"/>
                  <a:pt x="18714" y="20881"/>
                </a:cubicBezTo>
                <a:cubicBezTo>
                  <a:pt x="24230" y="20881"/>
                  <a:pt x="29157" y="16745"/>
                  <a:pt x="29157" y="104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00057">
            <a:extLst xmlns:a="http://schemas.openxmlformats.org/drawingml/2006/main">
              <a:ext uri="{FF2B5EF4-FFF2-40B4-BE49-F238E27FC236}">
                <a16:creationId xmlns:a16="http://schemas.microsoft.com/office/drawing/2014/main" id="{AF57AF4F-F48F-4A8B-A91D-7DAC56EF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365" y="2548145"/>
            <a:ext cx="97115" cy="125426"/>
          </a:xfrm>
          <a:custGeom xmlns:a="http://schemas.openxmlformats.org/drawingml/2006/main">
            <a:pathLst>
              <a:path w="97115" h="125426">
                <a:moveTo>
                  <a:pt x="28366" y="13006"/>
                </a:moveTo>
                <a:lnTo>
                  <a:pt x="28366" y="0"/>
                </a:lnTo>
                <a:lnTo>
                  <a:pt x="0" y="2167"/>
                </a:lnTo>
                <a:lnTo>
                  <a:pt x="0" y="8275"/>
                </a:lnTo>
                <a:cubicBezTo>
                  <a:pt x="13986" y="8275"/>
                  <a:pt x="15363" y="9459"/>
                  <a:pt x="15363" y="18128"/>
                </a:cubicBezTo>
                <a:lnTo>
                  <a:pt x="15363" y="110421"/>
                </a:lnTo>
                <a:cubicBezTo>
                  <a:pt x="15363" y="119322"/>
                  <a:pt x="13196" y="119322"/>
                  <a:pt x="0" y="119322"/>
                </a:cubicBezTo>
                <a:lnTo>
                  <a:pt x="0" y="125426"/>
                </a:lnTo>
                <a:cubicBezTo>
                  <a:pt x="6697" y="125231"/>
                  <a:pt x="16941" y="124837"/>
                  <a:pt x="22063" y="124837"/>
                </a:cubicBezTo>
                <a:cubicBezTo>
                  <a:pt x="27380" y="124837"/>
                  <a:pt x="37425" y="125231"/>
                  <a:pt x="44321" y="125426"/>
                </a:cubicBezTo>
                <a:lnTo>
                  <a:pt x="44321" y="119322"/>
                </a:lnTo>
                <a:cubicBezTo>
                  <a:pt x="31122" y="119322"/>
                  <a:pt x="28955" y="119322"/>
                  <a:pt x="28955" y="110421"/>
                </a:cubicBezTo>
                <a:lnTo>
                  <a:pt x="28955" y="77243"/>
                </a:lnTo>
                <a:lnTo>
                  <a:pt x="28955" y="75470"/>
                </a:lnTo>
                <a:cubicBezTo>
                  <a:pt x="29941" y="78623"/>
                  <a:pt x="38216" y="89260"/>
                  <a:pt x="53185" y="89260"/>
                </a:cubicBezTo>
                <a:cubicBezTo>
                  <a:pt x="76627" y="89260"/>
                  <a:pt x="97115" y="69951"/>
                  <a:pt x="97115" y="44534"/>
                </a:cubicBezTo>
                <a:cubicBezTo>
                  <a:pt x="97115" y="19508"/>
                  <a:pt x="78007" y="0"/>
                  <a:pt x="55944" y="0"/>
                </a:cubicBezTo>
                <a:cubicBezTo>
                  <a:pt x="40579" y="0"/>
                  <a:pt x="32304" y="8669"/>
                  <a:pt x="28366" y="13006"/>
                </a:cubicBezTo>
                <a:moveTo>
                  <a:pt x="28955" y="64631"/>
                </a:moveTo>
                <a:lnTo>
                  <a:pt x="28955" y="20689"/>
                </a:lnTo>
                <a:cubicBezTo>
                  <a:pt x="34669" y="10640"/>
                  <a:pt x="44321" y="4926"/>
                  <a:pt x="54366" y="4926"/>
                </a:cubicBezTo>
                <a:cubicBezTo>
                  <a:pt x="68749" y="4926"/>
                  <a:pt x="80763" y="22267"/>
                  <a:pt x="80763" y="44534"/>
                </a:cubicBezTo>
                <a:cubicBezTo>
                  <a:pt x="80763" y="68376"/>
                  <a:pt x="66975" y="84929"/>
                  <a:pt x="52397" y="84929"/>
                </a:cubicBezTo>
                <a:cubicBezTo>
                  <a:pt x="44519" y="84929"/>
                  <a:pt x="37032" y="80989"/>
                  <a:pt x="31714" y="72909"/>
                </a:cubicBezTo>
                <a:cubicBezTo>
                  <a:pt x="28955" y="68770"/>
                  <a:pt x="28955" y="68574"/>
                  <a:pt x="28955" y="6463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00058">
            <a:extLst xmlns:a="http://schemas.openxmlformats.org/drawingml/2006/main">
              <a:ext uri="{FF2B5EF4-FFF2-40B4-BE49-F238E27FC236}">
                <a16:creationId xmlns:a16="http://schemas.microsoft.com/office/drawing/2014/main" id="{8A994493-38F0-4057-9A3D-C00E090D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813" y="2548145"/>
            <a:ext cx="97115" cy="125426"/>
          </a:xfrm>
          <a:custGeom xmlns:a="http://schemas.openxmlformats.org/drawingml/2006/main">
            <a:pathLst>
              <a:path w="97115" h="125426">
                <a:moveTo>
                  <a:pt x="28366" y="13006"/>
                </a:moveTo>
                <a:lnTo>
                  <a:pt x="28366" y="0"/>
                </a:lnTo>
                <a:lnTo>
                  <a:pt x="0" y="2167"/>
                </a:lnTo>
                <a:lnTo>
                  <a:pt x="0" y="8275"/>
                </a:lnTo>
                <a:cubicBezTo>
                  <a:pt x="13986" y="8275"/>
                  <a:pt x="15363" y="9459"/>
                  <a:pt x="15363" y="18128"/>
                </a:cubicBezTo>
                <a:lnTo>
                  <a:pt x="15363" y="110421"/>
                </a:lnTo>
                <a:cubicBezTo>
                  <a:pt x="15363" y="119322"/>
                  <a:pt x="13196" y="119322"/>
                  <a:pt x="0" y="119322"/>
                </a:cubicBezTo>
                <a:lnTo>
                  <a:pt x="0" y="125426"/>
                </a:lnTo>
                <a:cubicBezTo>
                  <a:pt x="6697" y="125231"/>
                  <a:pt x="16941" y="124837"/>
                  <a:pt x="22063" y="124837"/>
                </a:cubicBezTo>
                <a:cubicBezTo>
                  <a:pt x="27380" y="124837"/>
                  <a:pt x="37425" y="125231"/>
                  <a:pt x="44321" y="125426"/>
                </a:cubicBezTo>
                <a:lnTo>
                  <a:pt x="44321" y="119322"/>
                </a:lnTo>
                <a:cubicBezTo>
                  <a:pt x="31122" y="119322"/>
                  <a:pt x="28955" y="119322"/>
                  <a:pt x="28955" y="110421"/>
                </a:cubicBezTo>
                <a:lnTo>
                  <a:pt x="28955" y="77243"/>
                </a:lnTo>
                <a:lnTo>
                  <a:pt x="28955" y="75470"/>
                </a:lnTo>
                <a:cubicBezTo>
                  <a:pt x="29941" y="78623"/>
                  <a:pt x="38216" y="89260"/>
                  <a:pt x="53185" y="89260"/>
                </a:cubicBezTo>
                <a:cubicBezTo>
                  <a:pt x="76627" y="89260"/>
                  <a:pt x="97115" y="69951"/>
                  <a:pt x="97115" y="44534"/>
                </a:cubicBezTo>
                <a:cubicBezTo>
                  <a:pt x="97115" y="19508"/>
                  <a:pt x="78007" y="0"/>
                  <a:pt x="55944" y="0"/>
                </a:cubicBezTo>
                <a:cubicBezTo>
                  <a:pt x="40579" y="0"/>
                  <a:pt x="32304" y="8669"/>
                  <a:pt x="28366" y="13006"/>
                </a:cubicBezTo>
                <a:moveTo>
                  <a:pt x="28955" y="64631"/>
                </a:moveTo>
                <a:lnTo>
                  <a:pt x="28955" y="20689"/>
                </a:lnTo>
                <a:cubicBezTo>
                  <a:pt x="34669" y="10640"/>
                  <a:pt x="44321" y="4926"/>
                  <a:pt x="54366" y="4926"/>
                </a:cubicBezTo>
                <a:cubicBezTo>
                  <a:pt x="68749" y="4926"/>
                  <a:pt x="80763" y="22267"/>
                  <a:pt x="80763" y="44534"/>
                </a:cubicBezTo>
                <a:cubicBezTo>
                  <a:pt x="80763" y="68376"/>
                  <a:pt x="66975" y="84929"/>
                  <a:pt x="52397" y="84929"/>
                </a:cubicBezTo>
                <a:cubicBezTo>
                  <a:pt x="44519" y="84929"/>
                  <a:pt x="37032" y="80989"/>
                  <a:pt x="31714" y="72909"/>
                </a:cubicBezTo>
                <a:cubicBezTo>
                  <a:pt x="28955" y="68770"/>
                  <a:pt x="28955" y="68574"/>
                  <a:pt x="28955" y="6463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00059">
            <a:extLst xmlns:a="http://schemas.openxmlformats.org/drawingml/2006/main">
              <a:ext uri="{FF2B5EF4-FFF2-40B4-BE49-F238E27FC236}">
                <a16:creationId xmlns:a16="http://schemas.microsoft.com/office/drawing/2014/main" id="{64A53295-BB3A-485F-BE37-1E23E1A3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777" y="2546991"/>
            <a:ext cx="76234" cy="90415"/>
          </a:xfrm>
          <a:custGeom xmlns:a="http://schemas.openxmlformats.org/drawingml/2006/main">
            <a:pathLst>
              <a:path w="76234" h="90415">
                <a:moveTo>
                  <a:pt x="16547" y="38571"/>
                </a:moveTo>
                <a:cubicBezTo>
                  <a:pt x="17729" y="9255"/>
                  <a:pt x="34276" y="4334"/>
                  <a:pt x="40972" y="4334"/>
                </a:cubicBezTo>
                <a:cubicBezTo>
                  <a:pt x="61262" y="4334"/>
                  <a:pt x="63233" y="30897"/>
                  <a:pt x="63233" y="38571"/>
                </a:cubicBezTo>
                <a:lnTo>
                  <a:pt x="16547" y="38571"/>
                </a:lnTo>
                <a:moveTo>
                  <a:pt x="16349" y="42707"/>
                </a:moveTo>
                <a:lnTo>
                  <a:pt x="71310" y="42707"/>
                </a:lnTo>
                <a:cubicBezTo>
                  <a:pt x="75642" y="42707"/>
                  <a:pt x="76234" y="42707"/>
                  <a:pt x="76234" y="38571"/>
                </a:cubicBezTo>
                <a:cubicBezTo>
                  <a:pt x="76234" y="19093"/>
                  <a:pt x="65596" y="0"/>
                  <a:pt x="40972" y="0"/>
                </a:cubicBezTo>
                <a:cubicBezTo>
                  <a:pt x="18122" y="0"/>
                  <a:pt x="0" y="20274"/>
                  <a:pt x="0" y="44877"/>
                </a:cubicBezTo>
                <a:cubicBezTo>
                  <a:pt x="0" y="71295"/>
                  <a:pt x="20683" y="90415"/>
                  <a:pt x="43335" y="90415"/>
                </a:cubicBezTo>
                <a:cubicBezTo>
                  <a:pt x="67369" y="90415"/>
                  <a:pt x="76234" y="68536"/>
                  <a:pt x="76234" y="64790"/>
                </a:cubicBezTo>
                <a:cubicBezTo>
                  <a:pt x="76234" y="62819"/>
                  <a:pt x="74658" y="62425"/>
                  <a:pt x="73673" y="62425"/>
                </a:cubicBezTo>
                <a:cubicBezTo>
                  <a:pt x="71899" y="62425"/>
                  <a:pt x="71506" y="63606"/>
                  <a:pt x="71111" y="65184"/>
                </a:cubicBezTo>
                <a:cubicBezTo>
                  <a:pt x="64216" y="85491"/>
                  <a:pt x="46488" y="85491"/>
                  <a:pt x="44519" y="85491"/>
                </a:cubicBezTo>
                <a:cubicBezTo>
                  <a:pt x="34669" y="85491"/>
                  <a:pt x="26788" y="79576"/>
                  <a:pt x="22258" y="72281"/>
                </a:cubicBezTo>
                <a:cubicBezTo>
                  <a:pt x="16349" y="62819"/>
                  <a:pt x="16349" y="49807"/>
                  <a:pt x="16349" y="427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100060">
            <a:extLst xmlns:a="http://schemas.openxmlformats.org/drawingml/2006/main">
              <a:ext uri="{FF2B5EF4-FFF2-40B4-BE49-F238E27FC236}">
                <a16:creationId xmlns:a16="http://schemas.microsoft.com/office/drawing/2014/main" id="{B432CF18-EB82-46D7-A83A-03D25B2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318" y="2548145"/>
            <a:ext cx="66188" cy="87144"/>
          </a:xfrm>
          <a:custGeom xmlns:a="http://schemas.openxmlformats.org/drawingml/2006/main">
            <a:pathLst>
              <a:path w="66188" h="87144">
                <a:moveTo>
                  <a:pt x="27380" y="21684"/>
                </a:moveTo>
                <a:lnTo>
                  <a:pt x="27380" y="0"/>
                </a:lnTo>
                <a:lnTo>
                  <a:pt x="0" y="2167"/>
                </a:lnTo>
                <a:lnTo>
                  <a:pt x="0" y="8275"/>
                </a:lnTo>
                <a:cubicBezTo>
                  <a:pt x="13788" y="8275"/>
                  <a:pt x="15363" y="9654"/>
                  <a:pt x="15363" y="19318"/>
                </a:cubicBezTo>
                <a:lnTo>
                  <a:pt x="15363" y="72166"/>
                </a:lnTo>
                <a:cubicBezTo>
                  <a:pt x="15363" y="81040"/>
                  <a:pt x="13196" y="81040"/>
                  <a:pt x="0" y="81040"/>
                </a:cubicBezTo>
                <a:lnTo>
                  <a:pt x="0" y="87144"/>
                </a:lnTo>
                <a:cubicBezTo>
                  <a:pt x="7680" y="86949"/>
                  <a:pt x="16941" y="86555"/>
                  <a:pt x="22457" y="86555"/>
                </a:cubicBezTo>
                <a:cubicBezTo>
                  <a:pt x="30335" y="86555"/>
                  <a:pt x="39592" y="86555"/>
                  <a:pt x="47474" y="87144"/>
                </a:cubicBezTo>
                <a:lnTo>
                  <a:pt x="47474" y="81040"/>
                </a:lnTo>
                <a:lnTo>
                  <a:pt x="43335" y="81040"/>
                </a:lnTo>
                <a:cubicBezTo>
                  <a:pt x="28760" y="81040"/>
                  <a:pt x="28366" y="78869"/>
                  <a:pt x="28366" y="71772"/>
                </a:cubicBezTo>
                <a:lnTo>
                  <a:pt x="28366" y="41405"/>
                </a:lnTo>
                <a:cubicBezTo>
                  <a:pt x="28366" y="21885"/>
                  <a:pt x="36638" y="4334"/>
                  <a:pt x="51610" y="4334"/>
                </a:cubicBezTo>
                <a:cubicBezTo>
                  <a:pt x="52989" y="4334"/>
                  <a:pt x="53383" y="4334"/>
                  <a:pt x="53777" y="4532"/>
                </a:cubicBezTo>
                <a:cubicBezTo>
                  <a:pt x="53185" y="4728"/>
                  <a:pt x="49248" y="7097"/>
                  <a:pt x="49248" y="12222"/>
                </a:cubicBezTo>
                <a:cubicBezTo>
                  <a:pt x="49248" y="17743"/>
                  <a:pt x="53383" y="20701"/>
                  <a:pt x="57718" y="20701"/>
                </a:cubicBezTo>
                <a:cubicBezTo>
                  <a:pt x="61262" y="20701"/>
                  <a:pt x="66188" y="18335"/>
                  <a:pt x="66188" y="12026"/>
                </a:cubicBezTo>
                <a:cubicBezTo>
                  <a:pt x="66188" y="5714"/>
                  <a:pt x="60080" y="0"/>
                  <a:pt x="51610" y="0"/>
                </a:cubicBezTo>
                <a:cubicBezTo>
                  <a:pt x="37230" y="0"/>
                  <a:pt x="30139" y="13204"/>
                  <a:pt x="27380" y="216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100061">
            <a:extLst xmlns:a="http://schemas.openxmlformats.org/drawingml/2006/main">
              <a:ext uri="{FF2B5EF4-FFF2-40B4-BE49-F238E27FC236}">
                <a16:creationId xmlns:a16="http://schemas.microsoft.com/office/drawing/2014/main" id="{2B2A6E0B-1B79-451A-ABB6-7CF6A858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241" y="2504092"/>
            <a:ext cx="82933" cy="135622"/>
          </a:xfrm>
          <a:custGeom xmlns:a="http://schemas.openxmlformats.org/drawingml/2006/main">
            <a:pathLst>
              <a:path w="82933" h="135622">
                <a:moveTo>
                  <a:pt x="82933" y="68208"/>
                </a:moveTo>
                <a:cubicBezTo>
                  <a:pt x="82933" y="52436"/>
                  <a:pt x="81947" y="36665"/>
                  <a:pt x="75055" y="22077"/>
                </a:cubicBezTo>
                <a:cubicBezTo>
                  <a:pt x="65992" y="3153"/>
                  <a:pt x="49839" y="0"/>
                  <a:pt x="41568" y="0"/>
                </a:cubicBezTo>
                <a:cubicBezTo>
                  <a:pt x="29745" y="0"/>
                  <a:pt x="15365" y="5122"/>
                  <a:pt x="7289" y="23457"/>
                </a:cubicBezTo>
                <a:cubicBezTo>
                  <a:pt x="985" y="37059"/>
                  <a:pt x="0" y="52436"/>
                  <a:pt x="0" y="68208"/>
                </a:cubicBezTo>
                <a:cubicBezTo>
                  <a:pt x="0" y="82990"/>
                  <a:pt x="790" y="100734"/>
                  <a:pt x="8867" y="115714"/>
                </a:cubicBezTo>
                <a:cubicBezTo>
                  <a:pt x="17337" y="131685"/>
                  <a:pt x="31717" y="135622"/>
                  <a:pt x="41369" y="135622"/>
                </a:cubicBezTo>
                <a:cubicBezTo>
                  <a:pt x="52007" y="135622"/>
                  <a:pt x="66978" y="131486"/>
                  <a:pt x="75644" y="112760"/>
                </a:cubicBezTo>
                <a:cubicBezTo>
                  <a:pt x="81947" y="99156"/>
                  <a:pt x="82933" y="83781"/>
                  <a:pt x="82933" y="68208"/>
                </a:cubicBezTo>
                <a:moveTo>
                  <a:pt x="41369" y="131291"/>
                </a:moveTo>
                <a:cubicBezTo>
                  <a:pt x="33686" y="131291"/>
                  <a:pt x="22063" y="126361"/>
                  <a:pt x="18519" y="107437"/>
                </a:cubicBezTo>
                <a:cubicBezTo>
                  <a:pt x="16352" y="95609"/>
                  <a:pt x="16352" y="77472"/>
                  <a:pt x="16352" y="65839"/>
                </a:cubicBezTo>
                <a:cubicBezTo>
                  <a:pt x="16352" y="53224"/>
                  <a:pt x="16352" y="40211"/>
                  <a:pt x="17927" y="29568"/>
                </a:cubicBezTo>
                <a:cubicBezTo>
                  <a:pt x="21668" y="6108"/>
                  <a:pt x="36445" y="4334"/>
                  <a:pt x="41369" y="4334"/>
                </a:cubicBezTo>
                <a:cubicBezTo>
                  <a:pt x="47871" y="4334"/>
                  <a:pt x="60870" y="7884"/>
                  <a:pt x="64613" y="27398"/>
                </a:cubicBezTo>
                <a:cubicBezTo>
                  <a:pt x="66585" y="38438"/>
                  <a:pt x="66585" y="53422"/>
                  <a:pt x="66585" y="65839"/>
                </a:cubicBezTo>
                <a:cubicBezTo>
                  <a:pt x="66585" y="80625"/>
                  <a:pt x="66585" y="94031"/>
                  <a:pt x="64418" y="106649"/>
                </a:cubicBezTo>
                <a:cubicBezTo>
                  <a:pt x="61462" y="125375"/>
                  <a:pt x="50233" y="131291"/>
                  <a:pt x="41369" y="1312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00062">
            <a:extLst xmlns:a="http://schemas.openxmlformats.org/drawingml/2006/main">
              <a:ext uri="{FF2B5EF4-FFF2-40B4-BE49-F238E27FC236}">
                <a16:creationId xmlns:a16="http://schemas.microsoft.com/office/drawing/2014/main" id="{D84EE403-1B6D-43F1-95D8-A88E8B3E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882" y="2487548"/>
            <a:ext cx="76630" cy="196989"/>
          </a:xfrm>
          <a:custGeom xmlns:a="http://schemas.openxmlformats.org/drawingml/2006/main">
            <a:pathLst>
              <a:path w="76630" h="196989">
                <a:moveTo>
                  <a:pt x="75644" y="7487"/>
                </a:moveTo>
                <a:cubicBezTo>
                  <a:pt x="76630" y="4927"/>
                  <a:pt x="76630" y="4139"/>
                  <a:pt x="76630" y="3940"/>
                </a:cubicBezTo>
                <a:cubicBezTo>
                  <a:pt x="76630" y="1773"/>
                  <a:pt x="74856" y="0"/>
                  <a:pt x="72689" y="0"/>
                </a:cubicBezTo>
                <a:cubicBezTo>
                  <a:pt x="71309" y="0"/>
                  <a:pt x="69930" y="592"/>
                  <a:pt x="69340" y="1773"/>
                </a:cubicBezTo>
                <a:lnTo>
                  <a:pt x="985" y="189504"/>
                </a:lnTo>
                <a:cubicBezTo>
                  <a:pt x="0" y="192065"/>
                  <a:pt x="0" y="192852"/>
                  <a:pt x="0" y="193051"/>
                </a:cubicBezTo>
                <a:cubicBezTo>
                  <a:pt x="0" y="195218"/>
                  <a:pt x="1773" y="196989"/>
                  <a:pt x="3940" y="196989"/>
                </a:cubicBezTo>
                <a:cubicBezTo>
                  <a:pt x="6501" y="196989"/>
                  <a:pt x="7091" y="195612"/>
                  <a:pt x="8275" y="192263"/>
                </a:cubicBezTo>
                <a:lnTo>
                  <a:pt x="75644" y="74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100063">
            <a:extLst xmlns:a="http://schemas.openxmlformats.org/drawingml/2006/main">
              <a:ext uri="{FF2B5EF4-FFF2-40B4-BE49-F238E27FC236}">
                <a16:creationId xmlns:a16="http://schemas.microsoft.com/office/drawing/2014/main" id="{92A3C2F0-5DCD-4471-970C-090892F2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067" y="2504092"/>
            <a:ext cx="65007" cy="131198"/>
          </a:xfrm>
          <a:custGeom xmlns:a="http://schemas.openxmlformats.org/drawingml/2006/main">
            <a:pathLst>
              <a:path w="65007" h="131198">
                <a:moveTo>
                  <a:pt x="40383" y="5116"/>
                </a:moveTo>
                <a:cubicBezTo>
                  <a:pt x="40383" y="397"/>
                  <a:pt x="40383" y="0"/>
                  <a:pt x="35853" y="0"/>
                </a:cubicBezTo>
                <a:cubicBezTo>
                  <a:pt x="23641" y="12555"/>
                  <a:pt x="6303" y="12555"/>
                  <a:pt x="0" y="12555"/>
                </a:cubicBezTo>
                <a:lnTo>
                  <a:pt x="0" y="18660"/>
                </a:lnTo>
                <a:cubicBezTo>
                  <a:pt x="3941" y="18660"/>
                  <a:pt x="15564" y="18660"/>
                  <a:pt x="25805" y="13541"/>
                </a:cubicBezTo>
                <a:lnTo>
                  <a:pt x="25805" y="115630"/>
                </a:lnTo>
                <a:cubicBezTo>
                  <a:pt x="25805" y="122727"/>
                  <a:pt x="25216" y="125093"/>
                  <a:pt x="7487" y="125093"/>
                </a:cubicBezTo>
                <a:lnTo>
                  <a:pt x="1182" y="125093"/>
                </a:lnTo>
                <a:lnTo>
                  <a:pt x="1182" y="131198"/>
                </a:lnTo>
                <a:cubicBezTo>
                  <a:pt x="8077" y="130608"/>
                  <a:pt x="25216" y="130608"/>
                  <a:pt x="33094" y="130608"/>
                </a:cubicBezTo>
                <a:cubicBezTo>
                  <a:pt x="40975" y="130608"/>
                  <a:pt x="58112" y="130608"/>
                  <a:pt x="65007" y="131198"/>
                </a:cubicBezTo>
                <a:lnTo>
                  <a:pt x="65007" y="125093"/>
                </a:lnTo>
                <a:lnTo>
                  <a:pt x="58704" y="125093"/>
                </a:lnTo>
                <a:cubicBezTo>
                  <a:pt x="40975" y="125093"/>
                  <a:pt x="40383" y="122925"/>
                  <a:pt x="40383" y="115630"/>
                </a:cubicBezTo>
                <a:lnTo>
                  <a:pt x="40383" y="51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00064">
            <a:extLst xmlns:a="http://schemas.openxmlformats.org/drawingml/2006/main">
              <a:ext uri="{FF2B5EF4-FFF2-40B4-BE49-F238E27FC236}">
                <a16:creationId xmlns:a16="http://schemas.microsoft.com/office/drawing/2014/main" id="{EA6757EB-B90F-4088-B34D-0701EAA1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258" y="2487548"/>
            <a:ext cx="45700" cy="196989"/>
          </a:xfrm>
          <a:custGeom xmlns:a="http://schemas.openxmlformats.org/drawingml/2006/main">
            <a:pathLst>
              <a:path w="45700" h="196989">
                <a:moveTo>
                  <a:pt x="45700" y="98494"/>
                </a:moveTo>
                <a:cubicBezTo>
                  <a:pt x="45700" y="83132"/>
                  <a:pt x="43537" y="59296"/>
                  <a:pt x="32701" y="37035"/>
                </a:cubicBezTo>
                <a:cubicBezTo>
                  <a:pt x="20882" y="12805"/>
                  <a:pt x="3941" y="0"/>
                  <a:pt x="1969" y="0"/>
                </a:cubicBezTo>
                <a:cubicBezTo>
                  <a:pt x="787" y="0"/>
                  <a:pt x="0" y="791"/>
                  <a:pt x="0" y="1972"/>
                </a:cubicBezTo>
                <a:cubicBezTo>
                  <a:pt x="0" y="2561"/>
                  <a:pt x="0" y="2958"/>
                  <a:pt x="3742" y="6501"/>
                </a:cubicBezTo>
                <a:cubicBezTo>
                  <a:pt x="23049" y="26003"/>
                  <a:pt x="34276" y="57324"/>
                  <a:pt x="34276" y="98494"/>
                </a:cubicBezTo>
                <a:cubicBezTo>
                  <a:pt x="34276" y="132180"/>
                  <a:pt x="26990" y="166850"/>
                  <a:pt x="2561" y="191671"/>
                </a:cubicBezTo>
                <a:cubicBezTo>
                  <a:pt x="0" y="194034"/>
                  <a:pt x="0" y="194430"/>
                  <a:pt x="0" y="195020"/>
                </a:cubicBezTo>
                <a:cubicBezTo>
                  <a:pt x="0" y="196201"/>
                  <a:pt x="787" y="196989"/>
                  <a:pt x="1969" y="196989"/>
                </a:cubicBezTo>
                <a:cubicBezTo>
                  <a:pt x="3941" y="196989"/>
                  <a:pt x="21669" y="183595"/>
                  <a:pt x="33293" y="158577"/>
                </a:cubicBezTo>
                <a:cubicBezTo>
                  <a:pt x="43338" y="136909"/>
                  <a:pt x="45700" y="115041"/>
                  <a:pt x="45700" y="984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100065">
            <a:extLst xmlns:a="http://schemas.openxmlformats.org/drawingml/2006/main">
              <a:ext uri="{FF2B5EF4-FFF2-40B4-BE49-F238E27FC236}">
                <a16:creationId xmlns:a16="http://schemas.microsoft.com/office/drawing/2014/main" id="{C330DD5A-5C55-4847-B2CE-C073AD0F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949" y="3287333"/>
            <a:ext cx="167567" cy="165786"/>
          </a:xfrm>
          <a:custGeom xmlns:a="http://schemas.openxmlformats.org/drawingml/2006/main">
            <a:pathLst>
              <a:path w="167567" h="165786">
                <a:moveTo>
                  <a:pt x="121833" y="23426"/>
                </a:moveTo>
                <a:cubicBezTo>
                  <a:pt x="115251" y="9882"/>
                  <a:pt x="104638" y="0"/>
                  <a:pt x="88174" y="0"/>
                </a:cubicBezTo>
                <a:cubicBezTo>
                  <a:pt x="45365" y="0"/>
                  <a:pt x="0" y="53801"/>
                  <a:pt x="0" y="107234"/>
                </a:cubicBezTo>
                <a:cubicBezTo>
                  <a:pt x="0" y="141635"/>
                  <a:pt x="20120" y="165786"/>
                  <a:pt x="48659" y="165786"/>
                </a:cubicBezTo>
                <a:cubicBezTo>
                  <a:pt x="55978" y="165786"/>
                  <a:pt x="74273" y="164323"/>
                  <a:pt x="96224" y="138341"/>
                </a:cubicBezTo>
                <a:cubicBezTo>
                  <a:pt x="99150" y="153716"/>
                  <a:pt x="111957" y="165786"/>
                  <a:pt x="129520" y="165786"/>
                </a:cubicBezTo>
                <a:cubicBezTo>
                  <a:pt x="142326" y="165786"/>
                  <a:pt x="150740" y="157373"/>
                  <a:pt x="156590" y="145660"/>
                </a:cubicBezTo>
                <a:cubicBezTo>
                  <a:pt x="162816" y="132485"/>
                  <a:pt x="167567" y="110160"/>
                  <a:pt x="167567" y="109428"/>
                </a:cubicBezTo>
                <a:cubicBezTo>
                  <a:pt x="167567" y="105771"/>
                  <a:pt x="164278" y="105771"/>
                  <a:pt x="163179" y="105771"/>
                </a:cubicBezTo>
                <a:cubicBezTo>
                  <a:pt x="159521" y="105771"/>
                  <a:pt x="159153" y="107234"/>
                  <a:pt x="158059" y="112359"/>
                </a:cubicBezTo>
                <a:cubicBezTo>
                  <a:pt x="151834" y="136147"/>
                  <a:pt x="145252" y="157742"/>
                  <a:pt x="130251" y="157742"/>
                </a:cubicBezTo>
                <a:cubicBezTo>
                  <a:pt x="120369" y="157742"/>
                  <a:pt x="119276" y="148223"/>
                  <a:pt x="119276" y="140904"/>
                </a:cubicBezTo>
                <a:cubicBezTo>
                  <a:pt x="119276" y="132854"/>
                  <a:pt x="120007" y="129922"/>
                  <a:pt x="124032" y="113822"/>
                </a:cubicBezTo>
                <a:cubicBezTo>
                  <a:pt x="128057" y="98452"/>
                  <a:pt x="128789" y="94790"/>
                  <a:pt x="132077" y="80883"/>
                </a:cubicBezTo>
                <a:lnTo>
                  <a:pt x="145252" y="29645"/>
                </a:lnTo>
                <a:cubicBezTo>
                  <a:pt x="147815" y="19400"/>
                  <a:pt x="147815" y="18669"/>
                  <a:pt x="147815" y="17201"/>
                </a:cubicBezTo>
                <a:cubicBezTo>
                  <a:pt x="147815" y="10982"/>
                  <a:pt x="143421" y="7319"/>
                  <a:pt x="137202" y="7319"/>
                </a:cubicBezTo>
                <a:cubicBezTo>
                  <a:pt x="128420" y="7319"/>
                  <a:pt x="122932" y="15375"/>
                  <a:pt x="121833" y="23426"/>
                </a:cubicBezTo>
                <a:moveTo>
                  <a:pt x="98056" y="118215"/>
                </a:moveTo>
                <a:cubicBezTo>
                  <a:pt x="96224" y="124803"/>
                  <a:pt x="96224" y="125534"/>
                  <a:pt x="90737" y="131753"/>
                </a:cubicBezTo>
                <a:cubicBezTo>
                  <a:pt x="74636" y="151885"/>
                  <a:pt x="59634" y="157742"/>
                  <a:pt x="49391" y="157742"/>
                </a:cubicBezTo>
                <a:cubicBezTo>
                  <a:pt x="31101" y="157742"/>
                  <a:pt x="25976" y="137610"/>
                  <a:pt x="25976" y="123335"/>
                </a:cubicBezTo>
                <a:cubicBezTo>
                  <a:pt x="25976" y="105040"/>
                  <a:pt x="37683" y="60020"/>
                  <a:pt x="46097" y="43189"/>
                </a:cubicBezTo>
                <a:cubicBezTo>
                  <a:pt x="57440" y="21594"/>
                  <a:pt x="73905" y="8051"/>
                  <a:pt x="88543" y="8051"/>
                </a:cubicBezTo>
                <a:cubicBezTo>
                  <a:pt x="112325" y="8051"/>
                  <a:pt x="117445" y="38064"/>
                  <a:pt x="117445" y="40258"/>
                </a:cubicBezTo>
                <a:cubicBezTo>
                  <a:pt x="117445" y="42457"/>
                  <a:pt x="116713" y="44651"/>
                  <a:pt x="116345" y="46482"/>
                </a:cubicBezTo>
                <a:lnTo>
                  <a:pt x="98056" y="1182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100066">
            <a:extLst xmlns:a="http://schemas.openxmlformats.org/drawingml/2006/main">
              <a:ext uri="{FF2B5EF4-FFF2-40B4-BE49-F238E27FC236}">
                <a16:creationId xmlns:a16="http://schemas.microsoft.com/office/drawing/2014/main" id="{BF139C47-AF82-4E34-B158-8BE38A88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464" y="3344156"/>
            <a:ext cx="86564" cy="162437"/>
          </a:xfrm>
          <a:custGeom xmlns:a="http://schemas.openxmlformats.org/drawingml/2006/main">
            <a:pathLst>
              <a:path w="86564" h="162437">
                <a:moveTo>
                  <a:pt x="52245" y="58861"/>
                </a:moveTo>
                <a:lnTo>
                  <a:pt x="78369" y="58861"/>
                </a:lnTo>
                <a:cubicBezTo>
                  <a:pt x="83234" y="58861"/>
                  <a:pt x="86564" y="58861"/>
                  <a:pt x="86564" y="53226"/>
                </a:cubicBezTo>
                <a:cubicBezTo>
                  <a:pt x="86564" y="49639"/>
                  <a:pt x="83234" y="49639"/>
                  <a:pt x="78881" y="49639"/>
                </a:cubicBezTo>
                <a:lnTo>
                  <a:pt x="54550" y="49639"/>
                </a:lnTo>
                <a:lnTo>
                  <a:pt x="64027" y="11775"/>
                </a:lnTo>
                <a:cubicBezTo>
                  <a:pt x="64285" y="10493"/>
                  <a:pt x="64797" y="9215"/>
                  <a:pt x="64797" y="8191"/>
                </a:cubicBezTo>
                <a:cubicBezTo>
                  <a:pt x="64797" y="3584"/>
                  <a:pt x="61209" y="0"/>
                  <a:pt x="56086" y="0"/>
                </a:cubicBezTo>
                <a:cubicBezTo>
                  <a:pt x="49685" y="0"/>
                  <a:pt x="45844" y="4354"/>
                  <a:pt x="44050" y="11005"/>
                </a:cubicBezTo>
                <a:cubicBezTo>
                  <a:pt x="42256" y="17402"/>
                  <a:pt x="45586" y="5119"/>
                  <a:pt x="34319" y="49639"/>
                </a:cubicBezTo>
                <a:lnTo>
                  <a:pt x="8195" y="49639"/>
                </a:lnTo>
                <a:cubicBezTo>
                  <a:pt x="3329" y="49639"/>
                  <a:pt x="0" y="49639"/>
                  <a:pt x="0" y="55274"/>
                </a:cubicBezTo>
                <a:cubicBezTo>
                  <a:pt x="0" y="58861"/>
                  <a:pt x="3071" y="58861"/>
                  <a:pt x="7683" y="58861"/>
                </a:cubicBezTo>
                <a:lnTo>
                  <a:pt x="32013" y="58861"/>
                </a:lnTo>
                <a:lnTo>
                  <a:pt x="16902" y="119211"/>
                </a:lnTo>
                <a:cubicBezTo>
                  <a:pt x="15365" y="125605"/>
                  <a:pt x="13060" y="134812"/>
                  <a:pt x="13060" y="138134"/>
                </a:cubicBezTo>
                <a:cubicBezTo>
                  <a:pt x="13060" y="153222"/>
                  <a:pt x="25866" y="162437"/>
                  <a:pt x="40466" y="162437"/>
                </a:cubicBezTo>
                <a:cubicBezTo>
                  <a:pt x="68893" y="162437"/>
                  <a:pt x="85028" y="126629"/>
                  <a:pt x="85028" y="123303"/>
                </a:cubicBezTo>
                <a:cubicBezTo>
                  <a:pt x="85028" y="119977"/>
                  <a:pt x="81699" y="119977"/>
                  <a:pt x="80929" y="119977"/>
                </a:cubicBezTo>
                <a:cubicBezTo>
                  <a:pt x="77857" y="119977"/>
                  <a:pt x="77599" y="120489"/>
                  <a:pt x="75552" y="124839"/>
                </a:cubicBezTo>
                <a:cubicBezTo>
                  <a:pt x="68381" y="140947"/>
                  <a:pt x="55320" y="155266"/>
                  <a:pt x="41233" y="155266"/>
                </a:cubicBezTo>
                <a:cubicBezTo>
                  <a:pt x="35855" y="155266"/>
                  <a:pt x="32272" y="151944"/>
                  <a:pt x="32272" y="142737"/>
                </a:cubicBezTo>
                <a:cubicBezTo>
                  <a:pt x="32272" y="140181"/>
                  <a:pt x="33295" y="134812"/>
                  <a:pt x="33807" y="132252"/>
                </a:cubicBezTo>
                <a:lnTo>
                  <a:pt x="52245" y="588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100067">
            <a:extLst xmlns:a="http://schemas.openxmlformats.org/drawingml/2006/main">
              <a:ext uri="{FF2B5EF4-FFF2-40B4-BE49-F238E27FC236}">
                <a16:creationId xmlns:a16="http://schemas.microsoft.com/office/drawing/2014/main" id="{E53A96A0-2826-4917-8D9F-874E977A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5" y="3287333"/>
            <a:ext cx="134645" cy="165786"/>
          </a:xfrm>
          <a:custGeom xmlns:a="http://schemas.openxmlformats.org/drawingml/2006/main">
            <a:pathLst>
              <a:path w="134645" h="165786">
                <a:moveTo>
                  <a:pt x="124032" y="25000"/>
                </a:moveTo>
                <a:cubicBezTo>
                  <a:pt x="113788" y="25368"/>
                  <a:pt x="106469" y="33419"/>
                  <a:pt x="106469" y="41469"/>
                </a:cubicBezTo>
                <a:cubicBezTo>
                  <a:pt x="106469" y="46594"/>
                  <a:pt x="109763" y="52082"/>
                  <a:pt x="117813" y="52082"/>
                </a:cubicBezTo>
                <a:cubicBezTo>
                  <a:pt x="125864" y="52082"/>
                  <a:pt x="134645" y="45863"/>
                  <a:pt x="134645" y="31593"/>
                </a:cubicBezTo>
                <a:cubicBezTo>
                  <a:pt x="134645" y="15051"/>
                  <a:pt x="118913" y="0"/>
                  <a:pt x="91105" y="0"/>
                </a:cubicBezTo>
                <a:cubicBezTo>
                  <a:pt x="42809" y="0"/>
                  <a:pt x="29270" y="37444"/>
                  <a:pt x="29270" y="53539"/>
                </a:cubicBezTo>
                <a:cubicBezTo>
                  <a:pt x="29270" y="82022"/>
                  <a:pt x="56347" y="87499"/>
                  <a:pt x="66954" y="89688"/>
                </a:cubicBezTo>
                <a:cubicBezTo>
                  <a:pt x="85980" y="93338"/>
                  <a:pt x="105006" y="97358"/>
                  <a:pt x="105006" y="117462"/>
                </a:cubicBezTo>
                <a:cubicBezTo>
                  <a:pt x="105006" y="126975"/>
                  <a:pt x="96593" y="157741"/>
                  <a:pt x="52690" y="157741"/>
                </a:cubicBezTo>
                <a:cubicBezTo>
                  <a:pt x="47565" y="157741"/>
                  <a:pt x="19395" y="157741"/>
                  <a:pt x="10976" y="138319"/>
                </a:cubicBezTo>
                <a:cubicBezTo>
                  <a:pt x="24882" y="140150"/>
                  <a:pt x="34027" y="129169"/>
                  <a:pt x="34027" y="118924"/>
                </a:cubicBezTo>
                <a:cubicBezTo>
                  <a:pt x="34027" y="110511"/>
                  <a:pt x="28176" y="106118"/>
                  <a:pt x="20489" y="106118"/>
                </a:cubicBezTo>
                <a:cubicBezTo>
                  <a:pt x="10976" y="106118"/>
                  <a:pt x="0" y="113805"/>
                  <a:pt x="0" y="130268"/>
                </a:cubicBezTo>
                <a:cubicBezTo>
                  <a:pt x="0" y="151142"/>
                  <a:pt x="20857" y="165786"/>
                  <a:pt x="52322" y="165786"/>
                </a:cubicBezTo>
                <a:cubicBezTo>
                  <a:pt x="111594" y="165786"/>
                  <a:pt x="125864" y="121487"/>
                  <a:pt x="125864" y="105023"/>
                </a:cubicBezTo>
                <a:cubicBezTo>
                  <a:pt x="125864" y="91881"/>
                  <a:pt x="118913" y="82754"/>
                  <a:pt x="114520" y="78371"/>
                </a:cubicBezTo>
                <a:cubicBezTo>
                  <a:pt x="104643" y="68143"/>
                  <a:pt x="94031" y="66318"/>
                  <a:pt x="77936" y="63035"/>
                </a:cubicBezTo>
                <a:cubicBezTo>
                  <a:pt x="64760" y="60115"/>
                  <a:pt x="50128" y="57559"/>
                  <a:pt x="50128" y="41106"/>
                </a:cubicBezTo>
                <a:cubicBezTo>
                  <a:pt x="50128" y="30493"/>
                  <a:pt x="58909" y="8051"/>
                  <a:pt x="91105" y="8051"/>
                </a:cubicBezTo>
                <a:cubicBezTo>
                  <a:pt x="100250" y="8051"/>
                  <a:pt x="118545" y="10630"/>
                  <a:pt x="124032" y="2500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00068">
            <a:extLst xmlns:a="http://schemas.openxmlformats.org/drawingml/2006/main">
              <a:ext uri="{FF2B5EF4-FFF2-40B4-BE49-F238E27FC236}">
                <a16:creationId xmlns:a16="http://schemas.microsoft.com/office/drawing/2014/main" id="{1A5471B9-9AD2-4518-A235-1C454803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12" y="3344156"/>
            <a:ext cx="86565" cy="162437"/>
          </a:xfrm>
          <a:custGeom xmlns:a="http://schemas.openxmlformats.org/drawingml/2006/main">
            <a:pathLst>
              <a:path w="86565" h="162437">
                <a:moveTo>
                  <a:pt x="52245" y="58861"/>
                </a:moveTo>
                <a:lnTo>
                  <a:pt x="78370" y="58861"/>
                </a:lnTo>
                <a:cubicBezTo>
                  <a:pt x="83235" y="58861"/>
                  <a:pt x="86565" y="58861"/>
                  <a:pt x="86565" y="53226"/>
                </a:cubicBezTo>
                <a:cubicBezTo>
                  <a:pt x="86565" y="49639"/>
                  <a:pt x="83235" y="49639"/>
                  <a:pt x="78881" y="49639"/>
                </a:cubicBezTo>
                <a:lnTo>
                  <a:pt x="54551" y="49639"/>
                </a:lnTo>
                <a:lnTo>
                  <a:pt x="64028" y="11775"/>
                </a:lnTo>
                <a:cubicBezTo>
                  <a:pt x="64285" y="10493"/>
                  <a:pt x="64797" y="9215"/>
                  <a:pt x="64797" y="8191"/>
                </a:cubicBezTo>
                <a:cubicBezTo>
                  <a:pt x="64797" y="3584"/>
                  <a:pt x="61210" y="0"/>
                  <a:pt x="56087" y="0"/>
                </a:cubicBezTo>
                <a:cubicBezTo>
                  <a:pt x="49685" y="0"/>
                  <a:pt x="45844" y="4354"/>
                  <a:pt x="44050" y="11005"/>
                </a:cubicBezTo>
                <a:cubicBezTo>
                  <a:pt x="42256" y="17402"/>
                  <a:pt x="45586" y="5119"/>
                  <a:pt x="34319" y="49639"/>
                </a:cubicBezTo>
                <a:lnTo>
                  <a:pt x="8195" y="49639"/>
                </a:lnTo>
                <a:cubicBezTo>
                  <a:pt x="3329" y="49639"/>
                  <a:pt x="0" y="49639"/>
                  <a:pt x="0" y="55274"/>
                </a:cubicBezTo>
                <a:cubicBezTo>
                  <a:pt x="0" y="58861"/>
                  <a:pt x="3072" y="58861"/>
                  <a:pt x="7683" y="58861"/>
                </a:cubicBezTo>
                <a:lnTo>
                  <a:pt x="32014" y="58861"/>
                </a:lnTo>
                <a:lnTo>
                  <a:pt x="16902" y="119211"/>
                </a:lnTo>
                <a:cubicBezTo>
                  <a:pt x="15366" y="125605"/>
                  <a:pt x="13060" y="134812"/>
                  <a:pt x="13060" y="138134"/>
                </a:cubicBezTo>
                <a:cubicBezTo>
                  <a:pt x="13060" y="153222"/>
                  <a:pt x="25867" y="162437"/>
                  <a:pt x="40467" y="162437"/>
                </a:cubicBezTo>
                <a:cubicBezTo>
                  <a:pt x="68893" y="162437"/>
                  <a:pt x="85029" y="126629"/>
                  <a:pt x="85029" y="123303"/>
                </a:cubicBezTo>
                <a:cubicBezTo>
                  <a:pt x="85029" y="119977"/>
                  <a:pt x="81699" y="119977"/>
                  <a:pt x="80929" y="119977"/>
                </a:cubicBezTo>
                <a:cubicBezTo>
                  <a:pt x="77858" y="119977"/>
                  <a:pt x="77600" y="120489"/>
                  <a:pt x="75552" y="124839"/>
                </a:cubicBezTo>
                <a:cubicBezTo>
                  <a:pt x="68381" y="140947"/>
                  <a:pt x="55321" y="155266"/>
                  <a:pt x="41232" y="155266"/>
                </a:cubicBezTo>
                <a:cubicBezTo>
                  <a:pt x="35855" y="155266"/>
                  <a:pt x="32272" y="151944"/>
                  <a:pt x="32272" y="142737"/>
                </a:cubicBezTo>
                <a:cubicBezTo>
                  <a:pt x="32272" y="140181"/>
                  <a:pt x="33296" y="134812"/>
                  <a:pt x="33807" y="132252"/>
                </a:cubicBezTo>
                <a:lnTo>
                  <a:pt x="52245" y="588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100069">
            <a:extLst xmlns:a="http://schemas.openxmlformats.org/drawingml/2006/main">
              <a:ext uri="{FF2B5EF4-FFF2-40B4-BE49-F238E27FC236}">
                <a16:creationId xmlns:a16="http://schemas.microsoft.com/office/drawing/2014/main" id="{A93C579C-6B9C-4012-8D94-69F9D27F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103" y="182268"/>
            <a:ext cx="179607" cy="146817"/>
          </a:xfrm>
          <a:custGeom xmlns:a="http://schemas.openxmlformats.org/drawingml/2006/main">
            <a:pathLst>
              <a:path w="179607" h="146817">
                <a:moveTo>
                  <a:pt x="79163" y="19296"/>
                </a:moveTo>
                <a:lnTo>
                  <a:pt x="116745" y="19296"/>
                </a:lnTo>
                <a:cubicBezTo>
                  <a:pt x="105768" y="68440"/>
                  <a:pt x="102779" y="82721"/>
                  <a:pt x="102779" y="104966"/>
                </a:cubicBezTo>
                <a:cubicBezTo>
                  <a:pt x="102779" y="109950"/>
                  <a:pt x="102779" y="118913"/>
                  <a:pt x="105437" y="130205"/>
                </a:cubicBezTo>
                <a:cubicBezTo>
                  <a:pt x="108762" y="144822"/>
                  <a:pt x="112422" y="146817"/>
                  <a:pt x="117411" y="146817"/>
                </a:cubicBezTo>
                <a:cubicBezTo>
                  <a:pt x="124064" y="146817"/>
                  <a:pt x="131048" y="140833"/>
                  <a:pt x="131048" y="134190"/>
                </a:cubicBezTo>
                <a:cubicBezTo>
                  <a:pt x="131048" y="132195"/>
                  <a:pt x="131048" y="131535"/>
                  <a:pt x="129053" y="126886"/>
                </a:cubicBezTo>
                <a:cubicBezTo>
                  <a:pt x="119405" y="102977"/>
                  <a:pt x="119405" y="81392"/>
                  <a:pt x="119405" y="72094"/>
                </a:cubicBezTo>
                <a:cubicBezTo>
                  <a:pt x="119405" y="54493"/>
                  <a:pt x="121734" y="36562"/>
                  <a:pt x="125393" y="19296"/>
                </a:cubicBezTo>
                <a:lnTo>
                  <a:pt x="163310" y="19296"/>
                </a:lnTo>
                <a:cubicBezTo>
                  <a:pt x="167635" y="19296"/>
                  <a:pt x="179607" y="19296"/>
                  <a:pt x="179607" y="7983"/>
                </a:cubicBezTo>
                <a:cubicBezTo>
                  <a:pt x="179607" y="0"/>
                  <a:pt x="172624" y="0"/>
                  <a:pt x="166305" y="0"/>
                </a:cubicBezTo>
                <a:lnTo>
                  <a:pt x="54878" y="0"/>
                </a:lnTo>
                <a:cubicBezTo>
                  <a:pt x="47565" y="0"/>
                  <a:pt x="34923" y="0"/>
                  <a:pt x="20291" y="15637"/>
                </a:cubicBezTo>
                <a:cubicBezTo>
                  <a:pt x="8648" y="28594"/>
                  <a:pt x="0" y="43865"/>
                  <a:pt x="0" y="45525"/>
                </a:cubicBezTo>
                <a:cubicBezTo>
                  <a:pt x="0" y="45860"/>
                  <a:pt x="0" y="48849"/>
                  <a:pt x="3989" y="48849"/>
                </a:cubicBezTo>
                <a:cubicBezTo>
                  <a:pt x="6654" y="48849"/>
                  <a:pt x="7318" y="47520"/>
                  <a:pt x="9313" y="44865"/>
                </a:cubicBezTo>
                <a:cubicBezTo>
                  <a:pt x="25609" y="19296"/>
                  <a:pt x="44900" y="19296"/>
                  <a:pt x="51554" y="19296"/>
                </a:cubicBezTo>
                <a:lnTo>
                  <a:pt x="70515" y="19296"/>
                </a:lnTo>
                <a:cubicBezTo>
                  <a:pt x="59867" y="59472"/>
                  <a:pt x="41911" y="99652"/>
                  <a:pt x="27938" y="129871"/>
                </a:cubicBezTo>
                <a:cubicBezTo>
                  <a:pt x="25280" y="134854"/>
                  <a:pt x="25280" y="135519"/>
                  <a:pt x="25280" y="137844"/>
                </a:cubicBezTo>
                <a:cubicBezTo>
                  <a:pt x="25280" y="144157"/>
                  <a:pt x="30598" y="146817"/>
                  <a:pt x="34923" y="146817"/>
                </a:cubicBezTo>
                <a:cubicBezTo>
                  <a:pt x="44900" y="146817"/>
                  <a:pt x="47565" y="137509"/>
                  <a:pt x="51554" y="125222"/>
                </a:cubicBezTo>
                <a:cubicBezTo>
                  <a:pt x="56213" y="109950"/>
                  <a:pt x="56213" y="109285"/>
                  <a:pt x="60537" y="92679"/>
                </a:cubicBezTo>
                <a:lnTo>
                  <a:pt x="79163" y="192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00070">
            <a:extLst xmlns:a="http://schemas.openxmlformats.org/drawingml/2006/main">
              <a:ext uri="{FF2B5EF4-FFF2-40B4-BE49-F238E27FC236}">
                <a16:creationId xmlns:a16="http://schemas.microsoft.com/office/drawing/2014/main" id="{4720B54E-99FA-4A20-90CA-FD44690E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783" y="216492"/>
            <a:ext cx="207450" cy="158932"/>
          </a:xfrm>
          <a:custGeom xmlns:a="http://schemas.openxmlformats.org/drawingml/2006/main">
            <a:pathLst>
              <a:path w="207450" h="158932">
                <a:moveTo>
                  <a:pt x="179744" y="18850"/>
                </a:moveTo>
                <a:cubicBezTo>
                  <a:pt x="181839" y="10246"/>
                  <a:pt x="182305" y="8384"/>
                  <a:pt x="199536" y="8384"/>
                </a:cubicBezTo>
                <a:cubicBezTo>
                  <a:pt x="204658" y="8384"/>
                  <a:pt x="207450" y="8384"/>
                  <a:pt x="207450" y="3261"/>
                </a:cubicBezTo>
                <a:cubicBezTo>
                  <a:pt x="207450" y="2331"/>
                  <a:pt x="206755" y="0"/>
                  <a:pt x="203728" y="0"/>
                </a:cubicBezTo>
                <a:cubicBezTo>
                  <a:pt x="196974" y="0"/>
                  <a:pt x="179978" y="934"/>
                  <a:pt x="173225" y="934"/>
                </a:cubicBezTo>
                <a:cubicBezTo>
                  <a:pt x="169266" y="934"/>
                  <a:pt x="161117" y="934"/>
                  <a:pt x="157159" y="700"/>
                </a:cubicBezTo>
                <a:cubicBezTo>
                  <a:pt x="152505" y="469"/>
                  <a:pt x="146917" y="0"/>
                  <a:pt x="142494" y="0"/>
                </a:cubicBezTo>
                <a:cubicBezTo>
                  <a:pt x="141094" y="0"/>
                  <a:pt x="137602" y="0"/>
                  <a:pt x="137602" y="5123"/>
                </a:cubicBezTo>
                <a:cubicBezTo>
                  <a:pt x="137602" y="8384"/>
                  <a:pt x="140398" y="8384"/>
                  <a:pt x="145055" y="8384"/>
                </a:cubicBezTo>
                <a:cubicBezTo>
                  <a:pt x="145286" y="8384"/>
                  <a:pt x="149709" y="8384"/>
                  <a:pt x="153902" y="8850"/>
                </a:cubicBezTo>
                <a:cubicBezTo>
                  <a:pt x="158790" y="9315"/>
                  <a:pt x="159255" y="9781"/>
                  <a:pt x="159255" y="12104"/>
                </a:cubicBezTo>
                <a:cubicBezTo>
                  <a:pt x="159255" y="12338"/>
                  <a:pt x="159255" y="13735"/>
                  <a:pt x="158325" y="17220"/>
                </a:cubicBezTo>
                <a:lnTo>
                  <a:pt x="144587" y="72108"/>
                </a:lnTo>
                <a:lnTo>
                  <a:pt x="66592" y="72108"/>
                </a:lnTo>
                <a:lnTo>
                  <a:pt x="80095" y="18151"/>
                </a:lnTo>
                <a:cubicBezTo>
                  <a:pt x="82191" y="10246"/>
                  <a:pt x="82656" y="8384"/>
                  <a:pt x="100584" y="8384"/>
                </a:cubicBezTo>
                <a:cubicBezTo>
                  <a:pt x="104541" y="8384"/>
                  <a:pt x="107568" y="8384"/>
                  <a:pt x="107568" y="3261"/>
                </a:cubicBezTo>
                <a:cubicBezTo>
                  <a:pt x="107568" y="2331"/>
                  <a:pt x="106871" y="0"/>
                  <a:pt x="103844" y="0"/>
                </a:cubicBezTo>
                <a:cubicBezTo>
                  <a:pt x="97091" y="0"/>
                  <a:pt x="80095" y="934"/>
                  <a:pt x="73341" y="934"/>
                </a:cubicBezTo>
                <a:cubicBezTo>
                  <a:pt x="69384" y="934"/>
                  <a:pt x="61234" y="934"/>
                  <a:pt x="57276" y="700"/>
                </a:cubicBezTo>
                <a:cubicBezTo>
                  <a:pt x="52622" y="469"/>
                  <a:pt x="47034" y="0"/>
                  <a:pt x="42611" y="0"/>
                </a:cubicBezTo>
                <a:cubicBezTo>
                  <a:pt x="41211" y="0"/>
                  <a:pt x="37719" y="0"/>
                  <a:pt x="37719" y="5123"/>
                </a:cubicBezTo>
                <a:cubicBezTo>
                  <a:pt x="37719" y="8384"/>
                  <a:pt x="40515" y="8384"/>
                  <a:pt x="45173" y="8384"/>
                </a:cubicBezTo>
                <a:cubicBezTo>
                  <a:pt x="45404" y="8384"/>
                  <a:pt x="49827" y="8384"/>
                  <a:pt x="54019" y="8850"/>
                </a:cubicBezTo>
                <a:cubicBezTo>
                  <a:pt x="58907" y="9315"/>
                  <a:pt x="59373" y="9781"/>
                  <a:pt x="59373" y="12104"/>
                </a:cubicBezTo>
                <a:cubicBezTo>
                  <a:pt x="59373" y="12569"/>
                  <a:pt x="59373" y="13735"/>
                  <a:pt x="58441" y="17220"/>
                </a:cubicBezTo>
                <a:lnTo>
                  <a:pt x="27476" y="140774"/>
                </a:lnTo>
                <a:cubicBezTo>
                  <a:pt x="25612" y="148690"/>
                  <a:pt x="25146" y="150551"/>
                  <a:pt x="6989" y="150551"/>
                </a:cubicBezTo>
                <a:cubicBezTo>
                  <a:pt x="3027" y="150551"/>
                  <a:pt x="0" y="150551"/>
                  <a:pt x="0" y="155440"/>
                </a:cubicBezTo>
                <a:cubicBezTo>
                  <a:pt x="0" y="157770"/>
                  <a:pt x="1631" y="158932"/>
                  <a:pt x="3727" y="158932"/>
                </a:cubicBezTo>
                <a:cubicBezTo>
                  <a:pt x="10481" y="158932"/>
                  <a:pt x="27243" y="158001"/>
                  <a:pt x="33996" y="158001"/>
                </a:cubicBezTo>
                <a:cubicBezTo>
                  <a:pt x="37954" y="158001"/>
                  <a:pt x="46103" y="158001"/>
                  <a:pt x="50061" y="158236"/>
                </a:cubicBezTo>
                <a:cubicBezTo>
                  <a:pt x="54715" y="158466"/>
                  <a:pt x="60538" y="158932"/>
                  <a:pt x="64961" y="158932"/>
                </a:cubicBezTo>
                <a:cubicBezTo>
                  <a:pt x="66126" y="158932"/>
                  <a:pt x="69850" y="158932"/>
                  <a:pt x="69850" y="154043"/>
                </a:cubicBezTo>
                <a:cubicBezTo>
                  <a:pt x="69850" y="150551"/>
                  <a:pt x="67522" y="150551"/>
                  <a:pt x="62169" y="150551"/>
                </a:cubicBezTo>
                <a:cubicBezTo>
                  <a:pt x="58441" y="150551"/>
                  <a:pt x="57511" y="150551"/>
                  <a:pt x="53318" y="150086"/>
                </a:cubicBezTo>
                <a:cubicBezTo>
                  <a:pt x="48196" y="149389"/>
                  <a:pt x="48196" y="148924"/>
                  <a:pt x="48196" y="146593"/>
                </a:cubicBezTo>
                <a:cubicBezTo>
                  <a:pt x="48196" y="146363"/>
                  <a:pt x="48196" y="144966"/>
                  <a:pt x="49130" y="141474"/>
                </a:cubicBezTo>
                <a:lnTo>
                  <a:pt x="64495" y="80489"/>
                </a:lnTo>
                <a:lnTo>
                  <a:pt x="142494" y="80489"/>
                </a:lnTo>
                <a:lnTo>
                  <a:pt x="127360" y="140774"/>
                </a:lnTo>
                <a:cubicBezTo>
                  <a:pt x="125494" y="148690"/>
                  <a:pt x="125029" y="150551"/>
                  <a:pt x="106871" y="150551"/>
                </a:cubicBezTo>
                <a:cubicBezTo>
                  <a:pt x="102910" y="150551"/>
                  <a:pt x="99883" y="150551"/>
                  <a:pt x="99883" y="155440"/>
                </a:cubicBezTo>
                <a:cubicBezTo>
                  <a:pt x="99883" y="157770"/>
                  <a:pt x="101514" y="158932"/>
                  <a:pt x="103611" y="158932"/>
                </a:cubicBezTo>
                <a:cubicBezTo>
                  <a:pt x="110364" y="158932"/>
                  <a:pt x="127125" y="158001"/>
                  <a:pt x="133879" y="158001"/>
                </a:cubicBezTo>
                <a:cubicBezTo>
                  <a:pt x="137836" y="158001"/>
                  <a:pt x="145986" y="158001"/>
                  <a:pt x="149944" y="158236"/>
                </a:cubicBezTo>
                <a:cubicBezTo>
                  <a:pt x="154598" y="158466"/>
                  <a:pt x="160420" y="158932"/>
                  <a:pt x="164843" y="158932"/>
                </a:cubicBezTo>
                <a:cubicBezTo>
                  <a:pt x="166009" y="158932"/>
                  <a:pt x="169732" y="158932"/>
                  <a:pt x="169732" y="154043"/>
                </a:cubicBezTo>
                <a:cubicBezTo>
                  <a:pt x="169732" y="150551"/>
                  <a:pt x="167405" y="150551"/>
                  <a:pt x="162051" y="150551"/>
                </a:cubicBezTo>
                <a:cubicBezTo>
                  <a:pt x="158325" y="150551"/>
                  <a:pt x="157394" y="150551"/>
                  <a:pt x="153202" y="150086"/>
                </a:cubicBezTo>
                <a:cubicBezTo>
                  <a:pt x="148078" y="149389"/>
                  <a:pt x="148078" y="148924"/>
                  <a:pt x="148078" y="146593"/>
                </a:cubicBezTo>
                <a:cubicBezTo>
                  <a:pt x="148078" y="145197"/>
                  <a:pt x="148779" y="142870"/>
                  <a:pt x="149013" y="141474"/>
                </a:cubicBezTo>
                <a:lnTo>
                  <a:pt x="179744" y="188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path-100071">
            <a:extLst xmlns:a="http://schemas.openxmlformats.org/drawingml/2006/main">
              <a:ext uri="{FF2B5EF4-FFF2-40B4-BE49-F238E27FC236}">
                <a16:creationId xmlns:a16="http://schemas.microsoft.com/office/drawing/2014/main" id="{2C627C63-2B62-406E-B76E-CAF2D33C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833" y="3273499"/>
            <a:ext cx="143137" cy="117004"/>
          </a:xfrm>
          <a:custGeom xmlns:a="http://schemas.openxmlformats.org/drawingml/2006/main">
            <a:pathLst>
              <a:path w="143137" h="117004">
                <a:moveTo>
                  <a:pt x="63089" y="15378"/>
                </a:moveTo>
                <a:lnTo>
                  <a:pt x="93039" y="15378"/>
                </a:lnTo>
                <a:cubicBezTo>
                  <a:pt x="84290" y="54542"/>
                  <a:pt x="81908" y="65924"/>
                  <a:pt x="81908" y="83652"/>
                </a:cubicBezTo>
                <a:cubicBezTo>
                  <a:pt x="81908" y="87623"/>
                  <a:pt x="81908" y="94766"/>
                  <a:pt x="84028" y="103766"/>
                </a:cubicBezTo>
                <a:cubicBezTo>
                  <a:pt x="86677" y="115414"/>
                  <a:pt x="89593" y="117004"/>
                  <a:pt x="93569" y="117004"/>
                </a:cubicBezTo>
                <a:cubicBezTo>
                  <a:pt x="98872" y="117004"/>
                  <a:pt x="104437" y="112235"/>
                  <a:pt x="104437" y="106941"/>
                </a:cubicBezTo>
                <a:cubicBezTo>
                  <a:pt x="104437" y="105351"/>
                  <a:pt x="104437" y="104826"/>
                  <a:pt x="102848" y="101120"/>
                </a:cubicBezTo>
                <a:cubicBezTo>
                  <a:pt x="95159" y="82066"/>
                  <a:pt x="95159" y="64865"/>
                  <a:pt x="95159" y="57454"/>
                </a:cubicBezTo>
                <a:cubicBezTo>
                  <a:pt x="95159" y="43428"/>
                  <a:pt x="97015" y="29138"/>
                  <a:pt x="99931" y="15378"/>
                </a:cubicBezTo>
                <a:lnTo>
                  <a:pt x="130149" y="15378"/>
                </a:lnTo>
                <a:cubicBezTo>
                  <a:pt x="133595" y="15378"/>
                  <a:pt x="143137" y="15378"/>
                  <a:pt x="143137" y="6362"/>
                </a:cubicBezTo>
                <a:cubicBezTo>
                  <a:pt x="143137" y="0"/>
                  <a:pt x="137571" y="0"/>
                  <a:pt x="132535" y="0"/>
                </a:cubicBezTo>
                <a:lnTo>
                  <a:pt x="43735" y="0"/>
                </a:lnTo>
                <a:cubicBezTo>
                  <a:pt x="37907" y="0"/>
                  <a:pt x="27831" y="0"/>
                  <a:pt x="16170" y="12462"/>
                </a:cubicBezTo>
                <a:cubicBezTo>
                  <a:pt x="6892" y="22788"/>
                  <a:pt x="0" y="34958"/>
                  <a:pt x="0" y="36281"/>
                </a:cubicBezTo>
                <a:cubicBezTo>
                  <a:pt x="0" y="36548"/>
                  <a:pt x="0" y="38930"/>
                  <a:pt x="3179" y="38930"/>
                </a:cubicBezTo>
                <a:cubicBezTo>
                  <a:pt x="5303" y="38930"/>
                  <a:pt x="5832" y="37870"/>
                  <a:pt x="7422" y="35755"/>
                </a:cubicBezTo>
                <a:cubicBezTo>
                  <a:pt x="20409" y="15378"/>
                  <a:pt x="35783" y="15378"/>
                  <a:pt x="41085" y="15378"/>
                </a:cubicBezTo>
                <a:lnTo>
                  <a:pt x="56196" y="15378"/>
                </a:lnTo>
                <a:cubicBezTo>
                  <a:pt x="47711" y="47395"/>
                  <a:pt x="33401" y="79417"/>
                  <a:pt x="22266" y="103499"/>
                </a:cubicBezTo>
                <a:cubicBezTo>
                  <a:pt x="20147" y="107471"/>
                  <a:pt x="20147" y="108000"/>
                  <a:pt x="20147" y="109853"/>
                </a:cubicBezTo>
                <a:cubicBezTo>
                  <a:pt x="20147" y="114885"/>
                  <a:pt x="24385" y="117004"/>
                  <a:pt x="27831" y="117004"/>
                </a:cubicBezTo>
                <a:cubicBezTo>
                  <a:pt x="35783" y="117004"/>
                  <a:pt x="37907" y="109586"/>
                  <a:pt x="41085" y="99794"/>
                </a:cubicBezTo>
                <a:cubicBezTo>
                  <a:pt x="44798" y="87623"/>
                  <a:pt x="44798" y="87094"/>
                  <a:pt x="48245" y="73860"/>
                </a:cubicBezTo>
                <a:lnTo>
                  <a:pt x="63089" y="153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df-path-100072">
            <a:extLst xmlns:a="http://schemas.openxmlformats.org/drawingml/2006/main">
              <a:ext uri="{FF2B5EF4-FFF2-40B4-BE49-F238E27FC236}">
                <a16:creationId xmlns:a16="http://schemas.microsoft.com/office/drawing/2014/main" id="{DC6018F9-C6D3-4651-B127-A64518A3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639" y="3110803"/>
            <a:ext cx="48245" cy="185368"/>
          </a:xfrm>
          <a:custGeom xmlns:a="http://schemas.openxmlformats.org/drawingml/2006/main">
            <a:pathLst>
              <a:path w="48245" h="185368">
                <a:moveTo>
                  <a:pt x="44533" y="0"/>
                </a:moveTo>
                <a:cubicBezTo>
                  <a:pt x="9279" y="24867"/>
                  <a:pt x="0" y="64204"/>
                  <a:pt x="0" y="92593"/>
                </a:cubicBezTo>
                <a:cubicBezTo>
                  <a:pt x="0" y="118757"/>
                  <a:pt x="7794" y="159391"/>
                  <a:pt x="44533" y="185368"/>
                </a:cubicBezTo>
                <a:cubicBezTo>
                  <a:pt x="46017" y="185368"/>
                  <a:pt x="48245" y="185368"/>
                  <a:pt x="48245" y="183143"/>
                </a:cubicBezTo>
                <a:cubicBezTo>
                  <a:pt x="48245" y="182030"/>
                  <a:pt x="47687" y="181659"/>
                  <a:pt x="46387" y="180360"/>
                </a:cubicBezTo>
                <a:cubicBezTo>
                  <a:pt x="21710" y="158094"/>
                  <a:pt x="12619" y="126549"/>
                  <a:pt x="12619" y="92780"/>
                </a:cubicBezTo>
                <a:cubicBezTo>
                  <a:pt x="12619" y="42678"/>
                  <a:pt x="31730" y="18188"/>
                  <a:pt x="46945" y="4457"/>
                </a:cubicBezTo>
                <a:cubicBezTo>
                  <a:pt x="47687" y="3712"/>
                  <a:pt x="48245" y="3157"/>
                  <a:pt x="48245" y="2228"/>
                </a:cubicBezTo>
                <a:cubicBezTo>
                  <a:pt x="48245" y="0"/>
                  <a:pt x="46017" y="0"/>
                  <a:pt x="4453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df-path-100073">
            <a:extLst xmlns:a="http://schemas.openxmlformats.org/drawingml/2006/main">
              <a:ext uri="{FF2B5EF4-FFF2-40B4-BE49-F238E27FC236}">
                <a16:creationId xmlns:a16="http://schemas.microsoft.com/office/drawing/2014/main" id="{48717432-32FA-4033-BC9E-88801F69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045" y="3121137"/>
            <a:ext cx="91288" cy="130640"/>
          </a:xfrm>
          <a:custGeom xmlns:a="http://schemas.openxmlformats.org/drawingml/2006/main">
            <a:pathLst>
              <a:path w="91288" h="130640">
                <a:moveTo>
                  <a:pt x="44158" y="5566"/>
                </a:moveTo>
                <a:cubicBezTo>
                  <a:pt x="44346" y="5195"/>
                  <a:pt x="44900" y="2783"/>
                  <a:pt x="44900" y="2599"/>
                </a:cubicBezTo>
                <a:cubicBezTo>
                  <a:pt x="44900" y="1670"/>
                  <a:pt x="44158" y="0"/>
                  <a:pt x="41933" y="0"/>
                </a:cubicBezTo>
                <a:cubicBezTo>
                  <a:pt x="38222" y="0"/>
                  <a:pt x="22822" y="1484"/>
                  <a:pt x="18182" y="1854"/>
                </a:cubicBezTo>
                <a:cubicBezTo>
                  <a:pt x="16699" y="2041"/>
                  <a:pt x="14099" y="2225"/>
                  <a:pt x="14099" y="6124"/>
                </a:cubicBezTo>
                <a:cubicBezTo>
                  <a:pt x="14099" y="8720"/>
                  <a:pt x="16699" y="8720"/>
                  <a:pt x="18924" y="8720"/>
                </a:cubicBezTo>
                <a:cubicBezTo>
                  <a:pt x="27831" y="8720"/>
                  <a:pt x="27831" y="10020"/>
                  <a:pt x="27831" y="11504"/>
                </a:cubicBezTo>
                <a:cubicBezTo>
                  <a:pt x="27831" y="12800"/>
                  <a:pt x="27460" y="13913"/>
                  <a:pt x="27089" y="15583"/>
                </a:cubicBezTo>
                <a:lnTo>
                  <a:pt x="925" y="120617"/>
                </a:lnTo>
                <a:cubicBezTo>
                  <a:pt x="0" y="123961"/>
                  <a:pt x="0" y="124332"/>
                  <a:pt x="0" y="124703"/>
                </a:cubicBezTo>
                <a:cubicBezTo>
                  <a:pt x="0" y="127486"/>
                  <a:pt x="2225" y="130640"/>
                  <a:pt x="6307" y="130640"/>
                </a:cubicBezTo>
                <a:cubicBezTo>
                  <a:pt x="11316" y="130640"/>
                  <a:pt x="13729" y="126931"/>
                  <a:pt x="14844" y="122845"/>
                </a:cubicBezTo>
                <a:cubicBezTo>
                  <a:pt x="15214" y="122103"/>
                  <a:pt x="23194" y="89428"/>
                  <a:pt x="23935" y="86826"/>
                </a:cubicBezTo>
                <a:cubicBezTo>
                  <a:pt x="37109" y="88126"/>
                  <a:pt x="47684" y="92398"/>
                  <a:pt x="47684" y="102053"/>
                </a:cubicBezTo>
                <a:cubicBezTo>
                  <a:pt x="47684" y="102981"/>
                  <a:pt x="47684" y="103910"/>
                  <a:pt x="47313" y="105764"/>
                </a:cubicBezTo>
                <a:cubicBezTo>
                  <a:pt x="46571" y="108550"/>
                  <a:pt x="46571" y="109479"/>
                  <a:pt x="46571" y="111520"/>
                </a:cubicBezTo>
                <a:cubicBezTo>
                  <a:pt x="46571" y="124703"/>
                  <a:pt x="57332" y="130640"/>
                  <a:pt x="66239" y="130640"/>
                </a:cubicBezTo>
                <a:cubicBezTo>
                  <a:pt x="84238" y="130640"/>
                  <a:pt x="89804" y="102424"/>
                  <a:pt x="89804" y="102237"/>
                </a:cubicBezTo>
                <a:cubicBezTo>
                  <a:pt x="89804" y="99825"/>
                  <a:pt x="87392" y="99825"/>
                  <a:pt x="86837" y="99825"/>
                </a:cubicBezTo>
                <a:cubicBezTo>
                  <a:pt x="84238" y="99825"/>
                  <a:pt x="84054" y="100753"/>
                  <a:pt x="83125" y="104281"/>
                </a:cubicBezTo>
                <a:cubicBezTo>
                  <a:pt x="80897" y="112265"/>
                  <a:pt x="75888" y="125444"/>
                  <a:pt x="66797" y="125444"/>
                </a:cubicBezTo>
                <a:cubicBezTo>
                  <a:pt x="61786" y="125444"/>
                  <a:pt x="60302" y="120804"/>
                  <a:pt x="60302" y="115790"/>
                </a:cubicBezTo>
                <a:cubicBezTo>
                  <a:pt x="60302" y="112636"/>
                  <a:pt x="60302" y="112265"/>
                  <a:pt x="61415" y="107437"/>
                </a:cubicBezTo>
                <a:cubicBezTo>
                  <a:pt x="61602" y="106880"/>
                  <a:pt x="62344" y="103723"/>
                  <a:pt x="62344" y="101682"/>
                </a:cubicBezTo>
                <a:cubicBezTo>
                  <a:pt x="62344" y="85156"/>
                  <a:pt x="40079" y="82556"/>
                  <a:pt x="32285" y="81999"/>
                </a:cubicBezTo>
                <a:cubicBezTo>
                  <a:pt x="37667" y="78658"/>
                  <a:pt x="44530" y="72531"/>
                  <a:pt x="47684" y="69748"/>
                </a:cubicBezTo>
                <a:cubicBezTo>
                  <a:pt x="57148" y="60841"/>
                  <a:pt x="66427" y="52124"/>
                  <a:pt x="76817" y="52124"/>
                </a:cubicBezTo>
                <a:cubicBezTo>
                  <a:pt x="79043" y="52124"/>
                  <a:pt x="81455" y="52678"/>
                  <a:pt x="82938" y="54533"/>
                </a:cubicBezTo>
                <a:cubicBezTo>
                  <a:pt x="74960" y="55832"/>
                  <a:pt x="73290" y="62140"/>
                  <a:pt x="73290" y="64923"/>
                </a:cubicBezTo>
                <a:cubicBezTo>
                  <a:pt x="73290" y="69006"/>
                  <a:pt x="76446" y="71789"/>
                  <a:pt x="80713" y="71789"/>
                </a:cubicBezTo>
                <a:cubicBezTo>
                  <a:pt x="85722" y="71789"/>
                  <a:pt x="91288" y="67706"/>
                  <a:pt x="91288" y="59915"/>
                </a:cubicBezTo>
                <a:cubicBezTo>
                  <a:pt x="91288" y="53791"/>
                  <a:pt x="86837" y="46925"/>
                  <a:pt x="77001" y="46925"/>
                </a:cubicBezTo>
                <a:cubicBezTo>
                  <a:pt x="66427" y="46925"/>
                  <a:pt x="56778" y="54533"/>
                  <a:pt x="47313" y="63253"/>
                </a:cubicBezTo>
                <a:cubicBezTo>
                  <a:pt x="39521" y="70677"/>
                  <a:pt x="33397" y="76430"/>
                  <a:pt x="25790" y="79587"/>
                </a:cubicBezTo>
                <a:lnTo>
                  <a:pt x="44158" y="55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df-path-100074">
            <a:extLst xmlns:a="http://schemas.openxmlformats.org/drawingml/2006/main">
              <a:ext uri="{FF2B5EF4-FFF2-40B4-BE49-F238E27FC236}">
                <a16:creationId xmlns:a16="http://schemas.microsoft.com/office/drawing/2014/main" id="{4C9A137D-7765-476D-B256-3E73E35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477" y="3110803"/>
            <a:ext cx="48055" cy="185368"/>
          </a:xfrm>
          <a:custGeom xmlns:a="http://schemas.openxmlformats.org/drawingml/2006/main">
            <a:pathLst>
              <a:path w="48055" h="185368">
                <a:moveTo>
                  <a:pt x="3525" y="0"/>
                </a:moveTo>
                <a:cubicBezTo>
                  <a:pt x="2225" y="0"/>
                  <a:pt x="0" y="0"/>
                  <a:pt x="0" y="2228"/>
                </a:cubicBezTo>
                <a:cubicBezTo>
                  <a:pt x="0" y="3157"/>
                  <a:pt x="555" y="3712"/>
                  <a:pt x="1667" y="5012"/>
                </a:cubicBezTo>
                <a:cubicBezTo>
                  <a:pt x="17625" y="19671"/>
                  <a:pt x="35439" y="44720"/>
                  <a:pt x="35439" y="92593"/>
                </a:cubicBezTo>
                <a:cubicBezTo>
                  <a:pt x="35439" y="131373"/>
                  <a:pt x="23378" y="160691"/>
                  <a:pt x="3338" y="178876"/>
                </a:cubicBezTo>
                <a:cubicBezTo>
                  <a:pt x="184" y="182030"/>
                  <a:pt x="0" y="182214"/>
                  <a:pt x="0" y="183143"/>
                </a:cubicBezTo>
                <a:cubicBezTo>
                  <a:pt x="0" y="184071"/>
                  <a:pt x="555" y="185368"/>
                  <a:pt x="2412" y="185368"/>
                </a:cubicBezTo>
                <a:cubicBezTo>
                  <a:pt x="4638" y="185368"/>
                  <a:pt x="22265" y="173123"/>
                  <a:pt x="34510" y="149929"/>
                </a:cubicBezTo>
                <a:cubicBezTo>
                  <a:pt x="42675" y="134527"/>
                  <a:pt x="48055" y="114487"/>
                  <a:pt x="48055" y="92780"/>
                </a:cubicBezTo>
                <a:cubicBezTo>
                  <a:pt x="48055" y="66617"/>
                  <a:pt x="40263" y="25980"/>
                  <a:pt x="352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100075">
            <a:extLst xmlns:a="http://schemas.openxmlformats.org/drawingml/2006/main">
              <a:ext uri="{FF2B5EF4-FFF2-40B4-BE49-F238E27FC236}">
                <a16:creationId xmlns:a16="http://schemas.microsoft.com/office/drawing/2014/main" id="{BEFE4D0B-F799-4F62-88AA-520D586B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76" y="3338887"/>
            <a:ext cx="120980" cy="126670"/>
          </a:xfrm>
          <a:custGeom xmlns:a="http://schemas.openxmlformats.org/drawingml/2006/main">
            <a:pathLst>
              <a:path w="120980" h="126670">
                <a:moveTo>
                  <a:pt x="63644" y="15210"/>
                </a:moveTo>
                <a:cubicBezTo>
                  <a:pt x="65315" y="8533"/>
                  <a:pt x="65872" y="6679"/>
                  <a:pt x="82942" y="6679"/>
                </a:cubicBezTo>
                <a:cubicBezTo>
                  <a:pt x="88695" y="6679"/>
                  <a:pt x="90549" y="6679"/>
                  <a:pt x="90549" y="2596"/>
                </a:cubicBezTo>
                <a:cubicBezTo>
                  <a:pt x="90549" y="2412"/>
                  <a:pt x="90365" y="0"/>
                  <a:pt x="87396" y="0"/>
                </a:cubicBezTo>
                <a:cubicBezTo>
                  <a:pt x="83129" y="0"/>
                  <a:pt x="78117" y="371"/>
                  <a:pt x="73664" y="555"/>
                </a:cubicBezTo>
                <a:cubicBezTo>
                  <a:pt x="69026" y="742"/>
                  <a:pt x="63460" y="742"/>
                  <a:pt x="58820" y="742"/>
                </a:cubicBezTo>
                <a:cubicBezTo>
                  <a:pt x="54924" y="742"/>
                  <a:pt x="49916" y="555"/>
                  <a:pt x="46017" y="555"/>
                </a:cubicBezTo>
                <a:cubicBezTo>
                  <a:pt x="42121" y="555"/>
                  <a:pt x="37667" y="0"/>
                  <a:pt x="33958" y="0"/>
                </a:cubicBezTo>
                <a:cubicBezTo>
                  <a:pt x="32843" y="0"/>
                  <a:pt x="30060" y="0"/>
                  <a:pt x="30060" y="4083"/>
                </a:cubicBezTo>
                <a:cubicBezTo>
                  <a:pt x="30060" y="6679"/>
                  <a:pt x="32288" y="6679"/>
                  <a:pt x="36000" y="6679"/>
                </a:cubicBezTo>
                <a:cubicBezTo>
                  <a:pt x="36184" y="6679"/>
                  <a:pt x="39708" y="6679"/>
                  <a:pt x="43049" y="7050"/>
                </a:cubicBezTo>
                <a:cubicBezTo>
                  <a:pt x="46945" y="7421"/>
                  <a:pt x="47316" y="7792"/>
                  <a:pt x="47316" y="9646"/>
                </a:cubicBezTo>
                <a:cubicBezTo>
                  <a:pt x="47316" y="10017"/>
                  <a:pt x="47316" y="10943"/>
                  <a:pt x="46575" y="13726"/>
                </a:cubicBezTo>
                <a:lnTo>
                  <a:pt x="21897" y="112203"/>
                </a:lnTo>
                <a:cubicBezTo>
                  <a:pt x="20227" y="118508"/>
                  <a:pt x="19855" y="119991"/>
                  <a:pt x="5570" y="119991"/>
                </a:cubicBezTo>
                <a:cubicBezTo>
                  <a:pt x="2413" y="119991"/>
                  <a:pt x="0" y="119991"/>
                  <a:pt x="0" y="123887"/>
                </a:cubicBezTo>
                <a:cubicBezTo>
                  <a:pt x="0" y="126670"/>
                  <a:pt x="2228" y="126670"/>
                  <a:pt x="5570" y="126670"/>
                </a:cubicBezTo>
                <a:lnTo>
                  <a:pt x="98899" y="126670"/>
                </a:lnTo>
                <a:cubicBezTo>
                  <a:pt x="103539" y="126670"/>
                  <a:pt x="103723" y="126486"/>
                  <a:pt x="105207" y="122962"/>
                </a:cubicBezTo>
                <a:cubicBezTo>
                  <a:pt x="107064" y="117953"/>
                  <a:pt x="120980" y="81973"/>
                  <a:pt x="120980" y="80490"/>
                </a:cubicBezTo>
                <a:cubicBezTo>
                  <a:pt x="120980" y="79935"/>
                  <a:pt x="120609" y="77894"/>
                  <a:pt x="117826" y="77894"/>
                </a:cubicBezTo>
                <a:cubicBezTo>
                  <a:pt x="115600" y="77894"/>
                  <a:pt x="115227" y="78822"/>
                  <a:pt x="114114" y="81789"/>
                </a:cubicBezTo>
                <a:cubicBezTo>
                  <a:pt x="107064" y="99406"/>
                  <a:pt x="98899" y="119991"/>
                  <a:pt x="64943" y="119991"/>
                </a:cubicBezTo>
                <a:lnTo>
                  <a:pt x="43978" y="119991"/>
                </a:lnTo>
                <a:cubicBezTo>
                  <a:pt x="38225" y="119991"/>
                  <a:pt x="38038" y="119807"/>
                  <a:pt x="38038" y="118137"/>
                </a:cubicBezTo>
                <a:cubicBezTo>
                  <a:pt x="38038" y="117953"/>
                  <a:pt x="38038" y="117024"/>
                  <a:pt x="38783" y="114244"/>
                </a:cubicBezTo>
                <a:lnTo>
                  <a:pt x="63644" y="152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5703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2026-10-09T20:40:29.5580000Z</dcterms:created>
  <dcterms:modified xsi:type="dcterms:W3CDTF">2026-10-09T20:40:29.5580000Z</dcterms:modified>
</coreProperties>
</file>