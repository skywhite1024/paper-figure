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ccb9667d3a40fb" /><Relationship Type="http://schemas.openxmlformats.org/officeDocument/2006/relationships/extended-properties" Target="/docProps/app.xml" Id="Ra5f5aad1f7da4434" /><Relationship Type="http://schemas.openxmlformats.org/officeDocument/2006/relationships/officeDocument" Target="/ppt/presentation.xml" Id="Rb621a03ac61d44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edd65b89a54e9f"/>
  </p:sldMasterIdLst>
  <p:notesMasterIdLst>
    <p:notesMasterId xmlns:r="http://schemas.openxmlformats.org/officeDocument/2006/relationships" r:id="R90e80c376edf4f54"/>
  </p:notesMasterIdLst>
  <p:sldIdLst>
    <p:sldId xmlns:r="http://schemas.openxmlformats.org/officeDocument/2006/relationships" id="256" r:id="R9cd8f03556f44faf"/>
  </p:sldIdLst>
  <p:sldSz cx="151257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69e0d337c4790" /><Relationship Type="http://schemas.openxmlformats.org/officeDocument/2006/relationships/slideMaster" Target="/ppt/slideMasters/slideMaster1.xml" Id="Rb3edd65b89a54e9f" /><Relationship Type="http://schemas.openxmlformats.org/officeDocument/2006/relationships/notesMaster" Target="/ppt/notesMasters/notesMaster1.xml" Id="R90e80c376edf4f54" /><Relationship Type="http://schemas.openxmlformats.org/officeDocument/2006/relationships/presProps" Target="/ppt/presProps.xml" Id="R6cc11c2e815c48bb" /><Relationship Type="http://schemas.openxmlformats.org/officeDocument/2006/relationships/tableStyles" Target="/ppt/tableStyles.xml" Id="Rbec319f4edb547d2" /><Relationship Type="http://schemas.openxmlformats.org/officeDocument/2006/relationships/slide" Target="/ppt/slides/slide1.xml" Id="R9cd8f03556f44f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270aa41bb8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67c890f1e04bae" /><Relationship Type="http://schemas.openxmlformats.org/officeDocument/2006/relationships/notesMaster" Target="/ppt/notesMasters/notesMaster1.xml" Id="R430299fa4caf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"Eigenoption Discovery through the Deep Successor Representation",</a:t>
            </a:r>
          </a:p>
          <a:p xmlns:a="http://schemas.openxmlformats.org/drawingml/2006/main">
            <a:r>
              <a:t>  "paper_url": "https://arxiv.org/abs/1710.11089v3",</a:t>
            </a:r>
          </a:p>
          <a:p xmlns:a="http://schemas.openxmlformats.org/drawingml/2006/main">
            <a:r>
              <a:t>  "pdf_url": "https://arxiv.org/pdf/1710.11089v3",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6,</a:t>
            </a:r>
          </a:p>
          <a:p xmlns:a="http://schemas.openxmlformats.org/drawingml/2006/main">
            <a:r>
              <a:t>  "license": "No reuse license found in inspected source landing page; retain attribution and review reuse terms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All content, including the convolution blocks, dimensions and mathematical symbols, is native; no raster assets are embedded. Three-dimensional network tensors are editable face polygons.",</a:t>
            </a:r>
          </a:p>
          <a:p xmlns:a="http://schemas.openxmlformats.org/drawingml/2006/main">
            <a:r>
              <a:t>  "source_sha256": "0dbd07117875f63e0bac86c218e96d99036a0ea511b511de1c1a1f5568201211",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80,</a:t>
            </a:r>
          </a:p>
          <a:p xmlns:a="http://schemas.openxmlformats.org/drawingml/2006/main">
            <a:r>
              <a:t>    505,</a:t>
            </a:r>
          </a:p>
          <a:p xmlns:a="http://schemas.openxmlformats.org/drawingml/2006/main">
            <a:r>
              <a:t>    180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"Initial survey bottom173pt enlarged to180pt to include SR estimator dimensions.",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c2d643a0a47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593c90f7e40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38e9a19f540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5488e3dd145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8bf9197fe48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8ef161fac44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42B14C-3C1D-4473-98B4-C404D7DA5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570" y="1439333"/>
            <a:ext cx="12100560" cy="550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529CDA-60D2-41A6-A45C-69E4D94370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8855" y="2095500"/>
            <a:ext cx="10587990" cy="423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6698FD-FD5A-4A5A-9FBC-40720091C2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570" y="1587500"/>
            <a:ext cx="1210056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19C45C-2FD0-4E0D-B801-45188BBBC2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296333"/>
            <a:ext cx="13424059" cy="465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759019-3DCD-4F5F-96CF-FB7B6FA2D1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058333"/>
            <a:ext cx="13424059" cy="237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1pPr>
            <a:lvl2pPr marL="296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2pPr>
            <a:lvl3pPr marL="465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3pPr>
            <a:lvl4pPr marL="635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4pPr>
            <a:lvl5pPr marL="804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5pPr>
            <a:lvl6pPr marL="973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6pPr>
            <a:lvl7pPr marL="1143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7pPr>
            <a:lvl8pPr marL="1312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8pPr>
            <a:lvl9pPr marL="1481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C913F4-F425-485E-BEC6-3D35F06EF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296333"/>
            <a:ext cx="13424059" cy="465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A9E055-BA90-4BEE-A728-765B27372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058333"/>
            <a:ext cx="6239351" cy="237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1pPr>
            <a:lvl2pPr marL="296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2pPr>
            <a:lvl3pPr marL="465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3pPr>
            <a:lvl4pPr marL="635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4pPr>
            <a:lvl5pPr marL="804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5pPr>
            <a:lvl6pPr marL="973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6pPr>
            <a:lvl7pPr marL="1143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7pPr>
            <a:lvl8pPr marL="1312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8pPr>
            <a:lvl9pPr marL="1481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7349FE-CFF0-47FA-8239-AEC4E2FFFA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35528" y="1058333"/>
            <a:ext cx="6239351" cy="237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1pPr>
            <a:lvl2pPr marL="296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2pPr>
            <a:lvl3pPr marL="465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3pPr>
            <a:lvl4pPr marL="635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4pPr>
            <a:lvl5pPr marL="804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5pPr>
            <a:lvl6pPr marL="973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6pPr>
            <a:lvl7pPr marL="1143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7pPr>
            <a:lvl8pPr marL="1312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8pPr>
            <a:lvl9pPr marL="1481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5E95DA-704E-422B-AD6F-7F8747FA9A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296333"/>
            <a:ext cx="13424059" cy="465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8A31B1-E420-439E-85B9-A00BC87A9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058333"/>
            <a:ext cx="6239351" cy="237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1pPr>
            <a:lvl2pPr marL="296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2pPr>
            <a:lvl3pPr marL="465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3pPr>
            <a:lvl4pPr marL="635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4pPr>
            <a:lvl5pPr marL="804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5pPr>
            <a:lvl6pPr marL="973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6pPr>
            <a:lvl7pPr marL="1143000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7pPr>
            <a:lvl8pPr marL="1312333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8pPr>
            <a:lvl9pPr marL="1481667" indent="-127000">
              <a:lnSpc>
                <a:spcPct val="110000"/>
              </a:lnSpc>
              <a:spcBef>
                <a:spcPts val="0"/>
              </a:spcBef>
              <a:spcAft>
                <a:spcPts val="6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018a974904f5f" /><Relationship Type="http://schemas.openxmlformats.org/officeDocument/2006/relationships/slideLayout" Target="/ppt/slideLayouts/slideLayout1.xml" Id="Ra90666a45a3b4b8b" /><Relationship Type="http://schemas.openxmlformats.org/officeDocument/2006/relationships/slideLayout" Target="/ppt/slideLayouts/slideLayout2.xml" Id="Rc9d97ee929574f18" /><Relationship Type="http://schemas.openxmlformats.org/officeDocument/2006/relationships/slideLayout" Target="/ppt/slideLayouts/slideLayout3.xml" Id="Rf361af7d708e4446" /><Relationship Type="http://schemas.openxmlformats.org/officeDocument/2006/relationships/slideLayout" Target="/ppt/slideLayouts/slideLayout4.xml" Id="R4dbc658c91e94bbf" /><Relationship Type="http://schemas.openxmlformats.org/officeDocument/2006/relationships/slideLayout" Target="/ppt/slideLayouts/slideLayout5.xml" Id="Rb0f8c627317a4e72" /><Relationship Type="http://schemas.openxmlformats.org/officeDocument/2006/relationships/slideLayout" Target="/ppt/slideLayouts/slideLayout6.xml" Id="R4fcec0d29f6e45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0666a45a3b4b8b"/>
    <p:sldLayoutId xmlns:r="http://schemas.openxmlformats.org/officeDocument/2006/relationships" id="2147483650" r:id="Rc9d97ee929574f18"/>
    <p:sldLayoutId xmlns:r="http://schemas.openxmlformats.org/officeDocument/2006/relationships" id="2147483651" r:id="Rf361af7d708e4446"/>
    <p:sldLayoutId xmlns:r="http://schemas.openxmlformats.org/officeDocument/2006/relationships" id="2147483652" r:id="R4dbc658c91e94bbf"/>
    <p:sldLayoutId xmlns:r="http://schemas.openxmlformats.org/officeDocument/2006/relationships" id="2147483653" r:id="Rb0f8c627317a4e72"/>
    <p:sldLayoutId xmlns:r="http://schemas.openxmlformats.org/officeDocument/2006/relationships" id="2147483654" r:id="R4fcec0d29f6e45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99b3ee471148ee" /><Relationship Type="http://schemas.openxmlformats.org/officeDocument/2006/relationships/notesSlide" Target="/ppt/notesSlides/notesSlide1.xml" Id="R2639ce3a60cf43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input-top">
            <a:extLst xmlns:a="http://schemas.openxmlformats.org/drawingml/2006/main">
              <a:ext uri="{FF2B5EF4-FFF2-40B4-BE49-F238E27FC236}">
                <a16:creationId xmlns:a16="http://schemas.microsoft.com/office/drawing/2014/main" id="{D4F8DF15-12C8-46D7-BB5E-72175204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71500"/>
            <a:ext cx="676275" cy="342900"/>
          </a:xfrm>
          <a:custGeom xmlns:a="http://schemas.openxmlformats.org/drawingml/2006/main">
            <a:pathLst>
              <a:path w="676275" h="342900">
                <a:moveTo>
                  <a:pt x="0" y="342900"/>
                </a:moveTo>
                <a:lnTo>
                  <a:pt x="342900" y="0"/>
                </a:lnTo>
                <a:lnTo>
                  <a:pt x="676275" y="0"/>
                </a:lnTo>
                <a:lnTo>
                  <a:pt x="333375" y="3429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2" name="input-side">
            <a:extLst xmlns:a="http://schemas.openxmlformats.org/drawingml/2006/main">
              <a:ext uri="{FF2B5EF4-FFF2-40B4-BE49-F238E27FC236}">
                <a16:creationId xmlns:a16="http://schemas.microsoft.com/office/drawing/2014/main" id="{90CAB536-DA34-456F-B74A-FC26BB9F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342900" cy="1323975"/>
          </a:xfrm>
          <a:custGeom xmlns:a="http://schemas.openxmlformats.org/drawingml/2006/main">
            <a:pathLst>
              <a:path w="342900" h="1323975">
                <a:moveTo>
                  <a:pt x="0" y="342900"/>
                </a:moveTo>
                <a:lnTo>
                  <a:pt x="342900" y="0"/>
                </a:lnTo>
                <a:lnTo>
                  <a:pt x="342900" y="981075"/>
                </a:lnTo>
                <a:lnTo>
                  <a:pt x="0" y="1323975"/>
                </a:lnTo>
                <a:close/>
              </a:path>
            </a:pathLst>
          </a:custGeom>
          <a:solidFill xmlns:a="http://schemas.openxmlformats.org/drawingml/2006/main">
            <a:srgbClr val="D7D7D7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3" name="input-front">
            <a:extLst xmlns:a="http://schemas.openxmlformats.org/drawingml/2006/main">
              <a:ext uri="{FF2B5EF4-FFF2-40B4-BE49-F238E27FC236}">
                <a16:creationId xmlns:a16="http://schemas.microsoft.com/office/drawing/2014/main" id="{26C5CEA6-A2D6-421A-B281-C5F74C2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14400"/>
            <a:ext cx="3333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input-patch-top">
            <a:extLst xmlns:a="http://schemas.openxmlformats.org/drawingml/2006/main">
              <a:ext uri="{FF2B5EF4-FFF2-40B4-BE49-F238E27FC236}">
                <a16:creationId xmlns:a16="http://schemas.microsoft.com/office/drawing/2014/main" id="{45F10A14-884A-496B-8640-D9185C29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04875"/>
            <a:ext cx="447675" cy="104775"/>
          </a:xfrm>
          <a:custGeom xmlns:a="http://schemas.openxmlformats.org/drawingml/2006/main">
            <a:pathLst>
              <a:path w="447675" h="104775">
                <a:moveTo>
                  <a:pt x="0" y="104775"/>
                </a:moveTo>
                <a:lnTo>
                  <a:pt x="104775" y="0"/>
                </a:lnTo>
                <a:lnTo>
                  <a:pt x="447675" y="0"/>
                </a:lnTo>
                <a:lnTo>
                  <a:pt x="342900" y="1047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5" name="input-patch-side">
            <a:extLst xmlns:a="http://schemas.openxmlformats.org/drawingml/2006/main">
              <a:ext uri="{FF2B5EF4-FFF2-40B4-BE49-F238E27FC236}">
                <a16:creationId xmlns:a16="http://schemas.microsoft.com/office/drawing/2014/main" id="{2F6F49CD-0273-49CD-822F-D202DB5F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04875"/>
            <a:ext cx="104775" cy="295275"/>
          </a:xfrm>
          <a:custGeom xmlns:a="http://schemas.openxmlformats.org/drawingml/2006/main">
            <a:pathLst>
              <a:path w="104775" h="295275">
                <a:moveTo>
                  <a:pt x="0" y="104775"/>
                </a:moveTo>
                <a:lnTo>
                  <a:pt x="104775" y="0"/>
                </a:lnTo>
                <a:lnTo>
                  <a:pt x="104775" y="190500"/>
                </a:lnTo>
                <a:lnTo>
                  <a:pt x="0" y="295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6" name="input-patch-front">
            <a:extLst xmlns:a="http://schemas.openxmlformats.org/drawingml/2006/main">
              <a:ext uri="{FF2B5EF4-FFF2-40B4-BE49-F238E27FC236}">
                <a16:creationId xmlns:a16="http://schemas.microsoft.com/office/drawing/2014/main" id="{1D73A42E-E6A9-4677-89EF-B90E54E5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9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conv1-top">
            <a:extLst xmlns:a="http://schemas.openxmlformats.org/drawingml/2006/main">
              <a:ext uri="{FF2B5EF4-FFF2-40B4-BE49-F238E27FC236}">
                <a16:creationId xmlns:a16="http://schemas.microsoft.com/office/drawing/2014/main" id="{EF0E2CE5-6C2E-4A01-A85A-DCB9B31D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800100"/>
            <a:ext cx="676275" cy="285750"/>
          </a:xfrm>
          <a:custGeom xmlns:a="http://schemas.openxmlformats.org/drawingml/2006/main">
            <a:pathLst>
              <a:path w="676275" h="285750">
                <a:moveTo>
                  <a:pt x="0" y="285750"/>
                </a:moveTo>
                <a:lnTo>
                  <a:pt x="295275" y="0"/>
                </a:lnTo>
                <a:lnTo>
                  <a:pt x="676275" y="0"/>
                </a:lnTo>
                <a:lnTo>
                  <a:pt x="381000" y="285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8" name="conv1-side">
            <a:extLst xmlns:a="http://schemas.openxmlformats.org/drawingml/2006/main">
              <a:ext uri="{FF2B5EF4-FFF2-40B4-BE49-F238E27FC236}">
                <a16:creationId xmlns:a16="http://schemas.microsoft.com/office/drawing/2014/main" id="{F8610BF7-5E69-4F28-A885-A6D07D29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800100"/>
            <a:ext cx="295275" cy="1019175"/>
          </a:xfrm>
          <a:custGeom xmlns:a="http://schemas.openxmlformats.org/drawingml/2006/main">
            <a:pathLst>
              <a:path w="295275" h="1019175">
                <a:moveTo>
                  <a:pt x="0" y="285750"/>
                </a:moveTo>
                <a:lnTo>
                  <a:pt x="295275" y="0"/>
                </a:lnTo>
                <a:lnTo>
                  <a:pt x="295275" y="733425"/>
                </a:lnTo>
                <a:lnTo>
                  <a:pt x="0" y="1019175"/>
                </a:lnTo>
                <a:close/>
              </a:path>
            </a:pathLst>
          </a:custGeom>
          <a:solidFill xmlns:a="http://schemas.openxmlformats.org/drawingml/2006/main">
            <a:srgbClr val="D7D7D7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9" name="conv1-front">
            <a:extLst xmlns:a="http://schemas.openxmlformats.org/drawingml/2006/main">
              <a:ext uri="{FF2B5EF4-FFF2-40B4-BE49-F238E27FC236}">
                <a16:creationId xmlns:a16="http://schemas.microsoft.com/office/drawing/2014/main" id="{866C5084-4DEC-4251-AA27-B365622F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085850"/>
            <a:ext cx="38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conv1-patch1-top">
            <a:extLst xmlns:a="http://schemas.openxmlformats.org/drawingml/2006/main">
              <a:ext uri="{FF2B5EF4-FFF2-40B4-BE49-F238E27FC236}">
                <a16:creationId xmlns:a16="http://schemas.microsoft.com/office/drawing/2014/main" id="{7CCF959F-515E-44BD-83FF-14147CFF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00125"/>
            <a:ext cx="504825" cy="95250"/>
          </a:xfrm>
          <a:custGeom xmlns:a="http://schemas.openxmlformats.org/drawingml/2006/main">
            <a:pathLst>
              <a:path w="504825" h="95250">
                <a:moveTo>
                  <a:pt x="0" y="95250"/>
                </a:moveTo>
                <a:lnTo>
                  <a:pt x="95250" y="0"/>
                </a:lnTo>
                <a:lnTo>
                  <a:pt x="504825" y="0"/>
                </a:lnTo>
                <a:lnTo>
                  <a:pt x="409575" y="952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11" name="conv1-patch1-side">
            <a:extLst xmlns:a="http://schemas.openxmlformats.org/drawingml/2006/main">
              <a:ext uri="{FF2B5EF4-FFF2-40B4-BE49-F238E27FC236}">
                <a16:creationId xmlns:a16="http://schemas.microsoft.com/office/drawing/2014/main" id="{41E9D1FF-4BAB-4FA7-8769-8786A5DD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000125"/>
            <a:ext cx="95250" cy="304800"/>
          </a:xfrm>
          <a:custGeom xmlns:a="http://schemas.openxmlformats.org/drawingml/2006/main">
            <a:pathLst>
              <a:path w="95250" h="304800">
                <a:moveTo>
                  <a:pt x="0" y="95250"/>
                </a:moveTo>
                <a:lnTo>
                  <a:pt x="95250" y="0"/>
                </a:lnTo>
                <a:lnTo>
                  <a:pt x="95250" y="209550"/>
                </a:lnTo>
                <a:lnTo>
                  <a:pt x="0" y="3048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12" name="conv1-patch1-front">
            <a:extLst xmlns:a="http://schemas.openxmlformats.org/drawingml/2006/main">
              <a:ext uri="{FF2B5EF4-FFF2-40B4-BE49-F238E27FC236}">
                <a16:creationId xmlns:a16="http://schemas.microsoft.com/office/drawing/2014/main" id="{7ECE64B2-4C39-419E-A152-FC28B442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95375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conv1-patch2-top">
            <a:extLst xmlns:a="http://schemas.openxmlformats.org/drawingml/2006/main">
              <a:ext uri="{FF2B5EF4-FFF2-40B4-BE49-F238E27FC236}">
                <a16:creationId xmlns:a16="http://schemas.microsoft.com/office/drawing/2014/main" id="{699A725C-D76A-4AD7-9C5A-C643F12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43025"/>
            <a:ext cx="485775" cy="95250"/>
          </a:xfrm>
          <a:custGeom xmlns:a="http://schemas.openxmlformats.org/drawingml/2006/main">
            <a:pathLst>
              <a:path w="485775" h="95250">
                <a:moveTo>
                  <a:pt x="0" y="95250"/>
                </a:moveTo>
                <a:lnTo>
                  <a:pt x="95250" y="0"/>
                </a:lnTo>
                <a:lnTo>
                  <a:pt x="485775" y="0"/>
                </a:lnTo>
                <a:lnTo>
                  <a:pt x="390525" y="952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14" name="conv1-patch2-side">
            <a:extLst xmlns:a="http://schemas.openxmlformats.org/drawingml/2006/main">
              <a:ext uri="{FF2B5EF4-FFF2-40B4-BE49-F238E27FC236}">
                <a16:creationId xmlns:a16="http://schemas.microsoft.com/office/drawing/2014/main" id="{B2E8E119-AFF0-4052-9CC6-D985BC90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43025"/>
            <a:ext cx="95250" cy="180975"/>
          </a:xfrm>
          <a:custGeom xmlns:a="http://schemas.openxmlformats.org/drawingml/2006/main">
            <a:pathLst>
              <a:path w="95250" h="180975">
                <a:moveTo>
                  <a:pt x="0" y="95250"/>
                </a:moveTo>
                <a:lnTo>
                  <a:pt x="95250" y="0"/>
                </a:lnTo>
                <a:lnTo>
                  <a:pt x="95250" y="85725"/>
                </a:lnTo>
                <a:lnTo>
                  <a:pt x="0" y="180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15" name="conv1-patch2-front">
            <a:extLst xmlns:a="http://schemas.openxmlformats.org/drawingml/2006/main">
              <a:ext uri="{FF2B5EF4-FFF2-40B4-BE49-F238E27FC236}">
                <a16:creationId xmlns:a16="http://schemas.microsoft.com/office/drawing/2014/main" id="{F933A45C-A932-4896-A9A9-13AAC11E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438275"/>
            <a:ext cx="39052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conv2-top">
            <a:extLst xmlns:a="http://schemas.openxmlformats.org/drawingml/2006/main">
              <a:ext uri="{FF2B5EF4-FFF2-40B4-BE49-F238E27FC236}">
                <a16:creationId xmlns:a16="http://schemas.microsoft.com/office/drawing/2014/main" id="{434CDC47-2BA6-4C61-B74C-706872D0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942975"/>
            <a:ext cx="619125" cy="219075"/>
          </a:xfrm>
          <a:custGeom xmlns:a="http://schemas.openxmlformats.org/drawingml/2006/main">
            <a:pathLst>
              <a:path w="619125" h="219075">
                <a:moveTo>
                  <a:pt x="0" y="219075"/>
                </a:moveTo>
                <a:lnTo>
                  <a:pt x="247650" y="0"/>
                </a:lnTo>
                <a:lnTo>
                  <a:pt x="619125" y="0"/>
                </a:lnTo>
                <a:lnTo>
                  <a:pt x="371475" y="2190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17" name="conv2-side">
            <a:extLst xmlns:a="http://schemas.openxmlformats.org/drawingml/2006/main">
              <a:ext uri="{FF2B5EF4-FFF2-40B4-BE49-F238E27FC236}">
                <a16:creationId xmlns:a16="http://schemas.microsoft.com/office/drawing/2014/main" id="{3CDA7865-C520-4497-91A5-76E9835F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942975"/>
            <a:ext cx="247650" cy="790575"/>
          </a:xfrm>
          <a:custGeom xmlns:a="http://schemas.openxmlformats.org/drawingml/2006/main">
            <a:pathLst>
              <a:path w="247650" h="790575">
                <a:moveTo>
                  <a:pt x="0" y="219075"/>
                </a:moveTo>
                <a:lnTo>
                  <a:pt x="247650" y="0"/>
                </a:lnTo>
                <a:lnTo>
                  <a:pt x="247650" y="571500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D7D7D7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18" name="conv2-front">
            <a:extLst xmlns:a="http://schemas.openxmlformats.org/drawingml/2006/main">
              <a:ext uri="{FF2B5EF4-FFF2-40B4-BE49-F238E27FC236}">
                <a16:creationId xmlns:a16="http://schemas.microsoft.com/office/drawing/2014/main" id="{A2EF6E85-155B-4F9E-9763-D3BADBB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62050"/>
            <a:ext cx="3714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conv2-patch1-top">
            <a:extLst xmlns:a="http://schemas.openxmlformats.org/drawingml/2006/main">
              <a:ext uri="{FF2B5EF4-FFF2-40B4-BE49-F238E27FC236}">
                <a16:creationId xmlns:a16="http://schemas.microsoft.com/office/drawing/2014/main" id="{03319A02-26BB-44CB-B819-934392DF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04900"/>
            <a:ext cx="438150" cy="95250"/>
          </a:xfrm>
          <a:custGeom xmlns:a="http://schemas.openxmlformats.org/drawingml/2006/main">
            <a:pathLst>
              <a:path w="438150" h="95250">
                <a:moveTo>
                  <a:pt x="0" y="95250"/>
                </a:moveTo>
                <a:lnTo>
                  <a:pt x="95250" y="0"/>
                </a:lnTo>
                <a:lnTo>
                  <a:pt x="438150" y="0"/>
                </a:lnTo>
                <a:lnTo>
                  <a:pt x="342900" y="952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20" name="conv2-patch1-side">
            <a:extLst xmlns:a="http://schemas.openxmlformats.org/drawingml/2006/main">
              <a:ext uri="{FF2B5EF4-FFF2-40B4-BE49-F238E27FC236}">
                <a16:creationId xmlns:a16="http://schemas.microsoft.com/office/drawing/2014/main" id="{90DA6EF9-2B0B-46F2-8C37-1568C3C9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104900"/>
            <a:ext cx="95250" cy="285750"/>
          </a:xfrm>
          <a:custGeom xmlns:a="http://schemas.openxmlformats.org/drawingml/2006/main">
            <a:pathLst>
              <a:path w="95250" h="285750">
                <a:moveTo>
                  <a:pt x="0" y="95250"/>
                </a:moveTo>
                <a:lnTo>
                  <a:pt x="95250" y="0"/>
                </a:lnTo>
                <a:lnTo>
                  <a:pt x="95250" y="190500"/>
                </a:lnTo>
                <a:lnTo>
                  <a:pt x="0" y="2857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21" name="conv2-patch1-front">
            <a:extLst xmlns:a="http://schemas.openxmlformats.org/drawingml/2006/main">
              <a:ext uri="{FF2B5EF4-FFF2-40B4-BE49-F238E27FC236}">
                <a16:creationId xmlns:a16="http://schemas.microsoft.com/office/drawing/2014/main" id="{5ADEFB31-878F-4136-80B2-E17C32B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2001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conv2-patch2-top">
            <a:extLst xmlns:a="http://schemas.openxmlformats.org/drawingml/2006/main">
              <a:ext uri="{FF2B5EF4-FFF2-40B4-BE49-F238E27FC236}">
                <a16:creationId xmlns:a16="http://schemas.microsoft.com/office/drawing/2014/main" id="{4D2FCD86-6359-4925-86D7-AFB62AE2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71600"/>
            <a:ext cx="428625" cy="95250"/>
          </a:xfrm>
          <a:custGeom xmlns:a="http://schemas.openxmlformats.org/drawingml/2006/main">
            <a:pathLst>
              <a:path w="428625" h="95250">
                <a:moveTo>
                  <a:pt x="0" y="95250"/>
                </a:moveTo>
                <a:lnTo>
                  <a:pt x="95250" y="0"/>
                </a:lnTo>
                <a:lnTo>
                  <a:pt x="428625" y="0"/>
                </a:lnTo>
                <a:lnTo>
                  <a:pt x="333375" y="952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23" name="conv2-patch2-side">
            <a:extLst xmlns:a="http://schemas.openxmlformats.org/drawingml/2006/main">
              <a:ext uri="{FF2B5EF4-FFF2-40B4-BE49-F238E27FC236}">
                <a16:creationId xmlns:a16="http://schemas.microsoft.com/office/drawing/2014/main" id="{BFE0B55A-4448-49FF-8614-29F8AE2A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71600"/>
            <a:ext cx="95250" cy="171450"/>
          </a:xfrm>
          <a:custGeom xmlns:a="http://schemas.openxmlformats.org/drawingml/2006/main">
            <a:pathLst>
              <a:path w="95250" h="171450">
                <a:moveTo>
                  <a:pt x="0" y="95250"/>
                </a:moveTo>
                <a:lnTo>
                  <a:pt x="95250" y="0"/>
                </a:lnTo>
                <a:lnTo>
                  <a:pt x="95250" y="76200"/>
                </a:lnTo>
                <a:lnTo>
                  <a:pt x="0" y="171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24" name="conv2-patch2-front">
            <a:extLst xmlns:a="http://schemas.openxmlformats.org/drawingml/2006/main">
              <a:ext uri="{FF2B5EF4-FFF2-40B4-BE49-F238E27FC236}">
                <a16:creationId xmlns:a16="http://schemas.microsoft.com/office/drawing/2014/main" id="{E6163DAA-0D3F-4AD0-A3BA-91099814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66850"/>
            <a:ext cx="33337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conv3-top">
            <a:extLst xmlns:a="http://schemas.openxmlformats.org/drawingml/2006/main">
              <a:ext uri="{FF2B5EF4-FFF2-40B4-BE49-F238E27FC236}">
                <a16:creationId xmlns:a16="http://schemas.microsoft.com/office/drawing/2014/main" id="{05A98122-33BF-421A-B1F7-EBAA5253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123950"/>
            <a:ext cx="438150" cy="171450"/>
          </a:xfrm>
          <a:custGeom xmlns:a="http://schemas.openxmlformats.org/drawingml/2006/main">
            <a:pathLst>
              <a:path w="438150" h="171450">
                <a:moveTo>
                  <a:pt x="0" y="171450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71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26" name="conv3-side">
            <a:extLst xmlns:a="http://schemas.openxmlformats.org/drawingml/2006/main">
              <a:ext uri="{FF2B5EF4-FFF2-40B4-BE49-F238E27FC236}">
                <a16:creationId xmlns:a16="http://schemas.microsoft.com/office/drawing/2014/main" id="{F61F247D-E0D1-488E-8D3B-26B69925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123950"/>
            <a:ext cx="171450" cy="552450"/>
          </a:xfrm>
          <a:custGeom xmlns:a="http://schemas.openxmlformats.org/drawingml/2006/main">
            <a:pathLst>
              <a:path w="171450" h="552450">
                <a:moveTo>
                  <a:pt x="0" y="171450"/>
                </a:moveTo>
                <a:lnTo>
                  <a:pt x="171450" y="0"/>
                </a:lnTo>
                <a:lnTo>
                  <a:pt x="171450" y="38100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D7D7D7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27" name="conv3-front">
            <a:extLst xmlns:a="http://schemas.openxmlformats.org/drawingml/2006/main">
              <a:ext uri="{FF2B5EF4-FFF2-40B4-BE49-F238E27FC236}">
                <a16:creationId xmlns:a16="http://schemas.microsoft.com/office/drawing/2014/main" id="{247341A8-DE19-4486-B592-8F4E1FEB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295400"/>
            <a:ext cx="26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conv3-patch1-top">
            <a:extLst xmlns:a="http://schemas.openxmlformats.org/drawingml/2006/main">
              <a:ext uri="{FF2B5EF4-FFF2-40B4-BE49-F238E27FC236}">
                <a16:creationId xmlns:a16="http://schemas.microsoft.com/office/drawing/2014/main" id="{A73DF588-3234-4A91-99FC-665A5C72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257300"/>
            <a:ext cx="314325" cy="57150"/>
          </a:xfrm>
          <a:custGeom xmlns:a="http://schemas.openxmlformats.org/drawingml/2006/main">
            <a:pathLst>
              <a:path w="314325" h="57150">
                <a:moveTo>
                  <a:pt x="0" y="57150"/>
                </a:moveTo>
                <a:lnTo>
                  <a:pt x="57150" y="0"/>
                </a:lnTo>
                <a:lnTo>
                  <a:pt x="314325" y="0"/>
                </a:lnTo>
                <a:lnTo>
                  <a:pt x="257175" y="571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29" name="conv3-patch1-side">
            <a:extLst xmlns:a="http://schemas.openxmlformats.org/drawingml/2006/main">
              <a:ext uri="{FF2B5EF4-FFF2-40B4-BE49-F238E27FC236}">
                <a16:creationId xmlns:a16="http://schemas.microsoft.com/office/drawing/2014/main" id="{60B593C7-D365-43D3-A1C5-72750A82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257300"/>
            <a:ext cx="57150" cy="171450"/>
          </a:xfrm>
          <a:custGeom xmlns:a="http://schemas.openxmlformats.org/drawingml/2006/main">
            <a:pathLst>
              <a:path w="57150" h="171450">
                <a:moveTo>
                  <a:pt x="0" y="57150"/>
                </a:moveTo>
                <a:lnTo>
                  <a:pt x="57150" y="0"/>
                </a:lnTo>
                <a:lnTo>
                  <a:pt x="57150" y="114300"/>
                </a:lnTo>
                <a:lnTo>
                  <a:pt x="0" y="171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30" name="conv3-patch1-front">
            <a:extLst xmlns:a="http://schemas.openxmlformats.org/drawingml/2006/main">
              <a:ext uri="{FF2B5EF4-FFF2-40B4-BE49-F238E27FC236}">
                <a16:creationId xmlns:a16="http://schemas.microsoft.com/office/drawing/2014/main" id="{0B4D173F-6B68-42ED-A93A-1262F79B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314450"/>
            <a:ext cx="2571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conv3-patch2-top">
            <a:extLst xmlns:a="http://schemas.openxmlformats.org/drawingml/2006/main">
              <a:ext uri="{FF2B5EF4-FFF2-40B4-BE49-F238E27FC236}">
                <a16:creationId xmlns:a16="http://schemas.microsoft.com/office/drawing/2014/main" id="{9059B8E7-40F8-4296-AEA5-BB3AFBB3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38275"/>
            <a:ext cx="314325" cy="57150"/>
          </a:xfrm>
          <a:custGeom xmlns:a="http://schemas.openxmlformats.org/drawingml/2006/main">
            <a:pathLst>
              <a:path w="314325" h="57150">
                <a:moveTo>
                  <a:pt x="0" y="57150"/>
                </a:moveTo>
                <a:lnTo>
                  <a:pt x="57150" y="0"/>
                </a:lnTo>
                <a:lnTo>
                  <a:pt x="314325" y="0"/>
                </a:lnTo>
                <a:lnTo>
                  <a:pt x="257175" y="571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32" name="conv3-patch2-side">
            <a:extLst xmlns:a="http://schemas.openxmlformats.org/drawingml/2006/main">
              <a:ext uri="{FF2B5EF4-FFF2-40B4-BE49-F238E27FC236}">
                <a16:creationId xmlns:a16="http://schemas.microsoft.com/office/drawing/2014/main" id="{C4634511-F08D-4E69-9313-012DADE2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38275"/>
            <a:ext cx="57150" cy="123825"/>
          </a:xfrm>
          <a:custGeom xmlns:a="http://schemas.openxmlformats.org/drawingml/2006/main">
            <a:pathLst>
              <a:path w="57150" h="123825">
                <a:moveTo>
                  <a:pt x="0" y="57150"/>
                </a:moveTo>
                <a:lnTo>
                  <a:pt x="57150" y="0"/>
                </a:lnTo>
                <a:lnTo>
                  <a:pt x="57150" y="66675"/>
                </a:lnTo>
                <a:lnTo>
                  <a:pt x="0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33" name="conv3-patch2-front">
            <a:extLst xmlns:a="http://schemas.openxmlformats.org/drawingml/2006/main">
              <a:ext uri="{FF2B5EF4-FFF2-40B4-BE49-F238E27FC236}">
                <a16:creationId xmlns:a16="http://schemas.microsoft.com/office/drawing/2014/main" id="{C8DF5370-02C0-4CC3-888F-EE0AE319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57175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representation1024">
            <a:extLst xmlns:a="http://schemas.openxmlformats.org/drawingml/2006/main">
              <a:ext uri="{FF2B5EF4-FFF2-40B4-BE49-F238E27FC236}">
                <a16:creationId xmlns:a16="http://schemas.microsoft.com/office/drawing/2014/main" id="{E7D61D6C-32B0-4A08-AE89-49697708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876300"/>
            <a:ext cx="2000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representation2048">
            <a:extLst xmlns:a="http://schemas.openxmlformats.org/drawingml/2006/main">
              <a:ext uri="{FF2B5EF4-FFF2-40B4-BE49-F238E27FC236}">
                <a16:creationId xmlns:a16="http://schemas.microsoft.com/office/drawing/2014/main" id="{46D8F57A-EF0C-4A02-9BC0-B206566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76300"/>
            <a:ext cx="2000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reconstruction2048">
            <a:extLst xmlns:a="http://schemas.openxmlformats.org/drawingml/2006/main">
              <a:ext uri="{FF2B5EF4-FFF2-40B4-BE49-F238E27FC236}">
                <a16:creationId xmlns:a16="http://schemas.microsoft.com/office/drawing/2014/main" id="{01EA2CE8-CAAF-4064-9C60-966DB1C5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66775"/>
            <a:ext cx="200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reconstruction1024">
            <a:extLst xmlns:a="http://schemas.openxmlformats.org/drawingml/2006/main">
              <a:ext uri="{FF2B5EF4-FFF2-40B4-BE49-F238E27FC236}">
                <a16:creationId xmlns:a16="http://schemas.microsoft.com/office/drawing/2014/main" id="{51E815C3-F8DF-411C-85D8-F4DC7AC0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76300"/>
            <a:ext cx="2000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sr2048">
            <a:extLst xmlns:a="http://schemas.openxmlformats.org/drawingml/2006/main">
              <a:ext uri="{FF2B5EF4-FFF2-40B4-BE49-F238E27FC236}">
                <a16:creationId xmlns:a16="http://schemas.microsoft.com/office/drawing/2014/main" id="{3618EBD1-48A4-44C8-9D4E-F171E358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200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sr1024">
            <a:extLst xmlns:a="http://schemas.openxmlformats.org/drawingml/2006/main">
              <a:ext uri="{FF2B5EF4-FFF2-40B4-BE49-F238E27FC236}">
                <a16:creationId xmlns:a16="http://schemas.microsoft.com/office/drawing/2014/main" id="{28848D2F-A226-4463-AC07-02D234F8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2000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sr2048out">
            <a:extLst xmlns:a="http://schemas.openxmlformats.org/drawingml/2006/main">
              <a:ext uri="{FF2B5EF4-FFF2-40B4-BE49-F238E27FC236}">
                <a16:creationId xmlns:a16="http://schemas.microsoft.com/office/drawing/2014/main" id="{C188AF88-9F7E-4CFC-AD19-BC912C4E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95550"/>
            <a:ext cx="2000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deconv1-top">
            <a:extLst xmlns:a="http://schemas.openxmlformats.org/drawingml/2006/main">
              <a:ext uri="{FF2B5EF4-FFF2-40B4-BE49-F238E27FC236}">
                <a16:creationId xmlns:a16="http://schemas.microsoft.com/office/drawing/2014/main" id="{D50EE11E-728B-42D7-9ED7-79B428CA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085850"/>
            <a:ext cx="419100" cy="152400"/>
          </a:xfrm>
          <a:custGeom xmlns:a="http://schemas.openxmlformats.org/drawingml/2006/main">
            <a:pathLst>
              <a:path w="419100" h="152400">
                <a:moveTo>
                  <a:pt x="152400" y="152400"/>
                </a:moveTo>
                <a:lnTo>
                  <a:pt x="0" y="0"/>
                </a:lnTo>
                <a:lnTo>
                  <a:pt x="266700" y="0"/>
                </a:lnTo>
                <a:lnTo>
                  <a:pt x="419100" y="1524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42" name="deconv1-side">
            <a:extLst xmlns:a="http://schemas.openxmlformats.org/drawingml/2006/main">
              <a:ext uri="{FF2B5EF4-FFF2-40B4-BE49-F238E27FC236}">
                <a16:creationId xmlns:a16="http://schemas.microsoft.com/office/drawing/2014/main" id="{ADC3BED2-1764-4FB9-B87A-25DFBDB3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085850"/>
            <a:ext cx="152400" cy="552450"/>
          </a:xfrm>
          <a:custGeom xmlns:a="http://schemas.openxmlformats.org/drawingml/2006/main">
            <a:pathLst>
              <a:path w="152400" h="552450">
                <a:moveTo>
                  <a:pt x="152400" y="152400"/>
                </a:moveTo>
                <a:lnTo>
                  <a:pt x="0" y="0"/>
                </a:lnTo>
                <a:lnTo>
                  <a:pt x="0" y="400050"/>
                </a:lnTo>
                <a:lnTo>
                  <a:pt x="152400" y="552450"/>
                </a:lnTo>
                <a:close/>
              </a:path>
            </a:pathLst>
          </a:custGeom>
          <a:solidFill xmlns:a="http://schemas.openxmlformats.org/drawingml/2006/main">
            <a:srgbClr val="D7D7D7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43" name="deconv1-front">
            <a:extLst xmlns:a="http://schemas.openxmlformats.org/drawingml/2006/main">
              <a:ext uri="{FF2B5EF4-FFF2-40B4-BE49-F238E27FC236}">
                <a16:creationId xmlns:a16="http://schemas.microsoft.com/office/drawing/2014/main" id="{5B87C189-2773-476C-9E54-DFAD7AE7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238250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deconv1-patch1-top">
            <a:extLst xmlns:a="http://schemas.openxmlformats.org/drawingml/2006/main">
              <a:ext uri="{FF2B5EF4-FFF2-40B4-BE49-F238E27FC236}">
                <a16:creationId xmlns:a16="http://schemas.microsoft.com/office/drawing/2014/main" id="{F705B260-826C-4249-B1BE-A5640788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162050"/>
            <a:ext cx="323850" cy="76200"/>
          </a:xfrm>
          <a:custGeom xmlns:a="http://schemas.openxmlformats.org/drawingml/2006/main">
            <a:pathLst>
              <a:path w="323850" h="76200">
                <a:moveTo>
                  <a:pt x="85725" y="76200"/>
                </a:moveTo>
                <a:lnTo>
                  <a:pt x="0" y="0"/>
                </a:lnTo>
                <a:lnTo>
                  <a:pt x="238125" y="0"/>
                </a:lnTo>
                <a:lnTo>
                  <a:pt x="323850" y="762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45" name="deconv1-patch1-side">
            <a:extLst xmlns:a="http://schemas.openxmlformats.org/drawingml/2006/main">
              <a:ext uri="{FF2B5EF4-FFF2-40B4-BE49-F238E27FC236}">
                <a16:creationId xmlns:a16="http://schemas.microsoft.com/office/drawing/2014/main" id="{72340116-C68F-4C4B-90EF-8FAB658A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162050"/>
            <a:ext cx="85725" cy="209550"/>
          </a:xfrm>
          <a:custGeom xmlns:a="http://schemas.openxmlformats.org/drawingml/2006/main">
            <a:pathLst>
              <a:path w="85725" h="209550">
                <a:moveTo>
                  <a:pt x="85725" y="76200"/>
                </a:moveTo>
                <a:lnTo>
                  <a:pt x="0" y="0"/>
                </a:lnTo>
                <a:lnTo>
                  <a:pt x="0" y="133350"/>
                </a:lnTo>
                <a:lnTo>
                  <a:pt x="85725" y="2095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46" name="deconv1-patch1-front">
            <a:extLst xmlns:a="http://schemas.openxmlformats.org/drawingml/2006/main">
              <a:ext uri="{FF2B5EF4-FFF2-40B4-BE49-F238E27FC236}">
                <a16:creationId xmlns:a16="http://schemas.microsoft.com/office/drawing/2014/main" id="{4DF4AED5-F5E3-436A-BDB9-3BC5B3D6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238250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deconv1-patch2-top">
            <a:extLst xmlns:a="http://schemas.openxmlformats.org/drawingml/2006/main">
              <a:ext uri="{FF2B5EF4-FFF2-40B4-BE49-F238E27FC236}">
                <a16:creationId xmlns:a16="http://schemas.microsoft.com/office/drawing/2014/main" id="{E794CCD8-88D2-4F72-BE12-F7845494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09700"/>
            <a:ext cx="323850" cy="66675"/>
          </a:xfrm>
          <a:custGeom xmlns:a="http://schemas.openxmlformats.org/drawingml/2006/main">
            <a:pathLst>
              <a:path w="323850" h="66675">
                <a:moveTo>
                  <a:pt x="85725" y="66675"/>
                </a:moveTo>
                <a:lnTo>
                  <a:pt x="0" y="0"/>
                </a:lnTo>
                <a:lnTo>
                  <a:pt x="238125" y="0"/>
                </a:lnTo>
                <a:lnTo>
                  <a:pt x="323850" y="666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48" name="deconv1-patch2-side">
            <a:extLst xmlns:a="http://schemas.openxmlformats.org/drawingml/2006/main">
              <a:ext uri="{FF2B5EF4-FFF2-40B4-BE49-F238E27FC236}">
                <a16:creationId xmlns:a16="http://schemas.microsoft.com/office/drawing/2014/main" id="{EFBD6568-F3A0-4341-A7D5-AFAC963E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09700"/>
            <a:ext cx="85725" cy="133350"/>
          </a:xfrm>
          <a:custGeom xmlns:a="http://schemas.openxmlformats.org/drawingml/2006/main">
            <a:pathLst>
              <a:path w="85725" h="133350">
                <a:moveTo>
                  <a:pt x="85725" y="66675"/>
                </a:moveTo>
                <a:lnTo>
                  <a:pt x="0" y="0"/>
                </a:lnTo>
                <a:lnTo>
                  <a:pt x="0" y="66675"/>
                </a:lnTo>
                <a:lnTo>
                  <a:pt x="85725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49" name="deconv1-patch2-front">
            <a:extLst xmlns:a="http://schemas.openxmlformats.org/drawingml/2006/main">
              <a:ext uri="{FF2B5EF4-FFF2-40B4-BE49-F238E27FC236}">
                <a16:creationId xmlns:a16="http://schemas.microsoft.com/office/drawing/2014/main" id="{5672FC93-5343-4267-92BB-FAA89BD0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476375"/>
            <a:ext cx="238125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deconv2-top">
            <a:extLst xmlns:a="http://schemas.openxmlformats.org/drawingml/2006/main">
              <a:ext uri="{FF2B5EF4-FFF2-40B4-BE49-F238E27FC236}">
                <a16:creationId xmlns:a16="http://schemas.microsoft.com/office/drawing/2014/main" id="{2EAB624D-04DE-40B7-9704-2266DD01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923925"/>
            <a:ext cx="638175" cy="228600"/>
          </a:xfrm>
          <a:custGeom xmlns:a="http://schemas.openxmlformats.org/drawingml/2006/main">
            <a:pathLst>
              <a:path w="638175" h="228600">
                <a:moveTo>
                  <a:pt x="257175" y="228600"/>
                </a:moveTo>
                <a:lnTo>
                  <a:pt x="0" y="0"/>
                </a:lnTo>
                <a:lnTo>
                  <a:pt x="381000" y="0"/>
                </a:lnTo>
                <a:lnTo>
                  <a:pt x="638175" y="2286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51" name="deconv2-side">
            <a:extLst xmlns:a="http://schemas.openxmlformats.org/drawingml/2006/main">
              <a:ext uri="{FF2B5EF4-FFF2-40B4-BE49-F238E27FC236}">
                <a16:creationId xmlns:a16="http://schemas.microsoft.com/office/drawing/2014/main" id="{7D97B8D1-1657-47DB-BB73-C5664A90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923925"/>
            <a:ext cx="257175" cy="790575"/>
          </a:xfrm>
          <a:custGeom xmlns:a="http://schemas.openxmlformats.org/drawingml/2006/main">
            <a:pathLst>
              <a:path w="257175" h="790575">
                <a:moveTo>
                  <a:pt x="257175" y="228600"/>
                </a:moveTo>
                <a:lnTo>
                  <a:pt x="0" y="0"/>
                </a:lnTo>
                <a:lnTo>
                  <a:pt x="0" y="561975"/>
                </a:lnTo>
                <a:lnTo>
                  <a:pt x="257175" y="790575"/>
                </a:lnTo>
                <a:close/>
              </a:path>
            </a:pathLst>
          </a:custGeom>
          <a:solidFill xmlns:a="http://schemas.openxmlformats.org/drawingml/2006/main">
            <a:srgbClr val="D7D7D7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52" name="deconv2-front">
            <a:extLst xmlns:a="http://schemas.openxmlformats.org/drawingml/2006/main">
              <a:ext uri="{FF2B5EF4-FFF2-40B4-BE49-F238E27FC236}">
                <a16:creationId xmlns:a16="http://schemas.microsoft.com/office/drawing/2014/main" id="{EF569AA2-0F4B-483F-908B-C0329CB6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1152525"/>
            <a:ext cx="381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deconv2-patch1-top">
            <a:extLst xmlns:a="http://schemas.openxmlformats.org/drawingml/2006/main">
              <a:ext uri="{FF2B5EF4-FFF2-40B4-BE49-F238E27FC236}">
                <a16:creationId xmlns:a16="http://schemas.microsoft.com/office/drawing/2014/main" id="{692F8AE4-D393-49AA-A1DF-B25E45EE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066800"/>
            <a:ext cx="390525" cy="95250"/>
          </a:xfrm>
          <a:custGeom xmlns:a="http://schemas.openxmlformats.org/drawingml/2006/main">
            <a:pathLst>
              <a:path w="390525" h="95250">
                <a:moveTo>
                  <a:pt x="104775" y="95250"/>
                </a:moveTo>
                <a:lnTo>
                  <a:pt x="0" y="0"/>
                </a:lnTo>
                <a:lnTo>
                  <a:pt x="285750" y="0"/>
                </a:lnTo>
                <a:lnTo>
                  <a:pt x="390525" y="952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54" name="deconv2-patch1-side">
            <a:extLst xmlns:a="http://schemas.openxmlformats.org/drawingml/2006/main">
              <a:ext uri="{FF2B5EF4-FFF2-40B4-BE49-F238E27FC236}">
                <a16:creationId xmlns:a16="http://schemas.microsoft.com/office/drawing/2014/main" id="{70E2D6DB-004A-4BD8-BCEA-1713BBF9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066800"/>
            <a:ext cx="104775" cy="285750"/>
          </a:xfrm>
          <a:custGeom xmlns:a="http://schemas.openxmlformats.org/drawingml/2006/main">
            <a:pathLst>
              <a:path w="104775" h="285750">
                <a:moveTo>
                  <a:pt x="104775" y="95250"/>
                </a:moveTo>
                <a:lnTo>
                  <a:pt x="0" y="0"/>
                </a:lnTo>
                <a:lnTo>
                  <a:pt x="0" y="190500"/>
                </a:lnTo>
                <a:lnTo>
                  <a:pt x="104775" y="2857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55" name="deconv2-patch1-front">
            <a:extLst xmlns:a="http://schemas.openxmlformats.org/drawingml/2006/main">
              <a:ext uri="{FF2B5EF4-FFF2-40B4-BE49-F238E27FC236}">
                <a16:creationId xmlns:a16="http://schemas.microsoft.com/office/drawing/2014/main" id="{7D45FC1A-F1A2-4230-89E0-1731E9ED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1620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deconv2-patch2-top">
            <a:extLst xmlns:a="http://schemas.openxmlformats.org/drawingml/2006/main">
              <a:ext uri="{FF2B5EF4-FFF2-40B4-BE49-F238E27FC236}">
                <a16:creationId xmlns:a16="http://schemas.microsoft.com/office/drawing/2014/main" id="{784EF58A-E09E-4CE0-B4EA-C39CD7DA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314450"/>
            <a:ext cx="390525" cy="95250"/>
          </a:xfrm>
          <a:custGeom xmlns:a="http://schemas.openxmlformats.org/drawingml/2006/main">
            <a:pathLst>
              <a:path w="390525" h="95250">
                <a:moveTo>
                  <a:pt x="104775" y="95250"/>
                </a:moveTo>
                <a:lnTo>
                  <a:pt x="0" y="0"/>
                </a:lnTo>
                <a:lnTo>
                  <a:pt x="285750" y="0"/>
                </a:lnTo>
                <a:lnTo>
                  <a:pt x="390525" y="952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57" name="deconv2-patch2-side">
            <a:extLst xmlns:a="http://schemas.openxmlformats.org/drawingml/2006/main">
              <a:ext uri="{FF2B5EF4-FFF2-40B4-BE49-F238E27FC236}">
                <a16:creationId xmlns:a16="http://schemas.microsoft.com/office/drawing/2014/main" id="{8A206782-C903-49E8-A8F1-30AC8B0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314450"/>
            <a:ext cx="104775" cy="200025"/>
          </a:xfrm>
          <a:custGeom xmlns:a="http://schemas.openxmlformats.org/drawingml/2006/main">
            <a:pathLst>
              <a:path w="104775" h="200025">
                <a:moveTo>
                  <a:pt x="104775" y="95250"/>
                </a:moveTo>
                <a:lnTo>
                  <a:pt x="0" y="0"/>
                </a:lnTo>
                <a:lnTo>
                  <a:pt x="0" y="104775"/>
                </a:lnTo>
                <a:lnTo>
                  <a:pt x="104775" y="2000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58" name="deconv2-patch2-front">
            <a:extLst xmlns:a="http://schemas.openxmlformats.org/drawingml/2006/main">
              <a:ext uri="{FF2B5EF4-FFF2-40B4-BE49-F238E27FC236}">
                <a16:creationId xmlns:a16="http://schemas.microsoft.com/office/drawing/2014/main" id="{C3A96FC9-334C-43EF-A0E7-EF8D819D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409700"/>
            <a:ext cx="2857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deconv3-top">
            <a:extLst xmlns:a="http://schemas.openxmlformats.org/drawingml/2006/main">
              <a:ext uri="{FF2B5EF4-FFF2-40B4-BE49-F238E27FC236}">
                <a16:creationId xmlns:a16="http://schemas.microsoft.com/office/drawing/2014/main" id="{005D1933-9A71-4043-9508-6E512B90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771525"/>
            <a:ext cx="676275" cy="276225"/>
          </a:xfrm>
          <a:custGeom xmlns:a="http://schemas.openxmlformats.org/drawingml/2006/main">
            <a:pathLst>
              <a:path w="676275" h="276225">
                <a:moveTo>
                  <a:pt x="314325" y="276225"/>
                </a:moveTo>
                <a:lnTo>
                  <a:pt x="0" y="0"/>
                </a:lnTo>
                <a:lnTo>
                  <a:pt x="361950" y="0"/>
                </a:lnTo>
                <a:lnTo>
                  <a:pt x="676275" y="276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60" name="deconv3-side">
            <a:extLst xmlns:a="http://schemas.openxmlformats.org/drawingml/2006/main">
              <a:ext uri="{FF2B5EF4-FFF2-40B4-BE49-F238E27FC236}">
                <a16:creationId xmlns:a16="http://schemas.microsoft.com/office/drawing/2014/main" id="{307130F3-7D1B-4C0D-8805-6DF5FBF5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771525"/>
            <a:ext cx="314325" cy="1009650"/>
          </a:xfrm>
          <a:custGeom xmlns:a="http://schemas.openxmlformats.org/drawingml/2006/main">
            <a:pathLst>
              <a:path w="314325" h="1009650">
                <a:moveTo>
                  <a:pt x="314325" y="276225"/>
                </a:moveTo>
                <a:lnTo>
                  <a:pt x="0" y="0"/>
                </a:lnTo>
                <a:lnTo>
                  <a:pt x="0" y="733425"/>
                </a:lnTo>
                <a:lnTo>
                  <a:pt x="314325" y="1009650"/>
                </a:lnTo>
                <a:close/>
              </a:path>
            </a:pathLst>
          </a:custGeom>
          <a:solidFill xmlns:a="http://schemas.openxmlformats.org/drawingml/2006/main">
            <a:srgbClr val="D7D7D7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61" name="deconv3-front">
            <a:extLst xmlns:a="http://schemas.openxmlformats.org/drawingml/2006/main">
              <a:ext uri="{FF2B5EF4-FFF2-40B4-BE49-F238E27FC236}">
                <a16:creationId xmlns:a16="http://schemas.microsoft.com/office/drawing/2014/main" id="{ED22ABF8-E22C-48D4-8DE1-7A8C9B7D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1047750"/>
            <a:ext cx="3619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deconv3-patch1-top">
            <a:extLst xmlns:a="http://schemas.openxmlformats.org/drawingml/2006/main">
              <a:ext uri="{FF2B5EF4-FFF2-40B4-BE49-F238E27FC236}">
                <a16:creationId xmlns:a16="http://schemas.microsoft.com/office/drawing/2014/main" id="{87C32FFF-0FC5-4F8F-A296-54DD5630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952500"/>
            <a:ext cx="371475" cy="104775"/>
          </a:xfrm>
          <a:custGeom xmlns:a="http://schemas.openxmlformats.org/drawingml/2006/main">
            <a:pathLst>
              <a:path w="371475" h="104775">
                <a:moveTo>
                  <a:pt x="123825" y="104775"/>
                </a:moveTo>
                <a:lnTo>
                  <a:pt x="0" y="0"/>
                </a:lnTo>
                <a:lnTo>
                  <a:pt x="247650" y="0"/>
                </a:lnTo>
                <a:lnTo>
                  <a:pt x="371475" y="1047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63" name="deconv3-patch1-side">
            <a:extLst xmlns:a="http://schemas.openxmlformats.org/drawingml/2006/main">
              <a:ext uri="{FF2B5EF4-FFF2-40B4-BE49-F238E27FC236}">
                <a16:creationId xmlns:a16="http://schemas.microsoft.com/office/drawing/2014/main" id="{EE5CDB24-4DCA-4831-80EE-0901DDF7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952500"/>
            <a:ext cx="123825" cy="323850"/>
          </a:xfrm>
          <a:custGeom xmlns:a="http://schemas.openxmlformats.org/drawingml/2006/main">
            <a:pathLst>
              <a:path w="123825" h="323850">
                <a:moveTo>
                  <a:pt x="123825" y="104775"/>
                </a:moveTo>
                <a:lnTo>
                  <a:pt x="0" y="0"/>
                </a:lnTo>
                <a:lnTo>
                  <a:pt x="0" y="219075"/>
                </a:lnTo>
                <a:lnTo>
                  <a:pt x="123825" y="3238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64" name="deconv3-patch1-front">
            <a:extLst xmlns:a="http://schemas.openxmlformats.org/drawingml/2006/main">
              <a:ext uri="{FF2B5EF4-FFF2-40B4-BE49-F238E27FC236}">
                <a16:creationId xmlns:a16="http://schemas.microsoft.com/office/drawing/2014/main" id="{E1748418-E365-4A6A-98AD-60DE826C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05727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deconv3-patch2-top">
            <a:extLst xmlns:a="http://schemas.openxmlformats.org/drawingml/2006/main">
              <a:ext uri="{FF2B5EF4-FFF2-40B4-BE49-F238E27FC236}">
                <a16:creationId xmlns:a16="http://schemas.microsoft.com/office/drawing/2014/main" id="{63447445-14DC-4674-A7D5-F7F40F57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1314450"/>
            <a:ext cx="371475" cy="95250"/>
          </a:xfrm>
          <a:custGeom xmlns:a="http://schemas.openxmlformats.org/drawingml/2006/main">
            <a:pathLst>
              <a:path w="371475" h="95250">
                <a:moveTo>
                  <a:pt x="123825" y="95250"/>
                </a:moveTo>
                <a:lnTo>
                  <a:pt x="0" y="0"/>
                </a:lnTo>
                <a:lnTo>
                  <a:pt x="247650" y="0"/>
                </a:lnTo>
                <a:lnTo>
                  <a:pt x="371475" y="952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66" name="deconv3-patch2-side">
            <a:extLst xmlns:a="http://schemas.openxmlformats.org/drawingml/2006/main">
              <a:ext uri="{FF2B5EF4-FFF2-40B4-BE49-F238E27FC236}">
                <a16:creationId xmlns:a16="http://schemas.microsoft.com/office/drawing/2014/main" id="{587D13EA-9496-4C32-9077-0ECA1630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1314450"/>
            <a:ext cx="123825" cy="190500"/>
          </a:xfrm>
          <a:custGeom xmlns:a="http://schemas.openxmlformats.org/drawingml/2006/main">
            <a:pathLst>
              <a:path w="123825" h="190500">
                <a:moveTo>
                  <a:pt x="123825" y="95250"/>
                </a:moveTo>
                <a:lnTo>
                  <a:pt x="0" y="0"/>
                </a:lnTo>
                <a:lnTo>
                  <a:pt x="0" y="95250"/>
                </a:lnTo>
                <a:lnTo>
                  <a:pt x="123825" y="1905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67" name="deconv3-patch2-front">
            <a:extLst xmlns:a="http://schemas.openxmlformats.org/drawingml/2006/main">
              <a:ext uri="{FF2B5EF4-FFF2-40B4-BE49-F238E27FC236}">
                <a16:creationId xmlns:a16="http://schemas.microsoft.com/office/drawing/2014/main" id="{945FEC63-8EA0-440B-9E6C-A9EDA39D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09700"/>
            <a:ext cx="2476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output-face">
            <a:extLst xmlns:a="http://schemas.openxmlformats.org/drawingml/2006/main">
              <a:ext uri="{FF2B5EF4-FFF2-40B4-BE49-F238E27FC236}">
                <a16:creationId xmlns:a16="http://schemas.microsoft.com/office/drawing/2014/main" id="{EDD9F8EA-AD04-4457-8CF1-FDFBD42A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561975"/>
            <a:ext cx="400050" cy="1333500"/>
          </a:xfrm>
          <a:custGeom xmlns:a="http://schemas.openxmlformats.org/drawingml/2006/main">
            <a:pathLst>
              <a:path w="400050" h="1333500">
                <a:moveTo>
                  <a:pt x="0" y="0"/>
                </a:moveTo>
                <a:lnTo>
                  <a:pt x="400050" y="400050"/>
                </a:lnTo>
                <a:lnTo>
                  <a:pt x="400050" y="1333500"/>
                </a:lnTo>
                <a:lnTo>
                  <a:pt x="0" y="923925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69" name="output-side">
            <a:extLst xmlns:a="http://schemas.openxmlformats.org/drawingml/2006/main">
              <a:ext uri="{FF2B5EF4-FFF2-40B4-BE49-F238E27FC236}">
                <a16:creationId xmlns:a16="http://schemas.microsoft.com/office/drawing/2014/main" id="{123AB270-798D-4672-8266-F898E1D2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561975"/>
            <a:ext cx="476250" cy="1333500"/>
          </a:xfrm>
          <a:custGeom xmlns:a="http://schemas.openxmlformats.org/drawingml/2006/main">
            <a:pathLst>
              <a:path w="476250" h="1333500">
                <a:moveTo>
                  <a:pt x="0" y="0"/>
                </a:moveTo>
                <a:lnTo>
                  <a:pt x="66675" y="0"/>
                </a:lnTo>
                <a:lnTo>
                  <a:pt x="476250" y="400050"/>
                </a:lnTo>
                <a:lnTo>
                  <a:pt x="476250" y="1333500"/>
                </a:lnTo>
                <a:lnTo>
                  <a:pt x="400050" y="1333500"/>
                </a:lnTo>
                <a:lnTo>
                  <a:pt x="400050" y="4000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70" name="output-patch">
            <a:extLst xmlns:a="http://schemas.openxmlformats.org/drawingml/2006/main">
              <a:ext uri="{FF2B5EF4-FFF2-40B4-BE49-F238E27FC236}">
                <a16:creationId xmlns:a16="http://schemas.microsoft.com/office/drawing/2014/main" id="{80C39056-5EF5-46CB-B96C-78F0C917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66775"/>
            <a:ext cx="133350" cy="314325"/>
          </a:xfrm>
          <a:custGeom xmlns:a="http://schemas.openxmlformats.org/drawingml/2006/main">
            <a:pathLst>
              <a:path w="133350" h="314325">
                <a:moveTo>
                  <a:pt x="0" y="0"/>
                </a:moveTo>
                <a:lnTo>
                  <a:pt x="133350" y="123825"/>
                </a:lnTo>
                <a:lnTo>
                  <a:pt x="133350" y="314325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D7D7D7"/>
          </a:solidFill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71" name="conv-label-1">
            <a:extLst xmlns:a="http://schemas.openxmlformats.org/drawingml/2006/main">
              <a:ext uri="{FF2B5EF4-FFF2-40B4-BE49-F238E27FC236}">
                <a16:creationId xmlns:a16="http://schemas.microsoft.com/office/drawing/2014/main" id="{9BB5D634-3ABA-4155-BA6D-8F2B004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847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64, 6x6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pad 0, 0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stride 2</a:t>
            </a:r>
          </a:p>
        </p:txBody>
      </p:sp>
      <p:sp>
        <p:nvSpPr>
          <p:cNvPr id="72" name="conv-label-2">
            <a:extLst xmlns:a="http://schemas.openxmlformats.org/drawingml/2006/main">
              <a:ext uri="{FF2B5EF4-FFF2-40B4-BE49-F238E27FC236}">
                <a16:creationId xmlns:a16="http://schemas.microsoft.com/office/drawing/2014/main" id="{AE21EF76-A41E-43B0-AA24-E51B85B2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81000"/>
            <a:ext cx="847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64, 6x6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pad 2, 2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stride 2</a:t>
            </a:r>
          </a:p>
        </p:txBody>
      </p:sp>
      <p:sp>
        <p:nvSpPr>
          <p:cNvPr id="73" name="conv-label-3">
            <a:extLst xmlns:a="http://schemas.openxmlformats.org/drawingml/2006/main">
              <a:ext uri="{FF2B5EF4-FFF2-40B4-BE49-F238E27FC236}">
                <a16:creationId xmlns:a16="http://schemas.microsoft.com/office/drawing/2014/main" id="{F4F462F0-582B-4B92-9CC5-210211E2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1000"/>
            <a:ext cx="847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64, 6x6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pad 2, 2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stride 2</a:t>
            </a:r>
          </a:p>
        </p:txBody>
      </p:sp>
      <p:sp>
        <p:nvSpPr>
          <p:cNvPr id="74" name="deconv-label-1">
            <a:extLst xmlns:a="http://schemas.openxmlformats.org/drawingml/2006/main">
              <a:ext uri="{FF2B5EF4-FFF2-40B4-BE49-F238E27FC236}">
                <a16:creationId xmlns:a16="http://schemas.microsoft.com/office/drawing/2014/main" id="{D5ED0C5B-9E24-49E9-9BAA-BE8C2E9D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71475"/>
            <a:ext cx="828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Deconv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64, 6x6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pad 2, 2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stride 2</a:t>
            </a:r>
          </a:p>
        </p:txBody>
      </p:sp>
      <p:sp>
        <p:nvSpPr>
          <p:cNvPr id="75" name="deconv-label-2">
            <a:extLst xmlns:a="http://schemas.openxmlformats.org/drawingml/2006/main">
              <a:ext uri="{FF2B5EF4-FFF2-40B4-BE49-F238E27FC236}">
                <a16:creationId xmlns:a16="http://schemas.microsoft.com/office/drawing/2014/main" id="{B5E50D8B-8B03-4F9D-95D5-E232A8FF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71475"/>
            <a:ext cx="828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Deconv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64, 6x6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pad 2, 2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stride 2</a:t>
            </a:r>
          </a:p>
        </p:txBody>
      </p:sp>
      <p:sp>
        <p:nvSpPr>
          <p:cNvPr id="76" name="deconv-label-3">
            <a:extLst xmlns:a="http://schemas.openxmlformats.org/drawingml/2006/main">
              <a:ext uri="{FF2B5EF4-FFF2-40B4-BE49-F238E27FC236}">
                <a16:creationId xmlns:a16="http://schemas.microsoft.com/office/drawing/2014/main" id="{0A059F07-4007-4345-A97C-AB0C213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371475"/>
            <a:ext cx="828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Deconv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1, 6x6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pad 0, 0</a:t>
            </a:r>
          </a:p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stride 2</a:t>
            </a:r>
          </a:p>
        </p:txBody>
      </p:sp>
      <p:sp>
        <p:nvSpPr>
          <p:cNvPr id="77" name="dimension-in">
            <a:extLst xmlns:a="http://schemas.openxmlformats.org/drawingml/2006/main">
              <a:ext uri="{FF2B5EF4-FFF2-40B4-BE49-F238E27FC236}">
                <a16:creationId xmlns:a16="http://schemas.microsoft.com/office/drawing/2014/main" id="{6334B761-C9DB-440A-B165-B90DFF72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9335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4×84×84</a:t>
            </a:r>
          </a:p>
        </p:txBody>
      </p:sp>
      <p:sp>
        <p:nvSpPr>
          <p:cNvPr id="78" name="dimension-c1">
            <a:extLst xmlns:a="http://schemas.openxmlformats.org/drawingml/2006/main">
              <a:ext uri="{FF2B5EF4-FFF2-40B4-BE49-F238E27FC236}">
                <a16:creationId xmlns:a16="http://schemas.microsoft.com/office/drawing/2014/main" id="{FE6E1A5C-C4B2-4C34-80B9-128F1977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335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64×40×40</a:t>
            </a:r>
          </a:p>
        </p:txBody>
      </p:sp>
      <p:sp>
        <p:nvSpPr>
          <p:cNvPr id="79" name="dimension-c2">
            <a:extLst xmlns:a="http://schemas.openxmlformats.org/drawingml/2006/main">
              <a:ext uri="{FF2B5EF4-FFF2-40B4-BE49-F238E27FC236}">
                <a16:creationId xmlns:a16="http://schemas.microsoft.com/office/drawing/2014/main" id="{844F3F42-43C6-4B61-96F5-1662D5B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9335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64×20×20</a:t>
            </a:r>
          </a:p>
        </p:txBody>
      </p:sp>
      <p:sp>
        <p:nvSpPr>
          <p:cNvPr id="80" name="dimension-c3">
            <a:extLst xmlns:a="http://schemas.openxmlformats.org/drawingml/2006/main">
              <a:ext uri="{FF2B5EF4-FFF2-40B4-BE49-F238E27FC236}">
                <a16:creationId xmlns:a16="http://schemas.microsoft.com/office/drawing/2014/main" id="{1CDDCB55-6FF1-48A4-A214-5F906CD0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335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64×10×10</a:t>
            </a:r>
          </a:p>
        </p:txBody>
      </p:sp>
      <p:sp>
        <p:nvSpPr>
          <p:cNvPr id="81" name="dimension-fc1">
            <a:extLst xmlns:a="http://schemas.openxmlformats.org/drawingml/2006/main">
              <a:ext uri="{FF2B5EF4-FFF2-40B4-BE49-F238E27FC236}">
                <a16:creationId xmlns:a16="http://schemas.microsoft.com/office/drawing/2014/main" id="{C7F2C15C-8901-44B0-8C58-AD7530AA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3357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1024</a:t>
            </a:r>
          </a:p>
        </p:txBody>
      </p:sp>
      <p:sp>
        <p:nvSpPr>
          <p:cNvPr id="82" name="dimension-phi">
            <a:extLst xmlns:a="http://schemas.openxmlformats.org/drawingml/2006/main">
              <a:ext uri="{FF2B5EF4-FFF2-40B4-BE49-F238E27FC236}">
                <a16:creationId xmlns:a16="http://schemas.microsoft.com/office/drawing/2014/main" id="{78D8AF69-2B2E-4CDB-BCC7-4389597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3357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2048</a:t>
            </a:r>
          </a:p>
        </p:txBody>
      </p:sp>
      <p:sp>
        <p:nvSpPr>
          <p:cNvPr id="83" name="dimension-fc2">
            <a:extLst xmlns:a="http://schemas.openxmlformats.org/drawingml/2006/main">
              <a:ext uri="{FF2B5EF4-FFF2-40B4-BE49-F238E27FC236}">
                <a16:creationId xmlns:a16="http://schemas.microsoft.com/office/drawing/2014/main" id="{14861A6E-6F54-4B12-9140-0C2B027C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93357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2048</a:t>
            </a:r>
          </a:p>
        </p:txBody>
      </p:sp>
      <p:sp>
        <p:nvSpPr>
          <p:cNvPr id="84" name="dimension-fc3">
            <a:extLst xmlns:a="http://schemas.openxmlformats.org/drawingml/2006/main">
              <a:ext uri="{FF2B5EF4-FFF2-40B4-BE49-F238E27FC236}">
                <a16:creationId xmlns:a16="http://schemas.microsoft.com/office/drawing/2014/main" id="{00CA3106-F79B-4D46-91F8-156B183D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335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1024</a:t>
            </a:r>
          </a:p>
        </p:txBody>
      </p:sp>
      <p:sp>
        <p:nvSpPr>
          <p:cNvPr id="85" name="dimension-d1">
            <a:extLst xmlns:a="http://schemas.openxmlformats.org/drawingml/2006/main">
              <a:ext uri="{FF2B5EF4-FFF2-40B4-BE49-F238E27FC236}">
                <a16:creationId xmlns:a16="http://schemas.microsoft.com/office/drawing/2014/main" id="{80BA9534-90C4-4522-B524-01274E3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9335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64×10×10</a:t>
            </a:r>
          </a:p>
        </p:txBody>
      </p:sp>
      <p:sp>
        <p:nvSpPr>
          <p:cNvPr id="86" name="dimension-d2">
            <a:extLst xmlns:a="http://schemas.openxmlformats.org/drawingml/2006/main">
              <a:ext uri="{FF2B5EF4-FFF2-40B4-BE49-F238E27FC236}">
                <a16:creationId xmlns:a16="http://schemas.microsoft.com/office/drawing/2014/main" id="{85175A4D-D0B6-4199-878F-1E9CD4B5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33575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64×20×20</a:t>
            </a:r>
          </a:p>
        </p:txBody>
      </p:sp>
      <p:sp>
        <p:nvSpPr>
          <p:cNvPr id="87" name="dimension-d3">
            <a:extLst xmlns:a="http://schemas.openxmlformats.org/drawingml/2006/main">
              <a:ext uri="{FF2B5EF4-FFF2-40B4-BE49-F238E27FC236}">
                <a16:creationId xmlns:a16="http://schemas.microsoft.com/office/drawing/2014/main" id="{F4521D5F-0DC4-41B0-A7D4-630BF1A4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9335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64×40×40</a:t>
            </a:r>
          </a:p>
        </p:txBody>
      </p:sp>
      <p:sp>
        <p:nvSpPr>
          <p:cNvPr id="88" name="dimension-out">
            <a:extLst xmlns:a="http://schemas.openxmlformats.org/drawingml/2006/main">
              <a:ext uri="{FF2B5EF4-FFF2-40B4-BE49-F238E27FC236}">
                <a16:creationId xmlns:a16="http://schemas.microsoft.com/office/drawing/2014/main" id="{E4DF4236-E214-43F2-9161-78A093BA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1933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84×84</a:t>
            </a:r>
          </a:p>
        </p:txBody>
      </p:sp>
      <p:sp>
        <p:nvSpPr>
          <p:cNvPr id="89" name="forward-c1">
            <a:extLst xmlns:a="http://schemas.openxmlformats.org/drawingml/2006/main">
              <a:ext uri="{FF2B5EF4-FFF2-40B4-BE49-F238E27FC236}">
                <a16:creationId xmlns:a16="http://schemas.microsoft.com/office/drawing/2014/main" id="{89848DEB-FA89-4055-950F-84CB1F41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43025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90" name="forward-c1-arrow">
            <a:extLst xmlns:a="http://schemas.openxmlformats.org/drawingml/2006/main">
              <a:ext uri="{FF2B5EF4-FFF2-40B4-BE49-F238E27FC236}">
                <a16:creationId xmlns:a16="http://schemas.microsoft.com/office/drawing/2014/main" id="{E953C7C0-40F0-4485-B3C7-75E21D9D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91" name="relu-c1">
            <a:extLst xmlns:a="http://schemas.openxmlformats.org/drawingml/2006/main">
              <a:ext uri="{FF2B5EF4-FFF2-40B4-BE49-F238E27FC236}">
                <a16:creationId xmlns:a16="http://schemas.microsoft.com/office/drawing/2014/main" id="{27B2A896-906F-49C4-9BF0-8DC5C358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57325"/>
            <a:ext cx="638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ReLU</a:t>
            </a:r>
          </a:p>
        </p:txBody>
      </p:sp>
      <p:sp>
        <p:nvSpPr>
          <p:cNvPr id="92" name="forward-c2">
            <a:extLst xmlns:a="http://schemas.openxmlformats.org/drawingml/2006/main">
              <a:ext uri="{FF2B5EF4-FFF2-40B4-BE49-F238E27FC236}">
                <a16:creationId xmlns:a16="http://schemas.microsoft.com/office/drawing/2014/main" id="{653D26A9-249A-4F8C-867F-7A777B1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343025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93" name="forward-c2-arrow">
            <a:extLst xmlns:a="http://schemas.openxmlformats.org/drawingml/2006/main">
              <a:ext uri="{FF2B5EF4-FFF2-40B4-BE49-F238E27FC236}">
                <a16:creationId xmlns:a16="http://schemas.microsoft.com/office/drawing/2014/main" id="{901D0158-DF7A-492B-8D64-953B9463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94" name="relu-c2">
            <a:extLst xmlns:a="http://schemas.openxmlformats.org/drawingml/2006/main">
              <a:ext uri="{FF2B5EF4-FFF2-40B4-BE49-F238E27FC236}">
                <a16:creationId xmlns:a16="http://schemas.microsoft.com/office/drawing/2014/main" id="{EDBA6038-EDBC-4C83-B602-B4596624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457325"/>
            <a:ext cx="638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ReLU</a:t>
            </a:r>
          </a:p>
        </p:txBody>
      </p:sp>
      <p:sp>
        <p:nvSpPr>
          <p:cNvPr id="95" name="forward-c3">
            <a:extLst xmlns:a="http://schemas.openxmlformats.org/drawingml/2006/main">
              <a:ext uri="{FF2B5EF4-FFF2-40B4-BE49-F238E27FC236}">
                <a16:creationId xmlns:a16="http://schemas.microsoft.com/office/drawing/2014/main" id="{BBC129B6-A3BE-4F42-A127-A0AAD2A2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343025"/>
            <a:ext cx="628650" cy="953"/>
          </a:xfrm>
          <a:custGeom xmlns:a="http://schemas.openxmlformats.org/drawingml/2006/main"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96" name="forward-c3-arrow">
            <a:extLst xmlns:a="http://schemas.openxmlformats.org/drawingml/2006/main">
              <a:ext uri="{FF2B5EF4-FFF2-40B4-BE49-F238E27FC236}">
                <a16:creationId xmlns:a16="http://schemas.microsoft.com/office/drawing/2014/main" id="{F4B5BDDC-1A5F-46D0-BF46-48529BC4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97" name="relu-c3">
            <a:extLst xmlns:a="http://schemas.openxmlformats.org/drawingml/2006/main">
              <a:ext uri="{FF2B5EF4-FFF2-40B4-BE49-F238E27FC236}">
                <a16:creationId xmlns:a16="http://schemas.microsoft.com/office/drawing/2014/main" id="{7C8E4700-E3BD-4EC0-85B9-12FCC927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573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ReLU</a:t>
            </a:r>
          </a:p>
        </p:txBody>
      </p:sp>
      <p:sp>
        <p:nvSpPr>
          <p:cNvPr id="98" name="forward-f1">
            <a:extLst xmlns:a="http://schemas.openxmlformats.org/drawingml/2006/main">
              <a:ext uri="{FF2B5EF4-FFF2-40B4-BE49-F238E27FC236}">
                <a16:creationId xmlns:a16="http://schemas.microsoft.com/office/drawing/2014/main" id="{A184DA2C-6203-445E-8B88-91CF1908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43025"/>
            <a:ext cx="647700" cy="953"/>
          </a:xfrm>
          <a:custGeom xmlns:a="http://schemas.openxmlformats.org/drawingml/2006/main">
            <a:pathLst>
              <a:path w="647700" h="953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99" name="forward-f1-arrow">
            <a:extLst xmlns:a="http://schemas.openxmlformats.org/drawingml/2006/main">
              <a:ext uri="{FF2B5EF4-FFF2-40B4-BE49-F238E27FC236}">
                <a16:creationId xmlns:a16="http://schemas.microsoft.com/office/drawing/2014/main" id="{C9B105E7-CC79-43DD-B746-5D90E882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100" name="fc-f1">
            <a:extLst xmlns:a="http://schemas.openxmlformats.org/drawingml/2006/main">
              <a:ext uri="{FF2B5EF4-FFF2-40B4-BE49-F238E27FC236}">
                <a16:creationId xmlns:a16="http://schemas.microsoft.com/office/drawing/2014/main" id="{99DA8698-3897-438C-AA3B-6E2C356E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66800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fc</a:t>
            </a:r>
          </a:p>
        </p:txBody>
      </p:sp>
      <p:sp>
        <p:nvSpPr>
          <p:cNvPr id="101" name="relu-f1">
            <a:extLst xmlns:a="http://schemas.openxmlformats.org/drawingml/2006/main">
              <a:ext uri="{FF2B5EF4-FFF2-40B4-BE49-F238E27FC236}">
                <a16:creationId xmlns:a16="http://schemas.microsoft.com/office/drawing/2014/main" id="{20C3FD12-78A2-4BA2-A05D-8C8DBB2D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57325"/>
            <a:ext cx="647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ReLU</a:t>
            </a:r>
          </a:p>
        </p:txBody>
      </p:sp>
      <p:sp>
        <p:nvSpPr>
          <p:cNvPr id="102" name="forward-f2">
            <a:extLst xmlns:a="http://schemas.openxmlformats.org/drawingml/2006/main">
              <a:ext uri="{FF2B5EF4-FFF2-40B4-BE49-F238E27FC236}">
                <a16:creationId xmlns:a16="http://schemas.microsoft.com/office/drawing/2014/main" id="{A26E0E33-AC46-44F6-A5C1-50EE2FEF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43025"/>
            <a:ext cx="371475" cy="953"/>
          </a:xfrm>
          <a:custGeom xmlns:a="http://schemas.openxmlformats.org/drawingml/2006/main">
            <a:pathLst>
              <a:path w="371475" h="953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103" name="forward-f2-arrow">
            <a:extLst xmlns:a="http://schemas.openxmlformats.org/drawingml/2006/main">
              <a:ext uri="{FF2B5EF4-FFF2-40B4-BE49-F238E27FC236}">
                <a16:creationId xmlns:a16="http://schemas.microsoft.com/office/drawing/2014/main" id="{B7944F41-2B83-461E-808B-C77E91A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104" name="fc-f2">
            <a:extLst xmlns:a="http://schemas.openxmlformats.org/drawingml/2006/main">
              <a:ext uri="{FF2B5EF4-FFF2-40B4-BE49-F238E27FC236}">
                <a16:creationId xmlns:a16="http://schemas.microsoft.com/office/drawing/2014/main" id="{6796DE25-677C-45D4-88E2-D1C0230A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66800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fc</a:t>
            </a:r>
          </a:p>
        </p:txBody>
      </p:sp>
      <p:sp>
        <p:nvSpPr>
          <p:cNvPr id="105" name="forward-f3">
            <a:extLst xmlns:a="http://schemas.openxmlformats.org/drawingml/2006/main">
              <a:ext uri="{FF2B5EF4-FFF2-40B4-BE49-F238E27FC236}">
                <a16:creationId xmlns:a16="http://schemas.microsoft.com/office/drawing/2014/main" id="{43D84772-7472-452C-B843-EBC83CE3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43025"/>
            <a:ext cx="400050" cy="953"/>
          </a:xfrm>
          <a:custGeom xmlns:a="http://schemas.openxmlformats.org/drawingml/2006/main"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106" name="forward-f3-arrow">
            <a:extLst xmlns:a="http://schemas.openxmlformats.org/drawingml/2006/main">
              <a:ext uri="{FF2B5EF4-FFF2-40B4-BE49-F238E27FC236}">
                <a16:creationId xmlns:a16="http://schemas.microsoft.com/office/drawing/2014/main" id="{07794CA7-F638-40B6-81D2-106E0A97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107" name="fc-f3">
            <a:extLst xmlns:a="http://schemas.openxmlformats.org/drawingml/2006/main">
              <a:ext uri="{FF2B5EF4-FFF2-40B4-BE49-F238E27FC236}">
                <a16:creationId xmlns:a16="http://schemas.microsoft.com/office/drawing/2014/main" id="{C1205329-8DC4-404B-B8C6-3FB0D30B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0668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fc</a:t>
            </a:r>
          </a:p>
        </p:txBody>
      </p:sp>
      <p:sp>
        <p:nvSpPr>
          <p:cNvPr id="108" name="forward-f4">
            <a:extLst xmlns:a="http://schemas.openxmlformats.org/drawingml/2006/main">
              <a:ext uri="{FF2B5EF4-FFF2-40B4-BE49-F238E27FC236}">
                <a16:creationId xmlns:a16="http://schemas.microsoft.com/office/drawing/2014/main" id="{188BAC80-F2A0-4579-8DA8-92EE7D23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43025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109" name="forward-f4-arrow">
            <a:extLst xmlns:a="http://schemas.openxmlformats.org/drawingml/2006/main">
              <a:ext uri="{FF2B5EF4-FFF2-40B4-BE49-F238E27FC236}">
                <a16:creationId xmlns:a16="http://schemas.microsoft.com/office/drawing/2014/main" id="{ED66612B-941B-40A7-8B4C-BD691B98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110" name="fc-f4">
            <a:extLst xmlns:a="http://schemas.openxmlformats.org/drawingml/2006/main">
              <a:ext uri="{FF2B5EF4-FFF2-40B4-BE49-F238E27FC236}">
                <a16:creationId xmlns:a16="http://schemas.microsoft.com/office/drawing/2014/main" id="{CB57F9F0-1E31-4B8B-B9BC-ACD3342E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066800"/>
            <a:ext cx="638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fc</a:t>
            </a:r>
          </a:p>
        </p:txBody>
      </p:sp>
      <p:sp>
        <p:nvSpPr>
          <p:cNvPr id="111" name="relu-f4">
            <a:extLst xmlns:a="http://schemas.openxmlformats.org/drawingml/2006/main">
              <a:ext uri="{FF2B5EF4-FFF2-40B4-BE49-F238E27FC236}">
                <a16:creationId xmlns:a16="http://schemas.microsoft.com/office/drawing/2014/main" id="{5794EF11-A0D0-4F54-B372-A9D894ED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57325"/>
            <a:ext cx="638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ReLU</a:t>
            </a:r>
          </a:p>
        </p:txBody>
      </p:sp>
      <p:sp>
        <p:nvSpPr>
          <p:cNvPr id="112" name="forward-d1">
            <a:extLst xmlns:a="http://schemas.openxmlformats.org/drawingml/2006/main">
              <a:ext uri="{FF2B5EF4-FFF2-40B4-BE49-F238E27FC236}">
                <a16:creationId xmlns:a16="http://schemas.microsoft.com/office/drawing/2014/main" id="{D5787C8A-7B90-425B-B337-A1EBE283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343025"/>
            <a:ext cx="628650" cy="953"/>
          </a:xfrm>
          <a:custGeom xmlns:a="http://schemas.openxmlformats.org/drawingml/2006/main"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113" name="forward-d1-arrow">
            <a:extLst xmlns:a="http://schemas.openxmlformats.org/drawingml/2006/main">
              <a:ext uri="{FF2B5EF4-FFF2-40B4-BE49-F238E27FC236}">
                <a16:creationId xmlns:a16="http://schemas.microsoft.com/office/drawing/2014/main" id="{4610F2EF-ED47-4541-A782-7E0962A0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114" name="relu-d1">
            <a:extLst xmlns:a="http://schemas.openxmlformats.org/drawingml/2006/main">
              <a:ext uri="{FF2B5EF4-FFF2-40B4-BE49-F238E27FC236}">
                <a16:creationId xmlns:a16="http://schemas.microsoft.com/office/drawing/2014/main" id="{FFDE24F7-97BB-48AA-B76B-748C4DA9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4573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ReLU</a:t>
            </a:r>
          </a:p>
        </p:txBody>
      </p:sp>
      <p:sp>
        <p:nvSpPr>
          <p:cNvPr id="115" name="forward-d2">
            <a:extLst xmlns:a="http://schemas.openxmlformats.org/drawingml/2006/main">
              <a:ext uri="{FF2B5EF4-FFF2-40B4-BE49-F238E27FC236}">
                <a16:creationId xmlns:a16="http://schemas.microsoft.com/office/drawing/2014/main" id="{D682FDB7-8BF0-4A5D-97E0-BB9AB152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343025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116" name="forward-d2-arrow">
            <a:extLst xmlns:a="http://schemas.openxmlformats.org/drawingml/2006/main">
              <a:ext uri="{FF2B5EF4-FFF2-40B4-BE49-F238E27FC236}">
                <a16:creationId xmlns:a16="http://schemas.microsoft.com/office/drawing/2014/main" id="{4D2ADC45-ED59-4585-8743-5C6C816C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117" name="relu-d2">
            <a:extLst xmlns:a="http://schemas.openxmlformats.org/drawingml/2006/main">
              <a:ext uri="{FF2B5EF4-FFF2-40B4-BE49-F238E27FC236}">
                <a16:creationId xmlns:a16="http://schemas.microsoft.com/office/drawing/2014/main" id="{1BE5A8F8-FD98-42E7-9711-48595686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457325"/>
            <a:ext cx="638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ReLU</a:t>
            </a:r>
          </a:p>
        </p:txBody>
      </p:sp>
      <p:sp>
        <p:nvSpPr>
          <p:cNvPr id="118" name="forward-d3">
            <a:extLst xmlns:a="http://schemas.openxmlformats.org/drawingml/2006/main">
              <a:ext uri="{FF2B5EF4-FFF2-40B4-BE49-F238E27FC236}">
                <a16:creationId xmlns:a16="http://schemas.microsoft.com/office/drawing/2014/main" id="{1F618296-1267-4525-A4B1-C76BA0F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1343025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444444"/>
            </a:solidFill>
            <a:prstDash val="solid"/>
          </a:ln>
        </p:spPr>
      </p:sp>
      <p:sp>
        <p:nvSpPr>
          <p:cNvPr id="119" name="forward-d3-arrow">
            <a:extLst xmlns:a="http://schemas.openxmlformats.org/drawingml/2006/main">
              <a:ext uri="{FF2B5EF4-FFF2-40B4-BE49-F238E27FC236}">
                <a16:creationId xmlns:a16="http://schemas.microsoft.com/office/drawing/2014/main" id="{A2165D10-DAC6-4A51-B3DA-CB1E20BA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1298258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444444"/>
            </a:solidFill>
            <a:prstDash val="solid"/>
          </a:ln>
        </p:spPr>
      </p:sp>
      <p:sp>
        <p:nvSpPr>
          <p:cNvPr id="120" name="phi">
            <a:extLst xmlns:a="http://schemas.openxmlformats.org/drawingml/2006/main">
              <a:ext uri="{FF2B5EF4-FFF2-40B4-BE49-F238E27FC236}">
                <a16:creationId xmlns:a16="http://schemas.microsoft.com/office/drawing/2014/main" id="{1A05F409-8870-444D-B72C-3C4130EF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"/>
            <a:ext cx="400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φ</a:t>
            </a:r>
          </a:p>
        </p:txBody>
      </p:sp>
      <p:sp>
        <p:nvSpPr>
          <p:cNvPr id="121" name="action-box">
            <a:extLst xmlns:a="http://schemas.openxmlformats.org/drawingml/2006/main">
              <a:ext uri="{FF2B5EF4-FFF2-40B4-BE49-F238E27FC236}">
                <a16:creationId xmlns:a16="http://schemas.microsoft.com/office/drawing/2014/main" id="{2E2267E8-D5C7-44BE-A0F3-B698C457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33350"/>
            <a:ext cx="752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CAF21CB9-DC6C-4FE4-A3B6-AD3F0690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3350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123" name="action-fc">
            <a:extLst xmlns:a="http://schemas.openxmlformats.org/drawingml/2006/main">
              <a:ext uri="{FF2B5EF4-FFF2-40B4-BE49-F238E27FC236}">
                <a16:creationId xmlns:a16="http://schemas.microsoft.com/office/drawing/2014/main" id="{3CC28B7B-36F2-4CCA-A496-87ACAB78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9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fc</a:t>
            </a:r>
          </a:p>
        </p:txBody>
      </p:sp>
      <p:sp>
        <p:nvSpPr>
          <p:cNvPr id="124" name="action-to-fc">
            <a:extLst xmlns:a="http://schemas.openxmlformats.org/drawingml/2006/main">
              <a:ext uri="{FF2B5EF4-FFF2-40B4-BE49-F238E27FC236}">
                <a16:creationId xmlns:a16="http://schemas.microsoft.com/office/drawing/2014/main" id="{D3133F05-9F11-485F-8116-406D30C7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1950"/>
            <a:ext cx="953" cy="247650"/>
          </a:xfrm>
          <a:custGeom xmlns:a="http://schemas.openxmlformats.org/drawingml/2006/main"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125" name="action-to-fc-arrow">
            <a:extLst xmlns:a="http://schemas.openxmlformats.org/drawingml/2006/main">
              <a:ext uri="{FF2B5EF4-FFF2-40B4-BE49-F238E27FC236}">
                <a16:creationId xmlns:a16="http://schemas.microsoft.com/office/drawing/2014/main" id="{B3B4B002-7F86-4DA2-AD75-E307F566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59" y="523875"/>
            <a:ext cx="80582" cy="85725"/>
          </a:xfrm>
          <a:custGeom xmlns:a="http://schemas.openxmlformats.org/drawingml/2006/main">
            <a:pathLst>
              <a:path w="80582" h="85725">
                <a:moveTo>
                  <a:pt x="40291" y="85725"/>
                </a:moveTo>
                <a:lnTo>
                  <a:pt x="0" y="0"/>
                </a:lnTo>
                <a:lnTo>
                  <a:pt x="80582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333333"/>
            </a:solidFill>
            <a:prstDash val="solid"/>
          </a:ln>
        </p:spPr>
      </p:sp>
      <p:sp>
        <p:nvSpPr>
          <p:cNvPr id="126" name="action2048">
            <a:extLst xmlns:a="http://schemas.openxmlformats.org/drawingml/2006/main">
              <a:ext uri="{FF2B5EF4-FFF2-40B4-BE49-F238E27FC236}">
                <a16:creationId xmlns:a16="http://schemas.microsoft.com/office/drawing/2014/main" id="{14F0753B-B414-4070-9898-7951110F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9600"/>
            <a:ext cx="971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action-dimension">
            <a:extLst xmlns:a="http://schemas.openxmlformats.org/drawingml/2006/main">
              <a:ext uri="{FF2B5EF4-FFF2-40B4-BE49-F238E27FC236}">
                <a16:creationId xmlns:a16="http://schemas.microsoft.com/office/drawing/2014/main" id="{55470FD3-2B17-4D17-AC0E-A400B0D9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096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2048</a:t>
            </a:r>
          </a:p>
        </p:txBody>
      </p:sp>
      <p:sp>
        <p:nvSpPr>
          <p:cNvPr id="128" name="elementwise-product">
            <a:extLst xmlns:a="http://schemas.openxmlformats.org/drawingml/2006/main">
              <a:ext uri="{FF2B5EF4-FFF2-40B4-BE49-F238E27FC236}">
                <a16:creationId xmlns:a16="http://schemas.microsoft.com/office/drawing/2014/main" id="{F4B197D8-AD26-472A-AD43-AEF164AF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38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9" name="product-symbol">
            <a:extLst xmlns:a="http://schemas.openxmlformats.org/drawingml/2006/main">
              <a:ext uri="{FF2B5EF4-FFF2-40B4-BE49-F238E27FC236}">
                <a16:creationId xmlns:a16="http://schemas.microsoft.com/office/drawing/2014/main" id="{337A019B-D4ED-4BB6-92D0-9B042385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09675"/>
            <a:ext cx="26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30" name="action-to-product">
            <a:extLst xmlns:a="http://schemas.openxmlformats.org/drawingml/2006/main">
              <a:ext uri="{FF2B5EF4-FFF2-40B4-BE49-F238E27FC236}">
                <a16:creationId xmlns:a16="http://schemas.microsoft.com/office/drawing/2014/main" id="{B6762D08-B030-4577-9590-9AF496CA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80962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131" name="action-to-product-arrow">
            <a:extLst xmlns:a="http://schemas.openxmlformats.org/drawingml/2006/main">
              <a:ext uri="{FF2B5EF4-FFF2-40B4-BE49-F238E27FC236}">
                <a16:creationId xmlns:a16="http://schemas.microsoft.com/office/drawing/2014/main" id="{ECFD05D0-FA30-480E-9467-26005313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59" y="1143000"/>
            <a:ext cx="80582" cy="85725"/>
          </a:xfrm>
          <a:custGeom xmlns:a="http://schemas.openxmlformats.org/drawingml/2006/main">
            <a:pathLst>
              <a:path w="80582" h="85725">
                <a:moveTo>
                  <a:pt x="40291" y="85725"/>
                </a:moveTo>
                <a:lnTo>
                  <a:pt x="0" y="0"/>
                </a:lnTo>
                <a:lnTo>
                  <a:pt x="80582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333333"/>
            </a:solidFill>
            <a:prstDash val="solid"/>
          </a:ln>
        </p:spPr>
      </p:sp>
      <p:sp>
        <p:nvSpPr>
          <p:cNvPr id="132" name="phi-to-product">
            <a:extLst xmlns:a="http://schemas.openxmlformats.org/drawingml/2006/main">
              <a:ext uri="{FF2B5EF4-FFF2-40B4-BE49-F238E27FC236}">
                <a16:creationId xmlns:a16="http://schemas.microsoft.com/office/drawing/2014/main" id="{BEDA035E-1F04-4A4B-BAEC-3C48FD78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43025"/>
            <a:ext cx="390525" cy="953"/>
          </a:xfrm>
          <a:custGeom xmlns:a="http://schemas.openxmlformats.org/drawingml/2006/main">
            <a:pathLst>
              <a:path w="390525" h="953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133" name="phi-to-product-arrow">
            <a:extLst xmlns:a="http://schemas.openxmlformats.org/drawingml/2006/main">
              <a:ext uri="{FF2B5EF4-FFF2-40B4-BE49-F238E27FC236}">
                <a16:creationId xmlns:a16="http://schemas.microsoft.com/office/drawing/2014/main" id="{1D528088-6C06-4A59-9954-4B2A1F50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02734"/>
            <a:ext cx="85725" cy="80581"/>
          </a:xfrm>
          <a:custGeom xmlns:a="http://schemas.openxmlformats.org/drawingml/2006/main">
            <a:pathLst>
              <a:path w="85725" h="80581">
                <a:moveTo>
                  <a:pt x="85725" y="40291"/>
                </a:moveTo>
                <a:lnTo>
                  <a:pt x="0" y="80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333333"/>
            </a:solidFill>
            <a:prstDash val="solid"/>
          </a:ln>
        </p:spPr>
      </p:sp>
      <p:sp>
        <p:nvSpPr>
          <p:cNvPr id="134" name="product-to-reconstruction">
            <a:extLst xmlns:a="http://schemas.openxmlformats.org/drawingml/2006/main">
              <a:ext uri="{FF2B5EF4-FFF2-40B4-BE49-F238E27FC236}">
                <a16:creationId xmlns:a16="http://schemas.microsoft.com/office/drawing/2014/main" id="{C8A200E4-E201-4F2B-970B-0182A7E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43025"/>
            <a:ext cx="381000" cy="953"/>
          </a:xfrm>
          <a:custGeom xmlns:a="http://schemas.openxmlformats.org/drawingml/2006/main">
            <a:pathLst>
              <a:path w="381000" h="953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33333"/>
            </a:solidFill>
            <a:prstDash val="solid"/>
          </a:ln>
        </p:spPr>
      </p:sp>
      <p:sp>
        <p:nvSpPr>
          <p:cNvPr id="135" name="product-to-reconstruction-arrow">
            <a:extLst xmlns:a="http://schemas.openxmlformats.org/drawingml/2006/main">
              <a:ext uri="{FF2B5EF4-FFF2-40B4-BE49-F238E27FC236}">
                <a16:creationId xmlns:a16="http://schemas.microsoft.com/office/drawing/2014/main" id="{875D2233-FCA8-4514-8329-355A7C68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302734"/>
            <a:ext cx="85725" cy="80581"/>
          </a:xfrm>
          <a:custGeom xmlns:a="http://schemas.openxmlformats.org/drawingml/2006/main">
            <a:pathLst>
              <a:path w="85725" h="80581">
                <a:moveTo>
                  <a:pt x="85725" y="40291"/>
                </a:moveTo>
                <a:lnTo>
                  <a:pt x="0" y="80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333333"/>
            </a:solidFill>
            <a:prstDash val="solid"/>
          </a:ln>
        </p:spPr>
      </p:sp>
      <p:sp>
        <p:nvSpPr>
          <p:cNvPr id="136" name="zeta">
            <a:extLst xmlns:a="http://schemas.openxmlformats.org/drawingml/2006/main">
              <a:ext uri="{FF2B5EF4-FFF2-40B4-BE49-F238E27FC236}">
                <a16:creationId xmlns:a16="http://schemas.microsoft.com/office/drawing/2014/main" id="{C8AD8AC9-A26A-42E0-8DC5-035602D8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847725"/>
            <a:ext cx="31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ζ</a:t>
            </a:r>
          </a:p>
        </p:txBody>
      </p:sp>
      <p:sp>
        <p:nvSpPr>
          <p:cNvPr id="137" name="representation-bracket">
            <a:extLst xmlns:a="http://schemas.openxmlformats.org/drawingml/2006/main">
              <a:ext uri="{FF2B5EF4-FFF2-40B4-BE49-F238E27FC236}">
                <a16:creationId xmlns:a16="http://schemas.microsoft.com/office/drawing/2014/main" id="{7B182EE7-6777-4F81-89D5-9A7AC21B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200275"/>
            <a:ext cx="7048500" cy="161925"/>
          </a:xfrm>
          <a:custGeom xmlns:a="http://schemas.openxmlformats.org/drawingml/2006/main">
            <a:pathLst>
              <a:path w="7048500" h="161925">
                <a:moveTo>
                  <a:pt x="0" y="0"/>
                </a:moveTo>
                <a:lnTo>
                  <a:pt x="209550" y="161925"/>
                </a:lnTo>
                <a:lnTo>
                  <a:pt x="6838950" y="161925"/>
                </a:lnTo>
                <a:lnTo>
                  <a:pt x="704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444444"/>
            </a:solidFill>
            <a:prstDash val="solid"/>
          </a:ln>
        </p:spPr>
      </p:sp>
      <p:sp>
        <p:nvSpPr>
          <p:cNvPr id="138" name="representation-module">
            <a:extLst xmlns:a="http://schemas.openxmlformats.org/drawingml/2006/main">
              <a:ext uri="{FF2B5EF4-FFF2-40B4-BE49-F238E27FC236}">
                <a16:creationId xmlns:a16="http://schemas.microsoft.com/office/drawing/2014/main" id="{1DE1EFED-62F4-4A03-994B-B730CE0E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9825"/>
            <a:ext cx="4695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representation learning module</a:t>
            </a:r>
          </a:p>
        </p:txBody>
      </p:sp>
      <p:sp>
        <p:nvSpPr>
          <p:cNvPr id="139" name="reconstruction-bracket">
            <a:extLst xmlns:a="http://schemas.openxmlformats.org/drawingml/2006/main">
              <a:ext uri="{FF2B5EF4-FFF2-40B4-BE49-F238E27FC236}">
                <a16:creationId xmlns:a16="http://schemas.microsoft.com/office/drawing/2014/main" id="{3EBA67D5-2766-4F5D-887F-F46CE93B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200275"/>
            <a:ext cx="7077075" cy="161925"/>
          </a:xfrm>
          <a:custGeom xmlns:a="http://schemas.openxmlformats.org/drawingml/2006/main">
            <a:pathLst>
              <a:path w="7077075" h="161925">
                <a:moveTo>
                  <a:pt x="0" y="0"/>
                </a:moveTo>
                <a:lnTo>
                  <a:pt x="200025" y="161925"/>
                </a:lnTo>
                <a:lnTo>
                  <a:pt x="6858000" y="161925"/>
                </a:lnTo>
                <a:lnTo>
                  <a:pt x="7077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444444"/>
            </a:solidFill>
            <a:prstDash val="solid"/>
          </a:ln>
        </p:spPr>
      </p:sp>
      <p:sp>
        <p:nvSpPr>
          <p:cNvPr id="140" name="reconstruction-module">
            <a:extLst xmlns:a="http://schemas.openxmlformats.org/drawingml/2006/main">
              <a:ext uri="{FF2B5EF4-FFF2-40B4-BE49-F238E27FC236}">
                <a16:creationId xmlns:a16="http://schemas.microsoft.com/office/drawing/2014/main" id="{A935F556-61AD-434C-A104-6E99DC1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09825"/>
            <a:ext cx="4552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reconstruction module</a:t>
            </a:r>
          </a:p>
        </p:txBody>
      </p:sp>
      <p:sp>
        <p:nvSpPr>
          <p:cNvPr id="141" name="sr-branch">
            <a:extLst xmlns:a="http://schemas.openxmlformats.org/drawingml/2006/main">
              <a:ext uri="{FF2B5EF4-FFF2-40B4-BE49-F238E27FC236}">
                <a16:creationId xmlns:a16="http://schemas.microsoft.com/office/drawing/2014/main" id="{178BBA7D-4993-4D7B-B6B9-C3E08C7C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352550"/>
            <a:ext cx="819150" cy="1619250"/>
          </a:xfrm>
          <a:custGeom xmlns:a="http://schemas.openxmlformats.org/drawingml/2006/main">
            <a:pathLst>
              <a:path w="819150" h="1619250">
                <a:moveTo>
                  <a:pt x="0" y="0"/>
                </a:moveTo>
                <a:lnTo>
                  <a:pt x="0" y="1619250"/>
                </a:lnTo>
                <a:lnTo>
                  <a:pt x="819150" y="1619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22222"/>
            </a:solidFill>
            <a:prstDash val="solid"/>
          </a:ln>
        </p:spPr>
      </p:sp>
      <p:sp>
        <p:nvSpPr>
          <p:cNvPr id="142" name="sr-branch-arrow">
            <a:extLst xmlns:a="http://schemas.openxmlformats.org/drawingml/2006/main">
              <a:ext uri="{FF2B5EF4-FFF2-40B4-BE49-F238E27FC236}">
                <a16:creationId xmlns:a16="http://schemas.microsoft.com/office/drawing/2014/main" id="{E5ADD7F8-9EC2-4D8E-ACCF-0D6BD547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27033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43" name="stop-gradient-back">
            <a:extLst xmlns:a="http://schemas.openxmlformats.org/drawingml/2006/main">
              <a:ext uri="{FF2B5EF4-FFF2-40B4-BE49-F238E27FC236}">
                <a16:creationId xmlns:a16="http://schemas.microsoft.com/office/drawing/2014/main" id="{46746D38-7340-4381-ADC6-BF58EFFC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43150"/>
            <a:ext cx="19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stop-gradient">
            <a:extLst xmlns:a="http://schemas.openxmlformats.org/drawingml/2006/main">
              <a:ext uri="{FF2B5EF4-FFF2-40B4-BE49-F238E27FC236}">
                <a16:creationId xmlns:a16="http://schemas.microsoft.com/office/drawing/2014/main" id="{C30CC94A-DB00-4550-8BFE-E91D11B7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14575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ø</a:t>
            </a:r>
          </a:p>
        </p:txBody>
      </p:sp>
      <p:sp>
        <p:nvSpPr>
          <p:cNvPr id="145" name="psi">
            <a:extLst xmlns:a="http://schemas.openxmlformats.org/drawingml/2006/main">
              <a:ext uri="{FF2B5EF4-FFF2-40B4-BE49-F238E27FC236}">
                <a16:creationId xmlns:a16="http://schemas.microsoft.com/office/drawing/2014/main" id="{CFEBC4B9-4CE0-4755-8168-11285578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954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ψ</a:t>
            </a:r>
          </a:p>
        </p:txBody>
      </p:sp>
      <p:sp>
        <p:nvSpPr>
          <p:cNvPr id="146" name="sr-forward-1">
            <a:extLst xmlns:a="http://schemas.openxmlformats.org/drawingml/2006/main">
              <a:ext uri="{FF2B5EF4-FFF2-40B4-BE49-F238E27FC236}">
                <a16:creationId xmlns:a16="http://schemas.microsoft.com/office/drawing/2014/main" id="{6A257387-8C27-405A-81F6-C633DCE2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971800"/>
            <a:ext cx="390525" cy="953"/>
          </a:xfrm>
          <a:custGeom xmlns:a="http://schemas.openxmlformats.org/drawingml/2006/main">
            <a:pathLst>
              <a:path w="390525" h="953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333333"/>
            </a:solidFill>
            <a:prstDash val="solid"/>
          </a:ln>
        </p:spPr>
      </p:sp>
      <p:sp>
        <p:nvSpPr>
          <p:cNvPr id="147" name="sr-forward-1-arrow">
            <a:extLst xmlns:a="http://schemas.openxmlformats.org/drawingml/2006/main">
              <a:ext uri="{FF2B5EF4-FFF2-40B4-BE49-F238E27FC236}">
                <a16:creationId xmlns:a16="http://schemas.microsoft.com/office/drawing/2014/main" id="{F74A5323-C93D-4C9F-B721-8D6EFA5D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27033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333333"/>
            </a:solidFill>
            <a:prstDash val="solid"/>
          </a:ln>
        </p:spPr>
      </p:sp>
      <p:sp>
        <p:nvSpPr>
          <p:cNvPr id="148" name="sr-fc-1">
            <a:extLst xmlns:a="http://schemas.openxmlformats.org/drawingml/2006/main">
              <a:ext uri="{FF2B5EF4-FFF2-40B4-BE49-F238E27FC236}">
                <a16:creationId xmlns:a16="http://schemas.microsoft.com/office/drawing/2014/main" id="{69687DBD-F5AE-4416-AEFF-15621270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05100"/>
            <a:ext cx="390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fc</a:t>
            </a:r>
          </a:p>
        </p:txBody>
      </p:sp>
      <p:sp>
        <p:nvSpPr>
          <p:cNvPr id="149" name="sr-forward-2">
            <a:extLst xmlns:a="http://schemas.openxmlformats.org/drawingml/2006/main">
              <a:ext uri="{FF2B5EF4-FFF2-40B4-BE49-F238E27FC236}">
                <a16:creationId xmlns:a16="http://schemas.microsoft.com/office/drawing/2014/main" id="{EA3375D2-ED0E-4EB1-9827-0033E74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390525" cy="953"/>
          </a:xfrm>
          <a:custGeom xmlns:a="http://schemas.openxmlformats.org/drawingml/2006/main">
            <a:pathLst>
              <a:path w="390525" h="953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333333"/>
            </a:solidFill>
            <a:prstDash val="solid"/>
          </a:ln>
        </p:spPr>
      </p:sp>
      <p:sp>
        <p:nvSpPr>
          <p:cNvPr id="150" name="sr-forward-2-arrow">
            <a:extLst xmlns:a="http://schemas.openxmlformats.org/drawingml/2006/main">
              <a:ext uri="{FF2B5EF4-FFF2-40B4-BE49-F238E27FC236}">
                <a16:creationId xmlns:a16="http://schemas.microsoft.com/office/drawing/2014/main" id="{2313207A-AE76-4951-8F59-5840594B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27033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44767"/>
                </a:moveTo>
                <a:lnTo>
                  <a:pt x="0" y="89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333333"/>
            </a:solidFill>
            <a:prstDash val="solid"/>
          </a:ln>
        </p:spPr>
      </p:sp>
      <p:sp>
        <p:nvSpPr>
          <p:cNvPr id="151" name="sr-fc-2">
            <a:extLst xmlns:a="http://schemas.openxmlformats.org/drawingml/2006/main">
              <a:ext uri="{FF2B5EF4-FFF2-40B4-BE49-F238E27FC236}">
                <a16:creationId xmlns:a16="http://schemas.microsoft.com/office/drawing/2014/main" id="{4B1353FB-71B5-4161-B196-36695A62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390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fc</a:t>
            </a:r>
          </a:p>
        </p:txBody>
      </p:sp>
      <p:sp>
        <p:nvSpPr>
          <p:cNvPr id="152" name="sr-relu-0">
            <a:extLst xmlns:a="http://schemas.openxmlformats.org/drawingml/2006/main">
              <a:ext uri="{FF2B5EF4-FFF2-40B4-BE49-F238E27FC236}">
                <a16:creationId xmlns:a16="http://schemas.microsoft.com/office/drawing/2014/main" id="{F61488A0-0F72-4DDF-A844-E15BA2BC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765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ReLU</a:t>
            </a:r>
          </a:p>
        </p:txBody>
      </p:sp>
      <p:sp>
        <p:nvSpPr>
          <p:cNvPr id="153" name="sr-relu-1">
            <a:extLst xmlns:a="http://schemas.openxmlformats.org/drawingml/2006/main">
              <a:ext uri="{FF2B5EF4-FFF2-40B4-BE49-F238E27FC236}">
                <a16:creationId xmlns:a16="http://schemas.microsoft.com/office/drawing/2014/main" id="{22357CE1-6BD8-458F-80E9-F56DBA28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76575"/>
            <a:ext cx="581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ReLU</a:t>
            </a:r>
          </a:p>
        </p:txBody>
      </p:sp>
      <p:sp>
        <p:nvSpPr>
          <p:cNvPr id="154" name="sr-dimension-1">
            <a:extLst xmlns:a="http://schemas.openxmlformats.org/drawingml/2006/main">
              <a:ext uri="{FF2B5EF4-FFF2-40B4-BE49-F238E27FC236}">
                <a16:creationId xmlns:a16="http://schemas.microsoft.com/office/drawing/2014/main" id="{B5C13E86-D2D4-47AB-94F7-674630CD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2048</a:t>
            </a:r>
          </a:p>
        </p:txBody>
      </p:sp>
      <p:sp>
        <p:nvSpPr>
          <p:cNvPr id="155" name="sr-dimension-2">
            <a:extLst xmlns:a="http://schemas.openxmlformats.org/drawingml/2006/main">
              <a:ext uri="{FF2B5EF4-FFF2-40B4-BE49-F238E27FC236}">
                <a16:creationId xmlns:a16="http://schemas.microsoft.com/office/drawing/2014/main" id="{1F86E3C7-6D4C-4E2F-8024-01B0971B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1024</a:t>
            </a:r>
          </a:p>
        </p:txBody>
      </p:sp>
      <p:sp>
        <p:nvSpPr>
          <p:cNvPr id="156" name="sr-dimension-3">
            <a:extLst xmlns:a="http://schemas.openxmlformats.org/drawingml/2006/main">
              <a:ext uri="{FF2B5EF4-FFF2-40B4-BE49-F238E27FC236}">
                <a16:creationId xmlns:a16="http://schemas.microsoft.com/office/drawing/2014/main" id="{F12E277F-006B-4E00-A2EA-AD4CA39E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4330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2048</a:t>
            </a:r>
          </a:p>
        </p:txBody>
      </p:sp>
      <p:sp>
        <p:nvSpPr>
          <p:cNvPr id="157" name="sr-bracket">
            <a:extLst xmlns:a="http://schemas.openxmlformats.org/drawingml/2006/main">
              <a:ext uri="{FF2B5EF4-FFF2-40B4-BE49-F238E27FC236}">
                <a16:creationId xmlns:a16="http://schemas.microsoft.com/office/drawing/2014/main" id="{F5BD6C85-5CED-47F8-9D7B-AE92532D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00450"/>
            <a:ext cx="2390775" cy="180975"/>
          </a:xfrm>
          <a:custGeom xmlns:a="http://schemas.openxmlformats.org/drawingml/2006/main">
            <a:pathLst>
              <a:path w="2390775" h="180975">
                <a:moveTo>
                  <a:pt x="0" y="0"/>
                </a:moveTo>
                <a:lnTo>
                  <a:pt x="219075" y="180975"/>
                </a:lnTo>
                <a:lnTo>
                  <a:pt x="2209800" y="180975"/>
                </a:lnTo>
                <a:lnTo>
                  <a:pt x="2390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444444"/>
            </a:solidFill>
            <a:prstDash val="solid"/>
          </a:ln>
        </p:spPr>
      </p:sp>
      <p:sp>
        <p:nvSpPr>
          <p:cNvPr id="158" name="sr-title">
            <a:extLst xmlns:a="http://schemas.openxmlformats.org/drawingml/2006/main">
              <a:ext uri="{FF2B5EF4-FFF2-40B4-BE49-F238E27FC236}">
                <a16:creationId xmlns:a16="http://schemas.microsoft.com/office/drawing/2014/main" id="{5FE19379-6A17-4C25-91F3-E5DBEC8D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0425"/>
            <a:ext cx="1695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SR estimator</a:t>
            </a:r>
          </a:p>
        </p:txBody>
      </p:sp>
    </p:spTree>
    <p:extLst>
      <p:ext uri="{BB962C8B-B14F-4D97-AF65-F5344CB8AC3E}">
        <p14:creationId xmlns:p14="http://schemas.microsoft.com/office/powerpoint/2010/main" val="1809045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2026-10-09T20:39:07.6720000Z</dcterms:created>
  <dcterms:modified xsi:type="dcterms:W3CDTF">2026-10-09T20:39:07.6720000Z</dcterms:modified>
</coreProperties>
</file>