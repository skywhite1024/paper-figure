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667b2f927433d" /><Relationship Type="http://schemas.openxmlformats.org/officeDocument/2006/relationships/extended-properties" Target="/docProps/app.xml" Id="Rd04ab9c37a664fc3" /><Relationship Type="http://schemas.openxmlformats.org/officeDocument/2006/relationships/officeDocument" Target="/ppt/presentation.xml" Id="Re71daa94128f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70b1f883f4185"/>
  </p:sldMasterIdLst>
  <p:notesMasterIdLst>
    <p:notesMasterId xmlns:r="http://schemas.openxmlformats.org/officeDocument/2006/relationships" r:id="Rb380f65d29324581"/>
  </p:notesMasterIdLst>
  <p:sldIdLst>
    <p:sldId xmlns:r="http://schemas.openxmlformats.org/officeDocument/2006/relationships" id="256" r:id="Rcaa55a41076147f2"/>
  </p:sldIdLst>
  <p:sldSz cx="21488400" cy="990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1c19bb065e48c4" /><Relationship Type="http://schemas.openxmlformats.org/officeDocument/2006/relationships/slideMaster" Target="/ppt/slideMasters/slideMaster1.xml" Id="R61970b1f883f4185" /><Relationship Type="http://schemas.openxmlformats.org/officeDocument/2006/relationships/notesMaster" Target="/ppt/notesMasters/notesMaster1.xml" Id="Rb380f65d29324581" /><Relationship Type="http://schemas.openxmlformats.org/officeDocument/2006/relationships/presProps" Target="/ppt/presProps.xml" Id="Ra3fdc95d241b45f1" /><Relationship Type="http://schemas.openxmlformats.org/officeDocument/2006/relationships/tableStyles" Target="/ppt/tableStyles.xml" Id="R508193d4d2a24e63" /><Relationship Type="http://schemas.openxmlformats.org/officeDocument/2006/relationships/slide" Target="/ppt/slides/slide1.xml" Id="Rcaa55a410761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ebcc40d0104d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ccb989d28c4e0a" /><Relationship Type="http://schemas.openxmlformats.org/officeDocument/2006/relationships/notesMaster" Target="/ppt/notesMasters/notesMaster1.xml" Id="R22acff12e3c148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"RoboReact: Agentic Skill Distillation from Generated Egocentric Videos for Generalizable Whole-Body Manipulation",</a:t>
            </a:r>
          </a:p>
          <a:p xmlns:a="http://schemas.openxmlformats.org/drawingml/2006/main">
            <a:r>
              <a:t>  "paper_url": "https://arxiv.org/abs/2608.03387v2",</a:t>
            </a:r>
          </a:p>
          <a:p xmlns:a="http://schemas.openxmlformats.org/drawingml/2006/main">
            <a:r>
              <a:t>  "pdf_url": "https://arxiv.org/pdf/2608.03387v2",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"arXiv non-exclusive distribution license; no open reuse license verified. Private user-requested adaptation, not permission for public redistribution. https://arxiv.org/licenses/nonexclusive-distrib/1.0/",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"Reconstructed from actual original figure pixels. Original panel arrangement, labels, colors, graph progression and photo panels retained closely. Panels, ordinary labels, graph nodes and connections are native editable objects; photos, decorative icons, compact formula strips and diagnostic overlays remain raster crops. Font and curve geometry approximated. Original figure is a single 2256×1000 raster in the PDF, not extractable vector artwork.",</a:t>
            </a:r>
          </a:p>
          <a:p xmlns:a="http://schemas.openxmlformats.org/drawingml/2006/main">
            <a:r>
              <a:t>  "caption": "Overview of RoboReact.",</a:t>
            </a:r>
          </a:p>
          <a:p xmlns:a="http://schemas.openxmlformats.org/drawingml/2006/main">
            <a:r>
              <a:t>  "source_bbox_pdf_points": [</a:t>
            </a:r>
          </a:p>
          <a:p xmlns:a="http://schemas.openxmlformats.org/drawingml/2006/main">
            <a:r>
              <a:t>    54,</a:t>
            </a:r>
          </a:p>
          <a:p xmlns:a="http://schemas.openxmlformats.org/drawingml/2006/main">
            <a:r>
              <a:t>    54.003,</a:t>
            </a:r>
          </a:p>
          <a:p xmlns:a="http://schemas.openxmlformats.org/drawingml/2006/main">
            <a:r>
              <a:t>    557.9904,</a:t>
            </a:r>
          </a:p>
          <a:p xmlns:a="http://schemas.openxmlformats.org/drawingml/2006/main">
            <a:r>
              <a:t>    277.403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"visual_inspection": "Source PDF page 3 and extracted original 2256×1000 figure inspected 2026-10-09",</a:t>
            </a:r>
          </a:p>
          <a:p xmlns:a="http://schemas.openxmlformats.org/drawingml/2006/main">
            <a:r>
              <a:t>  "omitted_details": [</a:t>
            </a:r>
          </a:p>
          <a:p xmlns:a="http://schemas.openxmlformats.org/drawingml/2006/main">
            <a:r>
              <a:t>    "No omitted method stages or photographs",</a:t>
            </a:r>
          </a:p>
          <a:p xmlns:a="http://schemas.openxmlformats.org/drawingml/2006/main">
            <a:r>
              <a:t>    "Some tiny diagnostic overlay text remains embedded in raster panels",</a:t>
            </a:r>
          </a:p>
          <a:p xmlns:a="http://schemas.openxmlformats.org/drawingml/2006/main">
            <a:r>
              <a:t>    "Curve curvature, exact fonts and individual dash lengths approximated"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"17 photographic/depth/pose source panels retained as individual crops; their pixel contents and diagnostic overlays are not editable",</a:t>
            </a:r>
          </a:p>
          <a:p xmlns:a="http://schemas.openxmlformats.org/drawingml/2006/main">
            <a:r>
              <a:t>    "12 decorative source icon/mark crops remain raster",</a:t>
            </a:r>
          </a:p>
          <a:p xmlns:a="http://schemas.openxmlformats.org/drawingml/2006/main">
            <a:r>
              <a:t>    "1 mathematical editor-update equation strip remains raster; its symbols are not editable",</a:t>
            </a:r>
          </a:p>
          <a:p xmlns:a="http://schemas.openxmlformats.org/drawingml/2006/main">
            <a:r>
              <a:t>    "All four blue iteration arrows and the large orange execution arrow are native freeform paths",</a:t>
            </a:r>
          </a:p>
          <a:p xmlns:a="http://schemas.openxmlformats.org/drawingml/2006/main">
            <a:r>
              <a:t>    "Policy graph nodes/edges use native shapes/connectors; small curves and dash spacing approximate the source"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65cd2410844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3587b0b5741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6fed62ae94e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8407def6d49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fbf0ef4d44d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ac340581d46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5EF15C-DE2D-43C3-840A-BE0A5EFDA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48840" y="3742267"/>
            <a:ext cx="17190720" cy="143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FE415F-4E24-43E0-8031-9AA02F1F33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23260" y="5448300"/>
            <a:ext cx="15041880" cy="110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8AB43C-533B-4466-B37A-49C3D13EE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48840" y="4127500"/>
            <a:ext cx="1719072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96D0A6-363D-4A9A-9836-DA6E4A867F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8723" y="770467"/>
            <a:ext cx="19070955" cy="121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2B5E47-D62A-4A23-81B3-960826F042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8723" y="2751667"/>
            <a:ext cx="19070955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02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1pPr>
            <a:lvl2pPr marL="7704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2pPr>
            <a:lvl3pPr marL="12107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3pPr>
            <a:lvl4pPr marL="16510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4pPr>
            <a:lvl5pPr marL="20912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5pPr>
            <a:lvl6pPr marL="25315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6pPr>
            <a:lvl7pPr marL="29718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7pPr>
            <a:lvl8pPr marL="34120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8pPr>
            <a:lvl9pPr marL="38523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89B941-9B6A-40C5-93B5-CA28D4AE78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8723" y="770467"/>
            <a:ext cx="19070955" cy="121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4BECA9-A5B6-4A7C-A20C-E4787C7219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8723" y="2751667"/>
            <a:ext cx="8863965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02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1pPr>
            <a:lvl2pPr marL="7704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2pPr>
            <a:lvl3pPr marL="12107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3pPr>
            <a:lvl4pPr marL="16510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4pPr>
            <a:lvl5pPr marL="20912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5pPr>
            <a:lvl6pPr marL="25315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6pPr>
            <a:lvl7pPr marL="29718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7pPr>
            <a:lvl8pPr marL="34120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8pPr>
            <a:lvl9pPr marL="38523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6A1003-B113-4651-A772-B9D77FBDB1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415713" y="2751667"/>
            <a:ext cx="8863965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02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1pPr>
            <a:lvl2pPr marL="7704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2pPr>
            <a:lvl3pPr marL="12107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3pPr>
            <a:lvl4pPr marL="16510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4pPr>
            <a:lvl5pPr marL="20912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5pPr>
            <a:lvl6pPr marL="25315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6pPr>
            <a:lvl7pPr marL="29718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7pPr>
            <a:lvl8pPr marL="34120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8pPr>
            <a:lvl9pPr marL="38523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FEF246-8A30-4368-A945-809E22FC8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8723" y="770467"/>
            <a:ext cx="19070955" cy="121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7DD604-BCB1-4C25-96D5-9662E3A3E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8723" y="2751667"/>
            <a:ext cx="8863965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02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1pPr>
            <a:lvl2pPr marL="7704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2pPr>
            <a:lvl3pPr marL="12107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3pPr>
            <a:lvl4pPr marL="16510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4pPr>
            <a:lvl5pPr marL="20912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5pPr>
            <a:lvl6pPr marL="25315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6pPr>
            <a:lvl7pPr marL="2971800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7pPr>
            <a:lvl8pPr marL="3412067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8pPr>
            <a:lvl9pPr marL="3852333" indent="-330200">
              <a:lnSpc>
                <a:spcPct val="110000"/>
              </a:lnSpc>
              <a:spcBef>
                <a:spcPts val="0"/>
              </a:spcBef>
              <a:spcAft>
                <a:spcPts val="17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bee5c47084294" /><Relationship Type="http://schemas.openxmlformats.org/officeDocument/2006/relationships/slideLayout" Target="/ppt/slideLayouts/slideLayout1.xml" Id="Rf40391172dfc411f" /><Relationship Type="http://schemas.openxmlformats.org/officeDocument/2006/relationships/slideLayout" Target="/ppt/slideLayouts/slideLayout2.xml" Id="R509672a625274d44" /><Relationship Type="http://schemas.openxmlformats.org/officeDocument/2006/relationships/slideLayout" Target="/ppt/slideLayouts/slideLayout3.xml" Id="R76293eaae043492a" /><Relationship Type="http://schemas.openxmlformats.org/officeDocument/2006/relationships/slideLayout" Target="/ppt/slideLayouts/slideLayout4.xml" Id="R72f23cf636064e68" /><Relationship Type="http://schemas.openxmlformats.org/officeDocument/2006/relationships/slideLayout" Target="/ppt/slideLayouts/slideLayout5.xml" Id="R8d4b265aac454516" /><Relationship Type="http://schemas.openxmlformats.org/officeDocument/2006/relationships/slideLayout" Target="/ppt/slideLayouts/slideLayout6.xml" Id="R42592ac21f4f41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391172dfc411f"/>
    <p:sldLayoutId xmlns:r="http://schemas.openxmlformats.org/officeDocument/2006/relationships" id="2147483650" r:id="R509672a625274d44"/>
    <p:sldLayoutId xmlns:r="http://schemas.openxmlformats.org/officeDocument/2006/relationships" id="2147483651" r:id="R76293eaae043492a"/>
    <p:sldLayoutId xmlns:r="http://schemas.openxmlformats.org/officeDocument/2006/relationships" id="2147483652" r:id="R72f23cf636064e68"/>
    <p:sldLayoutId xmlns:r="http://schemas.openxmlformats.org/officeDocument/2006/relationships" id="2147483653" r:id="R8d4b265aac454516"/>
    <p:sldLayoutId xmlns:r="http://schemas.openxmlformats.org/officeDocument/2006/relationships" id="2147483654" r:id="R42592ac21f4f41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6c5345bff4a3e" /><Relationship Type="http://schemas.openxmlformats.org/officeDocument/2006/relationships/image" Target="/ppt/media/image.png" Id="R9632d3e894f54dd2" /><Relationship Type="http://schemas.openxmlformats.org/officeDocument/2006/relationships/image" Target="/ppt/media/image2.png" Id="R3f03630674bf4afe" /><Relationship Type="http://schemas.openxmlformats.org/officeDocument/2006/relationships/image" Target="/ppt/media/image3.png" Id="Rfb65082dbbe44de8" /><Relationship Type="http://schemas.openxmlformats.org/officeDocument/2006/relationships/image" Target="/ppt/media/image4.png" Id="Rcfcaaec97de04bf0" /><Relationship Type="http://schemas.openxmlformats.org/officeDocument/2006/relationships/image" Target="/ppt/media/image5.png" Id="R1fdb918930224136" /><Relationship Type="http://schemas.openxmlformats.org/officeDocument/2006/relationships/image" Target="/ppt/media/image6.png" Id="R13f3294fb6064732" /><Relationship Type="http://schemas.openxmlformats.org/officeDocument/2006/relationships/image" Target="/ppt/media/image7.png" Id="Re9c3e2ef7fde430d" /><Relationship Type="http://schemas.openxmlformats.org/officeDocument/2006/relationships/image" Target="/ppt/media/image8.png" Id="R6d5f65a8a9404c27" /><Relationship Type="http://schemas.openxmlformats.org/officeDocument/2006/relationships/image" Target="/ppt/media/image9.png" Id="R75ac1387105c47ff" /><Relationship Type="http://schemas.openxmlformats.org/officeDocument/2006/relationships/image" Target="/ppt/media/image10.png" Id="Rab16760cda534ec4" /><Relationship Type="http://schemas.openxmlformats.org/officeDocument/2006/relationships/image" Target="/ppt/media/image11.png" Id="Rc843162119f2482b" /><Relationship Type="http://schemas.openxmlformats.org/officeDocument/2006/relationships/image" Target="/ppt/media/image12.png" Id="Rf8f7fd22036b4670" /><Relationship Type="http://schemas.openxmlformats.org/officeDocument/2006/relationships/image" Target="/ppt/media/image13.png" Id="Rf736fef004f848fd" /><Relationship Type="http://schemas.openxmlformats.org/officeDocument/2006/relationships/image" Target="/ppt/media/image14.png" Id="Rc7cf63d1ebea4a9c" /><Relationship Type="http://schemas.openxmlformats.org/officeDocument/2006/relationships/image" Target="/ppt/media/image15.png" Id="Rfe23fdffb03a41ec" /><Relationship Type="http://schemas.openxmlformats.org/officeDocument/2006/relationships/image" Target="/ppt/media/image16.png" Id="Rcc27c1a671414b73" /><Relationship Type="http://schemas.openxmlformats.org/officeDocument/2006/relationships/image" Target="/ppt/media/image17.png" Id="R3977335ff8814693" /><Relationship Type="http://schemas.openxmlformats.org/officeDocument/2006/relationships/image" Target="/ppt/media/image18.png" Id="R4608e8e23ed94c93" /><Relationship Type="http://schemas.openxmlformats.org/officeDocument/2006/relationships/image" Target="/ppt/media/image19.png" Id="Rad7611ce7faf459a" /><Relationship Type="http://schemas.openxmlformats.org/officeDocument/2006/relationships/image" Target="/ppt/media/image20.png" Id="R88bf84ce2a6946e8" /><Relationship Type="http://schemas.openxmlformats.org/officeDocument/2006/relationships/image" Target="/ppt/media/image21.png" Id="Ra00eb4d8d0804296" /><Relationship Type="http://schemas.openxmlformats.org/officeDocument/2006/relationships/image" Target="/ppt/media/image22.png" Id="R9c60f05f49854dee" /><Relationship Type="http://schemas.openxmlformats.org/officeDocument/2006/relationships/image" Target="/ppt/media/image23.png" Id="Rba3d1a2449f94148" /><Relationship Type="http://schemas.openxmlformats.org/officeDocument/2006/relationships/image" Target="/ppt/media/image24.png" Id="R4dcf03e9283d4aec" /><Relationship Type="http://schemas.openxmlformats.org/officeDocument/2006/relationships/image" Target="/ppt/media/image25.png" Id="R041e6adbd7364e85" /><Relationship Type="http://schemas.openxmlformats.org/officeDocument/2006/relationships/image" Target="/ppt/media/image26.png" Id="R4b7def163fd7478e" /><Relationship Type="http://schemas.openxmlformats.org/officeDocument/2006/relationships/image" Target="/ppt/media/image27.png" Id="R2b26cbb51045495f" /><Relationship Type="http://schemas.openxmlformats.org/officeDocument/2006/relationships/image" Target="/ppt/media/image28.png" Id="R176386a3159e49cb" /><Relationship Type="http://schemas.openxmlformats.org/officeDocument/2006/relationships/image" Target="/ppt/media/image29.png" Id="R073b6c215a044f0c" /><Relationship Type="http://schemas.openxmlformats.org/officeDocument/2006/relationships/image" Target="/ppt/media/image30.png" Id="R6735049a081244cb" /><Relationship Type="http://schemas.openxmlformats.org/officeDocument/2006/relationships/notesSlide" Target="/ppt/notesSlides/notesSlide1.xml" Id="Rc657f0332c194f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inputs">
            <a:extLst xmlns:a="http://schemas.openxmlformats.org/drawingml/2006/main">
              <a:ext uri="{FF2B5EF4-FFF2-40B4-BE49-F238E27FC236}">
                <a16:creationId xmlns:a16="http://schemas.microsoft.com/office/drawing/2014/main" id="{314C51DC-76F5-4DAA-B34F-2D3E856C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50863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14288">
            <a:solidFill>
              <a:srgbClr val="DCDC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gen">
            <a:extLst xmlns:a="http://schemas.openxmlformats.org/drawingml/2006/main">
              <a:ext uri="{FF2B5EF4-FFF2-40B4-BE49-F238E27FC236}">
                <a16:creationId xmlns:a16="http://schemas.microsoft.com/office/drawing/2014/main" id="{773723D3-EC78-4F24-B7D3-7FC4B1A3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914650"/>
            <a:ext cx="508635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6FF"/>
          </a:solidFill>
          <a:ln xmlns:a="http://schemas.openxmlformats.org/drawingml/2006/main" w="14288">
            <a:solidFill>
              <a:srgbClr val="E1DDE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recover">
            <a:extLst xmlns:a="http://schemas.openxmlformats.org/drawingml/2006/main">
              <a:ext uri="{FF2B5EF4-FFF2-40B4-BE49-F238E27FC236}">
                <a16:creationId xmlns:a16="http://schemas.microsoft.com/office/drawing/2014/main" id="{F532A27D-A6C9-4DE2-B4A6-8DAF0C02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4300"/>
            <a:ext cx="5010150" cy="72199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5FBF6"/>
          </a:solidFill>
          <a:ln xmlns:a="http://schemas.openxmlformats.org/drawingml/2006/main" w="14288">
            <a:solidFill>
              <a:srgbClr val="EBF1E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solver">
            <a:extLst xmlns:a="http://schemas.openxmlformats.org/drawingml/2006/main">
              <a:ext uri="{FF2B5EF4-FFF2-40B4-BE49-F238E27FC236}">
                <a16:creationId xmlns:a16="http://schemas.microsoft.com/office/drawing/2014/main" id="{A253112E-29FD-423D-B272-2D946E98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95250"/>
            <a:ext cx="5334000" cy="71628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0ECF8"/>
          </a:solidFill>
          <a:ln xmlns:a="http://schemas.openxmlformats.org/drawingml/2006/main" w="14288">
            <a:solidFill>
              <a:srgbClr val="D6E0EB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execution">
            <a:extLst xmlns:a="http://schemas.openxmlformats.org/drawingml/2006/main">
              <a:ext uri="{FF2B5EF4-FFF2-40B4-BE49-F238E27FC236}">
                <a16:creationId xmlns:a16="http://schemas.microsoft.com/office/drawing/2014/main" id="{31DCFB9E-1F0E-4019-876E-4B5C556D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429500"/>
            <a:ext cx="212788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14288">
            <a:solidFill>
              <a:srgbClr val="EAE5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input-rgb">
            <a:extLst xmlns:a="http://schemas.openxmlformats.org/drawingml/2006/main">
              <a:ext uri="{FF2B5EF4-FFF2-40B4-BE49-F238E27FC236}">
                <a16:creationId xmlns:a16="http://schemas.microsoft.com/office/drawing/2014/main" id="{F3D071C1-E073-46A2-8E7A-B2709E5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2000"/>
            <a:ext cx="25336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4288">
            <a:solidFill>
              <a:srgbClr val="F6FA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input-lang">
            <a:extLst xmlns:a="http://schemas.openxmlformats.org/drawingml/2006/main">
              <a:ext uri="{FF2B5EF4-FFF2-40B4-BE49-F238E27FC236}">
                <a16:creationId xmlns:a16="http://schemas.microsoft.com/office/drawing/2014/main" id="{EE6C192E-B25C-40E2-AAB7-BF166CC8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62000"/>
            <a:ext cx="23431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4288">
            <a:solidFill>
              <a:srgbClr val="F6FA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recover-images">
            <a:extLst xmlns:a="http://schemas.openxmlformats.org/drawingml/2006/main">
              <a:ext uri="{FF2B5EF4-FFF2-40B4-BE49-F238E27FC236}">
                <a16:creationId xmlns:a16="http://schemas.microsoft.com/office/drawing/2014/main" id="{FE852800-936C-4A21-840B-4CC87D0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162050"/>
            <a:ext cx="47434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4288">
            <a:solidFill>
              <a:srgbClr val="ECF3E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keypoint-panel">
            <a:extLst xmlns:a="http://schemas.openxmlformats.org/drawingml/2006/main">
              <a:ext uri="{FF2B5EF4-FFF2-40B4-BE49-F238E27FC236}">
                <a16:creationId xmlns:a16="http://schemas.microsoft.com/office/drawing/2014/main" id="{EBAC08FA-FC52-4CAB-B616-81A99637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10050"/>
            <a:ext cx="4743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4288">
            <a:solidFill>
              <a:srgbClr val="ECF3E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object-panel">
            <a:extLst xmlns:a="http://schemas.openxmlformats.org/drawingml/2006/main">
              <a:ext uri="{FF2B5EF4-FFF2-40B4-BE49-F238E27FC236}">
                <a16:creationId xmlns:a16="http://schemas.microsoft.com/office/drawing/2014/main" id="{8D98B60B-C361-49C8-8045-8209DEA8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791200"/>
            <a:ext cx="4743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4288">
            <a:solidFill>
              <a:srgbClr val="ECF3E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policy-bg0">
            <a:extLst xmlns:a="http://schemas.openxmlformats.org/drawingml/2006/main">
              <a:ext uri="{FF2B5EF4-FFF2-40B4-BE49-F238E27FC236}">
                <a16:creationId xmlns:a16="http://schemas.microsoft.com/office/drawing/2014/main" id="{16BD4D51-8C14-4A27-8F61-981F3CA9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819150"/>
            <a:ext cx="4114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9FF"/>
          </a:solidFill>
          <a:ln xmlns:a="http://schemas.openxmlformats.org/drawingml/2006/main" w="14288">
            <a:solidFill>
              <a:srgbClr val="F4F9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policy-bg1">
            <a:extLst xmlns:a="http://schemas.openxmlformats.org/drawingml/2006/main">
              <a:ext uri="{FF2B5EF4-FFF2-40B4-BE49-F238E27FC236}">
                <a16:creationId xmlns:a16="http://schemas.microsoft.com/office/drawing/2014/main" id="{2E03AF50-8C55-4A5E-AD7A-02005448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38350"/>
            <a:ext cx="4114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9FF"/>
          </a:solidFill>
          <a:ln xmlns:a="http://schemas.openxmlformats.org/drawingml/2006/main" w="14288">
            <a:solidFill>
              <a:srgbClr val="F4F9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policy-bg2">
            <a:extLst xmlns:a="http://schemas.openxmlformats.org/drawingml/2006/main">
              <a:ext uri="{FF2B5EF4-FFF2-40B4-BE49-F238E27FC236}">
                <a16:creationId xmlns:a16="http://schemas.microsoft.com/office/drawing/2014/main" id="{68A1C33A-E825-4601-9AA6-0A65639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4114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9FF"/>
          </a:solidFill>
          <a:ln xmlns:a="http://schemas.openxmlformats.org/drawingml/2006/main" w="14288">
            <a:solidFill>
              <a:srgbClr val="F4F9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policy-bg3">
            <a:extLst xmlns:a="http://schemas.openxmlformats.org/drawingml/2006/main">
              <a:ext uri="{FF2B5EF4-FFF2-40B4-BE49-F238E27FC236}">
                <a16:creationId xmlns:a16="http://schemas.microsoft.com/office/drawing/2014/main" id="{B40604F7-27F1-47EA-AA54-0678E606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76750"/>
            <a:ext cx="4114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9FF"/>
          </a:solidFill>
          <a:ln xmlns:a="http://schemas.openxmlformats.org/drawingml/2006/main" w="14288">
            <a:solidFill>
              <a:srgbClr val="F4F9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policy-bg4">
            <a:extLst xmlns:a="http://schemas.openxmlformats.org/drawingml/2006/main">
              <a:ext uri="{FF2B5EF4-FFF2-40B4-BE49-F238E27FC236}">
                <a16:creationId xmlns:a16="http://schemas.microsoft.com/office/drawing/2014/main" id="{B3666E68-4B68-4E7F-B8F3-7C97CE2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000750"/>
            <a:ext cx="4114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14288">
            <a:solidFill>
              <a:srgbClr val="E8E2D8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rollout-bg">
            <a:extLst xmlns:a="http://schemas.openxmlformats.org/drawingml/2006/main">
              <a:ext uri="{FF2B5EF4-FFF2-40B4-BE49-F238E27FC236}">
                <a16:creationId xmlns:a16="http://schemas.microsoft.com/office/drawing/2014/main" id="{2A46A2F3-D994-4D9F-A6BF-C043B34D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466850"/>
            <a:ext cx="2400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4288">
            <a:solidFill>
              <a:srgbClr val="F8FC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editor-bg">
            <a:extLst xmlns:a="http://schemas.openxmlformats.org/drawingml/2006/main">
              <a:ext uri="{FF2B5EF4-FFF2-40B4-BE49-F238E27FC236}">
                <a16:creationId xmlns:a16="http://schemas.microsoft.com/office/drawing/2014/main" id="{B333675E-816F-4ABB-BDA9-05F7234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3619500"/>
            <a:ext cx="5067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4288">
            <a:solidFill>
              <a:srgbClr val="F8FC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diag-bg">
            <a:extLst xmlns:a="http://schemas.openxmlformats.org/drawingml/2006/main">
              <a:ext uri="{FF2B5EF4-FFF2-40B4-BE49-F238E27FC236}">
                <a16:creationId xmlns:a16="http://schemas.microsoft.com/office/drawing/2014/main" id="{5872E8D4-4FC8-44D4-835E-47896B80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000500"/>
            <a:ext cx="22288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edit-bg">
            <a:extLst xmlns:a="http://schemas.openxmlformats.org/drawingml/2006/main">
              <a:ext uri="{FF2B5EF4-FFF2-40B4-BE49-F238E27FC236}">
                <a16:creationId xmlns:a16="http://schemas.microsoft.com/office/drawing/2014/main" id="{3C52F6A6-42D8-4805-ADCC-282337B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0" y="4000500"/>
            <a:ext cx="2476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valid-bg">
            <a:extLst xmlns:a="http://schemas.openxmlformats.org/drawingml/2006/main">
              <a:ext uri="{FF2B5EF4-FFF2-40B4-BE49-F238E27FC236}">
                <a16:creationId xmlns:a16="http://schemas.microsoft.com/office/drawing/2014/main" id="{29C62BFC-4104-4E04-A207-C8B3B622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5962650"/>
            <a:ext cx="5067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4288">
            <a:solidFill>
              <a:srgbClr val="F8FC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66F67-77DE-4F2A-B31B-5DBA68815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2d3e894f54d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0" y="1447800"/>
            <a:ext cx="1123950" cy="971550"/>
          </a:xfrm>
          <a:prstGeom xmlns:a="http://schemas.openxmlformats.org/drawingml/2006/main" prst="rect">
            <a:avLst/>
          </a:prstGeom>
        </p:spPr>
      </p:pic>
      <p:sp>
        <p:nvSpPr>
          <p:cNvPr id="22" name="input-rgb-photo">
            <a:extLst xmlns:a="http://schemas.openxmlformats.org/drawingml/2006/main">
              <a:ext uri="{FF2B5EF4-FFF2-40B4-BE49-F238E27FC236}">
                <a16:creationId xmlns:a16="http://schemas.microsoft.com/office/drawing/2014/main" id="{CBEF1D20-6FC5-4510-91CA-63D9EC5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447800"/>
            <a:ext cx="1123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E5F9B-4C44-4ED1-A2DA-D3D4A9522F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3630674bf4a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1447800"/>
            <a:ext cx="1200150" cy="971550"/>
          </a:xfrm>
          <a:prstGeom xmlns:a="http://schemas.openxmlformats.org/drawingml/2006/main" prst="rect">
            <a:avLst/>
          </a:prstGeom>
        </p:spPr>
      </p:pic>
      <p:sp>
        <p:nvSpPr>
          <p:cNvPr id="24" name="input-depth-photo">
            <a:extLst xmlns:a="http://schemas.openxmlformats.org/drawingml/2006/main">
              <a:ext uri="{FF2B5EF4-FFF2-40B4-BE49-F238E27FC236}">
                <a16:creationId xmlns:a16="http://schemas.microsoft.com/office/drawing/2014/main" id="{A90547FD-6753-4571-86E4-46799D7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200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51F03-76B7-41D9-98E8-BFB1FB6DB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5082dbbe44d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447800"/>
            <a:ext cx="1638300" cy="971550"/>
          </a:xfrm>
          <a:prstGeom xmlns:a="http://schemas.openxmlformats.org/drawingml/2006/main" prst="rect">
            <a:avLst/>
          </a:prstGeom>
        </p:spPr>
      </p:pic>
      <p:sp>
        <p:nvSpPr>
          <p:cNvPr id="26" name="depth">
            <a:extLst xmlns:a="http://schemas.openxmlformats.org/drawingml/2006/main">
              <a:ext uri="{FF2B5EF4-FFF2-40B4-BE49-F238E27FC236}">
                <a16:creationId xmlns:a16="http://schemas.microsoft.com/office/drawing/2014/main" id="{09ED3047-EAB5-4EAB-8681-3FE4EEF7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47800"/>
            <a:ext cx="1638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F481E-5B12-412E-9A4F-431CE0DE1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aec97de04b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447800"/>
            <a:ext cx="175260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wrist">
            <a:extLst xmlns:a="http://schemas.openxmlformats.org/drawingml/2006/main">
              <a:ext uri="{FF2B5EF4-FFF2-40B4-BE49-F238E27FC236}">
                <a16:creationId xmlns:a16="http://schemas.microsoft.com/office/drawing/2014/main" id="{5E02DBAB-3563-46C6-B8E5-A793537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175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D88CC-8FBA-4AC6-BD1E-545CD1630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b9189302241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2705100"/>
            <a:ext cx="781050" cy="876300"/>
          </a:xfrm>
          <a:prstGeom xmlns:a="http://schemas.openxmlformats.org/drawingml/2006/main" prst="rect">
            <a:avLst/>
          </a:prstGeom>
        </p:spPr>
      </p:pic>
      <p:sp>
        <p:nvSpPr>
          <p:cNvPr id="30" name="hand">
            <a:extLst xmlns:a="http://schemas.openxmlformats.org/drawingml/2006/main">
              <a:ext uri="{FF2B5EF4-FFF2-40B4-BE49-F238E27FC236}">
                <a16:creationId xmlns:a16="http://schemas.microsoft.com/office/drawing/2014/main" id="{3D68EE8F-8711-4627-A814-C269BB92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781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5C31B-167D-4CEA-8A09-38A0A71B4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3294fb60647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2724150"/>
            <a:ext cx="800100" cy="857250"/>
          </a:xfrm>
          <a:prstGeom xmlns:a="http://schemas.openxmlformats.org/drawingml/2006/main" prst="rect">
            <a:avLst/>
          </a:prstGeom>
        </p:spPr>
      </p:pic>
      <p:sp>
        <p:nvSpPr>
          <p:cNvPr id="32" name="skeleton">
            <a:extLst xmlns:a="http://schemas.openxmlformats.org/drawingml/2006/main">
              <a:ext uri="{FF2B5EF4-FFF2-40B4-BE49-F238E27FC236}">
                <a16:creationId xmlns:a16="http://schemas.microsoft.com/office/drawing/2014/main" id="{51E811E7-9687-4C0C-AC6E-EF3747B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800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5D43B-A207-4E7B-B4CC-DFA2B694A7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3e2ef7fde43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2705100"/>
            <a:ext cx="1752600" cy="895350"/>
          </a:xfrm>
          <a:prstGeom xmlns:a="http://schemas.openxmlformats.org/drawingml/2006/main" prst="rect">
            <a:avLst/>
          </a:prstGeom>
        </p:spPr>
      </p:pic>
      <p:sp>
        <p:nvSpPr>
          <p:cNvPr id="34" name="object-poses">
            <a:extLst xmlns:a="http://schemas.openxmlformats.org/drawingml/2006/main">
              <a:ext uri="{FF2B5EF4-FFF2-40B4-BE49-F238E27FC236}">
                <a16:creationId xmlns:a16="http://schemas.microsoft.com/office/drawing/2014/main" id="{821EDC5B-87D4-47EB-803C-711AFA6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1752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4D7E45-4D5C-4BD8-AEEE-161884CFB0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f65a8a9404c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057900"/>
            <a:ext cx="1009650" cy="1200150"/>
          </a:xfrm>
          <a:prstGeom xmlns:a="http://schemas.openxmlformats.org/drawingml/2006/main" prst="rect">
            <a:avLst/>
          </a:prstGeom>
        </p:spPr>
      </p:pic>
      <p:sp>
        <p:nvSpPr>
          <p:cNvPr id="36" name="selected-1">
            <a:extLst xmlns:a="http://schemas.openxmlformats.org/drawingml/2006/main">
              <a:ext uri="{FF2B5EF4-FFF2-40B4-BE49-F238E27FC236}">
                <a16:creationId xmlns:a16="http://schemas.microsoft.com/office/drawing/2014/main" id="{5D6EED2B-CCC0-44AE-B74F-7A3FC3D8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09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50C62-60B4-460B-A542-FC819A75B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c1387105c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1650" y="6057900"/>
            <a:ext cx="1028700" cy="1200150"/>
          </a:xfrm>
          <a:prstGeom xmlns:a="http://schemas.openxmlformats.org/drawingml/2006/main" prst="rect">
            <a:avLst/>
          </a:prstGeom>
        </p:spPr>
      </p:pic>
      <p:sp>
        <p:nvSpPr>
          <p:cNvPr id="38" name="selected-2">
            <a:extLst xmlns:a="http://schemas.openxmlformats.org/drawingml/2006/main">
              <a:ext uri="{FF2B5EF4-FFF2-40B4-BE49-F238E27FC236}">
                <a16:creationId xmlns:a16="http://schemas.microsoft.com/office/drawing/2014/main" id="{C10D6844-293E-4C2A-B9A1-9ACD14C2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057900"/>
            <a:ext cx="1028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60FF73-1251-4014-AFA3-D7B406B19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6760cda534e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6550" y="6057900"/>
            <a:ext cx="1028700" cy="1200150"/>
          </a:xfrm>
          <a:prstGeom xmlns:a="http://schemas.openxmlformats.org/drawingml/2006/main" prst="rect">
            <a:avLst/>
          </a:prstGeom>
        </p:spPr>
      </p:pic>
      <p:sp>
        <p:nvSpPr>
          <p:cNvPr id="40" name="selected-3">
            <a:extLst xmlns:a="http://schemas.openxmlformats.org/drawingml/2006/main">
              <a:ext uri="{FF2B5EF4-FFF2-40B4-BE49-F238E27FC236}">
                <a16:creationId xmlns:a16="http://schemas.microsoft.com/office/drawing/2014/main" id="{47E0AB48-52CB-4D30-803B-04DC8E2C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057900"/>
            <a:ext cx="1028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C1C546-EDF9-4C41-8869-B49F378C8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3162119f248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450" y="6057900"/>
            <a:ext cx="1028700" cy="1200150"/>
          </a:xfrm>
          <a:prstGeom xmlns:a="http://schemas.openxmlformats.org/drawingml/2006/main" prst="rect">
            <a:avLst/>
          </a:prstGeom>
        </p:spPr>
      </p:pic>
      <p:sp>
        <p:nvSpPr>
          <p:cNvPr id="42" name="selected-4">
            <a:extLst xmlns:a="http://schemas.openxmlformats.org/drawingml/2006/main">
              <a:ext uri="{FF2B5EF4-FFF2-40B4-BE49-F238E27FC236}">
                <a16:creationId xmlns:a16="http://schemas.microsoft.com/office/drawing/2014/main" id="{CEE2D2DB-5449-4969-9D14-ACDD7AD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57900"/>
            <a:ext cx="1028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D2C072-C954-452E-B04C-200BAD681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7fd22036b46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6400800"/>
            <a:ext cx="647700" cy="590550"/>
          </a:xfrm>
          <a:prstGeom xmlns:a="http://schemas.openxmlformats.org/drawingml/2006/main" prst="rect">
            <a:avLst/>
          </a:prstGeom>
        </p:spPr>
      </p:pic>
      <p:sp>
        <p:nvSpPr>
          <p:cNvPr id="44" name="alignment-photo">
            <a:extLst xmlns:a="http://schemas.openxmlformats.org/drawingml/2006/main">
              <a:ext uri="{FF2B5EF4-FFF2-40B4-BE49-F238E27FC236}">
                <a16:creationId xmlns:a16="http://schemas.microsoft.com/office/drawing/2014/main" id="{84FD4064-118A-4F0F-810B-E3323F20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00800"/>
            <a:ext cx="64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738FDA-990D-4359-9B8F-2D0C75178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6fef004f848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6200" y="7943850"/>
            <a:ext cx="2362200" cy="1352550"/>
          </a:xfrm>
          <a:prstGeom xmlns:a="http://schemas.openxmlformats.org/drawingml/2006/main" prst="rect">
            <a:avLst/>
          </a:prstGeom>
        </p:spPr>
      </p:pic>
      <p:sp>
        <p:nvSpPr>
          <p:cNvPr id="46" name="execution-poses">
            <a:extLst xmlns:a="http://schemas.openxmlformats.org/drawingml/2006/main">
              <a:ext uri="{FF2B5EF4-FFF2-40B4-BE49-F238E27FC236}">
                <a16:creationId xmlns:a16="http://schemas.microsoft.com/office/drawing/2014/main" id="{3A25E349-4669-4C70-9486-1F65B2B0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943850"/>
            <a:ext cx="2362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CF6581-1AD7-4EE2-90A7-DF7BD69A0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f63d1ebea4a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7943850"/>
            <a:ext cx="1428750" cy="1352550"/>
          </a:xfrm>
          <a:prstGeom xmlns:a="http://schemas.openxmlformats.org/drawingml/2006/main" prst="rect">
            <a:avLst/>
          </a:prstGeom>
        </p:spPr>
      </p:pic>
      <p:sp>
        <p:nvSpPr>
          <p:cNvPr id="48" name="execution-align-human">
            <a:extLst xmlns:a="http://schemas.openxmlformats.org/drawingml/2006/main">
              <a:ext uri="{FF2B5EF4-FFF2-40B4-BE49-F238E27FC236}">
                <a16:creationId xmlns:a16="http://schemas.microsoft.com/office/drawing/2014/main" id="{C7CF773F-DD68-4032-B08A-D0F47680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943850"/>
            <a:ext cx="142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D55CB5-06BB-4B87-AB40-B9071741C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fdffb03a41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943850"/>
            <a:ext cx="1543050" cy="1352550"/>
          </a:xfrm>
          <a:prstGeom xmlns:a="http://schemas.openxmlformats.org/drawingml/2006/main" prst="rect">
            <a:avLst/>
          </a:prstGeom>
        </p:spPr>
      </p:pic>
      <p:sp>
        <p:nvSpPr>
          <p:cNvPr id="50" name="execution-align-robot">
            <a:extLst xmlns:a="http://schemas.openxmlformats.org/drawingml/2006/main">
              <a:ext uri="{FF2B5EF4-FFF2-40B4-BE49-F238E27FC236}">
                <a16:creationId xmlns:a16="http://schemas.microsoft.com/office/drawing/2014/main" id="{6F0751E2-D7ED-43E3-8A04-3A652E04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943850"/>
            <a:ext cx="1543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69F412-934C-4718-9040-76E7318C37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7c1a671414b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44600" y="7943850"/>
            <a:ext cx="1809750" cy="1352550"/>
          </a:xfrm>
          <a:prstGeom xmlns:a="http://schemas.openxmlformats.org/drawingml/2006/main" prst="rect">
            <a:avLst/>
          </a:prstGeom>
        </p:spPr>
      </p:pic>
      <p:sp>
        <p:nvSpPr>
          <p:cNvPr id="52" name="execution-controller">
            <a:extLst xmlns:a="http://schemas.openxmlformats.org/drawingml/2006/main">
              <a:ext uri="{FF2B5EF4-FFF2-40B4-BE49-F238E27FC236}">
                <a16:creationId xmlns:a16="http://schemas.microsoft.com/office/drawing/2014/main" id="{9A2D3757-3D82-4B7F-8846-17D4AAA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7943850"/>
            <a:ext cx="180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D0FE68-A9F0-40D1-9344-82F7FFC306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7335ff88146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268950" y="7943850"/>
            <a:ext cx="1657350" cy="1352550"/>
          </a:xfrm>
          <a:prstGeom xmlns:a="http://schemas.openxmlformats.org/drawingml/2006/main" prst="rect">
            <a:avLst/>
          </a:prstGeom>
        </p:spPr>
      </p:pic>
      <p:sp>
        <p:nvSpPr>
          <p:cNvPr id="54" name="execution-complete">
            <a:extLst xmlns:a="http://schemas.openxmlformats.org/drawingml/2006/main">
              <a:ext uri="{FF2B5EF4-FFF2-40B4-BE49-F238E27FC236}">
                <a16:creationId xmlns:a16="http://schemas.microsoft.com/office/drawing/2014/main" id="{AD7D6B23-5790-4699-9682-7AEAB1D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7943850"/>
            <a:ext cx="1657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82FB2F-8E38-4EC8-AB3F-D57966936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8e8e23ed94c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5143500"/>
            <a:ext cx="781050" cy="895350"/>
          </a:xfrm>
          <a:prstGeom xmlns:a="http://schemas.openxmlformats.org/drawingml/2006/main" prst="rect">
            <a:avLst/>
          </a:prstGeom>
        </p:spPr>
      </p:pic>
      <p:sp>
        <p:nvSpPr>
          <p:cNvPr id="56" name="vlm-icon">
            <a:extLst xmlns:a="http://schemas.openxmlformats.org/drawingml/2006/main">
              <a:ext uri="{FF2B5EF4-FFF2-40B4-BE49-F238E27FC236}">
                <a16:creationId xmlns:a16="http://schemas.microsoft.com/office/drawing/2014/main" id="{F2536B40-2218-4BFB-A57C-0E6B3FF1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43500"/>
            <a:ext cx="781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67AEF8-233A-4DA0-9AF2-60B1B6E2D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611ce7faf45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2100" y="4514850"/>
            <a:ext cx="762000" cy="571500"/>
          </a:xfrm>
          <a:prstGeom xmlns:a="http://schemas.openxmlformats.org/drawingml/2006/main" prst="rect">
            <a:avLst/>
          </a:prstGeom>
        </p:spPr>
      </p:pic>
      <p:sp>
        <p:nvSpPr>
          <p:cNvPr id="58" name="candidate-camera1">
            <a:extLst xmlns:a="http://schemas.openxmlformats.org/drawingml/2006/main">
              <a:ext uri="{FF2B5EF4-FFF2-40B4-BE49-F238E27FC236}">
                <a16:creationId xmlns:a16="http://schemas.microsoft.com/office/drawing/2014/main" id="{64B8DE29-8A9F-4330-9A01-DC0D4BD2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A668E4-0531-4FCE-A476-B8E4304A8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f84ce2a6946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62250" y="4514850"/>
            <a:ext cx="762000" cy="571500"/>
          </a:xfrm>
          <a:prstGeom xmlns:a="http://schemas.openxmlformats.org/drawingml/2006/main" prst="rect">
            <a:avLst/>
          </a:prstGeom>
        </p:spPr>
      </p:pic>
      <p:sp>
        <p:nvSpPr>
          <p:cNvPr id="60" name="candidate-camera2">
            <a:extLst xmlns:a="http://schemas.openxmlformats.org/drawingml/2006/main">
              <a:ext uri="{FF2B5EF4-FFF2-40B4-BE49-F238E27FC236}">
                <a16:creationId xmlns:a16="http://schemas.microsoft.com/office/drawing/2014/main" id="{E10061CF-3E79-4AD4-9B4A-9BFDFBE1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9F1DF1-E41B-4412-B850-DEF8BB043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eb4d8d08042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7650" y="4514850"/>
            <a:ext cx="762000" cy="571500"/>
          </a:xfrm>
          <a:prstGeom xmlns:a="http://schemas.openxmlformats.org/drawingml/2006/main" prst="rect">
            <a:avLst/>
          </a:prstGeom>
        </p:spPr>
      </p:pic>
      <p:sp>
        <p:nvSpPr>
          <p:cNvPr id="62" name="candidate-camera3">
            <a:extLst xmlns:a="http://schemas.openxmlformats.org/drawingml/2006/main">
              <a:ext uri="{FF2B5EF4-FFF2-40B4-BE49-F238E27FC236}">
                <a16:creationId xmlns:a16="http://schemas.microsoft.com/office/drawing/2014/main" id="{1C8CBAEA-1981-4326-9390-8899C8AB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8A8341-78E8-4D65-9078-8EE3C0192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0f05f49854d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5086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4" name="selection-cross1">
            <a:extLst xmlns:a="http://schemas.openxmlformats.org/drawingml/2006/main">
              <a:ext uri="{FF2B5EF4-FFF2-40B4-BE49-F238E27FC236}">
                <a16:creationId xmlns:a16="http://schemas.microsoft.com/office/drawing/2014/main" id="{5A0D4EC9-9AAE-491B-BB0D-CB35E3D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86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D0BED5-B87D-4E2A-BFD0-421751607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d1a2449f941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5067300"/>
            <a:ext cx="342900" cy="304800"/>
          </a:xfrm>
          <a:prstGeom xmlns:a="http://schemas.openxmlformats.org/drawingml/2006/main" prst="rect">
            <a:avLst/>
          </a:prstGeom>
        </p:spPr>
      </p:pic>
      <p:sp>
        <p:nvSpPr>
          <p:cNvPr id="66" name="selection-check">
            <a:extLst xmlns:a="http://schemas.openxmlformats.org/drawingml/2006/main">
              <a:ext uri="{FF2B5EF4-FFF2-40B4-BE49-F238E27FC236}">
                <a16:creationId xmlns:a16="http://schemas.microsoft.com/office/drawing/2014/main" id="{850AAFB2-93CE-460E-BB47-E719A3E1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2FAB93-C4A4-49C3-BFF4-13E0878509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f03e9283d4a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5067300"/>
            <a:ext cx="285750" cy="304800"/>
          </a:xfrm>
          <a:prstGeom xmlns:a="http://schemas.openxmlformats.org/drawingml/2006/main" prst="rect">
            <a:avLst/>
          </a:prstGeom>
        </p:spPr>
      </p:pic>
      <p:sp>
        <p:nvSpPr>
          <p:cNvPr id="68" name="selection-cross3">
            <a:extLst xmlns:a="http://schemas.openxmlformats.org/drawingml/2006/main">
              <a:ext uri="{FF2B5EF4-FFF2-40B4-BE49-F238E27FC236}">
                <a16:creationId xmlns:a16="http://schemas.microsoft.com/office/drawing/2014/main" id="{8DE918DF-6427-4FC0-A41F-4E256489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673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8BB3BC-AED4-4625-9C2E-2231F773D9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e6adbd7364e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497300" y="1638300"/>
            <a:ext cx="685800" cy="514350"/>
          </a:xfrm>
          <a:prstGeom xmlns:a="http://schemas.openxmlformats.org/drawingml/2006/main" prst="rect">
            <a:avLst/>
          </a:prstGeom>
        </p:spPr>
      </p:pic>
      <p:sp>
        <p:nvSpPr>
          <p:cNvPr id="70" name="rollout-rgb-icon">
            <a:extLst xmlns:a="http://schemas.openxmlformats.org/drawingml/2006/main">
              <a:ext uri="{FF2B5EF4-FFF2-40B4-BE49-F238E27FC236}">
                <a16:creationId xmlns:a16="http://schemas.microsoft.com/office/drawing/2014/main" id="{A658E92B-4AE4-439A-A7DD-D987A87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6383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24CA40-D75E-4F1E-9E39-C582FCF3FF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def163fd747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59350" y="1581150"/>
            <a:ext cx="476250" cy="590550"/>
          </a:xfrm>
          <a:prstGeom xmlns:a="http://schemas.openxmlformats.org/drawingml/2006/main" prst="rect">
            <a:avLst/>
          </a:prstGeom>
        </p:spPr>
      </p:pic>
      <p:sp>
        <p:nvSpPr>
          <p:cNvPr id="72" name="rollout-hand-icon">
            <a:extLst xmlns:a="http://schemas.openxmlformats.org/drawingml/2006/main">
              <a:ext uri="{FF2B5EF4-FFF2-40B4-BE49-F238E27FC236}">
                <a16:creationId xmlns:a16="http://schemas.microsoft.com/office/drawing/2014/main" id="{ED6A03A6-A61E-4FF3-AA4A-8E10319C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9350" y="1581150"/>
            <a:ext cx="47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B0333E-F06D-4F6A-A353-6AD4F64BB6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6cbb5104549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16350" y="2552700"/>
            <a:ext cx="742950" cy="400050"/>
          </a:xfrm>
          <a:prstGeom xmlns:a="http://schemas.openxmlformats.org/drawingml/2006/main" prst="rect">
            <a:avLst/>
          </a:prstGeom>
        </p:spPr>
      </p:pic>
      <p:sp>
        <p:nvSpPr>
          <p:cNvPr id="74" name="rollout-ee-icon">
            <a:extLst xmlns:a="http://schemas.openxmlformats.org/drawingml/2006/main">
              <a:ext uri="{FF2B5EF4-FFF2-40B4-BE49-F238E27FC236}">
                <a16:creationId xmlns:a16="http://schemas.microsoft.com/office/drawing/2014/main" id="{904DD1C1-A1F6-4FBB-ADD4-56E017B4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25527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0BB5CF-8481-4A79-B64C-CF74018A8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386a3159e49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35550" y="2495550"/>
            <a:ext cx="438150" cy="457200"/>
          </a:xfrm>
          <a:prstGeom xmlns:a="http://schemas.openxmlformats.org/drawingml/2006/main" prst="rect">
            <a:avLst/>
          </a:prstGeom>
        </p:spPr>
      </p:pic>
      <p:sp>
        <p:nvSpPr>
          <p:cNvPr id="76" name="rollout-object-icon">
            <a:extLst xmlns:a="http://schemas.openxmlformats.org/drawingml/2006/main">
              <a:ext uri="{FF2B5EF4-FFF2-40B4-BE49-F238E27FC236}">
                <a16:creationId xmlns:a16="http://schemas.microsoft.com/office/drawing/2014/main" id="{6D56A787-ACD9-4480-A6DC-B6C119EE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0" y="249555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151F5F-640E-4080-9C08-B8D131BE3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b6c215a044f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26300" y="8362950"/>
            <a:ext cx="914400" cy="876300"/>
          </a:xfrm>
          <a:prstGeom xmlns:a="http://schemas.openxmlformats.org/drawingml/2006/main" prst="rect">
            <a:avLst/>
          </a:prstGeom>
        </p:spPr>
      </p:pic>
      <p:sp>
        <p:nvSpPr>
          <p:cNvPr id="78" name="completion-check">
            <a:extLst xmlns:a="http://schemas.openxmlformats.org/drawingml/2006/main">
              <a:ext uri="{FF2B5EF4-FFF2-40B4-BE49-F238E27FC236}">
                <a16:creationId xmlns:a16="http://schemas.microsoft.com/office/drawing/2014/main" id="{3625AAE6-9D25-4D82-B505-DD7DCD9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6300" y="836295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inputs-title">
            <a:extLst xmlns:a="http://schemas.openxmlformats.org/drawingml/2006/main">
              <a:ext uri="{FF2B5EF4-FFF2-40B4-BE49-F238E27FC236}">
                <a16:creationId xmlns:a16="http://schemas.microsoft.com/office/drawing/2014/main" id="{BAFA4289-EC2C-4423-BC96-1F30E07F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7650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80" name="rgb-title">
            <a:extLst xmlns:a="http://schemas.openxmlformats.org/drawingml/2006/main">
              <a:ext uri="{FF2B5EF4-FFF2-40B4-BE49-F238E27FC236}">
                <a16:creationId xmlns:a16="http://schemas.microsoft.com/office/drawing/2014/main" id="{E932298A-C94A-45DE-BCC3-7BAE9B7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14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RGB-D Observation</a:t>
            </a:r>
          </a:p>
        </p:txBody>
      </p:sp>
      <p:sp>
        <p:nvSpPr>
          <p:cNvPr id="81" name="lang-title">
            <a:extLst xmlns:a="http://schemas.openxmlformats.org/drawingml/2006/main">
              <a:ext uri="{FF2B5EF4-FFF2-40B4-BE49-F238E27FC236}">
                <a16:creationId xmlns:a16="http://schemas.microsoft.com/office/drawing/2014/main" id="{C15BEB5C-2759-4921-A932-0F47E4F0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914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Language Instruction</a:t>
            </a:r>
          </a:p>
        </p:txBody>
      </p:sp>
      <p:sp>
        <p:nvSpPr>
          <p:cNvPr id="82" name="instruction">
            <a:extLst xmlns:a="http://schemas.openxmlformats.org/drawingml/2006/main">
              <a:ext uri="{FF2B5EF4-FFF2-40B4-BE49-F238E27FC236}">
                <a16:creationId xmlns:a16="http://schemas.microsoft.com/office/drawing/2014/main" id="{9E7F6AB0-6B80-485A-9787-E565F38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52550"/>
            <a:ext cx="2114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 the drawer,</a:t>
            </a:r>
          </a:p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place the blue</a:t>
            </a:r>
          </a:p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cylinder inside,</a:t>
            </a:r>
          </a:p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then close it.</a:t>
            </a:r>
          </a:p>
        </p:txBody>
      </p:sp>
      <p:sp>
        <p:nvSpPr>
          <p:cNvPr id="83" name="stage1">
            <a:extLst xmlns:a="http://schemas.openxmlformats.org/drawingml/2006/main">
              <a:ext uri="{FF2B5EF4-FFF2-40B4-BE49-F238E27FC236}">
                <a16:creationId xmlns:a16="http://schemas.microsoft.com/office/drawing/2014/main" id="{9BC9D587-5DC7-449D-A8FB-BB98FFEB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3AC1"/>
          </a:solidFill>
          <a:ln xmlns:a="http://schemas.openxmlformats.org/drawingml/2006/main" w="7620">
            <a:solidFill>
              <a:srgbClr val="793AC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tage1label">
            <a:extLst xmlns:a="http://schemas.openxmlformats.org/drawingml/2006/main">
              <a:ext uri="{FF2B5EF4-FFF2-40B4-BE49-F238E27FC236}">
                <a16:creationId xmlns:a16="http://schemas.microsoft.com/office/drawing/2014/main" id="{8915C46E-101F-421A-8B3F-EEBA1876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90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5" name="stage2">
            <a:extLst xmlns:a="http://schemas.openxmlformats.org/drawingml/2006/main">
              <a:ext uri="{FF2B5EF4-FFF2-40B4-BE49-F238E27FC236}">
                <a16:creationId xmlns:a16="http://schemas.microsoft.com/office/drawing/2014/main" id="{2C003781-02C3-4B5B-A2B8-145C7C1E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1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2A"/>
          </a:solidFill>
          <a:ln xmlns:a="http://schemas.openxmlformats.org/drawingml/2006/main" w="7620">
            <a:solidFill>
              <a:srgbClr val="00852A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stage2label">
            <a:extLst xmlns:a="http://schemas.openxmlformats.org/drawingml/2006/main">
              <a:ext uri="{FF2B5EF4-FFF2-40B4-BE49-F238E27FC236}">
                <a16:creationId xmlns:a16="http://schemas.microsoft.com/office/drawing/2014/main" id="{CE4ABC9D-527B-49E6-A197-1EAAAAED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7" name="stage3">
            <a:extLst xmlns:a="http://schemas.openxmlformats.org/drawingml/2006/main">
              <a:ext uri="{FF2B5EF4-FFF2-40B4-BE49-F238E27FC236}">
                <a16:creationId xmlns:a16="http://schemas.microsoft.com/office/drawing/2014/main" id="{7D2F85D8-DACF-4A0A-9A80-99F3F27B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24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17F"/>
          </a:solidFill>
          <a:ln xmlns:a="http://schemas.openxmlformats.org/drawingml/2006/main" w="7620">
            <a:solidFill>
              <a:srgbClr val="17617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stage3label">
            <a:extLst xmlns:a="http://schemas.openxmlformats.org/drawingml/2006/main">
              <a:ext uri="{FF2B5EF4-FFF2-40B4-BE49-F238E27FC236}">
                <a16:creationId xmlns:a16="http://schemas.microsoft.com/office/drawing/2014/main" id="{DF0FCC6D-9B6D-4942-935A-26A1124F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85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9" name="stage4">
            <a:extLst xmlns:a="http://schemas.openxmlformats.org/drawingml/2006/main">
              <a:ext uri="{FF2B5EF4-FFF2-40B4-BE49-F238E27FC236}">
                <a16:creationId xmlns:a16="http://schemas.microsoft.com/office/drawing/2014/main" id="{0E2696AF-F5A5-4AB8-89D5-55B3F8EC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53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315"/>
          </a:solidFill>
          <a:ln xmlns:a="http://schemas.openxmlformats.org/drawingml/2006/main" w="7620">
            <a:solidFill>
              <a:srgbClr val="B8731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stage4label">
            <a:extLst xmlns:a="http://schemas.openxmlformats.org/drawingml/2006/main">
              <a:ext uri="{FF2B5EF4-FFF2-40B4-BE49-F238E27FC236}">
                <a16:creationId xmlns:a16="http://schemas.microsoft.com/office/drawing/2014/main" id="{0AFFAB2D-1AE6-4BA1-A764-06961DBC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191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1" name="gen-heading">
            <a:extLst xmlns:a="http://schemas.openxmlformats.org/drawingml/2006/main">
              <a:ext uri="{FF2B5EF4-FFF2-40B4-BE49-F238E27FC236}">
                <a16:creationId xmlns:a16="http://schemas.microsoft.com/office/drawing/2014/main" id="{14A071B9-5951-46BC-B04B-A01FBD98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793A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793AC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793AC1"/>
                </a:solidFill>
                <a:latin typeface="Arial"/>
                <a:ea typeface="Arial"/>
                <a:cs typeface="Arial"/>
              </a:rPr>
              <a:t>Generate &amp;</a:t>
            </a:r>
          </a:p>
          <a:p xmlns:a="http://schemas.openxmlformats.org/drawingml/2006/main">
            <a:pPr algn="ctr">
              <a:defRPr sz="2400" b="1" i="0">
                <a:solidFill>
                  <a:srgbClr val="793AC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793AC1"/>
                </a:solidFill>
                <a:latin typeface="Arial"/>
                <a:ea typeface="Arial"/>
                <a:cs typeface="Arial"/>
              </a:rPr>
              <a:t>Select Ego-centric Video</a:t>
            </a:r>
          </a:p>
        </p:txBody>
      </p:sp>
      <p:sp>
        <p:nvSpPr>
          <p:cNvPr id="92" name="candidates-title">
            <a:extLst xmlns:a="http://schemas.openxmlformats.org/drawingml/2006/main">
              <a:ext uri="{FF2B5EF4-FFF2-40B4-BE49-F238E27FC236}">
                <a16:creationId xmlns:a16="http://schemas.microsoft.com/office/drawing/2014/main" id="{5D78A04A-0A66-42D1-9E95-B529328B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Ego-centric Video Candidates</a:t>
            </a:r>
          </a:p>
        </p:txBody>
      </p:sp>
      <p:sp>
        <p:nvSpPr>
          <p:cNvPr id="93" name="vlm-label">
            <a:extLst xmlns:a="http://schemas.openxmlformats.org/drawingml/2006/main">
              <a:ext uri="{FF2B5EF4-FFF2-40B4-BE49-F238E27FC236}">
                <a16:creationId xmlns:a16="http://schemas.microsoft.com/office/drawing/2014/main" id="{6399896D-251C-4A89-8E1B-4C7006A2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5720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VLM Scorer</a:t>
            </a:r>
          </a:p>
          <a:p xmlns:a="http://schemas.openxmlformats.org/drawingml/2006/main">
            <a:pPr algn="ctr">
              <a:defRPr sz="180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(frozen)</a:t>
            </a:r>
          </a:p>
        </p:txBody>
      </p:sp>
      <p:sp>
        <p:nvSpPr>
          <p:cNvPr id="94" name="candidate-index0">
            <a:extLst xmlns:a="http://schemas.openxmlformats.org/drawingml/2006/main">
              <a:ext uri="{FF2B5EF4-FFF2-40B4-BE49-F238E27FC236}">
                <a16:creationId xmlns:a16="http://schemas.microsoft.com/office/drawing/2014/main" id="{5B510FC4-45DC-4F6E-9AF8-54BE7E65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9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3AC1"/>
          </a:solidFill>
          <a:ln xmlns:a="http://schemas.openxmlformats.org/drawingml/2006/main" w="7620">
            <a:solidFill>
              <a:srgbClr val="793AC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candidate-index-label0">
            <a:extLst xmlns:a="http://schemas.openxmlformats.org/drawingml/2006/main">
              <a:ext uri="{FF2B5EF4-FFF2-40B4-BE49-F238E27FC236}">
                <a16:creationId xmlns:a16="http://schemas.microsoft.com/office/drawing/2014/main" id="{ABC80D01-5848-4E8E-B1A7-0FF13F0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6" name="candidate-index1">
            <a:extLst xmlns:a="http://schemas.openxmlformats.org/drawingml/2006/main">
              <a:ext uri="{FF2B5EF4-FFF2-40B4-BE49-F238E27FC236}">
                <a16:creationId xmlns:a16="http://schemas.microsoft.com/office/drawing/2014/main" id="{05D444DA-EAAB-445D-B4BE-F8E905B2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29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3AC1"/>
          </a:solidFill>
          <a:ln xmlns:a="http://schemas.openxmlformats.org/drawingml/2006/main" w="7620">
            <a:solidFill>
              <a:srgbClr val="793AC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7" name="candidate-index-label1">
            <a:extLst xmlns:a="http://schemas.openxmlformats.org/drawingml/2006/main">
              <a:ext uri="{FF2B5EF4-FFF2-40B4-BE49-F238E27FC236}">
                <a16:creationId xmlns:a16="http://schemas.microsoft.com/office/drawing/2014/main" id="{E74D970D-4ACF-449C-88EC-77C556C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8" name="candidate-index2">
            <a:extLst xmlns:a="http://schemas.openxmlformats.org/drawingml/2006/main">
              <a:ext uri="{FF2B5EF4-FFF2-40B4-BE49-F238E27FC236}">
                <a16:creationId xmlns:a16="http://schemas.microsoft.com/office/drawing/2014/main" id="{F8FFD325-50FC-4916-AB1C-5D2BDA99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3AC1"/>
          </a:solidFill>
          <a:ln xmlns:a="http://schemas.openxmlformats.org/drawingml/2006/main" w="7620">
            <a:solidFill>
              <a:srgbClr val="793AC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candidate-index-label2">
            <a:extLst xmlns:a="http://schemas.openxmlformats.org/drawingml/2006/main">
              <a:ext uri="{FF2B5EF4-FFF2-40B4-BE49-F238E27FC236}">
                <a16:creationId xmlns:a16="http://schemas.microsoft.com/office/drawing/2014/main" id="{C0125CDF-1556-49AD-8FCE-5EEE0ED3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0" name="selected-label">
            <a:extLst xmlns:a="http://schemas.openxmlformats.org/drawingml/2006/main">
              <a:ext uri="{FF2B5EF4-FFF2-40B4-BE49-F238E27FC236}">
                <a16:creationId xmlns:a16="http://schemas.microsoft.com/office/drawing/2014/main" id="{6FA6F6F1-0F34-4ACB-B1A8-CF28F80D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959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Selected video</a:t>
            </a:r>
          </a:p>
        </p:txBody>
      </p:sp>
      <p:sp>
        <p:nvSpPr>
          <p:cNvPr id="101" name="select-arrow-a">
            <a:extLst xmlns:a="http://schemas.openxmlformats.org/drawingml/2006/main">
              <a:ext uri="{FF2B5EF4-FFF2-40B4-BE49-F238E27FC236}">
                <a16:creationId xmlns:a16="http://schemas.microsoft.com/office/drawing/2014/main" id="{BFFD5999-E12B-422F-AF7F-997A4351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959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select-arrow-b">
            <a:extLst xmlns:a="http://schemas.openxmlformats.org/drawingml/2006/main">
              <a:ext uri="{FF2B5EF4-FFF2-40B4-BE49-F238E27FC236}">
                <a16:creationId xmlns:a16="http://schemas.microsoft.com/office/drawing/2014/main" id="{2A3B90BB-2E1D-496B-A14F-9CCFF332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388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recover-heading">
            <a:extLst xmlns:a="http://schemas.openxmlformats.org/drawingml/2006/main">
              <a:ext uri="{FF2B5EF4-FFF2-40B4-BE49-F238E27FC236}">
                <a16:creationId xmlns:a16="http://schemas.microsoft.com/office/drawing/2014/main" id="{DCF1A281-61D7-4CDD-A71F-EBCD711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5250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19050" rIns="19050" bIns="19050" anchor="ctr"/>
          <a:lstStyle xmlns:a="http://schemas.openxmlformats.org/drawingml/2006/main">
            <a:defPPr algn="ctr">
              <a:defRPr sz="21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852A"/>
                </a:solidFill>
                <a:latin typeface="Arial"/>
                <a:ea typeface="Arial"/>
                <a:cs typeface="Arial"/>
              </a:rPr>
              <a:t>Recover &amp; Build</a:t>
            </a:r>
          </a:p>
          <a:p xmlns:a="http://schemas.openxmlformats.org/drawingml/2006/main">
            <a:pPr algn="ctr">
              <a:defRPr sz="21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852A"/>
                </a:solidFill>
                <a:latin typeface="Arial"/>
                <a:ea typeface="Arial"/>
                <a:cs typeface="Arial"/>
              </a:rPr>
              <a:t>Object-Centric Keyframe Policy</a:t>
            </a:r>
          </a:p>
        </p:txBody>
      </p:sp>
      <p:sp>
        <p:nvSpPr>
          <p:cNvPr id="104" name="recover-subheading">
            <a:extLst xmlns:a="http://schemas.openxmlformats.org/drawingml/2006/main">
              <a:ext uri="{FF2B5EF4-FFF2-40B4-BE49-F238E27FC236}">
                <a16:creationId xmlns:a16="http://schemas.microsoft.com/office/drawing/2014/main" id="{F3EBC1AF-0F4B-49E2-93CD-129B639B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8953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852A"/>
                </a:solidFill>
                <a:latin typeface="Arial"/>
                <a:ea typeface="Arial"/>
                <a:cs typeface="Arial"/>
              </a:rPr>
              <a:t>Recover from Selected Video</a:t>
            </a:r>
          </a:p>
        </p:txBody>
      </p:sp>
      <p:sp>
        <p:nvSpPr>
          <p:cNvPr id="105" name="depth-label">
            <a:extLst xmlns:a="http://schemas.openxmlformats.org/drawingml/2006/main">
              <a:ext uri="{FF2B5EF4-FFF2-40B4-BE49-F238E27FC236}">
                <a16:creationId xmlns:a16="http://schemas.microsoft.com/office/drawing/2014/main" id="{ABA28FF3-0A54-4FEB-BB28-A520C401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81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Metric Depth</a:t>
            </a:r>
          </a:p>
        </p:txBody>
      </p:sp>
      <p:sp>
        <p:nvSpPr>
          <p:cNvPr id="106" name="wrist-label">
            <a:extLst xmlns:a="http://schemas.openxmlformats.org/drawingml/2006/main">
              <a:ext uri="{FF2B5EF4-FFF2-40B4-BE49-F238E27FC236}">
                <a16:creationId xmlns:a16="http://schemas.microsoft.com/office/drawing/2014/main" id="{42BDDB9B-D5DF-4440-9FE4-B4E8E87C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811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Wrist Motion</a:t>
            </a:r>
          </a:p>
        </p:txBody>
      </p:sp>
      <p:sp>
        <p:nvSpPr>
          <p:cNvPr id="107" name="hand-label">
            <a:extLst xmlns:a="http://schemas.openxmlformats.org/drawingml/2006/main">
              <a:ext uri="{FF2B5EF4-FFF2-40B4-BE49-F238E27FC236}">
                <a16:creationId xmlns:a16="http://schemas.microsoft.com/office/drawing/2014/main" id="{826F23FE-FE8B-4765-ACDA-6B8E945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Hand Motion</a:t>
            </a:r>
          </a:p>
        </p:txBody>
      </p:sp>
      <p:sp>
        <p:nvSpPr>
          <p:cNvPr id="108" name="object-label">
            <a:extLst xmlns:a="http://schemas.openxmlformats.org/drawingml/2006/main">
              <a:ext uri="{FF2B5EF4-FFF2-40B4-BE49-F238E27FC236}">
                <a16:creationId xmlns:a16="http://schemas.microsoft.com/office/drawing/2014/main" id="{E729D57A-D77A-4690-9679-98DD28DE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Object Poses</a:t>
            </a:r>
          </a:p>
        </p:txBody>
      </p:sp>
      <p:sp>
        <p:nvSpPr>
          <p:cNvPr id="109" name="keypoint-title">
            <a:extLst xmlns:a="http://schemas.openxmlformats.org/drawingml/2006/main">
              <a:ext uri="{FF2B5EF4-FFF2-40B4-BE49-F238E27FC236}">
                <a16:creationId xmlns:a16="http://schemas.microsoft.com/office/drawing/2014/main" id="{F768EB84-B0EF-4DE8-8B37-231274BE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719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852A"/>
                </a:solidFill>
                <a:latin typeface="Arial"/>
                <a:ea typeface="Arial"/>
                <a:cs typeface="Arial"/>
              </a:rPr>
              <a:t>Keypoint Selection and Encoding</a:t>
            </a:r>
          </a:p>
        </p:txBody>
      </p:sp>
      <p:sp>
        <p:nvSpPr>
          <p:cNvPr id="110" name="object-title">
            <a:extLst xmlns:a="http://schemas.openxmlformats.org/drawingml/2006/main">
              <a:ext uri="{FF2B5EF4-FFF2-40B4-BE49-F238E27FC236}">
                <a16:creationId xmlns:a16="http://schemas.microsoft.com/office/drawing/2014/main" id="{A5607EDC-5A15-4492-90F7-F78429E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292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0085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852A"/>
                </a:solidFill>
                <a:latin typeface="Arial"/>
                <a:ea typeface="Arial"/>
                <a:cs typeface="Arial"/>
              </a:rPr>
              <a:t>Object-Centric Representation</a:t>
            </a:r>
          </a:p>
        </p:txBody>
      </p:sp>
      <p:sp>
        <p:nvSpPr>
          <p:cNvPr id="111" name="recover-down-a">
            <a:extLst xmlns:a="http://schemas.openxmlformats.org/drawingml/2006/main">
              <a:ext uri="{FF2B5EF4-FFF2-40B4-BE49-F238E27FC236}">
                <a16:creationId xmlns:a16="http://schemas.microsoft.com/office/drawing/2014/main" id="{413028A9-0BAA-4066-AA01-83C6E6BC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recover-down-b">
            <a:extLst xmlns:a="http://schemas.openxmlformats.org/drawingml/2006/main">
              <a:ext uri="{FF2B5EF4-FFF2-40B4-BE49-F238E27FC236}">
                <a16:creationId xmlns:a16="http://schemas.microsoft.com/office/drawing/2014/main" id="{BA93C4AF-C8FE-4C86-A22A-81EB0A3B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195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3" name="keypoint-down-a">
            <a:extLst xmlns:a="http://schemas.openxmlformats.org/drawingml/2006/main">
              <a:ext uri="{FF2B5EF4-FFF2-40B4-BE49-F238E27FC236}">
                <a16:creationId xmlns:a16="http://schemas.microsoft.com/office/drawing/2014/main" id="{0B0330C2-8F6D-4856-88B7-E017306E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keypoint-down-b">
            <a:extLst xmlns:a="http://schemas.openxmlformats.org/drawingml/2006/main">
              <a:ext uri="{FF2B5EF4-FFF2-40B4-BE49-F238E27FC236}">
                <a16:creationId xmlns:a16="http://schemas.microsoft.com/office/drawing/2014/main" id="{0F2E398D-1A75-43B2-9028-C2DA0F54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959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5" name="kp0">
            <a:extLst xmlns:a="http://schemas.openxmlformats.org/drawingml/2006/main">
              <a:ext uri="{FF2B5EF4-FFF2-40B4-BE49-F238E27FC236}">
                <a16:creationId xmlns:a16="http://schemas.microsoft.com/office/drawing/2014/main" id="{B9D928B8-B606-4587-A6C1-D0BB090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D879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kp1">
            <a:extLst xmlns:a="http://schemas.openxmlformats.org/drawingml/2006/main">
              <a:ext uri="{FF2B5EF4-FFF2-40B4-BE49-F238E27FC236}">
                <a16:creationId xmlns:a16="http://schemas.microsoft.com/office/drawing/2014/main" id="{B67310D5-A70E-45D2-94E8-67FC285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D879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7" name="kp2">
            <a:extLst xmlns:a="http://schemas.openxmlformats.org/drawingml/2006/main">
              <a:ext uri="{FF2B5EF4-FFF2-40B4-BE49-F238E27FC236}">
                <a16:creationId xmlns:a16="http://schemas.microsoft.com/office/drawing/2014/main" id="{3B528945-7611-4BB2-91B3-37FA570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CF8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kp3">
            <a:extLst xmlns:a="http://schemas.openxmlformats.org/drawingml/2006/main">
              <a:ext uri="{FF2B5EF4-FFF2-40B4-BE49-F238E27FC236}">
                <a16:creationId xmlns:a16="http://schemas.microsoft.com/office/drawing/2014/main" id="{A3EA77A6-6BE1-4879-81FA-BC4B1BCE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D879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kp4">
            <a:extLst xmlns:a="http://schemas.openxmlformats.org/drawingml/2006/main">
              <a:ext uri="{FF2B5EF4-FFF2-40B4-BE49-F238E27FC236}">
                <a16:creationId xmlns:a16="http://schemas.microsoft.com/office/drawing/2014/main" id="{CE1ACCFE-9E50-43E4-8986-32D1B8F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D879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kp5">
            <a:extLst xmlns:a="http://schemas.openxmlformats.org/drawingml/2006/main">
              <a:ext uri="{FF2B5EF4-FFF2-40B4-BE49-F238E27FC236}">
                <a16:creationId xmlns:a16="http://schemas.microsoft.com/office/drawing/2014/main" id="{08F5DEFF-6942-4016-B568-27C43A13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D879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kp6">
            <a:extLst xmlns:a="http://schemas.openxmlformats.org/drawingml/2006/main">
              <a:ext uri="{FF2B5EF4-FFF2-40B4-BE49-F238E27FC236}">
                <a16:creationId xmlns:a16="http://schemas.microsoft.com/office/drawing/2014/main" id="{3E603821-AD45-4E36-B037-343FA39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D879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kp7">
            <a:extLst xmlns:a="http://schemas.openxmlformats.org/drawingml/2006/main">
              <a:ext uri="{FF2B5EF4-FFF2-40B4-BE49-F238E27FC236}">
                <a16:creationId xmlns:a16="http://schemas.microsoft.com/office/drawing/2014/main" id="{0C16266B-345A-4A51-83F7-2F5673B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CF8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kp-ellipsis1">
            <a:extLst xmlns:a="http://schemas.openxmlformats.org/drawingml/2006/main">
              <a:ext uri="{FF2B5EF4-FFF2-40B4-BE49-F238E27FC236}">
                <a16:creationId xmlns:a16="http://schemas.microsoft.com/office/drawing/2014/main" id="{03D9EF12-FCEE-413A-9A6E-405CB19C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2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24" name="kp-ellipsis2">
            <a:extLst xmlns:a="http://schemas.openxmlformats.org/drawingml/2006/main">
              <a:ext uri="{FF2B5EF4-FFF2-40B4-BE49-F238E27FC236}">
                <a16:creationId xmlns:a16="http://schemas.microsoft.com/office/drawing/2014/main" id="{84A2D05D-EFD8-4123-BCE9-A7991C1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958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1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……</a:t>
            </a:r>
          </a:p>
        </p:txBody>
      </p:sp>
      <p:sp>
        <p:nvSpPr>
          <p:cNvPr id="125" name="approach-label">
            <a:extLst xmlns:a="http://schemas.openxmlformats.org/drawingml/2006/main">
              <a:ext uri="{FF2B5EF4-FFF2-40B4-BE49-F238E27FC236}">
                <a16:creationId xmlns:a16="http://schemas.microsoft.com/office/drawing/2014/main" id="{BB602D6C-9E70-4153-AC6C-ABE14B16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126" name="contact-label">
            <a:extLst xmlns:a="http://schemas.openxmlformats.org/drawingml/2006/main">
              <a:ext uri="{FF2B5EF4-FFF2-40B4-BE49-F238E27FC236}">
                <a16:creationId xmlns:a16="http://schemas.microsoft.com/office/drawing/2014/main" id="{515E45EF-137C-4509-9A2E-0655336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127" name="complete-label">
            <a:extLst xmlns:a="http://schemas.openxmlformats.org/drawingml/2006/main">
              <a:ext uri="{FF2B5EF4-FFF2-40B4-BE49-F238E27FC236}">
                <a16:creationId xmlns:a16="http://schemas.microsoft.com/office/drawing/2014/main" id="{B2F23491-C7E3-46ED-9FE4-BA9D179D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53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sp>
        <p:nvSpPr>
          <p:cNvPr id="128" name="approach-pointer-a">
            <a:extLst xmlns:a="http://schemas.openxmlformats.org/drawingml/2006/main">
              <a:ext uri="{FF2B5EF4-FFF2-40B4-BE49-F238E27FC236}">
                <a16:creationId xmlns:a16="http://schemas.microsoft.com/office/drawing/2014/main" id="{8C5AFA8F-76B2-4069-A871-ED7BC0CF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approach-pointer-b">
            <a:extLst xmlns:a="http://schemas.openxmlformats.org/drawingml/2006/main">
              <a:ext uri="{FF2B5EF4-FFF2-40B4-BE49-F238E27FC236}">
                <a16:creationId xmlns:a16="http://schemas.microsoft.com/office/drawing/2014/main" id="{20E8F576-4FF9-4856-BA7D-8FD230C0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approach-pointer2-a">
            <a:extLst xmlns:a="http://schemas.openxmlformats.org/drawingml/2006/main">
              <a:ext uri="{FF2B5EF4-FFF2-40B4-BE49-F238E27FC236}">
                <a16:creationId xmlns:a16="http://schemas.microsoft.com/office/drawing/2014/main" id="{8C53CDF2-9EC0-477A-83BA-5E886D32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approach-pointer2-b">
            <a:extLst xmlns:a="http://schemas.openxmlformats.org/drawingml/2006/main">
              <a:ext uri="{FF2B5EF4-FFF2-40B4-BE49-F238E27FC236}">
                <a16:creationId xmlns:a16="http://schemas.microsoft.com/office/drawing/2014/main" id="{66CAB3E4-0CBC-4451-9303-8415422A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contact-pointer-a">
            <a:extLst xmlns:a="http://schemas.openxmlformats.org/drawingml/2006/main">
              <a:ext uri="{FF2B5EF4-FFF2-40B4-BE49-F238E27FC236}">
                <a16:creationId xmlns:a16="http://schemas.microsoft.com/office/drawing/2014/main" id="{376E5981-CC90-4DE9-9D8E-AFDC23C1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contact-pointer-b">
            <a:extLst xmlns:a="http://schemas.openxmlformats.org/drawingml/2006/main">
              <a:ext uri="{FF2B5EF4-FFF2-40B4-BE49-F238E27FC236}">
                <a16:creationId xmlns:a16="http://schemas.microsoft.com/office/drawing/2014/main" id="{22629AB5-6960-4432-A6B6-4B145553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006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4" name="completion-pointer-a">
            <a:extLst xmlns:a="http://schemas.openxmlformats.org/drawingml/2006/main">
              <a:ext uri="{FF2B5EF4-FFF2-40B4-BE49-F238E27FC236}">
                <a16:creationId xmlns:a16="http://schemas.microsoft.com/office/drawing/2014/main" id="{E3C48D40-9DE9-4BC6-910B-7E34436C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673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5" name="completion-pointer-b">
            <a:extLst xmlns:a="http://schemas.openxmlformats.org/drawingml/2006/main">
              <a:ext uri="{FF2B5EF4-FFF2-40B4-BE49-F238E27FC236}">
                <a16:creationId xmlns:a16="http://schemas.microsoft.com/office/drawing/2014/main" id="{60B88369-BCC9-4E03-A60A-6A4A295E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006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obj0">
            <a:extLst xmlns:a="http://schemas.openxmlformats.org/drawingml/2006/main">
              <a:ext uri="{FF2B5EF4-FFF2-40B4-BE49-F238E27FC236}">
                <a16:creationId xmlns:a16="http://schemas.microsoft.com/office/drawing/2014/main" id="{312546D7-6884-461C-B899-BF3944AF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15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26B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7" name="obj1">
            <a:extLst xmlns:a="http://schemas.openxmlformats.org/drawingml/2006/main">
              <a:ext uri="{FF2B5EF4-FFF2-40B4-BE49-F238E27FC236}">
                <a16:creationId xmlns:a16="http://schemas.microsoft.com/office/drawing/2014/main" id="{5C3E3D29-00F5-4DDE-B8C9-8702A620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48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26B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obj2">
            <a:extLst xmlns:a="http://schemas.openxmlformats.org/drawingml/2006/main">
              <a:ext uri="{FF2B5EF4-FFF2-40B4-BE49-F238E27FC236}">
                <a16:creationId xmlns:a16="http://schemas.microsoft.com/office/drawing/2014/main" id="{CA3F79F1-C956-4CCC-8C9C-E833567A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26B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obj3">
            <a:extLst xmlns:a="http://schemas.openxmlformats.org/drawingml/2006/main">
              <a:ext uri="{FF2B5EF4-FFF2-40B4-BE49-F238E27FC236}">
                <a16:creationId xmlns:a16="http://schemas.microsoft.com/office/drawing/2014/main" id="{E9BAF365-0D26-4F0E-B797-3932554F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70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26B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obj4">
            <a:extLst xmlns:a="http://schemas.openxmlformats.org/drawingml/2006/main">
              <a:ext uri="{FF2B5EF4-FFF2-40B4-BE49-F238E27FC236}">
                <a16:creationId xmlns:a16="http://schemas.microsoft.com/office/drawing/2014/main" id="{7213EB97-0E95-4FEC-ADBF-42089FF5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43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26B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obj5">
            <a:extLst xmlns:a="http://schemas.openxmlformats.org/drawingml/2006/main">
              <a:ext uri="{FF2B5EF4-FFF2-40B4-BE49-F238E27FC236}">
                <a16:creationId xmlns:a16="http://schemas.microsoft.com/office/drawing/2014/main" id="{920AEE1D-D38A-4BED-8076-45D120A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55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26B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obj6">
            <a:extLst xmlns:a="http://schemas.openxmlformats.org/drawingml/2006/main">
              <a:ext uri="{FF2B5EF4-FFF2-40B4-BE49-F238E27FC236}">
                <a16:creationId xmlns:a16="http://schemas.microsoft.com/office/drawing/2014/main" id="{D15726E7-676A-4D16-9E33-AA46789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26B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object-ellipsis">
            <a:extLst xmlns:a="http://schemas.openxmlformats.org/drawingml/2006/main">
              <a:ext uri="{FF2B5EF4-FFF2-40B4-BE49-F238E27FC236}">
                <a16:creationId xmlns:a16="http://schemas.microsoft.com/office/drawing/2014/main" id="{9DF729D6-2DF9-4A14-8847-BCAEB4BC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627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1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44" name="object-align-label">
            <a:extLst xmlns:a="http://schemas.openxmlformats.org/drawingml/2006/main">
              <a:ext uri="{FF2B5EF4-FFF2-40B4-BE49-F238E27FC236}">
                <a16:creationId xmlns:a16="http://schemas.microsoft.com/office/drawing/2014/main" id="{8C3B3E02-F6AE-40AE-9869-7228ADA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010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Object-based alignment</a:t>
            </a:r>
          </a:p>
        </p:txBody>
      </p:sp>
      <p:sp>
        <p:nvSpPr>
          <p:cNvPr id="145" name="alignment-pointer-a">
            <a:extLst xmlns:a="http://schemas.openxmlformats.org/drawingml/2006/main">
              <a:ext uri="{FF2B5EF4-FFF2-40B4-BE49-F238E27FC236}">
                <a16:creationId xmlns:a16="http://schemas.microsoft.com/office/drawing/2014/main" id="{DB75BD0C-4D2D-4191-88E1-B751CE1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0960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alignment-pointer-b">
            <a:extLst xmlns:a="http://schemas.openxmlformats.org/drawingml/2006/main">
              <a:ext uri="{FF2B5EF4-FFF2-40B4-BE49-F238E27FC236}">
                <a16:creationId xmlns:a16="http://schemas.microsoft.com/office/drawing/2014/main" id="{20E047E6-7A49-40C4-ACA8-31818C25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3817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selected-to-recover-a">
            <a:extLst xmlns:a="http://schemas.openxmlformats.org/drawingml/2006/main">
              <a:ext uri="{FF2B5EF4-FFF2-40B4-BE49-F238E27FC236}">
                <a16:creationId xmlns:a16="http://schemas.microsoft.com/office/drawing/2014/main" id="{B824F863-1D94-490E-B386-14011E22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selected-to-recover-b">
            <a:extLst xmlns:a="http://schemas.openxmlformats.org/drawingml/2006/main">
              <a:ext uri="{FF2B5EF4-FFF2-40B4-BE49-F238E27FC236}">
                <a16:creationId xmlns:a16="http://schemas.microsoft.com/office/drawing/2014/main" id="{D8484716-BAC7-4AE3-A239-ACC9E84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recover-to-policy-a">
            <a:extLst xmlns:a="http://schemas.openxmlformats.org/drawingml/2006/main">
              <a:ext uri="{FF2B5EF4-FFF2-40B4-BE49-F238E27FC236}">
                <a16:creationId xmlns:a16="http://schemas.microsoft.com/office/drawing/2014/main" id="{EF080624-4649-4487-BE82-1666421E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532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recover-to-policy-b">
            <a:extLst xmlns:a="http://schemas.openxmlformats.org/drawingml/2006/main">
              <a:ext uri="{FF2B5EF4-FFF2-40B4-BE49-F238E27FC236}">
                <a16:creationId xmlns:a16="http://schemas.microsoft.com/office/drawing/2014/main" id="{5CF435C8-098C-4D80-A1ED-6D273EA1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525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success-key">
            <a:extLst xmlns:a="http://schemas.openxmlformats.org/drawingml/2006/main">
              <a:ext uri="{FF2B5EF4-FFF2-40B4-BE49-F238E27FC236}">
                <a16:creationId xmlns:a16="http://schemas.microsoft.com/office/drawing/2014/main" id="{CAB1BC7D-571F-4099-BD58-E62AE7D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D83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success-label">
            <a:extLst xmlns:a="http://schemas.openxmlformats.org/drawingml/2006/main">
              <a:ext uri="{FF2B5EF4-FFF2-40B4-BE49-F238E27FC236}">
                <a16:creationId xmlns:a16="http://schemas.microsoft.com/office/drawing/2014/main" id="{8F453371-8635-4617-96A5-EE75CD5C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53" name="fail-key">
            <a:extLst xmlns:a="http://schemas.openxmlformats.org/drawingml/2006/main">
              <a:ext uri="{FF2B5EF4-FFF2-40B4-BE49-F238E27FC236}">
                <a16:creationId xmlns:a16="http://schemas.microsoft.com/office/drawing/2014/main" id="{1CDD5078-8887-4B1F-B8A1-305DA76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84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fail-label">
            <a:extLst xmlns:a="http://schemas.openxmlformats.org/drawingml/2006/main">
              <a:ext uri="{FF2B5EF4-FFF2-40B4-BE49-F238E27FC236}">
                <a16:creationId xmlns:a16="http://schemas.microsoft.com/office/drawing/2014/main" id="{6C07DE91-340C-492D-8BDC-BA7000AC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61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55" name="p0-0">
            <a:extLst xmlns:a="http://schemas.openxmlformats.org/drawingml/2006/main">
              <a:ext uri="{FF2B5EF4-FFF2-40B4-BE49-F238E27FC236}">
                <a16:creationId xmlns:a16="http://schemas.microsoft.com/office/drawing/2014/main" id="{63311BE8-DA5A-4F27-B146-D566578D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p0-1">
            <a:extLst xmlns:a="http://schemas.openxmlformats.org/drawingml/2006/main">
              <a:ext uri="{FF2B5EF4-FFF2-40B4-BE49-F238E27FC236}">
                <a16:creationId xmlns:a16="http://schemas.microsoft.com/office/drawing/2014/main" id="{E895DDAC-A440-4C5C-9231-B2141E8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57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p0-2">
            <a:extLst xmlns:a="http://schemas.openxmlformats.org/drawingml/2006/main">
              <a:ext uri="{FF2B5EF4-FFF2-40B4-BE49-F238E27FC236}">
                <a16:creationId xmlns:a16="http://schemas.microsoft.com/office/drawing/2014/main" id="{D05ED3CA-8CA2-45FF-897E-42485AA2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81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p0-3">
            <a:extLst xmlns:a="http://schemas.openxmlformats.org/drawingml/2006/main">
              <a:ext uri="{FF2B5EF4-FFF2-40B4-BE49-F238E27FC236}">
                <a16:creationId xmlns:a16="http://schemas.microsoft.com/office/drawing/2014/main" id="{0810305A-184D-437D-AA75-6D385B14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p0-4">
            <a:extLst xmlns:a="http://schemas.openxmlformats.org/drawingml/2006/main">
              <a:ext uri="{FF2B5EF4-FFF2-40B4-BE49-F238E27FC236}">
                <a16:creationId xmlns:a16="http://schemas.microsoft.com/office/drawing/2014/main" id="{B273C59E-EF3F-4E61-9907-3FC9FEF2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99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p0-5">
            <a:extLst xmlns:a="http://schemas.openxmlformats.org/drawingml/2006/main">
              <a:ext uri="{FF2B5EF4-FFF2-40B4-BE49-F238E27FC236}">
                <a16:creationId xmlns:a16="http://schemas.microsoft.com/office/drawing/2014/main" id="{8A68A925-893C-444A-B345-CC9BCF7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1447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p0-6">
            <a:extLst xmlns:a="http://schemas.openxmlformats.org/drawingml/2006/main">
              <a:ext uri="{FF2B5EF4-FFF2-40B4-BE49-F238E27FC236}">
                <a16:creationId xmlns:a16="http://schemas.microsoft.com/office/drawing/2014/main" id="{092AFE33-CB0B-44AC-87FB-48BE640E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1009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p0-7">
            <a:extLst xmlns:a="http://schemas.openxmlformats.org/drawingml/2006/main">
              <a:ext uri="{FF2B5EF4-FFF2-40B4-BE49-F238E27FC236}">
                <a16:creationId xmlns:a16="http://schemas.microsoft.com/office/drawing/2014/main" id="{60CD7498-DA6C-4999-B9E3-E3B8BF6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1581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p0-8">
            <a:extLst xmlns:a="http://schemas.openxmlformats.org/drawingml/2006/main">
              <a:ext uri="{FF2B5EF4-FFF2-40B4-BE49-F238E27FC236}">
                <a16:creationId xmlns:a16="http://schemas.microsoft.com/office/drawing/2014/main" id="{14413C9B-385D-419D-AE1A-DD3C8927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1409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p-label0">
            <a:extLst xmlns:a="http://schemas.openxmlformats.org/drawingml/2006/main">
              <a:ext uri="{FF2B5EF4-FFF2-40B4-BE49-F238E27FC236}">
                <a16:creationId xmlns:a16="http://schemas.microsoft.com/office/drawing/2014/main" id="{B480FA2E-4E79-498E-BD5D-5A826221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38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Π⁰</a:t>
            </a:r>
          </a:p>
        </p:txBody>
      </p:sp>
      <p:sp>
        <p:nvSpPr>
          <p:cNvPr id="165" name="cluster-ellipsis0">
            <a:extLst xmlns:a="http://schemas.openxmlformats.org/drawingml/2006/main">
              <a:ext uri="{FF2B5EF4-FFF2-40B4-BE49-F238E27FC236}">
                <a16:creationId xmlns:a16="http://schemas.microsoft.com/office/drawing/2014/main" id="{6379CE1F-1F78-477F-9714-504C6622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1485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66" name="policy-end-ellipsis0">
            <a:extLst xmlns:a="http://schemas.openxmlformats.org/drawingml/2006/main">
              <a:ext uri="{FF2B5EF4-FFF2-40B4-BE49-F238E27FC236}">
                <a16:creationId xmlns:a16="http://schemas.microsoft.com/office/drawing/2014/main" id="{2D083035-1A57-4CC3-94F6-66FCE44D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15049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67" name="p1-0">
            <a:extLst xmlns:a="http://schemas.openxmlformats.org/drawingml/2006/main">
              <a:ext uri="{FF2B5EF4-FFF2-40B4-BE49-F238E27FC236}">
                <a16:creationId xmlns:a16="http://schemas.microsoft.com/office/drawing/2014/main" id="{DA78CE51-CA11-441C-ABA4-EFE6DAD1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p1-1">
            <a:extLst xmlns:a="http://schemas.openxmlformats.org/drawingml/2006/main">
              <a:ext uri="{FF2B5EF4-FFF2-40B4-BE49-F238E27FC236}">
                <a16:creationId xmlns:a16="http://schemas.microsoft.com/office/drawing/2014/main" id="{07D26D1A-813B-4DEA-8907-0956CEF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076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p1-2">
            <a:extLst xmlns:a="http://schemas.openxmlformats.org/drawingml/2006/main">
              <a:ext uri="{FF2B5EF4-FFF2-40B4-BE49-F238E27FC236}">
                <a16:creationId xmlns:a16="http://schemas.microsoft.com/office/drawing/2014/main" id="{C465111C-5C71-4BEB-B5CC-36398944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0" name="p1-3">
            <a:extLst xmlns:a="http://schemas.openxmlformats.org/drawingml/2006/main">
              <a:ext uri="{FF2B5EF4-FFF2-40B4-BE49-F238E27FC236}">
                <a16:creationId xmlns:a16="http://schemas.microsoft.com/office/drawing/2014/main" id="{8B9626A7-14E9-42B6-A815-308B0D4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914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1" name="p1-4">
            <a:extLst xmlns:a="http://schemas.openxmlformats.org/drawingml/2006/main">
              <a:ext uri="{FF2B5EF4-FFF2-40B4-BE49-F238E27FC236}">
                <a16:creationId xmlns:a16="http://schemas.microsoft.com/office/drawing/2014/main" id="{6B44D8E6-2D32-4CC4-B83F-C0B4FC1C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22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2" name="p1-5">
            <a:extLst xmlns:a="http://schemas.openxmlformats.org/drawingml/2006/main">
              <a:ext uri="{FF2B5EF4-FFF2-40B4-BE49-F238E27FC236}">
                <a16:creationId xmlns:a16="http://schemas.microsoft.com/office/drawing/2014/main" id="{625C6644-784E-40D2-9178-11E673D5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3" name="p1-6">
            <a:extLst xmlns:a="http://schemas.openxmlformats.org/drawingml/2006/main">
              <a:ext uri="{FF2B5EF4-FFF2-40B4-BE49-F238E27FC236}">
                <a16:creationId xmlns:a16="http://schemas.microsoft.com/office/drawing/2014/main" id="{DD62C326-B673-4C0C-83F1-6C2D4D34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4" name="p1-7">
            <a:extLst xmlns:a="http://schemas.openxmlformats.org/drawingml/2006/main">
              <a:ext uri="{FF2B5EF4-FFF2-40B4-BE49-F238E27FC236}">
                <a16:creationId xmlns:a16="http://schemas.microsoft.com/office/drawing/2014/main" id="{6A90D5E4-1165-4A47-8086-A87994A6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5" name="p1-8">
            <a:extLst xmlns:a="http://schemas.openxmlformats.org/drawingml/2006/main">
              <a:ext uri="{FF2B5EF4-FFF2-40B4-BE49-F238E27FC236}">
                <a16:creationId xmlns:a16="http://schemas.microsoft.com/office/drawing/2014/main" id="{BEBBADAC-AD47-4964-B95C-33AA4F87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p-label1">
            <a:extLst xmlns:a="http://schemas.openxmlformats.org/drawingml/2006/main">
              <a:ext uri="{FF2B5EF4-FFF2-40B4-BE49-F238E27FC236}">
                <a16:creationId xmlns:a16="http://schemas.microsoft.com/office/drawing/2014/main" id="{2BA55D8C-EDAE-4939-9F15-A8C7268A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057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Π¹</a:t>
            </a:r>
          </a:p>
        </p:txBody>
      </p:sp>
      <p:sp>
        <p:nvSpPr>
          <p:cNvPr id="177" name="cluster-ellipsis1">
            <a:extLst xmlns:a="http://schemas.openxmlformats.org/drawingml/2006/main">
              <a:ext uri="{FF2B5EF4-FFF2-40B4-BE49-F238E27FC236}">
                <a16:creationId xmlns:a16="http://schemas.microsoft.com/office/drawing/2014/main" id="{F6B437B6-1B1B-416F-82EF-F5D6277F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705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78" name="policy-end-ellipsis1">
            <a:extLst xmlns:a="http://schemas.openxmlformats.org/drawingml/2006/main">
              <a:ext uri="{FF2B5EF4-FFF2-40B4-BE49-F238E27FC236}">
                <a16:creationId xmlns:a16="http://schemas.microsoft.com/office/drawing/2014/main" id="{51B6328A-C1D9-4EA8-B64E-B0F0132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7241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79" name="p2-0">
            <a:extLst xmlns:a="http://schemas.openxmlformats.org/drawingml/2006/main">
              <a:ext uri="{FF2B5EF4-FFF2-40B4-BE49-F238E27FC236}">
                <a16:creationId xmlns:a16="http://schemas.microsoft.com/office/drawing/2014/main" id="{68053054-A3D0-4925-8708-D2F201B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p2-1">
            <a:extLst xmlns:a="http://schemas.openxmlformats.org/drawingml/2006/main">
              <a:ext uri="{FF2B5EF4-FFF2-40B4-BE49-F238E27FC236}">
                <a16:creationId xmlns:a16="http://schemas.microsoft.com/office/drawing/2014/main" id="{399EB329-C057-462D-8D11-E0BE26E5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p2-2">
            <a:extLst xmlns:a="http://schemas.openxmlformats.org/drawingml/2006/main">
              <a:ext uri="{FF2B5EF4-FFF2-40B4-BE49-F238E27FC236}">
                <a16:creationId xmlns:a16="http://schemas.microsoft.com/office/drawing/2014/main" id="{EC65B7B3-94F2-42ED-8A88-227FBFA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19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p2-3">
            <a:extLst xmlns:a="http://schemas.openxmlformats.org/drawingml/2006/main">
              <a:ext uri="{FF2B5EF4-FFF2-40B4-BE49-F238E27FC236}">
                <a16:creationId xmlns:a16="http://schemas.microsoft.com/office/drawing/2014/main" id="{17F75C45-3DE2-4B86-84BD-501737D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33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p2-4">
            <a:extLst xmlns:a="http://schemas.openxmlformats.org/drawingml/2006/main">
              <a:ext uri="{FF2B5EF4-FFF2-40B4-BE49-F238E27FC236}">
                <a16:creationId xmlns:a16="http://schemas.microsoft.com/office/drawing/2014/main" id="{5D0717F0-11A3-4AE2-AF65-1A151C32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p2-5">
            <a:extLst xmlns:a="http://schemas.openxmlformats.org/drawingml/2006/main">
              <a:ext uri="{FF2B5EF4-FFF2-40B4-BE49-F238E27FC236}">
                <a16:creationId xmlns:a16="http://schemas.microsoft.com/office/drawing/2014/main" id="{D1A3D081-69B5-457E-BA9B-031945B5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314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p2-6">
            <a:extLst xmlns:a="http://schemas.openxmlformats.org/drawingml/2006/main">
              <a:ext uri="{FF2B5EF4-FFF2-40B4-BE49-F238E27FC236}">
                <a16:creationId xmlns:a16="http://schemas.microsoft.com/office/drawing/2014/main" id="{9799FC8D-2875-4ECD-A594-32B39C2E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p2-7">
            <a:extLst xmlns:a="http://schemas.openxmlformats.org/drawingml/2006/main">
              <a:ext uri="{FF2B5EF4-FFF2-40B4-BE49-F238E27FC236}">
                <a16:creationId xmlns:a16="http://schemas.microsoft.com/office/drawing/2014/main" id="{95571287-5F5A-4A1E-AD87-1968EEC0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019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p2-8">
            <a:extLst xmlns:a="http://schemas.openxmlformats.org/drawingml/2006/main">
              <a:ext uri="{FF2B5EF4-FFF2-40B4-BE49-F238E27FC236}">
                <a16:creationId xmlns:a16="http://schemas.microsoft.com/office/drawing/2014/main" id="{0B1C5F46-207D-479A-ABA4-E25F578C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3829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8" name="p-label2">
            <a:extLst xmlns:a="http://schemas.openxmlformats.org/drawingml/2006/main">
              <a:ext uri="{FF2B5EF4-FFF2-40B4-BE49-F238E27FC236}">
                <a16:creationId xmlns:a16="http://schemas.microsoft.com/office/drawing/2014/main" id="{FF0D76B1-A8AD-43B7-B246-62DED031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2766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Π²</a:t>
            </a:r>
          </a:p>
        </p:txBody>
      </p:sp>
      <p:sp>
        <p:nvSpPr>
          <p:cNvPr id="189" name="cluster-ellipsis2">
            <a:extLst xmlns:a="http://schemas.openxmlformats.org/drawingml/2006/main">
              <a:ext uri="{FF2B5EF4-FFF2-40B4-BE49-F238E27FC236}">
                <a16:creationId xmlns:a16="http://schemas.microsoft.com/office/drawing/2014/main" id="{D14BA23E-8704-4042-A9AC-0877F8B3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924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90" name="policy-end-ellipsis2">
            <a:extLst xmlns:a="http://schemas.openxmlformats.org/drawingml/2006/main">
              <a:ext uri="{FF2B5EF4-FFF2-40B4-BE49-F238E27FC236}">
                <a16:creationId xmlns:a16="http://schemas.microsoft.com/office/drawing/2014/main" id="{F2798C83-4D49-451D-A225-8AB45B31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9433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91" name="p3-0">
            <a:extLst xmlns:a="http://schemas.openxmlformats.org/drawingml/2006/main">
              <a:ext uri="{FF2B5EF4-FFF2-40B4-BE49-F238E27FC236}">
                <a16:creationId xmlns:a16="http://schemas.microsoft.com/office/drawing/2014/main" id="{C525A061-DF5D-4C9C-B9F3-CA17F2F7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2" name="p3-1">
            <a:extLst xmlns:a="http://schemas.openxmlformats.org/drawingml/2006/main">
              <a:ext uri="{FF2B5EF4-FFF2-40B4-BE49-F238E27FC236}">
                <a16:creationId xmlns:a16="http://schemas.microsoft.com/office/drawing/2014/main" id="{FAE51CE4-ECB2-49F2-921C-ADDE0C4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514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3" name="p3-2">
            <a:extLst xmlns:a="http://schemas.openxmlformats.org/drawingml/2006/main">
              <a:ext uri="{FF2B5EF4-FFF2-40B4-BE49-F238E27FC236}">
                <a16:creationId xmlns:a16="http://schemas.microsoft.com/office/drawing/2014/main" id="{B9B40B0F-973E-4CE2-9E6D-484CA86B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838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4" name="p3-3">
            <a:extLst xmlns:a="http://schemas.openxmlformats.org/drawingml/2006/main">
              <a:ext uri="{FF2B5EF4-FFF2-40B4-BE49-F238E27FC236}">
                <a16:creationId xmlns:a16="http://schemas.microsoft.com/office/drawing/2014/main" id="{6A6DDD65-DB65-4B36-9D9E-F47FDA54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353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5" name="p3-4">
            <a:extLst xmlns:a="http://schemas.openxmlformats.org/drawingml/2006/main">
              <a:ext uri="{FF2B5EF4-FFF2-40B4-BE49-F238E27FC236}">
                <a16:creationId xmlns:a16="http://schemas.microsoft.com/office/drawing/2014/main" id="{A0967565-2A3B-4ECB-8FE7-961F5C15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667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6" name="p3-5">
            <a:extLst xmlns:a="http://schemas.openxmlformats.org/drawingml/2006/main">
              <a:ext uri="{FF2B5EF4-FFF2-40B4-BE49-F238E27FC236}">
                <a16:creationId xmlns:a16="http://schemas.microsoft.com/office/drawing/2014/main" id="{72A8E25C-325D-477C-B84E-70B687E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552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7" name="p3-6">
            <a:extLst xmlns:a="http://schemas.openxmlformats.org/drawingml/2006/main">
              <a:ext uri="{FF2B5EF4-FFF2-40B4-BE49-F238E27FC236}">
                <a16:creationId xmlns:a16="http://schemas.microsoft.com/office/drawing/2014/main" id="{3AE642CD-DFC3-4486-9244-93925188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705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8" name="p3-7">
            <a:extLst xmlns:a="http://schemas.openxmlformats.org/drawingml/2006/main">
              <a:ext uri="{FF2B5EF4-FFF2-40B4-BE49-F238E27FC236}">
                <a16:creationId xmlns:a16="http://schemas.microsoft.com/office/drawing/2014/main" id="{CFF47995-3AB6-4F63-ADDA-9EA9CE39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9" name="p3-8">
            <a:extLst xmlns:a="http://schemas.openxmlformats.org/drawingml/2006/main">
              <a:ext uri="{FF2B5EF4-FFF2-40B4-BE49-F238E27FC236}">
                <a16:creationId xmlns:a16="http://schemas.microsoft.com/office/drawing/2014/main" id="{12FA6B69-EECC-4202-AAAE-975E4EF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257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0" name="p3-9">
            <a:extLst xmlns:a="http://schemas.openxmlformats.org/drawingml/2006/main">
              <a:ext uri="{FF2B5EF4-FFF2-40B4-BE49-F238E27FC236}">
                <a16:creationId xmlns:a16="http://schemas.microsoft.com/office/drawing/2014/main" id="{B005C613-F5FB-4C0D-8D77-C6D7E965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1" name="p-label3">
            <a:extLst xmlns:a="http://schemas.openxmlformats.org/drawingml/2006/main">
              <a:ext uri="{FF2B5EF4-FFF2-40B4-BE49-F238E27FC236}">
                <a16:creationId xmlns:a16="http://schemas.microsoft.com/office/drawing/2014/main" id="{317712F5-E946-45A9-839F-1CC45BD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495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Π³</a:t>
            </a:r>
          </a:p>
        </p:txBody>
      </p:sp>
      <p:sp>
        <p:nvSpPr>
          <p:cNvPr id="202" name="cluster-ellipsis3">
            <a:extLst xmlns:a="http://schemas.openxmlformats.org/drawingml/2006/main">
              <a:ext uri="{FF2B5EF4-FFF2-40B4-BE49-F238E27FC236}">
                <a16:creationId xmlns:a16="http://schemas.microsoft.com/office/drawing/2014/main" id="{3A009C05-9909-4CFF-BF38-22427CD9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143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03" name="policy-end-ellipsis3">
            <a:extLst xmlns:a="http://schemas.openxmlformats.org/drawingml/2006/main">
              <a:ext uri="{FF2B5EF4-FFF2-40B4-BE49-F238E27FC236}">
                <a16:creationId xmlns:a16="http://schemas.microsoft.com/office/drawing/2014/main" id="{E81ABF8D-BD9C-47D2-A39A-6B6A8807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51625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04" name="p4-0">
            <a:extLst xmlns:a="http://schemas.openxmlformats.org/drawingml/2006/main">
              <a:ext uri="{FF2B5EF4-FFF2-40B4-BE49-F238E27FC236}">
                <a16:creationId xmlns:a16="http://schemas.microsoft.com/office/drawing/2014/main" id="{DF503337-E6F1-4A9D-8156-A676BC9D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5" name="p4-1">
            <a:extLst xmlns:a="http://schemas.openxmlformats.org/drawingml/2006/main">
              <a:ext uri="{FF2B5EF4-FFF2-40B4-BE49-F238E27FC236}">
                <a16:creationId xmlns:a16="http://schemas.microsoft.com/office/drawing/2014/main" id="{E4A6B2EE-776E-4B61-A3BE-7A54E80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03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6" name="p4-2">
            <a:extLst xmlns:a="http://schemas.openxmlformats.org/drawingml/2006/main">
              <a:ext uri="{FF2B5EF4-FFF2-40B4-BE49-F238E27FC236}">
                <a16:creationId xmlns:a16="http://schemas.microsoft.com/office/drawing/2014/main" id="{8A1A030B-2163-44CA-BAA2-FB7FFF4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7" name="p4-3">
            <a:extLst xmlns:a="http://schemas.openxmlformats.org/drawingml/2006/main">
              <a:ext uri="{FF2B5EF4-FFF2-40B4-BE49-F238E27FC236}">
                <a16:creationId xmlns:a16="http://schemas.microsoft.com/office/drawing/2014/main" id="{53F78DC3-2907-4637-B618-B6B8D3EF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83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8" name="p4-4">
            <a:extLst xmlns:a="http://schemas.openxmlformats.org/drawingml/2006/main">
              <a:ext uri="{FF2B5EF4-FFF2-40B4-BE49-F238E27FC236}">
                <a16:creationId xmlns:a16="http://schemas.microsoft.com/office/drawing/2014/main" id="{9701EC72-AF19-4C21-B51B-3313736B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191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9" name="p4-5">
            <a:extLst xmlns:a="http://schemas.openxmlformats.org/drawingml/2006/main">
              <a:ext uri="{FF2B5EF4-FFF2-40B4-BE49-F238E27FC236}">
                <a16:creationId xmlns:a16="http://schemas.microsoft.com/office/drawing/2014/main" id="{4C11059A-0FB5-45CE-864A-117E60F9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626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0" name="p4-6">
            <a:extLst xmlns:a="http://schemas.openxmlformats.org/drawingml/2006/main">
              <a:ext uri="{FF2B5EF4-FFF2-40B4-BE49-F238E27FC236}">
                <a16:creationId xmlns:a16="http://schemas.microsoft.com/office/drawing/2014/main" id="{99B0272D-11C3-4650-9299-8CE53711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641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1" name="p4-7">
            <a:extLst xmlns:a="http://schemas.openxmlformats.org/drawingml/2006/main">
              <a:ext uri="{FF2B5EF4-FFF2-40B4-BE49-F238E27FC236}">
                <a16:creationId xmlns:a16="http://schemas.microsoft.com/office/drawing/2014/main" id="{0CCF90B3-4B81-4970-B7DF-4D52FBD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643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2" name="p4-8">
            <a:extLst xmlns:a="http://schemas.openxmlformats.org/drawingml/2006/main">
              <a:ext uri="{FF2B5EF4-FFF2-40B4-BE49-F238E27FC236}">
                <a16:creationId xmlns:a16="http://schemas.microsoft.com/office/drawing/2014/main" id="{3B18B2BC-EF00-49CF-999C-AEF20A49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643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D85"/>
          </a:solidFill>
          <a:ln xmlns:a="http://schemas.openxmlformats.org/drawingml/2006/main" w="7620">
            <a:solidFill>
              <a:srgbClr val="33789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3" name="p-label4">
            <a:extLst xmlns:a="http://schemas.openxmlformats.org/drawingml/2006/main">
              <a:ext uri="{FF2B5EF4-FFF2-40B4-BE49-F238E27FC236}">
                <a16:creationId xmlns:a16="http://schemas.microsoft.com/office/drawing/2014/main" id="{17122C98-5324-4B6F-B5B3-3169D359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6019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Π*</a:t>
            </a:r>
          </a:p>
        </p:txBody>
      </p:sp>
      <p:sp>
        <p:nvSpPr>
          <p:cNvPr id="214" name="cluster-ellipsis4">
            <a:extLst xmlns:a="http://schemas.openxmlformats.org/drawingml/2006/main">
              <a:ext uri="{FF2B5EF4-FFF2-40B4-BE49-F238E27FC236}">
                <a16:creationId xmlns:a16="http://schemas.microsoft.com/office/drawing/2014/main" id="{6B1DDD2F-ECB9-4091-9AA1-9F37200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648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62A4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62A4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2A436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15" name="policy-end-ellipsis4">
            <a:extLst xmlns:a="http://schemas.openxmlformats.org/drawingml/2006/main">
              <a:ext uri="{FF2B5EF4-FFF2-40B4-BE49-F238E27FC236}">
                <a16:creationId xmlns:a16="http://schemas.microsoft.com/office/drawing/2014/main" id="{B381336E-7BCE-40E8-857E-D3C3A41F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4198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16" name="offset-old">
            <a:extLst xmlns:a="http://schemas.openxmlformats.org/drawingml/2006/main">
              <a:ext uri="{FF2B5EF4-FFF2-40B4-BE49-F238E27FC236}">
                <a16:creationId xmlns:a16="http://schemas.microsoft.com/office/drawing/2014/main" id="{C202B95C-3112-48F3-9864-E584AD5C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FE3"/>
          </a:solidFill>
          <a:ln xmlns:a="http://schemas.openxmlformats.org/drawingml/2006/main" w="7620">
            <a:solidFill>
              <a:srgbClr val="F6DFE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7" name="offset-ghost-a">
            <a:extLst xmlns:a="http://schemas.openxmlformats.org/drawingml/2006/main">
              <a:ext uri="{FF2B5EF4-FFF2-40B4-BE49-F238E27FC236}">
                <a16:creationId xmlns:a16="http://schemas.microsoft.com/office/drawing/2014/main" id="{47FDD005-F824-4041-B2BB-4CBD5CF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6004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8" name="offset-ghost-b">
            <a:extLst xmlns:a="http://schemas.openxmlformats.org/drawingml/2006/main">
              <a:ext uri="{FF2B5EF4-FFF2-40B4-BE49-F238E27FC236}">
                <a16:creationId xmlns:a16="http://schemas.microsoft.com/office/drawing/2014/main" id="{7097A88A-5E6F-4707-9237-813D46C6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0386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9" name="offset-label">
            <a:extLst xmlns:a="http://schemas.openxmlformats.org/drawingml/2006/main">
              <a:ext uri="{FF2B5EF4-FFF2-40B4-BE49-F238E27FC236}">
                <a16:creationId xmlns:a16="http://schemas.microsoft.com/office/drawing/2014/main" id="{8DAF001B-4DA4-4330-AFC6-EB41337A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6385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Offset</a:t>
            </a:r>
          </a:p>
        </p:txBody>
      </p:sp>
      <p:sp>
        <p:nvSpPr>
          <p:cNvPr id="220" name="insert-label">
            <a:extLst xmlns:a="http://schemas.openxmlformats.org/drawingml/2006/main">
              <a:ext uri="{FF2B5EF4-FFF2-40B4-BE49-F238E27FC236}">
                <a16:creationId xmlns:a16="http://schemas.microsoft.com/office/drawing/2014/main" id="{AD3291C8-1F19-491D-AD12-51EBA23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148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101010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221" name="policy-more">
            <a:extLst xmlns:a="http://schemas.openxmlformats.org/drawingml/2006/main">
              <a:ext uri="{FF2B5EF4-FFF2-40B4-BE49-F238E27FC236}">
                <a16:creationId xmlns:a16="http://schemas.microsoft.com/office/drawing/2014/main" id="{A4B87501-90E8-48A1-B8EA-BD90589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435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8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222" name="offset-action">
            <a:extLst xmlns:a="http://schemas.openxmlformats.org/drawingml/2006/main">
              <a:ext uri="{FF2B5EF4-FFF2-40B4-BE49-F238E27FC236}">
                <a16:creationId xmlns:a16="http://schemas.microsoft.com/office/drawing/2014/main" id="{7820C1E8-E73E-4DB3-95D4-1C523D0C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26289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Offset</a:t>
            </a:r>
          </a:p>
        </p:txBody>
      </p:sp>
      <p:sp>
        <p:nvSpPr>
          <p:cNvPr id="223" name="insert-action">
            <a:extLst xmlns:a="http://schemas.openxmlformats.org/drawingml/2006/main">
              <a:ext uri="{FF2B5EF4-FFF2-40B4-BE49-F238E27FC236}">
                <a16:creationId xmlns:a16="http://schemas.microsoft.com/office/drawing/2014/main" id="{BA5D3374-F6FD-4438-BF84-BE6F07EF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695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224" name="delete-action">
            <a:extLst xmlns:a="http://schemas.openxmlformats.org/drawingml/2006/main">
              <a:ext uri="{FF2B5EF4-FFF2-40B4-BE49-F238E27FC236}">
                <a16:creationId xmlns:a16="http://schemas.microsoft.com/office/drawing/2014/main" id="{DEB28DA6-45D0-45FB-A77D-BBE31866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48958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25" name="solver-more">
            <a:extLst xmlns:a="http://schemas.openxmlformats.org/drawingml/2006/main">
              <a:ext uri="{FF2B5EF4-FFF2-40B4-BE49-F238E27FC236}">
                <a16:creationId xmlns:a16="http://schemas.microsoft.com/office/drawing/2014/main" id="{8F3D2BD9-E9CF-40FF-A923-33555915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5848350"/>
            <a:ext cx="30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30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226" name="solver-heading">
            <a:extLst xmlns:a="http://schemas.openxmlformats.org/drawingml/2006/main">
              <a:ext uri="{FF2B5EF4-FFF2-40B4-BE49-F238E27FC236}">
                <a16:creationId xmlns:a16="http://schemas.microsoft.com/office/drawing/2014/main" id="{DA2FCC24-8695-4A5A-9CDC-121EEBA7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0" y="114300"/>
            <a:ext cx="4514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In-Context Optimization Solver</a:t>
            </a:r>
          </a:p>
          <a:p xmlns:a="http://schemas.openxmlformats.org/drawingml/2006/main">
            <a:pPr algn="ctr">
              <a:defRPr sz="24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(Sequential Refinement)</a:t>
            </a:r>
          </a:p>
        </p:txBody>
      </p:sp>
      <p:sp>
        <p:nvSpPr>
          <p:cNvPr id="227" name="rollout-heading">
            <a:extLst xmlns:a="http://schemas.openxmlformats.org/drawingml/2006/main">
              <a:ext uri="{FF2B5EF4-FFF2-40B4-BE49-F238E27FC236}">
                <a16:creationId xmlns:a16="http://schemas.microsoft.com/office/drawing/2014/main" id="{07E6F92C-1F3C-499D-82E0-1BB365DF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0858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Rollout Rⁿ from Πₙ</a:t>
            </a:r>
          </a:p>
        </p:txBody>
      </p:sp>
      <p:sp>
        <p:nvSpPr>
          <p:cNvPr id="228" name="memory-heading">
            <a:extLst xmlns:a="http://schemas.openxmlformats.org/drawingml/2006/main">
              <a:ext uri="{FF2B5EF4-FFF2-40B4-BE49-F238E27FC236}">
                <a16:creationId xmlns:a16="http://schemas.microsoft.com/office/drawing/2014/main" id="{E2231124-E378-4FFB-90CE-80D17FA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0" y="1085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Rollout Memory Mⁿ⁺¹</a:t>
            </a:r>
          </a:p>
        </p:txBody>
      </p:sp>
      <p:sp>
        <p:nvSpPr>
          <p:cNvPr id="229" name="rgb-icon-label">
            <a:extLst xmlns:a="http://schemas.openxmlformats.org/drawingml/2006/main">
              <a:ext uri="{FF2B5EF4-FFF2-40B4-BE49-F238E27FC236}">
                <a16:creationId xmlns:a16="http://schemas.microsoft.com/office/drawing/2014/main" id="{21F86726-C331-4555-B540-848B1D1F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220980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230" name="hand-icon-label">
            <a:extLst xmlns:a="http://schemas.openxmlformats.org/drawingml/2006/main">
              <a:ext uri="{FF2B5EF4-FFF2-40B4-BE49-F238E27FC236}">
                <a16:creationId xmlns:a16="http://schemas.microsoft.com/office/drawing/2014/main" id="{24ED493E-4567-4C5F-8FC3-03499B9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22098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Hand Action</a:t>
            </a:r>
          </a:p>
        </p:txBody>
      </p:sp>
      <p:sp>
        <p:nvSpPr>
          <p:cNvPr id="231" name="ee-icon-label">
            <a:extLst xmlns:a="http://schemas.openxmlformats.org/drawingml/2006/main">
              <a:ext uri="{FF2B5EF4-FFF2-40B4-BE49-F238E27FC236}">
                <a16:creationId xmlns:a16="http://schemas.microsoft.com/office/drawing/2014/main" id="{6A9DE665-EBFD-45ED-A81C-AB823C99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29527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EE Pose</a:t>
            </a:r>
          </a:p>
        </p:txBody>
      </p:sp>
      <p:sp>
        <p:nvSpPr>
          <p:cNvPr id="232" name="object-icon-label">
            <a:extLst xmlns:a="http://schemas.openxmlformats.org/drawingml/2006/main">
              <a:ext uri="{FF2B5EF4-FFF2-40B4-BE49-F238E27FC236}">
                <a16:creationId xmlns:a16="http://schemas.microsoft.com/office/drawing/2014/main" id="{9E9168B3-A037-43E0-9729-397E5AF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29527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Object Pose</a:t>
            </a:r>
          </a:p>
        </p:txBody>
      </p:sp>
      <p:sp>
        <p:nvSpPr>
          <p:cNvPr id="233" name="memory-rgb">
            <a:extLst xmlns:a="http://schemas.openxmlformats.org/drawingml/2006/main">
              <a:ext uri="{FF2B5EF4-FFF2-40B4-BE49-F238E27FC236}">
                <a16:creationId xmlns:a16="http://schemas.microsoft.com/office/drawing/2014/main" id="{28830FC9-BC20-4A95-AD0A-BB728061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6650" y="148590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3D798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(ego / third-person)</a:t>
            </a:r>
          </a:p>
        </p:txBody>
      </p:sp>
      <p:sp>
        <p:nvSpPr>
          <p:cNvPr id="234" name="memory-pose">
            <a:extLst xmlns:a="http://schemas.openxmlformats.org/drawingml/2006/main">
              <a:ext uri="{FF2B5EF4-FFF2-40B4-BE49-F238E27FC236}">
                <a16:creationId xmlns:a16="http://schemas.microsoft.com/office/drawing/2014/main" id="{BE400963-0CA2-4BEB-95B5-7643114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6650" y="18859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3D798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 + EE pose</a:t>
            </a:r>
          </a:p>
        </p:txBody>
      </p:sp>
      <p:sp>
        <p:nvSpPr>
          <p:cNvPr id="235" name="memory-gripper">
            <a:extLst xmlns:a="http://schemas.openxmlformats.org/drawingml/2006/main">
              <a:ext uri="{FF2B5EF4-FFF2-40B4-BE49-F238E27FC236}">
                <a16:creationId xmlns:a16="http://schemas.microsoft.com/office/drawing/2014/main" id="{7212ACC4-4C09-4CD0-A070-D86FA8D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6650" y="24193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3D798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Gripper + proprioception</a:t>
            </a:r>
          </a:p>
        </p:txBody>
      </p:sp>
      <p:sp>
        <p:nvSpPr>
          <p:cNvPr id="236" name="memory-update">
            <a:extLst xmlns:a="http://schemas.openxmlformats.org/drawingml/2006/main">
              <a:ext uri="{FF2B5EF4-FFF2-40B4-BE49-F238E27FC236}">
                <a16:creationId xmlns:a16="http://schemas.microsoft.com/office/drawing/2014/main" id="{218A95E5-ED92-41F6-A29C-319857FD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6650" y="281940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3D798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Mⁿ⁺¹ = Mⁿ ∪ {Rⁿ}</a:t>
            </a:r>
          </a:p>
        </p:txBody>
      </p:sp>
      <p:sp>
        <p:nvSpPr>
          <p:cNvPr id="237" name="memory-ellipsis">
            <a:extLst xmlns:a="http://schemas.openxmlformats.org/drawingml/2006/main">
              <a:ext uri="{FF2B5EF4-FFF2-40B4-BE49-F238E27FC236}">
                <a16:creationId xmlns:a16="http://schemas.microsoft.com/office/drawing/2014/main" id="{0402A00B-2C40-47C8-BE03-BEB89D7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22098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38" name="memory-flow-a">
            <a:extLst xmlns:a="http://schemas.openxmlformats.org/drawingml/2006/main">
              <a:ext uri="{FF2B5EF4-FFF2-40B4-BE49-F238E27FC236}">
                <a16:creationId xmlns:a16="http://schemas.microsoft.com/office/drawing/2014/main" id="{2DDB027A-B886-4426-AF8C-9CEC54AA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23431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memory-flow-b">
            <a:extLst xmlns:a="http://schemas.openxmlformats.org/drawingml/2006/main">
              <a:ext uri="{FF2B5EF4-FFF2-40B4-BE49-F238E27FC236}">
                <a16:creationId xmlns:a16="http://schemas.microsoft.com/office/drawing/2014/main" id="{1C770370-2242-4BFD-A01F-BA9F8AB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7600" y="23431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0" name="memory-editor-a">
            <a:extLst xmlns:a="http://schemas.openxmlformats.org/drawingml/2006/main">
              <a:ext uri="{FF2B5EF4-FFF2-40B4-BE49-F238E27FC236}">
                <a16:creationId xmlns:a16="http://schemas.microsoft.com/office/drawing/2014/main" id="{47BA869D-F7E1-4429-BD4A-876B07B0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32385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memory-editor-b">
            <a:extLst xmlns:a="http://schemas.openxmlformats.org/drawingml/2006/main">
              <a:ext uri="{FF2B5EF4-FFF2-40B4-BE49-F238E27FC236}">
                <a16:creationId xmlns:a16="http://schemas.microsoft.com/office/drawing/2014/main" id="{04CA1EC2-1B52-411E-A310-2BA29FC7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35814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editor-heading">
            <a:extLst xmlns:a="http://schemas.openxmlformats.org/drawingml/2006/main">
              <a:ext uri="{FF2B5EF4-FFF2-40B4-BE49-F238E27FC236}">
                <a16:creationId xmlns:a16="http://schemas.microsoft.com/office/drawing/2014/main" id="{24D26A7F-0E6C-4B36-AB7B-B57278E9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331470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95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Frozen VLM Editor ΔΠⁿ</a:t>
            </a:r>
          </a:p>
        </p:txBody>
      </p:sp>
      <p:sp>
        <p:nvSpPr>
          <p:cNvPr id="243" name="diagnose-heading">
            <a:extLst xmlns:a="http://schemas.openxmlformats.org/drawingml/2006/main">
              <a:ext uri="{FF2B5EF4-FFF2-40B4-BE49-F238E27FC236}">
                <a16:creationId xmlns:a16="http://schemas.microsoft.com/office/drawing/2014/main" id="{CDDFD77C-F902-4200-9085-34C42B7B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36766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244" name="edit-heading">
            <a:extLst xmlns:a="http://schemas.openxmlformats.org/drawingml/2006/main">
              <a:ext uri="{FF2B5EF4-FFF2-40B4-BE49-F238E27FC236}">
                <a16:creationId xmlns:a16="http://schemas.microsoft.com/office/drawing/2014/main" id="{B7EBB841-B80C-49E4-9C14-257E337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3676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65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245" name="diagnose-list">
            <a:extLst xmlns:a="http://schemas.openxmlformats.org/drawingml/2006/main">
              <a:ext uri="{FF2B5EF4-FFF2-40B4-BE49-F238E27FC236}">
                <a16:creationId xmlns:a16="http://schemas.microsoft.com/office/drawing/2014/main" id="{6F5EF686-A1E4-4647-8A4D-FC7B3421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4038600"/>
            <a:ext cx="1733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3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Success</a:t>
            </a:r>
          </a:p>
          <a:p xmlns:a="http://schemas.openxmlformats.org/drawingml/2006/main">
            <a:pPr algn="l">
              <a:defRPr sz="13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    …</a:t>
            </a:r>
          </a:p>
          <a:p xmlns:a="http://schemas.openxmlformats.org/drawingml/2006/main">
            <a:pPr algn="l">
              <a:defRPr sz="13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Alignment</a:t>
            </a:r>
          </a:p>
          <a:p xmlns:a="http://schemas.openxmlformats.org/drawingml/2006/main">
            <a:pPr algn="l">
              <a:defRPr sz="135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Infeasible</a:t>
            </a:r>
          </a:p>
        </p:txBody>
      </p:sp>
      <p:sp>
        <p:nvSpPr>
          <p:cNvPr id="246" name="edit-list">
            <a:extLst xmlns:a="http://schemas.openxmlformats.org/drawingml/2006/main">
              <a:ext uri="{FF2B5EF4-FFF2-40B4-BE49-F238E27FC236}">
                <a16:creationId xmlns:a16="http://schemas.microsoft.com/office/drawing/2014/main" id="{8FDC45E1-5AEE-453F-AB6D-A88F7CD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2850" y="4038600"/>
            <a:ext cx="2019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l">
              <a:defRPr sz="12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Keep</a:t>
            </a:r>
          </a:p>
          <a:p xmlns:a="http://schemas.openxmlformats.org/drawingml/2006/main">
            <a:pPr algn="l">
              <a:defRPr sz="12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Align</a:t>
            </a:r>
          </a:p>
          <a:p xmlns:a="http://schemas.openxmlformats.org/drawingml/2006/main">
            <a:pPr algn="l">
              <a:defRPr sz="12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Offset</a:t>
            </a:r>
          </a:p>
          <a:p xmlns:a="http://schemas.openxmlformats.org/drawingml/2006/main">
            <a:pPr algn="l">
              <a:defRPr sz="12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Insert</a:t>
            </a:r>
          </a:p>
          <a:p xmlns:a="http://schemas.openxmlformats.org/drawingml/2006/main">
            <a:pPr algn="l">
              <a:defRPr sz="1200" b="0" i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010"/>
                </a:solidFill>
                <a:latin typeface="Arial"/>
                <a:ea typeface="Arial"/>
                <a:cs typeface="Arial"/>
              </a:rPr>
              <a:t>•  Delete</a:t>
            </a:r>
          </a:p>
        </p:txBody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3EF92CD-5763-440E-84E9-5B6467DEA1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5049a081244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30700" y="5238750"/>
            <a:ext cx="2857500" cy="323850"/>
          </a:xfrm>
          <a:prstGeom xmlns:a="http://schemas.openxmlformats.org/drawingml/2006/main" prst="rect">
            <a:avLst/>
          </a:prstGeom>
        </p:spPr>
      </p:pic>
      <p:sp>
        <p:nvSpPr>
          <p:cNvPr id="248" name="editor-equation">
            <a:extLst xmlns:a="http://schemas.openxmlformats.org/drawingml/2006/main">
              <a:ext uri="{FF2B5EF4-FFF2-40B4-BE49-F238E27FC236}">
                <a16:creationId xmlns:a16="http://schemas.microsoft.com/office/drawing/2014/main" id="{75834754-F594-4E55-93E1-820C5B7C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523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9" name="validator-heading">
            <a:extLst xmlns:a="http://schemas.openxmlformats.org/drawingml/2006/main">
              <a:ext uri="{FF2B5EF4-FFF2-40B4-BE49-F238E27FC236}">
                <a16:creationId xmlns:a16="http://schemas.microsoft.com/office/drawing/2014/main" id="{0A9D6B39-9396-41B9-AEC7-1A7F63C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56388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17617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617F"/>
                </a:solidFill>
                <a:latin typeface="Arial"/>
                <a:ea typeface="Arial"/>
                <a:cs typeface="Arial"/>
              </a:rPr>
              <a:t>Validator + Projection ProjF</a:t>
            </a:r>
          </a:p>
        </p:txBody>
      </p:sp>
      <p:sp>
        <p:nvSpPr>
          <p:cNvPr id="250" name="editor-validator-a">
            <a:extLst xmlns:a="http://schemas.openxmlformats.org/drawingml/2006/main">
              <a:ext uri="{FF2B5EF4-FFF2-40B4-BE49-F238E27FC236}">
                <a16:creationId xmlns:a16="http://schemas.microsoft.com/office/drawing/2014/main" id="{0D47E9EA-1372-484D-83FD-ED432432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52006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editor-validator-b">
            <a:extLst xmlns:a="http://schemas.openxmlformats.org/drawingml/2006/main">
              <a:ext uri="{FF2B5EF4-FFF2-40B4-BE49-F238E27FC236}">
                <a16:creationId xmlns:a16="http://schemas.microsoft.com/office/drawing/2014/main" id="{4FCC29A8-72B2-4AA4-AD1F-98D7B681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59245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2" name="valid-reground">
            <a:extLst xmlns:a="http://schemas.openxmlformats.org/drawingml/2006/main">
              <a:ext uri="{FF2B5EF4-FFF2-40B4-BE49-F238E27FC236}">
                <a16:creationId xmlns:a16="http://schemas.microsoft.com/office/drawing/2014/main" id="{8E6578AF-185E-4881-AA83-41D7AEAE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6076950"/>
            <a:ext cx="2247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70AFC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Object-Centric Re-ground</a:t>
            </a:r>
          </a:p>
        </p:txBody>
      </p:sp>
      <p:sp>
        <p:nvSpPr>
          <p:cNvPr id="253" name="valid-bound">
            <a:extLst xmlns:a="http://schemas.openxmlformats.org/drawingml/2006/main">
              <a:ext uri="{FF2B5EF4-FFF2-40B4-BE49-F238E27FC236}">
                <a16:creationId xmlns:a16="http://schemas.microsoft.com/office/drawing/2014/main" id="{5AEA43BF-092A-483E-93B5-2ABA4F9D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0" y="60769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70AFC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 / IK</a:t>
            </a:r>
          </a:p>
        </p:txBody>
      </p:sp>
      <p:sp>
        <p:nvSpPr>
          <p:cNvPr id="254" name="valid-clearance">
            <a:extLst xmlns:a="http://schemas.openxmlformats.org/drawingml/2006/main">
              <a:ext uri="{FF2B5EF4-FFF2-40B4-BE49-F238E27FC236}">
                <a16:creationId xmlns:a16="http://schemas.microsoft.com/office/drawing/2014/main" id="{624E87C0-B91C-4A2B-82F4-6504390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6610350"/>
            <a:ext cx="2247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70AFC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Approach Clearance</a:t>
            </a:r>
          </a:p>
        </p:txBody>
      </p:sp>
      <p:sp>
        <p:nvSpPr>
          <p:cNvPr id="255" name="valid-more">
            <a:extLst xmlns:a="http://schemas.openxmlformats.org/drawingml/2006/main">
              <a:ext uri="{FF2B5EF4-FFF2-40B4-BE49-F238E27FC236}">
                <a16:creationId xmlns:a16="http://schemas.microsoft.com/office/drawing/2014/main" id="{7A0B5E0C-DC15-404E-913E-F81A9BF0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0" y="66103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0AFC5"/>
          </a:solidFill>
          <a:ln xmlns:a="http://schemas.openxmlformats.org/drawingml/2006/main" w="14288">
            <a:solidFill>
              <a:srgbClr val="70AFC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56" name="execution-heading">
            <a:extLst xmlns:a="http://schemas.openxmlformats.org/drawingml/2006/main">
              <a:ext uri="{FF2B5EF4-FFF2-40B4-BE49-F238E27FC236}">
                <a16:creationId xmlns:a16="http://schemas.microsoft.com/office/drawing/2014/main" id="{ED7A50DB-21BC-49B3-9845-7A57F9BF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24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B87315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ctr">
              <a:defRPr sz="24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B87315"/>
                </a:solidFill>
                <a:latin typeface="Arial"/>
                <a:ea typeface="Arial"/>
                <a:cs typeface="Arial"/>
              </a:rPr>
              <a:t>(Frozen Policy)</a:t>
            </a:r>
          </a:p>
        </p:txBody>
      </p:sp>
      <p:sp>
        <p:nvSpPr>
          <p:cNvPr id="257" name="estimate-heading">
            <a:extLst xmlns:a="http://schemas.openxmlformats.org/drawingml/2006/main">
              <a:ext uri="{FF2B5EF4-FFF2-40B4-BE49-F238E27FC236}">
                <a16:creationId xmlns:a16="http://schemas.microsoft.com/office/drawing/2014/main" id="{0DFF3E66-916C-4EF3-A5F0-3F6490A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54380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87315"/>
                </a:solidFill>
                <a:latin typeface="Arial"/>
                <a:ea typeface="Arial"/>
                <a:cs typeface="Arial"/>
              </a:rPr>
              <a:t>Estimate Object Poses in New Scene</a:t>
            </a:r>
          </a:p>
        </p:txBody>
      </p:sp>
      <p:sp>
        <p:nvSpPr>
          <p:cNvPr id="258" name="reground-heading">
            <a:extLst xmlns:a="http://schemas.openxmlformats.org/drawingml/2006/main">
              <a:ext uri="{FF2B5EF4-FFF2-40B4-BE49-F238E27FC236}">
                <a16:creationId xmlns:a16="http://schemas.microsoft.com/office/drawing/2014/main" id="{D7E06EA8-ADFB-4462-9A4E-884237C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5438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87315"/>
                </a:solidFill>
                <a:latin typeface="Arial"/>
                <a:ea typeface="Arial"/>
                <a:cs typeface="Arial"/>
              </a:rPr>
              <a:t>Re-ground Aligned Keyframes</a:t>
            </a:r>
          </a:p>
        </p:txBody>
      </p:sp>
      <p:sp>
        <p:nvSpPr>
          <p:cNvPr id="259" name="controller-heading">
            <a:extLst xmlns:a="http://schemas.openxmlformats.org/drawingml/2006/main">
              <a:ext uri="{FF2B5EF4-FFF2-40B4-BE49-F238E27FC236}">
                <a16:creationId xmlns:a16="http://schemas.microsoft.com/office/drawing/2014/main" id="{BC9DE9F7-9740-4D3A-AEEF-416B6B90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5438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87315"/>
                </a:solidFill>
                <a:latin typeface="Arial"/>
                <a:ea typeface="Arial"/>
                <a:cs typeface="Arial"/>
              </a:rPr>
              <a:t>Whole-Body Controller Tracking</a:t>
            </a:r>
          </a:p>
        </p:txBody>
      </p:sp>
      <p:sp>
        <p:nvSpPr>
          <p:cNvPr id="260" name="completion-heading">
            <a:extLst xmlns:a="http://schemas.openxmlformats.org/drawingml/2006/main">
              <a:ext uri="{FF2B5EF4-FFF2-40B4-BE49-F238E27FC236}">
                <a16:creationId xmlns:a16="http://schemas.microsoft.com/office/drawing/2014/main" id="{A093D994-ED61-49D8-B187-43C61511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050" y="75438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B8731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87315"/>
                </a:solidFill>
                <a:latin typeface="Arial"/>
                <a:ea typeface="Arial"/>
                <a:cs typeface="Arial"/>
              </a:rPr>
              <a:t>Task Completion</a:t>
            </a:r>
          </a:p>
        </p:txBody>
      </p:sp>
      <p:sp>
        <p:nvSpPr>
          <p:cNvPr id="261" name="exec-arrow1-a">
            <a:extLst xmlns:a="http://schemas.openxmlformats.org/drawingml/2006/main">
              <a:ext uri="{FF2B5EF4-FFF2-40B4-BE49-F238E27FC236}">
                <a16:creationId xmlns:a16="http://schemas.microsoft.com/office/drawing/2014/main" id="{97B91F32-FE7A-40B5-B577-3E0430A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86106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exec-arrow1-b">
            <a:extLst xmlns:a="http://schemas.openxmlformats.org/drawingml/2006/main">
              <a:ext uri="{FF2B5EF4-FFF2-40B4-BE49-F238E27FC236}">
                <a16:creationId xmlns:a16="http://schemas.microsoft.com/office/drawing/2014/main" id="{0861B0E3-2C50-4472-9B6C-55C3836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6106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exec-arrow2-a">
            <a:extLst xmlns:a="http://schemas.openxmlformats.org/drawingml/2006/main">
              <a:ext uri="{FF2B5EF4-FFF2-40B4-BE49-F238E27FC236}">
                <a16:creationId xmlns:a16="http://schemas.microsoft.com/office/drawing/2014/main" id="{9F630033-F264-4635-A0D1-0B41BAC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6106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exec-arrow2-b">
            <a:extLst xmlns:a="http://schemas.openxmlformats.org/drawingml/2006/main">
              <a:ext uri="{FF2B5EF4-FFF2-40B4-BE49-F238E27FC236}">
                <a16:creationId xmlns:a16="http://schemas.microsoft.com/office/drawing/2014/main" id="{E4897414-F15E-42BD-8C0C-ECA08D9F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61060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exec-arrow3-a">
            <a:extLst xmlns:a="http://schemas.openxmlformats.org/drawingml/2006/main">
              <a:ext uri="{FF2B5EF4-FFF2-40B4-BE49-F238E27FC236}">
                <a16:creationId xmlns:a16="http://schemas.microsoft.com/office/drawing/2014/main" id="{AF8DA980-D187-4A1F-9424-F623A63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5915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exec-arrow3-b">
            <a:extLst xmlns:a="http://schemas.openxmlformats.org/drawingml/2006/main">
              <a:ext uri="{FF2B5EF4-FFF2-40B4-BE49-F238E27FC236}">
                <a16:creationId xmlns:a16="http://schemas.microsoft.com/office/drawing/2014/main" id="{0B825788-7B00-4E4A-ADB8-3F3AFC76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5915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exec-arrow4-a">
            <a:extLst xmlns:a="http://schemas.openxmlformats.org/drawingml/2006/main">
              <a:ext uri="{FF2B5EF4-FFF2-40B4-BE49-F238E27FC236}">
                <a16:creationId xmlns:a16="http://schemas.microsoft.com/office/drawing/2014/main" id="{828AA465-25E2-4A5C-AC63-8EDEB8D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85534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8" name="exec-arrow4-b">
            <a:extLst xmlns:a="http://schemas.openxmlformats.org/drawingml/2006/main">
              <a:ext uri="{FF2B5EF4-FFF2-40B4-BE49-F238E27FC236}">
                <a16:creationId xmlns:a16="http://schemas.microsoft.com/office/drawing/2014/main" id="{6DE2E0CC-A19C-42F9-A27E-6F22E703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85534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policy-execution-a">
            <a:extLst xmlns:a="http://schemas.openxmlformats.org/drawingml/2006/main">
              <a:ext uri="{FF2B5EF4-FFF2-40B4-BE49-F238E27FC236}">
                <a16:creationId xmlns:a16="http://schemas.microsoft.com/office/drawing/2014/main" id="{297AED82-82D8-489D-AD7A-61AE684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70294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policy-execution-b">
            <a:extLst xmlns:a="http://schemas.openxmlformats.org/drawingml/2006/main">
              <a:ext uri="{FF2B5EF4-FFF2-40B4-BE49-F238E27FC236}">
                <a16:creationId xmlns:a16="http://schemas.microsoft.com/office/drawing/2014/main" id="{64654FC3-D366-4E24-9518-DD801333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7639050"/>
            <a:ext cx="1905" cy="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1" name="credit">
            <a:extLst xmlns:a="http://schemas.openxmlformats.org/drawingml/2006/main">
              <a:ext uri="{FF2B5EF4-FFF2-40B4-BE49-F238E27FC236}">
                <a16:creationId xmlns:a16="http://schemas.microsoft.com/office/drawing/2014/main" id="{685F8061-C005-47E6-88FD-41173C76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9563100"/>
            <a:ext cx="2127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2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Source-layout reconstruction of He et al., RoboReact (2026), Figure 2, p. 3 · Native labels, panels and graph elements; photos, icons and equation strip remain raster · Private user-requested adaptation</a:t>
            </a:r>
          </a:p>
        </p:txBody>
      </p:sp>
      <p:sp>
        <p:nvSpPr>
          <p:cNvPr id="272" name="offset-curve">
            <a:extLst xmlns:a="http://schemas.openxmlformats.org/drawingml/2006/main">
              <a:ext uri="{FF2B5EF4-FFF2-40B4-BE49-F238E27FC236}">
                <a16:creationId xmlns:a16="http://schemas.microsoft.com/office/drawing/2014/main" id="{3AFF6FDE-6B79-4487-AD49-B441E2C7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17526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0" y="0"/>
                </a:moveTo>
                <a:cubicBezTo>
                  <a:pt x="552450" y="0"/>
                  <a:pt x="742950" y="171450"/>
                  <a:pt x="666750" y="323850"/>
                </a:cubicBezTo>
                <a:cubicBezTo>
                  <a:pt x="571500" y="457200"/>
                  <a:pt x="342900" y="514350"/>
                  <a:pt x="171450" y="533400"/>
                </a:cubicBezTo>
                <a:lnTo>
                  <a:pt x="190500" y="666750"/>
                </a:lnTo>
                <a:lnTo>
                  <a:pt x="0" y="495300"/>
                </a:lnTo>
                <a:lnTo>
                  <a:pt x="190500" y="342900"/>
                </a:lnTo>
                <a:lnTo>
                  <a:pt x="171450" y="438150"/>
                </a:lnTo>
                <a:cubicBezTo>
                  <a:pt x="476250" y="400050"/>
                  <a:pt x="628650" y="323850"/>
                  <a:pt x="628650" y="266700"/>
                </a:cubicBezTo>
                <a:cubicBezTo>
                  <a:pt x="552450" y="171450"/>
                  <a:pt x="285750" y="133350"/>
                  <a:pt x="0" y="133350"/>
                </a:cubicBezTo>
                <a:close/>
              </a:path>
            </a:pathLst>
          </a:custGeom>
          <a:solidFill xmlns:a="http://schemas.openxmlformats.org/drawingml/2006/main">
            <a:srgbClr val="5999AF"/>
          </a:solidFill>
          <a:ln xmlns:a="http://schemas.openxmlformats.org/drawingml/2006/main" w="9525">
            <a:solidFill>
              <a:srgbClr val="5999AF"/>
            </a:solidFill>
            <a:prstDash val="solid"/>
          </a:ln>
        </p:spPr>
      </p:sp>
      <p:sp>
        <p:nvSpPr>
          <p:cNvPr id="273" name="insert-curve">
            <a:extLst xmlns:a="http://schemas.openxmlformats.org/drawingml/2006/main">
              <a:ext uri="{FF2B5EF4-FFF2-40B4-BE49-F238E27FC236}">
                <a16:creationId xmlns:a16="http://schemas.microsoft.com/office/drawing/2014/main" id="{BCB6CBA2-1D70-49A2-AD27-A8343BE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29718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0" y="0"/>
                </a:moveTo>
                <a:cubicBezTo>
                  <a:pt x="552450" y="0"/>
                  <a:pt x="742950" y="171450"/>
                  <a:pt x="666750" y="323850"/>
                </a:cubicBezTo>
                <a:cubicBezTo>
                  <a:pt x="571500" y="457200"/>
                  <a:pt x="342900" y="514350"/>
                  <a:pt x="171450" y="533400"/>
                </a:cubicBezTo>
                <a:lnTo>
                  <a:pt x="190500" y="666750"/>
                </a:lnTo>
                <a:lnTo>
                  <a:pt x="0" y="495300"/>
                </a:lnTo>
                <a:lnTo>
                  <a:pt x="190500" y="342900"/>
                </a:lnTo>
                <a:lnTo>
                  <a:pt x="171450" y="438150"/>
                </a:lnTo>
                <a:cubicBezTo>
                  <a:pt x="476250" y="400050"/>
                  <a:pt x="628650" y="323850"/>
                  <a:pt x="628650" y="266700"/>
                </a:cubicBezTo>
                <a:cubicBezTo>
                  <a:pt x="552450" y="171450"/>
                  <a:pt x="285750" y="133350"/>
                  <a:pt x="0" y="133350"/>
                </a:cubicBezTo>
                <a:close/>
              </a:path>
            </a:pathLst>
          </a:custGeom>
          <a:solidFill xmlns:a="http://schemas.openxmlformats.org/drawingml/2006/main">
            <a:srgbClr val="5999AF"/>
          </a:solidFill>
          <a:ln xmlns:a="http://schemas.openxmlformats.org/drawingml/2006/main" w="9525">
            <a:solidFill>
              <a:srgbClr val="5999AF"/>
            </a:solidFill>
            <a:prstDash val="solid"/>
          </a:ln>
        </p:spPr>
      </p:sp>
      <p:sp>
        <p:nvSpPr>
          <p:cNvPr id="274" name="delete-curve">
            <a:extLst xmlns:a="http://schemas.openxmlformats.org/drawingml/2006/main">
              <a:ext uri="{FF2B5EF4-FFF2-40B4-BE49-F238E27FC236}">
                <a16:creationId xmlns:a16="http://schemas.microsoft.com/office/drawing/2014/main" id="{88CB48CA-BB77-4D01-A8B8-CB4D708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41910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0" y="0"/>
                </a:moveTo>
                <a:cubicBezTo>
                  <a:pt x="552450" y="0"/>
                  <a:pt x="742950" y="171450"/>
                  <a:pt x="666750" y="323850"/>
                </a:cubicBezTo>
                <a:cubicBezTo>
                  <a:pt x="571500" y="457200"/>
                  <a:pt x="342900" y="514350"/>
                  <a:pt x="171450" y="533400"/>
                </a:cubicBezTo>
                <a:lnTo>
                  <a:pt x="190500" y="666750"/>
                </a:lnTo>
                <a:lnTo>
                  <a:pt x="0" y="495300"/>
                </a:lnTo>
                <a:lnTo>
                  <a:pt x="190500" y="342900"/>
                </a:lnTo>
                <a:lnTo>
                  <a:pt x="171450" y="438150"/>
                </a:lnTo>
                <a:cubicBezTo>
                  <a:pt x="476250" y="400050"/>
                  <a:pt x="628650" y="323850"/>
                  <a:pt x="628650" y="266700"/>
                </a:cubicBezTo>
                <a:cubicBezTo>
                  <a:pt x="552450" y="171450"/>
                  <a:pt x="285750" y="133350"/>
                  <a:pt x="0" y="133350"/>
                </a:cubicBezTo>
                <a:close/>
              </a:path>
            </a:pathLst>
          </a:custGeom>
          <a:solidFill xmlns:a="http://schemas.openxmlformats.org/drawingml/2006/main">
            <a:srgbClr val="5999AF"/>
          </a:solidFill>
          <a:ln xmlns:a="http://schemas.openxmlformats.org/drawingml/2006/main" w="9525">
            <a:solidFill>
              <a:srgbClr val="5999AF"/>
            </a:solidFill>
            <a:prstDash val="solid"/>
          </a:ln>
        </p:spPr>
      </p:sp>
      <p:sp>
        <p:nvSpPr>
          <p:cNvPr id="275" name="more-curve">
            <a:extLst xmlns:a="http://schemas.openxmlformats.org/drawingml/2006/main">
              <a:ext uri="{FF2B5EF4-FFF2-40B4-BE49-F238E27FC236}">
                <a16:creationId xmlns:a16="http://schemas.microsoft.com/office/drawing/2014/main" id="{DA9D6084-E72C-4CB6-86F7-C96A0FC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52197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0" y="0"/>
                </a:moveTo>
                <a:cubicBezTo>
                  <a:pt x="552450" y="0"/>
                  <a:pt x="742950" y="171450"/>
                  <a:pt x="666750" y="323850"/>
                </a:cubicBezTo>
                <a:cubicBezTo>
                  <a:pt x="571500" y="457200"/>
                  <a:pt x="342900" y="514350"/>
                  <a:pt x="171450" y="533400"/>
                </a:cubicBezTo>
                <a:lnTo>
                  <a:pt x="190500" y="666750"/>
                </a:lnTo>
                <a:lnTo>
                  <a:pt x="0" y="495300"/>
                </a:lnTo>
                <a:lnTo>
                  <a:pt x="190500" y="342900"/>
                </a:lnTo>
                <a:lnTo>
                  <a:pt x="171450" y="438150"/>
                </a:lnTo>
                <a:cubicBezTo>
                  <a:pt x="476250" y="400050"/>
                  <a:pt x="628650" y="323850"/>
                  <a:pt x="628650" y="266700"/>
                </a:cubicBezTo>
                <a:cubicBezTo>
                  <a:pt x="552450" y="171450"/>
                  <a:pt x="285750" y="133350"/>
                  <a:pt x="0" y="133350"/>
                </a:cubicBezTo>
                <a:close/>
              </a:path>
            </a:pathLst>
          </a:custGeom>
          <a:solidFill xmlns:a="http://schemas.openxmlformats.org/drawingml/2006/main">
            <a:srgbClr val="5999AF"/>
          </a:solidFill>
          <a:ln xmlns:a="http://schemas.openxmlformats.org/drawingml/2006/main" w="9525">
            <a:solidFill>
              <a:srgbClr val="5999AF"/>
            </a:solidFill>
            <a:prstDash val="solid"/>
          </a:ln>
        </p:spPr>
      </p:sp>
      <p:sp>
        <p:nvSpPr>
          <p:cNvPr id="276" name="policy-execution-arrow">
            <a:extLst xmlns:a="http://schemas.openxmlformats.org/drawingml/2006/main">
              <a:ext uri="{FF2B5EF4-FFF2-40B4-BE49-F238E27FC236}">
                <a16:creationId xmlns:a16="http://schemas.microsoft.com/office/drawing/2014/main" id="{0754945C-51A6-43A6-A042-F795C713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029450"/>
            <a:ext cx="533400" cy="704850"/>
          </a:xfrm>
          <a:custGeom xmlns:a="http://schemas.openxmlformats.org/drawingml/2006/main">
            <a:pathLst>
              <a:path w="533400" h="704850">
                <a:moveTo>
                  <a:pt x="133350" y="0"/>
                </a:moveTo>
                <a:lnTo>
                  <a:pt x="400050" y="0"/>
                </a:lnTo>
                <a:lnTo>
                  <a:pt x="400050" y="438150"/>
                </a:lnTo>
                <a:lnTo>
                  <a:pt x="533400" y="438150"/>
                </a:lnTo>
                <a:lnTo>
                  <a:pt x="266700" y="704850"/>
                </a:lnTo>
                <a:lnTo>
                  <a:pt x="0" y="438150"/>
                </a:lnTo>
                <a:lnTo>
                  <a:pt x="133350" y="438150"/>
                </a:lnTo>
                <a:close/>
              </a:path>
            </a:pathLst>
          </a:custGeom>
          <a:solidFill xmlns:a="http://schemas.openxmlformats.org/drawingml/2006/main">
            <a:srgbClr val="B87315"/>
          </a:solidFill>
          <a:ln xmlns:a="http://schemas.openxmlformats.org/drawingml/2006/main" w="9525">
            <a:solidFill>
              <a:srgbClr val="645340"/>
            </a:solidFill>
            <a:prstDash val="solid"/>
          </a:ln>
        </p:spPr>
      </p:sp>
      <p:cxnSp>
        <p:nvCxn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7D70766-47F0-43D5-AF04-3C5C2D40E3E5}"/>
              </a:ext>
            </a:extLst>
          </p:cNvPr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 flipH="1">
            <a:off x="3028950" y="5296853"/>
            <a:ext cx="190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793AC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23521299-455E-484B-AB75-FE3F437027C0}"/>
              </a:ext>
            </a:extLst>
          </p:cNvPr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 flipH="1">
            <a:off x="9906000" y="3696653"/>
            <a:ext cx="190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8AD36C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008180A-BD5E-4586-A0EA-0119B05F000B}"/>
              </a:ext>
            </a:extLst>
          </p:cNvPr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 flipH="1">
            <a:off x="9906000" y="5334953"/>
            <a:ext cx="190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8AD36C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D11859C-C8C4-4BC5-A1DD-11B59EB421B8}"/>
              </a:ext>
            </a:extLst>
          </p:cNvPr>
          <p:cNvCxnSpPr>
            <a:stCxn xmlns:a="http://schemas.openxmlformats.org/drawingml/2006/main" id="115" idx="6"/>
            <a:endCxn xmlns:a="http://schemas.openxmlformats.org/drawingml/2006/main" id="116" idx="2"/>
          </p:cNvCxnSpPr>
          <p:nvPr/>
        </p:nvCxnSpPr>
        <p:spPr>
          <a:xfrm xmlns:a="http://schemas.openxmlformats.org/drawingml/2006/main">
            <a:off x="6172200" y="46672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CDDCE5B-A6BC-4259-8CFE-8043F2DB2BFD}"/>
              </a:ext>
            </a:extLst>
          </p:cNvPr>
          <p:cNvCxnSpPr>
            <a:stCxn xmlns:a="http://schemas.openxmlformats.org/drawingml/2006/main" id="116" idx="6"/>
            <a:endCxn xmlns:a="http://schemas.openxmlformats.org/drawingml/2006/main" id="117" idx="2"/>
          </p:cNvCxnSpPr>
          <p:nvPr/>
        </p:nvCxnSpPr>
        <p:spPr>
          <a:xfrm xmlns:a="http://schemas.openxmlformats.org/drawingml/2006/main">
            <a:off x="6572250" y="46672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0D53A4A-3A7C-46DE-96D6-E4A2378A8AE1}"/>
              </a:ext>
            </a:extLst>
          </p:cNvPr>
          <p:cNvCxnSpPr>
            <a:stCxn xmlns:a="http://schemas.openxmlformats.org/drawingml/2006/main" id="117" idx="6"/>
            <a:endCxn xmlns:a="http://schemas.openxmlformats.org/drawingml/2006/main" id="118" idx="2"/>
          </p:cNvCxnSpPr>
          <p:nvPr/>
        </p:nvCxnSpPr>
        <p:spPr>
          <a:xfrm xmlns:a="http://schemas.openxmlformats.org/drawingml/2006/main">
            <a:off x="6972300" y="46672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853215F-9F1F-4DF5-9DA3-2A5A7BAD3F8E}"/>
              </a:ext>
            </a:extLst>
          </p:cNvPr>
          <p:cNvCxnSpPr>
            <a:stCxn xmlns:a="http://schemas.openxmlformats.org/drawingml/2006/main" id="118" idx="6"/>
            <a:endCxn xmlns:a="http://schemas.openxmlformats.org/drawingml/2006/main" id="119" idx="2"/>
          </p:cNvCxnSpPr>
          <p:nvPr/>
        </p:nvCxnSpPr>
        <p:spPr>
          <a:xfrm xmlns:a="http://schemas.openxmlformats.org/drawingml/2006/main">
            <a:off x="7353300" y="4667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1DEAED5-D21C-4634-AB6F-385D00B38DF8}"/>
              </a:ext>
            </a:extLst>
          </p:cNvPr>
          <p:cNvCxnSpPr>
            <a:stCxn xmlns:a="http://schemas.openxmlformats.org/drawingml/2006/main" id="119" idx="6"/>
            <a:endCxn xmlns:a="http://schemas.openxmlformats.org/drawingml/2006/main" id="120" idx="2"/>
          </p:cNvCxnSpPr>
          <p:nvPr/>
        </p:nvCxnSpPr>
        <p:spPr>
          <a:xfrm xmlns:a="http://schemas.openxmlformats.org/drawingml/2006/main">
            <a:off x="7772400" y="46672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4A304A4-B6EF-4CE1-93FB-B68DD0BADAB0}"/>
              </a:ext>
            </a:extLst>
          </p:cNvPr>
          <p:cNvCxnSpPr>
            <a:stCxn xmlns:a="http://schemas.openxmlformats.org/drawingml/2006/main" id="121" idx="6"/>
            <a:endCxn xmlns:a="http://schemas.openxmlformats.org/drawingml/2006/main" id="122" idx="2"/>
          </p:cNvCxnSpPr>
          <p:nvPr/>
        </p:nvCxnSpPr>
        <p:spPr>
          <a:xfrm xmlns:a="http://schemas.openxmlformats.org/drawingml/2006/main">
            <a:off x="9753600" y="46672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E4BD01D-15AE-4798-A7A8-C79085B00D5F}"/>
              </a:ext>
            </a:extLst>
          </p:cNvPr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 flipH="1">
            <a:off x="6076950" y="4134803"/>
            <a:ext cx="190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30A6D20E-A926-4217-8110-04166EA99DB2}"/>
              </a:ext>
            </a:extLst>
          </p:cNvPr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 flipH="1">
            <a:off x="7239000" y="4115753"/>
            <a:ext cx="190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6E8A52A-AFFF-492B-8146-A4BAAEBDF876}"/>
              </a:ext>
            </a:extLst>
          </p:cNvPr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 flipH="1" flipV="1">
            <a:off x="6457950" y="4801553"/>
            <a:ext cx="190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8F6623CF-0C53-4325-82CA-72BB169514E1}"/>
              </a:ext>
            </a:extLst>
          </p:cNvPr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 flipH="1" flipV="1">
            <a:off x="9639300" y="4801553"/>
            <a:ext cx="190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5CF6592-B32A-4CE3-877D-D2960584AD7B}"/>
              </a:ext>
            </a:extLst>
          </p:cNvPr>
          <p:cNvCxnSpPr>
            <a:stCxn xmlns:a="http://schemas.openxmlformats.org/drawingml/2006/main" id="136" idx="6"/>
            <a:endCxn xmlns:a="http://schemas.openxmlformats.org/drawingml/2006/main" id="137" idx="2"/>
          </p:cNvCxnSpPr>
          <p:nvPr/>
        </p:nvCxnSpPr>
        <p:spPr>
          <a:xfrm xmlns:a="http://schemas.openxmlformats.org/drawingml/2006/main" flipV="1">
            <a:off x="6210300" y="5981700"/>
            <a:ext cx="43815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C4E667C-1CBA-4C68-B517-BDCBEEB48E48}"/>
              </a:ext>
            </a:extLst>
          </p:cNvPr>
          <p:cNvCxnSpPr>
            <a:stCxn xmlns:a="http://schemas.openxmlformats.org/drawingml/2006/main" id="137" idx="6"/>
            <a:endCxn xmlns:a="http://schemas.openxmlformats.org/drawingml/2006/main" id="138" idx="2"/>
          </p:cNvCxnSpPr>
          <p:nvPr/>
        </p:nvCxnSpPr>
        <p:spPr>
          <a:xfrm xmlns:a="http://schemas.openxmlformats.org/drawingml/2006/main">
            <a:off x="6915150" y="5981700"/>
            <a:ext cx="28575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32346CB-7B2C-4BC4-ADB2-A8FF05B72A6A}"/>
              </a:ext>
            </a:extLst>
          </p:cNvPr>
          <p:cNvCxnSpPr>
            <a:stCxn xmlns:a="http://schemas.openxmlformats.org/drawingml/2006/main" id="138" idx="6"/>
            <a:endCxn xmlns:a="http://schemas.openxmlformats.org/drawingml/2006/main" id="139" idx="2"/>
          </p:cNvCxnSpPr>
          <p:nvPr/>
        </p:nvCxnSpPr>
        <p:spPr>
          <a:xfrm xmlns:a="http://schemas.openxmlformats.org/drawingml/2006/main">
            <a:off x="7467600" y="6286500"/>
            <a:ext cx="1714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2AD160D-892A-4465-BB79-2FD7BE41EDDF}"/>
              </a:ext>
            </a:extLst>
          </p:cNvPr>
          <p:cNvCxnSpPr>
            <a:stCxn xmlns:a="http://schemas.openxmlformats.org/drawingml/2006/main" id="139" idx="6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7905750" y="6076950"/>
            <a:ext cx="3429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1F4EFBF9-BC80-4E58-92C7-F8730B136A21}"/>
              </a:ext>
            </a:extLst>
          </p:cNvPr>
          <p:cNvCxnSpPr>
            <a:stCxn xmlns:a="http://schemas.openxmlformats.org/drawingml/2006/main" id="140" idx="6"/>
            <a:endCxn xmlns:a="http://schemas.openxmlformats.org/drawingml/2006/main" id="141" idx="2"/>
          </p:cNvCxnSpPr>
          <p:nvPr/>
        </p:nvCxnSpPr>
        <p:spPr>
          <a:xfrm xmlns:a="http://schemas.openxmlformats.org/drawingml/2006/main">
            <a:off x="8515350" y="6076950"/>
            <a:ext cx="5905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902A2D4D-F066-48FB-9460-D381E24388A6}"/>
              </a:ext>
            </a:extLst>
          </p:cNvPr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 flipH="1">
            <a:off x="6648450" y="6096953"/>
            <a:ext cx="9715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96" name="selected-to-recover-waypoint-0">
            <a:extLst xmlns:a="http://schemas.openxmlformats.org/drawingml/2006/main">
              <a:ext uri="{FF2B5EF4-FFF2-40B4-BE49-F238E27FC236}">
                <a16:creationId xmlns:a16="http://schemas.microsoft.com/office/drawing/2014/main" id="{AE073ED5-D4E2-46C7-B1A0-FA2E525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169" y="67794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7" name="selected-to-recover-waypoint-1">
            <a:extLst xmlns:a="http://schemas.openxmlformats.org/drawingml/2006/main">
              <a:ext uri="{FF2B5EF4-FFF2-40B4-BE49-F238E27FC236}">
                <a16:creationId xmlns:a16="http://schemas.microsoft.com/office/drawing/2014/main" id="{E842D398-5775-4FC8-8A16-EAD9922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169" y="22645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06A13D7-C355-420C-8ED7-66EB633748D2}"/>
              </a:ext>
            </a:extLst>
          </p:cNvPr>
          <p:cNvCxnSpPr>
            <a:stCxn xmlns:a="http://schemas.openxmlformats.org/drawingml/2006/main" id="147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 flipV="1">
            <a:off x="5088255" y="6781800"/>
            <a:ext cx="452914" cy="952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77A70E0-0618-4C68-AC1C-3B56FB4E291E}"/>
              </a:ext>
            </a:extLst>
          </p:cNvPr>
          <p:cNvCxnSpPr>
            <a:stCxn xmlns:a="http://schemas.openxmlformats.org/drawingml/2006/main" id="296" idx="0"/>
            <a:endCxn xmlns:a="http://schemas.openxmlformats.org/drawingml/2006/main" id="297" idx="2"/>
          </p:cNvCxnSpPr>
          <p:nvPr/>
        </p:nvCxnSpPr>
        <p:spPr>
          <a:xfrm xmlns:a="http://schemas.openxmlformats.org/drawingml/2006/main" flipV="1">
            <a:off x="5543550" y="2269332"/>
            <a:ext cx="0" cy="4510087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3F570EC-1194-411E-A5B0-F1A517B4553F}"/>
              </a:ext>
            </a:extLst>
          </p:cNvPr>
          <p:cNvCxnSpPr>
            <a:stCxn xmlns:a="http://schemas.openxmlformats.org/drawingml/2006/main" id="297" idx="3"/>
            <a:endCxn xmlns:a="http://schemas.openxmlformats.org/drawingml/2006/main" id="148" idx="1"/>
          </p:cNvCxnSpPr>
          <p:nvPr/>
        </p:nvCxnSpPr>
        <p:spPr>
          <a:xfrm xmlns:a="http://schemas.openxmlformats.org/drawingml/2006/main">
            <a:off x="5545932" y="2266951"/>
            <a:ext cx="454818" cy="952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01" name="recover-to-policy-waypoint-0">
            <a:extLst xmlns:a="http://schemas.openxmlformats.org/drawingml/2006/main">
              <a:ext uri="{FF2B5EF4-FFF2-40B4-BE49-F238E27FC236}">
                <a16:creationId xmlns:a16="http://schemas.microsoft.com/office/drawing/2014/main" id="{268DBBA0-2F43-4EA5-AED9-49F2D5E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6550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recover-to-policy-waypoint-1">
            <a:extLst xmlns:a="http://schemas.openxmlformats.org/drawingml/2006/main">
              <a:ext uri="{FF2B5EF4-FFF2-40B4-BE49-F238E27FC236}">
                <a16:creationId xmlns:a16="http://schemas.microsoft.com/office/drawing/2014/main" id="{780D6D1D-5CF4-4F88-AAA5-4CD278DC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350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85F5E6F5-861D-4132-9CAA-57DBD101B703}"/>
              </a:ext>
            </a:extLst>
          </p:cNvPr>
          <p:cNvCxnSpPr>
            <a:stCxn xmlns:a="http://schemas.openxmlformats.org/drawingml/2006/main" id="149" idx="3"/>
            <a:endCxn xmlns:a="http://schemas.openxmlformats.org/drawingml/2006/main" id="301" idx="1"/>
          </p:cNvCxnSpPr>
          <p:nvPr/>
        </p:nvCxnSpPr>
        <p:spPr>
          <a:xfrm xmlns:a="http://schemas.openxmlformats.org/drawingml/2006/main" flipV="1">
            <a:off x="10593705" y="6553200"/>
            <a:ext cx="148114" cy="952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4415997-8DA3-49AE-8DB9-BC796062D9A8}"/>
              </a:ext>
            </a:extLst>
          </p:cNvPr>
          <p:cNvCxnSpPr>
            <a:stCxn xmlns:a="http://schemas.openxmlformats.org/drawingml/2006/main" id="301" idx="0"/>
            <a:endCxn xmlns:a="http://schemas.openxmlformats.org/drawingml/2006/main" id="302" idx="2"/>
          </p:cNvCxnSpPr>
          <p:nvPr/>
        </p:nvCxnSpPr>
        <p:spPr>
          <a:xfrm xmlns:a="http://schemas.openxmlformats.org/drawingml/2006/main" flipV="1">
            <a:off x="10744201" y="1354932"/>
            <a:ext cx="0" cy="5195887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16E8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74D613A-0E9A-4676-9B33-C39FADBF72C4}"/>
              </a:ext>
            </a:extLst>
          </p:cNvPr>
          <p:cNvCxnSpPr>
            <a:stCxn xmlns:a="http://schemas.openxmlformats.org/drawingml/2006/main" id="302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>
            <a:off x="10746582" y="1352551"/>
            <a:ext cx="283368" cy="952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E7DD1668-7343-42D7-AC38-725E1579EB09}"/>
              </a:ext>
            </a:extLst>
          </p:cNvPr>
          <p:cNvCxnSpPr>
            <a:stCxn xmlns:a="http://schemas.openxmlformats.org/drawingml/2006/main" id="155" idx="6"/>
            <a:endCxn xmlns:a="http://schemas.openxmlformats.org/drawingml/2006/main" id="156" idx="2"/>
          </p:cNvCxnSpPr>
          <p:nvPr/>
        </p:nvCxnSpPr>
        <p:spPr>
          <a:xfrm xmlns:a="http://schemas.openxmlformats.org/drawingml/2006/main" flipV="1">
            <a:off x="11334750" y="990600"/>
            <a:ext cx="1333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59CCFF5-2C6F-4611-BDEB-AC24B9555BBE}"/>
              </a:ext>
            </a:extLst>
          </p:cNvPr>
          <p:cNvCxnSpPr>
            <a:stCxn xmlns:a="http://schemas.openxmlformats.org/drawingml/2006/main" id="155" idx="6"/>
            <a:endCxn xmlns:a="http://schemas.openxmlformats.org/drawingml/2006/main" id="157" idx="2"/>
          </p:cNvCxnSpPr>
          <p:nvPr/>
        </p:nvCxnSpPr>
        <p:spPr>
          <a:xfrm xmlns:a="http://schemas.openxmlformats.org/drawingml/2006/main">
            <a:off x="11334750" y="1276350"/>
            <a:ext cx="2667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FF3AAAD-7E29-45F0-96E8-16E4664EFE6B}"/>
              </a:ext>
            </a:extLst>
          </p:cNvPr>
          <p:cNvCxnSpPr>
            <a:stCxn xmlns:a="http://schemas.openxmlformats.org/drawingml/2006/main" id="155" idx="6"/>
            <a:endCxn xmlns:a="http://schemas.openxmlformats.org/drawingml/2006/main" id="158" idx="2"/>
          </p:cNvCxnSpPr>
          <p:nvPr/>
        </p:nvCxnSpPr>
        <p:spPr>
          <a:xfrm xmlns:a="http://schemas.openxmlformats.org/drawingml/2006/main">
            <a:off x="11334750" y="1276350"/>
            <a:ext cx="1524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70FA143-D8DC-4B8F-911E-16D1E3FDE41A}"/>
              </a:ext>
            </a:extLst>
          </p:cNvPr>
          <p:cNvCxnSpPr>
            <a:stCxn xmlns:a="http://schemas.openxmlformats.org/drawingml/2006/main" id="156" idx="6"/>
            <a:endCxn xmlns:a="http://schemas.openxmlformats.org/drawingml/2006/main" id="159" idx="2"/>
          </p:cNvCxnSpPr>
          <p:nvPr/>
        </p:nvCxnSpPr>
        <p:spPr>
          <a:xfrm xmlns:a="http://schemas.openxmlformats.org/drawingml/2006/main">
            <a:off x="11734800" y="990600"/>
            <a:ext cx="4000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F997C53-378D-45AF-9701-BEDD146A15BE}"/>
              </a:ext>
            </a:extLst>
          </p:cNvPr>
          <p:cNvCxnSpPr>
            <a:stCxn xmlns:a="http://schemas.openxmlformats.org/drawingml/2006/main" id="157" idx="6"/>
            <a:endCxn xmlns:a="http://schemas.openxmlformats.org/drawingml/2006/main" id="159" idx="2"/>
          </p:cNvCxnSpPr>
          <p:nvPr/>
        </p:nvCxnSpPr>
        <p:spPr>
          <a:xfrm xmlns:a="http://schemas.openxmlformats.org/drawingml/2006/main" flipV="1">
            <a:off x="11868150" y="1123950"/>
            <a:ext cx="2667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79D46AD1-070C-4416-B396-CA1196685B0B}"/>
              </a:ext>
            </a:extLst>
          </p:cNvPr>
          <p:cNvCxnSpPr>
            <a:stCxn xmlns:a="http://schemas.openxmlformats.org/drawingml/2006/main" id="158" idx="6"/>
            <a:endCxn xmlns:a="http://schemas.openxmlformats.org/drawingml/2006/main" id="159" idx="2"/>
          </p:cNvCxnSpPr>
          <p:nvPr/>
        </p:nvCxnSpPr>
        <p:spPr>
          <a:xfrm xmlns:a="http://schemas.openxmlformats.org/drawingml/2006/main" flipV="1">
            <a:off x="11753850" y="1123950"/>
            <a:ext cx="3810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1ED77B0-45C5-4EF2-B1CE-8F7F8DB6FEF8}"/>
              </a:ext>
            </a:extLst>
          </p:cNvPr>
          <p:cNvCxnSpPr>
            <a:stCxn xmlns:a="http://schemas.openxmlformats.org/drawingml/2006/main" id="159" idx="6"/>
            <a:endCxn xmlns:a="http://schemas.openxmlformats.org/drawingml/2006/main" id="160" idx="2"/>
          </p:cNvCxnSpPr>
          <p:nvPr/>
        </p:nvCxnSpPr>
        <p:spPr>
          <a:xfrm xmlns:a="http://schemas.openxmlformats.org/drawingml/2006/main">
            <a:off x="12401550" y="1123950"/>
            <a:ext cx="30480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7B5AFEA-48C4-49CA-A82E-661AA98038E6}"/>
              </a:ext>
            </a:extLst>
          </p:cNvPr>
          <p:cNvCxnSpPr>
            <a:stCxn xmlns:a="http://schemas.openxmlformats.org/drawingml/2006/main" id="160" idx="6"/>
            <a:endCxn xmlns:a="http://schemas.openxmlformats.org/drawingml/2006/main" id="161" idx="2"/>
          </p:cNvCxnSpPr>
          <p:nvPr/>
        </p:nvCxnSpPr>
        <p:spPr>
          <a:xfrm xmlns:a="http://schemas.openxmlformats.org/drawingml/2006/main" flipV="1">
            <a:off x="12973050" y="1143000"/>
            <a:ext cx="41910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F0489E4-B340-433A-8459-8DFE990BDB22}"/>
              </a:ext>
            </a:extLst>
          </p:cNvPr>
          <p:cNvCxnSpPr>
            <a:stCxn xmlns:a="http://schemas.openxmlformats.org/drawingml/2006/main" id="161" idx="6"/>
            <a:endCxn xmlns:a="http://schemas.openxmlformats.org/drawingml/2006/main" id="162" idx="2"/>
          </p:cNvCxnSpPr>
          <p:nvPr/>
        </p:nvCxnSpPr>
        <p:spPr>
          <a:xfrm xmlns:a="http://schemas.openxmlformats.org/drawingml/2006/main">
            <a:off x="13658850" y="1143000"/>
            <a:ext cx="2286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2A992D3-EE60-406E-8609-180D4445B289}"/>
              </a:ext>
            </a:extLst>
          </p:cNvPr>
          <p:cNvCxnSpPr>
            <a:stCxn xmlns:a="http://schemas.openxmlformats.org/drawingml/2006/main" id="167" idx="6"/>
            <a:endCxn xmlns:a="http://schemas.openxmlformats.org/drawingml/2006/main" id="168" idx="2"/>
          </p:cNvCxnSpPr>
          <p:nvPr/>
        </p:nvCxnSpPr>
        <p:spPr>
          <a:xfrm xmlns:a="http://schemas.openxmlformats.org/drawingml/2006/main" flipV="1">
            <a:off x="11334750" y="2209800"/>
            <a:ext cx="1333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BDEC18C-0559-4957-B1D2-C3C750FD8C1E}"/>
              </a:ext>
            </a:extLst>
          </p:cNvPr>
          <p:cNvCxnSpPr>
            <a:stCxn xmlns:a="http://schemas.openxmlformats.org/drawingml/2006/main" id="167" idx="6"/>
            <a:endCxn xmlns:a="http://schemas.openxmlformats.org/drawingml/2006/main" id="169" idx="2"/>
          </p:cNvCxnSpPr>
          <p:nvPr/>
        </p:nvCxnSpPr>
        <p:spPr>
          <a:xfrm xmlns:a="http://schemas.openxmlformats.org/drawingml/2006/main">
            <a:off x="11334750" y="2495550"/>
            <a:ext cx="2667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CAB88F4-ED42-4C73-91F8-D6927ADEC75D}"/>
              </a:ext>
            </a:extLst>
          </p:cNvPr>
          <p:cNvCxnSpPr>
            <a:stCxn xmlns:a="http://schemas.openxmlformats.org/drawingml/2006/main" id="167" idx="6"/>
            <a:endCxn xmlns:a="http://schemas.openxmlformats.org/drawingml/2006/main" id="170" idx="2"/>
          </p:cNvCxnSpPr>
          <p:nvPr/>
        </p:nvCxnSpPr>
        <p:spPr>
          <a:xfrm xmlns:a="http://schemas.openxmlformats.org/drawingml/2006/main">
            <a:off x="11334750" y="2495550"/>
            <a:ext cx="1524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980C5C8-485C-41B8-B0F9-37BC8C3B8021}"/>
              </a:ext>
            </a:extLst>
          </p:cNvPr>
          <p:cNvCxnSpPr>
            <a:stCxn xmlns:a="http://schemas.openxmlformats.org/drawingml/2006/main" id="168" idx="6"/>
            <a:endCxn xmlns:a="http://schemas.openxmlformats.org/drawingml/2006/main" id="171" idx="2"/>
          </p:cNvCxnSpPr>
          <p:nvPr/>
        </p:nvCxnSpPr>
        <p:spPr>
          <a:xfrm xmlns:a="http://schemas.openxmlformats.org/drawingml/2006/main">
            <a:off x="11734800" y="2209800"/>
            <a:ext cx="4000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733F33A3-A69D-45B5-8BB6-98C71CC178EE}"/>
              </a:ext>
            </a:extLst>
          </p:cNvPr>
          <p:cNvCxnSpPr>
            <a:stCxn xmlns:a="http://schemas.openxmlformats.org/drawingml/2006/main" id="169" idx="6"/>
            <a:endCxn xmlns:a="http://schemas.openxmlformats.org/drawingml/2006/main" id="171" idx="2"/>
          </p:cNvCxnSpPr>
          <p:nvPr/>
        </p:nvCxnSpPr>
        <p:spPr>
          <a:xfrm xmlns:a="http://schemas.openxmlformats.org/drawingml/2006/main" flipV="1">
            <a:off x="11868150" y="2362200"/>
            <a:ext cx="266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468E16B1-1887-4D44-A509-AD18B71BC9E1}"/>
              </a:ext>
            </a:extLst>
          </p:cNvPr>
          <p:cNvCxnSpPr>
            <a:stCxn xmlns:a="http://schemas.openxmlformats.org/drawingml/2006/main" id="170" idx="6"/>
            <a:endCxn xmlns:a="http://schemas.openxmlformats.org/drawingml/2006/main" id="171" idx="2"/>
          </p:cNvCxnSpPr>
          <p:nvPr/>
        </p:nvCxnSpPr>
        <p:spPr>
          <a:xfrm xmlns:a="http://schemas.openxmlformats.org/drawingml/2006/main" flipV="1">
            <a:off x="11753850" y="2362200"/>
            <a:ext cx="3810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B5D4ECD-35D3-4616-AEEB-B94B44467E7E}"/>
              </a:ext>
            </a:extLst>
          </p:cNvPr>
          <p:cNvCxnSpPr>
            <a:stCxn xmlns:a="http://schemas.openxmlformats.org/drawingml/2006/main" id="171" idx="6"/>
            <a:endCxn xmlns:a="http://schemas.openxmlformats.org/drawingml/2006/main" id="172" idx="2"/>
          </p:cNvCxnSpPr>
          <p:nvPr/>
        </p:nvCxnSpPr>
        <p:spPr>
          <a:xfrm xmlns:a="http://schemas.openxmlformats.org/drawingml/2006/main">
            <a:off x="12401550" y="2362200"/>
            <a:ext cx="30480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EAED560-DFE3-40C3-82F0-1A619B09DC6F}"/>
              </a:ext>
            </a:extLst>
          </p:cNvPr>
          <p:cNvCxnSpPr>
            <a:stCxn xmlns:a="http://schemas.openxmlformats.org/drawingml/2006/main" id="172" idx="6"/>
            <a:endCxn xmlns:a="http://schemas.openxmlformats.org/drawingml/2006/main" id="173" idx="2"/>
          </p:cNvCxnSpPr>
          <p:nvPr/>
        </p:nvCxnSpPr>
        <p:spPr>
          <a:xfrm xmlns:a="http://schemas.openxmlformats.org/drawingml/2006/main" flipV="1">
            <a:off x="12973050" y="2381250"/>
            <a:ext cx="41910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E6E39E3-ABAA-4614-8042-6661E98B12AD}"/>
              </a:ext>
            </a:extLst>
          </p:cNvPr>
          <p:cNvCxnSpPr>
            <a:stCxn xmlns:a="http://schemas.openxmlformats.org/drawingml/2006/main" id="173" idx="6"/>
            <a:endCxn xmlns:a="http://schemas.openxmlformats.org/drawingml/2006/main" id="174" idx="2"/>
          </p:cNvCxnSpPr>
          <p:nvPr/>
        </p:nvCxnSpPr>
        <p:spPr>
          <a:xfrm xmlns:a="http://schemas.openxmlformats.org/drawingml/2006/main">
            <a:off x="13658850" y="2381250"/>
            <a:ext cx="22860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DEBEE4A4-E97A-4F09-86DF-AFB6AE5B9ACB}"/>
              </a:ext>
            </a:extLst>
          </p:cNvPr>
          <p:cNvCxnSpPr>
            <a:stCxn xmlns:a="http://schemas.openxmlformats.org/drawingml/2006/main" id="179" idx="6"/>
            <a:endCxn xmlns:a="http://schemas.openxmlformats.org/drawingml/2006/main" id="180" idx="2"/>
          </p:cNvCxnSpPr>
          <p:nvPr/>
        </p:nvCxnSpPr>
        <p:spPr>
          <a:xfrm xmlns:a="http://schemas.openxmlformats.org/drawingml/2006/main" flipV="1">
            <a:off x="11334750" y="3429000"/>
            <a:ext cx="1333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F25F9760-FCE6-42A8-8614-E348BA0B7B9C}"/>
              </a:ext>
            </a:extLst>
          </p:cNvPr>
          <p:cNvCxnSpPr>
            <a:stCxn xmlns:a="http://schemas.openxmlformats.org/drawingml/2006/main" id="179" idx="6"/>
            <a:endCxn xmlns:a="http://schemas.openxmlformats.org/drawingml/2006/main" id="181" idx="2"/>
          </p:cNvCxnSpPr>
          <p:nvPr/>
        </p:nvCxnSpPr>
        <p:spPr>
          <a:xfrm xmlns:a="http://schemas.openxmlformats.org/drawingml/2006/main">
            <a:off x="11334750" y="3714750"/>
            <a:ext cx="2667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84CBBCA-0DE7-4CFF-80DB-2FB813A093F2}"/>
              </a:ext>
            </a:extLst>
          </p:cNvPr>
          <p:cNvCxnSpPr>
            <a:stCxn xmlns:a="http://schemas.openxmlformats.org/drawingml/2006/main" id="179" idx="6"/>
            <a:endCxn xmlns:a="http://schemas.openxmlformats.org/drawingml/2006/main" id="182" idx="2"/>
          </p:cNvCxnSpPr>
          <p:nvPr/>
        </p:nvCxnSpPr>
        <p:spPr>
          <a:xfrm xmlns:a="http://schemas.openxmlformats.org/drawingml/2006/main">
            <a:off x="11334750" y="3714750"/>
            <a:ext cx="1524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8D65E1DB-B2D2-47E7-B705-4A812CA2A668}"/>
              </a:ext>
            </a:extLst>
          </p:cNvPr>
          <p:cNvCxnSpPr>
            <a:stCxn xmlns:a="http://schemas.openxmlformats.org/drawingml/2006/main" id="180" idx="6"/>
            <a:endCxn xmlns:a="http://schemas.openxmlformats.org/drawingml/2006/main" id="183" idx="2"/>
          </p:cNvCxnSpPr>
          <p:nvPr/>
        </p:nvCxnSpPr>
        <p:spPr>
          <a:xfrm xmlns:a="http://schemas.openxmlformats.org/drawingml/2006/main">
            <a:off x="11734800" y="3429000"/>
            <a:ext cx="4000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79C5527-10BA-4A15-BBD5-BCBD54C82052}"/>
              </a:ext>
            </a:extLst>
          </p:cNvPr>
          <p:cNvCxnSpPr>
            <a:stCxn xmlns:a="http://schemas.openxmlformats.org/drawingml/2006/main" id="181" idx="6"/>
            <a:endCxn xmlns:a="http://schemas.openxmlformats.org/drawingml/2006/main" id="183" idx="2"/>
          </p:cNvCxnSpPr>
          <p:nvPr/>
        </p:nvCxnSpPr>
        <p:spPr>
          <a:xfrm xmlns:a="http://schemas.openxmlformats.org/drawingml/2006/main" flipV="1">
            <a:off x="11868150" y="3581400"/>
            <a:ext cx="266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2DB2DB9-A4BA-47DA-B97D-FDCBA99F93BA}"/>
              </a:ext>
            </a:extLst>
          </p:cNvPr>
          <p:cNvCxnSpPr>
            <a:stCxn xmlns:a="http://schemas.openxmlformats.org/drawingml/2006/main" id="182" idx="6"/>
            <a:endCxn xmlns:a="http://schemas.openxmlformats.org/drawingml/2006/main" id="183" idx="2"/>
          </p:cNvCxnSpPr>
          <p:nvPr/>
        </p:nvCxnSpPr>
        <p:spPr>
          <a:xfrm xmlns:a="http://schemas.openxmlformats.org/drawingml/2006/main" flipV="1">
            <a:off x="11753850" y="3581400"/>
            <a:ext cx="3810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7327677-379C-4577-A3CF-CA099EEEE07E}"/>
              </a:ext>
            </a:extLst>
          </p:cNvPr>
          <p:cNvCxnSpPr>
            <a:stCxn xmlns:a="http://schemas.openxmlformats.org/drawingml/2006/main" id="183" idx="6"/>
            <a:endCxn xmlns:a="http://schemas.openxmlformats.org/drawingml/2006/main" id="184" idx="2"/>
          </p:cNvCxnSpPr>
          <p:nvPr/>
        </p:nvCxnSpPr>
        <p:spPr>
          <a:xfrm xmlns:a="http://schemas.openxmlformats.org/drawingml/2006/main" flipV="1">
            <a:off x="12401550" y="3448050"/>
            <a:ext cx="4000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8B16BB69-4EB5-437E-87DD-81D2218E4FBB}"/>
              </a:ext>
            </a:extLst>
          </p:cNvPr>
          <p:cNvCxnSpPr>
            <a:stCxn xmlns:a="http://schemas.openxmlformats.org/drawingml/2006/main" id="184" idx="6"/>
            <a:endCxn xmlns:a="http://schemas.openxmlformats.org/drawingml/2006/main" id="185" idx="2"/>
          </p:cNvCxnSpPr>
          <p:nvPr/>
        </p:nvCxnSpPr>
        <p:spPr>
          <a:xfrm xmlns:a="http://schemas.openxmlformats.org/drawingml/2006/main">
            <a:off x="13068300" y="3448050"/>
            <a:ext cx="3048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8E23D85-AB7A-4D40-B322-E1FBDAC1FE70}"/>
              </a:ext>
            </a:extLst>
          </p:cNvPr>
          <p:cNvCxnSpPr>
            <a:stCxn xmlns:a="http://schemas.openxmlformats.org/drawingml/2006/main" id="185" idx="6"/>
            <a:endCxn xmlns:a="http://schemas.openxmlformats.org/drawingml/2006/main" id="186" idx="2"/>
          </p:cNvCxnSpPr>
          <p:nvPr/>
        </p:nvCxnSpPr>
        <p:spPr>
          <a:xfrm xmlns:a="http://schemas.openxmlformats.org/drawingml/2006/main">
            <a:off x="13639800" y="3619500"/>
            <a:ext cx="2476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E4A2616-AE76-4EDD-9956-BA5A3063B019}"/>
              </a:ext>
            </a:extLst>
          </p:cNvPr>
          <p:cNvCxnSpPr>
            <a:stCxn xmlns:a="http://schemas.openxmlformats.org/drawingml/2006/main" id="191" idx="6"/>
            <a:endCxn xmlns:a="http://schemas.openxmlformats.org/drawingml/2006/main" id="192" idx="2"/>
          </p:cNvCxnSpPr>
          <p:nvPr/>
        </p:nvCxnSpPr>
        <p:spPr>
          <a:xfrm xmlns:a="http://schemas.openxmlformats.org/drawingml/2006/main" flipV="1">
            <a:off x="11334750" y="4648200"/>
            <a:ext cx="1333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A03C5C1-15BF-478E-AC0C-27F3796D0CC7}"/>
              </a:ext>
            </a:extLst>
          </p:cNvPr>
          <p:cNvCxnSpPr>
            <a:stCxn xmlns:a="http://schemas.openxmlformats.org/drawingml/2006/main" id="191" idx="6"/>
            <a:endCxn xmlns:a="http://schemas.openxmlformats.org/drawingml/2006/main" id="193" idx="2"/>
          </p:cNvCxnSpPr>
          <p:nvPr/>
        </p:nvCxnSpPr>
        <p:spPr>
          <a:xfrm xmlns:a="http://schemas.openxmlformats.org/drawingml/2006/main">
            <a:off x="11334750" y="4933950"/>
            <a:ext cx="2667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973E43A-CAE9-4A2E-8EFD-5586C1013F1B}"/>
              </a:ext>
            </a:extLst>
          </p:cNvPr>
          <p:cNvCxnSpPr>
            <a:stCxn xmlns:a="http://schemas.openxmlformats.org/drawingml/2006/main" id="191" idx="6"/>
            <a:endCxn xmlns:a="http://schemas.openxmlformats.org/drawingml/2006/main" id="194" idx="2"/>
          </p:cNvCxnSpPr>
          <p:nvPr/>
        </p:nvCxnSpPr>
        <p:spPr>
          <a:xfrm xmlns:a="http://schemas.openxmlformats.org/drawingml/2006/main">
            <a:off x="11334750" y="4933950"/>
            <a:ext cx="1524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CCE172FE-FAF9-4C8E-B25E-9A745A06091D}"/>
              </a:ext>
            </a:extLst>
          </p:cNvPr>
          <p:cNvCxnSpPr>
            <a:stCxn xmlns:a="http://schemas.openxmlformats.org/drawingml/2006/main" id="192" idx="6"/>
            <a:endCxn xmlns:a="http://schemas.openxmlformats.org/drawingml/2006/main" id="195" idx="2"/>
          </p:cNvCxnSpPr>
          <p:nvPr/>
        </p:nvCxnSpPr>
        <p:spPr>
          <a:xfrm xmlns:a="http://schemas.openxmlformats.org/drawingml/2006/main">
            <a:off x="11734800" y="4648200"/>
            <a:ext cx="4000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4D620C6-9D41-47EF-AF7C-5FFFB12B4267}"/>
              </a:ext>
            </a:extLst>
          </p:cNvPr>
          <p:cNvCxnSpPr>
            <a:stCxn xmlns:a="http://schemas.openxmlformats.org/drawingml/2006/main" id="193" idx="6"/>
            <a:endCxn xmlns:a="http://schemas.openxmlformats.org/drawingml/2006/main" id="195" idx="2"/>
          </p:cNvCxnSpPr>
          <p:nvPr/>
        </p:nvCxnSpPr>
        <p:spPr>
          <a:xfrm xmlns:a="http://schemas.openxmlformats.org/drawingml/2006/main" flipV="1">
            <a:off x="11868150" y="4800600"/>
            <a:ext cx="266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144A55D-B351-4099-8182-49EBDE5EA77B}"/>
              </a:ext>
            </a:extLst>
          </p:cNvPr>
          <p:cNvCxnSpPr>
            <a:stCxn xmlns:a="http://schemas.openxmlformats.org/drawingml/2006/main" id="194" idx="6"/>
            <a:endCxn xmlns:a="http://schemas.openxmlformats.org/drawingml/2006/main" id="195" idx="2"/>
          </p:cNvCxnSpPr>
          <p:nvPr/>
        </p:nvCxnSpPr>
        <p:spPr>
          <a:xfrm xmlns:a="http://schemas.openxmlformats.org/drawingml/2006/main" flipV="1">
            <a:off x="11753850" y="4800600"/>
            <a:ext cx="3810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EFB648F-E9D2-40CA-A207-7DEAD46C3CE7}"/>
              </a:ext>
            </a:extLst>
          </p:cNvPr>
          <p:cNvCxnSpPr>
            <a:stCxn xmlns:a="http://schemas.openxmlformats.org/drawingml/2006/main" id="195" idx="6"/>
            <a:endCxn xmlns:a="http://schemas.openxmlformats.org/drawingml/2006/main" id="196" idx="2"/>
          </p:cNvCxnSpPr>
          <p:nvPr/>
        </p:nvCxnSpPr>
        <p:spPr>
          <a:xfrm xmlns:a="http://schemas.openxmlformats.org/drawingml/2006/main" flipV="1">
            <a:off x="12401550" y="4686300"/>
            <a:ext cx="40005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600690A-0466-402D-BE56-426637876C70}"/>
              </a:ext>
            </a:extLst>
          </p:cNvPr>
          <p:cNvCxnSpPr>
            <a:stCxn xmlns:a="http://schemas.openxmlformats.org/drawingml/2006/main" id="196" idx="6"/>
            <a:endCxn xmlns:a="http://schemas.openxmlformats.org/drawingml/2006/main" id="197" idx="2"/>
          </p:cNvCxnSpPr>
          <p:nvPr/>
        </p:nvCxnSpPr>
        <p:spPr>
          <a:xfrm xmlns:a="http://schemas.openxmlformats.org/drawingml/2006/main">
            <a:off x="13068300" y="4686300"/>
            <a:ext cx="3048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93E3E40-0759-498C-B7C0-A338EB8961B4}"/>
              </a:ext>
            </a:extLst>
          </p:cNvPr>
          <p:cNvCxnSpPr>
            <a:stCxn xmlns:a="http://schemas.openxmlformats.org/drawingml/2006/main" id="197" idx="6"/>
            <a:endCxn xmlns:a="http://schemas.openxmlformats.org/drawingml/2006/main" id="198" idx="2"/>
          </p:cNvCxnSpPr>
          <p:nvPr/>
        </p:nvCxnSpPr>
        <p:spPr>
          <a:xfrm xmlns:a="http://schemas.openxmlformats.org/drawingml/2006/main">
            <a:off x="13639800" y="4838700"/>
            <a:ext cx="4000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BF966267-96BF-43F3-8DA9-EC604C0E11D1}"/>
              </a:ext>
            </a:extLst>
          </p:cNvPr>
          <p:cNvCxnSpPr>
            <a:stCxn xmlns:a="http://schemas.openxmlformats.org/drawingml/2006/main" id="198" idx="6"/>
            <a:endCxn xmlns:a="http://schemas.openxmlformats.org/drawingml/2006/main" id="199" idx="2"/>
          </p:cNvCxnSpPr>
          <p:nvPr/>
        </p:nvCxnSpPr>
        <p:spPr>
          <a:xfrm xmlns:a="http://schemas.openxmlformats.org/drawingml/2006/main" flipH="1">
            <a:off x="13887450" y="4933950"/>
            <a:ext cx="41910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E5C98EE-4CE0-4269-884B-4387226ADE4B}"/>
              </a:ext>
            </a:extLst>
          </p:cNvPr>
          <p:cNvCxnSpPr>
            <a:stCxn xmlns:a="http://schemas.openxmlformats.org/drawingml/2006/main" id="204" idx="6"/>
            <a:endCxn xmlns:a="http://schemas.openxmlformats.org/drawingml/2006/main" id="205" idx="2"/>
          </p:cNvCxnSpPr>
          <p:nvPr/>
        </p:nvCxnSpPr>
        <p:spPr>
          <a:xfrm xmlns:a="http://schemas.openxmlformats.org/drawingml/2006/main" flipV="1">
            <a:off x="11334750" y="6172200"/>
            <a:ext cx="1333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9209811-C8FD-438D-B13B-A677625F6805}"/>
              </a:ext>
            </a:extLst>
          </p:cNvPr>
          <p:cNvCxnSpPr>
            <a:stCxn xmlns:a="http://schemas.openxmlformats.org/drawingml/2006/main" id="204" idx="6"/>
            <a:endCxn xmlns:a="http://schemas.openxmlformats.org/drawingml/2006/main" id="206" idx="2"/>
          </p:cNvCxnSpPr>
          <p:nvPr/>
        </p:nvCxnSpPr>
        <p:spPr>
          <a:xfrm xmlns:a="http://schemas.openxmlformats.org/drawingml/2006/main">
            <a:off x="11334750" y="6457950"/>
            <a:ext cx="2667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00FE3AE7-D0C7-4E5F-AE79-4481758CC28D}"/>
              </a:ext>
            </a:extLst>
          </p:cNvPr>
          <p:cNvCxnSpPr>
            <a:stCxn xmlns:a="http://schemas.openxmlformats.org/drawingml/2006/main" id="204" idx="6"/>
            <a:endCxn xmlns:a="http://schemas.openxmlformats.org/drawingml/2006/main" id="207" idx="2"/>
          </p:cNvCxnSpPr>
          <p:nvPr/>
        </p:nvCxnSpPr>
        <p:spPr>
          <a:xfrm xmlns:a="http://schemas.openxmlformats.org/drawingml/2006/main">
            <a:off x="11334750" y="6457950"/>
            <a:ext cx="1524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7A8BEDDC-B037-49B1-8CFC-031CC3244482}"/>
              </a:ext>
            </a:extLst>
          </p:cNvPr>
          <p:cNvCxnSpPr>
            <a:stCxn xmlns:a="http://schemas.openxmlformats.org/drawingml/2006/main" id="205" idx="6"/>
            <a:endCxn xmlns:a="http://schemas.openxmlformats.org/drawingml/2006/main" id="208" idx="2"/>
          </p:cNvCxnSpPr>
          <p:nvPr/>
        </p:nvCxnSpPr>
        <p:spPr>
          <a:xfrm xmlns:a="http://schemas.openxmlformats.org/drawingml/2006/main">
            <a:off x="11734800" y="6172200"/>
            <a:ext cx="4000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303E649C-E8D2-45BE-8651-2656CC876588}"/>
              </a:ext>
            </a:extLst>
          </p:cNvPr>
          <p:cNvCxnSpPr>
            <a:stCxn xmlns:a="http://schemas.openxmlformats.org/drawingml/2006/main" id="206" idx="6"/>
            <a:endCxn xmlns:a="http://schemas.openxmlformats.org/drawingml/2006/main" id="208" idx="2"/>
          </p:cNvCxnSpPr>
          <p:nvPr/>
        </p:nvCxnSpPr>
        <p:spPr>
          <a:xfrm xmlns:a="http://schemas.openxmlformats.org/drawingml/2006/main" flipV="1">
            <a:off x="11868150" y="6324600"/>
            <a:ext cx="266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8AEA727-A340-440C-9FBE-E5413408247A}"/>
              </a:ext>
            </a:extLst>
          </p:cNvPr>
          <p:cNvCxnSpPr>
            <a:stCxn xmlns:a="http://schemas.openxmlformats.org/drawingml/2006/main" id="207" idx="6"/>
            <a:endCxn xmlns:a="http://schemas.openxmlformats.org/drawingml/2006/main" id="208" idx="2"/>
          </p:cNvCxnSpPr>
          <p:nvPr/>
        </p:nvCxnSpPr>
        <p:spPr>
          <a:xfrm xmlns:a="http://schemas.openxmlformats.org/drawingml/2006/main" flipV="1">
            <a:off x="11753850" y="6324600"/>
            <a:ext cx="3810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7155551B-4846-40AD-872B-3FF4489244E6}"/>
              </a:ext>
            </a:extLst>
          </p:cNvPr>
          <p:cNvCxnSpPr>
            <a:stCxn xmlns:a="http://schemas.openxmlformats.org/drawingml/2006/main" id="208" idx="6"/>
            <a:endCxn xmlns:a="http://schemas.openxmlformats.org/drawingml/2006/main" id="209" idx="2"/>
          </p:cNvCxnSpPr>
          <p:nvPr/>
        </p:nvCxnSpPr>
        <p:spPr>
          <a:xfrm xmlns:a="http://schemas.openxmlformats.org/drawingml/2006/main">
            <a:off x="12401550" y="6324600"/>
            <a:ext cx="3429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FA1DD14-C2FB-48AB-9105-7C2A6BD47553}"/>
              </a:ext>
            </a:extLst>
          </p:cNvPr>
          <p:cNvCxnSpPr>
            <a:stCxn xmlns:a="http://schemas.openxmlformats.org/drawingml/2006/main" id="209" idx="6"/>
            <a:endCxn xmlns:a="http://schemas.openxmlformats.org/drawingml/2006/main" id="210" idx="2"/>
          </p:cNvCxnSpPr>
          <p:nvPr/>
        </p:nvCxnSpPr>
        <p:spPr>
          <a:xfrm xmlns:a="http://schemas.openxmlformats.org/drawingml/2006/main">
            <a:off x="13011150" y="6400800"/>
            <a:ext cx="3619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FF06BDA-5921-4EFE-94AA-460FE0EF57DD}"/>
              </a:ext>
            </a:extLst>
          </p:cNvPr>
          <p:cNvCxnSpPr>
            <a:stCxn xmlns:a="http://schemas.openxmlformats.org/drawingml/2006/main" id="210" idx="6"/>
            <a:endCxn xmlns:a="http://schemas.openxmlformats.org/drawingml/2006/main" id="211" idx="2"/>
          </p:cNvCxnSpPr>
          <p:nvPr/>
        </p:nvCxnSpPr>
        <p:spPr>
          <a:xfrm xmlns:a="http://schemas.openxmlformats.org/drawingml/2006/main">
            <a:off x="13639800" y="6553200"/>
            <a:ext cx="4000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16E8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70D3F1FD-075E-469A-A687-71CC6EA58350}"/>
              </a:ext>
            </a:extLst>
          </p:cNvPr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 flipH="1">
            <a:off x="12839700" y="3601403"/>
            <a:ext cx="9715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BD9EA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AC0C58B5-9D60-4282-842F-D5E692E34478}"/>
              </a:ext>
            </a:extLst>
          </p:cNvPr>
          <p:cNvCxnSpPr>
            <a:stCxn xmlns:a="http://schemas.openxmlformats.org/drawingml/2006/main" id="238" idx="3"/>
            <a:endCxn xmlns:a="http://schemas.openxmlformats.org/drawingml/2006/main" id="239" idx="1"/>
          </p:cNvCxnSpPr>
          <p:nvPr/>
        </p:nvCxnSpPr>
        <p:spPr>
          <a:xfrm xmlns:a="http://schemas.openxmlformats.org/drawingml/2006/main">
            <a:off x="18594705" y="2344103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A6CCE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EEB1EBED-CE59-442B-935E-CFD9940C14B6}"/>
              </a:ext>
            </a:extLst>
          </p:cNvPr>
          <p:cNvCxnSpPr>
            <a:stCxn xmlns:a="http://schemas.openxmlformats.org/drawingml/2006/main" id="240" idx="3"/>
            <a:endCxn xmlns:a="http://schemas.openxmlformats.org/drawingml/2006/main" id="241" idx="1"/>
          </p:cNvCxnSpPr>
          <p:nvPr/>
        </p:nvCxnSpPr>
        <p:spPr>
          <a:xfrm xmlns:a="http://schemas.openxmlformats.org/drawingml/2006/main" flipH="1">
            <a:off x="20364450" y="3239453"/>
            <a:ext cx="190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A6CCE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8D0B3CB-8AC3-4CA7-9938-6F3293343FF7}"/>
              </a:ext>
            </a:extLst>
          </p:cNvPr>
          <p:cNvCxnSpPr>
            <a:stCxn xmlns:a="http://schemas.openxmlformats.org/drawingml/2006/main" id="250" idx="3"/>
            <a:endCxn xmlns:a="http://schemas.openxmlformats.org/drawingml/2006/main" id="251" idx="1"/>
          </p:cNvCxnSpPr>
          <p:nvPr/>
        </p:nvCxnSpPr>
        <p:spPr>
          <a:xfrm xmlns:a="http://schemas.openxmlformats.org/drawingml/2006/main" flipH="1">
            <a:off x="20364450" y="5201603"/>
            <a:ext cx="190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A6CCE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7BEA0659-C102-40DB-8459-8DB7874048C7}"/>
              </a:ext>
            </a:extLst>
          </p:cNvPr>
          <p:cNvCxnSpPr>
            <a:stCxn xmlns:a="http://schemas.openxmlformats.org/drawingml/2006/main" id="261" idx="3"/>
            <a:endCxn xmlns:a="http://schemas.openxmlformats.org/drawingml/2006/main" id="262" idx="1"/>
          </p:cNvCxnSpPr>
          <p:nvPr/>
        </p:nvCxnSpPr>
        <p:spPr>
          <a:xfrm xmlns:a="http://schemas.openxmlformats.org/drawingml/2006/main">
            <a:off x="6459855" y="8611553"/>
            <a:ext cx="1522095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B87315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BFBAA7EB-1EBC-4455-9667-3C3F8B4C773C}"/>
              </a:ext>
            </a:extLst>
          </p:cNvPr>
          <p:cNvCxnSpPr>
            <a:stCxn xmlns:a="http://schemas.openxmlformats.org/drawingml/2006/main" id="263" idx="3"/>
            <a:endCxn xmlns:a="http://schemas.openxmlformats.org/drawingml/2006/main" id="264" idx="1"/>
          </p:cNvCxnSpPr>
          <p:nvPr/>
        </p:nvCxnSpPr>
        <p:spPr>
          <a:xfrm xmlns:a="http://schemas.openxmlformats.org/drawingml/2006/main">
            <a:off x="9603105" y="8611553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B87315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2EA4D45F-8B22-4354-9532-F21C5684AEC6}"/>
              </a:ext>
            </a:extLst>
          </p:cNvPr>
          <p:cNvCxnSpPr>
            <a:stCxn xmlns:a="http://schemas.openxmlformats.org/drawingml/2006/main" id="265" idx="3"/>
            <a:endCxn xmlns:a="http://schemas.openxmlformats.org/drawingml/2006/main" id="266" idx="1"/>
          </p:cNvCxnSpPr>
          <p:nvPr/>
        </p:nvCxnSpPr>
        <p:spPr>
          <a:xfrm xmlns:a="http://schemas.openxmlformats.org/drawingml/2006/main">
            <a:off x="12155805" y="8592503"/>
            <a:ext cx="1541145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B87315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822951D-EE92-428F-843D-0D95A2D8EC57}"/>
              </a:ext>
            </a:extLst>
          </p:cNvPr>
          <p:cNvCxnSpPr>
            <a:stCxn xmlns:a="http://schemas.openxmlformats.org/drawingml/2006/main" id="267" idx="3"/>
            <a:endCxn xmlns:a="http://schemas.openxmlformats.org/drawingml/2006/main" id="268" idx="1"/>
          </p:cNvCxnSpPr>
          <p:nvPr/>
        </p:nvCxnSpPr>
        <p:spPr>
          <a:xfrm xmlns:a="http://schemas.openxmlformats.org/drawingml/2006/main">
            <a:off x="15946755" y="8554403"/>
            <a:ext cx="2265045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B87315"/>
            </a:solidFill>
            <a:prstDash val="solid"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54618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2026-10-09T18:27:22.1540000Z</dcterms:created>
  <dcterms:modified xsi:type="dcterms:W3CDTF">2026-10-09T18:27:22.1540000Z</dcterms:modified>
</coreProperties>
</file>