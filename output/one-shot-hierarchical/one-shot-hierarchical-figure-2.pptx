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eb36e241114354" /><Relationship Type="http://schemas.openxmlformats.org/officeDocument/2006/relationships/extended-properties" Target="/docProps/app.xml" Id="Ree2f8ae8cd4d4b55" /><Relationship Type="http://schemas.openxmlformats.org/officeDocument/2006/relationships/officeDocument" Target="/ppt/presentation.xml" Id="Reb731d9c0d9240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51be956d05466c"/>
  </p:sldMasterIdLst>
  <p:notesMasterIdLst>
    <p:notesMasterId xmlns:r="http://schemas.openxmlformats.org/officeDocument/2006/relationships" r:id="Rc22b701854fa4471"/>
  </p:notesMasterIdLst>
  <p:sldIdLst>
    <p:sldId xmlns:r="http://schemas.openxmlformats.org/officeDocument/2006/relationships" id="256" r:id="R97781b376c0d47a4"/>
  </p:sldIdLst>
  <p:sldSz cx="1365885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304cd98d84ebb" /><Relationship Type="http://schemas.openxmlformats.org/officeDocument/2006/relationships/slideMaster" Target="/ppt/slideMasters/slideMaster1.xml" Id="R4251be956d05466c" /><Relationship Type="http://schemas.openxmlformats.org/officeDocument/2006/relationships/notesMaster" Target="/ppt/notesMasters/notesMaster1.xml" Id="Rc22b701854fa4471" /><Relationship Type="http://schemas.openxmlformats.org/officeDocument/2006/relationships/presProps" Target="/ppt/presProps.xml" Id="Rb0e382602cbf43fa" /><Relationship Type="http://schemas.openxmlformats.org/officeDocument/2006/relationships/tableStyles" Target="/ppt/tableStyles.xml" Id="R892dfb34e7064bca" /><Relationship Type="http://schemas.openxmlformats.org/officeDocument/2006/relationships/slide" Target="/ppt/slides/slide1.xml" Id="R97781b376c0d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c533b3a3bb40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73974782a4499c" /><Relationship Type="http://schemas.openxmlformats.org/officeDocument/2006/relationships/notesMaster" Target="/ppt/notesMasters/notesMaster1.xml" Id="R1df041be51ee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"One-Shot Hierarchical Imitation Learning of Compound Visuomotor Tasks",</a:t>
            </a:r>
          </a:p>
          <a:p xmlns:a="http://schemas.openxmlformats.org/drawingml/2006/main">
            <a:r>
              <a:t>  "paper_url": "https://arxiv.org/pdf/1810.11043v1",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"458a9e3e434729981304b09de9eb4fa97f6a79e918b6914755cea77db8dc66ff",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48,</a:t>
            </a:r>
          </a:p>
          <a:p xmlns:a="http://schemas.openxmlformats.org/drawingml/2006/main">
            <a:r>
              <a:t>    544,</a:t>
            </a:r>
          </a:p>
          <a:p xmlns:a="http://schemas.openxmlformats.org/drawingml/2006/main">
            <a:r>
              <a:t>    224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 faithful-layout reconstruction from a flattened source figure. All ordinary labels, phase arrows, dividers and three network mini-diagrams are native. Twenty individual video frames and the compact meta-learning objective remain raster. Network wireframes, fonts, shadows and curved arrows approximate source; freeform edges are not semantically attached. Bottom margin expanded by 12 pixels to retain the curved transition arrow."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14ffbffa944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44404409c41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adbb70ddd43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e3cd201e944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88c429e874d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272da746042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CAFD6B-BCC4-4E88-869E-2C8DF7D5C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5885" y="1943100"/>
            <a:ext cx="1092708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813893-897C-4A37-83AD-30354B753F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48828" y="2828925"/>
            <a:ext cx="956119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15FF4-9D63-4713-8C79-E909E38A7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65885" y="2143125"/>
            <a:ext cx="1092708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55CFCE-4BC0-445D-84C2-9746713659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310" y="400050"/>
            <a:ext cx="12122229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F6FF7C-072C-4BD7-86D9-2566A2DE3D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310" y="1428750"/>
            <a:ext cx="12122229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E4D322-1E75-4E04-8330-A62131D5B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310" y="400050"/>
            <a:ext cx="12122229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481214-EBF3-4245-8A0C-103B4E114A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310" y="1428750"/>
            <a:ext cx="5634276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F01E4A-2E0F-4075-BE9B-BCE2A2702C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56264" y="1428750"/>
            <a:ext cx="5634276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1A9B40-1495-42EF-B680-781CB06949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310" y="400050"/>
            <a:ext cx="12122229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0F4CA1-7A68-43D6-A58A-861F4182C2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310" y="1428750"/>
            <a:ext cx="5634276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2f1d0917c46cd" /><Relationship Type="http://schemas.openxmlformats.org/officeDocument/2006/relationships/slideLayout" Target="/ppt/slideLayouts/slideLayout1.xml" Id="R077153b04b854b87" /><Relationship Type="http://schemas.openxmlformats.org/officeDocument/2006/relationships/slideLayout" Target="/ppt/slideLayouts/slideLayout2.xml" Id="Rd274d1b2db0b4058" /><Relationship Type="http://schemas.openxmlformats.org/officeDocument/2006/relationships/slideLayout" Target="/ppt/slideLayouts/slideLayout3.xml" Id="Rdacfc86029ce414c" /><Relationship Type="http://schemas.openxmlformats.org/officeDocument/2006/relationships/slideLayout" Target="/ppt/slideLayouts/slideLayout4.xml" Id="Re83bbba0479c4fdb" /><Relationship Type="http://schemas.openxmlformats.org/officeDocument/2006/relationships/slideLayout" Target="/ppt/slideLayouts/slideLayout5.xml" Id="R37af7418387346a1" /><Relationship Type="http://schemas.openxmlformats.org/officeDocument/2006/relationships/slideLayout" Target="/ppt/slideLayouts/slideLayout6.xml" Id="Raf8bdaf533314c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7153b04b854b87"/>
    <p:sldLayoutId xmlns:r="http://schemas.openxmlformats.org/officeDocument/2006/relationships" id="2147483650" r:id="Rd274d1b2db0b4058"/>
    <p:sldLayoutId xmlns:r="http://schemas.openxmlformats.org/officeDocument/2006/relationships" id="2147483651" r:id="Rdacfc86029ce414c"/>
    <p:sldLayoutId xmlns:r="http://schemas.openxmlformats.org/officeDocument/2006/relationships" id="2147483652" r:id="Re83bbba0479c4fdb"/>
    <p:sldLayoutId xmlns:r="http://schemas.openxmlformats.org/officeDocument/2006/relationships" id="2147483653" r:id="R37af7418387346a1"/>
    <p:sldLayoutId xmlns:r="http://schemas.openxmlformats.org/officeDocument/2006/relationships" id="2147483654" r:id="Raf8bdaf533314c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a19322d96467b" /><Relationship Type="http://schemas.openxmlformats.org/officeDocument/2006/relationships/image" Target="/ppt/media/image.png" Id="R6af024e785c54f42" /><Relationship Type="http://schemas.openxmlformats.org/officeDocument/2006/relationships/image" Target="/ppt/media/image2.png" Id="R53f8a3e1ea854ea2" /><Relationship Type="http://schemas.openxmlformats.org/officeDocument/2006/relationships/image" Target="/ppt/media/image3.png" Id="R063c1a1910884f89" /><Relationship Type="http://schemas.openxmlformats.org/officeDocument/2006/relationships/image" Target="/ppt/media/image4.png" Id="R3e801b2346a74557" /><Relationship Type="http://schemas.openxmlformats.org/officeDocument/2006/relationships/image" Target="/ppt/media/image5.png" Id="R4be41464f30042fe" /><Relationship Type="http://schemas.openxmlformats.org/officeDocument/2006/relationships/image" Target="/ppt/media/image6.png" Id="R4a04c1d04ed34b11" /><Relationship Type="http://schemas.openxmlformats.org/officeDocument/2006/relationships/image" Target="/ppt/media/image7.png" Id="R47a9b1fcf52a4c91" /><Relationship Type="http://schemas.openxmlformats.org/officeDocument/2006/relationships/image" Target="/ppt/media/image8.png" Id="R98dc70c192654c5e" /><Relationship Type="http://schemas.openxmlformats.org/officeDocument/2006/relationships/image" Target="/ppt/media/image9.png" Id="R2112451759eb4850" /><Relationship Type="http://schemas.openxmlformats.org/officeDocument/2006/relationships/image" Target="/ppt/media/image10.png" Id="R1dacb337fd024235" /><Relationship Type="http://schemas.openxmlformats.org/officeDocument/2006/relationships/image" Target="/ppt/media/image11.png" Id="R147a4ef5d24443ca" /><Relationship Type="http://schemas.openxmlformats.org/officeDocument/2006/relationships/image" Target="/ppt/media/image12.png" Id="Rf4f13f78a5ed4f42" /><Relationship Type="http://schemas.openxmlformats.org/officeDocument/2006/relationships/image" Target="/ppt/media/image13.png" Id="Rda175167c86f4ab1" /><Relationship Type="http://schemas.openxmlformats.org/officeDocument/2006/relationships/image" Target="/ppt/media/image14.png" Id="R06aba656e79e480a" /><Relationship Type="http://schemas.openxmlformats.org/officeDocument/2006/relationships/image" Target="/ppt/media/image15.png" Id="Rf885e0ae232444a6" /><Relationship Type="http://schemas.openxmlformats.org/officeDocument/2006/relationships/image" Target="/ppt/media/image16.png" Id="R66669b753a6b457f" /><Relationship Type="http://schemas.openxmlformats.org/officeDocument/2006/relationships/image" Target="/ppt/media/image17.png" Id="R938a6017fb9e41a9" /><Relationship Type="http://schemas.openxmlformats.org/officeDocument/2006/relationships/image" Target="/ppt/media/image18.png" Id="Rf5986d3058e24fad" /><Relationship Type="http://schemas.openxmlformats.org/officeDocument/2006/relationships/image" Target="/ppt/media/image19.png" Id="R06eafc2c93be42f0" /><Relationship Type="http://schemas.openxmlformats.org/officeDocument/2006/relationships/image" Target="/ppt/media/image20.png" Id="Rb2c1036532b34be4" /><Relationship Type="http://schemas.openxmlformats.org/officeDocument/2006/relationships/image" Target="/ppt/media/image21.png" Id="R8f478f801e1b4744" /><Relationship Type="http://schemas.openxmlformats.org/officeDocument/2006/relationships/notesSlide" Target="/ppt/notesSlides/notesSlide1.xml" Id="R79f1bff29e8546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3B6792ED-2FFF-474B-B3A6-E280A5BB5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024e785c54f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466725"/>
            <a:ext cx="790575" cy="609600"/>
          </a:xfrm>
          <a:prstGeom xmlns:a="http://schemas.openxmlformats.org/drawingml/2006/main" prst="rect">
            <a:avLst/>
          </a:prstGeom>
        </p:spPr>
      </p:pic>
      <p:sp>
        <p:nvSpPr>
          <p:cNvPr id="2" name="frame-0">
            <a:extLst xmlns:a="http://schemas.openxmlformats.org/drawingml/2006/main">
              <a:ext uri="{FF2B5EF4-FFF2-40B4-BE49-F238E27FC236}">
                <a16:creationId xmlns:a16="http://schemas.microsoft.com/office/drawing/2014/main" id="{80733A9D-5FCE-4273-A420-9043B89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466725"/>
            <a:ext cx="790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D0CE2-D20F-413A-880F-74BA4BAC8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8a3e1ea854ea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0" y="466725"/>
            <a:ext cx="8001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frame-1">
            <a:extLst xmlns:a="http://schemas.openxmlformats.org/drawingml/2006/main">
              <a:ext uri="{FF2B5EF4-FFF2-40B4-BE49-F238E27FC236}">
                <a16:creationId xmlns:a16="http://schemas.microsoft.com/office/drawing/2014/main" id="{5C6F1777-5ABA-40C6-B976-4743FCE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66725"/>
            <a:ext cx="80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8DE1B-4ED4-4841-A61E-FE8DF5622A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c1a1910884f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9550" y="466725"/>
            <a:ext cx="809625" cy="609600"/>
          </a:xfrm>
          <a:prstGeom xmlns:a="http://schemas.openxmlformats.org/drawingml/2006/main" prst="rect">
            <a:avLst/>
          </a:prstGeom>
        </p:spPr>
      </p:pic>
      <p:sp>
        <p:nvSpPr>
          <p:cNvPr id="6" name="frame-2">
            <a:extLst xmlns:a="http://schemas.openxmlformats.org/drawingml/2006/main">
              <a:ext uri="{FF2B5EF4-FFF2-40B4-BE49-F238E27FC236}">
                <a16:creationId xmlns:a16="http://schemas.microsoft.com/office/drawing/2014/main" id="{AB3DF660-8F17-4599-9147-AF5DDA0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46672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456F4-64B1-4135-8500-BFF73AB43F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01b2346a745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05400" y="466725"/>
            <a:ext cx="819150" cy="609600"/>
          </a:xfrm>
          <a:prstGeom xmlns:a="http://schemas.openxmlformats.org/drawingml/2006/main" prst="rect">
            <a:avLst/>
          </a:prstGeom>
        </p:spPr>
      </p:pic>
      <p:sp>
        <p:nvSpPr>
          <p:cNvPr id="8" name="frame-3">
            <a:extLst xmlns:a="http://schemas.openxmlformats.org/drawingml/2006/main">
              <a:ext uri="{FF2B5EF4-FFF2-40B4-BE49-F238E27FC236}">
                <a16:creationId xmlns:a16="http://schemas.microsoft.com/office/drawing/2014/main" id="{96831001-8FF6-4B80-944B-B39ED5FA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466725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0A101A-6215-4D79-A122-6E614641F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41464f30042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466725"/>
            <a:ext cx="809625" cy="609600"/>
          </a:xfrm>
          <a:prstGeom xmlns:a="http://schemas.openxmlformats.org/drawingml/2006/main" prst="rect">
            <a:avLst/>
          </a:prstGeom>
        </p:spPr>
      </p:pic>
      <p:sp>
        <p:nvSpPr>
          <p:cNvPr id="10" name="frame-4">
            <a:extLst xmlns:a="http://schemas.openxmlformats.org/drawingml/2006/main">
              <a:ext uri="{FF2B5EF4-FFF2-40B4-BE49-F238E27FC236}">
                <a16:creationId xmlns:a16="http://schemas.microsoft.com/office/drawing/2014/main" id="{1F70EDD6-D8F1-473B-9203-CBEB322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466725"/>
            <a:ext cx="80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DD3E5-6E9E-418A-B66F-21D90E08A6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4c1d04ed34b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466725"/>
            <a:ext cx="819150" cy="609600"/>
          </a:xfrm>
          <a:prstGeom xmlns:a="http://schemas.openxmlformats.org/drawingml/2006/main" prst="rect">
            <a:avLst/>
          </a:prstGeom>
        </p:spPr>
      </p:pic>
      <p:sp>
        <p:nvSpPr>
          <p:cNvPr id="12" name="frame-5">
            <a:extLst xmlns:a="http://schemas.openxmlformats.org/drawingml/2006/main">
              <a:ext uri="{FF2B5EF4-FFF2-40B4-BE49-F238E27FC236}">
                <a16:creationId xmlns:a16="http://schemas.microsoft.com/office/drawing/2014/main" id="{5A1C2EA3-B3F8-41FD-A500-3B180C03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66725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4EDBB-30F1-48D1-9097-CAD308524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9b1fcf52a4c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4100" y="2476500"/>
            <a:ext cx="1247775" cy="933450"/>
          </a:xfrm>
          <a:prstGeom xmlns:a="http://schemas.openxmlformats.org/drawingml/2006/main" prst="rect">
            <a:avLst/>
          </a:prstGeom>
        </p:spPr>
      </p:pic>
      <p:sp>
        <p:nvSpPr>
          <p:cNvPr id="14" name="frame-6">
            <a:extLst xmlns:a="http://schemas.openxmlformats.org/drawingml/2006/main">
              <a:ext uri="{FF2B5EF4-FFF2-40B4-BE49-F238E27FC236}">
                <a16:creationId xmlns:a16="http://schemas.microsoft.com/office/drawing/2014/main" id="{0273EEE9-7879-45A9-A12E-2317D2A7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2476500"/>
            <a:ext cx="1247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7F9A7-1D9E-4F78-97F4-88A3C5D94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c70c192654c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1875" y="2476500"/>
            <a:ext cx="1266825" cy="933450"/>
          </a:xfrm>
          <a:prstGeom xmlns:a="http://schemas.openxmlformats.org/drawingml/2006/main" prst="rect">
            <a:avLst/>
          </a:prstGeom>
        </p:spPr>
      </p:pic>
      <p:sp>
        <p:nvSpPr>
          <p:cNvPr id="16" name="frame-7">
            <a:extLst xmlns:a="http://schemas.openxmlformats.org/drawingml/2006/main">
              <a:ext uri="{FF2B5EF4-FFF2-40B4-BE49-F238E27FC236}">
                <a16:creationId xmlns:a16="http://schemas.microsoft.com/office/drawing/2014/main" id="{2C0FD290-CDD0-4D89-A64F-A99FD23F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2476500"/>
            <a:ext cx="1266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A9956-E254-4D58-9948-56BD3528C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2451759eb48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476500"/>
            <a:ext cx="1257300" cy="933450"/>
          </a:xfrm>
          <a:prstGeom xmlns:a="http://schemas.openxmlformats.org/drawingml/2006/main" prst="rect">
            <a:avLst/>
          </a:prstGeom>
        </p:spPr>
      </p:pic>
      <p:sp>
        <p:nvSpPr>
          <p:cNvPr id="18" name="frame-8">
            <a:extLst xmlns:a="http://schemas.openxmlformats.org/drawingml/2006/main">
              <a:ext uri="{FF2B5EF4-FFF2-40B4-BE49-F238E27FC236}">
                <a16:creationId xmlns:a16="http://schemas.microsoft.com/office/drawing/2014/main" id="{B34D23F1-D6B4-423B-A156-E5D15945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76500"/>
            <a:ext cx="1257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FA26A-4E13-4C42-88C5-C4CBDB322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cb337fd0242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476500"/>
            <a:ext cx="1257300" cy="933450"/>
          </a:xfrm>
          <a:prstGeom xmlns:a="http://schemas.openxmlformats.org/drawingml/2006/main" prst="rect">
            <a:avLst/>
          </a:prstGeom>
        </p:spPr>
      </p:pic>
      <p:sp>
        <p:nvSpPr>
          <p:cNvPr id="20" name="frame-9">
            <a:extLst xmlns:a="http://schemas.openxmlformats.org/drawingml/2006/main">
              <a:ext uri="{FF2B5EF4-FFF2-40B4-BE49-F238E27FC236}">
                <a16:creationId xmlns:a16="http://schemas.microsoft.com/office/drawing/2014/main" id="{F8634A11-96AA-431C-AC15-D386D477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476500"/>
            <a:ext cx="1257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6CE79-C776-4455-9AE3-EF1C4671D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4ef5d24443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923925"/>
            <a:ext cx="971550" cy="1190625"/>
          </a:xfrm>
          <a:prstGeom xmlns:a="http://schemas.openxmlformats.org/drawingml/2006/main" prst="rect">
            <a:avLst/>
          </a:prstGeom>
        </p:spPr>
      </p:pic>
      <p:sp>
        <p:nvSpPr>
          <p:cNvPr id="22" name="frame-10">
            <a:extLst xmlns:a="http://schemas.openxmlformats.org/drawingml/2006/main">
              <a:ext uri="{FF2B5EF4-FFF2-40B4-BE49-F238E27FC236}">
                <a16:creationId xmlns:a16="http://schemas.microsoft.com/office/drawing/2014/main" id="{B2AA4528-7A46-4FED-936B-123CA9F2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923925"/>
            <a:ext cx="97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FE8FA-966D-4677-954C-03650C2D7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f13f78a5ed4f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2125" y="923925"/>
            <a:ext cx="1019175" cy="1190625"/>
          </a:xfrm>
          <a:prstGeom xmlns:a="http://schemas.openxmlformats.org/drawingml/2006/main" prst="rect">
            <a:avLst/>
          </a:prstGeom>
        </p:spPr>
      </p:pic>
      <p:sp>
        <p:nvSpPr>
          <p:cNvPr id="24" name="frame-11">
            <a:extLst xmlns:a="http://schemas.openxmlformats.org/drawingml/2006/main">
              <a:ext uri="{FF2B5EF4-FFF2-40B4-BE49-F238E27FC236}">
                <a16:creationId xmlns:a16="http://schemas.microsoft.com/office/drawing/2014/main" id="{EC382D01-3B77-4923-9BBF-2DA78F0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923925"/>
            <a:ext cx="10191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1224A-2D41-4DAA-AAAD-F1F7CB717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75167c86f4a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7025" y="923925"/>
            <a:ext cx="962025" cy="1190625"/>
          </a:xfrm>
          <a:prstGeom xmlns:a="http://schemas.openxmlformats.org/drawingml/2006/main" prst="rect">
            <a:avLst/>
          </a:prstGeom>
        </p:spPr>
      </p:pic>
      <p:sp>
        <p:nvSpPr>
          <p:cNvPr id="26" name="frame-12">
            <a:extLst xmlns:a="http://schemas.openxmlformats.org/drawingml/2006/main">
              <a:ext uri="{FF2B5EF4-FFF2-40B4-BE49-F238E27FC236}">
                <a16:creationId xmlns:a16="http://schemas.microsoft.com/office/drawing/2014/main" id="{14446DE1-CE01-45B5-953B-A00349D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025" y="923925"/>
            <a:ext cx="9620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7B7D2-AF1A-43DB-81A8-C75F1DB993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ba656e79e48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53825" y="923925"/>
            <a:ext cx="990600" cy="1190625"/>
          </a:xfrm>
          <a:prstGeom xmlns:a="http://schemas.openxmlformats.org/drawingml/2006/main" prst="rect">
            <a:avLst/>
          </a:prstGeom>
        </p:spPr>
      </p:pic>
      <p:sp>
        <p:nvSpPr>
          <p:cNvPr id="28" name="frame-13">
            <a:extLst xmlns:a="http://schemas.openxmlformats.org/drawingml/2006/main">
              <a:ext uri="{FF2B5EF4-FFF2-40B4-BE49-F238E27FC236}">
                <a16:creationId xmlns:a16="http://schemas.microsoft.com/office/drawing/2014/main" id="{911F1020-63CA-45AA-8F25-856F07ED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3825" y="923925"/>
            <a:ext cx="99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A362A-68E6-4BE6-A293-A9BF69050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5e0ae232444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20625" y="923925"/>
            <a:ext cx="990600" cy="1190625"/>
          </a:xfrm>
          <a:prstGeom xmlns:a="http://schemas.openxmlformats.org/drawingml/2006/main" prst="rect">
            <a:avLst/>
          </a:prstGeom>
        </p:spPr>
      </p:pic>
      <p:sp>
        <p:nvSpPr>
          <p:cNvPr id="30" name="frame-14">
            <a:extLst xmlns:a="http://schemas.openxmlformats.org/drawingml/2006/main">
              <a:ext uri="{FF2B5EF4-FFF2-40B4-BE49-F238E27FC236}">
                <a16:creationId xmlns:a16="http://schemas.microsoft.com/office/drawing/2014/main" id="{64B1E01E-6E1F-4E04-A3BD-6A6ACDA5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0625" y="923925"/>
            <a:ext cx="990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15299-75D0-4278-A7B7-DB0DDF85A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69b753a6b45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0575" y="3667125"/>
            <a:ext cx="971550" cy="1057275"/>
          </a:xfrm>
          <a:prstGeom xmlns:a="http://schemas.openxmlformats.org/drawingml/2006/main" prst="rect">
            <a:avLst/>
          </a:prstGeom>
        </p:spPr>
      </p:pic>
      <p:sp>
        <p:nvSpPr>
          <p:cNvPr id="32" name="frame-15">
            <a:extLst xmlns:a="http://schemas.openxmlformats.org/drawingml/2006/main">
              <a:ext uri="{FF2B5EF4-FFF2-40B4-BE49-F238E27FC236}">
                <a16:creationId xmlns:a16="http://schemas.microsoft.com/office/drawing/2014/main" id="{7E2A7288-B0CC-4BE8-9949-8B9B53B4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667125"/>
            <a:ext cx="971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AA409C-D7EB-42AF-A9F5-C5C4FFEE2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a6017fb9e41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8325" y="3667125"/>
            <a:ext cx="971550" cy="1057275"/>
          </a:xfrm>
          <a:prstGeom xmlns:a="http://schemas.openxmlformats.org/drawingml/2006/main" prst="rect">
            <a:avLst/>
          </a:prstGeom>
        </p:spPr>
      </p:pic>
      <p:sp>
        <p:nvSpPr>
          <p:cNvPr id="34" name="frame-16">
            <a:extLst xmlns:a="http://schemas.openxmlformats.org/drawingml/2006/main">
              <a:ext uri="{FF2B5EF4-FFF2-40B4-BE49-F238E27FC236}">
                <a16:creationId xmlns:a16="http://schemas.microsoft.com/office/drawing/2014/main" id="{324F7244-9F52-4735-B2BB-9E20BFDB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8325" y="3667125"/>
            <a:ext cx="971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285AF9-B8D4-4565-A329-18B8D270C5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86d3058e24f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96550" y="3667125"/>
            <a:ext cx="981075" cy="1057275"/>
          </a:xfrm>
          <a:prstGeom xmlns:a="http://schemas.openxmlformats.org/drawingml/2006/main" prst="rect">
            <a:avLst/>
          </a:prstGeom>
        </p:spPr>
      </p:pic>
      <p:sp>
        <p:nvSpPr>
          <p:cNvPr id="36" name="frame-17">
            <a:extLst xmlns:a="http://schemas.openxmlformats.org/drawingml/2006/main">
              <a:ext uri="{FF2B5EF4-FFF2-40B4-BE49-F238E27FC236}">
                <a16:creationId xmlns:a16="http://schemas.microsoft.com/office/drawing/2014/main" id="{BF85D8B2-D1BA-441F-9BA8-E5CF464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3667125"/>
            <a:ext cx="981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50AAE1-635D-487B-BBBF-92412B4E6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afc2c93be42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63350" y="3667125"/>
            <a:ext cx="971550" cy="1057275"/>
          </a:xfrm>
          <a:prstGeom xmlns:a="http://schemas.openxmlformats.org/drawingml/2006/main" prst="rect">
            <a:avLst/>
          </a:prstGeom>
        </p:spPr>
      </p:pic>
      <p:sp>
        <p:nvSpPr>
          <p:cNvPr id="38" name="frame-18">
            <a:extLst xmlns:a="http://schemas.openxmlformats.org/drawingml/2006/main">
              <a:ext uri="{FF2B5EF4-FFF2-40B4-BE49-F238E27FC236}">
                <a16:creationId xmlns:a16="http://schemas.microsoft.com/office/drawing/2014/main" id="{099A62D8-408B-41D4-8573-98FE9E25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0" y="3667125"/>
            <a:ext cx="9715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C6249E-FF96-4835-A4A0-9E9C2B5F07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1036532b34b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20625" y="3667125"/>
            <a:ext cx="990600" cy="1057275"/>
          </a:xfrm>
          <a:prstGeom xmlns:a="http://schemas.openxmlformats.org/drawingml/2006/main" prst="rect">
            <a:avLst/>
          </a:prstGeom>
        </p:spPr>
      </p:pic>
      <p:sp>
        <p:nvSpPr>
          <p:cNvPr id="40" name="frame-19">
            <a:extLst xmlns:a="http://schemas.openxmlformats.org/drawingml/2006/main">
              <a:ext uri="{FF2B5EF4-FFF2-40B4-BE49-F238E27FC236}">
                <a16:creationId xmlns:a16="http://schemas.microsoft.com/office/drawing/2014/main" id="{C735B505-521F-4DFE-8DA2-655CAC2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0625" y="3667125"/>
            <a:ext cx="990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46D577-0D48-4885-B640-67066CA0FF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78f801e1b47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3952875"/>
            <a:ext cx="2352675" cy="476250"/>
          </a:xfrm>
          <a:prstGeom xmlns:a="http://schemas.openxmlformats.org/drawingml/2006/main" prst="rect">
            <a:avLst/>
          </a:prstGeom>
        </p:spPr>
      </p:pic>
      <p:sp>
        <p:nvSpPr>
          <p:cNvPr id="42" name="frame-20">
            <a:extLst xmlns:a="http://schemas.openxmlformats.org/drawingml/2006/main">
              <a:ext uri="{FF2B5EF4-FFF2-40B4-BE49-F238E27FC236}">
                <a16:creationId xmlns:a16="http://schemas.microsoft.com/office/drawing/2014/main" id="{5C063D0D-5B5C-4205-9B0D-D266035B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3952875"/>
            <a:ext cx="2352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divider-left">
            <a:extLst xmlns:a="http://schemas.openxmlformats.org/drawingml/2006/main">
              <a:ext uri="{FF2B5EF4-FFF2-40B4-BE49-F238E27FC236}">
                <a16:creationId xmlns:a16="http://schemas.microsoft.com/office/drawing/2014/main" id="{3F341188-268F-4D86-BD60-E6A502EC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019300" y="38100"/>
                </a:moveTo>
                <a:lnTo>
                  <a:pt x="2019300" y="4857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44" name="divider-right">
            <a:extLst xmlns:a="http://schemas.openxmlformats.org/drawingml/2006/main">
              <a:ext uri="{FF2B5EF4-FFF2-40B4-BE49-F238E27FC236}">
                <a16:creationId xmlns:a16="http://schemas.microsoft.com/office/drawing/2014/main" id="{D3E55064-AE68-411B-B0C4-900F8833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7886700" y="38100"/>
                </a:moveTo>
                <a:lnTo>
                  <a:pt x="7886700" y="4857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dash"/>
          </a:ln>
        </p:spPr>
      </p:sp>
      <p:sp>
        <p:nvSpPr>
          <p:cNvPr id="45" name="collect">
            <a:extLst xmlns:a="http://schemas.openxmlformats.org/drawingml/2006/main">
              <a:ext uri="{FF2B5EF4-FFF2-40B4-BE49-F238E27FC236}">
                <a16:creationId xmlns:a16="http://schemas.microsoft.com/office/drawing/2014/main" id="{4B1F568A-0240-4100-BC33-3927E83A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5716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Collect Demos of</a:t>
            </a:r>
          </a:p>
        </p:txBody>
      </p:sp>
      <p:sp>
        <p:nvSpPr>
          <p:cNvPr id="46" name="collect2">
            <a:extLst xmlns:a="http://schemas.openxmlformats.org/drawingml/2006/main">
              <a:ext uri="{FF2B5EF4-FFF2-40B4-BE49-F238E27FC236}">
                <a16:creationId xmlns:a16="http://schemas.microsoft.com/office/drawing/2014/main" id="{9118C8B4-3924-4B97-849E-2E9E0AB0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18573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Primitive Skills</a:t>
            </a:r>
          </a:p>
        </p:txBody>
      </p:sp>
      <p:sp>
        <p:nvSpPr>
          <p:cNvPr id="47" name="objects">
            <a:extLst xmlns:a="http://schemas.openxmlformats.org/drawingml/2006/main">
              <a:ext uri="{FF2B5EF4-FFF2-40B4-BE49-F238E27FC236}">
                <a16:creationId xmlns:a16="http://schemas.microsoft.com/office/drawing/2014/main" id="{28F89F91-19A6-4E4F-AD0A-C331E35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" y="21526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(with training objects)</a:t>
            </a:r>
          </a:p>
        </p:txBody>
      </p:sp>
      <p:sp>
        <p:nvSpPr>
          <p:cNvPr id="48" name="collect-upper">
            <a:extLst xmlns:a="http://schemas.openxmlformats.org/drawingml/2006/main">
              <a:ext uri="{FF2B5EF4-FFF2-40B4-BE49-F238E27FC236}">
                <a16:creationId xmlns:a16="http://schemas.microsoft.com/office/drawing/2014/main" id="{3A0A91B7-EC26-4501-9B8B-C527EBA0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09675" y="1495425"/>
                </a:moveTo>
                <a:cubicBezTo>
                  <a:pt x="1362075" y="981075"/>
                  <a:pt x="1771650" y="790575"/>
                  <a:pt x="2209800" y="7334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49" name="collect-upper-head">
            <a:extLst xmlns:a="http://schemas.openxmlformats.org/drawingml/2006/main">
              <a:ext uri="{FF2B5EF4-FFF2-40B4-BE49-F238E27FC236}">
                <a16:creationId xmlns:a16="http://schemas.microsoft.com/office/drawing/2014/main" id="{24373BCF-5F67-4CAD-938D-070E1DA7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109724" y="806346"/>
                </a:moveTo>
                <a:lnTo>
                  <a:pt x="2209800" y="733425"/>
                </a:lnTo>
                <a:lnTo>
                  <a:pt x="2094368" y="68861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50" name="collect-lower">
            <a:extLst xmlns:a="http://schemas.openxmlformats.org/drawingml/2006/main">
              <a:ext uri="{FF2B5EF4-FFF2-40B4-BE49-F238E27FC236}">
                <a16:creationId xmlns:a16="http://schemas.microsoft.com/office/drawing/2014/main" id="{F6C55FDC-F748-4A99-BE2F-37622AE3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28725" y="2514600"/>
                </a:moveTo>
                <a:cubicBezTo>
                  <a:pt x="1343025" y="2914650"/>
                  <a:pt x="1743075" y="3105150"/>
                  <a:pt x="2266950" y="305752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51" name="collect-lower-head">
            <a:extLst xmlns:a="http://schemas.openxmlformats.org/drawingml/2006/main">
              <a:ext uri="{FF2B5EF4-FFF2-40B4-BE49-F238E27FC236}">
                <a16:creationId xmlns:a16="http://schemas.microsoft.com/office/drawing/2014/main" id="{842CBA8F-AACA-4B17-A816-7AA6737A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164104" y="3126484"/>
                </a:moveTo>
                <a:lnTo>
                  <a:pt x="2266950" y="3057525"/>
                </a:lnTo>
                <a:lnTo>
                  <a:pt x="2153355" y="300824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52" name="phase-title">
            <a:extLst xmlns:a="http://schemas.openxmlformats.org/drawingml/2006/main">
              <a:ext uri="{FF2B5EF4-FFF2-40B4-BE49-F238E27FC236}">
                <a16:creationId xmlns:a16="http://schemas.microsoft.com/office/drawing/2014/main" id="{D1A36278-D5B2-4752-8999-6919844A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0"/>
            <a:ext cx="4505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Learning Phase Predictors</a:t>
            </a:r>
          </a:p>
        </p:txBody>
      </p:sp>
      <p:sp>
        <p:nvSpPr>
          <p:cNvPr id="53" name="meta-title">
            <a:extLst xmlns:a="http://schemas.openxmlformats.org/drawingml/2006/main">
              <a:ext uri="{FF2B5EF4-FFF2-40B4-BE49-F238E27FC236}">
                <a16:creationId xmlns:a16="http://schemas.microsoft.com/office/drawing/2014/main" id="{8258E898-1319-4D79-AFB7-EA5C7C06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2095500"/>
            <a:ext cx="4791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Domain-Adaptive Meta-Learning</a:t>
            </a:r>
          </a:p>
        </p:txBody>
      </p:sp>
      <p:sp>
        <p:nvSpPr>
          <p:cNvPr id="54" name="phase-bg0">
            <a:extLst xmlns:a="http://schemas.openxmlformats.org/drawingml/2006/main">
              <a:ext uri="{FF2B5EF4-FFF2-40B4-BE49-F238E27FC236}">
                <a16:creationId xmlns:a16="http://schemas.microsoft.com/office/drawing/2014/main" id="{B5FF082A-33DD-4614-8594-C70F107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11525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phase-bg1">
            <a:extLst xmlns:a="http://schemas.openxmlformats.org/drawingml/2006/main">
              <a:ext uri="{FF2B5EF4-FFF2-40B4-BE49-F238E27FC236}">
                <a16:creationId xmlns:a16="http://schemas.microsoft.com/office/drawing/2014/main" id="{04B48109-89C4-4749-9714-BE9F945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1152525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phase-human">
            <a:extLst xmlns:a="http://schemas.openxmlformats.org/drawingml/2006/main">
              <a:ext uri="{FF2B5EF4-FFF2-40B4-BE49-F238E27FC236}">
                <a16:creationId xmlns:a16="http://schemas.microsoft.com/office/drawing/2014/main" id="{76A344DF-E7B3-415C-BF30-1490532F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11334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1">
                <a:solidFill>
                  <a:srgbClr val="CC33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1">
                <a:solidFill>
                  <a:srgbClr val="CC3388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CC3388"/>
                </a:solidFill>
                <a:latin typeface="Arial"/>
                <a:ea typeface="Arial"/>
                <a:cs typeface="Arial"/>
              </a:rPr>
              <a:t>LSTM phase predictor φₕ</a:t>
            </a:r>
          </a:p>
        </p:txBody>
      </p:sp>
      <p:sp>
        <p:nvSpPr>
          <p:cNvPr id="57" name="phase-robot">
            <a:extLst xmlns:a="http://schemas.openxmlformats.org/drawingml/2006/main">
              <a:ext uri="{FF2B5EF4-FFF2-40B4-BE49-F238E27FC236}">
                <a16:creationId xmlns:a16="http://schemas.microsoft.com/office/drawing/2014/main" id="{A6016338-01C3-4187-AC52-DA67B5DE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1133475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1">
                <a:solidFill>
                  <a:srgbClr val="347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1">
                <a:solidFill>
                  <a:srgbClr val="347C28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47C28"/>
                </a:solidFill>
                <a:latin typeface="Arial"/>
                <a:ea typeface="Arial"/>
                <a:cs typeface="Arial"/>
              </a:rPr>
              <a:t>LSTM phase predictor φᵣ</a:t>
            </a:r>
          </a:p>
        </p:txBody>
      </p:sp>
      <p:sp>
        <p:nvSpPr>
          <p:cNvPr id="58" name="phase-above0">
            <a:extLst xmlns:a="http://schemas.openxmlformats.org/drawingml/2006/main">
              <a:ext uri="{FF2B5EF4-FFF2-40B4-BE49-F238E27FC236}">
                <a16:creationId xmlns:a16="http://schemas.microsoft.com/office/drawing/2014/main" id="{8CA78ABD-3E73-4703-8781-74A5AD3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676525" y="1076325"/>
                </a:moveTo>
                <a:lnTo>
                  <a:pt x="2676525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59" name="phase-arrow0">
            <a:extLst xmlns:a="http://schemas.openxmlformats.org/drawingml/2006/main">
              <a:ext uri="{FF2B5EF4-FFF2-40B4-BE49-F238E27FC236}">
                <a16:creationId xmlns:a16="http://schemas.microsoft.com/office/drawing/2014/main" id="{65AAAB2F-AC4D-4F62-9022-7E07208D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676525" y="1390650"/>
                </a:moveTo>
                <a:lnTo>
                  <a:pt x="2676525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0" name="phase-arrow0-head">
            <a:extLst xmlns:a="http://schemas.openxmlformats.org/drawingml/2006/main">
              <a:ext uri="{FF2B5EF4-FFF2-40B4-BE49-F238E27FC236}">
                <a16:creationId xmlns:a16="http://schemas.microsoft.com/office/drawing/2014/main" id="{920A486D-0C83-414A-A940-B2E696F9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2635426" y="1496394"/>
                </a:moveTo>
                <a:lnTo>
                  <a:pt x="2676525" y="1571625"/>
                </a:lnTo>
                <a:lnTo>
                  <a:pt x="2717624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1" name="time0">
            <a:extLst xmlns:a="http://schemas.openxmlformats.org/drawingml/2006/main">
              <a:ext uri="{FF2B5EF4-FFF2-40B4-BE49-F238E27FC236}">
                <a16:creationId xmlns:a16="http://schemas.microsoft.com/office/drawing/2014/main" id="{7A235FEC-B021-4A87-B734-8C68A324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4575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t=0.1</a:t>
            </a:r>
          </a:p>
        </p:txBody>
      </p:sp>
      <p:sp>
        <p:nvSpPr>
          <p:cNvPr id="62" name="phase-above1">
            <a:extLst xmlns:a="http://schemas.openxmlformats.org/drawingml/2006/main">
              <a:ext uri="{FF2B5EF4-FFF2-40B4-BE49-F238E27FC236}">
                <a16:creationId xmlns:a16="http://schemas.microsoft.com/office/drawing/2014/main" id="{7B1A13C2-69F8-4FE6-BE14-AECD5382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3543300" y="1076325"/>
                </a:moveTo>
                <a:lnTo>
                  <a:pt x="354330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3" name="phase-arrow1">
            <a:extLst xmlns:a="http://schemas.openxmlformats.org/drawingml/2006/main">
              <a:ext uri="{FF2B5EF4-FFF2-40B4-BE49-F238E27FC236}">
                <a16:creationId xmlns:a16="http://schemas.microsoft.com/office/drawing/2014/main" id="{A1465C20-DE24-40F9-9095-BFC1F7EC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3543300" y="1390650"/>
                </a:moveTo>
                <a:lnTo>
                  <a:pt x="354330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4" name="phase-arrow1-head">
            <a:extLst xmlns:a="http://schemas.openxmlformats.org/drawingml/2006/main">
              <a:ext uri="{FF2B5EF4-FFF2-40B4-BE49-F238E27FC236}">
                <a16:creationId xmlns:a16="http://schemas.microsoft.com/office/drawing/2014/main" id="{484B1785-8179-4B0B-A598-1C949012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3502201" y="1496394"/>
                </a:moveTo>
                <a:lnTo>
                  <a:pt x="3543300" y="1571625"/>
                </a:lnTo>
                <a:lnTo>
                  <a:pt x="3584399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5" name="time1">
            <a:extLst xmlns:a="http://schemas.openxmlformats.org/drawingml/2006/main">
              <a:ext uri="{FF2B5EF4-FFF2-40B4-BE49-F238E27FC236}">
                <a16:creationId xmlns:a16="http://schemas.microsoft.com/office/drawing/2014/main" id="{59EF858D-1C34-411D-9A6D-A77AE10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t=1.0</a:t>
            </a:r>
          </a:p>
        </p:txBody>
      </p:sp>
      <p:sp>
        <p:nvSpPr>
          <p:cNvPr id="66" name="phase-above2">
            <a:extLst xmlns:a="http://schemas.openxmlformats.org/drawingml/2006/main">
              <a:ext uri="{FF2B5EF4-FFF2-40B4-BE49-F238E27FC236}">
                <a16:creationId xmlns:a16="http://schemas.microsoft.com/office/drawing/2014/main" id="{280553F0-D1AC-4A02-A932-52DEBDD6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410075" y="1076325"/>
                </a:moveTo>
                <a:lnTo>
                  <a:pt x="4410075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7" name="phase-arrow2">
            <a:extLst xmlns:a="http://schemas.openxmlformats.org/drawingml/2006/main">
              <a:ext uri="{FF2B5EF4-FFF2-40B4-BE49-F238E27FC236}">
                <a16:creationId xmlns:a16="http://schemas.microsoft.com/office/drawing/2014/main" id="{BC6F0BAB-26C5-4ED3-A2E2-6B14974D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410075" y="1390650"/>
                </a:moveTo>
                <a:lnTo>
                  <a:pt x="4410075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8" name="phase-arrow2-head">
            <a:extLst xmlns:a="http://schemas.openxmlformats.org/drawingml/2006/main">
              <a:ext uri="{FF2B5EF4-FFF2-40B4-BE49-F238E27FC236}">
                <a16:creationId xmlns:a16="http://schemas.microsoft.com/office/drawing/2014/main" id="{880DACF5-8E29-4B21-8F69-9BC4F3B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368976" y="1496394"/>
                </a:moveTo>
                <a:lnTo>
                  <a:pt x="4410075" y="1571625"/>
                </a:lnTo>
                <a:lnTo>
                  <a:pt x="4451174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69" name="time2">
            <a:extLst xmlns:a="http://schemas.openxmlformats.org/drawingml/2006/main">
              <a:ext uri="{FF2B5EF4-FFF2-40B4-BE49-F238E27FC236}">
                <a16:creationId xmlns:a16="http://schemas.microsoft.com/office/drawing/2014/main" id="{421912C0-B675-4C17-906E-8F40D7A4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t=2.0</a:t>
            </a:r>
          </a:p>
        </p:txBody>
      </p:sp>
      <p:sp>
        <p:nvSpPr>
          <p:cNvPr id="70" name="phase-above3">
            <a:extLst xmlns:a="http://schemas.openxmlformats.org/drawingml/2006/main">
              <a:ext uri="{FF2B5EF4-FFF2-40B4-BE49-F238E27FC236}">
                <a16:creationId xmlns:a16="http://schemas.microsoft.com/office/drawing/2014/main" id="{DF6E4773-F689-4E4D-A925-4D87270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5476875" y="1076325"/>
                </a:moveTo>
                <a:lnTo>
                  <a:pt x="5476875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1" name="phase-arrow3">
            <a:extLst xmlns:a="http://schemas.openxmlformats.org/drawingml/2006/main">
              <a:ext uri="{FF2B5EF4-FFF2-40B4-BE49-F238E27FC236}">
                <a16:creationId xmlns:a16="http://schemas.microsoft.com/office/drawing/2014/main" id="{601CCF7C-16DF-4DD9-91D9-9B8611F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5476875" y="1390650"/>
                </a:moveTo>
                <a:lnTo>
                  <a:pt x="5476875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2" name="phase-arrow3-head">
            <a:extLst xmlns:a="http://schemas.openxmlformats.org/drawingml/2006/main">
              <a:ext uri="{FF2B5EF4-FFF2-40B4-BE49-F238E27FC236}">
                <a16:creationId xmlns:a16="http://schemas.microsoft.com/office/drawing/2014/main" id="{541FCBF5-DDED-4A11-BDB3-BA6CF76B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5435776" y="1496394"/>
                </a:moveTo>
                <a:lnTo>
                  <a:pt x="5476875" y="1571625"/>
                </a:lnTo>
                <a:lnTo>
                  <a:pt x="5517974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3" name="time3">
            <a:extLst xmlns:a="http://schemas.openxmlformats.org/drawingml/2006/main">
              <a:ext uri="{FF2B5EF4-FFF2-40B4-BE49-F238E27FC236}">
                <a16:creationId xmlns:a16="http://schemas.microsoft.com/office/drawing/2014/main" id="{4D4873FC-AB06-4259-B952-D1EC4EB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925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t=0.5</a:t>
            </a:r>
          </a:p>
        </p:txBody>
      </p:sp>
      <p:sp>
        <p:nvSpPr>
          <p:cNvPr id="74" name="phase-above4">
            <a:extLst xmlns:a="http://schemas.openxmlformats.org/drawingml/2006/main">
              <a:ext uri="{FF2B5EF4-FFF2-40B4-BE49-F238E27FC236}">
                <a16:creationId xmlns:a16="http://schemas.microsoft.com/office/drawing/2014/main" id="{F6DA7009-988B-491D-9E9D-9059B06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6381750" y="1076325"/>
                </a:moveTo>
                <a:lnTo>
                  <a:pt x="638175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5" name="phase-arrow4">
            <a:extLst xmlns:a="http://schemas.openxmlformats.org/drawingml/2006/main">
              <a:ext uri="{FF2B5EF4-FFF2-40B4-BE49-F238E27FC236}">
                <a16:creationId xmlns:a16="http://schemas.microsoft.com/office/drawing/2014/main" id="{034B5346-1A7D-4614-9EC9-955AE31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6381750" y="1390650"/>
                </a:moveTo>
                <a:lnTo>
                  <a:pt x="638175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6" name="phase-arrow4-head">
            <a:extLst xmlns:a="http://schemas.openxmlformats.org/drawingml/2006/main">
              <a:ext uri="{FF2B5EF4-FFF2-40B4-BE49-F238E27FC236}">
                <a16:creationId xmlns:a16="http://schemas.microsoft.com/office/drawing/2014/main" id="{8A588869-F145-49E6-A5E9-9FFEC4B0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6340651" y="1496394"/>
                </a:moveTo>
                <a:lnTo>
                  <a:pt x="6381750" y="1571625"/>
                </a:lnTo>
                <a:lnTo>
                  <a:pt x="6422849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7" name="time4">
            <a:extLst xmlns:a="http://schemas.openxmlformats.org/drawingml/2006/main">
              <a:ext uri="{FF2B5EF4-FFF2-40B4-BE49-F238E27FC236}">
                <a16:creationId xmlns:a16="http://schemas.microsoft.com/office/drawing/2014/main" id="{95744F54-8C31-498D-9649-A651904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t=3.0</a:t>
            </a:r>
          </a:p>
        </p:txBody>
      </p:sp>
      <p:sp>
        <p:nvSpPr>
          <p:cNvPr id="78" name="phase-above5">
            <a:extLst xmlns:a="http://schemas.openxmlformats.org/drawingml/2006/main">
              <a:ext uri="{FF2B5EF4-FFF2-40B4-BE49-F238E27FC236}">
                <a16:creationId xmlns:a16="http://schemas.microsoft.com/office/drawing/2014/main" id="{51971194-A3AE-4831-8C0A-54F3D678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7277100" y="1076325"/>
                </a:moveTo>
                <a:lnTo>
                  <a:pt x="7277100" y="1143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79" name="phase-arrow5">
            <a:extLst xmlns:a="http://schemas.openxmlformats.org/drawingml/2006/main">
              <a:ext uri="{FF2B5EF4-FFF2-40B4-BE49-F238E27FC236}">
                <a16:creationId xmlns:a16="http://schemas.microsoft.com/office/drawing/2014/main" id="{D012DB68-5F37-4A84-B7C3-422FAA50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7277100" y="1390650"/>
                </a:moveTo>
                <a:lnTo>
                  <a:pt x="7277100" y="1571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0" name="phase-arrow5-head">
            <a:extLst xmlns:a="http://schemas.openxmlformats.org/drawingml/2006/main">
              <a:ext uri="{FF2B5EF4-FFF2-40B4-BE49-F238E27FC236}">
                <a16:creationId xmlns:a16="http://schemas.microsoft.com/office/drawing/2014/main" id="{D657761D-4D1C-4A74-95FB-D8DAF16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7236001" y="1496394"/>
                </a:moveTo>
                <a:lnTo>
                  <a:pt x="7277100" y="1571625"/>
                </a:lnTo>
                <a:lnTo>
                  <a:pt x="7318199" y="14963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1" name="time5">
            <a:extLst xmlns:a="http://schemas.openxmlformats.org/drawingml/2006/main">
              <a:ext uri="{FF2B5EF4-FFF2-40B4-BE49-F238E27FC236}">
                <a16:creationId xmlns:a16="http://schemas.microsoft.com/office/drawing/2014/main" id="{0BFDCF10-F0A6-4828-8879-DA2EDEFD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609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t=7.0</a:t>
            </a:r>
          </a:p>
        </p:txBody>
      </p:sp>
      <p:sp>
        <p:nvSpPr>
          <p:cNvPr id="82" name="human-primitives">
            <a:extLst xmlns:a="http://schemas.openxmlformats.org/drawingml/2006/main">
              <a:ext uri="{FF2B5EF4-FFF2-40B4-BE49-F238E27FC236}">
                <a16:creationId xmlns:a16="http://schemas.microsoft.com/office/drawing/2014/main" id="{39FADFE1-A4F7-4CBB-8428-211DD133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438525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human primitives</a:t>
            </a:r>
          </a:p>
        </p:txBody>
      </p:sp>
      <p:sp>
        <p:nvSpPr>
          <p:cNvPr id="83" name="robot-primitives">
            <a:extLst xmlns:a="http://schemas.openxmlformats.org/drawingml/2006/main">
              <a:ext uri="{FF2B5EF4-FFF2-40B4-BE49-F238E27FC236}">
                <a16:creationId xmlns:a16="http://schemas.microsoft.com/office/drawing/2014/main" id="{D9615DAA-F86B-4422-BBDA-3C12B7C0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438525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robot primitives</a:t>
            </a:r>
          </a:p>
        </p:txBody>
      </p:sp>
      <p:sp>
        <p:nvSpPr>
          <p:cNvPr id="84" name="human-meta">
            <a:extLst xmlns:a="http://schemas.openxmlformats.org/drawingml/2006/main">
              <a:ext uri="{FF2B5EF4-FFF2-40B4-BE49-F238E27FC236}">
                <a16:creationId xmlns:a16="http://schemas.microsoft.com/office/drawing/2014/main" id="{561DAE68-9CA5-4EBB-A3B6-DE772540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076700" y="3714750"/>
                </a:moveTo>
                <a:lnTo>
                  <a:pt x="4972050" y="401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5" name="robot-meta">
            <a:extLst xmlns:a="http://schemas.openxmlformats.org/drawingml/2006/main">
              <a:ext uri="{FF2B5EF4-FFF2-40B4-BE49-F238E27FC236}">
                <a16:creationId xmlns:a16="http://schemas.microsoft.com/office/drawing/2014/main" id="{ACFA9DDD-B90C-4E07-BF14-430CE65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5876925" y="3714750"/>
                </a:moveTo>
                <a:lnTo>
                  <a:pt x="4972050" y="401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6" name="meta-down">
            <a:extLst xmlns:a="http://schemas.openxmlformats.org/drawingml/2006/main">
              <a:ext uri="{FF2B5EF4-FFF2-40B4-BE49-F238E27FC236}">
                <a16:creationId xmlns:a16="http://schemas.microsoft.com/office/drawing/2014/main" id="{EAAA8A26-D613-4D13-84E0-0937A332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972050" y="4010025"/>
                </a:moveTo>
                <a:lnTo>
                  <a:pt x="4972050" y="4410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7" name="meta-down-head">
            <a:extLst xmlns:a="http://schemas.openxmlformats.org/drawingml/2006/main">
              <a:ext uri="{FF2B5EF4-FFF2-40B4-BE49-F238E27FC236}">
                <a16:creationId xmlns:a16="http://schemas.microsoft.com/office/drawing/2014/main" id="{93D88C32-0A48-4706-8CE4-D7D035E4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4930951" y="4334844"/>
                </a:moveTo>
                <a:lnTo>
                  <a:pt x="4972050" y="4410075"/>
                </a:lnTo>
                <a:lnTo>
                  <a:pt x="5013149" y="43348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88" name="learn-policy-prefix">
            <a:extLst xmlns:a="http://schemas.openxmlformats.org/drawingml/2006/main">
              <a:ext uri="{FF2B5EF4-FFF2-40B4-BE49-F238E27FC236}">
                <a16:creationId xmlns:a16="http://schemas.microsoft.com/office/drawing/2014/main" id="{450AE6DE-45CE-4BDA-B6F6-10E968C8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4476750"/>
            <a:ext cx="1171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learn how to</a:t>
            </a:r>
          </a:p>
        </p:txBody>
      </p:sp>
      <p:sp>
        <p:nvSpPr>
          <p:cNvPr id="89" name="learn-policy-emphasis">
            <a:extLst xmlns:a="http://schemas.openxmlformats.org/drawingml/2006/main">
              <a:ext uri="{FF2B5EF4-FFF2-40B4-BE49-F238E27FC236}">
                <a16:creationId xmlns:a16="http://schemas.microsoft.com/office/drawing/2014/main" id="{0039EA40-893F-4A6A-89AD-B07A2C7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4476750"/>
            <a:ext cx="1304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1">
                <a:solidFill>
                  <a:srgbClr val="E94A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 i="1">
                <a:solidFill>
                  <a:srgbClr val="E94A2C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E94A2C"/>
                </a:solidFill>
                <a:latin typeface="Arial"/>
                <a:ea typeface="Arial"/>
                <a:cs typeface="Arial"/>
              </a:rPr>
              <a:t>learn a policy</a:t>
            </a:r>
          </a:p>
        </p:txBody>
      </p:sp>
      <p:sp>
        <p:nvSpPr>
          <p:cNvPr id="90" name="learn-policy-suffix">
            <a:extLst xmlns:a="http://schemas.openxmlformats.org/drawingml/2006/main">
              <a:ext uri="{FF2B5EF4-FFF2-40B4-BE49-F238E27FC236}">
                <a16:creationId xmlns:a16="http://schemas.microsoft.com/office/drawing/2014/main" id="{7F0E6B56-CAA5-4EFF-80B9-6443E64F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4476750"/>
            <a:ext cx="2457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from one human primitive</a:t>
            </a:r>
          </a:p>
        </p:txBody>
      </p:sp>
      <p:sp>
        <p:nvSpPr>
          <p:cNvPr id="91" name="oneshot-title">
            <a:extLst xmlns:a="http://schemas.openxmlformats.org/drawingml/2006/main">
              <a:ext uri="{FF2B5EF4-FFF2-40B4-BE49-F238E27FC236}">
                <a16:creationId xmlns:a16="http://schemas.microsoft.com/office/drawing/2014/main" id="{29EDD4FE-2C8D-4731-AC4D-166C428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3525" y="0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One-Shot Skill Composition</a:t>
            </a:r>
          </a:p>
        </p:txBody>
      </p:sp>
      <p:sp>
        <p:nvSpPr>
          <p:cNvPr id="92" name="provide">
            <a:extLst xmlns:a="http://schemas.openxmlformats.org/drawingml/2006/main">
              <a:ext uri="{FF2B5EF4-FFF2-40B4-BE49-F238E27FC236}">
                <a16:creationId xmlns:a16="http://schemas.microsoft.com/office/drawing/2014/main" id="{579B7187-BC84-4E78-A0A6-6D441DA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61950"/>
            <a:ext cx="549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provide video of human performing compound task</a:t>
            </a:r>
          </a:p>
        </p:txBody>
      </p:sp>
      <p:sp>
        <p:nvSpPr>
          <p:cNvPr id="93" name="segment">
            <a:extLst xmlns:a="http://schemas.openxmlformats.org/drawingml/2006/main">
              <a:ext uri="{FF2B5EF4-FFF2-40B4-BE49-F238E27FC236}">
                <a16:creationId xmlns:a16="http://schemas.microsoft.com/office/drawing/2014/main" id="{32D46670-E638-4346-8F5E-48F0B4E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676275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segment video into primitives w/</a:t>
            </a:r>
          </a:p>
        </p:txBody>
      </p:sp>
      <p:sp>
        <p:nvSpPr>
          <p:cNvPr id="94" name="predictor-human">
            <a:extLst xmlns:a="http://schemas.openxmlformats.org/drawingml/2006/main">
              <a:ext uri="{FF2B5EF4-FFF2-40B4-BE49-F238E27FC236}">
                <a16:creationId xmlns:a16="http://schemas.microsoft.com/office/drawing/2014/main" id="{D1543ED4-2EA1-44D2-AFC1-BF8BD001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676275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1">
                <a:solidFill>
                  <a:srgbClr val="CC338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1">
                <a:solidFill>
                  <a:srgbClr val="CC3388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CC3388"/>
                </a:solidFill>
                <a:latin typeface="Arial"/>
                <a:ea typeface="Arial"/>
                <a:cs typeface="Arial"/>
              </a:rPr>
              <a:t>phase predictor φₕ</a:t>
            </a:r>
          </a:p>
        </p:txBody>
      </p:sp>
      <p:sp>
        <p:nvSpPr>
          <p:cNvPr id="95" name="segment-boundary1">
            <a:extLst xmlns:a="http://schemas.openxmlformats.org/drawingml/2006/main">
              <a:ext uri="{FF2B5EF4-FFF2-40B4-BE49-F238E27FC236}">
                <a16:creationId xmlns:a16="http://schemas.microsoft.com/office/drawing/2014/main" id="{EBBF3DDF-320F-47A4-B1D5-46754D0C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439400" y="933450"/>
                </a:moveTo>
                <a:lnTo>
                  <a:pt x="10439400" y="21717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C3388"/>
            </a:solidFill>
            <a:prstDash val="dash"/>
          </a:ln>
        </p:spPr>
      </p:sp>
      <p:sp>
        <p:nvSpPr>
          <p:cNvPr id="96" name="segment-boundary2">
            <a:extLst xmlns:a="http://schemas.openxmlformats.org/drawingml/2006/main">
              <a:ext uri="{FF2B5EF4-FFF2-40B4-BE49-F238E27FC236}">
                <a16:creationId xmlns:a16="http://schemas.microsoft.com/office/drawing/2014/main" id="{283926BC-9A7B-4CDC-9ACC-AD8D3B4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506200" y="933450"/>
                </a:moveTo>
                <a:lnTo>
                  <a:pt x="11506200" y="21717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C3388"/>
            </a:solidFill>
            <a:prstDash val="dash"/>
          </a:ln>
        </p:spPr>
      </p:sp>
      <p:sp>
        <p:nvSpPr>
          <p:cNvPr id="97" name="policy-down0">
            <a:extLst xmlns:a="http://schemas.openxmlformats.org/drawingml/2006/main">
              <a:ext uri="{FF2B5EF4-FFF2-40B4-BE49-F238E27FC236}">
                <a16:creationId xmlns:a16="http://schemas.microsoft.com/office/drawing/2014/main" id="{C916BC81-5829-4675-AC9A-AB5D850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410700" y="2181225"/>
                </a:moveTo>
                <a:lnTo>
                  <a:pt x="9410700" y="2657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98" name="policy-down0-head">
            <a:extLst xmlns:a="http://schemas.openxmlformats.org/drawingml/2006/main">
              <a:ext uri="{FF2B5EF4-FFF2-40B4-BE49-F238E27FC236}">
                <a16:creationId xmlns:a16="http://schemas.microsoft.com/office/drawing/2014/main" id="{80D6C352-EB47-4ABA-A790-3C244959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369601" y="2582244"/>
                </a:moveTo>
                <a:lnTo>
                  <a:pt x="9410700" y="2657475"/>
                </a:lnTo>
                <a:lnTo>
                  <a:pt x="9451799" y="25822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99" name="policy-down1">
            <a:extLst xmlns:a="http://schemas.openxmlformats.org/drawingml/2006/main">
              <a:ext uri="{FF2B5EF4-FFF2-40B4-BE49-F238E27FC236}">
                <a16:creationId xmlns:a16="http://schemas.microsoft.com/office/drawing/2014/main" id="{99F3863F-A1D9-45E4-B743-A0DCC9F5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934700" y="2181225"/>
                </a:moveTo>
                <a:lnTo>
                  <a:pt x="10934700" y="2657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00" name="policy-down1-head">
            <a:extLst xmlns:a="http://schemas.openxmlformats.org/drawingml/2006/main">
              <a:ext uri="{FF2B5EF4-FFF2-40B4-BE49-F238E27FC236}">
                <a16:creationId xmlns:a16="http://schemas.microsoft.com/office/drawing/2014/main" id="{390F4050-68C8-42A3-9B23-36A17EA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893601" y="2582244"/>
                </a:moveTo>
                <a:lnTo>
                  <a:pt x="10934700" y="2657475"/>
                </a:lnTo>
                <a:lnTo>
                  <a:pt x="10975799" y="25822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01" name="policy-down2">
            <a:extLst xmlns:a="http://schemas.openxmlformats.org/drawingml/2006/main">
              <a:ext uri="{FF2B5EF4-FFF2-40B4-BE49-F238E27FC236}">
                <a16:creationId xmlns:a16="http://schemas.microsoft.com/office/drawing/2014/main" id="{1A71CD91-2656-4DDC-96E7-CB727455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553950" y="2181225"/>
                </a:moveTo>
                <a:lnTo>
                  <a:pt x="12553950" y="2657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02" name="policy-down2-head">
            <a:extLst xmlns:a="http://schemas.openxmlformats.org/drawingml/2006/main">
              <a:ext uri="{FF2B5EF4-FFF2-40B4-BE49-F238E27FC236}">
                <a16:creationId xmlns:a16="http://schemas.microsoft.com/office/drawing/2014/main" id="{5ECF9463-2544-4FBA-BB00-EB25908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512851" y="2582244"/>
                </a:moveTo>
                <a:lnTo>
                  <a:pt x="12553950" y="2657475"/>
                </a:lnTo>
                <a:lnTo>
                  <a:pt x="12595049" y="258224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03" name="learn-robot">
            <a:extLst xmlns:a="http://schemas.openxmlformats.org/drawingml/2006/main">
              <a:ext uri="{FF2B5EF4-FFF2-40B4-BE49-F238E27FC236}">
                <a16:creationId xmlns:a16="http://schemas.microsoft.com/office/drawing/2014/main" id="{788BB0DA-C7E2-4A9F-A81D-4C6B8157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2219325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0" i="1">
                <a:solidFill>
                  <a:srgbClr val="E94A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75" b="0" i="1">
                <a:solidFill>
                  <a:srgbClr val="E94A2C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E94A2C"/>
                </a:solidFill>
                <a:latin typeface="Arial"/>
                <a:ea typeface="Arial"/>
                <a:cs typeface="Arial"/>
              </a:rPr>
              <a:t>learn robot policies</a:t>
            </a:r>
          </a:p>
        </p:txBody>
      </p:sp>
      <p:sp>
        <p:nvSpPr>
          <p:cNvPr id="104" name="net0box0">
            <a:extLst xmlns:a="http://schemas.openxmlformats.org/drawingml/2006/main">
              <a:ext uri="{FF2B5EF4-FFF2-40B4-BE49-F238E27FC236}">
                <a16:creationId xmlns:a16="http://schemas.microsoft.com/office/drawing/2014/main" id="{A74BF6CF-B0D6-47C3-8B51-62EA8010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353425" y="2762250"/>
                </a:moveTo>
                <a:lnTo>
                  <a:pt x="8420100" y="2705100"/>
                </a:lnTo>
                <a:lnTo>
                  <a:pt x="8639175" y="2733675"/>
                </a:lnTo>
                <a:lnTo>
                  <a:pt x="8639175" y="3162300"/>
                </a:lnTo>
                <a:lnTo>
                  <a:pt x="8572500" y="3219450"/>
                </a:lnTo>
                <a:lnTo>
                  <a:pt x="8353425" y="3190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05" name="net0inner0">
            <a:extLst xmlns:a="http://schemas.openxmlformats.org/drawingml/2006/main">
              <a:ext uri="{FF2B5EF4-FFF2-40B4-BE49-F238E27FC236}">
                <a16:creationId xmlns:a16="http://schemas.microsoft.com/office/drawing/2014/main" id="{7333F846-638D-4901-9876-5665888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420100" y="2705100"/>
                </a:moveTo>
                <a:lnTo>
                  <a:pt x="8420100" y="31623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06" name="net0conn0">
            <a:extLst xmlns:a="http://schemas.openxmlformats.org/drawingml/2006/main">
              <a:ext uri="{FF2B5EF4-FFF2-40B4-BE49-F238E27FC236}">
                <a16:creationId xmlns:a16="http://schemas.microsoft.com/office/drawing/2014/main" id="{AFC54283-25AA-4AD0-84D3-7BBBAE93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572500" y="2947988"/>
                </a:moveTo>
                <a:lnTo>
                  <a:pt x="86201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07" name="net0box1">
            <a:extLst xmlns:a="http://schemas.openxmlformats.org/drawingml/2006/main">
              <a:ext uri="{FF2B5EF4-FFF2-40B4-BE49-F238E27FC236}">
                <a16:creationId xmlns:a16="http://schemas.microsoft.com/office/drawing/2014/main" id="{249791C8-6EFB-49A9-A753-C786F187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620125" y="2857500"/>
                </a:moveTo>
                <a:lnTo>
                  <a:pt x="8686800" y="2800350"/>
                </a:lnTo>
                <a:lnTo>
                  <a:pt x="8829675" y="2828925"/>
                </a:lnTo>
                <a:lnTo>
                  <a:pt x="8829675" y="3076575"/>
                </a:lnTo>
                <a:lnTo>
                  <a:pt x="8763000" y="3133725"/>
                </a:lnTo>
                <a:lnTo>
                  <a:pt x="8620125" y="3105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08" name="net0inner1">
            <a:extLst xmlns:a="http://schemas.openxmlformats.org/drawingml/2006/main">
              <a:ext uri="{FF2B5EF4-FFF2-40B4-BE49-F238E27FC236}">
                <a16:creationId xmlns:a16="http://schemas.microsoft.com/office/drawing/2014/main" id="{7EE484D3-6D60-4666-9134-E80839E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686800" y="2800350"/>
                </a:moveTo>
                <a:lnTo>
                  <a:pt x="868680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09" name="net0conn1">
            <a:extLst xmlns:a="http://schemas.openxmlformats.org/drawingml/2006/main">
              <a:ext uri="{FF2B5EF4-FFF2-40B4-BE49-F238E27FC236}">
                <a16:creationId xmlns:a16="http://schemas.microsoft.com/office/drawing/2014/main" id="{8A66C23E-B32E-4C4F-8014-8BF58362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763000" y="2952750"/>
                </a:moveTo>
                <a:lnTo>
                  <a:pt x="8801100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0" name="net0box2">
            <a:extLst xmlns:a="http://schemas.openxmlformats.org/drawingml/2006/main">
              <a:ext uri="{FF2B5EF4-FFF2-40B4-BE49-F238E27FC236}">
                <a16:creationId xmlns:a16="http://schemas.microsoft.com/office/drawing/2014/main" id="{B419239F-D9DE-466F-BEB7-C7E102F7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801100" y="2905125"/>
                </a:moveTo>
                <a:lnTo>
                  <a:pt x="8867775" y="2847975"/>
                </a:lnTo>
                <a:lnTo>
                  <a:pt x="8991600" y="2876550"/>
                </a:lnTo>
                <a:lnTo>
                  <a:pt x="8991600" y="3028950"/>
                </a:lnTo>
                <a:lnTo>
                  <a:pt x="8924925" y="3086100"/>
                </a:lnTo>
                <a:lnTo>
                  <a:pt x="8801100" y="3057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11" name="net0inner2">
            <a:extLst xmlns:a="http://schemas.openxmlformats.org/drawingml/2006/main">
              <a:ext uri="{FF2B5EF4-FFF2-40B4-BE49-F238E27FC236}">
                <a16:creationId xmlns:a16="http://schemas.microsoft.com/office/drawing/2014/main" id="{6D4DBB87-ECC8-4C3B-9B19-BE50EADA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867775" y="2847975"/>
                </a:moveTo>
                <a:lnTo>
                  <a:pt x="8867775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2" name="net0conn2">
            <a:extLst xmlns:a="http://schemas.openxmlformats.org/drawingml/2006/main">
              <a:ext uri="{FF2B5EF4-FFF2-40B4-BE49-F238E27FC236}">
                <a16:creationId xmlns:a16="http://schemas.microsoft.com/office/drawing/2014/main" id="{885070AE-9ABC-488F-96E0-002E61D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924925" y="2952750"/>
                </a:moveTo>
                <a:lnTo>
                  <a:pt x="90011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3" name="net0box3">
            <a:extLst xmlns:a="http://schemas.openxmlformats.org/drawingml/2006/main">
              <a:ext uri="{FF2B5EF4-FFF2-40B4-BE49-F238E27FC236}">
                <a16:creationId xmlns:a16="http://schemas.microsoft.com/office/drawing/2014/main" id="{0B224357-A07F-4939-90DA-84B6F1B2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001125" y="2952750"/>
                </a:moveTo>
                <a:lnTo>
                  <a:pt x="9067800" y="2895600"/>
                </a:lnTo>
                <a:lnTo>
                  <a:pt x="9191625" y="2924175"/>
                </a:lnTo>
                <a:lnTo>
                  <a:pt x="9191625" y="3009900"/>
                </a:lnTo>
                <a:lnTo>
                  <a:pt x="9124950" y="3067050"/>
                </a:lnTo>
                <a:lnTo>
                  <a:pt x="900112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14" name="net0inner3">
            <a:extLst xmlns:a="http://schemas.openxmlformats.org/drawingml/2006/main">
              <a:ext uri="{FF2B5EF4-FFF2-40B4-BE49-F238E27FC236}">
                <a16:creationId xmlns:a16="http://schemas.microsoft.com/office/drawing/2014/main" id="{25A9974A-229E-4A20-A60E-60E88F8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067800" y="2895600"/>
                </a:moveTo>
                <a:lnTo>
                  <a:pt x="906780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5" name="net0conn3">
            <a:extLst xmlns:a="http://schemas.openxmlformats.org/drawingml/2006/main">
              <a:ext uri="{FF2B5EF4-FFF2-40B4-BE49-F238E27FC236}">
                <a16:creationId xmlns:a16="http://schemas.microsoft.com/office/drawing/2014/main" id="{26FF2CEE-BA44-48B9-AC4E-49DFDD5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124950" y="2967038"/>
                </a:moveTo>
                <a:lnTo>
                  <a:pt x="92487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6" name="net0box4">
            <a:extLst xmlns:a="http://schemas.openxmlformats.org/drawingml/2006/main">
              <a:ext uri="{FF2B5EF4-FFF2-40B4-BE49-F238E27FC236}">
                <a16:creationId xmlns:a16="http://schemas.microsoft.com/office/drawing/2014/main" id="{64E754A5-2C97-4442-A74E-0F91D7D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248775" y="2943225"/>
                </a:moveTo>
                <a:lnTo>
                  <a:pt x="9315450" y="2886075"/>
                </a:lnTo>
                <a:lnTo>
                  <a:pt x="9448800" y="2914650"/>
                </a:lnTo>
                <a:lnTo>
                  <a:pt x="9448800" y="3048000"/>
                </a:lnTo>
                <a:lnTo>
                  <a:pt x="9382125" y="3105150"/>
                </a:lnTo>
                <a:lnTo>
                  <a:pt x="9248775" y="3076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17" name="net0inner4">
            <a:extLst xmlns:a="http://schemas.openxmlformats.org/drawingml/2006/main">
              <a:ext uri="{FF2B5EF4-FFF2-40B4-BE49-F238E27FC236}">
                <a16:creationId xmlns:a16="http://schemas.microsoft.com/office/drawing/2014/main" id="{BA8FC48D-21E0-4EED-A070-B7601765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315450" y="2886075"/>
                </a:moveTo>
                <a:lnTo>
                  <a:pt x="931545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8" name="net0conn4">
            <a:extLst xmlns:a="http://schemas.openxmlformats.org/drawingml/2006/main">
              <a:ext uri="{FF2B5EF4-FFF2-40B4-BE49-F238E27FC236}">
                <a16:creationId xmlns:a16="http://schemas.microsoft.com/office/drawing/2014/main" id="{AA274138-EA78-491C-8A5A-E41087CA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382125" y="2981325"/>
                </a:moveTo>
                <a:lnTo>
                  <a:pt x="95154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19" name="net0box5">
            <a:extLst xmlns:a="http://schemas.openxmlformats.org/drawingml/2006/main">
              <a:ext uri="{FF2B5EF4-FFF2-40B4-BE49-F238E27FC236}">
                <a16:creationId xmlns:a16="http://schemas.microsoft.com/office/drawing/2014/main" id="{017001B7-9B08-4149-B7D9-D86E1929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515475" y="2971800"/>
                </a:moveTo>
                <a:lnTo>
                  <a:pt x="9582150" y="2914650"/>
                </a:lnTo>
                <a:lnTo>
                  <a:pt x="9705975" y="2943225"/>
                </a:lnTo>
                <a:lnTo>
                  <a:pt x="9705975" y="3009900"/>
                </a:lnTo>
                <a:lnTo>
                  <a:pt x="9639300" y="3067050"/>
                </a:lnTo>
                <a:lnTo>
                  <a:pt x="951547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20" name="net0inner5">
            <a:extLst xmlns:a="http://schemas.openxmlformats.org/drawingml/2006/main">
              <a:ext uri="{FF2B5EF4-FFF2-40B4-BE49-F238E27FC236}">
                <a16:creationId xmlns:a16="http://schemas.microsoft.com/office/drawing/2014/main" id="{3CEEC36F-1A5C-4A11-8D90-3C1FEB6B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582150" y="2914650"/>
                </a:moveTo>
                <a:lnTo>
                  <a:pt x="958215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21" name="net0conn5">
            <a:extLst xmlns:a="http://schemas.openxmlformats.org/drawingml/2006/main">
              <a:ext uri="{FF2B5EF4-FFF2-40B4-BE49-F238E27FC236}">
                <a16:creationId xmlns:a16="http://schemas.microsoft.com/office/drawing/2014/main" id="{723F33A3-AD1F-41C3-8A6B-BD68AB13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639300" y="2976563"/>
                </a:moveTo>
                <a:lnTo>
                  <a:pt x="98583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22" name="net0box6">
            <a:extLst xmlns:a="http://schemas.openxmlformats.org/drawingml/2006/main">
              <a:ext uri="{FF2B5EF4-FFF2-40B4-BE49-F238E27FC236}">
                <a16:creationId xmlns:a16="http://schemas.microsoft.com/office/drawing/2014/main" id="{D59D3810-F80E-4814-9199-DD139D9F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857500"/>
                </a:moveTo>
                <a:lnTo>
                  <a:pt x="9925050" y="2800350"/>
                </a:lnTo>
                <a:lnTo>
                  <a:pt x="9963150" y="2828925"/>
                </a:lnTo>
                <a:lnTo>
                  <a:pt x="9963150" y="3152775"/>
                </a:lnTo>
                <a:lnTo>
                  <a:pt x="9896475" y="3209925"/>
                </a:lnTo>
                <a:lnTo>
                  <a:pt x="9858375" y="3181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23" name="net0inner6">
            <a:extLst xmlns:a="http://schemas.openxmlformats.org/drawingml/2006/main">
              <a:ext uri="{FF2B5EF4-FFF2-40B4-BE49-F238E27FC236}">
                <a16:creationId xmlns:a16="http://schemas.microsoft.com/office/drawing/2014/main" id="{747C7B0F-B43F-4286-9625-89AB5258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925050" y="2800350"/>
                </a:moveTo>
                <a:lnTo>
                  <a:pt x="992505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24" name="net0unit1">
            <a:extLst xmlns:a="http://schemas.openxmlformats.org/drawingml/2006/main">
              <a:ext uri="{FF2B5EF4-FFF2-40B4-BE49-F238E27FC236}">
                <a16:creationId xmlns:a16="http://schemas.microsoft.com/office/drawing/2014/main" id="{808C7594-E098-4E30-8CE5-585A911A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838450"/>
                </a:moveTo>
                <a:lnTo>
                  <a:pt x="9963150" y="28384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25" name="net0unit2">
            <a:extLst xmlns:a="http://schemas.openxmlformats.org/drawingml/2006/main">
              <a:ext uri="{FF2B5EF4-FFF2-40B4-BE49-F238E27FC236}">
                <a16:creationId xmlns:a16="http://schemas.microsoft.com/office/drawing/2014/main" id="{41E5F1DD-E27C-4E00-97C8-F8798FF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876550"/>
                </a:moveTo>
                <a:lnTo>
                  <a:pt x="996315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26" name="net0unit3">
            <a:extLst xmlns:a="http://schemas.openxmlformats.org/drawingml/2006/main">
              <a:ext uri="{FF2B5EF4-FFF2-40B4-BE49-F238E27FC236}">
                <a16:creationId xmlns:a16="http://schemas.microsoft.com/office/drawing/2014/main" id="{FAFB419A-031D-4F0D-B758-F4EB915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914650"/>
                </a:moveTo>
                <a:lnTo>
                  <a:pt x="996315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27" name="net0unit4">
            <a:extLst xmlns:a="http://schemas.openxmlformats.org/drawingml/2006/main">
              <a:ext uri="{FF2B5EF4-FFF2-40B4-BE49-F238E27FC236}">
                <a16:creationId xmlns:a16="http://schemas.microsoft.com/office/drawing/2014/main" id="{E8EE6539-732C-48EC-A42C-ECA82B2B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952750"/>
                </a:moveTo>
                <a:lnTo>
                  <a:pt x="996315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28" name="net0unit5">
            <a:extLst xmlns:a="http://schemas.openxmlformats.org/drawingml/2006/main">
              <a:ext uri="{FF2B5EF4-FFF2-40B4-BE49-F238E27FC236}">
                <a16:creationId xmlns:a16="http://schemas.microsoft.com/office/drawing/2014/main" id="{FFBFF724-F135-4932-84F6-6E75AC44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2990850"/>
                </a:moveTo>
                <a:lnTo>
                  <a:pt x="9963150" y="29908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29" name="net0unit6">
            <a:extLst xmlns:a="http://schemas.openxmlformats.org/drawingml/2006/main">
              <a:ext uri="{FF2B5EF4-FFF2-40B4-BE49-F238E27FC236}">
                <a16:creationId xmlns:a16="http://schemas.microsoft.com/office/drawing/2014/main" id="{2EB1ECD6-9DE5-4C19-A2E6-C3442C7E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3028950"/>
                </a:moveTo>
                <a:lnTo>
                  <a:pt x="9963150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30" name="net0unit7">
            <a:extLst xmlns:a="http://schemas.openxmlformats.org/drawingml/2006/main">
              <a:ext uri="{FF2B5EF4-FFF2-40B4-BE49-F238E27FC236}">
                <a16:creationId xmlns:a16="http://schemas.microsoft.com/office/drawing/2014/main" id="{55D132C5-EAF3-4498-A45F-44D76A9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3067050"/>
                </a:moveTo>
                <a:lnTo>
                  <a:pt x="996315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31" name="net0unit8">
            <a:extLst xmlns:a="http://schemas.openxmlformats.org/drawingml/2006/main">
              <a:ext uri="{FF2B5EF4-FFF2-40B4-BE49-F238E27FC236}">
                <a16:creationId xmlns:a16="http://schemas.microsoft.com/office/drawing/2014/main" id="{4997CBD2-4AB4-44A5-85E3-83B8A5D6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858375" y="3105150"/>
                </a:moveTo>
                <a:lnTo>
                  <a:pt x="9963150" y="31051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32" name="net1box0">
            <a:extLst xmlns:a="http://schemas.openxmlformats.org/drawingml/2006/main">
              <a:ext uri="{FF2B5EF4-FFF2-40B4-BE49-F238E27FC236}">
                <a16:creationId xmlns:a16="http://schemas.microsoft.com/office/drawing/2014/main" id="{D776E22D-1F67-404F-96BA-AB21810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144125" y="2762250"/>
                </a:moveTo>
                <a:lnTo>
                  <a:pt x="10210800" y="2705100"/>
                </a:lnTo>
                <a:lnTo>
                  <a:pt x="10429875" y="2733675"/>
                </a:lnTo>
                <a:lnTo>
                  <a:pt x="10429875" y="3162300"/>
                </a:lnTo>
                <a:lnTo>
                  <a:pt x="10363200" y="3219450"/>
                </a:lnTo>
                <a:lnTo>
                  <a:pt x="10144125" y="3190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33" name="net1inner0">
            <a:extLst xmlns:a="http://schemas.openxmlformats.org/drawingml/2006/main">
              <a:ext uri="{FF2B5EF4-FFF2-40B4-BE49-F238E27FC236}">
                <a16:creationId xmlns:a16="http://schemas.microsoft.com/office/drawing/2014/main" id="{15306A3D-D306-4E11-A0EF-D2AE5574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210800" y="2705100"/>
                </a:moveTo>
                <a:lnTo>
                  <a:pt x="10210800" y="31623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34" name="net1conn0">
            <a:extLst xmlns:a="http://schemas.openxmlformats.org/drawingml/2006/main">
              <a:ext uri="{FF2B5EF4-FFF2-40B4-BE49-F238E27FC236}">
                <a16:creationId xmlns:a16="http://schemas.microsoft.com/office/drawing/2014/main" id="{24C4D6A5-18E3-44C4-B034-785550A5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363200" y="2947988"/>
                </a:moveTo>
                <a:lnTo>
                  <a:pt x="104108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35" name="net1box1">
            <a:extLst xmlns:a="http://schemas.openxmlformats.org/drawingml/2006/main">
              <a:ext uri="{FF2B5EF4-FFF2-40B4-BE49-F238E27FC236}">
                <a16:creationId xmlns:a16="http://schemas.microsoft.com/office/drawing/2014/main" id="{CD0CCAB8-709E-4AE0-ADFA-42DBA82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410825" y="2857500"/>
                </a:moveTo>
                <a:lnTo>
                  <a:pt x="10477500" y="2800350"/>
                </a:lnTo>
                <a:lnTo>
                  <a:pt x="10620375" y="2828925"/>
                </a:lnTo>
                <a:lnTo>
                  <a:pt x="10620375" y="3076575"/>
                </a:lnTo>
                <a:lnTo>
                  <a:pt x="10553700" y="3133725"/>
                </a:lnTo>
                <a:lnTo>
                  <a:pt x="10410825" y="3105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36" name="net1inner1">
            <a:extLst xmlns:a="http://schemas.openxmlformats.org/drawingml/2006/main">
              <a:ext uri="{FF2B5EF4-FFF2-40B4-BE49-F238E27FC236}">
                <a16:creationId xmlns:a16="http://schemas.microsoft.com/office/drawing/2014/main" id="{57D363E6-C332-48E0-A55D-7023FD44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477500" y="2800350"/>
                </a:moveTo>
                <a:lnTo>
                  <a:pt x="1047750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37" name="net1conn1">
            <a:extLst xmlns:a="http://schemas.openxmlformats.org/drawingml/2006/main">
              <a:ext uri="{FF2B5EF4-FFF2-40B4-BE49-F238E27FC236}">
                <a16:creationId xmlns:a16="http://schemas.microsoft.com/office/drawing/2014/main" id="{06CFEB43-484A-4E13-8646-2D04D743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553700" y="2952750"/>
                </a:moveTo>
                <a:lnTo>
                  <a:pt x="10591800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38" name="net1box2">
            <a:extLst xmlns:a="http://schemas.openxmlformats.org/drawingml/2006/main">
              <a:ext uri="{FF2B5EF4-FFF2-40B4-BE49-F238E27FC236}">
                <a16:creationId xmlns:a16="http://schemas.microsoft.com/office/drawing/2014/main" id="{9EC24C87-6CDB-4B0C-99FC-1C737DAA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591800" y="2905125"/>
                </a:moveTo>
                <a:lnTo>
                  <a:pt x="10658475" y="2847975"/>
                </a:lnTo>
                <a:lnTo>
                  <a:pt x="10782300" y="2876550"/>
                </a:lnTo>
                <a:lnTo>
                  <a:pt x="10782300" y="3028950"/>
                </a:lnTo>
                <a:lnTo>
                  <a:pt x="10715625" y="3086100"/>
                </a:lnTo>
                <a:lnTo>
                  <a:pt x="10591800" y="3057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39" name="net1inner2">
            <a:extLst xmlns:a="http://schemas.openxmlformats.org/drawingml/2006/main">
              <a:ext uri="{FF2B5EF4-FFF2-40B4-BE49-F238E27FC236}">
                <a16:creationId xmlns:a16="http://schemas.microsoft.com/office/drawing/2014/main" id="{E65B3EEC-AB56-48B5-B559-2A227FAA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658475" y="2847975"/>
                </a:moveTo>
                <a:lnTo>
                  <a:pt x="10658475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0" name="net1conn2">
            <a:extLst xmlns:a="http://schemas.openxmlformats.org/drawingml/2006/main">
              <a:ext uri="{FF2B5EF4-FFF2-40B4-BE49-F238E27FC236}">
                <a16:creationId xmlns:a16="http://schemas.microsoft.com/office/drawing/2014/main" id="{B1CF5ED5-12ED-4C6F-A16A-04B2A5DE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715625" y="2952750"/>
                </a:moveTo>
                <a:lnTo>
                  <a:pt x="107918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1" name="net1box3">
            <a:extLst xmlns:a="http://schemas.openxmlformats.org/drawingml/2006/main">
              <a:ext uri="{FF2B5EF4-FFF2-40B4-BE49-F238E27FC236}">
                <a16:creationId xmlns:a16="http://schemas.microsoft.com/office/drawing/2014/main" id="{4CD52920-6CAA-4B7F-9769-DACB3CBF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791825" y="2952750"/>
                </a:moveTo>
                <a:lnTo>
                  <a:pt x="10858500" y="2895600"/>
                </a:lnTo>
                <a:lnTo>
                  <a:pt x="10982325" y="2924175"/>
                </a:lnTo>
                <a:lnTo>
                  <a:pt x="10982325" y="3009900"/>
                </a:lnTo>
                <a:lnTo>
                  <a:pt x="10915650" y="3067050"/>
                </a:lnTo>
                <a:lnTo>
                  <a:pt x="1079182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42" name="net1inner3">
            <a:extLst xmlns:a="http://schemas.openxmlformats.org/drawingml/2006/main">
              <a:ext uri="{FF2B5EF4-FFF2-40B4-BE49-F238E27FC236}">
                <a16:creationId xmlns:a16="http://schemas.microsoft.com/office/drawing/2014/main" id="{4A87A6A4-AE6E-4C39-BD87-EBB380DD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858500" y="2895600"/>
                </a:moveTo>
                <a:lnTo>
                  <a:pt x="1085850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3" name="net1conn3">
            <a:extLst xmlns:a="http://schemas.openxmlformats.org/drawingml/2006/main">
              <a:ext uri="{FF2B5EF4-FFF2-40B4-BE49-F238E27FC236}">
                <a16:creationId xmlns:a16="http://schemas.microsoft.com/office/drawing/2014/main" id="{8A7D3CF9-B4CF-4DFD-884E-769B6751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915650" y="2967038"/>
                </a:moveTo>
                <a:lnTo>
                  <a:pt x="110394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4" name="net1box4">
            <a:extLst xmlns:a="http://schemas.openxmlformats.org/drawingml/2006/main">
              <a:ext uri="{FF2B5EF4-FFF2-40B4-BE49-F238E27FC236}">
                <a16:creationId xmlns:a16="http://schemas.microsoft.com/office/drawing/2014/main" id="{82A9EFC6-2D03-4928-AE8E-7706CE7E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039475" y="2943225"/>
                </a:moveTo>
                <a:lnTo>
                  <a:pt x="11106150" y="2886075"/>
                </a:lnTo>
                <a:lnTo>
                  <a:pt x="11239500" y="2914650"/>
                </a:lnTo>
                <a:lnTo>
                  <a:pt x="11239500" y="3048000"/>
                </a:lnTo>
                <a:lnTo>
                  <a:pt x="11172825" y="3105150"/>
                </a:lnTo>
                <a:lnTo>
                  <a:pt x="11039475" y="3076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45" name="net1inner4">
            <a:extLst xmlns:a="http://schemas.openxmlformats.org/drawingml/2006/main">
              <a:ext uri="{FF2B5EF4-FFF2-40B4-BE49-F238E27FC236}">
                <a16:creationId xmlns:a16="http://schemas.microsoft.com/office/drawing/2014/main" id="{5798CE30-F92A-4598-B4FB-96E48F6E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106150" y="2886075"/>
                </a:moveTo>
                <a:lnTo>
                  <a:pt x="1110615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6" name="net1conn4">
            <a:extLst xmlns:a="http://schemas.openxmlformats.org/drawingml/2006/main">
              <a:ext uri="{FF2B5EF4-FFF2-40B4-BE49-F238E27FC236}">
                <a16:creationId xmlns:a16="http://schemas.microsoft.com/office/drawing/2014/main" id="{F16E9667-40D6-4E79-8649-F3A60113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172825" y="2981325"/>
                </a:moveTo>
                <a:lnTo>
                  <a:pt x="113061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7" name="net1box5">
            <a:extLst xmlns:a="http://schemas.openxmlformats.org/drawingml/2006/main">
              <a:ext uri="{FF2B5EF4-FFF2-40B4-BE49-F238E27FC236}">
                <a16:creationId xmlns:a16="http://schemas.microsoft.com/office/drawing/2014/main" id="{1A612558-12FA-4AE2-9F2F-09E4490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306175" y="2971800"/>
                </a:moveTo>
                <a:lnTo>
                  <a:pt x="11372850" y="2914650"/>
                </a:lnTo>
                <a:lnTo>
                  <a:pt x="11496675" y="2943225"/>
                </a:lnTo>
                <a:lnTo>
                  <a:pt x="11496675" y="3009900"/>
                </a:lnTo>
                <a:lnTo>
                  <a:pt x="11430000" y="3067050"/>
                </a:lnTo>
                <a:lnTo>
                  <a:pt x="1130617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48" name="net1inner5">
            <a:extLst xmlns:a="http://schemas.openxmlformats.org/drawingml/2006/main">
              <a:ext uri="{FF2B5EF4-FFF2-40B4-BE49-F238E27FC236}">
                <a16:creationId xmlns:a16="http://schemas.microsoft.com/office/drawing/2014/main" id="{DF9E536B-BF18-448D-B0B5-207DA332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372850" y="2914650"/>
                </a:moveTo>
                <a:lnTo>
                  <a:pt x="1137285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49" name="net1conn5">
            <a:extLst xmlns:a="http://schemas.openxmlformats.org/drawingml/2006/main">
              <a:ext uri="{FF2B5EF4-FFF2-40B4-BE49-F238E27FC236}">
                <a16:creationId xmlns:a16="http://schemas.microsoft.com/office/drawing/2014/main" id="{C0042EAA-681D-421C-A406-F0B1F8AE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430000" y="2976563"/>
                </a:moveTo>
                <a:lnTo>
                  <a:pt x="116490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50" name="net1box6">
            <a:extLst xmlns:a="http://schemas.openxmlformats.org/drawingml/2006/main">
              <a:ext uri="{FF2B5EF4-FFF2-40B4-BE49-F238E27FC236}">
                <a16:creationId xmlns:a16="http://schemas.microsoft.com/office/drawing/2014/main" id="{BF5127B7-78F2-4303-9855-C9C46F3C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857500"/>
                </a:moveTo>
                <a:lnTo>
                  <a:pt x="11715750" y="2800350"/>
                </a:lnTo>
                <a:lnTo>
                  <a:pt x="11753850" y="2828925"/>
                </a:lnTo>
                <a:lnTo>
                  <a:pt x="11753850" y="3152775"/>
                </a:lnTo>
                <a:lnTo>
                  <a:pt x="11687175" y="3209925"/>
                </a:lnTo>
                <a:lnTo>
                  <a:pt x="11649075" y="3181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51" name="net1inner6">
            <a:extLst xmlns:a="http://schemas.openxmlformats.org/drawingml/2006/main">
              <a:ext uri="{FF2B5EF4-FFF2-40B4-BE49-F238E27FC236}">
                <a16:creationId xmlns:a16="http://schemas.microsoft.com/office/drawing/2014/main" id="{0350E088-702C-48E8-A132-06C008B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715750" y="2800350"/>
                </a:moveTo>
                <a:lnTo>
                  <a:pt x="1171575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52" name="net1unit1">
            <a:extLst xmlns:a="http://schemas.openxmlformats.org/drawingml/2006/main">
              <a:ext uri="{FF2B5EF4-FFF2-40B4-BE49-F238E27FC236}">
                <a16:creationId xmlns:a16="http://schemas.microsoft.com/office/drawing/2014/main" id="{5523CA01-B964-4B6E-A9E2-C3BB70A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838450"/>
                </a:moveTo>
                <a:lnTo>
                  <a:pt x="11753850" y="28384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3" name="net1unit2">
            <a:extLst xmlns:a="http://schemas.openxmlformats.org/drawingml/2006/main">
              <a:ext uri="{FF2B5EF4-FFF2-40B4-BE49-F238E27FC236}">
                <a16:creationId xmlns:a16="http://schemas.microsoft.com/office/drawing/2014/main" id="{B57856A9-8FD1-43F8-90B4-46947F6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876550"/>
                </a:moveTo>
                <a:lnTo>
                  <a:pt x="1175385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4" name="net1unit3">
            <a:extLst xmlns:a="http://schemas.openxmlformats.org/drawingml/2006/main">
              <a:ext uri="{FF2B5EF4-FFF2-40B4-BE49-F238E27FC236}">
                <a16:creationId xmlns:a16="http://schemas.microsoft.com/office/drawing/2014/main" id="{A41451B4-4AAC-4E96-9261-E1D1F29B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914650"/>
                </a:moveTo>
                <a:lnTo>
                  <a:pt x="1175385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5" name="net1unit4">
            <a:extLst xmlns:a="http://schemas.openxmlformats.org/drawingml/2006/main">
              <a:ext uri="{FF2B5EF4-FFF2-40B4-BE49-F238E27FC236}">
                <a16:creationId xmlns:a16="http://schemas.microsoft.com/office/drawing/2014/main" id="{826A63DC-4033-41DA-BDFE-5C94A47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952750"/>
                </a:moveTo>
                <a:lnTo>
                  <a:pt x="1175385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6" name="net1unit5">
            <a:extLst xmlns:a="http://schemas.openxmlformats.org/drawingml/2006/main">
              <a:ext uri="{FF2B5EF4-FFF2-40B4-BE49-F238E27FC236}">
                <a16:creationId xmlns:a16="http://schemas.microsoft.com/office/drawing/2014/main" id="{9422CFD5-F4A0-4108-A50C-B87B6F8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2990850"/>
                </a:moveTo>
                <a:lnTo>
                  <a:pt x="11753850" y="29908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7" name="net1unit6">
            <a:extLst xmlns:a="http://schemas.openxmlformats.org/drawingml/2006/main">
              <a:ext uri="{FF2B5EF4-FFF2-40B4-BE49-F238E27FC236}">
                <a16:creationId xmlns:a16="http://schemas.microsoft.com/office/drawing/2014/main" id="{049C3CFA-1F5B-4394-ADAB-F5B74F3E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3028950"/>
                </a:moveTo>
                <a:lnTo>
                  <a:pt x="11753850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8" name="net1unit7">
            <a:extLst xmlns:a="http://schemas.openxmlformats.org/drawingml/2006/main">
              <a:ext uri="{FF2B5EF4-FFF2-40B4-BE49-F238E27FC236}">
                <a16:creationId xmlns:a16="http://schemas.microsoft.com/office/drawing/2014/main" id="{CF69605C-B0C5-4D07-919B-E6975479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3067050"/>
                </a:moveTo>
                <a:lnTo>
                  <a:pt x="1175385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59" name="net1unit8">
            <a:extLst xmlns:a="http://schemas.openxmlformats.org/drawingml/2006/main">
              <a:ext uri="{FF2B5EF4-FFF2-40B4-BE49-F238E27FC236}">
                <a16:creationId xmlns:a16="http://schemas.microsoft.com/office/drawing/2014/main" id="{01F679BC-F8C3-484E-8EC3-9DADCB71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649075" y="3105150"/>
                </a:moveTo>
                <a:lnTo>
                  <a:pt x="11753850" y="31051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60" name="net2box0">
            <a:extLst xmlns:a="http://schemas.openxmlformats.org/drawingml/2006/main">
              <a:ext uri="{FF2B5EF4-FFF2-40B4-BE49-F238E27FC236}">
                <a16:creationId xmlns:a16="http://schemas.microsoft.com/office/drawing/2014/main" id="{8E4B427F-34B8-45F1-87D1-43580A8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934825" y="2762250"/>
                </a:moveTo>
                <a:lnTo>
                  <a:pt x="12001500" y="2705100"/>
                </a:lnTo>
                <a:lnTo>
                  <a:pt x="12220575" y="2733675"/>
                </a:lnTo>
                <a:lnTo>
                  <a:pt x="12220575" y="3162300"/>
                </a:lnTo>
                <a:lnTo>
                  <a:pt x="12153900" y="3219450"/>
                </a:lnTo>
                <a:lnTo>
                  <a:pt x="11934825" y="31908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61" name="net2inner0">
            <a:extLst xmlns:a="http://schemas.openxmlformats.org/drawingml/2006/main">
              <a:ext uri="{FF2B5EF4-FFF2-40B4-BE49-F238E27FC236}">
                <a16:creationId xmlns:a16="http://schemas.microsoft.com/office/drawing/2014/main" id="{2F8F8887-881B-4666-8475-710C885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001500" y="2705100"/>
                </a:moveTo>
                <a:lnTo>
                  <a:pt x="12001500" y="31623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2" name="net2conn0">
            <a:extLst xmlns:a="http://schemas.openxmlformats.org/drawingml/2006/main">
              <a:ext uri="{FF2B5EF4-FFF2-40B4-BE49-F238E27FC236}">
                <a16:creationId xmlns:a16="http://schemas.microsoft.com/office/drawing/2014/main" id="{0B5B1E5A-C160-41A8-BA28-FC61669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153900" y="2947988"/>
                </a:moveTo>
                <a:lnTo>
                  <a:pt x="122015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3" name="net2box1">
            <a:extLst xmlns:a="http://schemas.openxmlformats.org/drawingml/2006/main">
              <a:ext uri="{FF2B5EF4-FFF2-40B4-BE49-F238E27FC236}">
                <a16:creationId xmlns:a16="http://schemas.microsoft.com/office/drawing/2014/main" id="{A9552016-6148-45EF-8A70-C837C89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201525" y="2857500"/>
                </a:moveTo>
                <a:lnTo>
                  <a:pt x="12268200" y="2800350"/>
                </a:lnTo>
                <a:lnTo>
                  <a:pt x="12411075" y="2828925"/>
                </a:lnTo>
                <a:lnTo>
                  <a:pt x="12411075" y="3076575"/>
                </a:lnTo>
                <a:lnTo>
                  <a:pt x="12344400" y="3133725"/>
                </a:lnTo>
                <a:lnTo>
                  <a:pt x="12201525" y="31051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64" name="net2inner1">
            <a:extLst xmlns:a="http://schemas.openxmlformats.org/drawingml/2006/main">
              <a:ext uri="{FF2B5EF4-FFF2-40B4-BE49-F238E27FC236}">
                <a16:creationId xmlns:a16="http://schemas.microsoft.com/office/drawing/2014/main" id="{6A27B800-4C10-4062-9A84-840360DD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268200" y="2800350"/>
                </a:moveTo>
                <a:lnTo>
                  <a:pt x="12268200" y="30765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5" name="net2conn1">
            <a:extLst xmlns:a="http://schemas.openxmlformats.org/drawingml/2006/main">
              <a:ext uri="{FF2B5EF4-FFF2-40B4-BE49-F238E27FC236}">
                <a16:creationId xmlns:a16="http://schemas.microsoft.com/office/drawing/2014/main" id="{4C074AE9-A696-4C74-B61E-64D5C667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344400" y="2952750"/>
                </a:moveTo>
                <a:lnTo>
                  <a:pt x="12382500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6" name="net2box2">
            <a:extLst xmlns:a="http://schemas.openxmlformats.org/drawingml/2006/main">
              <a:ext uri="{FF2B5EF4-FFF2-40B4-BE49-F238E27FC236}">
                <a16:creationId xmlns:a16="http://schemas.microsoft.com/office/drawing/2014/main" id="{B106632C-4B80-48E9-9235-344AEB1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382500" y="2905125"/>
                </a:moveTo>
                <a:lnTo>
                  <a:pt x="12449175" y="2847975"/>
                </a:lnTo>
                <a:lnTo>
                  <a:pt x="12573000" y="2876550"/>
                </a:lnTo>
                <a:lnTo>
                  <a:pt x="12573000" y="3028950"/>
                </a:lnTo>
                <a:lnTo>
                  <a:pt x="12506325" y="3086100"/>
                </a:lnTo>
                <a:lnTo>
                  <a:pt x="12382500" y="30575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67" name="net2inner2">
            <a:extLst xmlns:a="http://schemas.openxmlformats.org/drawingml/2006/main">
              <a:ext uri="{FF2B5EF4-FFF2-40B4-BE49-F238E27FC236}">
                <a16:creationId xmlns:a16="http://schemas.microsoft.com/office/drawing/2014/main" id="{5E9E4DC6-0526-43C4-8D4E-BE62D72C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449175" y="2847975"/>
                </a:moveTo>
                <a:lnTo>
                  <a:pt x="12449175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8" name="net2conn2">
            <a:extLst xmlns:a="http://schemas.openxmlformats.org/drawingml/2006/main">
              <a:ext uri="{FF2B5EF4-FFF2-40B4-BE49-F238E27FC236}">
                <a16:creationId xmlns:a16="http://schemas.microsoft.com/office/drawing/2014/main" id="{9E4C8CAB-8617-4DF9-B76F-0C293EAC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506325" y="2952750"/>
                </a:moveTo>
                <a:lnTo>
                  <a:pt x="1258252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69" name="net2box3">
            <a:extLst xmlns:a="http://schemas.openxmlformats.org/drawingml/2006/main">
              <a:ext uri="{FF2B5EF4-FFF2-40B4-BE49-F238E27FC236}">
                <a16:creationId xmlns:a16="http://schemas.microsoft.com/office/drawing/2014/main" id="{40C7CADA-3E12-4109-802A-CDF2885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582525" y="2952750"/>
                </a:moveTo>
                <a:lnTo>
                  <a:pt x="12649200" y="2895600"/>
                </a:lnTo>
                <a:lnTo>
                  <a:pt x="12773025" y="2924175"/>
                </a:lnTo>
                <a:lnTo>
                  <a:pt x="12773025" y="3009900"/>
                </a:lnTo>
                <a:lnTo>
                  <a:pt x="12706350" y="3067050"/>
                </a:lnTo>
                <a:lnTo>
                  <a:pt x="1258252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70" name="net2inner3">
            <a:extLst xmlns:a="http://schemas.openxmlformats.org/drawingml/2006/main">
              <a:ext uri="{FF2B5EF4-FFF2-40B4-BE49-F238E27FC236}">
                <a16:creationId xmlns:a16="http://schemas.microsoft.com/office/drawing/2014/main" id="{F5690C2A-6446-44EE-9921-7EF320A0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649200" y="2895600"/>
                </a:moveTo>
                <a:lnTo>
                  <a:pt x="1264920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1" name="net2conn3">
            <a:extLst xmlns:a="http://schemas.openxmlformats.org/drawingml/2006/main">
              <a:ext uri="{FF2B5EF4-FFF2-40B4-BE49-F238E27FC236}">
                <a16:creationId xmlns:a16="http://schemas.microsoft.com/office/drawing/2014/main" id="{5A700951-8C1A-4A15-834B-FEFC4B50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706350" y="2967038"/>
                </a:moveTo>
                <a:lnTo>
                  <a:pt x="128301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2" name="net2box4">
            <a:extLst xmlns:a="http://schemas.openxmlformats.org/drawingml/2006/main">
              <a:ext uri="{FF2B5EF4-FFF2-40B4-BE49-F238E27FC236}">
                <a16:creationId xmlns:a16="http://schemas.microsoft.com/office/drawing/2014/main" id="{5FA3FC18-DF1C-4CFF-B779-D472E314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830175" y="2943225"/>
                </a:moveTo>
                <a:lnTo>
                  <a:pt x="12896850" y="2886075"/>
                </a:lnTo>
                <a:lnTo>
                  <a:pt x="13030200" y="2914650"/>
                </a:lnTo>
                <a:lnTo>
                  <a:pt x="13030200" y="3048000"/>
                </a:lnTo>
                <a:lnTo>
                  <a:pt x="12963525" y="3105150"/>
                </a:lnTo>
                <a:lnTo>
                  <a:pt x="12830175" y="3076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73" name="net2inner4">
            <a:extLst xmlns:a="http://schemas.openxmlformats.org/drawingml/2006/main">
              <a:ext uri="{FF2B5EF4-FFF2-40B4-BE49-F238E27FC236}">
                <a16:creationId xmlns:a16="http://schemas.microsoft.com/office/drawing/2014/main" id="{683A6009-776A-4151-87A3-E848E467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896850" y="2886075"/>
                </a:moveTo>
                <a:lnTo>
                  <a:pt x="12896850" y="30480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4" name="net2conn4">
            <a:extLst xmlns:a="http://schemas.openxmlformats.org/drawingml/2006/main">
              <a:ext uri="{FF2B5EF4-FFF2-40B4-BE49-F238E27FC236}">
                <a16:creationId xmlns:a16="http://schemas.microsoft.com/office/drawing/2014/main" id="{A8A574BB-D045-4CE8-B041-B4397109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963525" y="2981325"/>
                </a:moveTo>
                <a:lnTo>
                  <a:pt x="130968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5" name="net2box5">
            <a:extLst xmlns:a="http://schemas.openxmlformats.org/drawingml/2006/main">
              <a:ext uri="{FF2B5EF4-FFF2-40B4-BE49-F238E27FC236}">
                <a16:creationId xmlns:a16="http://schemas.microsoft.com/office/drawing/2014/main" id="{D4A318C4-3FCE-42E4-A2EA-BF9DDEE7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096875" y="2971800"/>
                </a:moveTo>
                <a:lnTo>
                  <a:pt x="13163550" y="2914650"/>
                </a:lnTo>
                <a:lnTo>
                  <a:pt x="13287375" y="2943225"/>
                </a:lnTo>
                <a:lnTo>
                  <a:pt x="13287375" y="3009900"/>
                </a:lnTo>
                <a:lnTo>
                  <a:pt x="13220700" y="3067050"/>
                </a:lnTo>
                <a:lnTo>
                  <a:pt x="13096875" y="30384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76" name="net2inner5">
            <a:extLst xmlns:a="http://schemas.openxmlformats.org/drawingml/2006/main">
              <a:ext uri="{FF2B5EF4-FFF2-40B4-BE49-F238E27FC236}">
                <a16:creationId xmlns:a16="http://schemas.microsoft.com/office/drawing/2014/main" id="{3CC33251-0A25-40FE-9E81-96F24687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163550" y="2914650"/>
                </a:moveTo>
                <a:lnTo>
                  <a:pt x="13163550" y="30099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7" name="net2conn5">
            <a:extLst xmlns:a="http://schemas.openxmlformats.org/drawingml/2006/main">
              <a:ext uri="{FF2B5EF4-FFF2-40B4-BE49-F238E27FC236}">
                <a16:creationId xmlns:a16="http://schemas.microsoft.com/office/drawing/2014/main" id="{C1D56101-2E02-4FB6-A289-5715EDC2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220700" y="2976563"/>
                </a:moveTo>
                <a:lnTo>
                  <a:pt x="13439775" y="2971800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78" name="net2box6">
            <a:extLst xmlns:a="http://schemas.openxmlformats.org/drawingml/2006/main">
              <a:ext uri="{FF2B5EF4-FFF2-40B4-BE49-F238E27FC236}">
                <a16:creationId xmlns:a16="http://schemas.microsoft.com/office/drawing/2014/main" id="{0D9B899C-D8D9-4F7C-99E8-30C45A8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857500"/>
                </a:moveTo>
                <a:lnTo>
                  <a:pt x="13506450" y="2800350"/>
                </a:lnTo>
                <a:lnTo>
                  <a:pt x="13544550" y="2828925"/>
                </a:lnTo>
                <a:lnTo>
                  <a:pt x="13544550" y="3152775"/>
                </a:lnTo>
                <a:lnTo>
                  <a:pt x="13477875" y="3209925"/>
                </a:lnTo>
                <a:lnTo>
                  <a:pt x="13439775" y="3181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144">
            <a:solidFill>
              <a:srgbClr val="9AB7C8"/>
            </a:solidFill>
            <a:prstDash val="solid"/>
          </a:ln>
        </p:spPr>
      </p:sp>
      <p:sp>
        <p:nvSpPr>
          <p:cNvPr id="179" name="net2inner6">
            <a:extLst xmlns:a="http://schemas.openxmlformats.org/drawingml/2006/main">
              <a:ext uri="{FF2B5EF4-FFF2-40B4-BE49-F238E27FC236}">
                <a16:creationId xmlns:a16="http://schemas.microsoft.com/office/drawing/2014/main" id="{484CCABF-5505-4998-BD84-3709B8EA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506450" y="2800350"/>
                </a:moveTo>
                <a:lnTo>
                  <a:pt x="1350645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9AB7C8"/>
            </a:solidFill>
            <a:prstDash val="solid"/>
          </a:ln>
        </p:spPr>
      </p:sp>
      <p:sp>
        <p:nvSpPr>
          <p:cNvPr id="180" name="net2unit1">
            <a:extLst xmlns:a="http://schemas.openxmlformats.org/drawingml/2006/main">
              <a:ext uri="{FF2B5EF4-FFF2-40B4-BE49-F238E27FC236}">
                <a16:creationId xmlns:a16="http://schemas.microsoft.com/office/drawing/2014/main" id="{359E72F5-870A-4085-813B-DF1785E2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838450"/>
                </a:moveTo>
                <a:lnTo>
                  <a:pt x="13544550" y="28384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1" name="net2unit2">
            <a:extLst xmlns:a="http://schemas.openxmlformats.org/drawingml/2006/main">
              <a:ext uri="{FF2B5EF4-FFF2-40B4-BE49-F238E27FC236}">
                <a16:creationId xmlns:a16="http://schemas.microsoft.com/office/drawing/2014/main" id="{EFCBC7B3-217C-47D5-B5EA-FEF48B19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876550"/>
                </a:moveTo>
                <a:lnTo>
                  <a:pt x="13544550" y="28765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2" name="net2unit3">
            <a:extLst xmlns:a="http://schemas.openxmlformats.org/drawingml/2006/main">
              <a:ext uri="{FF2B5EF4-FFF2-40B4-BE49-F238E27FC236}">
                <a16:creationId xmlns:a16="http://schemas.microsoft.com/office/drawing/2014/main" id="{B707E037-93E1-44AD-896D-437D27C7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914650"/>
                </a:moveTo>
                <a:lnTo>
                  <a:pt x="1354455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3" name="net2unit4">
            <a:extLst xmlns:a="http://schemas.openxmlformats.org/drawingml/2006/main">
              <a:ext uri="{FF2B5EF4-FFF2-40B4-BE49-F238E27FC236}">
                <a16:creationId xmlns:a16="http://schemas.microsoft.com/office/drawing/2014/main" id="{09F578F3-072B-4575-805A-5F4660DD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952750"/>
                </a:moveTo>
                <a:lnTo>
                  <a:pt x="1354455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4" name="net2unit5">
            <a:extLst xmlns:a="http://schemas.openxmlformats.org/drawingml/2006/main">
              <a:ext uri="{FF2B5EF4-FFF2-40B4-BE49-F238E27FC236}">
                <a16:creationId xmlns:a16="http://schemas.microsoft.com/office/drawing/2014/main" id="{B9C7E682-F0A9-4553-AECC-98FC843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2990850"/>
                </a:moveTo>
                <a:lnTo>
                  <a:pt x="13544550" y="29908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5" name="net2unit6">
            <a:extLst xmlns:a="http://schemas.openxmlformats.org/drawingml/2006/main">
              <a:ext uri="{FF2B5EF4-FFF2-40B4-BE49-F238E27FC236}">
                <a16:creationId xmlns:a16="http://schemas.microsoft.com/office/drawing/2014/main" id="{C66D2811-BDCD-4E31-A344-2B0E2F99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3028950"/>
                </a:moveTo>
                <a:lnTo>
                  <a:pt x="13544550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6" name="net2unit7">
            <a:extLst xmlns:a="http://schemas.openxmlformats.org/drawingml/2006/main">
              <a:ext uri="{FF2B5EF4-FFF2-40B4-BE49-F238E27FC236}">
                <a16:creationId xmlns:a16="http://schemas.microsoft.com/office/drawing/2014/main" id="{A730CC77-2413-4423-A5BC-414DA87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3067050"/>
                </a:moveTo>
                <a:lnTo>
                  <a:pt x="13544550" y="30670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7" name="net2unit8">
            <a:extLst xmlns:a="http://schemas.openxmlformats.org/drawingml/2006/main">
              <a:ext uri="{FF2B5EF4-FFF2-40B4-BE49-F238E27FC236}">
                <a16:creationId xmlns:a16="http://schemas.microsoft.com/office/drawing/2014/main" id="{6EC028F2-EB78-49DE-895D-1C77D26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3439775" y="3105150"/>
                </a:moveTo>
                <a:lnTo>
                  <a:pt x="13544550" y="310515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9AB7C8"/>
            </a:solidFill>
            <a:prstDash val="solid"/>
          </a:ln>
        </p:spPr>
      </p:sp>
      <p:sp>
        <p:nvSpPr>
          <p:cNvPr id="188" name="policy-next1">
            <a:extLst xmlns:a="http://schemas.openxmlformats.org/drawingml/2006/main">
              <a:ext uri="{FF2B5EF4-FFF2-40B4-BE49-F238E27FC236}">
                <a16:creationId xmlns:a16="http://schemas.microsoft.com/office/drawing/2014/main" id="{30698299-873A-4692-AB43-DE0AB8C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9496425" y="3238500"/>
                </a:moveTo>
                <a:cubicBezTo>
                  <a:pt x="9810750" y="3495675"/>
                  <a:pt x="10191750" y="3505200"/>
                  <a:pt x="10591800" y="3190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89" name="policy-next1-head">
            <a:extLst xmlns:a="http://schemas.openxmlformats.org/drawingml/2006/main">
              <a:ext uri="{FF2B5EF4-FFF2-40B4-BE49-F238E27FC236}">
                <a16:creationId xmlns:a16="http://schemas.microsoft.com/office/drawing/2014/main" id="{7038437A-977A-4B5D-9DCF-00FD7DB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0558036" y="3269671"/>
                </a:moveTo>
                <a:lnTo>
                  <a:pt x="10591800" y="3190875"/>
                </a:lnTo>
                <a:lnTo>
                  <a:pt x="10507253" y="32050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90" name="policy-next2">
            <a:extLst xmlns:a="http://schemas.openxmlformats.org/drawingml/2006/main">
              <a:ext uri="{FF2B5EF4-FFF2-40B4-BE49-F238E27FC236}">
                <a16:creationId xmlns:a16="http://schemas.microsoft.com/office/drawing/2014/main" id="{9E92C209-E60B-4C4E-966A-BF0D825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1239500" y="3238500"/>
                </a:moveTo>
                <a:cubicBezTo>
                  <a:pt x="11582400" y="3495675"/>
                  <a:pt x="11906250" y="3514725"/>
                  <a:pt x="12287250" y="31908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91" name="policy-next2-head">
            <a:extLst xmlns:a="http://schemas.openxmlformats.org/drawingml/2006/main">
              <a:ext uri="{FF2B5EF4-FFF2-40B4-BE49-F238E27FC236}">
                <a16:creationId xmlns:a16="http://schemas.microsoft.com/office/drawing/2014/main" id="{AC46F58B-6B68-4F9B-8543-1EE37AB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12256546" y="3270913"/>
                </a:moveTo>
                <a:lnTo>
                  <a:pt x="12287250" y="3190875"/>
                </a:lnTo>
                <a:lnTo>
                  <a:pt x="12203311" y="32082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7BBE"/>
            </a:solidFill>
            <a:prstDash val="solid"/>
          </a:ln>
        </p:spPr>
      </p:sp>
      <p:sp>
        <p:nvSpPr>
          <p:cNvPr id="192" name="advance">
            <a:extLst xmlns:a="http://schemas.openxmlformats.org/drawingml/2006/main">
              <a:ext uri="{FF2B5EF4-FFF2-40B4-BE49-F238E27FC236}">
                <a16:creationId xmlns:a16="http://schemas.microsoft.com/office/drawing/2014/main" id="{51B8AEF8-450E-4F8B-9FE1-332899DE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34004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advance robot policy w/</a:t>
            </a:r>
          </a:p>
        </p:txBody>
      </p:sp>
      <p:sp>
        <p:nvSpPr>
          <p:cNvPr id="193" name="predictor-robot">
            <a:extLst xmlns:a="http://schemas.openxmlformats.org/drawingml/2006/main">
              <a:ext uri="{FF2B5EF4-FFF2-40B4-BE49-F238E27FC236}">
                <a16:creationId xmlns:a16="http://schemas.microsoft.com/office/drawing/2014/main" id="{1ACA2951-0D11-49B5-A2B1-49011403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34004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1">
                <a:solidFill>
                  <a:srgbClr val="347C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1" i="1">
                <a:solidFill>
                  <a:srgbClr val="347C28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347C28"/>
                </a:solidFill>
                <a:latin typeface="Arial"/>
                <a:ea typeface="Arial"/>
                <a:cs typeface="Arial"/>
              </a:rPr>
              <a:t>phase predictor φᵣ</a:t>
            </a:r>
          </a:p>
        </p:txBody>
      </p:sp>
      <p:sp>
        <p:nvSpPr>
          <p:cNvPr id="194" name="metatime">
            <a:extLst xmlns:a="http://schemas.openxmlformats.org/drawingml/2006/main">
              <a:ext uri="{FF2B5EF4-FFF2-40B4-BE49-F238E27FC236}">
                <a16:creationId xmlns:a16="http://schemas.microsoft.com/office/drawing/2014/main" id="{109B7BE8-E496-4403-8371-AC35D9B6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6905625" y="36099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meta-training time</a:t>
            </a:r>
          </a:p>
        </p:txBody>
      </p:sp>
      <p:sp>
        <p:nvSpPr>
          <p:cNvPr id="195" name="testtime">
            <a:extLst xmlns:a="http://schemas.openxmlformats.org/drawingml/2006/main">
              <a:ext uri="{FF2B5EF4-FFF2-40B4-BE49-F238E27FC236}">
                <a16:creationId xmlns:a16="http://schemas.microsoft.com/office/drawing/2014/main" id="{1DFA5504-06E9-4658-8CCC-4FFC2BF5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486650" y="387667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meta-test time</a:t>
            </a:r>
          </a:p>
        </p:txBody>
      </p:sp>
      <p:sp>
        <p:nvSpPr>
          <p:cNvPr id="196" name="train-test">
            <a:extLst xmlns:a="http://schemas.openxmlformats.org/drawingml/2006/main">
              <a:ext uri="{FF2B5EF4-FFF2-40B4-BE49-F238E27FC236}">
                <a16:creationId xmlns:a16="http://schemas.microsoft.com/office/drawing/2014/main" id="{8BF5E52D-966F-40EF-91CE-AA5BA969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7505700" y="4857750"/>
                </a:moveTo>
                <a:cubicBezTo>
                  <a:pt x="7743825" y="5153025"/>
                  <a:pt x="8020050" y="5143500"/>
                  <a:pt x="8267700" y="48291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  <p:sp>
        <p:nvSpPr>
          <p:cNvPr id="197" name="train-test-head">
            <a:extLst xmlns:a="http://schemas.openxmlformats.org/drawingml/2006/main">
              <a:ext uri="{FF2B5EF4-FFF2-40B4-BE49-F238E27FC236}">
                <a16:creationId xmlns:a16="http://schemas.microsoft.com/office/drawing/2014/main" id="{E1AF3D93-5CC4-4E83-B53F-7BB66C7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3658850" cy="5143500"/>
          </a:xfrm>
          <a:custGeom xmlns:a="http://schemas.openxmlformats.org/drawingml/2006/main">
            <a:pathLst>
              <a:path w="13658850" h="5143500">
                <a:moveTo>
                  <a:pt x="8247080" y="4951271"/>
                </a:moveTo>
                <a:lnTo>
                  <a:pt x="8267700" y="4829175"/>
                </a:lnTo>
                <a:lnTo>
                  <a:pt x="8153819" y="487779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111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5089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2026-10-09T21:01:10.0130000Z</dcterms:created>
  <dcterms:modified xsi:type="dcterms:W3CDTF">2026-10-09T21:01:10.0130000Z</dcterms:modified>
</coreProperties>
</file>