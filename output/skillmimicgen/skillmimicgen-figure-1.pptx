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10899c81d5430c" /><Relationship Type="http://schemas.openxmlformats.org/officeDocument/2006/relationships/extended-properties" Target="/docProps/app.xml" Id="R236e283350a84845" /><Relationship Type="http://schemas.openxmlformats.org/officeDocument/2006/relationships/officeDocument" Target="/ppt/presentation.xml" Id="Rf0df455a0a64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47e7f571b4960"/>
  </p:sldMasterIdLst>
  <p:notesMasterIdLst>
    <p:notesMasterId xmlns:r="http://schemas.openxmlformats.org/officeDocument/2006/relationships" r:id="Rf0c4561a2d7143a1"/>
  </p:notesMasterIdLst>
  <p:sldIdLst>
    <p:sldId xmlns:r="http://schemas.openxmlformats.org/officeDocument/2006/relationships" id="256" r:id="R6a2b2c7ee1c541e6"/>
  </p:sldIdLst>
  <p:sldSz cx="15087600" cy="3886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5b9e501774155" /><Relationship Type="http://schemas.openxmlformats.org/officeDocument/2006/relationships/slideMaster" Target="/ppt/slideMasters/slideMaster1.xml" Id="R43647e7f571b4960" /><Relationship Type="http://schemas.openxmlformats.org/officeDocument/2006/relationships/notesMaster" Target="/ppt/notesMasters/notesMaster1.xml" Id="Rf0c4561a2d7143a1" /><Relationship Type="http://schemas.openxmlformats.org/officeDocument/2006/relationships/presProps" Target="/ppt/presProps.xml" Id="Rab97c9c00bae4fdb" /><Relationship Type="http://schemas.openxmlformats.org/officeDocument/2006/relationships/tableStyles" Target="/ppt/tableStyles.xml" Id="Rcbaab5ee77d441f4" /><Relationship Type="http://schemas.openxmlformats.org/officeDocument/2006/relationships/slide" Target="/ppt/slides/slide1.xml" Id="R6a2b2c7ee1c541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a859a305a4f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a396b61304706" /><Relationship Type="http://schemas.openxmlformats.org/officeDocument/2006/relationships/notesMaster" Target="/ppt/notesMasters/notesMaster1.xml" Id="R8534ad747dcc4e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"SkillMimicGen: Automated Demonstration Generation for Efficient Skill Learning and Deployment",</a:t>
            </a:r>
          </a:p>
          <a:p xmlns:a="http://schemas.openxmlformats.org/drawingml/2006/main">
            <a:r>
              <a:t>  "paper_url": "https://arxiv.org/pdf/2410.18907v1",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SkillGen workflow from human demonstrations through automatic generation to hybrid skill-policy deployment. Workflow geometry, icons and source labels remain native. Four original clipped robot photos remain separate raster assets.",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"2bdf9e56f6b7f59832f116710bd8c18369d51c3f16cccc16651180fa0c3e2c7a",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72,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174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"unhandled image/shading at seq 80: [115.68846130371094, 92.90364074707031, 249.7777862548828, 168.47039794921875]; requires reviewed raster region",</a:t>
            </a:r>
          </a:p>
          <a:p xmlns:a="http://schemas.openxmlformats.org/drawingml/2006/main">
            <a:r>
              <a:t>    "unhandled image/shading at seq 85: [230.97561645507812, 97.57838439941406, 315.496337890625, 145.13558959960938]; requires reviewed raster region",</a:t>
            </a:r>
          </a:p>
          <a:p xmlns:a="http://schemas.openxmlformats.org/drawingml/2006/main">
            <a:r>
              <a:t>    "unhandled image/shading at seq 90: [298.36590576171875, 97.57838439941406, 382.8866271972656, 145.13558959960938]; requires reviewed raster region",</a:t>
            </a:r>
          </a:p>
          <a:p xmlns:a="http://schemas.openxmlformats.org/drawingml/2006/main">
            <a:r>
              <a:t>    "unhandled image/shading at seq 95: [380.2590637207031, 89.21610260009766, 515.9095458984375, 165.3076171875];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"stroke_repair": "PDF extraction reported an impossible 152400-scene-pixel red initiation stroke; restored source visually measured 4px line width.",</a:t>
            </a:r>
          </a:p>
          <a:p xmlns:a="http://schemas.openxmlformats.org/drawingml/2006/main">
            <a:r>
              <a:t>  "image_repairs": "Raw source PDF image objects cropped to original PDF clipping bounds; original Initiation/Demo/Adapt/MP/BC labels and drawn motion paths remain independently editable above the photos."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c1b1343e548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7b1219a904f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34965ec3d4c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346b835004d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42129e0d649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f00dafbfd47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65F875-D81E-4C88-836D-8CBB77C90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8760" y="1468120"/>
            <a:ext cx="12070080" cy="561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B08973-E8DF-4C22-AC8B-A017C3CD90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3140" y="2137410"/>
            <a:ext cx="1056132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A70B8F-A58B-4228-A34D-2A275D2B5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8760" y="1619250"/>
            <a:ext cx="120700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A5101F-0F9F-4D33-8EEB-3DF852C90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302260"/>
            <a:ext cx="13390245" cy="47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4107FB-AB5D-44C5-89E4-0DD92A06C2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1079500"/>
            <a:ext cx="13390245" cy="241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95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1pPr>
            <a:lvl2pPr marL="3022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2pPr>
            <a:lvl3pPr marL="4749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3pPr>
            <a:lvl4pPr marL="6477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4pPr>
            <a:lvl5pPr marL="82042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5pPr>
            <a:lvl6pPr marL="9931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6pPr>
            <a:lvl7pPr marL="11658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7pPr>
            <a:lvl8pPr marL="13385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8pPr>
            <a:lvl9pPr marL="15113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3135F1-3F48-4A12-88AF-E0111B1E13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302260"/>
            <a:ext cx="13390245" cy="47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3EFB1-EA0D-450D-A7A3-31C46B8CA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1079500"/>
            <a:ext cx="6223635" cy="241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95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1pPr>
            <a:lvl2pPr marL="3022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2pPr>
            <a:lvl3pPr marL="4749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3pPr>
            <a:lvl4pPr marL="6477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4pPr>
            <a:lvl5pPr marL="82042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5pPr>
            <a:lvl6pPr marL="9931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6pPr>
            <a:lvl7pPr marL="11658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7pPr>
            <a:lvl8pPr marL="13385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8pPr>
            <a:lvl9pPr marL="15113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A7E7A8-9CA7-4A29-9788-5BA8C6EECE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15288" y="1079500"/>
            <a:ext cx="6223635" cy="241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95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1pPr>
            <a:lvl2pPr marL="3022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2pPr>
            <a:lvl3pPr marL="4749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3pPr>
            <a:lvl4pPr marL="6477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4pPr>
            <a:lvl5pPr marL="82042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5pPr>
            <a:lvl6pPr marL="9931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6pPr>
            <a:lvl7pPr marL="11658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7pPr>
            <a:lvl8pPr marL="13385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8pPr>
            <a:lvl9pPr marL="15113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442B3-47B9-43C2-8E5F-60CC4F004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302260"/>
            <a:ext cx="13390245" cy="47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A6B5E1-258A-45E5-8335-7CDAC7E5B6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1079500"/>
            <a:ext cx="6223635" cy="241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95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1pPr>
            <a:lvl2pPr marL="3022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2pPr>
            <a:lvl3pPr marL="4749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3pPr>
            <a:lvl4pPr marL="6477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4pPr>
            <a:lvl5pPr marL="82042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5pPr>
            <a:lvl6pPr marL="99314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6pPr>
            <a:lvl7pPr marL="116586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7pPr>
            <a:lvl8pPr marL="133858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8pPr>
            <a:lvl9pPr marL="1511300" indent="-129540">
              <a:lnSpc>
                <a:spcPct val="110000"/>
              </a:lnSpc>
              <a:spcBef>
                <a:spcPts val="0"/>
              </a:spcBef>
              <a:spcAft>
                <a:spcPts val="6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369b37856a487a" /><Relationship Type="http://schemas.openxmlformats.org/officeDocument/2006/relationships/slideLayout" Target="/ppt/slideLayouts/slideLayout1.xml" Id="Rc9aeac3eeb5c468c" /><Relationship Type="http://schemas.openxmlformats.org/officeDocument/2006/relationships/slideLayout" Target="/ppt/slideLayouts/slideLayout2.xml" Id="R1dfe9683025c4bdd" /><Relationship Type="http://schemas.openxmlformats.org/officeDocument/2006/relationships/slideLayout" Target="/ppt/slideLayouts/slideLayout3.xml" Id="R65964e8b377040bc" /><Relationship Type="http://schemas.openxmlformats.org/officeDocument/2006/relationships/slideLayout" Target="/ppt/slideLayouts/slideLayout4.xml" Id="Rce80f567d7394b50" /><Relationship Type="http://schemas.openxmlformats.org/officeDocument/2006/relationships/slideLayout" Target="/ppt/slideLayouts/slideLayout5.xml" Id="Rd0485564a9904eaa" /><Relationship Type="http://schemas.openxmlformats.org/officeDocument/2006/relationships/slideLayout" Target="/ppt/slideLayouts/slideLayout6.xml" Id="R3516e0f741784f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aeac3eeb5c468c"/>
    <p:sldLayoutId xmlns:r="http://schemas.openxmlformats.org/officeDocument/2006/relationships" id="2147483650" r:id="R1dfe9683025c4bdd"/>
    <p:sldLayoutId xmlns:r="http://schemas.openxmlformats.org/officeDocument/2006/relationships" id="2147483651" r:id="R65964e8b377040bc"/>
    <p:sldLayoutId xmlns:r="http://schemas.openxmlformats.org/officeDocument/2006/relationships" id="2147483652" r:id="Rce80f567d7394b50"/>
    <p:sldLayoutId xmlns:r="http://schemas.openxmlformats.org/officeDocument/2006/relationships" id="2147483653" r:id="Rd0485564a9904eaa"/>
    <p:sldLayoutId xmlns:r="http://schemas.openxmlformats.org/officeDocument/2006/relationships" id="2147483654" r:id="R3516e0f741784f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09b6a94404c82" /><Relationship Type="http://schemas.openxmlformats.org/officeDocument/2006/relationships/image" Target="/ppt/media/image.png" Id="R4cba1176f19e4e7e" /><Relationship Type="http://schemas.openxmlformats.org/officeDocument/2006/relationships/image" Target="/ppt/media/image2.png" Id="Re15d4b5187ed413c" /><Relationship Type="http://schemas.openxmlformats.org/officeDocument/2006/relationships/image" Target="/ppt/media/image3.png" Id="Ra6c98f4d7ff3413d" /><Relationship Type="http://schemas.openxmlformats.org/officeDocument/2006/relationships/image" Target="/ppt/media/image4.png" Id="Rd79e29ae5cf249e4" /><Relationship Type="http://schemas.openxmlformats.org/officeDocument/2006/relationships/notesSlide" Target="/ppt/notesSlides/notesSlide1.xml" Id="Rd75484ce35ae49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pdf-path-1-part-0">
            <a:extLst xmlns:a="http://schemas.openxmlformats.org/drawingml/2006/main">
              <a:ext uri="{FF2B5EF4-FFF2-40B4-BE49-F238E27FC236}">
                <a16:creationId xmlns:a16="http://schemas.microsoft.com/office/drawing/2014/main" id="{BBA20C89-CF3C-45AC-9E85-363FB4B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5121" y="2155244"/>
            <a:ext cx="1741450" cy="112450"/>
          </a:xfrm>
          <a:custGeom xmlns:a="http://schemas.openxmlformats.org/drawingml/2006/main">
            <a:pathLst>
              <a:path w="1741450" h="112450">
                <a:moveTo>
                  <a:pt x="0" y="0"/>
                </a:moveTo>
                <a:lnTo>
                  <a:pt x="1600889" y="2"/>
                </a:lnTo>
                <a:lnTo>
                  <a:pt x="1600889" y="56226"/>
                </a:lnTo>
                <a:lnTo>
                  <a:pt x="0" y="5622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-part-1">
            <a:extLst xmlns:a="http://schemas.openxmlformats.org/drawingml/2006/main">
              <a:ext uri="{FF2B5EF4-FFF2-40B4-BE49-F238E27FC236}">
                <a16:creationId xmlns:a16="http://schemas.microsoft.com/office/drawing/2014/main" id="{C7B0ED67-9A0F-4D61-8997-33DEF6F1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5121" y="2155244"/>
            <a:ext cx="1741450" cy="112450"/>
          </a:xfrm>
          <a:custGeom xmlns:a="http://schemas.openxmlformats.org/drawingml/2006/main">
            <a:pathLst>
              <a:path w="1741450" h="112450">
                <a:moveTo>
                  <a:pt x="1572777" y="-56223"/>
                </a:moveTo>
                <a:lnTo>
                  <a:pt x="1741450" y="28114"/>
                </a:lnTo>
                <a:lnTo>
                  <a:pt x="1572777" y="112450"/>
                </a:lnTo>
                <a:lnTo>
                  <a:pt x="1572777" y="-562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2">
            <a:extLst xmlns:a="http://schemas.openxmlformats.org/drawingml/2006/main">
              <a:ext uri="{FF2B5EF4-FFF2-40B4-BE49-F238E27FC236}">
                <a16:creationId xmlns:a16="http://schemas.microsoft.com/office/drawing/2014/main" id="{3F7C7F1D-865A-41FB-8C58-57B8CF13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2291" y="609080"/>
            <a:ext cx="4722830" cy="3167295"/>
          </a:xfrm>
          <a:custGeom xmlns:a="http://schemas.openxmlformats.org/drawingml/2006/main">
            <a:pathLst>
              <a:path w="4722830" h="3167295">
                <a:moveTo>
                  <a:pt x="0" y="239541"/>
                </a:moveTo>
                <a:cubicBezTo>
                  <a:pt x="0" y="107246"/>
                  <a:pt x="107246" y="0"/>
                  <a:pt x="239539" y="0"/>
                </a:cubicBezTo>
                <a:lnTo>
                  <a:pt x="4483290" y="0"/>
                </a:lnTo>
                <a:cubicBezTo>
                  <a:pt x="4615585" y="0"/>
                  <a:pt x="4722830" y="107246"/>
                  <a:pt x="4722830" y="239541"/>
                </a:cubicBezTo>
                <a:lnTo>
                  <a:pt x="4722830" y="2927755"/>
                </a:lnTo>
                <a:cubicBezTo>
                  <a:pt x="4722830" y="3060049"/>
                  <a:pt x="4615585" y="3167295"/>
                  <a:pt x="4483290" y="3167295"/>
                </a:cubicBezTo>
                <a:lnTo>
                  <a:pt x="239539" y="3167295"/>
                </a:lnTo>
                <a:cubicBezTo>
                  <a:pt x="107246" y="3167295"/>
                  <a:pt x="0" y="3060049"/>
                  <a:pt x="0" y="2927755"/>
                </a:cubicBezTo>
                <a:lnTo>
                  <a:pt x="0" y="239541"/>
                </a:lnTo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3">
            <a:extLst xmlns:a="http://schemas.openxmlformats.org/drawingml/2006/main">
              <a:ext uri="{FF2B5EF4-FFF2-40B4-BE49-F238E27FC236}">
                <a16:creationId xmlns:a16="http://schemas.microsoft.com/office/drawing/2014/main" id="{0B2477FB-108E-4B66-85BA-13521A3B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2291" y="609080"/>
            <a:ext cx="4722830" cy="3167295"/>
          </a:xfrm>
          <a:custGeom xmlns:a="http://schemas.openxmlformats.org/drawingml/2006/main">
            <a:pathLst>
              <a:path w="4722830" h="3167295">
                <a:moveTo>
                  <a:pt x="0" y="239540"/>
                </a:moveTo>
                <a:cubicBezTo>
                  <a:pt x="0" y="107246"/>
                  <a:pt x="107246" y="0"/>
                  <a:pt x="239540" y="0"/>
                </a:cubicBezTo>
                <a:lnTo>
                  <a:pt x="4483290" y="0"/>
                </a:lnTo>
                <a:cubicBezTo>
                  <a:pt x="4615586" y="0"/>
                  <a:pt x="4722830" y="107246"/>
                  <a:pt x="4722830" y="239540"/>
                </a:cubicBezTo>
                <a:lnTo>
                  <a:pt x="4722830" y="2927754"/>
                </a:lnTo>
                <a:cubicBezTo>
                  <a:pt x="4722830" y="3060050"/>
                  <a:pt x="4615586" y="3167295"/>
                  <a:pt x="4483290" y="3167295"/>
                </a:cubicBezTo>
                <a:lnTo>
                  <a:pt x="239540" y="3167295"/>
                </a:lnTo>
                <a:cubicBezTo>
                  <a:pt x="107246" y="3167295"/>
                  <a:pt x="0" y="3060050"/>
                  <a:pt x="0" y="2927754"/>
                </a:cubicBezTo>
                <a:lnTo>
                  <a:pt x="0" y="239540"/>
                </a:lnTo>
              </a:path>
            </a:pathLst>
          </a:custGeom>
          <a:noFill xmlns:a="http://schemas.openxmlformats.org/drawingml/2006/main"/>
          <a:ln xmlns:a="http://schemas.openxmlformats.org/drawingml/2006/main" w="18741">
            <a:solidFill>
              <a:srgbClr val="000000"/>
            </a:solidFill>
            <a:prstDash val="solid"/>
          </a:ln>
        </p:spPr>
      </p:sp>
      <p:sp>
        <p:nvSpPr>
          <p:cNvPr id="5" name="pdf-path-4">
            <a:extLst xmlns:a="http://schemas.openxmlformats.org/drawingml/2006/main">
              <a:ext uri="{FF2B5EF4-FFF2-40B4-BE49-F238E27FC236}">
                <a16:creationId xmlns:a16="http://schemas.microsoft.com/office/drawing/2014/main" id="{DEB0B183-F1C0-4C30-B94E-BD048F08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8071" y="609080"/>
            <a:ext cx="3036105" cy="3167295"/>
          </a:xfrm>
          <a:custGeom xmlns:a="http://schemas.openxmlformats.org/drawingml/2006/main">
            <a:pathLst>
              <a:path w="3036105" h="3167295">
                <a:moveTo>
                  <a:pt x="0" y="229621"/>
                </a:moveTo>
                <a:cubicBezTo>
                  <a:pt x="0" y="102806"/>
                  <a:pt x="102805" y="0"/>
                  <a:pt x="229621" y="0"/>
                </a:cubicBezTo>
                <a:lnTo>
                  <a:pt x="2806485" y="0"/>
                </a:lnTo>
                <a:cubicBezTo>
                  <a:pt x="2933300" y="0"/>
                  <a:pt x="3036105" y="102806"/>
                  <a:pt x="3036105" y="229621"/>
                </a:cubicBezTo>
                <a:lnTo>
                  <a:pt x="3036105" y="2937673"/>
                </a:lnTo>
                <a:cubicBezTo>
                  <a:pt x="3036105" y="3064490"/>
                  <a:pt x="2933300" y="3167295"/>
                  <a:pt x="2806485" y="3167295"/>
                </a:cubicBezTo>
                <a:lnTo>
                  <a:pt x="229621" y="3167295"/>
                </a:lnTo>
                <a:cubicBezTo>
                  <a:pt x="102805" y="3167295"/>
                  <a:pt x="0" y="3064490"/>
                  <a:pt x="0" y="2937673"/>
                </a:cubicBezTo>
                <a:lnTo>
                  <a:pt x="0" y="229621"/>
                </a:lnTo>
              </a:path>
            </a:pathLst>
          </a:custGeom>
          <a:solidFill xmlns:a="http://schemas.openxmlformats.org/drawingml/2006/main">
            <a:srgbClr val="CA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5">
            <a:extLst xmlns:a="http://schemas.openxmlformats.org/drawingml/2006/main">
              <a:ext uri="{FF2B5EF4-FFF2-40B4-BE49-F238E27FC236}">
                <a16:creationId xmlns:a16="http://schemas.microsoft.com/office/drawing/2014/main" id="{3B59AF9D-CEBD-4C84-86DB-B69DD8D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8071" y="609080"/>
            <a:ext cx="3036105" cy="3167295"/>
          </a:xfrm>
          <a:custGeom xmlns:a="http://schemas.openxmlformats.org/drawingml/2006/main">
            <a:pathLst>
              <a:path w="3036105" h="3167295">
                <a:moveTo>
                  <a:pt x="0" y="229622"/>
                </a:moveTo>
                <a:cubicBezTo>
                  <a:pt x="0" y="102805"/>
                  <a:pt x="102805" y="0"/>
                  <a:pt x="229622" y="0"/>
                </a:cubicBezTo>
                <a:lnTo>
                  <a:pt x="2806483" y="0"/>
                </a:lnTo>
                <a:cubicBezTo>
                  <a:pt x="2933300" y="0"/>
                  <a:pt x="3036105" y="102805"/>
                  <a:pt x="3036105" y="229622"/>
                </a:cubicBezTo>
                <a:lnTo>
                  <a:pt x="3036105" y="2937673"/>
                </a:lnTo>
                <a:cubicBezTo>
                  <a:pt x="3036105" y="3064490"/>
                  <a:pt x="2933300" y="3167295"/>
                  <a:pt x="2806483" y="3167295"/>
                </a:cubicBezTo>
                <a:lnTo>
                  <a:pt x="229622" y="3167295"/>
                </a:lnTo>
                <a:cubicBezTo>
                  <a:pt x="102805" y="3167295"/>
                  <a:pt x="0" y="3064490"/>
                  <a:pt x="0" y="2937673"/>
                </a:cubicBezTo>
                <a:lnTo>
                  <a:pt x="0" y="229622"/>
                </a:lnTo>
              </a:path>
            </a:pathLst>
          </a:custGeom>
          <a:noFill xmlns:a="http://schemas.openxmlformats.org/drawingml/2006/main"/>
          <a:ln xmlns:a="http://schemas.openxmlformats.org/drawingml/2006/main" w="18741">
            <a:solidFill>
              <a:srgbClr val="000000"/>
            </a:solidFill>
            <a:prstDash val="solid"/>
          </a:ln>
        </p:spPr>
      </p:sp>
      <p:sp>
        <p:nvSpPr>
          <p:cNvPr id="7" name="pdf-path-6">
            <a:extLst xmlns:a="http://schemas.openxmlformats.org/drawingml/2006/main">
              <a:ext uri="{FF2B5EF4-FFF2-40B4-BE49-F238E27FC236}">
                <a16:creationId xmlns:a16="http://schemas.microsoft.com/office/drawing/2014/main" id="{BC8225AA-7E09-4019-B482-8B9BF8F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0" y="665304"/>
            <a:ext cx="4591641" cy="3036105"/>
          </a:xfrm>
          <a:custGeom xmlns:a="http://schemas.openxmlformats.org/drawingml/2006/main">
            <a:pathLst>
              <a:path w="4591641" h="3036105">
                <a:moveTo>
                  <a:pt x="0" y="229623"/>
                </a:moveTo>
                <a:cubicBezTo>
                  <a:pt x="0" y="102806"/>
                  <a:pt x="102805" y="0"/>
                  <a:pt x="229622" y="0"/>
                </a:cubicBezTo>
                <a:lnTo>
                  <a:pt x="4362019" y="0"/>
                </a:lnTo>
                <a:cubicBezTo>
                  <a:pt x="4488835" y="0"/>
                  <a:pt x="4591641" y="102806"/>
                  <a:pt x="4591641" y="229623"/>
                </a:cubicBezTo>
                <a:lnTo>
                  <a:pt x="4591641" y="2806482"/>
                </a:lnTo>
                <a:cubicBezTo>
                  <a:pt x="4591641" y="2933300"/>
                  <a:pt x="4488835" y="3036105"/>
                  <a:pt x="4362019" y="3036105"/>
                </a:cubicBezTo>
                <a:lnTo>
                  <a:pt x="229622" y="3036105"/>
                </a:lnTo>
                <a:cubicBezTo>
                  <a:pt x="102805" y="3036105"/>
                  <a:pt x="0" y="2933300"/>
                  <a:pt x="0" y="2806482"/>
                </a:cubicBezTo>
                <a:lnTo>
                  <a:pt x="0" y="229623"/>
                </a:lnTo>
              </a:path>
            </a:pathLst>
          </a:custGeom>
          <a:solidFill xmlns:a="http://schemas.openxmlformats.org/drawingml/2006/main">
            <a:srgbClr val="C2F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7">
            <a:extLst xmlns:a="http://schemas.openxmlformats.org/drawingml/2006/main">
              <a:ext uri="{FF2B5EF4-FFF2-40B4-BE49-F238E27FC236}">
                <a16:creationId xmlns:a16="http://schemas.microsoft.com/office/drawing/2014/main" id="{ECB41CA5-BB59-4A38-85C5-CCD2B6B9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0" y="665304"/>
            <a:ext cx="4591641" cy="3036105"/>
          </a:xfrm>
          <a:custGeom xmlns:a="http://schemas.openxmlformats.org/drawingml/2006/main">
            <a:pathLst>
              <a:path w="4591641" h="3036105">
                <a:moveTo>
                  <a:pt x="0" y="229622"/>
                </a:moveTo>
                <a:cubicBezTo>
                  <a:pt x="0" y="102805"/>
                  <a:pt x="102805" y="0"/>
                  <a:pt x="229622" y="0"/>
                </a:cubicBezTo>
                <a:lnTo>
                  <a:pt x="4362019" y="0"/>
                </a:lnTo>
                <a:cubicBezTo>
                  <a:pt x="4488834" y="0"/>
                  <a:pt x="4591641" y="102805"/>
                  <a:pt x="4591641" y="229622"/>
                </a:cubicBezTo>
                <a:lnTo>
                  <a:pt x="4591641" y="2806483"/>
                </a:lnTo>
                <a:cubicBezTo>
                  <a:pt x="4591641" y="2933299"/>
                  <a:pt x="4488834" y="3036105"/>
                  <a:pt x="4362019" y="3036105"/>
                </a:cubicBezTo>
                <a:lnTo>
                  <a:pt x="229622" y="3036105"/>
                </a:lnTo>
                <a:cubicBezTo>
                  <a:pt x="102805" y="3036105"/>
                  <a:pt x="0" y="2933299"/>
                  <a:pt x="0" y="2806483"/>
                </a:cubicBezTo>
                <a:lnTo>
                  <a:pt x="0" y="229622"/>
                </a:lnTo>
              </a:path>
            </a:pathLst>
          </a:custGeom>
          <a:noFill xmlns:a="http://schemas.openxmlformats.org/drawingml/2006/main"/>
          <a:ln xmlns:a="http://schemas.openxmlformats.org/drawingml/2006/main" w="18741">
            <a:solidFill>
              <a:srgbClr val="000000"/>
            </a:solidFill>
            <a:prstDash val="solid"/>
          </a:ln>
        </p:spPr>
      </p:sp>
      <p:sp>
        <p:nvSpPr>
          <p:cNvPr id="9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D8F14352-EFF2-4A9E-8CC6-99688510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8004" y="229551"/>
            <a:ext cx="1136988" cy="33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SkillGen</a:t>
            </a:r>
          </a:p>
        </p:txBody>
      </p:sp>
      <p:sp>
        <p:nvSpPr>
          <p:cNvPr id="10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97587289-06D1-4E6D-8879-A0021B42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1229" y="229551"/>
            <a:ext cx="4135781" cy="33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Automatic Data Generation</a:t>
            </a:r>
          </a:p>
        </p:txBody>
      </p:sp>
      <p:sp>
        <p:nvSpPr>
          <p:cNvPr id="11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DDFC7544-BA63-4F2E-AC0B-2193F539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157" y="248292"/>
            <a:ext cx="3254232" cy="33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Demonstration</a:t>
            </a:r>
          </a:p>
        </p:txBody>
      </p:sp>
      <p:sp>
        <p:nvSpPr>
          <p:cNvPr id="12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53486B71-6919-4E02-8F60-CA2E609B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3060" y="3308349"/>
            <a:ext cx="2708753" cy="262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100x Data Amplification</a:t>
            </a:r>
          </a:p>
        </p:txBody>
      </p:sp>
      <p:sp>
        <p:nvSpPr>
          <p:cNvPr id="13" name="pdf-path-12">
            <a:extLst xmlns:a="http://schemas.openxmlformats.org/drawingml/2006/main">
              <a:ext uri="{FF2B5EF4-FFF2-40B4-BE49-F238E27FC236}">
                <a16:creationId xmlns:a16="http://schemas.microsoft.com/office/drawing/2014/main" id="{591192D8-B7DC-4509-90A3-FB231886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3027" y="2325209"/>
            <a:ext cx="743193" cy="161566"/>
          </a:xfrm>
          <a:custGeom xmlns:a="http://schemas.openxmlformats.org/drawingml/2006/main">
            <a:pathLst>
              <a:path w="743193" h="161566">
                <a:moveTo>
                  <a:pt x="743193" y="2"/>
                </a:moveTo>
                <a:lnTo>
                  <a:pt x="743193" y="129253"/>
                </a:lnTo>
                <a:cubicBezTo>
                  <a:pt x="743138" y="147078"/>
                  <a:pt x="728704" y="161513"/>
                  <a:pt x="710881" y="161566"/>
                </a:cubicBezTo>
                <a:lnTo>
                  <a:pt x="32312" y="161566"/>
                </a:lnTo>
                <a:cubicBezTo>
                  <a:pt x="14489" y="161513"/>
                  <a:pt x="52" y="147076"/>
                  <a:pt x="0" y="129251"/>
                </a:cubicBezTo>
                <a:lnTo>
                  <a:pt x="0" y="0"/>
                </a:lnTo>
                <a:lnTo>
                  <a:pt x="743193" y="0"/>
                </a:lnTo>
                <a:lnTo>
                  <a:pt x="743193" y="2"/>
                </a:lnTo>
              </a:path>
            </a:pathLst>
          </a:custGeom>
          <a:solidFill xmlns:a="http://schemas.openxmlformats.org/drawingml/2006/main">
            <a:srgbClr val="9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3">
            <a:extLst xmlns:a="http://schemas.openxmlformats.org/drawingml/2006/main">
              <a:ext uri="{FF2B5EF4-FFF2-40B4-BE49-F238E27FC236}">
                <a16:creationId xmlns:a16="http://schemas.microsoft.com/office/drawing/2014/main" id="{57ED3CCF-3EFF-4DCB-A339-FD333D75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3027" y="2147422"/>
            <a:ext cx="743193" cy="177950"/>
          </a:xfrm>
          <a:custGeom xmlns:a="http://schemas.openxmlformats.org/drawingml/2006/main">
            <a:pathLst>
              <a:path w="743193" h="177950">
                <a:moveTo>
                  <a:pt x="167992" y="10467"/>
                </a:moveTo>
                <a:cubicBezTo>
                  <a:pt x="174889" y="3737"/>
                  <a:pt x="184167" y="0"/>
                  <a:pt x="193802" y="67"/>
                </a:cubicBezTo>
                <a:lnTo>
                  <a:pt x="549390" y="67"/>
                </a:lnTo>
                <a:cubicBezTo>
                  <a:pt x="559028" y="0"/>
                  <a:pt x="568303" y="3737"/>
                  <a:pt x="575202" y="10467"/>
                </a:cubicBezTo>
                <a:lnTo>
                  <a:pt x="743193" y="177950"/>
                </a:lnTo>
                <a:lnTo>
                  <a:pt x="371596" y="177789"/>
                </a:lnTo>
                <a:lnTo>
                  <a:pt x="0" y="177950"/>
                </a:lnTo>
                <a:lnTo>
                  <a:pt x="167992" y="10467"/>
                </a:lnTo>
              </a:path>
            </a:pathLst>
          </a:custGeom>
          <a:solidFill xmlns:a="http://schemas.openxmlformats.org/drawingml/2006/main">
            <a:srgbClr val="BDC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4">
            <a:extLst xmlns:a="http://schemas.openxmlformats.org/drawingml/2006/main">
              <a:ext uri="{FF2B5EF4-FFF2-40B4-BE49-F238E27FC236}">
                <a16:creationId xmlns:a16="http://schemas.microsoft.com/office/drawing/2014/main" id="{5A852D91-9992-498D-ADE4-2B856283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5437" y="2325211"/>
            <a:ext cx="32313" cy="80782"/>
          </a:xfrm>
          <a:custGeom xmlns:a="http://schemas.openxmlformats.org/drawingml/2006/main">
            <a:pathLst>
              <a:path w="32313" h="80782">
                <a:moveTo>
                  <a:pt x="32313" y="0"/>
                </a:moveTo>
                <a:lnTo>
                  <a:pt x="32313" y="64625"/>
                </a:lnTo>
                <a:cubicBezTo>
                  <a:pt x="32313" y="73547"/>
                  <a:pt x="25080" y="80782"/>
                  <a:pt x="16156" y="80782"/>
                </a:cubicBezTo>
                <a:cubicBezTo>
                  <a:pt x="7233" y="80782"/>
                  <a:pt x="0" y="73549"/>
                  <a:pt x="0" y="64625"/>
                </a:cubicBezTo>
                <a:lnTo>
                  <a:pt x="0" y="0"/>
                </a:lnTo>
                <a:lnTo>
                  <a:pt x="32313" y="0"/>
                </a:ln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15">
            <a:extLst xmlns:a="http://schemas.openxmlformats.org/drawingml/2006/main">
              <a:ext uri="{FF2B5EF4-FFF2-40B4-BE49-F238E27FC236}">
                <a16:creationId xmlns:a16="http://schemas.microsoft.com/office/drawing/2014/main" id="{97461C33-6B90-4C46-AA12-D7537920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0811" y="2325211"/>
            <a:ext cx="32314" cy="80782"/>
          </a:xfrm>
          <a:custGeom xmlns:a="http://schemas.openxmlformats.org/drawingml/2006/main">
            <a:pathLst>
              <a:path w="32314" h="80782">
                <a:moveTo>
                  <a:pt x="32314" y="0"/>
                </a:moveTo>
                <a:lnTo>
                  <a:pt x="32314" y="64625"/>
                </a:lnTo>
                <a:cubicBezTo>
                  <a:pt x="32314" y="73547"/>
                  <a:pt x="25082" y="80782"/>
                  <a:pt x="16157" y="80782"/>
                </a:cubicBezTo>
                <a:cubicBezTo>
                  <a:pt x="7232" y="80782"/>
                  <a:pt x="0" y="73549"/>
                  <a:pt x="0" y="64625"/>
                </a:cubicBezTo>
                <a:lnTo>
                  <a:pt x="0" y="0"/>
                </a:lnTo>
                <a:lnTo>
                  <a:pt x="32314" y="0"/>
                </a:ln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6">
            <a:extLst xmlns:a="http://schemas.openxmlformats.org/drawingml/2006/main">
              <a:ext uri="{FF2B5EF4-FFF2-40B4-BE49-F238E27FC236}">
                <a16:creationId xmlns:a16="http://schemas.microsoft.com/office/drawing/2014/main" id="{98321E60-FC68-4994-8F25-E805248B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1494" y="2389836"/>
            <a:ext cx="48473" cy="32314"/>
          </a:xfrm>
          <a:custGeom xmlns:a="http://schemas.openxmlformats.org/drawingml/2006/main">
            <a:pathLst>
              <a:path w="48473" h="32314">
                <a:moveTo>
                  <a:pt x="32317" y="0"/>
                </a:moveTo>
                <a:lnTo>
                  <a:pt x="16157" y="0"/>
                </a:lnTo>
                <a:cubicBezTo>
                  <a:pt x="7237" y="0"/>
                  <a:pt x="0" y="7233"/>
                  <a:pt x="0" y="16157"/>
                </a:cubicBezTo>
                <a:cubicBezTo>
                  <a:pt x="0" y="25082"/>
                  <a:pt x="7234" y="32314"/>
                  <a:pt x="16157" y="32314"/>
                </a:cubicBezTo>
                <a:lnTo>
                  <a:pt x="32317" y="32314"/>
                </a:lnTo>
                <a:cubicBezTo>
                  <a:pt x="41236" y="32314"/>
                  <a:pt x="48473" y="25082"/>
                  <a:pt x="48473" y="16157"/>
                </a:cubicBezTo>
                <a:cubicBezTo>
                  <a:pt x="48473" y="7233"/>
                  <a:pt x="41238" y="0"/>
                  <a:pt x="32317" y="0"/>
                </a:cubicBezTo>
              </a:path>
            </a:pathLst>
          </a:custGeom>
          <a:solidFill xmlns:a="http://schemas.openxmlformats.org/drawingml/2006/main">
            <a:srgbClr val="65D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17">
            <a:extLst xmlns:a="http://schemas.openxmlformats.org/drawingml/2006/main">
              <a:ext uri="{FF2B5EF4-FFF2-40B4-BE49-F238E27FC236}">
                <a16:creationId xmlns:a16="http://schemas.microsoft.com/office/drawing/2014/main" id="{73806F02-6000-423B-A5F4-EC531C39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2276" y="2389836"/>
            <a:ext cx="48471" cy="32314"/>
          </a:xfrm>
          <a:custGeom xmlns:a="http://schemas.openxmlformats.org/drawingml/2006/main">
            <a:pathLst>
              <a:path w="48471" h="32314">
                <a:moveTo>
                  <a:pt x="32315" y="0"/>
                </a:moveTo>
                <a:lnTo>
                  <a:pt x="16157" y="0"/>
                </a:lnTo>
                <a:cubicBezTo>
                  <a:pt x="7234" y="0"/>
                  <a:pt x="0" y="7233"/>
                  <a:pt x="0" y="16157"/>
                </a:cubicBezTo>
                <a:cubicBezTo>
                  <a:pt x="0" y="25082"/>
                  <a:pt x="7233" y="32314"/>
                  <a:pt x="16157" y="32314"/>
                </a:cubicBezTo>
                <a:lnTo>
                  <a:pt x="32315" y="32314"/>
                </a:lnTo>
                <a:cubicBezTo>
                  <a:pt x="41237" y="32314"/>
                  <a:pt x="48471" y="25082"/>
                  <a:pt x="48471" y="16157"/>
                </a:cubicBezTo>
                <a:cubicBezTo>
                  <a:pt x="48471" y="7233"/>
                  <a:pt x="41237" y="0"/>
                  <a:pt x="32315" y="0"/>
                </a:cubicBezTo>
              </a:path>
            </a:pathLst>
          </a:custGeom>
          <a:solidFill xmlns:a="http://schemas.openxmlformats.org/drawingml/2006/main">
            <a:srgbClr val="65D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18">
            <a:extLst xmlns:a="http://schemas.openxmlformats.org/drawingml/2006/main">
              <a:ext uri="{FF2B5EF4-FFF2-40B4-BE49-F238E27FC236}">
                <a16:creationId xmlns:a16="http://schemas.microsoft.com/office/drawing/2014/main" id="{0FD07EE9-E42E-4BA2-91D8-4D5243C6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3027" y="2066708"/>
            <a:ext cx="743193" cy="161565"/>
          </a:xfrm>
          <a:custGeom xmlns:a="http://schemas.openxmlformats.org/drawingml/2006/main">
            <a:pathLst>
              <a:path w="743193" h="161565">
                <a:moveTo>
                  <a:pt x="743193" y="0"/>
                </a:moveTo>
                <a:lnTo>
                  <a:pt x="743193" y="129251"/>
                </a:lnTo>
                <a:cubicBezTo>
                  <a:pt x="743138" y="147076"/>
                  <a:pt x="728704" y="161513"/>
                  <a:pt x="710881" y="161565"/>
                </a:cubicBezTo>
                <a:lnTo>
                  <a:pt x="32312" y="161565"/>
                </a:lnTo>
                <a:cubicBezTo>
                  <a:pt x="14489" y="161513"/>
                  <a:pt x="52" y="147076"/>
                  <a:pt x="0" y="129251"/>
                </a:cubicBezTo>
                <a:lnTo>
                  <a:pt x="0" y="0"/>
                </a:lnTo>
                <a:lnTo>
                  <a:pt x="743193" y="0"/>
                </a:lnTo>
              </a:path>
            </a:pathLst>
          </a:custGeom>
          <a:solidFill xmlns:a="http://schemas.openxmlformats.org/drawingml/2006/main">
            <a:srgbClr val="9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19">
            <a:extLst xmlns:a="http://schemas.openxmlformats.org/drawingml/2006/main">
              <a:ext uri="{FF2B5EF4-FFF2-40B4-BE49-F238E27FC236}">
                <a16:creationId xmlns:a16="http://schemas.microsoft.com/office/drawing/2014/main" id="{A4CE5FB2-BF4E-41B4-BE80-3B7E24BE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3027" y="1888922"/>
            <a:ext cx="743193" cy="177949"/>
          </a:xfrm>
          <a:custGeom xmlns:a="http://schemas.openxmlformats.org/drawingml/2006/main">
            <a:pathLst>
              <a:path w="743193" h="177949">
                <a:moveTo>
                  <a:pt x="167992" y="10465"/>
                </a:moveTo>
                <a:cubicBezTo>
                  <a:pt x="174889" y="3737"/>
                  <a:pt x="184167" y="0"/>
                  <a:pt x="193802" y="68"/>
                </a:cubicBezTo>
                <a:lnTo>
                  <a:pt x="549390" y="68"/>
                </a:lnTo>
                <a:cubicBezTo>
                  <a:pt x="559028" y="0"/>
                  <a:pt x="568303" y="3737"/>
                  <a:pt x="575202" y="10465"/>
                </a:cubicBezTo>
                <a:lnTo>
                  <a:pt x="743193" y="177949"/>
                </a:lnTo>
                <a:lnTo>
                  <a:pt x="371596" y="177788"/>
                </a:lnTo>
                <a:lnTo>
                  <a:pt x="0" y="177949"/>
                </a:lnTo>
                <a:lnTo>
                  <a:pt x="167992" y="10465"/>
                </a:lnTo>
              </a:path>
            </a:pathLst>
          </a:custGeom>
          <a:solidFill xmlns:a="http://schemas.openxmlformats.org/drawingml/2006/main">
            <a:srgbClr val="BDC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20">
            <a:extLst xmlns:a="http://schemas.openxmlformats.org/drawingml/2006/main">
              <a:ext uri="{FF2B5EF4-FFF2-40B4-BE49-F238E27FC236}">
                <a16:creationId xmlns:a16="http://schemas.microsoft.com/office/drawing/2014/main" id="{CCF6A38D-EB35-44AC-9F83-20DE30A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5437" y="2066708"/>
            <a:ext cx="32313" cy="80782"/>
          </a:xfrm>
          <a:custGeom xmlns:a="http://schemas.openxmlformats.org/drawingml/2006/main">
            <a:pathLst>
              <a:path w="32313" h="80782">
                <a:moveTo>
                  <a:pt x="32313" y="0"/>
                </a:moveTo>
                <a:lnTo>
                  <a:pt x="32313" y="64625"/>
                </a:lnTo>
                <a:cubicBezTo>
                  <a:pt x="32313" y="73548"/>
                  <a:pt x="25080" y="80782"/>
                  <a:pt x="16156" y="80782"/>
                </a:cubicBezTo>
                <a:cubicBezTo>
                  <a:pt x="7233" y="80782"/>
                  <a:pt x="0" y="73549"/>
                  <a:pt x="0" y="64625"/>
                </a:cubicBezTo>
                <a:lnTo>
                  <a:pt x="0" y="0"/>
                </a:lnTo>
                <a:lnTo>
                  <a:pt x="32313" y="0"/>
                </a:ln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1">
            <a:extLst xmlns:a="http://schemas.openxmlformats.org/drawingml/2006/main">
              <a:ext uri="{FF2B5EF4-FFF2-40B4-BE49-F238E27FC236}">
                <a16:creationId xmlns:a16="http://schemas.microsoft.com/office/drawing/2014/main" id="{65CE34C8-4CDC-4C83-A8D8-531BDE3B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0811" y="2066708"/>
            <a:ext cx="32314" cy="80782"/>
          </a:xfrm>
          <a:custGeom xmlns:a="http://schemas.openxmlformats.org/drawingml/2006/main">
            <a:pathLst>
              <a:path w="32314" h="80782">
                <a:moveTo>
                  <a:pt x="32314" y="0"/>
                </a:moveTo>
                <a:lnTo>
                  <a:pt x="32314" y="64625"/>
                </a:lnTo>
                <a:cubicBezTo>
                  <a:pt x="32314" y="73548"/>
                  <a:pt x="25082" y="80782"/>
                  <a:pt x="16157" y="80782"/>
                </a:cubicBezTo>
                <a:cubicBezTo>
                  <a:pt x="7232" y="80782"/>
                  <a:pt x="0" y="73549"/>
                  <a:pt x="0" y="64625"/>
                </a:cubicBezTo>
                <a:lnTo>
                  <a:pt x="0" y="0"/>
                </a:lnTo>
                <a:lnTo>
                  <a:pt x="32314" y="0"/>
                </a:ln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2">
            <a:extLst xmlns:a="http://schemas.openxmlformats.org/drawingml/2006/main">
              <a:ext uri="{FF2B5EF4-FFF2-40B4-BE49-F238E27FC236}">
                <a16:creationId xmlns:a16="http://schemas.microsoft.com/office/drawing/2014/main" id="{00E03BDD-EA71-4D96-B8F8-C8E5630C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1494" y="2131334"/>
            <a:ext cx="48473" cy="32314"/>
          </a:xfrm>
          <a:custGeom xmlns:a="http://schemas.openxmlformats.org/drawingml/2006/main">
            <a:pathLst>
              <a:path w="48473" h="32314">
                <a:moveTo>
                  <a:pt x="32317" y="0"/>
                </a:moveTo>
                <a:lnTo>
                  <a:pt x="16157" y="0"/>
                </a:lnTo>
                <a:cubicBezTo>
                  <a:pt x="7237" y="0"/>
                  <a:pt x="0" y="7233"/>
                  <a:pt x="0" y="16157"/>
                </a:cubicBezTo>
                <a:cubicBezTo>
                  <a:pt x="0" y="25082"/>
                  <a:pt x="7234" y="32314"/>
                  <a:pt x="16157" y="32314"/>
                </a:cubicBezTo>
                <a:lnTo>
                  <a:pt x="32317" y="32314"/>
                </a:lnTo>
                <a:cubicBezTo>
                  <a:pt x="41236" y="32314"/>
                  <a:pt x="48473" y="25082"/>
                  <a:pt x="48473" y="16157"/>
                </a:cubicBezTo>
                <a:cubicBezTo>
                  <a:pt x="48473" y="7233"/>
                  <a:pt x="41238" y="0"/>
                  <a:pt x="32317" y="0"/>
                </a:cubicBezTo>
              </a:path>
            </a:pathLst>
          </a:custGeom>
          <a:solidFill xmlns:a="http://schemas.openxmlformats.org/drawingml/2006/main">
            <a:srgbClr val="65D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23">
            <a:extLst xmlns:a="http://schemas.openxmlformats.org/drawingml/2006/main">
              <a:ext uri="{FF2B5EF4-FFF2-40B4-BE49-F238E27FC236}">
                <a16:creationId xmlns:a16="http://schemas.microsoft.com/office/drawing/2014/main" id="{6BC783D9-32D0-484C-888A-69BB7FD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2276" y="2131334"/>
            <a:ext cx="48471" cy="32314"/>
          </a:xfrm>
          <a:custGeom xmlns:a="http://schemas.openxmlformats.org/drawingml/2006/main">
            <a:pathLst>
              <a:path w="48471" h="32314">
                <a:moveTo>
                  <a:pt x="32315" y="0"/>
                </a:moveTo>
                <a:lnTo>
                  <a:pt x="16157" y="0"/>
                </a:lnTo>
                <a:cubicBezTo>
                  <a:pt x="7234" y="0"/>
                  <a:pt x="0" y="7233"/>
                  <a:pt x="0" y="16157"/>
                </a:cubicBezTo>
                <a:cubicBezTo>
                  <a:pt x="0" y="25082"/>
                  <a:pt x="7233" y="32314"/>
                  <a:pt x="16157" y="32314"/>
                </a:cubicBezTo>
                <a:lnTo>
                  <a:pt x="32315" y="32314"/>
                </a:lnTo>
                <a:cubicBezTo>
                  <a:pt x="41237" y="32314"/>
                  <a:pt x="48471" y="25082"/>
                  <a:pt x="48471" y="16157"/>
                </a:cubicBezTo>
                <a:cubicBezTo>
                  <a:pt x="48471" y="7233"/>
                  <a:pt x="41237" y="0"/>
                  <a:pt x="32315" y="0"/>
                </a:cubicBezTo>
              </a:path>
            </a:pathLst>
          </a:custGeom>
          <a:solidFill xmlns:a="http://schemas.openxmlformats.org/drawingml/2006/main">
            <a:srgbClr val="65D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24">
            <a:extLst xmlns:a="http://schemas.openxmlformats.org/drawingml/2006/main">
              <a:ext uri="{FF2B5EF4-FFF2-40B4-BE49-F238E27FC236}">
                <a16:creationId xmlns:a16="http://schemas.microsoft.com/office/drawing/2014/main" id="{1A2458B9-5D89-430A-9A40-CD65332A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3027" y="1808206"/>
            <a:ext cx="743193" cy="161564"/>
          </a:xfrm>
          <a:custGeom xmlns:a="http://schemas.openxmlformats.org/drawingml/2006/main">
            <a:pathLst>
              <a:path w="743193" h="161564">
                <a:moveTo>
                  <a:pt x="743193" y="0"/>
                </a:moveTo>
                <a:lnTo>
                  <a:pt x="743193" y="129252"/>
                </a:lnTo>
                <a:cubicBezTo>
                  <a:pt x="743138" y="147076"/>
                  <a:pt x="728704" y="161513"/>
                  <a:pt x="710881" y="161564"/>
                </a:cubicBezTo>
                <a:lnTo>
                  <a:pt x="32312" y="161564"/>
                </a:lnTo>
                <a:cubicBezTo>
                  <a:pt x="14489" y="161511"/>
                  <a:pt x="52" y="147075"/>
                  <a:pt x="0" y="129252"/>
                </a:cubicBezTo>
                <a:lnTo>
                  <a:pt x="0" y="0"/>
                </a:lnTo>
                <a:lnTo>
                  <a:pt x="743193" y="0"/>
                </a:lnTo>
              </a:path>
            </a:pathLst>
          </a:custGeom>
          <a:solidFill xmlns:a="http://schemas.openxmlformats.org/drawingml/2006/main">
            <a:srgbClr val="9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25">
            <a:extLst xmlns:a="http://schemas.openxmlformats.org/drawingml/2006/main">
              <a:ext uri="{FF2B5EF4-FFF2-40B4-BE49-F238E27FC236}">
                <a16:creationId xmlns:a16="http://schemas.microsoft.com/office/drawing/2014/main" id="{1E9C9CF9-8AC7-4FF2-8D67-89839149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3027" y="1630420"/>
            <a:ext cx="743193" cy="177950"/>
          </a:xfrm>
          <a:custGeom xmlns:a="http://schemas.openxmlformats.org/drawingml/2006/main">
            <a:pathLst>
              <a:path w="743193" h="177950">
                <a:moveTo>
                  <a:pt x="167992" y="10467"/>
                </a:moveTo>
                <a:cubicBezTo>
                  <a:pt x="174889" y="3737"/>
                  <a:pt x="184167" y="0"/>
                  <a:pt x="193802" y="67"/>
                </a:cubicBezTo>
                <a:lnTo>
                  <a:pt x="549390" y="67"/>
                </a:lnTo>
                <a:cubicBezTo>
                  <a:pt x="559028" y="0"/>
                  <a:pt x="568303" y="3737"/>
                  <a:pt x="575202" y="10467"/>
                </a:cubicBezTo>
                <a:lnTo>
                  <a:pt x="743193" y="177950"/>
                </a:lnTo>
                <a:lnTo>
                  <a:pt x="371596" y="177789"/>
                </a:lnTo>
                <a:lnTo>
                  <a:pt x="0" y="177948"/>
                </a:lnTo>
                <a:lnTo>
                  <a:pt x="167992" y="10467"/>
                </a:lnTo>
              </a:path>
            </a:pathLst>
          </a:custGeom>
          <a:solidFill xmlns:a="http://schemas.openxmlformats.org/drawingml/2006/main">
            <a:srgbClr val="BDC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6">
            <a:extLst xmlns:a="http://schemas.openxmlformats.org/drawingml/2006/main">
              <a:ext uri="{FF2B5EF4-FFF2-40B4-BE49-F238E27FC236}">
                <a16:creationId xmlns:a16="http://schemas.microsoft.com/office/drawing/2014/main" id="{111DB471-A755-46E6-9053-21DCA701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5437" y="1808206"/>
            <a:ext cx="32313" cy="80783"/>
          </a:xfrm>
          <a:custGeom xmlns:a="http://schemas.openxmlformats.org/drawingml/2006/main">
            <a:pathLst>
              <a:path w="32313" h="80783">
                <a:moveTo>
                  <a:pt x="32313" y="0"/>
                </a:moveTo>
                <a:lnTo>
                  <a:pt x="32313" y="64626"/>
                </a:lnTo>
                <a:cubicBezTo>
                  <a:pt x="32313" y="73547"/>
                  <a:pt x="25080" y="80783"/>
                  <a:pt x="16156" y="80783"/>
                </a:cubicBezTo>
                <a:cubicBezTo>
                  <a:pt x="7233" y="80783"/>
                  <a:pt x="0" y="73548"/>
                  <a:pt x="0" y="64626"/>
                </a:cubicBezTo>
                <a:lnTo>
                  <a:pt x="0" y="0"/>
                </a:lnTo>
                <a:lnTo>
                  <a:pt x="32313" y="0"/>
                </a:ln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27">
            <a:extLst xmlns:a="http://schemas.openxmlformats.org/drawingml/2006/main">
              <a:ext uri="{FF2B5EF4-FFF2-40B4-BE49-F238E27FC236}">
                <a16:creationId xmlns:a16="http://schemas.microsoft.com/office/drawing/2014/main" id="{13E00215-F10C-4FFE-BCBC-398CABA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0811" y="1808206"/>
            <a:ext cx="32314" cy="80783"/>
          </a:xfrm>
          <a:custGeom xmlns:a="http://schemas.openxmlformats.org/drawingml/2006/main">
            <a:pathLst>
              <a:path w="32314" h="80783">
                <a:moveTo>
                  <a:pt x="32314" y="0"/>
                </a:moveTo>
                <a:lnTo>
                  <a:pt x="32314" y="64626"/>
                </a:lnTo>
                <a:cubicBezTo>
                  <a:pt x="32314" y="73547"/>
                  <a:pt x="25082" y="80783"/>
                  <a:pt x="16157" y="80783"/>
                </a:cubicBezTo>
                <a:cubicBezTo>
                  <a:pt x="7232" y="80783"/>
                  <a:pt x="0" y="73548"/>
                  <a:pt x="0" y="64626"/>
                </a:cubicBezTo>
                <a:lnTo>
                  <a:pt x="0" y="0"/>
                </a:lnTo>
                <a:lnTo>
                  <a:pt x="32314" y="0"/>
                </a:ln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28">
            <a:extLst xmlns:a="http://schemas.openxmlformats.org/drawingml/2006/main">
              <a:ext uri="{FF2B5EF4-FFF2-40B4-BE49-F238E27FC236}">
                <a16:creationId xmlns:a16="http://schemas.microsoft.com/office/drawing/2014/main" id="{178A4C36-94A9-48E0-A374-A8B5D896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1494" y="1872832"/>
            <a:ext cx="48473" cy="32314"/>
          </a:xfrm>
          <a:custGeom xmlns:a="http://schemas.openxmlformats.org/drawingml/2006/main">
            <a:pathLst>
              <a:path w="48473" h="32314">
                <a:moveTo>
                  <a:pt x="32317" y="0"/>
                </a:moveTo>
                <a:lnTo>
                  <a:pt x="16157" y="0"/>
                </a:lnTo>
                <a:cubicBezTo>
                  <a:pt x="7237" y="0"/>
                  <a:pt x="0" y="7232"/>
                  <a:pt x="0" y="16157"/>
                </a:cubicBezTo>
                <a:cubicBezTo>
                  <a:pt x="0" y="25078"/>
                  <a:pt x="7234" y="32314"/>
                  <a:pt x="16157" y="32314"/>
                </a:cubicBezTo>
                <a:lnTo>
                  <a:pt x="32317" y="32314"/>
                </a:lnTo>
                <a:cubicBezTo>
                  <a:pt x="41236" y="32314"/>
                  <a:pt x="48473" y="25080"/>
                  <a:pt x="48473" y="16157"/>
                </a:cubicBezTo>
                <a:cubicBezTo>
                  <a:pt x="48473" y="7234"/>
                  <a:pt x="41238" y="0"/>
                  <a:pt x="32317" y="0"/>
                </a:cubicBezTo>
              </a:path>
            </a:pathLst>
          </a:custGeom>
          <a:solidFill xmlns:a="http://schemas.openxmlformats.org/drawingml/2006/main">
            <a:srgbClr val="65D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29">
            <a:extLst xmlns:a="http://schemas.openxmlformats.org/drawingml/2006/main">
              <a:ext uri="{FF2B5EF4-FFF2-40B4-BE49-F238E27FC236}">
                <a16:creationId xmlns:a16="http://schemas.microsoft.com/office/drawing/2014/main" id="{E50DCD79-4C7F-4DC6-BD39-B1C56DA9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2276" y="1872832"/>
            <a:ext cx="48471" cy="32314"/>
          </a:xfrm>
          <a:custGeom xmlns:a="http://schemas.openxmlformats.org/drawingml/2006/main">
            <a:pathLst>
              <a:path w="48471" h="32314">
                <a:moveTo>
                  <a:pt x="32315" y="0"/>
                </a:moveTo>
                <a:lnTo>
                  <a:pt x="16157" y="0"/>
                </a:lnTo>
                <a:cubicBezTo>
                  <a:pt x="7234" y="0"/>
                  <a:pt x="0" y="7232"/>
                  <a:pt x="0" y="16157"/>
                </a:cubicBezTo>
                <a:cubicBezTo>
                  <a:pt x="0" y="25078"/>
                  <a:pt x="7233" y="32314"/>
                  <a:pt x="16157" y="32314"/>
                </a:cubicBezTo>
                <a:lnTo>
                  <a:pt x="32315" y="32314"/>
                </a:lnTo>
                <a:cubicBezTo>
                  <a:pt x="41237" y="32314"/>
                  <a:pt x="48471" y="25080"/>
                  <a:pt x="48471" y="16157"/>
                </a:cubicBezTo>
                <a:cubicBezTo>
                  <a:pt x="48471" y="7234"/>
                  <a:pt x="41237" y="0"/>
                  <a:pt x="32315" y="0"/>
                </a:cubicBezTo>
              </a:path>
            </a:pathLst>
          </a:custGeom>
          <a:solidFill xmlns:a="http://schemas.openxmlformats.org/drawingml/2006/main">
            <a:srgbClr val="65D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0">
            <a:extLst xmlns:a="http://schemas.openxmlformats.org/drawingml/2006/main">
              <a:ext uri="{FF2B5EF4-FFF2-40B4-BE49-F238E27FC236}">
                <a16:creationId xmlns:a16="http://schemas.microsoft.com/office/drawing/2014/main" id="{8B46BFBD-FF37-42CE-9B34-DA6E142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3875" y="2131334"/>
            <a:ext cx="436221" cy="436220"/>
          </a:xfrm>
          <a:custGeom xmlns:a="http://schemas.openxmlformats.org/drawingml/2006/main">
            <a:pathLst>
              <a:path w="436221" h="436220">
                <a:moveTo>
                  <a:pt x="436221" y="218111"/>
                </a:moveTo>
                <a:cubicBezTo>
                  <a:pt x="436221" y="338569"/>
                  <a:pt x="338569" y="436220"/>
                  <a:pt x="218111" y="436220"/>
                </a:cubicBezTo>
                <a:cubicBezTo>
                  <a:pt x="97652" y="436220"/>
                  <a:pt x="0" y="338569"/>
                  <a:pt x="0" y="218111"/>
                </a:cubicBezTo>
                <a:cubicBezTo>
                  <a:pt x="0" y="97652"/>
                  <a:pt x="97652" y="0"/>
                  <a:pt x="218111" y="0"/>
                </a:cubicBezTo>
                <a:cubicBezTo>
                  <a:pt x="338569" y="0"/>
                  <a:pt x="436221" y="97652"/>
                  <a:pt x="436221" y="218111"/>
                </a:cubicBezTo>
              </a:path>
            </a:pathLst>
          </a:custGeom>
          <a:solidFill xmlns:a="http://schemas.openxmlformats.org/drawingml/2006/main">
            <a:srgbClr val="285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1">
            <a:extLst xmlns:a="http://schemas.openxmlformats.org/drawingml/2006/main">
              <a:ext uri="{FF2B5EF4-FFF2-40B4-BE49-F238E27FC236}">
                <a16:creationId xmlns:a16="http://schemas.microsoft.com/office/drawing/2014/main" id="{51D40822-D536-4AD4-8987-E19C4896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640" y="2252337"/>
            <a:ext cx="137426" cy="218319"/>
          </a:xfrm>
          <a:custGeom xmlns:a="http://schemas.openxmlformats.org/drawingml/2006/main">
            <a:pathLst>
              <a:path w="137426" h="218319">
                <a:moveTo>
                  <a:pt x="121268" y="185968"/>
                </a:moveTo>
                <a:cubicBezTo>
                  <a:pt x="88484" y="186071"/>
                  <a:pt x="58910" y="166290"/>
                  <a:pt x="46490" y="135950"/>
                </a:cubicBezTo>
                <a:cubicBezTo>
                  <a:pt x="34069" y="105611"/>
                  <a:pt x="41279" y="70771"/>
                  <a:pt x="64722" y="47853"/>
                </a:cubicBezTo>
                <a:lnTo>
                  <a:pt x="64722" y="80951"/>
                </a:lnTo>
                <a:cubicBezTo>
                  <a:pt x="64722" y="89873"/>
                  <a:pt x="71954" y="97108"/>
                  <a:pt x="80879" y="97108"/>
                </a:cubicBezTo>
                <a:cubicBezTo>
                  <a:pt x="89801" y="97108"/>
                  <a:pt x="97036" y="89875"/>
                  <a:pt x="97036" y="80951"/>
                </a:cubicBezTo>
                <a:lnTo>
                  <a:pt x="97036" y="17067"/>
                </a:lnTo>
                <a:cubicBezTo>
                  <a:pt x="97036" y="16593"/>
                  <a:pt x="96807" y="16194"/>
                  <a:pt x="96764" y="15729"/>
                </a:cubicBezTo>
                <a:cubicBezTo>
                  <a:pt x="96291" y="11770"/>
                  <a:pt x="94513" y="8082"/>
                  <a:pt x="91714" y="5246"/>
                </a:cubicBezTo>
                <a:cubicBezTo>
                  <a:pt x="90703" y="4360"/>
                  <a:pt x="89584" y="3606"/>
                  <a:pt x="88385" y="3000"/>
                </a:cubicBezTo>
                <a:cubicBezTo>
                  <a:pt x="87886" y="2676"/>
                  <a:pt x="87370" y="2381"/>
                  <a:pt x="86837" y="2116"/>
                </a:cubicBezTo>
                <a:cubicBezTo>
                  <a:pt x="85006" y="1362"/>
                  <a:pt x="83048" y="953"/>
                  <a:pt x="81066" y="913"/>
                </a:cubicBezTo>
                <a:lnTo>
                  <a:pt x="16443" y="172"/>
                </a:lnTo>
                <a:cubicBezTo>
                  <a:pt x="12120" y="0"/>
                  <a:pt x="7920" y="1616"/>
                  <a:pt x="4830" y="4638"/>
                </a:cubicBezTo>
                <a:cubicBezTo>
                  <a:pt x="1736" y="7660"/>
                  <a:pt x="24" y="11822"/>
                  <a:pt x="95" y="16147"/>
                </a:cubicBezTo>
                <a:cubicBezTo>
                  <a:pt x="0" y="25065"/>
                  <a:pt x="7146" y="32375"/>
                  <a:pt x="16064" y="32485"/>
                </a:cubicBezTo>
                <a:lnTo>
                  <a:pt x="34571" y="32697"/>
                </a:lnTo>
                <a:cubicBezTo>
                  <a:pt x="6357" y="66359"/>
                  <a:pt x="205" y="113318"/>
                  <a:pt x="18795" y="153110"/>
                </a:cubicBezTo>
                <a:cubicBezTo>
                  <a:pt x="37386" y="192903"/>
                  <a:pt x="77350" y="218319"/>
                  <a:pt x="121271" y="218283"/>
                </a:cubicBezTo>
                <a:cubicBezTo>
                  <a:pt x="130192" y="218283"/>
                  <a:pt x="137426" y="211050"/>
                  <a:pt x="137426" y="202125"/>
                </a:cubicBezTo>
                <a:cubicBezTo>
                  <a:pt x="137426" y="193201"/>
                  <a:pt x="130190" y="185968"/>
                  <a:pt x="121268" y="185968"/>
                </a:cubicBezTo>
              </a:path>
            </a:pathLst>
          </a:custGeom>
          <a:solidFill xmlns:a="http://schemas.openxmlformats.org/drawingml/2006/main">
            <a:srgbClr val="4482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2">
            <a:extLst xmlns:a="http://schemas.openxmlformats.org/drawingml/2006/main">
              <a:ext uri="{FF2B5EF4-FFF2-40B4-BE49-F238E27FC236}">
                <a16:creationId xmlns:a16="http://schemas.microsoft.com/office/drawing/2014/main" id="{50D7A327-4C0B-4021-B8D2-0D1A604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907" y="2228235"/>
            <a:ext cx="137476" cy="218202"/>
          </a:xfrm>
          <a:custGeom xmlns:a="http://schemas.openxmlformats.org/drawingml/2006/main">
            <a:pathLst>
              <a:path w="137476" h="218202">
                <a:moveTo>
                  <a:pt x="121361" y="185835"/>
                </a:moveTo>
                <a:lnTo>
                  <a:pt x="102854" y="185622"/>
                </a:lnTo>
                <a:cubicBezTo>
                  <a:pt x="131068" y="151961"/>
                  <a:pt x="137221" y="105002"/>
                  <a:pt x="118629" y="65209"/>
                </a:cubicBezTo>
                <a:cubicBezTo>
                  <a:pt x="100039" y="25416"/>
                  <a:pt x="60074" y="0"/>
                  <a:pt x="16156" y="37"/>
                </a:cubicBezTo>
                <a:cubicBezTo>
                  <a:pt x="7234" y="37"/>
                  <a:pt x="0" y="7270"/>
                  <a:pt x="0" y="16194"/>
                </a:cubicBezTo>
                <a:cubicBezTo>
                  <a:pt x="0" y="25118"/>
                  <a:pt x="7232" y="32351"/>
                  <a:pt x="16156" y="32351"/>
                </a:cubicBezTo>
                <a:cubicBezTo>
                  <a:pt x="48939" y="32249"/>
                  <a:pt x="78513" y="52029"/>
                  <a:pt x="90933" y="82369"/>
                </a:cubicBezTo>
                <a:cubicBezTo>
                  <a:pt x="103354" y="112708"/>
                  <a:pt x="96144" y="147549"/>
                  <a:pt x="72703" y="170466"/>
                </a:cubicBezTo>
                <a:lnTo>
                  <a:pt x="72703" y="137367"/>
                </a:lnTo>
                <a:cubicBezTo>
                  <a:pt x="72703" y="128444"/>
                  <a:pt x="65469" y="121210"/>
                  <a:pt x="56544" y="121210"/>
                </a:cubicBezTo>
                <a:cubicBezTo>
                  <a:pt x="47622" y="121210"/>
                  <a:pt x="40387" y="128443"/>
                  <a:pt x="40387" y="137367"/>
                </a:cubicBezTo>
                <a:lnTo>
                  <a:pt x="40387" y="201251"/>
                </a:lnTo>
                <a:cubicBezTo>
                  <a:pt x="40387" y="201725"/>
                  <a:pt x="40618" y="202124"/>
                  <a:pt x="40659" y="202589"/>
                </a:cubicBezTo>
                <a:cubicBezTo>
                  <a:pt x="40472" y="203873"/>
                  <a:pt x="40737" y="205184"/>
                  <a:pt x="41406" y="206297"/>
                </a:cubicBezTo>
                <a:cubicBezTo>
                  <a:pt x="41995" y="208207"/>
                  <a:pt x="42982" y="209970"/>
                  <a:pt x="44304" y="211468"/>
                </a:cubicBezTo>
                <a:cubicBezTo>
                  <a:pt x="44736" y="212036"/>
                  <a:pt x="45205" y="212572"/>
                  <a:pt x="45708" y="213074"/>
                </a:cubicBezTo>
                <a:cubicBezTo>
                  <a:pt x="46719" y="213963"/>
                  <a:pt x="47841" y="214719"/>
                  <a:pt x="49045" y="215323"/>
                </a:cubicBezTo>
                <a:cubicBezTo>
                  <a:pt x="49539" y="215647"/>
                  <a:pt x="50054" y="215940"/>
                  <a:pt x="50585" y="216205"/>
                </a:cubicBezTo>
                <a:cubicBezTo>
                  <a:pt x="52415" y="216959"/>
                  <a:pt x="54372" y="217367"/>
                  <a:pt x="56355" y="217408"/>
                </a:cubicBezTo>
                <a:lnTo>
                  <a:pt x="120980" y="218149"/>
                </a:lnTo>
                <a:lnTo>
                  <a:pt x="121168" y="218149"/>
                </a:lnTo>
                <a:cubicBezTo>
                  <a:pt x="130091" y="218202"/>
                  <a:pt x="137367" y="211009"/>
                  <a:pt x="137420" y="202087"/>
                </a:cubicBezTo>
                <a:cubicBezTo>
                  <a:pt x="137476" y="193163"/>
                  <a:pt x="130286" y="185887"/>
                  <a:pt x="121361" y="185835"/>
                </a:cubicBezTo>
              </a:path>
            </a:pathLst>
          </a:custGeom>
          <a:solidFill xmlns:a="http://schemas.openxmlformats.org/drawingml/2006/main">
            <a:srgbClr val="4482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F8F61942-8788-498C-A1CC-ACA4DE65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5720" y="3439538"/>
            <a:ext cx="2705842" cy="262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Hybrid Skill Policy (HSP)</a:t>
            </a:r>
          </a:p>
        </p:txBody>
      </p:sp>
      <p:sp>
        <p:nvSpPr>
          <p:cNvPr id="35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0F295423-C546-4E6B-BD5E-40C340C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0701" y="2746106"/>
            <a:ext cx="928062" cy="262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SkillGen</a:t>
            </a:r>
          </a:p>
        </p:txBody>
      </p:sp>
      <p:sp>
        <p:nvSpPr>
          <p:cNvPr id="36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3940669E-3F91-412E-A6CA-5FBC1F1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6857" y="3064710"/>
            <a:ext cx="529719" cy="262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7" name="pdf-path-36">
            <a:extLst xmlns:a="http://schemas.openxmlformats.org/drawingml/2006/main">
              <a:ext uri="{FF2B5EF4-FFF2-40B4-BE49-F238E27FC236}">
                <a16:creationId xmlns:a16="http://schemas.microsoft.com/office/drawing/2014/main" id="{1F221F22-FBE0-43E0-99D4-52128699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331" y="1461813"/>
            <a:ext cx="787138" cy="787138"/>
          </a:xfrm>
          <a:custGeom xmlns:a="http://schemas.openxmlformats.org/drawingml/2006/main">
            <a:pathLst>
              <a:path w="787138" h="787138">
                <a:moveTo>
                  <a:pt x="393570" y="787138"/>
                </a:moveTo>
                <a:cubicBezTo>
                  <a:pt x="610339" y="787138"/>
                  <a:pt x="787138" y="610339"/>
                  <a:pt x="787138" y="393567"/>
                </a:cubicBezTo>
                <a:cubicBezTo>
                  <a:pt x="787138" y="176799"/>
                  <a:pt x="610339" y="0"/>
                  <a:pt x="393570" y="0"/>
                </a:cubicBezTo>
                <a:cubicBezTo>
                  <a:pt x="176800" y="0"/>
                  <a:pt x="0" y="176799"/>
                  <a:pt x="0" y="393567"/>
                </a:cubicBezTo>
                <a:cubicBezTo>
                  <a:pt x="0" y="610339"/>
                  <a:pt x="176800" y="787138"/>
                  <a:pt x="393570" y="787138"/>
                </a:cubicBezTo>
              </a:path>
            </a:pathLst>
          </a:custGeom>
          <a:solidFill xmlns:a="http://schemas.openxmlformats.org/drawingml/2006/main">
            <a:srgbClr val="FFC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37">
            <a:extLst xmlns:a="http://schemas.openxmlformats.org/drawingml/2006/main">
              <a:ext uri="{FF2B5EF4-FFF2-40B4-BE49-F238E27FC236}">
                <a16:creationId xmlns:a16="http://schemas.microsoft.com/office/drawing/2014/main" id="{9C9A9FDA-437B-45F6-9DBB-416C240B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383" y="1762608"/>
            <a:ext cx="151026" cy="262923"/>
          </a:xfrm>
          <a:custGeom xmlns:a="http://schemas.openxmlformats.org/drawingml/2006/main">
            <a:pathLst>
              <a:path w="151026" h="262923">
                <a:moveTo>
                  <a:pt x="38796" y="0"/>
                </a:moveTo>
                <a:lnTo>
                  <a:pt x="53384" y="0"/>
                </a:lnTo>
                <a:lnTo>
                  <a:pt x="97639" y="0"/>
                </a:lnTo>
                <a:lnTo>
                  <a:pt x="112229" y="0"/>
                </a:lnTo>
                <a:lnTo>
                  <a:pt x="118177" y="61892"/>
                </a:lnTo>
                <a:lnTo>
                  <a:pt x="128742" y="70370"/>
                </a:lnTo>
                <a:lnTo>
                  <a:pt x="151026" y="84554"/>
                </a:lnTo>
                <a:lnTo>
                  <a:pt x="75511" y="262923"/>
                </a:lnTo>
                <a:lnTo>
                  <a:pt x="0" y="84554"/>
                </a:lnTo>
                <a:lnTo>
                  <a:pt x="22284" y="70370"/>
                </a:lnTo>
                <a:lnTo>
                  <a:pt x="32854" y="61895"/>
                </a:lnTo>
                <a:lnTo>
                  <a:pt x="38796" y="0"/>
                </a:lnTo>
              </a:path>
            </a:pathLst>
          </a:custGeom>
          <a:solidFill xmlns:a="http://schemas.openxmlformats.org/drawingml/2006/main">
            <a:srgbClr val="F0B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38">
            <a:extLst xmlns:a="http://schemas.openxmlformats.org/drawingml/2006/main">
              <a:ext uri="{FF2B5EF4-FFF2-40B4-BE49-F238E27FC236}">
                <a16:creationId xmlns:a16="http://schemas.microsoft.com/office/drawing/2014/main" id="{7D7BE699-64D8-4C72-96D2-BD475709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555" y="1837222"/>
            <a:ext cx="636686" cy="375099"/>
          </a:xfrm>
          <a:custGeom xmlns:a="http://schemas.openxmlformats.org/drawingml/2006/main">
            <a:pathLst>
              <a:path w="636686" h="375099">
                <a:moveTo>
                  <a:pt x="258441" y="0"/>
                </a:moveTo>
                <a:lnTo>
                  <a:pt x="150785" y="34361"/>
                </a:lnTo>
                <a:cubicBezTo>
                  <a:pt x="150785" y="34361"/>
                  <a:pt x="140310" y="39812"/>
                  <a:pt x="134785" y="55636"/>
                </a:cubicBezTo>
                <a:cubicBezTo>
                  <a:pt x="102717" y="89995"/>
                  <a:pt x="0" y="202283"/>
                  <a:pt x="0" y="230791"/>
                </a:cubicBezTo>
                <a:cubicBezTo>
                  <a:pt x="0" y="264573"/>
                  <a:pt x="87674" y="345941"/>
                  <a:pt x="87674" y="345941"/>
                </a:cubicBezTo>
                <a:lnTo>
                  <a:pt x="129287" y="345941"/>
                </a:lnTo>
                <a:lnTo>
                  <a:pt x="129287" y="375099"/>
                </a:lnTo>
                <a:lnTo>
                  <a:pt x="318340" y="375099"/>
                </a:lnTo>
                <a:lnTo>
                  <a:pt x="507397" y="375099"/>
                </a:lnTo>
                <a:lnTo>
                  <a:pt x="507397" y="345941"/>
                </a:lnTo>
                <a:lnTo>
                  <a:pt x="549014" y="345941"/>
                </a:lnTo>
                <a:cubicBezTo>
                  <a:pt x="549014" y="345941"/>
                  <a:pt x="636686" y="264573"/>
                  <a:pt x="636686" y="230791"/>
                </a:cubicBezTo>
                <a:cubicBezTo>
                  <a:pt x="636686" y="202275"/>
                  <a:pt x="533953" y="89979"/>
                  <a:pt x="501896" y="55625"/>
                </a:cubicBezTo>
                <a:cubicBezTo>
                  <a:pt x="496363" y="39812"/>
                  <a:pt x="485898" y="34361"/>
                  <a:pt x="485898" y="34361"/>
                </a:cubicBezTo>
                <a:lnTo>
                  <a:pt x="378976" y="471"/>
                </a:lnTo>
                <a:lnTo>
                  <a:pt x="369904" y="27080"/>
                </a:lnTo>
                <a:lnTo>
                  <a:pt x="318340" y="24576"/>
                </a:lnTo>
                <a:lnTo>
                  <a:pt x="267527" y="27044"/>
                </a:lnTo>
                <a:lnTo>
                  <a:pt x="258441" y="0"/>
                </a:lnTo>
                <a:moveTo>
                  <a:pt x="129287" y="196847"/>
                </a:moveTo>
                <a:lnTo>
                  <a:pt x="129287" y="196847"/>
                </a:lnTo>
                <a:lnTo>
                  <a:pt x="142630" y="250071"/>
                </a:lnTo>
                <a:lnTo>
                  <a:pt x="140271" y="306299"/>
                </a:lnTo>
                <a:lnTo>
                  <a:pt x="129287" y="293730"/>
                </a:lnTo>
                <a:lnTo>
                  <a:pt x="90971" y="238998"/>
                </a:lnTo>
                <a:lnTo>
                  <a:pt x="129287" y="196847"/>
                </a:lnTo>
                <a:moveTo>
                  <a:pt x="507397" y="293733"/>
                </a:moveTo>
                <a:lnTo>
                  <a:pt x="507397" y="293733"/>
                </a:lnTo>
                <a:lnTo>
                  <a:pt x="496420" y="305623"/>
                </a:lnTo>
                <a:lnTo>
                  <a:pt x="494055" y="240306"/>
                </a:lnTo>
                <a:lnTo>
                  <a:pt x="507397" y="196841"/>
                </a:lnTo>
                <a:lnTo>
                  <a:pt x="545719" y="238999"/>
                </a:lnTo>
                <a:lnTo>
                  <a:pt x="507397" y="293733"/>
                </a:lnTo>
              </a:path>
            </a:pathLst>
          </a:custGeom>
          <a:solidFill xmlns:a="http://schemas.openxmlformats.org/drawingml/2006/main">
            <a:srgbClr val="15B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39">
            <a:extLst xmlns:a="http://schemas.openxmlformats.org/drawingml/2006/main">
              <a:ext uri="{FF2B5EF4-FFF2-40B4-BE49-F238E27FC236}">
                <a16:creationId xmlns:a16="http://schemas.microsoft.com/office/drawing/2014/main" id="{7A5E5A12-8939-419F-83DA-89F90DC4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469" y="1837557"/>
            <a:ext cx="151521" cy="187976"/>
          </a:xfrm>
          <a:custGeom xmlns:a="http://schemas.openxmlformats.org/drawingml/2006/main">
            <a:pathLst>
              <a:path w="151521" h="187976">
                <a:moveTo>
                  <a:pt x="14483" y="0"/>
                </a:moveTo>
                <a:lnTo>
                  <a:pt x="0" y="4620"/>
                </a:lnTo>
                <a:lnTo>
                  <a:pt x="75425" y="187976"/>
                </a:lnTo>
                <a:lnTo>
                  <a:pt x="151521" y="5034"/>
                </a:lnTo>
                <a:lnTo>
                  <a:pt x="136061" y="135"/>
                </a:lnTo>
                <a:lnTo>
                  <a:pt x="98195" y="23536"/>
                </a:lnTo>
                <a:lnTo>
                  <a:pt x="52798" y="23536"/>
                </a:lnTo>
                <a:lnTo>
                  <a:pt x="14483" y="0"/>
                </a:lnTo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0">
            <a:extLst xmlns:a="http://schemas.openxmlformats.org/drawingml/2006/main">
              <a:ext uri="{FF2B5EF4-FFF2-40B4-BE49-F238E27FC236}">
                <a16:creationId xmlns:a16="http://schemas.microsoft.com/office/drawing/2014/main" id="{F14F612C-A533-4262-BB4B-9F615E4A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313" y="1837222"/>
            <a:ext cx="175163" cy="211309"/>
          </a:xfrm>
          <a:custGeom xmlns:a="http://schemas.openxmlformats.org/drawingml/2006/main">
            <a:pathLst>
              <a:path w="175163" h="211309">
                <a:moveTo>
                  <a:pt x="27683" y="0"/>
                </a:moveTo>
                <a:lnTo>
                  <a:pt x="4460" y="7414"/>
                </a:lnTo>
                <a:lnTo>
                  <a:pt x="0" y="66333"/>
                </a:lnTo>
                <a:cubicBezTo>
                  <a:pt x="0" y="66333"/>
                  <a:pt x="1228" y="71176"/>
                  <a:pt x="4915" y="70742"/>
                </a:cubicBezTo>
                <a:lnTo>
                  <a:pt x="25873" y="78620"/>
                </a:lnTo>
                <a:cubicBezTo>
                  <a:pt x="25873" y="78620"/>
                  <a:pt x="27244" y="79994"/>
                  <a:pt x="26017" y="81726"/>
                </a:cubicBezTo>
                <a:lnTo>
                  <a:pt x="8080" y="94016"/>
                </a:lnTo>
                <a:lnTo>
                  <a:pt x="70049" y="210805"/>
                </a:lnTo>
                <a:cubicBezTo>
                  <a:pt x="75851" y="211140"/>
                  <a:pt x="81698" y="211309"/>
                  <a:pt x="87580" y="211309"/>
                </a:cubicBezTo>
                <a:cubicBezTo>
                  <a:pt x="93468" y="211309"/>
                  <a:pt x="99311" y="211140"/>
                  <a:pt x="105112" y="210805"/>
                </a:cubicBezTo>
                <a:lnTo>
                  <a:pt x="167081" y="94016"/>
                </a:lnTo>
                <a:lnTo>
                  <a:pt x="149146" y="81726"/>
                </a:lnTo>
                <a:cubicBezTo>
                  <a:pt x="147919" y="79994"/>
                  <a:pt x="149289" y="78620"/>
                  <a:pt x="149289" y="78620"/>
                </a:cubicBezTo>
                <a:lnTo>
                  <a:pt x="170245" y="70742"/>
                </a:lnTo>
                <a:cubicBezTo>
                  <a:pt x="173934" y="71176"/>
                  <a:pt x="175163" y="66333"/>
                  <a:pt x="175163" y="66333"/>
                </a:cubicBezTo>
                <a:lnTo>
                  <a:pt x="170714" y="7605"/>
                </a:lnTo>
                <a:lnTo>
                  <a:pt x="148211" y="471"/>
                </a:lnTo>
                <a:lnTo>
                  <a:pt x="87577" y="178288"/>
                </a:lnTo>
                <a:lnTo>
                  <a:pt x="27683" y="0"/>
                </a:lnTo>
              </a:path>
            </a:pathLst>
          </a:custGeom>
          <a:solidFill xmlns:a="http://schemas.openxmlformats.org/drawingml/2006/main">
            <a:srgbClr val="20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41">
            <a:extLst xmlns:a="http://schemas.openxmlformats.org/drawingml/2006/main">
              <a:ext uri="{FF2B5EF4-FFF2-40B4-BE49-F238E27FC236}">
                <a16:creationId xmlns:a16="http://schemas.microsoft.com/office/drawing/2014/main" id="{D714FAA4-75B1-4047-AE8D-B7A28CA9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760" y="1568515"/>
            <a:ext cx="214278" cy="255850"/>
          </a:xfrm>
          <a:custGeom xmlns:a="http://schemas.openxmlformats.org/drawingml/2006/main">
            <a:pathLst>
              <a:path w="214278" h="255850">
                <a:moveTo>
                  <a:pt x="192657" y="68237"/>
                </a:moveTo>
                <a:cubicBezTo>
                  <a:pt x="192657" y="73987"/>
                  <a:pt x="194757" y="79621"/>
                  <a:pt x="194600" y="85138"/>
                </a:cubicBezTo>
                <a:cubicBezTo>
                  <a:pt x="214278" y="81486"/>
                  <a:pt x="204777" y="139934"/>
                  <a:pt x="193644" y="147972"/>
                </a:cubicBezTo>
                <a:cubicBezTo>
                  <a:pt x="192760" y="148610"/>
                  <a:pt x="190583" y="147185"/>
                  <a:pt x="188747" y="146014"/>
                </a:cubicBezTo>
                <a:cubicBezTo>
                  <a:pt x="184885" y="167514"/>
                  <a:pt x="151925" y="224957"/>
                  <a:pt x="130969" y="249135"/>
                </a:cubicBezTo>
                <a:cubicBezTo>
                  <a:pt x="125149" y="255850"/>
                  <a:pt x="89561" y="255736"/>
                  <a:pt x="83798" y="249391"/>
                </a:cubicBezTo>
                <a:cubicBezTo>
                  <a:pt x="62333" y="225762"/>
                  <a:pt x="29416" y="167636"/>
                  <a:pt x="25534" y="146014"/>
                </a:cubicBezTo>
                <a:cubicBezTo>
                  <a:pt x="23694" y="147187"/>
                  <a:pt x="21519" y="148610"/>
                  <a:pt x="20636" y="147972"/>
                </a:cubicBezTo>
                <a:cubicBezTo>
                  <a:pt x="9503" y="139934"/>
                  <a:pt x="0" y="81486"/>
                  <a:pt x="19678" y="85138"/>
                </a:cubicBezTo>
                <a:cubicBezTo>
                  <a:pt x="19523" y="79621"/>
                  <a:pt x="21619" y="73987"/>
                  <a:pt x="21619" y="68237"/>
                </a:cubicBezTo>
                <a:cubicBezTo>
                  <a:pt x="22709" y="22851"/>
                  <a:pt x="63832" y="191"/>
                  <a:pt x="107140" y="0"/>
                </a:cubicBezTo>
                <a:cubicBezTo>
                  <a:pt x="150442" y="191"/>
                  <a:pt x="191570" y="22851"/>
                  <a:pt x="192657" y="68237"/>
                </a:cubicBezTo>
              </a:path>
            </a:pathLst>
          </a:custGeom>
          <a:solidFill xmlns:a="http://schemas.openxmlformats.org/drawingml/2006/main">
            <a:srgbClr val="FED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42">
            <a:extLst xmlns:a="http://schemas.openxmlformats.org/drawingml/2006/main">
              <a:ext uri="{FF2B5EF4-FFF2-40B4-BE49-F238E27FC236}">
                <a16:creationId xmlns:a16="http://schemas.microsoft.com/office/drawing/2014/main" id="{EE0493C0-CCD2-4AA6-B5CB-5C711B3C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800" y="1499515"/>
            <a:ext cx="222253" cy="184728"/>
          </a:xfrm>
          <a:custGeom xmlns:a="http://schemas.openxmlformats.org/drawingml/2006/main">
            <a:pathLst>
              <a:path w="222253" h="184728">
                <a:moveTo>
                  <a:pt x="188249" y="79055"/>
                </a:moveTo>
                <a:cubicBezTo>
                  <a:pt x="194452" y="78335"/>
                  <a:pt x="216870" y="85200"/>
                  <a:pt x="219559" y="108918"/>
                </a:cubicBezTo>
                <a:cubicBezTo>
                  <a:pt x="222253" y="132637"/>
                  <a:pt x="220963" y="154487"/>
                  <a:pt x="220963" y="154487"/>
                </a:cubicBezTo>
                <a:cubicBezTo>
                  <a:pt x="220963" y="154487"/>
                  <a:pt x="207832" y="157804"/>
                  <a:pt x="206178" y="171265"/>
                </a:cubicBezTo>
                <a:cubicBezTo>
                  <a:pt x="204527" y="184728"/>
                  <a:pt x="205704" y="184728"/>
                  <a:pt x="205704" y="184728"/>
                </a:cubicBezTo>
                <a:lnTo>
                  <a:pt x="200949" y="183660"/>
                </a:lnTo>
                <a:lnTo>
                  <a:pt x="197561" y="160580"/>
                </a:lnTo>
                <a:cubicBezTo>
                  <a:pt x="177913" y="148271"/>
                  <a:pt x="197708" y="130033"/>
                  <a:pt x="178056" y="125762"/>
                </a:cubicBezTo>
                <a:cubicBezTo>
                  <a:pt x="124982" y="163590"/>
                  <a:pt x="78156" y="157119"/>
                  <a:pt x="57038" y="139322"/>
                </a:cubicBezTo>
                <a:cubicBezTo>
                  <a:pt x="57038" y="139322"/>
                  <a:pt x="61968" y="157934"/>
                  <a:pt x="58167" y="164568"/>
                </a:cubicBezTo>
                <a:cubicBezTo>
                  <a:pt x="54366" y="171206"/>
                  <a:pt x="56635" y="181664"/>
                  <a:pt x="56635" y="181664"/>
                </a:cubicBezTo>
                <a:lnTo>
                  <a:pt x="51699" y="181424"/>
                </a:lnTo>
                <a:cubicBezTo>
                  <a:pt x="51699" y="181424"/>
                  <a:pt x="52592" y="154015"/>
                  <a:pt x="41634" y="154135"/>
                </a:cubicBezTo>
                <a:cubicBezTo>
                  <a:pt x="0" y="85394"/>
                  <a:pt x="131812" y="0"/>
                  <a:pt x="188249" y="79055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3">
            <a:extLst xmlns:a="http://schemas.openxmlformats.org/drawingml/2006/main">
              <a:ext uri="{FF2B5EF4-FFF2-40B4-BE49-F238E27FC236}">
                <a16:creationId xmlns:a16="http://schemas.microsoft.com/office/drawing/2014/main" id="{54C06B87-B77A-4595-A517-BD4D6B1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751" y="1815662"/>
            <a:ext cx="61146" cy="78410"/>
          </a:xfrm>
          <a:custGeom xmlns:a="http://schemas.openxmlformats.org/drawingml/2006/main">
            <a:pathLst>
              <a:path w="61146" h="78410">
                <a:moveTo>
                  <a:pt x="17972" y="0"/>
                </a:moveTo>
                <a:cubicBezTo>
                  <a:pt x="19514" y="110"/>
                  <a:pt x="0" y="21953"/>
                  <a:pt x="0" y="21953"/>
                </a:cubicBezTo>
                <a:lnTo>
                  <a:pt x="16610" y="78410"/>
                </a:lnTo>
                <a:lnTo>
                  <a:pt x="61146" y="45427"/>
                </a:lnTo>
                <a:cubicBezTo>
                  <a:pt x="36648" y="33498"/>
                  <a:pt x="22029" y="18046"/>
                  <a:pt x="17972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44">
            <a:extLst xmlns:a="http://schemas.openxmlformats.org/drawingml/2006/main">
              <a:ext uri="{FF2B5EF4-FFF2-40B4-BE49-F238E27FC236}">
                <a16:creationId xmlns:a16="http://schemas.microsoft.com/office/drawing/2014/main" id="{9FBEE1E3-1DC2-4A07-A309-9953D116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897" y="1815662"/>
            <a:ext cx="61146" cy="78410"/>
          </a:xfrm>
          <a:custGeom xmlns:a="http://schemas.openxmlformats.org/drawingml/2006/main">
            <a:pathLst>
              <a:path w="61146" h="78410">
                <a:moveTo>
                  <a:pt x="43177" y="0"/>
                </a:moveTo>
                <a:cubicBezTo>
                  <a:pt x="41638" y="110"/>
                  <a:pt x="61146" y="21953"/>
                  <a:pt x="61146" y="21953"/>
                </a:cubicBezTo>
                <a:lnTo>
                  <a:pt x="44533" y="78410"/>
                </a:lnTo>
                <a:lnTo>
                  <a:pt x="0" y="45427"/>
                </a:lnTo>
                <a:cubicBezTo>
                  <a:pt x="24498" y="33498"/>
                  <a:pt x="39119" y="18046"/>
                  <a:pt x="431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5">
            <a:extLst xmlns:a="http://schemas.openxmlformats.org/drawingml/2006/main">
              <a:ext uri="{FF2B5EF4-FFF2-40B4-BE49-F238E27FC236}">
                <a16:creationId xmlns:a16="http://schemas.microsoft.com/office/drawing/2014/main" id="{63D682DB-12FB-4DFE-A6D0-91360B2B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43" y="2150329"/>
            <a:ext cx="90918" cy="56434"/>
          </a:xfrm>
          <a:custGeom xmlns:a="http://schemas.openxmlformats.org/drawingml/2006/main">
            <a:pathLst>
              <a:path w="90918" h="56434">
                <a:moveTo>
                  <a:pt x="45459" y="0"/>
                </a:moveTo>
                <a:cubicBezTo>
                  <a:pt x="70567" y="0"/>
                  <a:pt x="90918" y="12634"/>
                  <a:pt x="90918" y="28217"/>
                </a:cubicBezTo>
                <a:cubicBezTo>
                  <a:pt x="90918" y="43798"/>
                  <a:pt x="70567" y="56434"/>
                  <a:pt x="45459" y="56434"/>
                </a:cubicBezTo>
                <a:cubicBezTo>
                  <a:pt x="20351" y="56434"/>
                  <a:pt x="0" y="43797"/>
                  <a:pt x="0" y="28217"/>
                </a:cubicBezTo>
                <a:cubicBezTo>
                  <a:pt x="0" y="12634"/>
                  <a:pt x="20351" y="0"/>
                  <a:pt x="45459" y="0"/>
                </a:cubicBezTo>
                <a:moveTo>
                  <a:pt x="45459" y="7453"/>
                </a:moveTo>
                <a:lnTo>
                  <a:pt x="45459" y="7453"/>
                </a:lnTo>
                <a:cubicBezTo>
                  <a:pt x="25919" y="7453"/>
                  <a:pt x="10084" y="16758"/>
                  <a:pt x="10084" y="28217"/>
                </a:cubicBezTo>
                <a:cubicBezTo>
                  <a:pt x="10084" y="39682"/>
                  <a:pt x="25919" y="48987"/>
                  <a:pt x="45459" y="48987"/>
                </a:cubicBezTo>
                <a:cubicBezTo>
                  <a:pt x="64999" y="48987"/>
                  <a:pt x="80837" y="39682"/>
                  <a:pt x="80837" y="28217"/>
                </a:cubicBezTo>
                <a:cubicBezTo>
                  <a:pt x="80836" y="16758"/>
                  <a:pt x="64999" y="7453"/>
                  <a:pt x="45459" y="7453"/>
                </a:cubicBez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46">
            <a:extLst xmlns:a="http://schemas.openxmlformats.org/drawingml/2006/main">
              <a:ext uri="{FF2B5EF4-FFF2-40B4-BE49-F238E27FC236}">
                <a16:creationId xmlns:a16="http://schemas.microsoft.com/office/drawing/2014/main" id="{22C4AFFC-0A90-4E9D-A73F-F456984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625" y="2157782"/>
            <a:ext cx="70755" cy="41531"/>
          </a:xfrm>
          <a:custGeom xmlns:a="http://schemas.openxmlformats.org/drawingml/2006/main">
            <a:pathLst>
              <a:path w="70755" h="41531">
                <a:moveTo>
                  <a:pt x="35377" y="41531"/>
                </a:moveTo>
                <a:cubicBezTo>
                  <a:pt x="54861" y="41531"/>
                  <a:pt x="70755" y="32203"/>
                  <a:pt x="70755" y="20767"/>
                </a:cubicBezTo>
                <a:cubicBezTo>
                  <a:pt x="70755" y="9329"/>
                  <a:pt x="54861" y="0"/>
                  <a:pt x="35377" y="0"/>
                </a:cubicBezTo>
                <a:cubicBezTo>
                  <a:pt x="15892" y="0"/>
                  <a:pt x="2" y="9329"/>
                  <a:pt x="2" y="20767"/>
                </a:cubicBezTo>
                <a:cubicBezTo>
                  <a:pt x="0" y="32202"/>
                  <a:pt x="15892" y="41531"/>
                  <a:pt x="35377" y="41531"/>
                </a:cubicBezTo>
              </a:path>
            </a:pathLst>
          </a:custGeom>
          <a:solidFill xmlns:a="http://schemas.openxmlformats.org/drawingml/2006/main">
            <a:srgbClr val="377B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47">
            <a:extLst xmlns:a="http://schemas.openxmlformats.org/drawingml/2006/main">
              <a:ext uri="{FF2B5EF4-FFF2-40B4-BE49-F238E27FC236}">
                <a16:creationId xmlns:a16="http://schemas.microsoft.com/office/drawing/2014/main" id="{6EF9B317-AC87-4BED-AFD6-3A521A90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307" y="2156696"/>
            <a:ext cx="98449" cy="61580"/>
          </a:xfrm>
          <a:custGeom xmlns:a="http://schemas.openxmlformats.org/drawingml/2006/main">
            <a:pathLst>
              <a:path w="98449" h="61580">
                <a:moveTo>
                  <a:pt x="19299" y="33712"/>
                </a:moveTo>
                <a:lnTo>
                  <a:pt x="19299" y="56451"/>
                </a:lnTo>
                <a:cubicBezTo>
                  <a:pt x="19299" y="59271"/>
                  <a:pt x="16995" y="61578"/>
                  <a:pt x="14170" y="61578"/>
                </a:cubicBezTo>
                <a:lnTo>
                  <a:pt x="5128" y="61578"/>
                </a:lnTo>
                <a:cubicBezTo>
                  <a:pt x="2307" y="61578"/>
                  <a:pt x="0" y="59271"/>
                  <a:pt x="0" y="56451"/>
                </a:cubicBezTo>
                <a:lnTo>
                  <a:pt x="0" y="21262"/>
                </a:lnTo>
                <a:cubicBezTo>
                  <a:pt x="0" y="20724"/>
                  <a:pt x="84" y="20206"/>
                  <a:pt x="240" y="19717"/>
                </a:cubicBezTo>
                <a:lnTo>
                  <a:pt x="240" y="11970"/>
                </a:lnTo>
                <a:cubicBezTo>
                  <a:pt x="240" y="5386"/>
                  <a:pt x="5627" y="0"/>
                  <a:pt x="12213" y="0"/>
                </a:cubicBezTo>
                <a:lnTo>
                  <a:pt x="86237" y="0"/>
                </a:lnTo>
                <a:cubicBezTo>
                  <a:pt x="92822" y="0"/>
                  <a:pt x="98204" y="5384"/>
                  <a:pt x="98204" y="11970"/>
                </a:cubicBezTo>
                <a:lnTo>
                  <a:pt x="98204" y="19706"/>
                </a:lnTo>
                <a:cubicBezTo>
                  <a:pt x="98366" y="20196"/>
                  <a:pt x="98449" y="20719"/>
                  <a:pt x="98449" y="21264"/>
                </a:cubicBezTo>
                <a:lnTo>
                  <a:pt x="98449" y="56452"/>
                </a:lnTo>
                <a:cubicBezTo>
                  <a:pt x="98449" y="59272"/>
                  <a:pt x="96144" y="61580"/>
                  <a:pt x="93320" y="61580"/>
                </a:cubicBezTo>
                <a:lnTo>
                  <a:pt x="84280" y="61580"/>
                </a:lnTo>
                <a:cubicBezTo>
                  <a:pt x="81458" y="61580"/>
                  <a:pt x="79152" y="59272"/>
                  <a:pt x="79152" y="56452"/>
                </a:cubicBezTo>
                <a:lnTo>
                  <a:pt x="79152" y="33713"/>
                </a:lnTo>
                <a:lnTo>
                  <a:pt x="72064" y="33713"/>
                </a:lnTo>
                <a:lnTo>
                  <a:pt x="72064" y="56452"/>
                </a:lnTo>
                <a:cubicBezTo>
                  <a:pt x="72064" y="59272"/>
                  <a:pt x="69761" y="61580"/>
                  <a:pt x="66936" y="61580"/>
                </a:cubicBezTo>
                <a:lnTo>
                  <a:pt x="57894" y="61580"/>
                </a:lnTo>
                <a:cubicBezTo>
                  <a:pt x="55072" y="61580"/>
                  <a:pt x="52766" y="59272"/>
                  <a:pt x="52766" y="56452"/>
                </a:cubicBezTo>
                <a:lnTo>
                  <a:pt x="52766" y="33713"/>
                </a:lnTo>
                <a:lnTo>
                  <a:pt x="45682" y="33713"/>
                </a:lnTo>
                <a:lnTo>
                  <a:pt x="45682" y="56452"/>
                </a:lnTo>
                <a:cubicBezTo>
                  <a:pt x="45682" y="59272"/>
                  <a:pt x="43374" y="61580"/>
                  <a:pt x="40553" y="61580"/>
                </a:cubicBezTo>
                <a:lnTo>
                  <a:pt x="31511" y="61580"/>
                </a:lnTo>
                <a:cubicBezTo>
                  <a:pt x="28686" y="61580"/>
                  <a:pt x="26383" y="59272"/>
                  <a:pt x="26383" y="56452"/>
                </a:cubicBezTo>
                <a:lnTo>
                  <a:pt x="26383" y="33713"/>
                </a:lnTo>
                <a:lnTo>
                  <a:pt x="19299" y="33712"/>
                </a:lnTo>
              </a:path>
            </a:pathLst>
          </a:custGeom>
          <a:solidFill xmlns:a="http://schemas.openxmlformats.org/drawingml/2006/main">
            <a:srgbClr val="FB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48">
            <a:extLst xmlns:a="http://schemas.openxmlformats.org/drawingml/2006/main">
              <a:ext uri="{FF2B5EF4-FFF2-40B4-BE49-F238E27FC236}">
                <a16:creationId xmlns:a16="http://schemas.microsoft.com/office/drawing/2014/main" id="{70C424BF-2F3C-4FBD-9CA6-A07CDD0D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46" y="2150329"/>
            <a:ext cx="90919" cy="56434"/>
          </a:xfrm>
          <a:custGeom xmlns:a="http://schemas.openxmlformats.org/drawingml/2006/main">
            <a:pathLst>
              <a:path w="90919" h="56434">
                <a:moveTo>
                  <a:pt x="45457" y="0"/>
                </a:moveTo>
                <a:cubicBezTo>
                  <a:pt x="20353" y="0"/>
                  <a:pt x="0" y="12634"/>
                  <a:pt x="0" y="28217"/>
                </a:cubicBezTo>
                <a:cubicBezTo>
                  <a:pt x="0" y="43798"/>
                  <a:pt x="20352" y="56434"/>
                  <a:pt x="45457" y="56434"/>
                </a:cubicBezTo>
                <a:cubicBezTo>
                  <a:pt x="70565" y="56434"/>
                  <a:pt x="90919" y="43797"/>
                  <a:pt x="90919" y="28217"/>
                </a:cubicBezTo>
                <a:cubicBezTo>
                  <a:pt x="90919" y="12634"/>
                  <a:pt x="70564" y="0"/>
                  <a:pt x="45457" y="0"/>
                </a:cubicBezTo>
                <a:moveTo>
                  <a:pt x="45457" y="7453"/>
                </a:moveTo>
                <a:lnTo>
                  <a:pt x="45457" y="7453"/>
                </a:lnTo>
                <a:cubicBezTo>
                  <a:pt x="64997" y="7453"/>
                  <a:pt x="80835" y="16758"/>
                  <a:pt x="80835" y="28217"/>
                </a:cubicBezTo>
                <a:cubicBezTo>
                  <a:pt x="80835" y="39682"/>
                  <a:pt x="64999" y="48987"/>
                  <a:pt x="45457" y="48987"/>
                </a:cubicBezTo>
                <a:cubicBezTo>
                  <a:pt x="25917" y="48987"/>
                  <a:pt x="10084" y="39682"/>
                  <a:pt x="10084" y="28217"/>
                </a:cubicBezTo>
                <a:cubicBezTo>
                  <a:pt x="10082" y="16758"/>
                  <a:pt x="25915" y="7453"/>
                  <a:pt x="45457" y="7453"/>
                </a:cubicBez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49">
            <a:extLst xmlns:a="http://schemas.openxmlformats.org/drawingml/2006/main">
              <a:ext uri="{FF2B5EF4-FFF2-40B4-BE49-F238E27FC236}">
                <a16:creationId xmlns:a16="http://schemas.microsoft.com/office/drawing/2014/main" id="{328244BC-B294-4B86-9B75-3E954BF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429" y="2157782"/>
            <a:ext cx="70755" cy="41531"/>
          </a:xfrm>
          <a:custGeom xmlns:a="http://schemas.openxmlformats.org/drawingml/2006/main">
            <a:pathLst>
              <a:path w="70755" h="41531">
                <a:moveTo>
                  <a:pt x="35377" y="41531"/>
                </a:moveTo>
                <a:cubicBezTo>
                  <a:pt x="54859" y="41531"/>
                  <a:pt x="70755" y="32203"/>
                  <a:pt x="70755" y="20767"/>
                </a:cubicBezTo>
                <a:cubicBezTo>
                  <a:pt x="70755" y="9329"/>
                  <a:pt x="54859" y="0"/>
                  <a:pt x="35377" y="0"/>
                </a:cubicBezTo>
                <a:cubicBezTo>
                  <a:pt x="15891" y="0"/>
                  <a:pt x="1" y="9329"/>
                  <a:pt x="1" y="20767"/>
                </a:cubicBezTo>
                <a:cubicBezTo>
                  <a:pt x="0" y="32202"/>
                  <a:pt x="15891" y="41531"/>
                  <a:pt x="35377" y="41531"/>
                </a:cubicBez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50">
            <a:extLst xmlns:a="http://schemas.openxmlformats.org/drawingml/2006/main">
              <a:ext uri="{FF2B5EF4-FFF2-40B4-BE49-F238E27FC236}">
                <a16:creationId xmlns:a16="http://schemas.microsoft.com/office/drawing/2014/main" id="{4A385C58-0E72-43CC-A7B8-4C2000EF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048" y="2156696"/>
            <a:ext cx="98449" cy="61580"/>
          </a:xfrm>
          <a:custGeom xmlns:a="http://schemas.openxmlformats.org/drawingml/2006/main">
            <a:pathLst>
              <a:path w="98449" h="61580">
                <a:moveTo>
                  <a:pt x="79152" y="33712"/>
                </a:moveTo>
                <a:lnTo>
                  <a:pt x="79152" y="56451"/>
                </a:lnTo>
                <a:cubicBezTo>
                  <a:pt x="79152" y="59271"/>
                  <a:pt x="81455" y="61578"/>
                  <a:pt x="84281" y="61578"/>
                </a:cubicBezTo>
                <a:lnTo>
                  <a:pt x="93322" y="61578"/>
                </a:lnTo>
                <a:cubicBezTo>
                  <a:pt x="96146" y="61578"/>
                  <a:pt x="98449" y="59271"/>
                  <a:pt x="98449" y="56451"/>
                </a:cubicBezTo>
                <a:lnTo>
                  <a:pt x="98449" y="21262"/>
                </a:lnTo>
                <a:cubicBezTo>
                  <a:pt x="98449" y="20724"/>
                  <a:pt x="98365" y="20206"/>
                  <a:pt x="98209" y="19717"/>
                </a:cubicBezTo>
                <a:lnTo>
                  <a:pt x="98209" y="11970"/>
                </a:lnTo>
                <a:cubicBezTo>
                  <a:pt x="98209" y="5386"/>
                  <a:pt x="92825" y="0"/>
                  <a:pt x="86239" y="0"/>
                </a:cubicBezTo>
                <a:lnTo>
                  <a:pt x="12213" y="0"/>
                </a:lnTo>
                <a:cubicBezTo>
                  <a:pt x="5628" y="0"/>
                  <a:pt x="243" y="5384"/>
                  <a:pt x="243" y="11970"/>
                </a:cubicBezTo>
                <a:lnTo>
                  <a:pt x="243" y="19706"/>
                </a:lnTo>
                <a:cubicBezTo>
                  <a:pt x="81" y="20196"/>
                  <a:pt x="0" y="20719"/>
                  <a:pt x="0" y="21264"/>
                </a:cubicBezTo>
                <a:lnTo>
                  <a:pt x="0" y="56452"/>
                </a:lnTo>
                <a:cubicBezTo>
                  <a:pt x="0" y="59272"/>
                  <a:pt x="2303" y="61580"/>
                  <a:pt x="5127" y="61580"/>
                </a:cubicBezTo>
                <a:lnTo>
                  <a:pt x="14170" y="61580"/>
                </a:lnTo>
                <a:cubicBezTo>
                  <a:pt x="16989" y="61580"/>
                  <a:pt x="19297" y="59272"/>
                  <a:pt x="19297" y="56452"/>
                </a:cubicBezTo>
                <a:lnTo>
                  <a:pt x="19297" y="33713"/>
                </a:lnTo>
                <a:lnTo>
                  <a:pt x="26383" y="33713"/>
                </a:lnTo>
                <a:lnTo>
                  <a:pt x="26383" y="56452"/>
                </a:lnTo>
                <a:cubicBezTo>
                  <a:pt x="26383" y="59272"/>
                  <a:pt x="28690" y="61580"/>
                  <a:pt x="31512" y="61580"/>
                </a:cubicBezTo>
                <a:lnTo>
                  <a:pt x="40553" y="61580"/>
                </a:lnTo>
                <a:cubicBezTo>
                  <a:pt x="43379" y="61580"/>
                  <a:pt x="45682" y="59272"/>
                  <a:pt x="45682" y="56452"/>
                </a:cubicBezTo>
                <a:lnTo>
                  <a:pt x="45682" y="33713"/>
                </a:lnTo>
                <a:lnTo>
                  <a:pt x="52769" y="33713"/>
                </a:lnTo>
                <a:lnTo>
                  <a:pt x="52769" y="56452"/>
                </a:lnTo>
                <a:cubicBezTo>
                  <a:pt x="52769" y="59272"/>
                  <a:pt x="55074" y="61580"/>
                  <a:pt x="57898" y="61580"/>
                </a:cubicBezTo>
                <a:lnTo>
                  <a:pt x="66939" y="61580"/>
                </a:lnTo>
                <a:cubicBezTo>
                  <a:pt x="69760" y="61580"/>
                  <a:pt x="72063" y="59272"/>
                  <a:pt x="72063" y="56452"/>
                </a:cubicBezTo>
                <a:lnTo>
                  <a:pt x="72063" y="33713"/>
                </a:lnTo>
                <a:lnTo>
                  <a:pt x="79152" y="33712"/>
                </a:lnTo>
              </a:path>
            </a:pathLst>
          </a:custGeom>
          <a:solidFill xmlns:a="http://schemas.openxmlformats.org/drawingml/2006/main">
            <a:srgbClr val="FB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51">
            <a:extLst xmlns:a="http://schemas.openxmlformats.org/drawingml/2006/main">
              <a:ext uri="{FF2B5EF4-FFF2-40B4-BE49-F238E27FC236}">
                <a16:creationId xmlns:a16="http://schemas.microsoft.com/office/drawing/2014/main" id="{D2824073-C8DD-493B-9C16-A7E9A16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567" y="1931021"/>
            <a:ext cx="452665" cy="271247"/>
          </a:xfrm>
          <a:custGeom xmlns:a="http://schemas.openxmlformats.org/drawingml/2006/main">
            <a:pathLst>
              <a:path w="452665" h="271247">
                <a:moveTo>
                  <a:pt x="23549" y="0"/>
                </a:moveTo>
                <a:lnTo>
                  <a:pt x="429117" y="0"/>
                </a:lnTo>
                <a:cubicBezTo>
                  <a:pt x="442069" y="0"/>
                  <a:pt x="452665" y="10596"/>
                  <a:pt x="452665" y="23545"/>
                </a:cubicBezTo>
                <a:lnTo>
                  <a:pt x="452665" y="247697"/>
                </a:lnTo>
                <a:cubicBezTo>
                  <a:pt x="452665" y="260646"/>
                  <a:pt x="442069" y="271247"/>
                  <a:pt x="429117" y="271247"/>
                </a:cubicBezTo>
                <a:lnTo>
                  <a:pt x="23549" y="271247"/>
                </a:lnTo>
                <a:cubicBezTo>
                  <a:pt x="10597" y="271247"/>
                  <a:pt x="0" y="260646"/>
                  <a:pt x="0" y="247697"/>
                </a:cubicBezTo>
                <a:lnTo>
                  <a:pt x="0" y="23545"/>
                </a:lnTo>
                <a:cubicBezTo>
                  <a:pt x="0" y="10596"/>
                  <a:pt x="10597" y="0"/>
                  <a:pt x="2354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52">
            <a:extLst xmlns:a="http://schemas.openxmlformats.org/drawingml/2006/main">
              <a:ext uri="{FF2B5EF4-FFF2-40B4-BE49-F238E27FC236}">
                <a16:creationId xmlns:a16="http://schemas.microsoft.com/office/drawing/2014/main" id="{11A6D461-B915-48C8-85D3-A80882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564" y="2213818"/>
            <a:ext cx="452669" cy="35116"/>
          </a:xfrm>
          <a:custGeom xmlns:a="http://schemas.openxmlformats.org/drawingml/2006/main">
            <a:pathLst>
              <a:path w="452669" h="35116">
                <a:moveTo>
                  <a:pt x="8938" y="0"/>
                </a:moveTo>
                <a:lnTo>
                  <a:pt x="443734" y="0"/>
                </a:lnTo>
                <a:cubicBezTo>
                  <a:pt x="448648" y="0"/>
                  <a:pt x="452669" y="4021"/>
                  <a:pt x="452669" y="8942"/>
                </a:cubicBezTo>
                <a:lnTo>
                  <a:pt x="452669" y="26177"/>
                </a:lnTo>
                <a:cubicBezTo>
                  <a:pt x="452669" y="31100"/>
                  <a:pt x="448647" y="35116"/>
                  <a:pt x="443734" y="35116"/>
                </a:cubicBezTo>
                <a:lnTo>
                  <a:pt x="8938" y="35116"/>
                </a:lnTo>
                <a:cubicBezTo>
                  <a:pt x="4022" y="35116"/>
                  <a:pt x="0" y="31100"/>
                  <a:pt x="0" y="26177"/>
                </a:cubicBezTo>
                <a:lnTo>
                  <a:pt x="0" y="8942"/>
                </a:lnTo>
                <a:cubicBezTo>
                  <a:pt x="0" y="4021"/>
                  <a:pt x="4022" y="0"/>
                  <a:pt x="8938" y="0"/>
                </a:cubicBezTo>
              </a:path>
            </a:pathLst>
          </a:custGeom>
          <a:solidFill xmlns:a="http://schemas.openxmlformats.org/drawingml/2006/main">
            <a:srgbClr val="C8CA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53">
            <a:extLst xmlns:a="http://schemas.openxmlformats.org/drawingml/2006/main">
              <a:ext uri="{FF2B5EF4-FFF2-40B4-BE49-F238E27FC236}">
                <a16:creationId xmlns:a16="http://schemas.microsoft.com/office/drawing/2014/main" id="{0AE0DFA6-26C3-4F98-B271-3ED90BCA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054" y="2196874"/>
            <a:ext cx="319699" cy="26203"/>
          </a:xfrm>
          <a:custGeom xmlns:a="http://schemas.openxmlformats.org/drawingml/2006/main">
            <a:pathLst>
              <a:path w="319699" h="26203">
                <a:moveTo>
                  <a:pt x="0" y="0"/>
                </a:moveTo>
                <a:lnTo>
                  <a:pt x="38431" y="0"/>
                </a:lnTo>
                <a:lnTo>
                  <a:pt x="38431" y="26203"/>
                </a:lnTo>
                <a:lnTo>
                  <a:pt x="0" y="26203"/>
                </a:lnTo>
                <a:lnTo>
                  <a:pt x="0" y="0"/>
                </a:lnTo>
                <a:moveTo>
                  <a:pt x="281267" y="0"/>
                </a:moveTo>
                <a:lnTo>
                  <a:pt x="281267" y="0"/>
                </a:lnTo>
                <a:lnTo>
                  <a:pt x="319699" y="0"/>
                </a:lnTo>
                <a:lnTo>
                  <a:pt x="319699" y="26203"/>
                </a:lnTo>
                <a:lnTo>
                  <a:pt x="281267" y="26203"/>
                </a:lnTo>
                <a:lnTo>
                  <a:pt x="281267" y="0"/>
                </a:ln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54">
            <a:extLst xmlns:a="http://schemas.openxmlformats.org/drawingml/2006/main">
              <a:ext uri="{FF2B5EF4-FFF2-40B4-BE49-F238E27FC236}">
                <a16:creationId xmlns:a16="http://schemas.microsoft.com/office/drawing/2014/main" id="{9567FA13-EB71-4E28-9513-24D79B84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188" y="2032705"/>
            <a:ext cx="89423" cy="23454"/>
          </a:xfrm>
          <a:custGeom xmlns:a="http://schemas.openxmlformats.org/drawingml/2006/main">
            <a:pathLst>
              <a:path w="89423" h="23454">
                <a:moveTo>
                  <a:pt x="2074" y="0"/>
                </a:moveTo>
                <a:lnTo>
                  <a:pt x="87346" y="0"/>
                </a:lnTo>
                <a:cubicBezTo>
                  <a:pt x="88491" y="0"/>
                  <a:pt x="89423" y="932"/>
                  <a:pt x="89423" y="2077"/>
                </a:cubicBezTo>
                <a:lnTo>
                  <a:pt x="89423" y="21380"/>
                </a:lnTo>
                <a:cubicBezTo>
                  <a:pt x="89423" y="22524"/>
                  <a:pt x="88491" y="23454"/>
                  <a:pt x="87346" y="23454"/>
                </a:cubicBezTo>
                <a:lnTo>
                  <a:pt x="2074" y="23454"/>
                </a:lnTo>
                <a:cubicBezTo>
                  <a:pt x="930" y="23454"/>
                  <a:pt x="0" y="22524"/>
                  <a:pt x="0" y="21380"/>
                </a:cubicBezTo>
                <a:lnTo>
                  <a:pt x="0" y="2077"/>
                </a:lnTo>
                <a:cubicBezTo>
                  <a:pt x="1" y="932"/>
                  <a:pt x="930" y="0"/>
                  <a:pt x="2074" y="0"/>
                </a:cubicBezTo>
              </a:path>
            </a:pathLst>
          </a:custGeom>
          <a:solidFill xmlns:a="http://schemas.openxmlformats.org/drawingml/2006/main">
            <a:srgbClr val="E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55">
            <a:extLst xmlns:a="http://schemas.openxmlformats.org/drawingml/2006/main">
              <a:ext uri="{FF2B5EF4-FFF2-40B4-BE49-F238E27FC236}">
                <a16:creationId xmlns:a16="http://schemas.microsoft.com/office/drawing/2014/main" id="{E0364C8B-D9F3-4FD3-B5E5-AD68993C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466" y="1611744"/>
            <a:ext cx="320542" cy="562242"/>
          </a:xfrm>
          <a:custGeom xmlns:a="http://schemas.openxmlformats.org/drawingml/2006/main">
            <a:pathLst>
              <a:path w="320542" h="562242">
                <a:moveTo>
                  <a:pt x="286434" y="562242"/>
                </a:moveTo>
                <a:lnTo>
                  <a:pt x="34107" y="562242"/>
                </a:lnTo>
                <a:cubicBezTo>
                  <a:pt x="15276" y="562242"/>
                  <a:pt x="0" y="547459"/>
                  <a:pt x="0" y="529235"/>
                </a:cubicBezTo>
                <a:lnTo>
                  <a:pt x="0" y="33007"/>
                </a:lnTo>
                <a:cubicBezTo>
                  <a:pt x="0" y="14783"/>
                  <a:pt x="15276" y="0"/>
                  <a:pt x="34107" y="0"/>
                </a:cubicBezTo>
                <a:lnTo>
                  <a:pt x="286424" y="0"/>
                </a:lnTo>
                <a:cubicBezTo>
                  <a:pt x="305266" y="0"/>
                  <a:pt x="320542" y="14783"/>
                  <a:pt x="320542" y="33007"/>
                </a:cubicBezTo>
                <a:lnTo>
                  <a:pt x="320542" y="529225"/>
                </a:lnTo>
                <a:cubicBezTo>
                  <a:pt x="320542" y="547459"/>
                  <a:pt x="305266" y="562242"/>
                  <a:pt x="286434" y="562242"/>
                </a:cubicBezTo>
              </a:path>
            </a:pathLst>
          </a:custGeom>
          <a:solidFill xmlns:a="http://schemas.openxmlformats.org/drawingml/2006/main">
            <a:srgbClr val="42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56">
            <a:extLst xmlns:a="http://schemas.openxmlformats.org/drawingml/2006/main">
              <a:ext uri="{FF2B5EF4-FFF2-40B4-BE49-F238E27FC236}">
                <a16:creationId xmlns:a16="http://schemas.microsoft.com/office/drawing/2014/main" id="{8FD91DE3-EE22-4F57-8905-21ED898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466" y="1669907"/>
            <a:ext cx="320542" cy="387753"/>
          </a:xfrm>
          <a:custGeom xmlns:a="http://schemas.openxmlformats.org/drawingml/2006/main">
            <a:pathLst>
              <a:path w="320542" h="387753">
                <a:moveTo>
                  <a:pt x="0" y="387753"/>
                </a:moveTo>
                <a:lnTo>
                  <a:pt x="320542" y="387753"/>
                </a:lnTo>
                <a:lnTo>
                  <a:pt x="3205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57">
            <a:extLst xmlns:a="http://schemas.openxmlformats.org/drawingml/2006/main">
              <a:ext uri="{FF2B5EF4-FFF2-40B4-BE49-F238E27FC236}">
                <a16:creationId xmlns:a16="http://schemas.microsoft.com/office/drawing/2014/main" id="{21341F59-F07C-4AD2-B3C3-C93515C6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686" y="2086742"/>
            <a:ext cx="60102" cy="58162"/>
          </a:xfrm>
          <a:custGeom xmlns:a="http://schemas.openxmlformats.org/drawingml/2006/main">
            <a:pathLst>
              <a:path w="60102" h="58162">
                <a:moveTo>
                  <a:pt x="60102" y="29081"/>
                </a:moveTo>
                <a:cubicBezTo>
                  <a:pt x="60102" y="45142"/>
                  <a:pt x="46648" y="58162"/>
                  <a:pt x="30051" y="58162"/>
                </a:cubicBezTo>
                <a:cubicBezTo>
                  <a:pt x="13454" y="58162"/>
                  <a:pt x="0" y="45142"/>
                  <a:pt x="0" y="29081"/>
                </a:cubicBezTo>
                <a:cubicBezTo>
                  <a:pt x="0" y="13020"/>
                  <a:pt x="13454" y="0"/>
                  <a:pt x="30051" y="0"/>
                </a:cubicBezTo>
                <a:cubicBezTo>
                  <a:pt x="46648" y="0"/>
                  <a:pt x="60102" y="13020"/>
                  <a:pt x="60102" y="29081"/>
                </a:cubicBezTo>
              </a:path>
            </a:pathLst>
          </a:custGeom>
          <a:solidFill xmlns:a="http://schemas.openxmlformats.org/drawingml/2006/main">
            <a:srgbClr val="262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8">
            <a:extLst xmlns:a="http://schemas.openxmlformats.org/drawingml/2006/main">
              <a:ext uri="{FF2B5EF4-FFF2-40B4-BE49-F238E27FC236}">
                <a16:creationId xmlns:a16="http://schemas.microsoft.com/office/drawing/2014/main" id="{4F94466E-6E39-4128-99D4-ADFE2F3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652" y="1631132"/>
            <a:ext cx="60102" cy="19388"/>
          </a:xfrm>
          <a:custGeom xmlns:a="http://schemas.openxmlformats.org/drawingml/2006/main">
            <a:pathLst>
              <a:path w="60102" h="19388">
                <a:moveTo>
                  <a:pt x="50085" y="19388"/>
                </a:moveTo>
                <a:lnTo>
                  <a:pt x="10017" y="19388"/>
                </a:lnTo>
                <a:cubicBezTo>
                  <a:pt x="4478" y="19388"/>
                  <a:pt x="0" y="15055"/>
                  <a:pt x="0" y="9693"/>
                </a:cubicBezTo>
                <a:cubicBezTo>
                  <a:pt x="0" y="4333"/>
                  <a:pt x="4478" y="0"/>
                  <a:pt x="10017" y="0"/>
                </a:cubicBezTo>
                <a:lnTo>
                  <a:pt x="50085" y="0"/>
                </a:lnTo>
                <a:cubicBezTo>
                  <a:pt x="55624" y="0"/>
                  <a:pt x="60102" y="4333"/>
                  <a:pt x="60102" y="9693"/>
                </a:cubicBezTo>
                <a:cubicBezTo>
                  <a:pt x="60102" y="15055"/>
                  <a:pt x="55624" y="19388"/>
                  <a:pt x="50085" y="19388"/>
                </a:cubicBezTo>
              </a:path>
            </a:pathLst>
          </a:custGeom>
          <a:solidFill xmlns:a="http://schemas.openxmlformats.org/drawingml/2006/main">
            <a:srgbClr val="262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59">
            <a:extLst xmlns:a="http://schemas.openxmlformats.org/drawingml/2006/main">
              <a:ext uri="{FF2B5EF4-FFF2-40B4-BE49-F238E27FC236}">
                <a16:creationId xmlns:a16="http://schemas.microsoft.com/office/drawing/2014/main" id="{12C8802F-C684-4749-AC3B-5967BB2F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770" y="1631132"/>
            <a:ext cx="30051" cy="19388"/>
          </a:xfrm>
          <a:custGeom xmlns:a="http://schemas.openxmlformats.org/drawingml/2006/main">
            <a:pathLst>
              <a:path w="30051" h="19388">
                <a:moveTo>
                  <a:pt x="20034" y="19388"/>
                </a:moveTo>
                <a:lnTo>
                  <a:pt x="10017" y="19388"/>
                </a:lnTo>
                <a:cubicBezTo>
                  <a:pt x="4478" y="19388"/>
                  <a:pt x="0" y="15055"/>
                  <a:pt x="0" y="9693"/>
                </a:cubicBezTo>
                <a:cubicBezTo>
                  <a:pt x="0" y="4333"/>
                  <a:pt x="4478" y="0"/>
                  <a:pt x="10017" y="0"/>
                </a:cubicBezTo>
                <a:lnTo>
                  <a:pt x="20034" y="0"/>
                </a:lnTo>
                <a:cubicBezTo>
                  <a:pt x="25573" y="0"/>
                  <a:pt x="30051" y="4333"/>
                  <a:pt x="30051" y="9693"/>
                </a:cubicBezTo>
                <a:cubicBezTo>
                  <a:pt x="30051" y="15055"/>
                  <a:pt x="25573" y="19388"/>
                  <a:pt x="20034" y="19388"/>
                </a:cubicBezTo>
              </a:path>
            </a:pathLst>
          </a:custGeom>
          <a:solidFill xmlns:a="http://schemas.openxmlformats.org/drawingml/2006/main">
            <a:srgbClr val="262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0">
            <a:extLst xmlns:a="http://schemas.openxmlformats.org/drawingml/2006/main">
              <a:ext uri="{FF2B5EF4-FFF2-40B4-BE49-F238E27FC236}">
                <a16:creationId xmlns:a16="http://schemas.microsoft.com/office/drawing/2014/main" id="{9422E4D8-8442-48A7-A1B7-6C5A88B7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686" y="1718561"/>
            <a:ext cx="60102" cy="58162"/>
          </a:xfrm>
          <a:custGeom xmlns:a="http://schemas.openxmlformats.org/drawingml/2006/main">
            <a:pathLst>
              <a:path w="60102" h="58162">
                <a:moveTo>
                  <a:pt x="49705" y="58162"/>
                </a:moveTo>
                <a:lnTo>
                  <a:pt x="10398" y="58162"/>
                </a:lnTo>
                <a:cubicBezTo>
                  <a:pt x="4658" y="58162"/>
                  <a:pt x="0" y="53655"/>
                  <a:pt x="0" y="48099"/>
                </a:cubicBezTo>
                <a:lnTo>
                  <a:pt x="0" y="10062"/>
                </a:lnTo>
                <a:cubicBezTo>
                  <a:pt x="0" y="4507"/>
                  <a:pt x="4658" y="0"/>
                  <a:pt x="10398" y="0"/>
                </a:cubicBezTo>
                <a:lnTo>
                  <a:pt x="49705" y="0"/>
                </a:lnTo>
                <a:cubicBezTo>
                  <a:pt x="55444" y="0"/>
                  <a:pt x="60102" y="4507"/>
                  <a:pt x="60102" y="10062"/>
                </a:cubicBezTo>
                <a:lnTo>
                  <a:pt x="60102" y="48099"/>
                </a:lnTo>
                <a:cubicBezTo>
                  <a:pt x="60102" y="53655"/>
                  <a:pt x="55444" y="58162"/>
                  <a:pt x="49705" y="58162"/>
                </a:cubicBezTo>
              </a:path>
            </a:pathLst>
          </a:custGeom>
          <a:solidFill xmlns:a="http://schemas.openxmlformats.org/drawingml/2006/main">
            <a:srgbClr val="3083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61">
            <a:extLst xmlns:a="http://schemas.openxmlformats.org/drawingml/2006/main">
              <a:ext uri="{FF2B5EF4-FFF2-40B4-BE49-F238E27FC236}">
                <a16:creationId xmlns:a16="http://schemas.microsoft.com/office/drawing/2014/main" id="{A464F258-A475-4A64-8D7C-96321715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534" y="1718561"/>
            <a:ext cx="60101" cy="58162"/>
          </a:xfrm>
          <a:custGeom xmlns:a="http://schemas.openxmlformats.org/drawingml/2006/main">
            <a:pathLst>
              <a:path w="60101" h="58162">
                <a:moveTo>
                  <a:pt x="49704" y="58162"/>
                </a:moveTo>
                <a:lnTo>
                  <a:pt x="10397" y="58162"/>
                </a:lnTo>
                <a:cubicBezTo>
                  <a:pt x="4657" y="58162"/>
                  <a:pt x="0" y="53655"/>
                  <a:pt x="0" y="48099"/>
                </a:cubicBezTo>
                <a:lnTo>
                  <a:pt x="0" y="10062"/>
                </a:lnTo>
                <a:cubicBezTo>
                  <a:pt x="0" y="4507"/>
                  <a:pt x="4657" y="0"/>
                  <a:pt x="10397" y="0"/>
                </a:cubicBezTo>
                <a:lnTo>
                  <a:pt x="49704" y="0"/>
                </a:lnTo>
                <a:cubicBezTo>
                  <a:pt x="55444" y="0"/>
                  <a:pt x="60101" y="4507"/>
                  <a:pt x="60101" y="10062"/>
                </a:cubicBezTo>
                <a:lnTo>
                  <a:pt x="60101" y="48099"/>
                </a:lnTo>
                <a:cubicBezTo>
                  <a:pt x="60101" y="53655"/>
                  <a:pt x="55444" y="58162"/>
                  <a:pt x="49704" y="58162"/>
                </a:cubicBezTo>
              </a:path>
            </a:pathLst>
          </a:custGeom>
          <a:solidFill xmlns:a="http://schemas.openxmlformats.org/drawingml/2006/main">
            <a:srgbClr val="88C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2">
            <a:extLst xmlns:a="http://schemas.openxmlformats.org/drawingml/2006/main">
              <a:ext uri="{FF2B5EF4-FFF2-40B4-BE49-F238E27FC236}">
                <a16:creationId xmlns:a16="http://schemas.microsoft.com/office/drawing/2014/main" id="{EE171895-B994-441E-972F-B93680A6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8" y="1718561"/>
            <a:ext cx="60102" cy="58162"/>
          </a:xfrm>
          <a:custGeom xmlns:a="http://schemas.openxmlformats.org/drawingml/2006/main">
            <a:pathLst>
              <a:path w="60102" h="58162">
                <a:moveTo>
                  <a:pt x="49705" y="58162"/>
                </a:moveTo>
                <a:lnTo>
                  <a:pt x="10398" y="58162"/>
                </a:lnTo>
                <a:cubicBezTo>
                  <a:pt x="4658" y="58162"/>
                  <a:pt x="0" y="53655"/>
                  <a:pt x="0" y="48099"/>
                </a:cubicBezTo>
                <a:lnTo>
                  <a:pt x="0" y="10062"/>
                </a:lnTo>
                <a:cubicBezTo>
                  <a:pt x="0" y="4507"/>
                  <a:pt x="4658" y="0"/>
                  <a:pt x="10398" y="0"/>
                </a:cubicBezTo>
                <a:lnTo>
                  <a:pt x="49705" y="0"/>
                </a:lnTo>
                <a:cubicBezTo>
                  <a:pt x="55444" y="0"/>
                  <a:pt x="60102" y="4507"/>
                  <a:pt x="60102" y="10062"/>
                </a:cubicBezTo>
                <a:lnTo>
                  <a:pt x="60102" y="48099"/>
                </a:lnTo>
                <a:cubicBezTo>
                  <a:pt x="60102" y="53655"/>
                  <a:pt x="55444" y="58162"/>
                  <a:pt x="49705" y="58162"/>
                </a:cubicBezTo>
              </a:path>
            </a:pathLst>
          </a:custGeom>
          <a:solidFill xmlns:a="http://schemas.openxmlformats.org/drawingml/2006/main">
            <a:srgbClr val="DC6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63">
            <a:extLst xmlns:a="http://schemas.openxmlformats.org/drawingml/2006/main">
              <a:ext uri="{FF2B5EF4-FFF2-40B4-BE49-F238E27FC236}">
                <a16:creationId xmlns:a16="http://schemas.microsoft.com/office/drawing/2014/main" id="{C486C2BB-1091-40A6-B330-4E1CD07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686" y="1805620"/>
            <a:ext cx="60102" cy="58164"/>
          </a:xfrm>
          <a:custGeom xmlns:a="http://schemas.openxmlformats.org/drawingml/2006/main">
            <a:pathLst>
              <a:path w="60102" h="58164">
                <a:moveTo>
                  <a:pt x="49705" y="58164"/>
                </a:moveTo>
                <a:lnTo>
                  <a:pt x="10398" y="58164"/>
                </a:lnTo>
                <a:cubicBezTo>
                  <a:pt x="4658" y="58164"/>
                  <a:pt x="0" y="53657"/>
                  <a:pt x="0" y="48102"/>
                </a:cubicBezTo>
                <a:lnTo>
                  <a:pt x="0" y="10062"/>
                </a:lnTo>
                <a:cubicBezTo>
                  <a:pt x="0" y="4507"/>
                  <a:pt x="4658" y="0"/>
                  <a:pt x="10398" y="0"/>
                </a:cubicBezTo>
                <a:lnTo>
                  <a:pt x="49705" y="0"/>
                </a:lnTo>
                <a:cubicBezTo>
                  <a:pt x="55444" y="0"/>
                  <a:pt x="60102" y="4507"/>
                  <a:pt x="60102" y="10062"/>
                </a:cubicBezTo>
                <a:lnTo>
                  <a:pt x="60102" y="48102"/>
                </a:lnTo>
                <a:cubicBezTo>
                  <a:pt x="60102" y="53657"/>
                  <a:pt x="55444" y="58164"/>
                  <a:pt x="49705" y="58164"/>
                </a:cubicBezTo>
              </a:path>
            </a:pathLst>
          </a:custGeom>
          <a:solidFill xmlns:a="http://schemas.openxmlformats.org/drawingml/2006/main">
            <a:srgbClr val="EBB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4">
            <a:extLst xmlns:a="http://schemas.openxmlformats.org/drawingml/2006/main">
              <a:ext uri="{FF2B5EF4-FFF2-40B4-BE49-F238E27FC236}">
                <a16:creationId xmlns:a16="http://schemas.microsoft.com/office/drawing/2014/main" id="{74C59B40-45D8-4DD9-AFC4-967A9315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534" y="1805620"/>
            <a:ext cx="60101" cy="58164"/>
          </a:xfrm>
          <a:custGeom xmlns:a="http://schemas.openxmlformats.org/drawingml/2006/main">
            <a:pathLst>
              <a:path w="60101" h="58164">
                <a:moveTo>
                  <a:pt x="49704" y="58164"/>
                </a:moveTo>
                <a:lnTo>
                  <a:pt x="10397" y="58164"/>
                </a:lnTo>
                <a:cubicBezTo>
                  <a:pt x="4657" y="58164"/>
                  <a:pt x="0" y="53657"/>
                  <a:pt x="0" y="48102"/>
                </a:cubicBezTo>
                <a:lnTo>
                  <a:pt x="0" y="10062"/>
                </a:lnTo>
                <a:cubicBezTo>
                  <a:pt x="0" y="4507"/>
                  <a:pt x="4657" y="0"/>
                  <a:pt x="10397" y="0"/>
                </a:cubicBezTo>
                <a:lnTo>
                  <a:pt x="49704" y="0"/>
                </a:lnTo>
                <a:cubicBezTo>
                  <a:pt x="55444" y="0"/>
                  <a:pt x="60101" y="4507"/>
                  <a:pt x="60101" y="10062"/>
                </a:cubicBezTo>
                <a:lnTo>
                  <a:pt x="60101" y="48102"/>
                </a:lnTo>
                <a:cubicBezTo>
                  <a:pt x="60101" y="53657"/>
                  <a:pt x="55444" y="58164"/>
                  <a:pt x="49704" y="58164"/>
                </a:cubicBezTo>
              </a:path>
            </a:pathLst>
          </a:custGeom>
          <a:solidFill xmlns:a="http://schemas.openxmlformats.org/drawingml/2006/main">
            <a:srgbClr val="738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5">
            <a:extLst xmlns:a="http://schemas.openxmlformats.org/drawingml/2006/main">
              <a:ext uri="{FF2B5EF4-FFF2-40B4-BE49-F238E27FC236}">
                <a16:creationId xmlns:a16="http://schemas.microsoft.com/office/drawing/2014/main" id="{F762112F-2D87-4EE5-8898-905D0ECD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8" y="1805620"/>
            <a:ext cx="60102" cy="58164"/>
          </a:xfrm>
          <a:custGeom xmlns:a="http://schemas.openxmlformats.org/drawingml/2006/main">
            <a:pathLst>
              <a:path w="60102" h="58164">
                <a:moveTo>
                  <a:pt x="49705" y="58164"/>
                </a:moveTo>
                <a:lnTo>
                  <a:pt x="10398" y="58164"/>
                </a:lnTo>
                <a:cubicBezTo>
                  <a:pt x="4658" y="58164"/>
                  <a:pt x="0" y="53657"/>
                  <a:pt x="0" y="48102"/>
                </a:cubicBezTo>
                <a:lnTo>
                  <a:pt x="0" y="10062"/>
                </a:lnTo>
                <a:cubicBezTo>
                  <a:pt x="0" y="4507"/>
                  <a:pt x="4658" y="0"/>
                  <a:pt x="10398" y="0"/>
                </a:cubicBezTo>
                <a:lnTo>
                  <a:pt x="49705" y="0"/>
                </a:lnTo>
                <a:cubicBezTo>
                  <a:pt x="55444" y="0"/>
                  <a:pt x="60102" y="4507"/>
                  <a:pt x="60102" y="10062"/>
                </a:cubicBezTo>
                <a:lnTo>
                  <a:pt x="60102" y="48102"/>
                </a:lnTo>
                <a:cubicBezTo>
                  <a:pt x="60102" y="53657"/>
                  <a:pt x="55444" y="58164"/>
                  <a:pt x="49705" y="58164"/>
                </a:cubicBezTo>
              </a:path>
            </a:pathLst>
          </a:custGeom>
          <a:solidFill xmlns:a="http://schemas.openxmlformats.org/drawingml/2006/main">
            <a:srgbClr val="DD3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6">
            <a:extLst xmlns:a="http://schemas.openxmlformats.org/drawingml/2006/main">
              <a:ext uri="{FF2B5EF4-FFF2-40B4-BE49-F238E27FC236}">
                <a16:creationId xmlns:a16="http://schemas.microsoft.com/office/drawing/2014/main" id="{2A971DF6-3E39-48C3-B201-4C9E5BAC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686" y="1892865"/>
            <a:ext cx="60102" cy="58162"/>
          </a:xfrm>
          <a:custGeom xmlns:a="http://schemas.openxmlformats.org/drawingml/2006/main">
            <a:pathLst>
              <a:path w="60102" h="58162">
                <a:moveTo>
                  <a:pt x="49705" y="58162"/>
                </a:moveTo>
                <a:lnTo>
                  <a:pt x="10398" y="58162"/>
                </a:lnTo>
                <a:cubicBezTo>
                  <a:pt x="4658" y="58162"/>
                  <a:pt x="0" y="53655"/>
                  <a:pt x="0" y="48101"/>
                </a:cubicBezTo>
                <a:lnTo>
                  <a:pt x="0" y="10062"/>
                </a:lnTo>
                <a:cubicBezTo>
                  <a:pt x="0" y="4507"/>
                  <a:pt x="4658" y="0"/>
                  <a:pt x="10398" y="0"/>
                </a:cubicBezTo>
                <a:lnTo>
                  <a:pt x="49705" y="0"/>
                </a:lnTo>
                <a:cubicBezTo>
                  <a:pt x="55444" y="0"/>
                  <a:pt x="60102" y="4507"/>
                  <a:pt x="60102" y="10062"/>
                </a:cubicBezTo>
                <a:lnTo>
                  <a:pt x="60102" y="48101"/>
                </a:lnTo>
                <a:cubicBezTo>
                  <a:pt x="60102" y="53655"/>
                  <a:pt x="55444" y="58162"/>
                  <a:pt x="49705" y="58162"/>
                </a:cubicBezTo>
              </a:path>
            </a:pathLst>
          </a:custGeom>
          <a:solidFill xmlns:a="http://schemas.openxmlformats.org/drawingml/2006/main">
            <a:srgbClr val="A485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67">
            <a:extLst xmlns:a="http://schemas.openxmlformats.org/drawingml/2006/main">
              <a:ext uri="{FF2B5EF4-FFF2-40B4-BE49-F238E27FC236}">
                <a16:creationId xmlns:a16="http://schemas.microsoft.com/office/drawing/2014/main" id="{3AE7BF66-08ED-41CA-A896-03C96744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534" y="1892865"/>
            <a:ext cx="60101" cy="58162"/>
          </a:xfrm>
          <a:custGeom xmlns:a="http://schemas.openxmlformats.org/drawingml/2006/main">
            <a:pathLst>
              <a:path w="60101" h="58162">
                <a:moveTo>
                  <a:pt x="49704" y="58162"/>
                </a:moveTo>
                <a:lnTo>
                  <a:pt x="10397" y="58162"/>
                </a:lnTo>
                <a:cubicBezTo>
                  <a:pt x="4657" y="58162"/>
                  <a:pt x="0" y="53655"/>
                  <a:pt x="0" y="48101"/>
                </a:cubicBezTo>
                <a:lnTo>
                  <a:pt x="0" y="10062"/>
                </a:lnTo>
                <a:cubicBezTo>
                  <a:pt x="0" y="4507"/>
                  <a:pt x="4657" y="0"/>
                  <a:pt x="10397" y="0"/>
                </a:cubicBezTo>
                <a:lnTo>
                  <a:pt x="49704" y="0"/>
                </a:lnTo>
                <a:cubicBezTo>
                  <a:pt x="55444" y="0"/>
                  <a:pt x="60101" y="4507"/>
                  <a:pt x="60101" y="10062"/>
                </a:cubicBezTo>
                <a:lnTo>
                  <a:pt x="60101" y="48101"/>
                </a:lnTo>
                <a:cubicBezTo>
                  <a:pt x="60101" y="53655"/>
                  <a:pt x="55444" y="58162"/>
                  <a:pt x="49704" y="58162"/>
                </a:cubicBezTo>
              </a:path>
            </a:pathLst>
          </a:custGeom>
          <a:solidFill xmlns:a="http://schemas.openxmlformats.org/drawingml/2006/main">
            <a:srgbClr val="EA6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39DE561D-DE77-4F09-AECB-4061FA63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8" y="1892865"/>
            <a:ext cx="60102" cy="58162"/>
          </a:xfrm>
          <a:custGeom xmlns:a="http://schemas.openxmlformats.org/drawingml/2006/main">
            <a:pathLst>
              <a:path w="60102" h="58162">
                <a:moveTo>
                  <a:pt x="49705" y="58162"/>
                </a:moveTo>
                <a:lnTo>
                  <a:pt x="10398" y="58162"/>
                </a:lnTo>
                <a:cubicBezTo>
                  <a:pt x="4658" y="58162"/>
                  <a:pt x="0" y="53655"/>
                  <a:pt x="0" y="48101"/>
                </a:cubicBezTo>
                <a:lnTo>
                  <a:pt x="0" y="10062"/>
                </a:lnTo>
                <a:cubicBezTo>
                  <a:pt x="0" y="4507"/>
                  <a:pt x="4658" y="0"/>
                  <a:pt x="10398" y="0"/>
                </a:cubicBezTo>
                <a:lnTo>
                  <a:pt x="49705" y="0"/>
                </a:lnTo>
                <a:cubicBezTo>
                  <a:pt x="55444" y="0"/>
                  <a:pt x="60102" y="4507"/>
                  <a:pt x="60102" y="10062"/>
                </a:cubicBezTo>
                <a:lnTo>
                  <a:pt x="60102" y="48101"/>
                </a:lnTo>
                <a:cubicBezTo>
                  <a:pt x="60102" y="53655"/>
                  <a:pt x="55444" y="58162"/>
                  <a:pt x="49705" y="58162"/>
                </a:cubicBezTo>
              </a:path>
            </a:pathLst>
          </a:custGeom>
          <a:solidFill xmlns:a="http://schemas.openxmlformats.org/drawingml/2006/main">
            <a:srgbClr val="25A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69-part-0">
            <a:extLst xmlns:a="http://schemas.openxmlformats.org/drawingml/2006/main">
              <a:ext uri="{FF2B5EF4-FFF2-40B4-BE49-F238E27FC236}">
                <a16:creationId xmlns:a16="http://schemas.microsoft.com/office/drawing/2014/main" id="{22253103-B0B2-41FA-B37C-35A2875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864" y="1977201"/>
            <a:ext cx="535944" cy="252829"/>
          </a:xfrm>
          <a:custGeom xmlns:a="http://schemas.openxmlformats.org/drawingml/2006/main">
            <a:pathLst>
              <a:path w="535944" h="252829">
                <a:moveTo>
                  <a:pt x="82504" y="5583"/>
                </a:moveTo>
                <a:lnTo>
                  <a:pt x="88060" y="31802"/>
                </a:lnTo>
                <a:lnTo>
                  <a:pt x="82675" y="18368"/>
                </a:lnTo>
                <a:lnTo>
                  <a:pt x="98375" y="43763"/>
                </a:lnTo>
                <a:lnTo>
                  <a:pt x="91921" y="35722"/>
                </a:lnTo>
                <a:lnTo>
                  <a:pt x="116318" y="59470"/>
                </a:lnTo>
                <a:lnTo>
                  <a:pt x="110435" y="54693"/>
                </a:lnTo>
                <a:lnTo>
                  <a:pt x="142077" y="75970"/>
                </a:lnTo>
                <a:lnTo>
                  <a:pt x="134275" y="71838"/>
                </a:lnTo>
                <a:lnTo>
                  <a:pt x="213503" y="103685"/>
                </a:lnTo>
                <a:lnTo>
                  <a:pt x="203335" y="101010"/>
                </a:lnTo>
                <a:lnTo>
                  <a:pt x="294158" y="113090"/>
                </a:lnTo>
                <a:lnTo>
                  <a:pt x="274151" y="115274"/>
                </a:lnTo>
                <a:lnTo>
                  <a:pt x="352644" y="86648"/>
                </a:lnTo>
                <a:lnTo>
                  <a:pt x="381539" y="165881"/>
                </a:lnTo>
                <a:lnTo>
                  <a:pt x="293310" y="198056"/>
                </a:lnTo>
                <a:lnTo>
                  <a:pt x="186964" y="183912"/>
                </a:lnTo>
                <a:lnTo>
                  <a:pt x="98702" y="148433"/>
                </a:lnTo>
                <a:lnTo>
                  <a:pt x="60218" y="122556"/>
                </a:lnTo>
                <a:lnTo>
                  <a:pt x="29373" y="92532"/>
                </a:lnTo>
                <a:lnTo>
                  <a:pt x="7078" y="56470"/>
                </a:lnTo>
                <a:lnTo>
                  <a:pt x="0" y="23066"/>
                </a:lnTo>
                <a:lnTo>
                  <a:pt x="82504" y="5583"/>
                </a:lnTo>
              </a:path>
            </a:pathLst>
          </a:custGeom>
          <a:solidFill xmlns:a="http://schemas.openxmlformats.org/drawingml/2006/main">
            <a:srgbClr val="41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69-part-1">
            <a:extLst xmlns:a="http://schemas.openxmlformats.org/drawingml/2006/main">
              <a:ext uri="{FF2B5EF4-FFF2-40B4-BE49-F238E27FC236}">
                <a16:creationId xmlns:a16="http://schemas.microsoft.com/office/drawing/2014/main" id="{4C711652-CFB7-40FA-8129-2C63EEB1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864" y="1977201"/>
            <a:ext cx="535944" cy="252829"/>
          </a:xfrm>
          <a:custGeom xmlns:a="http://schemas.openxmlformats.org/drawingml/2006/main">
            <a:pathLst>
              <a:path w="535944" h="252829">
                <a:moveTo>
                  <a:pt x="257562" y="50207"/>
                </a:moveTo>
                <a:lnTo>
                  <a:pt x="535944" y="0"/>
                </a:lnTo>
                <a:lnTo>
                  <a:pt x="409080" y="252829"/>
                </a:lnTo>
                <a:lnTo>
                  <a:pt x="257562" y="50207"/>
                </a:lnTo>
              </a:path>
            </a:pathLst>
          </a:custGeom>
          <a:solidFill xmlns:a="http://schemas.openxmlformats.org/drawingml/2006/main">
            <a:srgbClr val="41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70-part-0">
            <a:extLst xmlns:a="http://schemas.openxmlformats.org/drawingml/2006/main">
              <a:ext uri="{FF2B5EF4-FFF2-40B4-BE49-F238E27FC236}">
                <a16:creationId xmlns:a16="http://schemas.microsoft.com/office/drawing/2014/main" id="{DFC798B2-08AB-49FB-BE90-7306AFA9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116" y="1588765"/>
            <a:ext cx="535944" cy="252829"/>
          </a:xfrm>
          <a:custGeom xmlns:a="http://schemas.openxmlformats.org/drawingml/2006/main">
            <a:pathLst>
              <a:path w="535944" h="252829">
                <a:moveTo>
                  <a:pt x="453439" y="247246"/>
                </a:moveTo>
                <a:lnTo>
                  <a:pt x="447884" y="221027"/>
                </a:lnTo>
                <a:lnTo>
                  <a:pt x="453270" y="234461"/>
                </a:lnTo>
                <a:lnTo>
                  <a:pt x="437569" y="209066"/>
                </a:lnTo>
                <a:lnTo>
                  <a:pt x="444023" y="217108"/>
                </a:lnTo>
                <a:lnTo>
                  <a:pt x="419626" y="193359"/>
                </a:lnTo>
                <a:lnTo>
                  <a:pt x="425509" y="198136"/>
                </a:lnTo>
                <a:lnTo>
                  <a:pt x="393866" y="176859"/>
                </a:lnTo>
                <a:lnTo>
                  <a:pt x="401669" y="180991"/>
                </a:lnTo>
                <a:lnTo>
                  <a:pt x="322441" y="149144"/>
                </a:lnTo>
                <a:lnTo>
                  <a:pt x="332608" y="151819"/>
                </a:lnTo>
                <a:lnTo>
                  <a:pt x="241786" y="139740"/>
                </a:lnTo>
                <a:lnTo>
                  <a:pt x="261793" y="137556"/>
                </a:lnTo>
                <a:lnTo>
                  <a:pt x="183299" y="166180"/>
                </a:lnTo>
                <a:lnTo>
                  <a:pt x="154405" y="86949"/>
                </a:lnTo>
                <a:lnTo>
                  <a:pt x="242633" y="54774"/>
                </a:lnTo>
                <a:lnTo>
                  <a:pt x="348980" y="68918"/>
                </a:lnTo>
                <a:lnTo>
                  <a:pt x="437242" y="104397"/>
                </a:lnTo>
                <a:lnTo>
                  <a:pt x="475726" y="130273"/>
                </a:lnTo>
                <a:lnTo>
                  <a:pt x="506570" y="160299"/>
                </a:lnTo>
                <a:lnTo>
                  <a:pt x="528865" y="196359"/>
                </a:lnTo>
                <a:lnTo>
                  <a:pt x="535944" y="229764"/>
                </a:lnTo>
                <a:lnTo>
                  <a:pt x="453439" y="247246"/>
                </a:lnTo>
              </a:path>
            </a:pathLst>
          </a:custGeom>
          <a:solidFill xmlns:a="http://schemas.openxmlformats.org/drawingml/2006/main">
            <a:srgbClr val="41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70-part-1">
            <a:extLst xmlns:a="http://schemas.openxmlformats.org/drawingml/2006/main">
              <a:ext uri="{FF2B5EF4-FFF2-40B4-BE49-F238E27FC236}">
                <a16:creationId xmlns:a16="http://schemas.microsoft.com/office/drawing/2014/main" id="{0B3ABFFB-EB3D-4E67-93AF-BC2B5E3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116" y="1588765"/>
            <a:ext cx="535944" cy="252829"/>
          </a:xfrm>
          <a:custGeom xmlns:a="http://schemas.openxmlformats.org/drawingml/2006/main">
            <a:pathLst>
              <a:path w="535944" h="252829">
                <a:moveTo>
                  <a:pt x="278381" y="202623"/>
                </a:moveTo>
                <a:lnTo>
                  <a:pt x="0" y="252829"/>
                </a:lnTo>
                <a:lnTo>
                  <a:pt x="126864" y="0"/>
                </a:lnTo>
                <a:lnTo>
                  <a:pt x="278381" y="202623"/>
                </a:lnTo>
              </a:path>
            </a:pathLst>
          </a:custGeom>
          <a:solidFill xmlns:a="http://schemas.openxmlformats.org/drawingml/2006/main">
            <a:srgbClr val="41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7F4FCE80-FC6E-49A0-931A-A599D2B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51" y="2558693"/>
            <a:ext cx="1490106" cy="262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Teleoperation</a:t>
            </a:r>
          </a:p>
        </p:txBody>
      </p:sp>
      <p:sp>
        <p:nvSpPr>
          <p:cNvPr id="75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25CCA4E6-E8B5-4821-A9EA-E68E7A8A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7157" y="1589771"/>
            <a:ext cx="337345" cy="33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76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00674F6C-015F-4D72-BA6F-A60C261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7157" y="1589771"/>
            <a:ext cx="337345" cy="33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7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19C7E51C-F9E7-438D-BCFC-EC133FEB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1243" y="192068"/>
            <a:ext cx="2668602" cy="33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Deployment</a:t>
            </a:r>
          </a:p>
        </p:txBody>
      </p:sp>
      <p:sp>
        <p:nvSpPr>
          <p:cNvPr id="78" name="pdf-path-75">
            <a:extLst xmlns:a="http://schemas.openxmlformats.org/drawingml/2006/main">
              <a:ext uri="{FF2B5EF4-FFF2-40B4-BE49-F238E27FC236}">
                <a16:creationId xmlns:a16="http://schemas.microsoft.com/office/drawing/2014/main" id="{D9CAAC0D-C678-4706-9E3B-C1BE3633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7188" y="777752"/>
            <a:ext cx="1799173" cy="2080294"/>
          </a:xfrm>
          <a:custGeom xmlns:a="http://schemas.openxmlformats.org/drawingml/2006/main">
            <a:pathLst>
              <a:path w="1799173" h="2080294">
                <a:moveTo>
                  <a:pt x="0" y="136072"/>
                </a:moveTo>
                <a:cubicBezTo>
                  <a:pt x="0" y="60921"/>
                  <a:pt x="60921" y="0"/>
                  <a:pt x="136072" y="0"/>
                </a:cubicBezTo>
                <a:lnTo>
                  <a:pt x="1663101" y="0"/>
                </a:lnTo>
                <a:cubicBezTo>
                  <a:pt x="1738251" y="0"/>
                  <a:pt x="1799173" y="60921"/>
                  <a:pt x="1799173" y="136072"/>
                </a:cubicBezTo>
                <a:lnTo>
                  <a:pt x="1799173" y="1944222"/>
                </a:lnTo>
                <a:cubicBezTo>
                  <a:pt x="1799173" y="2019372"/>
                  <a:pt x="1738251" y="2080294"/>
                  <a:pt x="1663101" y="2080294"/>
                </a:cubicBezTo>
                <a:lnTo>
                  <a:pt x="136072" y="2080294"/>
                </a:lnTo>
                <a:cubicBezTo>
                  <a:pt x="60921" y="2080294"/>
                  <a:pt x="0" y="2019372"/>
                  <a:pt x="0" y="1944222"/>
                </a:cubicBezTo>
                <a:lnTo>
                  <a:pt x="0" y="136072"/>
                </a:lnTo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6">
            <a:extLst xmlns:a="http://schemas.openxmlformats.org/drawingml/2006/main">
              <a:ext uri="{FF2B5EF4-FFF2-40B4-BE49-F238E27FC236}">
                <a16:creationId xmlns:a16="http://schemas.microsoft.com/office/drawing/2014/main" id="{86A5F9AE-8425-488C-97A8-9629093E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7188" y="777752"/>
            <a:ext cx="1799174" cy="2080294"/>
          </a:xfrm>
          <a:custGeom xmlns:a="http://schemas.openxmlformats.org/drawingml/2006/main">
            <a:pathLst>
              <a:path w="1799174" h="2080294">
                <a:moveTo>
                  <a:pt x="0" y="136072"/>
                </a:moveTo>
                <a:cubicBezTo>
                  <a:pt x="0" y="60922"/>
                  <a:pt x="60922" y="0"/>
                  <a:pt x="136072" y="0"/>
                </a:cubicBezTo>
                <a:lnTo>
                  <a:pt x="1663101" y="0"/>
                </a:lnTo>
                <a:cubicBezTo>
                  <a:pt x="1738252" y="0"/>
                  <a:pt x="1799174" y="60922"/>
                  <a:pt x="1799174" y="136072"/>
                </a:cubicBezTo>
                <a:lnTo>
                  <a:pt x="1799174" y="1944221"/>
                </a:lnTo>
                <a:cubicBezTo>
                  <a:pt x="1799174" y="2019373"/>
                  <a:pt x="1738252" y="2080294"/>
                  <a:pt x="1663101" y="2080294"/>
                </a:cubicBezTo>
                <a:lnTo>
                  <a:pt x="136072" y="2080294"/>
                </a:lnTo>
                <a:cubicBezTo>
                  <a:pt x="60922" y="2080294"/>
                  <a:pt x="0" y="2019373"/>
                  <a:pt x="0" y="1944221"/>
                </a:cubicBezTo>
                <a:lnTo>
                  <a:pt x="0" y="136072"/>
                </a:lnTo>
              </a:path>
            </a:pathLst>
          </a:custGeom>
          <a:noFill xmlns:a="http://schemas.openxmlformats.org/drawingml/2006/main"/>
          <a:ln xmlns:a="http://schemas.openxmlformats.org/drawingml/2006/main" w="18741">
            <a:solidFill>
              <a:srgbClr val="000000"/>
            </a:solidFill>
            <a:prstDash val="solid"/>
          </a:ln>
        </p:spPr>
      </p:sp>
      <p:sp>
        <p:nvSpPr>
          <p:cNvPr id="80" name="pdf-path-77">
            <a:extLst xmlns:a="http://schemas.openxmlformats.org/drawingml/2006/main">
              <a:ext uri="{FF2B5EF4-FFF2-40B4-BE49-F238E27FC236}">
                <a16:creationId xmlns:a16="http://schemas.microsoft.com/office/drawing/2014/main" id="{FDB3F8D1-B8FC-4214-ACD8-7793EDD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6017" y="777752"/>
            <a:ext cx="1817915" cy="2061553"/>
          </a:xfrm>
          <a:custGeom xmlns:a="http://schemas.openxmlformats.org/drawingml/2006/main">
            <a:pathLst>
              <a:path w="1817915" h="2061553">
                <a:moveTo>
                  <a:pt x="0" y="137489"/>
                </a:moveTo>
                <a:cubicBezTo>
                  <a:pt x="0" y="61556"/>
                  <a:pt x="61556" y="0"/>
                  <a:pt x="137488" y="0"/>
                </a:cubicBezTo>
                <a:lnTo>
                  <a:pt x="1680425" y="0"/>
                </a:lnTo>
                <a:cubicBezTo>
                  <a:pt x="1756359" y="0"/>
                  <a:pt x="1817915" y="61556"/>
                  <a:pt x="1817915" y="137489"/>
                </a:cubicBezTo>
                <a:lnTo>
                  <a:pt x="1817915" y="1924064"/>
                </a:lnTo>
                <a:cubicBezTo>
                  <a:pt x="1817915" y="1999997"/>
                  <a:pt x="1756359" y="2061553"/>
                  <a:pt x="1680425" y="2061553"/>
                </a:cubicBezTo>
                <a:lnTo>
                  <a:pt x="137488" y="2061553"/>
                </a:lnTo>
                <a:cubicBezTo>
                  <a:pt x="61556" y="2061553"/>
                  <a:pt x="0" y="1999997"/>
                  <a:pt x="0" y="1924064"/>
                </a:cubicBezTo>
                <a:lnTo>
                  <a:pt x="0" y="137489"/>
                </a:lnTo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CF860DE-8FC5-4839-91CD-51DDB75A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6017" y="777752"/>
            <a:ext cx="1817915" cy="2061553"/>
          </a:xfrm>
          <a:custGeom xmlns:a="http://schemas.openxmlformats.org/drawingml/2006/main">
            <a:pathLst>
              <a:path w="1817915" h="2061553">
                <a:moveTo>
                  <a:pt x="0" y="137489"/>
                </a:moveTo>
                <a:cubicBezTo>
                  <a:pt x="0" y="61556"/>
                  <a:pt x="61556" y="0"/>
                  <a:pt x="137489" y="0"/>
                </a:cubicBezTo>
                <a:lnTo>
                  <a:pt x="1680426" y="0"/>
                </a:lnTo>
                <a:cubicBezTo>
                  <a:pt x="1756359" y="0"/>
                  <a:pt x="1817915" y="61556"/>
                  <a:pt x="1817915" y="137489"/>
                </a:cubicBezTo>
                <a:lnTo>
                  <a:pt x="1817915" y="1924065"/>
                </a:lnTo>
                <a:cubicBezTo>
                  <a:pt x="1817915" y="1999997"/>
                  <a:pt x="1756359" y="2061553"/>
                  <a:pt x="1680426" y="2061553"/>
                </a:cubicBezTo>
                <a:lnTo>
                  <a:pt x="137489" y="2061553"/>
                </a:lnTo>
                <a:cubicBezTo>
                  <a:pt x="61556" y="2061553"/>
                  <a:pt x="0" y="1999997"/>
                  <a:pt x="0" y="1924065"/>
                </a:cubicBezTo>
                <a:lnTo>
                  <a:pt x="0" y="137489"/>
                </a:lnTo>
              </a:path>
            </a:pathLst>
          </a:custGeom>
          <a:noFill xmlns:a="http://schemas.openxmlformats.org/drawingml/2006/main"/>
          <a:ln xmlns:a="http://schemas.openxmlformats.org/drawingml/2006/main" w="18741">
            <a:solidFill>
              <a:srgbClr val="000000"/>
            </a:solidFill>
            <a:prstDash val="solid"/>
          </a:ln>
        </p:spPr>
      </p:sp>
      <p:sp>
        <p:nvSpPr>
          <p:cNvPr id="82" name="pdf-path-79-part-0">
            <a:extLst xmlns:a="http://schemas.openxmlformats.org/drawingml/2006/main">
              <a:ext uri="{FF2B5EF4-FFF2-40B4-BE49-F238E27FC236}">
                <a16:creationId xmlns:a16="http://schemas.microsoft.com/office/drawing/2014/main" id="{F73C8FBF-FDEE-45C2-9991-000E675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411" y="2155244"/>
            <a:ext cx="799892" cy="112450"/>
          </a:xfrm>
          <a:custGeom xmlns:a="http://schemas.openxmlformats.org/drawingml/2006/main">
            <a:pathLst>
              <a:path w="799892" h="112450">
                <a:moveTo>
                  <a:pt x="0" y="0"/>
                </a:moveTo>
                <a:lnTo>
                  <a:pt x="659332" y="1"/>
                </a:lnTo>
                <a:lnTo>
                  <a:pt x="659332" y="56226"/>
                </a:lnTo>
                <a:lnTo>
                  <a:pt x="0" y="5622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79-part-1">
            <a:extLst xmlns:a="http://schemas.openxmlformats.org/drawingml/2006/main">
              <a:ext uri="{FF2B5EF4-FFF2-40B4-BE49-F238E27FC236}">
                <a16:creationId xmlns:a16="http://schemas.microsoft.com/office/drawing/2014/main" id="{92DD47F0-4FA3-4BA4-AB8E-32064E92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411" y="2155244"/>
            <a:ext cx="799892" cy="112450"/>
          </a:xfrm>
          <a:custGeom xmlns:a="http://schemas.openxmlformats.org/drawingml/2006/main">
            <a:pathLst>
              <a:path w="799892" h="112450">
                <a:moveTo>
                  <a:pt x="631220" y="-56223"/>
                </a:moveTo>
                <a:lnTo>
                  <a:pt x="799892" y="28114"/>
                </a:lnTo>
                <a:lnTo>
                  <a:pt x="631220" y="112450"/>
                </a:lnTo>
                <a:lnTo>
                  <a:pt x="631220" y="-562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EB6597-43E6-4335-81F8-1EFFCC2CC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a1176f19e4e7e"/>
          <a:srcRect xmlns:a="http://schemas.openxmlformats.org/drawingml/2006/main" l="79" t="0" r="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6953" y="796429"/>
            <a:ext cx="2408339" cy="2680148"/>
          </a:xfrm>
          <a:prstGeom xmlns:a="http://schemas.openxmlformats.org/drawingml/2006/main" prst="rect">
            <a:avLst/>
          </a:prstGeom>
        </p:spPr>
      </p:pic>
      <p:sp>
        <p:nvSpPr>
          <p:cNvPr id="85" name="source-photo-0">
            <a:extLst xmlns:a="http://schemas.openxmlformats.org/drawingml/2006/main">
              <a:ext uri="{FF2B5EF4-FFF2-40B4-BE49-F238E27FC236}">
                <a16:creationId xmlns:a16="http://schemas.microsoft.com/office/drawing/2014/main" id="{03F778C2-7987-40F9-8585-A7828E0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953" y="796429"/>
            <a:ext cx="2408339" cy="2680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pdf-path-81-part-0">
            <a:extLst xmlns:a="http://schemas.openxmlformats.org/drawingml/2006/main">
              <a:ext uri="{FF2B5EF4-FFF2-40B4-BE49-F238E27FC236}">
                <a16:creationId xmlns:a16="http://schemas.microsoft.com/office/drawing/2014/main" id="{6F0595CF-3D9D-4B84-A4B8-8306BB5A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695" y="2210967"/>
            <a:ext cx="1617905" cy="960262"/>
          </a:xfrm>
          <a:custGeom xmlns:a="http://schemas.openxmlformats.org/drawingml/2006/main">
            <a:pathLst>
              <a:path w="1617905" h="960262">
                <a:moveTo>
                  <a:pt x="0" y="956757"/>
                </a:moveTo>
                <a:lnTo>
                  <a:pt x="4020" y="892801"/>
                </a:lnTo>
                <a:lnTo>
                  <a:pt x="13963" y="829220"/>
                </a:lnTo>
                <a:lnTo>
                  <a:pt x="29462" y="767428"/>
                </a:lnTo>
                <a:lnTo>
                  <a:pt x="50218" y="707530"/>
                </a:lnTo>
                <a:lnTo>
                  <a:pt x="75929" y="649620"/>
                </a:lnTo>
                <a:lnTo>
                  <a:pt x="106298" y="593778"/>
                </a:lnTo>
                <a:lnTo>
                  <a:pt x="141022" y="540072"/>
                </a:lnTo>
                <a:lnTo>
                  <a:pt x="179807" y="488563"/>
                </a:lnTo>
                <a:lnTo>
                  <a:pt x="222367" y="439309"/>
                </a:lnTo>
                <a:lnTo>
                  <a:pt x="268693" y="392078"/>
                </a:lnTo>
                <a:lnTo>
                  <a:pt x="369845" y="305581"/>
                </a:lnTo>
                <a:lnTo>
                  <a:pt x="482019" y="228645"/>
                </a:lnTo>
                <a:lnTo>
                  <a:pt x="602759" y="161990"/>
                </a:lnTo>
                <a:lnTo>
                  <a:pt x="729968" y="106080"/>
                </a:lnTo>
                <a:lnTo>
                  <a:pt x="861564" y="61402"/>
                </a:lnTo>
                <a:lnTo>
                  <a:pt x="995481" y="28466"/>
                </a:lnTo>
                <a:lnTo>
                  <a:pt x="1129660" y="7811"/>
                </a:lnTo>
                <a:lnTo>
                  <a:pt x="1262055" y="0"/>
                </a:lnTo>
                <a:lnTo>
                  <a:pt x="1390192" y="5622"/>
                </a:lnTo>
                <a:lnTo>
                  <a:pt x="1453526" y="13840"/>
                </a:lnTo>
                <a:lnTo>
                  <a:pt x="1489933" y="22967"/>
                </a:lnTo>
                <a:lnTo>
                  <a:pt x="1476377" y="77130"/>
                </a:lnTo>
                <a:lnTo>
                  <a:pt x="1441548" y="68399"/>
                </a:lnTo>
                <a:lnTo>
                  <a:pt x="1444740" y="69004"/>
                </a:lnTo>
                <a:lnTo>
                  <a:pt x="1384196" y="61149"/>
                </a:lnTo>
                <a:lnTo>
                  <a:pt x="1386561" y="61354"/>
                </a:lnTo>
                <a:lnTo>
                  <a:pt x="1261043" y="55846"/>
                </a:lnTo>
                <a:lnTo>
                  <a:pt x="1263907" y="55824"/>
                </a:lnTo>
                <a:lnTo>
                  <a:pt x="1134249" y="63473"/>
                </a:lnTo>
                <a:lnTo>
                  <a:pt x="1136849" y="63197"/>
                </a:lnTo>
                <a:lnTo>
                  <a:pt x="1005182" y="83466"/>
                </a:lnTo>
                <a:lnTo>
                  <a:pt x="1007599" y="82984"/>
                </a:lnTo>
                <a:lnTo>
                  <a:pt x="876046" y="115338"/>
                </a:lnTo>
                <a:lnTo>
                  <a:pt x="878349" y="114665"/>
                </a:lnTo>
                <a:lnTo>
                  <a:pt x="749037" y="158568"/>
                </a:lnTo>
                <a:lnTo>
                  <a:pt x="751292" y="157692"/>
                </a:lnTo>
                <a:lnTo>
                  <a:pt x="626345" y="212607"/>
                </a:lnTo>
                <a:lnTo>
                  <a:pt x="628603" y="211491"/>
                </a:lnTo>
                <a:lnTo>
                  <a:pt x="510148" y="276884"/>
                </a:lnTo>
                <a:lnTo>
                  <a:pt x="512444" y="275467"/>
                </a:lnTo>
                <a:lnTo>
                  <a:pt x="402608" y="350800"/>
                </a:lnTo>
                <a:lnTo>
                  <a:pt x="404958" y="348996"/>
                </a:lnTo>
                <a:lnTo>
                  <a:pt x="305867" y="433733"/>
                </a:lnTo>
                <a:lnTo>
                  <a:pt x="307651" y="432066"/>
                </a:lnTo>
                <a:lnTo>
                  <a:pt x="262800" y="477794"/>
                </a:lnTo>
                <a:lnTo>
                  <a:pt x="263991" y="476498"/>
                </a:lnTo>
                <a:lnTo>
                  <a:pt x="222621" y="524377"/>
                </a:lnTo>
                <a:lnTo>
                  <a:pt x="223800" y="522918"/>
                </a:lnTo>
                <a:lnTo>
                  <a:pt x="186179" y="572879"/>
                </a:lnTo>
                <a:lnTo>
                  <a:pt x="187321" y="571244"/>
                </a:lnTo>
                <a:lnTo>
                  <a:pt x="153713" y="623221"/>
                </a:lnTo>
                <a:lnTo>
                  <a:pt x="154796" y="621400"/>
                </a:lnTo>
                <a:lnTo>
                  <a:pt x="125470" y="675327"/>
                </a:lnTo>
                <a:lnTo>
                  <a:pt x="126460" y="673319"/>
                </a:lnTo>
                <a:lnTo>
                  <a:pt x="101680" y="729128"/>
                </a:lnTo>
                <a:lnTo>
                  <a:pt x="102544" y="726939"/>
                </a:lnTo>
                <a:lnTo>
                  <a:pt x="82575" y="784563"/>
                </a:lnTo>
                <a:lnTo>
                  <a:pt x="83276" y="782212"/>
                </a:lnTo>
                <a:lnTo>
                  <a:pt x="68384" y="841585"/>
                </a:lnTo>
                <a:lnTo>
                  <a:pt x="68888" y="839105"/>
                </a:lnTo>
                <a:lnTo>
                  <a:pt x="59341" y="900158"/>
                </a:lnTo>
                <a:lnTo>
                  <a:pt x="59620" y="897595"/>
                </a:lnTo>
                <a:lnTo>
                  <a:pt x="55683" y="960262"/>
                </a:lnTo>
                <a:lnTo>
                  <a:pt x="0" y="956757"/>
                </a:lnTo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81-part-1">
            <a:extLst xmlns:a="http://schemas.openxmlformats.org/drawingml/2006/main">
              <a:ext uri="{FF2B5EF4-FFF2-40B4-BE49-F238E27FC236}">
                <a16:creationId xmlns:a16="http://schemas.microsoft.com/office/drawing/2014/main" id="{97F0CF64-8229-4550-9E67-C2644261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695" y="2210967"/>
            <a:ext cx="1617905" cy="960262"/>
          </a:xfrm>
          <a:custGeom xmlns:a="http://schemas.openxmlformats.org/drawingml/2006/main">
            <a:pathLst>
              <a:path w="1617905" h="960262">
                <a:moveTo>
                  <a:pt x="1477813" y="-38074"/>
                </a:moveTo>
                <a:lnTo>
                  <a:pt x="1617905" y="86092"/>
                </a:lnTo>
                <a:lnTo>
                  <a:pt x="1434595" y="123755"/>
                </a:lnTo>
                <a:lnTo>
                  <a:pt x="1477813" y="-38074"/>
                </a:lnTo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82">
            <a:extLst xmlns:a="http://schemas.openxmlformats.org/drawingml/2006/main">
              <a:ext uri="{FF2B5EF4-FFF2-40B4-BE49-F238E27FC236}">
                <a16:creationId xmlns:a16="http://schemas.microsoft.com/office/drawing/2014/main" id="{9387347A-AA0F-4457-A1F1-BA9F20CC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8398" y="2052748"/>
            <a:ext cx="108918" cy="380693"/>
          </a:xfrm>
          <a:custGeom xmlns:a="http://schemas.openxmlformats.org/drawingml/2006/main">
            <a:pathLst>
              <a:path w="108918" h="380693">
                <a:moveTo>
                  <a:pt x="108918" y="3806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89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AC943824-C37B-4996-A1F5-D60EBA53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4810" y="2486019"/>
            <a:ext cx="913288" cy="22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1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1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581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Initiation</a:t>
            </a:r>
          </a:p>
        </p:txBody>
      </p:sp>
      <p:sp>
        <p:nvSpPr>
          <p:cNvPr id="90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95D9F46C-4574-4B55-8826-951F802F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3885" y="2979240"/>
            <a:ext cx="606822" cy="22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1" b="1" i="0">
                <a:solidFill>
                  <a:srgbClr val="4EA7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1" b="1" i="0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581" b="1" i="0">
                <a:solidFill>
                  <a:srgbClr val="4EA72E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8C503B4-BF07-46EC-A0C6-B3E49F95E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d4b5187ed413c"/>
          <a:srcRect xmlns:a="http://schemas.openxmlformats.org/drawingml/2006/main" l="0" t="450" r="0" b="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7748" y="974537"/>
            <a:ext cx="1518053" cy="1686725"/>
          </a:xfrm>
          <a:prstGeom xmlns:a="http://schemas.openxmlformats.org/drawingml/2006/main" prst="rect">
            <a:avLst/>
          </a:prstGeom>
        </p:spPr>
      </p:pic>
      <p:sp>
        <p:nvSpPr>
          <p:cNvPr id="92" name="source-photo-1">
            <a:extLst xmlns:a="http://schemas.openxmlformats.org/drawingml/2006/main">
              <a:ext uri="{FF2B5EF4-FFF2-40B4-BE49-F238E27FC236}">
                <a16:creationId xmlns:a16="http://schemas.microsoft.com/office/drawing/2014/main" id="{0316FA90-F0D9-4B74-80A4-FDC1FD99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7748" y="974537"/>
            <a:ext cx="1518053" cy="168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pdf-path-86-part-0">
            <a:extLst xmlns:a="http://schemas.openxmlformats.org/drawingml/2006/main">
              <a:ext uri="{FF2B5EF4-FFF2-40B4-BE49-F238E27FC236}">
                <a16:creationId xmlns:a16="http://schemas.microsoft.com/office/drawing/2014/main" id="{E49A1DC3-CD37-493C-A1F4-8F50FCA4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8359" y="1967821"/>
            <a:ext cx="509399" cy="195398"/>
          </a:xfrm>
          <a:custGeom xmlns:a="http://schemas.openxmlformats.org/drawingml/2006/main">
            <a:pathLst>
              <a:path w="509399" h="195398">
                <a:moveTo>
                  <a:pt x="0" y="160706"/>
                </a:moveTo>
                <a:lnTo>
                  <a:pt x="32720" y="118974"/>
                </a:lnTo>
                <a:lnTo>
                  <a:pt x="66688" y="83032"/>
                </a:lnTo>
                <a:lnTo>
                  <a:pt x="133398" y="32707"/>
                </a:lnTo>
                <a:lnTo>
                  <a:pt x="201294" y="6108"/>
                </a:lnTo>
                <a:lnTo>
                  <a:pt x="268362" y="0"/>
                </a:lnTo>
                <a:lnTo>
                  <a:pt x="333578" y="9031"/>
                </a:lnTo>
                <a:lnTo>
                  <a:pt x="385008" y="25448"/>
                </a:lnTo>
                <a:lnTo>
                  <a:pt x="367910" y="79010"/>
                </a:lnTo>
                <a:lnTo>
                  <a:pt x="318782" y="63327"/>
                </a:lnTo>
                <a:lnTo>
                  <a:pt x="323474" y="64393"/>
                </a:lnTo>
                <a:lnTo>
                  <a:pt x="263843" y="56136"/>
                </a:lnTo>
                <a:lnTo>
                  <a:pt x="270249" y="56286"/>
                </a:lnTo>
                <a:lnTo>
                  <a:pt x="210376" y="61738"/>
                </a:lnTo>
                <a:lnTo>
                  <a:pt x="218081" y="59917"/>
                </a:lnTo>
                <a:lnTo>
                  <a:pt x="157501" y="83649"/>
                </a:lnTo>
                <a:lnTo>
                  <a:pt x="164177" y="79917"/>
                </a:lnTo>
                <a:lnTo>
                  <a:pt x="102430" y="126497"/>
                </a:lnTo>
                <a:lnTo>
                  <a:pt x="105932" y="123363"/>
                </a:lnTo>
                <a:lnTo>
                  <a:pt x="74477" y="156649"/>
                </a:lnTo>
                <a:lnTo>
                  <a:pt x="76167" y="154686"/>
                </a:lnTo>
                <a:lnTo>
                  <a:pt x="44245" y="195398"/>
                </a:lnTo>
                <a:lnTo>
                  <a:pt x="0" y="160706"/>
                </a:lnTo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86-part-1">
            <a:extLst xmlns:a="http://schemas.openxmlformats.org/drawingml/2006/main">
              <a:ext uri="{FF2B5EF4-FFF2-40B4-BE49-F238E27FC236}">
                <a16:creationId xmlns:a16="http://schemas.microsoft.com/office/drawing/2014/main" id="{D69A8D7E-658B-4A36-8562-E0EF198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8359" y="1967821"/>
            <a:ext cx="509399" cy="195398"/>
          </a:xfrm>
          <a:custGeom xmlns:a="http://schemas.openxmlformats.org/drawingml/2006/main">
            <a:pathLst>
              <a:path w="509399" h="195398">
                <a:moveTo>
                  <a:pt x="377264" y="-36666"/>
                </a:moveTo>
                <a:lnTo>
                  <a:pt x="509399" y="97884"/>
                </a:lnTo>
                <a:lnTo>
                  <a:pt x="322478" y="122862"/>
                </a:lnTo>
                <a:lnTo>
                  <a:pt x="377264" y="-36666"/>
                </a:lnTo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87-part-0">
            <a:extLst xmlns:a="http://schemas.openxmlformats.org/drawingml/2006/main">
              <a:ext uri="{FF2B5EF4-FFF2-40B4-BE49-F238E27FC236}">
                <a16:creationId xmlns:a16="http://schemas.microsoft.com/office/drawing/2014/main" id="{48E33086-9FF0-4016-8DCF-8020453C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1808" y="1779032"/>
            <a:ext cx="758672" cy="800864"/>
          </a:xfrm>
          <a:custGeom xmlns:a="http://schemas.openxmlformats.org/drawingml/2006/main">
            <a:pathLst>
              <a:path w="758672" h="800864">
                <a:moveTo>
                  <a:pt x="41200" y="794924"/>
                </a:moveTo>
                <a:lnTo>
                  <a:pt x="46965" y="740671"/>
                </a:lnTo>
                <a:lnTo>
                  <a:pt x="46810" y="743992"/>
                </a:lnTo>
                <a:lnTo>
                  <a:pt x="46133" y="689886"/>
                </a:lnTo>
                <a:lnTo>
                  <a:pt x="46369" y="693180"/>
                </a:lnTo>
                <a:lnTo>
                  <a:pt x="32352" y="585993"/>
                </a:lnTo>
                <a:lnTo>
                  <a:pt x="32604" y="587566"/>
                </a:lnTo>
                <a:lnTo>
                  <a:pt x="12627" y="481810"/>
                </a:lnTo>
                <a:lnTo>
                  <a:pt x="0" y="377636"/>
                </a:lnTo>
                <a:lnTo>
                  <a:pt x="914" y="324701"/>
                </a:lnTo>
                <a:lnTo>
                  <a:pt x="9356" y="272575"/>
                </a:lnTo>
                <a:lnTo>
                  <a:pt x="27368" y="221394"/>
                </a:lnTo>
                <a:lnTo>
                  <a:pt x="56650" y="172063"/>
                </a:lnTo>
                <a:lnTo>
                  <a:pt x="98431" y="125386"/>
                </a:lnTo>
                <a:lnTo>
                  <a:pt x="153781" y="81716"/>
                </a:lnTo>
                <a:lnTo>
                  <a:pt x="223961" y="41042"/>
                </a:lnTo>
                <a:lnTo>
                  <a:pt x="317892" y="0"/>
                </a:lnTo>
                <a:lnTo>
                  <a:pt x="428921" y="25880"/>
                </a:lnTo>
                <a:lnTo>
                  <a:pt x="514720" y="50906"/>
                </a:lnTo>
                <a:lnTo>
                  <a:pt x="585371" y="76825"/>
                </a:lnTo>
                <a:lnTo>
                  <a:pt x="642488" y="103460"/>
                </a:lnTo>
                <a:lnTo>
                  <a:pt x="687636" y="130695"/>
                </a:lnTo>
                <a:lnTo>
                  <a:pt x="726341" y="161731"/>
                </a:lnTo>
                <a:lnTo>
                  <a:pt x="740811" y="198666"/>
                </a:lnTo>
                <a:lnTo>
                  <a:pt x="688461" y="219177"/>
                </a:lnTo>
                <a:lnTo>
                  <a:pt x="676726" y="189226"/>
                </a:lnTo>
                <a:lnTo>
                  <a:pt x="685315" y="200902"/>
                </a:lnTo>
                <a:lnTo>
                  <a:pt x="653923" y="175731"/>
                </a:lnTo>
                <a:lnTo>
                  <a:pt x="656990" y="177871"/>
                </a:lnTo>
                <a:lnTo>
                  <a:pt x="614728" y="152375"/>
                </a:lnTo>
                <a:lnTo>
                  <a:pt x="617367" y="153782"/>
                </a:lnTo>
                <a:lnTo>
                  <a:pt x="562690" y="128285"/>
                </a:lnTo>
                <a:lnTo>
                  <a:pt x="564889" y="129200"/>
                </a:lnTo>
                <a:lnTo>
                  <a:pt x="496250" y="104019"/>
                </a:lnTo>
                <a:lnTo>
                  <a:pt x="498060" y="104613"/>
                </a:lnTo>
                <a:lnTo>
                  <a:pt x="413918" y="80071"/>
                </a:lnTo>
                <a:lnTo>
                  <a:pt x="415410" y="80461"/>
                </a:lnTo>
                <a:lnTo>
                  <a:pt x="314217" y="56874"/>
                </a:lnTo>
                <a:lnTo>
                  <a:pt x="331853" y="55257"/>
                </a:lnTo>
                <a:lnTo>
                  <a:pt x="247933" y="91925"/>
                </a:lnTo>
                <a:lnTo>
                  <a:pt x="250773" y="90488"/>
                </a:lnTo>
                <a:lnTo>
                  <a:pt x="183713" y="129353"/>
                </a:lnTo>
                <a:lnTo>
                  <a:pt x="187030" y="127100"/>
                </a:lnTo>
                <a:lnTo>
                  <a:pt x="135167" y="168018"/>
                </a:lnTo>
                <a:lnTo>
                  <a:pt x="138702" y="164698"/>
                </a:lnTo>
                <a:lnTo>
                  <a:pt x="100373" y="207520"/>
                </a:lnTo>
                <a:lnTo>
                  <a:pt x="103599" y="203119"/>
                </a:lnTo>
                <a:lnTo>
                  <a:pt x="77138" y="247700"/>
                </a:lnTo>
                <a:lnTo>
                  <a:pt x="79481" y="242684"/>
                </a:lnTo>
                <a:lnTo>
                  <a:pt x="63223" y="288877"/>
                </a:lnTo>
                <a:lnTo>
                  <a:pt x="64457" y="284038"/>
                </a:lnTo>
                <a:lnTo>
                  <a:pt x="56736" y="331697"/>
                </a:lnTo>
                <a:lnTo>
                  <a:pt x="57094" y="327687"/>
                </a:lnTo>
                <a:lnTo>
                  <a:pt x="56251" y="376664"/>
                </a:lnTo>
                <a:lnTo>
                  <a:pt x="56051" y="372798"/>
                </a:lnTo>
                <a:lnTo>
                  <a:pt x="68330" y="474123"/>
                </a:lnTo>
                <a:lnTo>
                  <a:pt x="68045" y="472287"/>
                </a:lnTo>
                <a:lnTo>
                  <a:pt x="87999" y="577912"/>
                </a:lnTo>
                <a:lnTo>
                  <a:pt x="102332" y="687530"/>
                </a:lnTo>
                <a:lnTo>
                  <a:pt x="103051" y="744955"/>
                </a:lnTo>
                <a:lnTo>
                  <a:pt x="97109" y="800864"/>
                </a:lnTo>
                <a:lnTo>
                  <a:pt x="41200" y="794924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87-part-1">
            <a:extLst xmlns:a="http://schemas.openxmlformats.org/drawingml/2006/main">
              <a:ext uri="{FF2B5EF4-FFF2-40B4-BE49-F238E27FC236}">
                <a16:creationId xmlns:a16="http://schemas.microsoft.com/office/drawing/2014/main" id="{2327C569-62FB-4135-AAD9-7655363A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1808" y="1779032"/>
            <a:ext cx="758672" cy="800864"/>
          </a:xfrm>
          <a:custGeom xmlns:a="http://schemas.openxmlformats.org/drawingml/2006/main">
            <a:pathLst>
              <a:path w="758672" h="800864">
                <a:moveTo>
                  <a:pt x="785919" y="155803"/>
                </a:moveTo>
                <a:lnTo>
                  <a:pt x="758672" y="342406"/>
                </a:lnTo>
                <a:lnTo>
                  <a:pt x="625739" y="208647"/>
                </a:lnTo>
                <a:lnTo>
                  <a:pt x="785919" y="155803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D0F108A2-D524-40E8-BC50-EF50C0AD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2091" y="1682428"/>
            <a:ext cx="604672" cy="22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1" i="0">
                <a:solidFill>
                  <a:srgbClr val="4EA7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1" i="0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594" b="1" i="0">
                <a:solidFill>
                  <a:srgbClr val="4EA72E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sp>
        <p:nvSpPr>
          <p:cNvPr id="9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F54F0B04-2076-4E76-A5A6-A02C4953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1998" y="2300893"/>
            <a:ext cx="323574" cy="22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594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MP</a:t>
            </a:r>
          </a:p>
        </p:txBody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D5E8A5-2AA2-44D6-A82F-2C18E5E7F1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98f4d7ff3413d"/>
          <a:srcRect xmlns:a="http://schemas.openxmlformats.org/drawingml/2006/main" l="0" t="450" r="0" b="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5318" y="974537"/>
            <a:ext cx="1518054" cy="1686725"/>
          </a:xfrm>
          <a:prstGeom xmlns:a="http://schemas.openxmlformats.org/drawingml/2006/main" prst="rect">
            <a:avLst/>
          </a:prstGeom>
        </p:spPr>
      </p:pic>
      <p:sp>
        <p:nvSpPr>
          <p:cNvPr id="100" name="source-photo-2">
            <a:extLst xmlns:a="http://schemas.openxmlformats.org/drawingml/2006/main">
              <a:ext uri="{FF2B5EF4-FFF2-40B4-BE49-F238E27FC236}">
                <a16:creationId xmlns:a16="http://schemas.microsoft.com/office/drawing/2014/main" id="{E2FDA48A-7A37-454F-B2A2-4E5096B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5318" y="974537"/>
            <a:ext cx="1518054" cy="168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pdf-path-91-part-0">
            <a:extLst xmlns:a="http://schemas.openxmlformats.org/drawingml/2006/main">
              <a:ext uri="{FF2B5EF4-FFF2-40B4-BE49-F238E27FC236}">
                <a16:creationId xmlns:a16="http://schemas.microsoft.com/office/drawing/2014/main" id="{F82D3904-EDF3-4661-8F6F-7510C87D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7002" y="1761653"/>
            <a:ext cx="490980" cy="194989"/>
          </a:xfrm>
          <a:custGeom xmlns:a="http://schemas.openxmlformats.org/drawingml/2006/main">
            <a:pathLst>
              <a:path w="490980" h="194989">
                <a:moveTo>
                  <a:pt x="0" y="161142"/>
                </a:moveTo>
                <a:lnTo>
                  <a:pt x="31469" y="119401"/>
                </a:lnTo>
                <a:lnTo>
                  <a:pt x="64173" y="83410"/>
                </a:lnTo>
                <a:lnTo>
                  <a:pt x="128504" y="32938"/>
                </a:lnTo>
                <a:lnTo>
                  <a:pt x="194233" y="6158"/>
                </a:lnTo>
                <a:lnTo>
                  <a:pt x="259267" y="0"/>
                </a:lnTo>
                <a:lnTo>
                  <a:pt x="322440" y="9097"/>
                </a:lnTo>
                <a:lnTo>
                  <a:pt x="367464" y="24189"/>
                </a:lnTo>
                <a:lnTo>
                  <a:pt x="349596" y="77497"/>
                </a:lnTo>
                <a:lnTo>
                  <a:pt x="306981" y="63212"/>
                </a:lnTo>
                <a:lnTo>
                  <a:pt x="311909" y="64384"/>
                </a:lnTo>
                <a:lnTo>
                  <a:pt x="254572" y="56127"/>
                </a:lnTo>
                <a:lnTo>
                  <a:pt x="261228" y="56290"/>
                </a:lnTo>
                <a:lnTo>
                  <a:pt x="203657" y="61741"/>
                </a:lnTo>
                <a:lnTo>
                  <a:pt x="211614" y="59789"/>
                </a:lnTo>
                <a:lnTo>
                  <a:pt x="153364" y="83521"/>
                </a:lnTo>
                <a:lnTo>
                  <a:pt x="160111" y="79604"/>
                </a:lnTo>
                <a:lnTo>
                  <a:pt x="100738" y="126185"/>
                </a:lnTo>
                <a:lnTo>
                  <a:pt x="104192" y="122973"/>
                </a:lnTo>
                <a:lnTo>
                  <a:pt x="73945" y="156258"/>
                </a:lnTo>
                <a:lnTo>
                  <a:pt x="75587" y="154277"/>
                </a:lnTo>
                <a:lnTo>
                  <a:pt x="44893" y="194989"/>
                </a:lnTo>
                <a:lnTo>
                  <a:pt x="0" y="161142"/>
                </a:lnTo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91-part-1">
            <a:extLst xmlns:a="http://schemas.openxmlformats.org/drawingml/2006/main">
              <a:ext uri="{FF2B5EF4-FFF2-40B4-BE49-F238E27FC236}">
                <a16:creationId xmlns:a16="http://schemas.microsoft.com/office/drawing/2014/main" id="{06B979A4-9D3F-4B65-895C-13DA81FD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7002" y="1761653"/>
            <a:ext cx="490980" cy="194989"/>
          </a:xfrm>
          <a:custGeom xmlns:a="http://schemas.openxmlformats.org/drawingml/2006/main">
            <a:pathLst>
              <a:path w="490980" h="194989">
                <a:moveTo>
                  <a:pt x="360271" y="-38038"/>
                </a:moveTo>
                <a:lnTo>
                  <a:pt x="490980" y="97897"/>
                </a:lnTo>
                <a:lnTo>
                  <a:pt x="303809" y="120904"/>
                </a:lnTo>
                <a:lnTo>
                  <a:pt x="360271" y="-38038"/>
                </a:lnTo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92-part-0">
            <a:extLst xmlns:a="http://schemas.openxmlformats.org/drawingml/2006/main">
              <a:ext uri="{FF2B5EF4-FFF2-40B4-BE49-F238E27FC236}">
                <a16:creationId xmlns:a16="http://schemas.microsoft.com/office/drawing/2014/main" id="{FD1B5B74-C5E6-4CBD-91FE-6EF2FE7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1835" y="1893506"/>
            <a:ext cx="496355" cy="537533"/>
          </a:xfrm>
          <a:custGeom xmlns:a="http://schemas.openxmlformats.org/drawingml/2006/main">
            <a:pathLst>
              <a:path w="496355" h="537533">
                <a:moveTo>
                  <a:pt x="0" y="529445"/>
                </a:moveTo>
                <a:lnTo>
                  <a:pt x="14590" y="429072"/>
                </a:lnTo>
                <a:lnTo>
                  <a:pt x="29341" y="342202"/>
                </a:lnTo>
                <a:lnTo>
                  <a:pt x="44675" y="267905"/>
                </a:lnTo>
                <a:lnTo>
                  <a:pt x="61096" y="204996"/>
                </a:lnTo>
                <a:lnTo>
                  <a:pt x="79189" y="152260"/>
                </a:lnTo>
                <a:lnTo>
                  <a:pt x="99672" y="108529"/>
                </a:lnTo>
                <a:lnTo>
                  <a:pt x="123382" y="72876"/>
                </a:lnTo>
                <a:lnTo>
                  <a:pt x="152041" y="43812"/>
                </a:lnTo>
                <a:lnTo>
                  <a:pt x="216557" y="10975"/>
                </a:lnTo>
                <a:lnTo>
                  <a:pt x="294449" y="0"/>
                </a:lnTo>
                <a:lnTo>
                  <a:pt x="356053" y="534"/>
                </a:lnTo>
                <a:lnTo>
                  <a:pt x="355564" y="56756"/>
                </a:lnTo>
                <a:lnTo>
                  <a:pt x="296054" y="56241"/>
                </a:lnTo>
                <a:lnTo>
                  <a:pt x="300220" y="55968"/>
                </a:lnTo>
                <a:lnTo>
                  <a:pt x="229048" y="65994"/>
                </a:lnTo>
                <a:lnTo>
                  <a:pt x="237876" y="63211"/>
                </a:lnTo>
                <a:lnTo>
                  <a:pt x="181610" y="91851"/>
                </a:lnTo>
                <a:lnTo>
                  <a:pt x="188873" y="86537"/>
                </a:lnTo>
                <a:lnTo>
                  <a:pt x="165313" y="110430"/>
                </a:lnTo>
                <a:lnTo>
                  <a:pt x="168704" y="106258"/>
                </a:lnTo>
                <a:lnTo>
                  <a:pt x="147649" y="137918"/>
                </a:lnTo>
                <a:lnTo>
                  <a:pt x="149700" y="134276"/>
                </a:lnTo>
                <a:lnTo>
                  <a:pt x="130747" y="174739"/>
                </a:lnTo>
                <a:lnTo>
                  <a:pt x="131879" y="171937"/>
                </a:lnTo>
                <a:lnTo>
                  <a:pt x="114622" y="222241"/>
                </a:lnTo>
                <a:lnTo>
                  <a:pt x="115231" y="220219"/>
                </a:lnTo>
                <a:lnTo>
                  <a:pt x="99261" y="281400"/>
                </a:lnTo>
                <a:lnTo>
                  <a:pt x="99594" y="279983"/>
                </a:lnTo>
                <a:lnTo>
                  <a:pt x="84504" y="353080"/>
                </a:lnTo>
                <a:lnTo>
                  <a:pt x="84688" y="352104"/>
                </a:lnTo>
                <a:lnTo>
                  <a:pt x="70077" y="438154"/>
                </a:lnTo>
                <a:lnTo>
                  <a:pt x="70181" y="437492"/>
                </a:lnTo>
                <a:lnTo>
                  <a:pt x="55640" y="537533"/>
                </a:lnTo>
                <a:lnTo>
                  <a:pt x="0" y="529445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92-part-1">
            <a:extLst xmlns:a="http://schemas.openxmlformats.org/drawingml/2006/main">
              <a:ext uri="{FF2B5EF4-FFF2-40B4-BE49-F238E27FC236}">
                <a16:creationId xmlns:a16="http://schemas.microsoft.com/office/drawing/2014/main" id="{F154024C-1F9D-48F9-89CA-9AA72CF6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1835" y="1893506"/>
            <a:ext cx="496355" cy="537533"/>
          </a:xfrm>
          <a:custGeom xmlns:a="http://schemas.openxmlformats.org/drawingml/2006/main">
            <a:pathLst>
              <a:path w="496355" h="537533">
                <a:moveTo>
                  <a:pt x="328945" y="-56097"/>
                </a:moveTo>
                <a:lnTo>
                  <a:pt x="496355" y="30721"/>
                </a:lnTo>
                <a:lnTo>
                  <a:pt x="326456" y="112558"/>
                </a:lnTo>
                <a:lnTo>
                  <a:pt x="328945" y="-56097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0093712D-E15C-4619-BCD4-8FF31B48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0380" y="2244669"/>
            <a:ext cx="323574" cy="22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594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MP</a:t>
            </a:r>
          </a:p>
        </p:txBody>
      </p:sp>
      <p:sp>
        <p:nvSpPr>
          <p:cNvPr id="106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38FC9812-1DC3-4CF9-B101-644FDA5F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9156" y="1513755"/>
            <a:ext cx="604672" cy="22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1" i="0">
                <a:solidFill>
                  <a:srgbClr val="4EA7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1" i="0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594" b="1" i="0">
                <a:solidFill>
                  <a:srgbClr val="4EA72E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BCCE36-E213-41F8-BE68-542B71A45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e29ae5cf249e4"/>
          <a:srcRect xmlns:a="http://schemas.openxmlformats.org/drawingml/2006/main" l="0" t="379" r="0" b="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38562" y="655933"/>
            <a:ext cx="2436380" cy="2698760"/>
          </a:xfrm>
          <a:prstGeom xmlns:a="http://schemas.openxmlformats.org/drawingml/2006/main" prst="rect">
            <a:avLst/>
          </a:prstGeom>
        </p:spPr>
      </p:pic>
      <p:sp>
        <p:nvSpPr>
          <p:cNvPr id="108" name="source-photo-3">
            <a:extLst xmlns:a="http://schemas.openxmlformats.org/drawingml/2006/main">
              <a:ext uri="{FF2B5EF4-FFF2-40B4-BE49-F238E27FC236}">
                <a16:creationId xmlns:a16="http://schemas.microsoft.com/office/drawing/2014/main" id="{00466216-7491-4F6A-90C7-5C19E08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8562" y="655933"/>
            <a:ext cx="2436380" cy="269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pdf-path-96-part-0">
            <a:extLst xmlns:a="http://schemas.openxmlformats.org/drawingml/2006/main">
              <a:ext uri="{FF2B5EF4-FFF2-40B4-BE49-F238E27FC236}">
                <a16:creationId xmlns:a16="http://schemas.microsoft.com/office/drawing/2014/main" id="{B4179B6A-FC2E-496C-8147-E0177D93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9346" y="2519319"/>
            <a:ext cx="1274192" cy="584775"/>
          </a:xfrm>
          <a:custGeom xmlns:a="http://schemas.openxmlformats.org/drawingml/2006/main">
            <a:pathLst>
              <a:path w="1274192" h="584775">
                <a:moveTo>
                  <a:pt x="0" y="542473"/>
                </a:moveTo>
                <a:lnTo>
                  <a:pt x="55930" y="493507"/>
                </a:lnTo>
                <a:lnTo>
                  <a:pt x="54589" y="494760"/>
                </a:lnTo>
                <a:lnTo>
                  <a:pt x="103651" y="445794"/>
                </a:lnTo>
                <a:lnTo>
                  <a:pt x="103230" y="446224"/>
                </a:lnTo>
                <a:lnTo>
                  <a:pt x="197836" y="347665"/>
                </a:lnTo>
                <a:lnTo>
                  <a:pt x="252503" y="297331"/>
                </a:lnTo>
                <a:lnTo>
                  <a:pt x="317241" y="246851"/>
                </a:lnTo>
                <a:lnTo>
                  <a:pt x="395948" y="196491"/>
                </a:lnTo>
                <a:lnTo>
                  <a:pt x="493234" y="146019"/>
                </a:lnTo>
                <a:lnTo>
                  <a:pt x="592165" y="111375"/>
                </a:lnTo>
                <a:lnTo>
                  <a:pt x="690131" y="83757"/>
                </a:lnTo>
                <a:lnTo>
                  <a:pt x="884054" y="42840"/>
                </a:lnTo>
                <a:lnTo>
                  <a:pt x="1077062" y="10226"/>
                </a:lnTo>
                <a:lnTo>
                  <a:pt x="1076499" y="10327"/>
                </a:lnTo>
                <a:lnTo>
                  <a:pt x="1130854" y="0"/>
                </a:lnTo>
                <a:lnTo>
                  <a:pt x="1141349" y="55236"/>
                </a:lnTo>
                <a:lnTo>
                  <a:pt x="1086713" y="65616"/>
                </a:lnTo>
                <a:lnTo>
                  <a:pt x="893985" y="98183"/>
                </a:lnTo>
                <a:lnTo>
                  <a:pt x="895104" y="97970"/>
                </a:lnTo>
                <a:lnTo>
                  <a:pt x="702658" y="138576"/>
                </a:lnTo>
                <a:lnTo>
                  <a:pt x="704481" y="138127"/>
                </a:lnTo>
                <a:lnTo>
                  <a:pt x="608259" y="165253"/>
                </a:lnTo>
                <a:lnTo>
                  <a:pt x="609923" y="164728"/>
                </a:lnTo>
                <a:lnTo>
                  <a:pt x="513700" y="198424"/>
                </a:lnTo>
                <a:lnTo>
                  <a:pt x="517354" y="196846"/>
                </a:lnTo>
                <a:lnTo>
                  <a:pt x="422971" y="245812"/>
                </a:lnTo>
                <a:lnTo>
                  <a:pt x="425178" y="244538"/>
                </a:lnTo>
                <a:lnTo>
                  <a:pt x="348646" y="293505"/>
                </a:lnTo>
                <a:lnTo>
                  <a:pt x="350781" y="291994"/>
                </a:lnTo>
                <a:lnTo>
                  <a:pt x="287985" y="340961"/>
                </a:lnTo>
                <a:lnTo>
                  <a:pt x="289740" y="339473"/>
                </a:lnTo>
                <a:lnTo>
                  <a:pt x="236558" y="388440"/>
                </a:lnTo>
                <a:lnTo>
                  <a:pt x="237796" y="387226"/>
                </a:lnTo>
                <a:lnTo>
                  <a:pt x="143582" y="485376"/>
                </a:lnTo>
                <a:lnTo>
                  <a:pt x="93657" y="535204"/>
                </a:lnTo>
                <a:lnTo>
                  <a:pt x="37036" y="584775"/>
                </a:lnTo>
                <a:lnTo>
                  <a:pt x="0" y="542473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96-part-1">
            <a:extLst xmlns:a="http://schemas.openxmlformats.org/drawingml/2006/main">
              <a:ext uri="{FF2B5EF4-FFF2-40B4-BE49-F238E27FC236}">
                <a16:creationId xmlns:a16="http://schemas.microsoft.com/office/drawing/2014/main" id="{4F54385F-3B59-421B-87A3-3534BA5D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9346" y="2519319"/>
            <a:ext cx="1274192" cy="584775"/>
          </a:xfrm>
          <a:custGeom xmlns:a="http://schemas.openxmlformats.org/drawingml/2006/main">
            <a:pathLst>
              <a:path w="1274192" h="584775">
                <a:moveTo>
                  <a:pt x="1092740" y="-49989"/>
                </a:moveTo>
                <a:lnTo>
                  <a:pt x="1274192" y="1382"/>
                </a:lnTo>
                <a:lnTo>
                  <a:pt x="1124224" y="115719"/>
                </a:lnTo>
                <a:lnTo>
                  <a:pt x="1092740" y="-49989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97-part-0">
            <a:extLst xmlns:a="http://schemas.openxmlformats.org/drawingml/2006/main">
              <a:ext uri="{FF2B5EF4-FFF2-40B4-BE49-F238E27FC236}">
                <a16:creationId xmlns:a16="http://schemas.microsoft.com/office/drawing/2014/main" id="{1D4E75F1-BF76-48A4-AC0B-B640A5E3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932" y="2342649"/>
            <a:ext cx="509398" cy="195398"/>
          </a:xfrm>
          <a:custGeom xmlns:a="http://schemas.openxmlformats.org/drawingml/2006/main">
            <a:pathLst>
              <a:path w="509398" h="195398">
                <a:moveTo>
                  <a:pt x="0" y="160706"/>
                </a:moveTo>
                <a:lnTo>
                  <a:pt x="32720" y="118974"/>
                </a:lnTo>
                <a:lnTo>
                  <a:pt x="66688" y="83032"/>
                </a:lnTo>
                <a:lnTo>
                  <a:pt x="133397" y="32706"/>
                </a:lnTo>
                <a:lnTo>
                  <a:pt x="201294" y="6108"/>
                </a:lnTo>
                <a:lnTo>
                  <a:pt x="268362" y="0"/>
                </a:lnTo>
                <a:lnTo>
                  <a:pt x="333577" y="9030"/>
                </a:lnTo>
                <a:lnTo>
                  <a:pt x="385008" y="25448"/>
                </a:lnTo>
                <a:lnTo>
                  <a:pt x="367910" y="79009"/>
                </a:lnTo>
                <a:lnTo>
                  <a:pt x="318782" y="63326"/>
                </a:lnTo>
                <a:lnTo>
                  <a:pt x="323476" y="64392"/>
                </a:lnTo>
                <a:lnTo>
                  <a:pt x="263843" y="56135"/>
                </a:lnTo>
                <a:lnTo>
                  <a:pt x="270249" y="56285"/>
                </a:lnTo>
                <a:lnTo>
                  <a:pt x="210376" y="61738"/>
                </a:lnTo>
                <a:lnTo>
                  <a:pt x="218080" y="59917"/>
                </a:lnTo>
                <a:lnTo>
                  <a:pt x="157501" y="83649"/>
                </a:lnTo>
                <a:lnTo>
                  <a:pt x="164177" y="79916"/>
                </a:lnTo>
                <a:lnTo>
                  <a:pt x="102429" y="126496"/>
                </a:lnTo>
                <a:lnTo>
                  <a:pt x="105932" y="123362"/>
                </a:lnTo>
                <a:lnTo>
                  <a:pt x="74477" y="156649"/>
                </a:lnTo>
                <a:lnTo>
                  <a:pt x="76167" y="154686"/>
                </a:lnTo>
                <a:lnTo>
                  <a:pt x="44245" y="195398"/>
                </a:lnTo>
                <a:lnTo>
                  <a:pt x="0" y="160706"/>
                </a:lnTo>
              </a:path>
            </a:pathLst>
          </a:cu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97-part-1">
            <a:extLst xmlns:a="http://schemas.openxmlformats.org/drawingml/2006/main">
              <a:ext uri="{FF2B5EF4-FFF2-40B4-BE49-F238E27FC236}">
                <a16:creationId xmlns:a16="http://schemas.microsoft.com/office/drawing/2014/main" id="{40411ABC-6DDF-4363-A38C-B1361655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932" y="2342649"/>
            <a:ext cx="509398" cy="195398"/>
          </a:xfrm>
          <a:custGeom xmlns:a="http://schemas.openxmlformats.org/drawingml/2006/main">
            <a:pathLst>
              <a:path w="509398" h="195398">
                <a:moveTo>
                  <a:pt x="377264" y="-36666"/>
                </a:moveTo>
                <a:lnTo>
                  <a:pt x="509398" y="97883"/>
                </a:lnTo>
                <a:lnTo>
                  <a:pt x="322478" y="122861"/>
                </a:lnTo>
                <a:lnTo>
                  <a:pt x="377264" y="-36666"/>
                </a:lnTo>
              </a:path>
            </a:pathLst>
          </a:cu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E78B8946-B4B9-4782-B7D2-7C91F2BA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6324" y="2525789"/>
            <a:ext cx="323574" cy="22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594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MP</a:t>
            </a:r>
          </a:p>
        </p:txBody>
      </p:sp>
      <p:sp>
        <p:nvSpPr>
          <p:cNvPr id="114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7629C6B5-238F-4639-A45B-6F27EED9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62235" y="2544531"/>
            <a:ext cx="290082" cy="22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1" i="0">
                <a:solidFill>
                  <a:srgbClr val="0F9E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1" i="0">
                <a:solidFill>
                  <a:srgbClr val="0F9ED5"/>
                </a:solidFill>
                <a:latin typeface="Arial"/>
                <a:ea typeface="Arial"/>
                <a:cs typeface="Arial"/>
              </a:defRPr>
            </a:pPr>
            <a:r>
              <a:rPr sz="1594" b="1" i="0">
                <a:solidFill>
                  <a:srgbClr val="0F9ED5"/>
                </a:solidFill>
                <a:latin typeface="Arial"/>
                <a:ea typeface="Arial"/>
                <a:cs typeface="Arial"/>
              </a:rPr>
              <a:t>BC</a:t>
            </a:r>
          </a:p>
        </p:txBody>
      </p:sp>
    </p:spTree>
    <p:extLst>
      <p:ext uri="{BB962C8B-B14F-4D97-AF65-F5344CB8AC3E}">
        <p14:creationId xmlns:p14="http://schemas.microsoft.com/office/powerpoint/2010/main" val="301102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2026-10-09T20:53:14.9330000Z</dcterms:created>
  <dcterms:modified xsi:type="dcterms:W3CDTF">2026-10-09T20:53:14.9330000Z</dcterms:modified>
</coreProperties>
</file>