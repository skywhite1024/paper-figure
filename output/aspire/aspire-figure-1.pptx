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864f46ab894761" /><Relationship Type="http://schemas.openxmlformats.org/officeDocument/2006/relationships/extended-properties" Target="/docProps/app.xml" Id="R6144658d7f6e4272" /><Relationship Type="http://schemas.openxmlformats.org/officeDocument/2006/relationships/officeDocument" Target="/ppt/presentation.xml" Id="Rb6e679041d2d4f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d6b08698674e3b"/>
  </p:sldMasterIdLst>
  <p:notesMasterIdLst>
    <p:notesMasterId xmlns:r="http://schemas.openxmlformats.org/officeDocument/2006/relationships" r:id="Rfef0f0e2188543a6"/>
  </p:notesMasterIdLst>
  <p:sldIdLst>
    <p:sldId xmlns:r="http://schemas.openxmlformats.org/officeDocument/2006/relationships" id="256" r:id="Re79689190dc745a1"/>
  </p:sldIdLst>
  <p:sldSz cx="13515975" cy="8448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76b75c852547b3" /><Relationship Type="http://schemas.openxmlformats.org/officeDocument/2006/relationships/slideMaster" Target="/ppt/slideMasters/slideMaster1.xml" Id="Rb8d6b08698674e3b" /><Relationship Type="http://schemas.openxmlformats.org/officeDocument/2006/relationships/notesMaster" Target="/ppt/notesMasters/notesMaster1.xml" Id="Rfef0f0e2188543a6" /><Relationship Type="http://schemas.openxmlformats.org/officeDocument/2006/relationships/presProps" Target="/ppt/presProps.xml" Id="Rf8ebeb98e4e847fb" /><Relationship Type="http://schemas.openxmlformats.org/officeDocument/2006/relationships/tableStyles" Target="/ppt/tableStyles.xml" Id="Rf5cdc95be06c405d" /><Relationship Type="http://schemas.openxmlformats.org/officeDocument/2006/relationships/slide" Target="/ppt/slides/slide1.xml" Id="Re79689190dc745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0f6e40e66647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3a7e1d3e6d4552" /><Relationship Type="http://schemas.openxmlformats.org/officeDocument/2006/relationships/notesMaster" Target="/ppt/notesMasters/notesMaster1.xml" Id="Ra29ea73d7f684c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"ASPIRE: Agentic /Skills Discovery for Robotics",</a:t>
            </a:r>
          </a:p>
          <a:p xmlns:a="http://schemas.openxmlformats.org/drawingml/2006/main">
            <a:r>
              <a:t>  "paper_url": "https://arxiv.org/abs/2607.00272v1",</a:t>
            </a:r>
          </a:p>
          <a:p xmlns:a="http://schemas.openxmlformats.org/drawingml/2006/main">
            <a:r>
              <a:t>  "pdf_url": "https://arxiv.org/pdf/2607.00272v1",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"license": "arXiv page links CC BY 4.0; PDF also contains NVIDIA copyright notice. Figure-specific third-party assets not independently cleared for public redistribution. Private conversion only.",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"notes": "Original PDF vector geometry, colors and placement extracted, with individually clipped source raster assets. Original curves and zoom inset retained. Native labels use Arial/Courier New substitutions for source fonts. Freeform arrow paths remain editable points but are not semantic attached connectors. Code and evolutionary-search panels manually reconstructed as native text/shapes/connections from original pixels; typography and small routing differences remain. No full-figure raster backdrop. Code syntax colors simplified to a single function-line color to remain readable with substituted fonts.",</a:t>
            </a:r>
          </a:p>
          <a:p xmlns:a="http://schemas.openxmlformats.org/drawingml/2006/main">
            <a:r>
              <a:t>  "source_sha256": "9df00979a6d52c7fcfbcc9d17275fc5196e6431d872a0624fea642a63f9beefc",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61,</a:t>
            </a:r>
          </a:p>
          <a:p xmlns:a="http://schemas.openxmlformats.org/drawingml/2006/main">
            <a:r>
              <a:t>    84,</a:t>
            </a:r>
          </a:p>
          <a:p xmlns:a="http://schemas.openxmlformats.org/drawingml/2006/main">
            <a:r>
              <a:t>    534,</a:t>
            </a:r>
          </a:p>
          <a:p xmlns:a="http://schemas.openxmlformats.org/drawingml/2006/main">
            <a:r>
              <a:t>    368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"font_substitutions": {</a:t>
            </a:r>
          </a:p>
          <a:p xmlns:a="http://schemas.openxmlformats.org/drawingml/2006/main">
            <a:r>
              <a:t>    "NVIDIASans": "Arial",</a:t>
            </a:r>
          </a:p>
          <a:p xmlns:a="http://schemas.openxmlformats.org/drawingml/2006/main">
            <a:r>
              <a:t>    "ArialMT": "Arial",</a:t>
            </a:r>
          </a:p>
          <a:p xmlns:a="http://schemas.openxmlformats.org/drawingml/2006/main">
            <a:r>
              <a:t>    "ArialRoundedMTBold": "Arial Bold",</a:t>
            </a:r>
          </a:p>
          <a:p xmlns:a="http://schemas.openxmlformats.org/drawingml/2006/main">
            <a:r>
              <a:t>    "Consolas": "Courier New",</a:t>
            </a:r>
          </a:p>
          <a:p xmlns:a="http://schemas.openxmlformats.org/drawingml/2006/main">
            <a:r>
              <a:t>    "CourierNewPSMT": "Courier New"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"source_image_limit": "Only individual photos, diagnostic image pixels and decorative logo assets remain raster; the code/search mini-panels are native reconstructions.",</a:t>
            </a:r>
          </a:p>
          <a:p xmlns:a="http://schemas.openxmlformats.org/drawingml/2006/main">
            <a:r>
              <a:t>  "native_snippet_reconstruction": "Source code/search images replaced by native editable labels, boxes and arrows; original information and relative arrangement retained with small geometric/font approximation."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301006f4a46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d498c75d444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43d62712244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a406fef6043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2a207701c47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f6e12f4734e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5FB76C-C801-4B0B-B776-2C901D87D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51598" y="3191722"/>
            <a:ext cx="10812780" cy="1220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3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14A211-6968-4058-BF5B-E5DD47B399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27396" y="4646771"/>
            <a:ext cx="9461183" cy="9387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0EE948-90CF-4A2F-8326-5D51A45E14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51598" y="3520281"/>
            <a:ext cx="10812780" cy="140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65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31D55F-03DD-4308-A93B-6A716FA96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0274" y="657119"/>
            <a:ext cx="11995428" cy="1032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AB5DBF-A05B-489D-B409-41BBE91E95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0274" y="2346854"/>
            <a:ext cx="11995428" cy="5256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3425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1pPr>
            <a:lvl2pPr marL="591324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2pPr>
            <a:lvl3pPr marL="929223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3pPr>
            <a:lvl4pPr marL="1267123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4pPr>
            <a:lvl5pPr marL="1605022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5pPr>
            <a:lvl6pPr marL="1942921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6pPr>
            <a:lvl7pPr marL="2280821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7pPr>
            <a:lvl8pPr marL="2618720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8pPr>
            <a:lvl9pPr marL="2956620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38CDFD-880E-4A95-9725-A5BA64599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0274" y="657119"/>
            <a:ext cx="11995428" cy="1032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6C2BE2-73E2-4900-A8BC-D90B33F399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0274" y="2346854"/>
            <a:ext cx="5575340" cy="5256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3425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1pPr>
            <a:lvl2pPr marL="591324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2pPr>
            <a:lvl3pPr marL="929223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3pPr>
            <a:lvl4pPr marL="1267123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4pPr>
            <a:lvl5pPr marL="1605022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5pPr>
            <a:lvl6pPr marL="1942921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6pPr>
            <a:lvl7pPr marL="2280821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7pPr>
            <a:lvl8pPr marL="2618720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8pPr>
            <a:lvl9pPr marL="2956620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BCF57BC-60E6-413B-9C51-9C5A56880C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180362" y="2346854"/>
            <a:ext cx="5575340" cy="5256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2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3425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1pPr>
            <a:lvl2pPr marL="591324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2pPr>
            <a:lvl3pPr marL="929223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3pPr>
            <a:lvl4pPr marL="1267123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4pPr>
            <a:lvl5pPr marL="1605022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5pPr>
            <a:lvl6pPr marL="1942921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6pPr>
            <a:lvl7pPr marL="2280821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7pPr>
            <a:lvl8pPr marL="2618720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8pPr>
            <a:lvl9pPr marL="2956620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469983-5866-4EC1-AB16-A7EBA5AF31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0274" y="657119"/>
            <a:ext cx="11995428" cy="1032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9CC92B-DF93-40F4-B947-2F0AF20802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0274" y="2346854"/>
            <a:ext cx="5575340" cy="5256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9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3425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1pPr>
            <a:lvl2pPr marL="591324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2pPr>
            <a:lvl3pPr marL="929223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3pPr>
            <a:lvl4pPr marL="1267123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4pPr>
            <a:lvl5pPr marL="1605022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5pPr>
            <a:lvl6pPr marL="1942921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6pPr>
            <a:lvl7pPr marL="2280821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7pPr>
            <a:lvl8pPr marL="2618720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8pPr>
            <a:lvl9pPr marL="2956620" indent="-253425">
              <a:lnSpc>
                <a:spcPct val="110000"/>
              </a:lnSpc>
              <a:spcBef>
                <a:spcPts val="0"/>
              </a:spcBef>
              <a:spcAft>
                <a:spcPts val="13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0cee00fc5e4faa" /><Relationship Type="http://schemas.openxmlformats.org/officeDocument/2006/relationships/slideLayout" Target="/ppt/slideLayouts/slideLayout1.xml" Id="R46cb86d0757e4b7c" /><Relationship Type="http://schemas.openxmlformats.org/officeDocument/2006/relationships/slideLayout" Target="/ppt/slideLayouts/slideLayout2.xml" Id="Raf2462ff97d44850" /><Relationship Type="http://schemas.openxmlformats.org/officeDocument/2006/relationships/slideLayout" Target="/ppt/slideLayouts/slideLayout3.xml" Id="R636d913fc5a64799" /><Relationship Type="http://schemas.openxmlformats.org/officeDocument/2006/relationships/slideLayout" Target="/ppt/slideLayouts/slideLayout4.xml" Id="Rd840a6a7dda949d0" /><Relationship Type="http://schemas.openxmlformats.org/officeDocument/2006/relationships/slideLayout" Target="/ppt/slideLayouts/slideLayout5.xml" Id="R7e15b1e2f1034153" /><Relationship Type="http://schemas.openxmlformats.org/officeDocument/2006/relationships/slideLayout" Target="/ppt/slideLayouts/slideLayout6.xml" Id="R1f7064a8e311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b86d0757e4b7c"/>
    <p:sldLayoutId xmlns:r="http://schemas.openxmlformats.org/officeDocument/2006/relationships" id="2147483650" r:id="Raf2462ff97d44850"/>
    <p:sldLayoutId xmlns:r="http://schemas.openxmlformats.org/officeDocument/2006/relationships" id="2147483651" r:id="R636d913fc5a64799"/>
    <p:sldLayoutId xmlns:r="http://schemas.openxmlformats.org/officeDocument/2006/relationships" id="2147483652" r:id="Rd840a6a7dda949d0"/>
    <p:sldLayoutId xmlns:r="http://schemas.openxmlformats.org/officeDocument/2006/relationships" id="2147483653" r:id="R7e15b1e2f1034153"/>
    <p:sldLayoutId xmlns:r="http://schemas.openxmlformats.org/officeDocument/2006/relationships" id="2147483654" r:id="R1f7064a8e3114f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c32363491d4161" /><Relationship Type="http://schemas.openxmlformats.org/officeDocument/2006/relationships/image" Target="/ppt/media/image.png" Id="R9fb45a66ee0140a1" /><Relationship Type="http://schemas.openxmlformats.org/officeDocument/2006/relationships/image" Target="/ppt/media/image2.png" Id="R15a3c29836504d48" /><Relationship Type="http://schemas.openxmlformats.org/officeDocument/2006/relationships/image" Target="/ppt/media/image3.png" Id="Rdc80c7a78364466c" /><Relationship Type="http://schemas.openxmlformats.org/officeDocument/2006/relationships/image" Target="/ppt/media/image4.png" Id="R369fc8d2953c40bb" /><Relationship Type="http://schemas.openxmlformats.org/officeDocument/2006/relationships/image" Target="/ppt/media/image5.png" Id="R2b48c145924440fa" /><Relationship Type="http://schemas.openxmlformats.org/officeDocument/2006/relationships/image" Target="/ppt/media/image6.png" Id="R7b730b91f1fd4c5f" /><Relationship Type="http://schemas.openxmlformats.org/officeDocument/2006/relationships/image" Target="/ppt/media/image7.png" Id="Rcbb63bf11da1469e" /><Relationship Type="http://schemas.openxmlformats.org/officeDocument/2006/relationships/image" Target="/ppt/media/image8.png" Id="R40493f8f3c234273" /><Relationship Type="http://schemas.openxmlformats.org/officeDocument/2006/relationships/image" Target="/ppt/media/image9.png" Id="R25f9cd07037f47c0" /><Relationship Type="http://schemas.openxmlformats.org/officeDocument/2006/relationships/image" Target="/ppt/media/image10.png" Id="R8091bf34da3c4a7e" /><Relationship Type="http://schemas.openxmlformats.org/officeDocument/2006/relationships/image" Target="/ppt/media/image11.png" Id="Re16d19ed88c6429d" /><Relationship Type="http://schemas.openxmlformats.org/officeDocument/2006/relationships/image" Target="/ppt/media/image12.png" Id="Rd9f751a22a764727" /><Relationship Type="http://schemas.openxmlformats.org/officeDocument/2006/relationships/image" Target="/ppt/media/image13.png" Id="Rde1bd3c1017a48b4" /><Relationship Type="http://schemas.openxmlformats.org/officeDocument/2006/relationships/image" Target="/ppt/media/image14.png" Id="R37f5eb554de64fa4" /><Relationship Type="http://schemas.openxmlformats.org/officeDocument/2006/relationships/image" Target="/ppt/media/image15.png" Id="Rc12f57bd4fee456e" /><Relationship Type="http://schemas.openxmlformats.org/officeDocument/2006/relationships/image" Target="/ppt/media/image16.png" Id="R3ba857cb918747c3" /><Relationship Type="http://schemas.openxmlformats.org/officeDocument/2006/relationships/image" Target="/ppt/media/image17.png" Id="R48af2edca50a459c" /><Relationship Type="http://schemas.openxmlformats.org/officeDocument/2006/relationships/image" Target="/ppt/media/image18.png" Id="R3e8b1b921b49431e" /><Relationship Type="http://schemas.openxmlformats.org/officeDocument/2006/relationships/image" Target="/ppt/media/image19.png" Id="R7ae5097c265c4dc3" /><Relationship Type="http://schemas.openxmlformats.org/officeDocument/2006/relationships/image" Target="/ppt/media/image20.png" Id="R210b5cb18bd64063" /><Relationship Type="http://schemas.openxmlformats.org/officeDocument/2006/relationships/image" Target="/ppt/media/image21.png" Id="R9b053b2f43134c43" /><Relationship Type="http://schemas.openxmlformats.org/officeDocument/2006/relationships/notesSlide" Target="/ppt/notesSlides/notesSlide1.xml" Id="R3aa3ec46efc440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5943B74-6135-4588-8891-62C7F3D9E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45a66ee0140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48025" y="2971800"/>
            <a:ext cx="1314450" cy="942975"/>
          </a:xfrm>
          <a:prstGeom xmlns:a="http://schemas.openxmlformats.org/drawingml/2006/main" prst="rect">
            <a:avLst/>
          </a:prstGeom>
        </p:spPr>
      </p:pic>
      <p:sp>
        <p:nvSpPr>
          <p:cNvPr id="2" name="source-image-00">
            <a:extLst xmlns:a="http://schemas.openxmlformats.org/drawingml/2006/main">
              <a:ext uri="{FF2B5EF4-FFF2-40B4-BE49-F238E27FC236}">
                <a16:creationId xmlns:a16="http://schemas.microsoft.com/office/drawing/2014/main" id="{5B4B05F9-4DC5-4B87-BF99-614BDE60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71800"/>
            <a:ext cx="13144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40E63-309C-4E12-B7B7-836EF1F03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3c29836504d4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44175" y="5181600"/>
            <a:ext cx="1200150" cy="1190625"/>
          </a:xfrm>
          <a:prstGeom xmlns:a="http://schemas.openxmlformats.org/drawingml/2006/main" prst="rect">
            <a:avLst/>
          </a:prstGeom>
        </p:spPr>
      </p:pic>
      <p:sp>
        <p:nvSpPr>
          <p:cNvPr id="4" name="source-image-01">
            <a:extLst xmlns:a="http://schemas.openxmlformats.org/drawingml/2006/main">
              <a:ext uri="{FF2B5EF4-FFF2-40B4-BE49-F238E27FC236}">
                <a16:creationId xmlns:a16="http://schemas.microsoft.com/office/drawing/2014/main" id="{05C4D8A2-B218-4138-A5D8-68593563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181600"/>
            <a:ext cx="1200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4738A-EBE4-41B4-9462-AD2462407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0c7a7836446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44175" y="6353175"/>
            <a:ext cx="1190625" cy="1181099"/>
          </a:xfrm>
          <a:prstGeom xmlns:a="http://schemas.openxmlformats.org/drawingml/2006/main" prst="rect">
            <a:avLst/>
          </a:prstGeom>
        </p:spPr>
      </p:pic>
      <p:sp>
        <p:nvSpPr>
          <p:cNvPr id="6" name="source-image-02">
            <a:extLst xmlns:a="http://schemas.openxmlformats.org/drawingml/2006/main">
              <a:ext uri="{FF2B5EF4-FFF2-40B4-BE49-F238E27FC236}">
                <a16:creationId xmlns:a16="http://schemas.microsoft.com/office/drawing/2014/main" id="{DDD46F2F-0E4A-4EE2-81ED-EC49C798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6353175"/>
            <a:ext cx="1190625" cy="1181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19675-9608-42ED-BF20-DA29E5722D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fc8d2953c40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25275" y="6343650"/>
            <a:ext cx="1190625" cy="1190625"/>
          </a:xfrm>
          <a:prstGeom xmlns:a="http://schemas.openxmlformats.org/drawingml/2006/main" prst="rect">
            <a:avLst/>
          </a:prstGeom>
        </p:spPr>
      </p:pic>
      <p:sp>
        <p:nvSpPr>
          <p:cNvPr id="8" name="source-image-03">
            <a:extLst xmlns:a="http://schemas.openxmlformats.org/drawingml/2006/main">
              <a:ext uri="{FF2B5EF4-FFF2-40B4-BE49-F238E27FC236}">
                <a16:creationId xmlns:a16="http://schemas.microsoft.com/office/drawing/2014/main" id="{A353C0DB-8810-49C9-B592-4088B1C6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343650"/>
            <a:ext cx="1190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82951-FCF2-4826-8AF4-8D75DCBD68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8c145924440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15750" y="5181600"/>
            <a:ext cx="1200150" cy="1190625"/>
          </a:xfrm>
          <a:prstGeom xmlns:a="http://schemas.openxmlformats.org/drawingml/2006/main" prst="rect">
            <a:avLst/>
          </a:prstGeom>
        </p:spPr>
      </p:pic>
      <p:sp>
        <p:nvSpPr>
          <p:cNvPr id="10" name="source-image-04">
            <a:extLst xmlns:a="http://schemas.openxmlformats.org/drawingml/2006/main">
              <a:ext uri="{FF2B5EF4-FFF2-40B4-BE49-F238E27FC236}">
                <a16:creationId xmlns:a16="http://schemas.microsoft.com/office/drawing/2014/main" id="{F33DC72B-260D-4DB3-8A6C-8441CF69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181600"/>
            <a:ext cx="1200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source-path-9">
            <a:extLst xmlns:a="http://schemas.openxmlformats.org/drawingml/2006/main">
              <a:ext uri="{FF2B5EF4-FFF2-40B4-BE49-F238E27FC236}">
                <a16:creationId xmlns:a16="http://schemas.microsoft.com/office/drawing/2014/main" id="{DAC35DD2-6E88-494B-986C-BCA0CAB6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778" y="930374"/>
            <a:ext cx="2340408" cy="942423"/>
          </a:xfrm>
          <a:custGeom xmlns:a="http://schemas.openxmlformats.org/drawingml/2006/main">
            <a:pathLst>
              <a:path w="2340408" h="942423">
                <a:moveTo>
                  <a:pt x="160633" y="0"/>
                </a:moveTo>
                <a:lnTo>
                  <a:pt x="2179777" y="0"/>
                </a:lnTo>
                <a:lnTo>
                  <a:pt x="2211910" y="3239"/>
                </a:lnTo>
                <a:lnTo>
                  <a:pt x="2242131" y="12621"/>
                </a:lnTo>
                <a:lnTo>
                  <a:pt x="2269475" y="27462"/>
                </a:lnTo>
                <a:lnTo>
                  <a:pt x="2293294" y="47115"/>
                </a:lnTo>
                <a:lnTo>
                  <a:pt x="2312948" y="70933"/>
                </a:lnTo>
                <a:lnTo>
                  <a:pt x="2327788" y="98278"/>
                </a:lnTo>
                <a:lnTo>
                  <a:pt x="2337170" y="128499"/>
                </a:lnTo>
                <a:lnTo>
                  <a:pt x="2340408" y="160633"/>
                </a:lnTo>
                <a:lnTo>
                  <a:pt x="2340408" y="781790"/>
                </a:lnTo>
                <a:lnTo>
                  <a:pt x="2337170" y="813924"/>
                </a:lnTo>
                <a:lnTo>
                  <a:pt x="2327788" y="844145"/>
                </a:lnTo>
                <a:lnTo>
                  <a:pt x="2312948" y="871490"/>
                </a:lnTo>
                <a:lnTo>
                  <a:pt x="2293294" y="895308"/>
                </a:lnTo>
                <a:lnTo>
                  <a:pt x="2269475" y="914961"/>
                </a:lnTo>
                <a:lnTo>
                  <a:pt x="2242131" y="929802"/>
                </a:lnTo>
                <a:lnTo>
                  <a:pt x="2211910" y="939183"/>
                </a:lnTo>
                <a:lnTo>
                  <a:pt x="2179777" y="942423"/>
                </a:lnTo>
                <a:lnTo>
                  <a:pt x="160633" y="942423"/>
                </a:lnTo>
                <a:lnTo>
                  <a:pt x="128499" y="939183"/>
                </a:lnTo>
                <a:lnTo>
                  <a:pt x="98277" y="929802"/>
                </a:lnTo>
                <a:lnTo>
                  <a:pt x="70933" y="914961"/>
                </a:lnTo>
                <a:lnTo>
                  <a:pt x="47115" y="895308"/>
                </a:lnTo>
                <a:lnTo>
                  <a:pt x="27462" y="871490"/>
                </a:lnTo>
                <a:lnTo>
                  <a:pt x="12620" y="844145"/>
                </a:lnTo>
                <a:lnTo>
                  <a:pt x="3239" y="813924"/>
                </a:lnTo>
                <a:lnTo>
                  <a:pt x="0" y="781790"/>
                </a:lnTo>
                <a:lnTo>
                  <a:pt x="0" y="160633"/>
                </a:lnTo>
                <a:lnTo>
                  <a:pt x="3239" y="128499"/>
                </a:lnTo>
                <a:lnTo>
                  <a:pt x="12620" y="98278"/>
                </a:lnTo>
                <a:lnTo>
                  <a:pt x="27462" y="70933"/>
                </a:lnTo>
                <a:lnTo>
                  <a:pt x="47115" y="47115"/>
                </a:lnTo>
                <a:lnTo>
                  <a:pt x="70933" y="27462"/>
                </a:lnTo>
                <a:lnTo>
                  <a:pt x="98277" y="12621"/>
                </a:lnTo>
                <a:lnTo>
                  <a:pt x="128499" y="3239"/>
                </a:lnTo>
                <a:lnTo>
                  <a:pt x="1606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552">
            <a:solidFill>
              <a:srgbClr val="F6C6AD"/>
            </a:solidFill>
            <a:prstDash val="solid"/>
          </a:ln>
        </p:spPr>
      </p:sp>
      <p:sp>
        <p:nvSpPr>
          <p:cNvPr id="12" name="source-path-10">
            <a:extLst xmlns:a="http://schemas.openxmlformats.org/drawingml/2006/main">
              <a:ext uri="{FF2B5EF4-FFF2-40B4-BE49-F238E27FC236}">
                <a16:creationId xmlns:a16="http://schemas.microsoft.com/office/drawing/2014/main" id="{97743787-0394-423F-BD0B-2B947A3C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27" y="4357183"/>
            <a:ext cx="13368247" cy="3656273"/>
          </a:xfrm>
          <a:custGeom xmlns:a="http://schemas.openxmlformats.org/drawingml/2006/main">
            <a:pathLst>
              <a:path w="13368247" h="3656273">
                <a:moveTo>
                  <a:pt x="0" y="609394"/>
                </a:moveTo>
                <a:cubicBezTo>
                  <a:pt x="0" y="272835"/>
                  <a:pt x="272834" y="0"/>
                  <a:pt x="609393" y="0"/>
                </a:cubicBezTo>
                <a:lnTo>
                  <a:pt x="12758854" y="0"/>
                </a:lnTo>
                <a:cubicBezTo>
                  <a:pt x="13095412" y="0"/>
                  <a:pt x="13368247" y="272835"/>
                  <a:pt x="13368247" y="609394"/>
                </a:cubicBezTo>
                <a:lnTo>
                  <a:pt x="13368247" y="3046879"/>
                </a:lnTo>
                <a:cubicBezTo>
                  <a:pt x="13368247" y="3383438"/>
                  <a:pt x="13095412" y="3656273"/>
                  <a:pt x="12758854" y="3656273"/>
                </a:cubicBezTo>
                <a:lnTo>
                  <a:pt x="609393" y="3656273"/>
                </a:lnTo>
                <a:cubicBezTo>
                  <a:pt x="272834" y="3656273"/>
                  <a:pt x="0" y="3383438"/>
                  <a:pt x="0" y="3046879"/>
                </a:cubicBezTo>
                <a:lnTo>
                  <a:pt x="0" y="609394"/>
                </a:lnTo>
              </a:path>
            </a:pathLst>
          </a:custGeom>
          <a:noFill xmlns:a="http://schemas.openxmlformats.org/drawingml/2006/main"/>
          <a:ln xmlns:a="http://schemas.openxmlformats.org/drawingml/2006/main" w="34656">
            <a:solidFill>
              <a:srgbClr val="4EA72E"/>
            </a:solidFill>
            <a:prstDash val="solid"/>
          </a:ln>
        </p:spPr>
      </p:sp>
      <p:sp>
        <p:nvSpPr>
          <p:cNvPr id="13" name="source-path-11">
            <a:extLst xmlns:a="http://schemas.openxmlformats.org/drawingml/2006/main">
              <a:ext uri="{FF2B5EF4-FFF2-40B4-BE49-F238E27FC236}">
                <a16:creationId xmlns:a16="http://schemas.microsoft.com/office/drawing/2014/main" id="{CCCCD4A8-A695-4353-9972-1D900134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8" y="2853339"/>
            <a:ext cx="5131552" cy="1273647"/>
          </a:xfrm>
          <a:custGeom xmlns:a="http://schemas.openxmlformats.org/drawingml/2006/main">
            <a:pathLst>
              <a:path w="5131552" h="1273647">
                <a:moveTo>
                  <a:pt x="0" y="212277"/>
                </a:moveTo>
                <a:cubicBezTo>
                  <a:pt x="0" y="95040"/>
                  <a:pt x="95040" y="0"/>
                  <a:pt x="212277" y="0"/>
                </a:cubicBezTo>
                <a:lnTo>
                  <a:pt x="4919275" y="0"/>
                </a:lnTo>
                <a:cubicBezTo>
                  <a:pt x="5036512" y="0"/>
                  <a:pt x="5131552" y="95040"/>
                  <a:pt x="5131552" y="212277"/>
                </a:cubicBezTo>
                <a:lnTo>
                  <a:pt x="5131552" y="1061370"/>
                </a:lnTo>
                <a:cubicBezTo>
                  <a:pt x="5131552" y="1178607"/>
                  <a:pt x="5036512" y="1273647"/>
                  <a:pt x="4919275" y="1273647"/>
                </a:cubicBezTo>
                <a:lnTo>
                  <a:pt x="212277" y="1273647"/>
                </a:lnTo>
                <a:cubicBezTo>
                  <a:pt x="95040" y="1273647"/>
                  <a:pt x="0" y="1178607"/>
                  <a:pt x="0" y="1061370"/>
                </a:cubicBezTo>
                <a:lnTo>
                  <a:pt x="0" y="212277"/>
                </a:lnTo>
              </a:path>
            </a:pathLst>
          </a:custGeom>
          <a:noFill xmlns:a="http://schemas.openxmlformats.org/drawingml/2006/main"/>
          <a:ln xmlns:a="http://schemas.openxmlformats.org/drawingml/2006/main" w="23104">
            <a:solidFill>
              <a:srgbClr val="4892DC"/>
            </a:solidFill>
            <a:prstDash val="dash"/>
          </a:ln>
        </p:spPr>
      </p:sp>
      <p:sp>
        <p:nvSpPr>
          <p:cNvPr id="14" name="source-path-12">
            <a:extLst xmlns:a="http://schemas.openxmlformats.org/drawingml/2006/main">
              <a:ext uri="{FF2B5EF4-FFF2-40B4-BE49-F238E27FC236}">
                <a16:creationId xmlns:a16="http://schemas.microsoft.com/office/drawing/2014/main" id="{A3CE15C2-B09D-4059-B076-CC9E58F1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2" y="47285"/>
            <a:ext cx="5158437" cy="460396"/>
          </a:xfrm>
          <a:custGeom xmlns:a="http://schemas.openxmlformats.org/drawingml/2006/main">
            <a:pathLst>
              <a:path w="5158437" h="460396">
                <a:moveTo>
                  <a:pt x="0" y="86719"/>
                </a:moveTo>
                <a:cubicBezTo>
                  <a:pt x="0" y="38825"/>
                  <a:pt x="38825" y="0"/>
                  <a:pt x="86719" y="0"/>
                </a:cubicBezTo>
                <a:lnTo>
                  <a:pt x="5071718" y="0"/>
                </a:lnTo>
                <a:cubicBezTo>
                  <a:pt x="5119612" y="0"/>
                  <a:pt x="5158437" y="38825"/>
                  <a:pt x="5158437" y="86719"/>
                </a:cubicBezTo>
                <a:lnTo>
                  <a:pt x="5158437" y="373677"/>
                </a:lnTo>
                <a:cubicBezTo>
                  <a:pt x="5158437" y="421571"/>
                  <a:pt x="5119612" y="460396"/>
                  <a:pt x="5071718" y="460396"/>
                </a:cubicBezTo>
                <a:lnTo>
                  <a:pt x="86719" y="460396"/>
                </a:lnTo>
                <a:cubicBezTo>
                  <a:pt x="38825" y="460396"/>
                  <a:pt x="0" y="421571"/>
                  <a:pt x="0" y="373677"/>
                </a:cubicBezTo>
                <a:lnTo>
                  <a:pt x="0" y="86719"/>
                </a:lnTo>
              </a:path>
            </a:pathLst>
          </a:custGeom>
          <a:solidFill xmlns:a="http://schemas.openxmlformats.org/drawingml/2006/main">
            <a:srgbClr val="C3E1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urce-path-13">
            <a:extLst xmlns:a="http://schemas.openxmlformats.org/drawingml/2006/main">
              <a:ext uri="{FF2B5EF4-FFF2-40B4-BE49-F238E27FC236}">
                <a16:creationId xmlns:a16="http://schemas.microsoft.com/office/drawing/2014/main" id="{D56AFFBC-D865-4399-90CE-E809CB42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62" y="47285"/>
            <a:ext cx="5158437" cy="460395"/>
          </a:xfrm>
          <a:custGeom xmlns:a="http://schemas.openxmlformats.org/drawingml/2006/main">
            <a:pathLst>
              <a:path w="5158437" h="460395">
                <a:moveTo>
                  <a:pt x="0" y="86719"/>
                </a:moveTo>
                <a:cubicBezTo>
                  <a:pt x="0" y="38825"/>
                  <a:pt x="38825" y="0"/>
                  <a:pt x="86719" y="0"/>
                </a:cubicBezTo>
                <a:lnTo>
                  <a:pt x="5071718" y="0"/>
                </a:lnTo>
                <a:cubicBezTo>
                  <a:pt x="5119612" y="0"/>
                  <a:pt x="5158437" y="38825"/>
                  <a:pt x="5158437" y="86719"/>
                </a:cubicBezTo>
                <a:lnTo>
                  <a:pt x="5158437" y="373676"/>
                </a:lnTo>
                <a:cubicBezTo>
                  <a:pt x="5158437" y="421570"/>
                  <a:pt x="5119612" y="460395"/>
                  <a:pt x="5071718" y="460395"/>
                </a:cubicBezTo>
                <a:lnTo>
                  <a:pt x="86719" y="460395"/>
                </a:lnTo>
                <a:cubicBezTo>
                  <a:pt x="38825" y="460395"/>
                  <a:pt x="0" y="421570"/>
                  <a:pt x="0" y="373676"/>
                </a:cubicBezTo>
                <a:lnTo>
                  <a:pt x="0" y="86719"/>
                </a:lnTo>
              </a:path>
            </a:pathLst>
          </a:custGeom>
          <a:noFill xmlns:a="http://schemas.openxmlformats.org/drawingml/2006/main"/>
          <a:ln xmlns:a="http://schemas.openxmlformats.org/drawingml/2006/main" w="23104">
            <a:solidFill>
              <a:srgbClr val="4892DC"/>
            </a:solidFill>
            <a:prstDash val="solid"/>
          </a:ln>
        </p:spPr>
      </p:sp>
      <p:sp>
        <p:nvSpPr>
          <p:cNvPr id="16" name="source-text-14-52">
            <a:extLst xmlns:a="http://schemas.openxmlformats.org/drawingml/2006/main">
              <a:ext uri="{FF2B5EF4-FFF2-40B4-BE49-F238E27FC236}">
                <a16:creationId xmlns:a16="http://schemas.microsoft.com/office/drawing/2014/main" id="{7FC68FBD-D4C7-4C1C-920A-1030C2C6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224" y="165558"/>
            <a:ext cx="3160725" cy="27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 Execution Engine</a:t>
            </a:r>
          </a:p>
        </p:txBody>
      </p:sp>
      <p:sp>
        <p:nvSpPr>
          <p:cNvPr id="17" name="source-path-15">
            <a:extLst xmlns:a="http://schemas.openxmlformats.org/drawingml/2006/main">
              <a:ext uri="{FF2B5EF4-FFF2-40B4-BE49-F238E27FC236}">
                <a16:creationId xmlns:a16="http://schemas.microsoft.com/office/drawing/2014/main" id="{641F6843-DFFA-4488-A847-121DA183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732" y="50645"/>
            <a:ext cx="5158435" cy="510802"/>
          </a:xfrm>
          <a:custGeom xmlns:a="http://schemas.openxmlformats.org/drawingml/2006/main">
            <a:pathLst>
              <a:path w="5158435" h="510802">
                <a:moveTo>
                  <a:pt x="0" y="96214"/>
                </a:moveTo>
                <a:cubicBezTo>
                  <a:pt x="0" y="43076"/>
                  <a:pt x="43076" y="0"/>
                  <a:pt x="96212" y="0"/>
                </a:cubicBezTo>
                <a:lnTo>
                  <a:pt x="5062221" y="0"/>
                </a:lnTo>
                <a:cubicBezTo>
                  <a:pt x="5115359" y="0"/>
                  <a:pt x="5158435" y="43076"/>
                  <a:pt x="5158435" y="96214"/>
                </a:cubicBezTo>
                <a:lnTo>
                  <a:pt x="5158435" y="414590"/>
                </a:lnTo>
                <a:cubicBezTo>
                  <a:pt x="5158435" y="467726"/>
                  <a:pt x="5115359" y="510802"/>
                  <a:pt x="5062221" y="510802"/>
                </a:cubicBezTo>
                <a:lnTo>
                  <a:pt x="96212" y="510802"/>
                </a:lnTo>
                <a:cubicBezTo>
                  <a:pt x="43076" y="510802"/>
                  <a:pt x="0" y="467726"/>
                  <a:pt x="0" y="414590"/>
                </a:cubicBezTo>
                <a:lnTo>
                  <a:pt x="0" y="96214"/>
                </a:lnTo>
              </a:path>
            </a:pathLst>
          </a:custGeom>
          <a:solidFill xmlns:a="http://schemas.openxmlformats.org/drawingml/2006/main">
            <a:srgbClr val="F9C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-path-16">
            <a:extLst xmlns:a="http://schemas.openxmlformats.org/drawingml/2006/main">
              <a:ext uri="{FF2B5EF4-FFF2-40B4-BE49-F238E27FC236}">
                <a16:creationId xmlns:a16="http://schemas.microsoft.com/office/drawing/2014/main" id="{EE12E5B8-A414-4FD7-937A-EAC5FF30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732" y="50645"/>
            <a:ext cx="5158435" cy="510803"/>
          </a:xfrm>
          <a:custGeom xmlns:a="http://schemas.openxmlformats.org/drawingml/2006/main">
            <a:pathLst>
              <a:path w="5158435" h="510803">
                <a:moveTo>
                  <a:pt x="0" y="96213"/>
                </a:moveTo>
                <a:cubicBezTo>
                  <a:pt x="0" y="43076"/>
                  <a:pt x="43076" y="0"/>
                  <a:pt x="96213" y="0"/>
                </a:cubicBezTo>
                <a:lnTo>
                  <a:pt x="5062222" y="0"/>
                </a:lnTo>
                <a:cubicBezTo>
                  <a:pt x="5115359" y="0"/>
                  <a:pt x="5158435" y="43076"/>
                  <a:pt x="5158435" y="96213"/>
                </a:cubicBezTo>
                <a:lnTo>
                  <a:pt x="5158435" y="414589"/>
                </a:lnTo>
                <a:cubicBezTo>
                  <a:pt x="5158435" y="467726"/>
                  <a:pt x="5115359" y="510803"/>
                  <a:pt x="5062222" y="510803"/>
                </a:cubicBezTo>
                <a:lnTo>
                  <a:pt x="96213" y="510803"/>
                </a:lnTo>
                <a:cubicBezTo>
                  <a:pt x="43076" y="510803"/>
                  <a:pt x="0" y="467726"/>
                  <a:pt x="0" y="414589"/>
                </a:cubicBezTo>
                <a:lnTo>
                  <a:pt x="0" y="96213"/>
                </a:lnTo>
              </a:path>
            </a:pathLst>
          </a:custGeom>
          <a:noFill xmlns:a="http://schemas.openxmlformats.org/drawingml/2006/main"/>
          <a:ln xmlns:a="http://schemas.openxmlformats.org/drawingml/2006/main" w="23104">
            <a:solidFill>
              <a:srgbClr val="FF9900"/>
            </a:solidFill>
            <a:prstDash val="solid"/>
          </a:ln>
        </p:spPr>
      </p:sp>
      <p:sp>
        <p:nvSpPr>
          <p:cNvPr id="19" name="source-text-17-53">
            <a:extLst xmlns:a="http://schemas.openxmlformats.org/drawingml/2006/main">
              <a:ext uri="{FF2B5EF4-FFF2-40B4-BE49-F238E27FC236}">
                <a16:creationId xmlns:a16="http://schemas.microsoft.com/office/drawing/2014/main" id="{D3386A4E-249F-4802-890D-C7A116E8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835" y="175639"/>
            <a:ext cx="2037242" cy="27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Agentic Coding</a:t>
            </a:r>
          </a:p>
        </p:txBody>
      </p:sp>
      <p:sp>
        <p:nvSpPr>
          <p:cNvPr id="20" name="source-path-18">
            <a:extLst xmlns:a="http://schemas.openxmlformats.org/drawingml/2006/main">
              <a:ext uri="{FF2B5EF4-FFF2-40B4-BE49-F238E27FC236}">
                <a16:creationId xmlns:a16="http://schemas.microsoft.com/office/drawing/2014/main" id="{9E996C76-2382-4E95-B2F1-8892CC09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152" y="4123626"/>
            <a:ext cx="2584258" cy="446953"/>
          </a:xfrm>
          <a:custGeom xmlns:a="http://schemas.openxmlformats.org/drawingml/2006/main">
            <a:pathLst>
              <a:path w="2584258" h="446953">
                <a:moveTo>
                  <a:pt x="0" y="84189"/>
                </a:moveTo>
                <a:cubicBezTo>
                  <a:pt x="0" y="37693"/>
                  <a:pt x="37693" y="0"/>
                  <a:pt x="84190" y="0"/>
                </a:cubicBezTo>
                <a:lnTo>
                  <a:pt x="2500071" y="0"/>
                </a:lnTo>
                <a:cubicBezTo>
                  <a:pt x="2546565" y="0"/>
                  <a:pt x="2584258" y="37693"/>
                  <a:pt x="2584258" y="84189"/>
                </a:cubicBezTo>
                <a:lnTo>
                  <a:pt x="2584258" y="362763"/>
                </a:lnTo>
                <a:cubicBezTo>
                  <a:pt x="2584258" y="409260"/>
                  <a:pt x="2546565" y="446953"/>
                  <a:pt x="2500071" y="446953"/>
                </a:cubicBezTo>
                <a:lnTo>
                  <a:pt x="84190" y="446953"/>
                </a:lnTo>
                <a:cubicBezTo>
                  <a:pt x="37693" y="446953"/>
                  <a:pt x="0" y="409260"/>
                  <a:pt x="0" y="362763"/>
                </a:cubicBezTo>
                <a:lnTo>
                  <a:pt x="0" y="84189"/>
                </a:lnTo>
              </a:path>
            </a:pathLst>
          </a:custGeom>
          <a:solidFill xmlns:a="http://schemas.openxmlformats.org/drawingml/2006/main">
            <a:srgbClr val="8CD8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-path-19">
            <a:extLst xmlns:a="http://schemas.openxmlformats.org/drawingml/2006/main">
              <a:ext uri="{FF2B5EF4-FFF2-40B4-BE49-F238E27FC236}">
                <a16:creationId xmlns:a16="http://schemas.microsoft.com/office/drawing/2014/main" id="{F6AFB6C1-631D-4D7C-A189-A4482708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6152" y="4123626"/>
            <a:ext cx="2584259" cy="446953"/>
          </a:xfrm>
          <a:custGeom xmlns:a="http://schemas.openxmlformats.org/drawingml/2006/main">
            <a:pathLst>
              <a:path w="2584259" h="446953">
                <a:moveTo>
                  <a:pt x="0" y="84189"/>
                </a:moveTo>
                <a:cubicBezTo>
                  <a:pt x="0" y="37693"/>
                  <a:pt x="37693" y="0"/>
                  <a:pt x="84189" y="0"/>
                </a:cubicBezTo>
                <a:lnTo>
                  <a:pt x="2500071" y="0"/>
                </a:lnTo>
                <a:cubicBezTo>
                  <a:pt x="2546566" y="0"/>
                  <a:pt x="2584259" y="37693"/>
                  <a:pt x="2584259" y="84189"/>
                </a:cubicBezTo>
                <a:lnTo>
                  <a:pt x="2584259" y="362763"/>
                </a:lnTo>
                <a:cubicBezTo>
                  <a:pt x="2584259" y="409260"/>
                  <a:pt x="2546566" y="446953"/>
                  <a:pt x="2500071" y="446953"/>
                </a:cubicBezTo>
                <a:lnTo>
                  <a:pt x="84189" y="446953"/>
                </a:lnTo>
                <a:cubicBezTo>
                  <a:pt x="37693" y="446953"/>
                  <a:pt x="0" y="409260"/>
                  <a:pt x="0" y="362763"/>
                </a:cubicBezTo>
                <a:lnTo>
                  <a:pt x="0" y="84189"/>
                </a:lnTo>
              </a:path>
            </a:pathLst>
          </a:custGeom>
          <a:noFill xmlns:a="http://schemas.openxmlformats.org/drawingml/2006/main"/>
          <a:ln xmlns:a="http://schemas.openxmlformats.org/drawingml/2006/main" w="23104">
            <a:solidFill>
              <a:srgbClr val="000000"/>
            </a:solidFill>
            <a:prstDash val="solid"/>
          </a:ln>
        </p:spPr>
      </p:sp>
      <p:sp>
        <p:nvSpPr>
          <p:cNvPr id="22" name="source-text-20-54">
            <a:extLst xmlns:a="http://schemas.openxmlformats.org/drawingml/2006/main">
              <a:ext uri="{FF2B5EF4-FFF2-40B4-BE49-F238E27FC236}">
                <a16:creationId xmlns:a16="http://schemas.microsoft.com/office/drawing/2014/main" id="{083F3D81-376C-41E0-966C-92019DE7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02" y="4241898"/>
            <a:ext cx="1564045" cy="27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9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9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Library</a:t>
            </a:r>
          </a:p>
        </p:txBody>
      </p:sp>
      <p:sp>
        <p:nvSpPr>
          <p:cNvPr id="23" name="source-text-21-55">
            <a:extLst xmlns:a="http://schemas.openxmlformats.org/drawingml/2006/main">
              <a:ext uri="{FF2B5EF4-FFF2-40B4-BE49-F238E27FC236}">
                <a16:creationId xmlns:a16="http://schemas.microsoft.com/office/drawing/2014/main" id="{7CD02A59-FD64-4DD1-BAB5-F3431499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30" y="3370771"/>
            <a:ext cx="1912445" cy="21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1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1" i="0">
                <a:solidFill>
                  <a:srgbClr val="215F9A"/>
                </a:solidFill>
                <a:latin typeface="Arial"/>
                <a:ea typeface="Arial"/>
                <a:cs typeface="Arial"/>
              </a:defRPr>
            </a:pPr>
            <a:r>
              <a:rPr sz="1694" b="1" i="0">
                <a:solidFill>
                  <a:srgbClr val="215F9A"/>
                </a:solidFill>
                <a:latin typeface="Arial"/>
                <a:ea typeface="Arial"/>
                <a:cs typeface="Arial"/>
              </a:rPr>
              <a:t>Multimodal Traces</a:t>
            </a:r>
          </a:p>
        </p:txBody>
      </p:sp>
      <p:sp>
        <p:nvSpPr>
          <p:cNvPr id="24" name="source-text-22-56">
            <a:extLst xmlns:a="http://schemas.openxmlformats.org/drawingml/2006/main">
              <a:ext uri="{FF2B5EF4-FFF2-40B4-BE49-F238E27FC236}">
                <a16:creationId xmlns:a16="http://schemas.microsoft.com/office/drawing/2014/main" id="{C0787DFC-E429-4BE5-A0B8-EDD62620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912" y="531484"/>
            <a:ext cx="1077140" cy="231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6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6" b="1" i="0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rPr sz="1826" b="1" i="0">
                <a:solidFill>
                  <a:srgbClr val="E97132"/>
                </a:solidFill>
                <a:latin typeface="Arial"/>
                <a:ea typeface="Arial"/>
                <a:cs typeface="Arial"/>
              </a:rPr>
              <a:t>Programs</a:t>
            </a:r>
          </a:p>
        </p:txBody>
      </p:sp>
      <p:sp>
        <p:nvSpPr>
          <p:cNvPr id="25" name="source-path-23">
            <a:extLst xmlns:a="http://schemas.openxmlformats.org/drawingml/2006/main">
              <a:ext uri="{FF2B5EF4-FFF2-40B4-BE49-F238E27FC236}">
                <a16:creationId xmlns:a16="http://schemas.microsoft.com/office/drawing/2014/main" id="{E4964013-A804-460E-ADD2-C0873B7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562" y="1919110"/>
            <a:ext cx="1666830" cy="416706"/>
          </a:xfrm>
          <a:custGeom xmlns:a="http://schemas.openxmlformats.org/drawingml/2006/main">
            <a:pathLst>
              <a:path w="1666830" h="416706">
                <a:moveTo>
                  <a:pt x="0" y="69453"/>
                </a:moveTo>
                <a:cubicBezTo>
                  <a:pt x="0" y="31095"/>
                  <a:pt x="31094" y="0"/>
                  <a:pt x="69453" y="0"/>
                </a:cubicBezTo>
                <a:lnTo>
                  <a:pt x="1597376" y="0"/>
                </a:lnTo>
                <a:cubicBezTo>
                  <a:pt x="1635735" y="0"/>
                  <a:pt x="1666830" y="31095"/>
                  <a:pt x="1666830" y="69453"/>
                </a:cubicBezTo>
                <a:lnTo>
                  <a:pt x="1666830" y="347252"/>
                </a:lnTo>
                <a:cubicBezTo>
                  <a:pt x="1666830" y="385611"/>
                  <a:pt x="1635735" y="416706"/>
                  <a:pt x="1597376" y="416706"/>
                </a:cubicBezTo>
                <a:lnTo>
                  <a:pt x="69453" y="416706"/>
                </a:lnTo>
                <a:cubicBezTo>
                  <a:pt x="31094" y="416706"/>
                  <a:pt x="0" y="385611"/>
                  <a:pt x="0" y="347252"/>
                </a:cubicBezTo>
                <a:lnTo>
                  <a:pt x="0" y="69453"/>
                </a:lnTo>
              </a:path>
            </a:pathLst>
          </a:custGeom>
          <a:solidFill xmlns:a="http://schemas.openxmlformats.org/drawingml/2006/main">
            <a:srgbClr val="F9C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urce-path-24">
            <a:extLst xmlns:a="http://schemas.openxmlformats.org/drawingml/2006/main">
              <a:ext uri="{FF2B5EF4-FFF2-40B4-BE49-F238E27FC236}">
                <a16:creationId xmlns:a16="http://schemas.microsoft.com/office/drawing/2014/main" id="{985EBC27-D22B-4FD9-B515-99F503C4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0562" y="1919110"/>
            <a:ext cx="1666830" cy="416707"/>
          </a:xfrm>
          <a:custGeom xmlns:a="http://schemas.openxmlformats.org/drawingml/2006/main">
            <a:pathLst>
              <a:path w="1666830" h="416707">
                <a:moveTo>
                  <a:pt x="0" y="69453"/>
                </a:moveTo>
                <a:cubicBezTo>
                  <a:pt x="0" y="31095"/>
                  <a:pt x="31095" y="0"/>
                  <a:pt x="69453" y="0"/>
                </a:cubicBezTo>
                <a:lnTo>
                  <a:pt x="1597377" y="0"/>
                </a:lnTo>
                <a:cubicBezTo>
                  <a:pt x="1635736" y="0"/>
                  <a:pt x="1666830" y="31095"/>
                  <a:pt x="1666830" y="69453"/>
                </a:cubicBezTo>
                <a:lnTo>
                  <a:pt x="1666830" y="347253"/>
                </a:lnTo>
                <a:cubicBezTo>
                  <a:pt x="1666830" y="385611"/>
                  <a:pt x="1635736" y="416707"/>
                  <a:pt x="1597377" y="416707"/>
                </a:cubicBezTo>
                <a:lnTo>
                  <a:pt x="69453" y="416707"/>
                </a:lnTo>
                <a:cubicBezTo>
                  <a:pt x="31095" y="416707"/>
                  <a:pt x="0" y="385611"/>
                  <a:pt x="0" y="347253"/>
                </a:cubicBezTo>
                <a:lnTo>
                  <a:pt x="0" y="69453"/>
                </a:lnTo>
              </a:path>
            </a:pathLst>
          </a:custGeom>
          <a:noFill xmlns:a="http://schemas.openxmlformats.org/drawingml/2006/main"/>
          <a:ln xmlns:a="http://schemas.openxmlformats.org/drawingml/2006/main" w="11552">
            <a:solidFill>
              <a:srgbClr val="B45F06"/>
            </a:solidFill>
            <a:prstDash val="solid"/>
          </a:ln>
        </p:spPr>
      </p:sp>
      <p:sp>
        <p:nvSpPr>
          <p:cNvPr id="27" name="source-text-25-57">
            <a:extLst xmlns:a="http://schemas.openxmlformats.org/drawingml/2006/main">
              <a:ext uri="{FF2B5EF4-FFF2-40B4-BE49-F238E27FC236}">
                <a16:creationId xmlns:a16="http://schemas.microsoft.com/office/drawing/2014/main" id="{60719ABB-BDFF-4DA4-8E89-300F4ABB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5599" y="2029913"/>
            <a:ext cx="1213667" cy="21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Coordinator</a:t>
            </a:r>
          </a:p>
        </p:txBody>
      </p:sp>
      <p:sp>
        <p:nvSpPr>
          <p:cNvPr id="28" name="source-path-26">
            <a:extLst xmlns:a="http://schemas.openxmlformats.org/drawingml/2006/main">
              <a:ext uri="{FF2B5EF4-FFF2-40B4-BE49-F238E27FC236}">
                <a16:creationId xmlns:a16="http://schemas.microsoft.com/office/drawing/2014/main" id="{89178C9C-79C8-4B15-AA25-71EEEDC4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773" y="2493762"/>
            <a:ext cx="1676911" cy="416709"/>
          </a:xfrm>
          <a:custGeom xmlns:a="http://schemas.openxmlformats.org/drawingml/2006/main">
            <a:pathLst>
              <a:path w="1676911" h="416709">
                <a:moveTo>
                  <a:pt x="0" y="69453"/>
                </a:moveTo>
                <a:cubicBezTo>
                  <a:pt x="0" y="31096"/>
                  <a:pt x="31094" y="0"/>
                  <a:pt x="69452" y="0"/>
                </a:cubicBezTo>
                <a:lnTo>
                  <a:pt x="1607458" y="0"/>
                </a:lnTo>
                <a:cubicBezTo>
                  <a:pt x="1645815" y="0"/>
                  <a:pt x="1676911" y="31096"/>
                  <a:pt x="1676911" y="69453"/>
                </a:cubicBezTo>
                <a:lnTo>
                  <a:pt x="1676911" y="347254"/>
                </a:lnTo>
                <a:cubicBezTo>
                  <a:pt x="1676911" y="385612"/>
                  <a:pt x="1645815" y="416709"/>
                  <a:pt x="1607458" y="416709"/>
                </a:cubicBezTo>
                <a:lnTo>
                  <a:pt x="69452" y="416709"/>
                </a:lnTo>
                <a:cubicBezTo>
                  <a:pt x="31094" y="416709"/>
                  <a:pt x="0" y="385612"/>
                  <a:pt x="0" y="347254"/>
                </a:cubicBezTo>
                <a:lnTo>
                  <a:pt x="0" y="69453"/>
                </a:ln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ource-path-27">
            <a:extLst xmlns:a="http://schemas.openxmlformats.org/drawingml/2006/main">
              <a:ext uri="{FF2B5EF4-FFF2-40B4-BE49-F238E27FC236}">
                <a16:creationId xmlns:a16="http://schemas.microsoft.com/office/drawing/2014/main" id="{2597FE4B-458F-47E9-A922-C25277C0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7773" y="2493762"/>
            <a:ext cx="1676911" cy="416708"/>
          </a:xfrm>
          <a:custGeom xmlns:a="http://schemas.openxmlformats.org/drawingml/2006/main">
            <a:pathLst>
              <a:path w="1676911" h="416708">
                <a:moveTo>
                  <a:pt x="0" y="69454"/>
                </a:moveTo>
                <a:cubicBezTo>
                  <a:pt x="0" y="31095"/>
                  <a:pt x="31095" y="0"/>
                  <a:pt x="69453" y="0"/>
                </a:cubicBezTo>
                <a:lnTo>
                  <a:pt x="1607458" y="0"/>
                </a:lnTo>
                <a:cubicBezTo>
                  <a:pt x="1645816" y="0"/>
                  <a:pt x="1676911" y="31095"/>
                  <a:pt x="1676911" y="69454"/>
                </a:cubicBezTo>
                <a:lnTo>
                  <a:pt x="1676911" y="347255"/>
                </a:lnTo>
                <a:cubicBezTo>
                  <a:pt x="1676911" y="385613"/>
                  <a:pt x="1645816" y="416708"/>
                  <a:pt x="1607458" y="416708"/>
                </a:cubicBezTo>
                <a:lnTo>
                  <a:pt x="69453" y="416708"/>
                </a:lnTo>
                <a:cubicBezTo>
                  <a:pt x="31095" y="416708"/>
                  <a:pt x="0" y="385613"/>
                  <a:pt x="0" y="347255"/>
                </a:cubicBezTo>
                <a:lnTo>
                  <a:pt x="0" y="69454"/>
                </a:lnTo>
              </a:path>
            </a:pathLst>
          </a:custGeom>
          <a:noFill xmlns:a="http://schemas.openxmlformats.org/drawingml/2006/main"/>
          <a:ln xmlns:a="http://schemas.openxmlformats.org/drawingml/2006/main" w="11552">
            <a:solidFill>
              <a:srgbClr val="E3A000"/>
            </a:solidFill>
            <a:prstDash val="solid"/>
          </a:ln>
        </p:spPr>
      </p:sp>
      <p:sp>
        <p:nvSpPr>
          <p:cNvPr id="30" name="source-path-28">
            <a:extLst xmlns:a="http://schemas.openxmlformats.org/drawingml/2006/main">
              <a:ext uri="{FF2B5EF4-FFF2-40B4-BE49-F238E27FC236}">
                <a16:creationId xmlns:a16="http://schemas.microsoft.com/office/drawing/2014/main" id="{BE8D909F-12EB-40E6-B9FC-4ECE387E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282" y="2571055"/>
            <a:ext cx="1676912" cy="416708"/>
          </a:xfrm>
          <a:custGeom xmlns:a="http://schemas.openxmlformats.org/drawingml/2006/main">
            <a:pathLst>
              <a:path w="1676912" h="416708">
                <a:moveTo>
                  <a:pt x="0" y="69453"/>
                </a:moveTo>
                <a:cubicBezTo>
                  <a:pt x="0" y="31096"/>
                  <a:pt x="31095" y="0"/>
                  <a:pt x="69453" y="0"/>
                </a:cubicBezTo>
                <a:lnTo>
                  <a:pt x="1607458" y="0"/>
                </a:lnTo>
                <a:cubicBezTo>
                  <a:pt x="1645817" y="0"/>
                  <a:pt x="1676912" y="31096"/>
                  <a:pt x="1676912" y="69453"/>
                </a:cubicBezTo>
                <a:lnTo>
                  <a:pt x="1676912" y="347254"/>
                </a:lnTo>
                <a:cubicBezTo>
                  <a:pt x="1676912" y="385613"/>
                  <a:pt x="1645817" y="416708"/>
                  <a:pt x="1607458" y="416708"/>
                </a:cubicBezTo>
                <a:lnTo>
                  <a:pt x="69453" y="416708"/>
                </a:lnTo>
                <a:cubicBezTo>
                  <a:pt x="31095" y="416708"/>
                  <a:pt x="0" y="385613"/>
                  <a:pt x="0" y="347254"/>
                </a:cubicBezTo>
                <a:lnTo>
                  <a:pt x="0" y="69453"/>
                </a:ln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ource-path-29">
            <a:extLst xmlns:a="http://schemas.openxmlformats.org/drawingml/2006/main">
              <a:ext uri="{FF2B5EF4-FFF2-40B4-BE49-F238E27FC236}">
                <a16:creationId xmlns:a16="http://schemas.microsoft.com/office/drawing/2014/main" id="{22C9E27E-49AA-4A31-A12E-09582F4B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7282" y="2571055"/>
            <a:ext cx="1676912" cy="416708"/>
          </a:xfrm>
          <a:custGeom xmlns:a="http://schemas.openxmlformats.org/drawingml/2006/main">
            <a:pathLst>
              <a:path w="1676912" h="416708">
                <a:moveTo>
                  <a:pt x="0" y="69454"/>
                </a:moveTo>
                <a:cubicBezTo>
                  <a:pt x="0" y="31095"/>
                  <a:pt x="31095" y="0"/>
                  <a:pt x="69454" y="0"/>
                </a:cubicBezTo>
                <a:lnTo>
                  <a:pt x="1607459" y="0"/>
                </a:lnTo>
                <a:cubicBezTo>
                  <a:pt x="1645817" y="0"/>
                  <a:pt x="1676912" y="31095"/>
                  <a:pt x="1676912" y="69454"/>
                </a:cubicBezTo>
                <a:lnTo>
                  <a:pt x="1676912" y="347255"/>
                </a:lnTo>
                <a:cubicBezTo>
                  <a:pt x="1676912" y="385613"/>
                  <a:pt x="1645817" y="416708"/>
                  <a:pt x="1607459" y="416708"/>
                </a:cubicBezTo>
                <a:lnTo>
                  <a:pt x="69454" y="416708"/>
                </a:lnTo>
                <a:cubicBezTo>
                  <a:pt x="31095" y="416708"/>
                  <a:pt x="0" y="385613"/>
                  <a:pt x="0" y="347255"/>
                </a:cubicBezTo>
                <a:lnTo>
                  <a:pt x="0" y="69454"/>
                </a:lnTo>
              </a:path>
            </a:pathLst>
          </a:custGeom>
          <a:noFill xmlns:a="http://schemas.openxmlformats.org/drawingml/2006/main"/>
          <a:ln xmlns:a="http://schemas.openxmlformats.org/drawingml/2006/main" w="11552">
            <a:solidFill>
              <a:srgbClr val="E3A000"/>
            </a:solidFill>
            <a:prstDash val="solid"/>
          </a:ln>
        </p:spPr>
      </p:sp>
      <p:sp>
        <p:nvSpPr>
          <p:cNvPr id="32" name="source-path-30">
            <a:extLst xmlns:a="http://schemas.openxmlformats.org/drawingml/2006/main">
              <a:ext uri="{FF2B5EF4-FFF2-40B4-BE49-F238E27FC236}">
                <a16:creationId xmlns:a16="http://schemas.microsoft.com/office/drawing/2014/main" id="{19A986DD-BC6E-4707-A91D-F566702B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350" y="2658429"/>
            <a:ext cx="1676912" cy="416706"/>
          </a:xfrm>
          <a:custGeom xmlns:a="http://schemas.openxmlformats.org/drawingml/2006/main">
            <a:pathLst>
              <a:path w="1676912" h="416706">
                <a:moveTo>
                  <a:pt x="0" y="69454"/>
                </a:moveTo>
                <a:cubicBezTo>
                  <a:pt x="0" y="31095"/>
                  <a:pt x="31095" y="0"/>
                  <a:pt x="69454" y="0"/>
                </a:cubicBezTo>
                <a:lnTo>
                  <a:pt x="1607459" y="0"/>
                </a:lnTo>
                <a:cubicBezTo>
                  <a:pt x="1645817" y="0"/>
                  <a:pt x="1676912" y="31095"/>
                  <a:pt x="1676912" y="69454"/>
                </a:cubicBezTo>
                <a:lnTo>
                  <a:pt x="1676912" y="347252"/>
                </a:lnTo>
                <a:cubicBezTo>
                  <a:pt x="1676912" y="385611"/>
                  <a:pt x="1645817" y="416706"/>
                  <a:pt x="1607459" y="416706"/>
                </a:cubicBezTo>
                <a:lnTo>
                  <a:pt x="69454" y="416706"/>
                </a:lnTo>
                <a:cubicBezTo>
                  <a:pt x="31095" y="416706"/>
                  <a:pt x="0" y="385611"/>
                  <a:pt x="0" y="347252"/>
                </a:cubicBezTo>
                <a:lnTo>
                  <a:pt x="0" y="69454"/>
                </a:lnTo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ource-path-31">
            <a:extLst xmlns:a="http://schemas.openxmlformats.org/drawingml/2006/main">
              <a:ext uri="{FF2B5EF4-FFF2-40B4-BE49-F238E27FC236}">
                <a16:creationId xmlns:a16="http://schemas.microsoft.com/office/drawing/2014/main" id="{BCD026E6-5557-4C9A-B33F-001011A3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350" y="2658429"/>
            <a:ext cx="1676912" cy="416707"/>
          </a:xfrm>
          <a:custGeom xmlns:a="http://schemas.openxmlformats.org/drawingml/2006/main">
            <a:pathLst>
              <a:path w="1676912" h="416707">
                <a:moveTo>
                  <a:pt x="0" y="69453"/>
                </a:moveTo>
                <a:cubicBezTo>
                  <a:pt x="0" y="31095"/>
                  <a:pt x="31095" y="0"/>
                  <a:pt x="69454" y="0"/>
                </a:cubicBezTo>
                <a:lnTo>
                  <a:pt x="1607459" y="0"/>
                </a:lnTo>
                <a:cubicBezTo>
                  <a:pt x="1645817" y="0"/>
                  <a:pt x="1676912" y="31095"/>
                  <a:pt x="1676912" y="69453"/>
                </a:cubicBezTo>
                <a:lnTo>
                  <a:pt x="1676912" y="347253"/>
                </a:lnTo>
                <a:cubicBezTo>
                  <a:pt x="1676912" y="385611"/>
                  <a:pt x="1645817" y="416707"/>
                  <a:pt x="1607459" y="416707"/>
                </a:cubicBezTo>
                <a:lnTo>
                  <a:pt x="69454" y="416707"/>
                </a:lnTo>
                <a:cubicBezTo>
                  <a:pt x="31095" y="416707"/>
                  <a:pt x="0" y="385611"/>
                  <a:pt x="0" y="347253"/>
                </a:cubicBezTo>
                <a:lnTo>
                  <a:pt x="0" y="69453"/>
                </a:lnTo>
              </a:path>
            </a:pathLst>
          </a:custGeom>
          <a:noFill xmlns:a="http://schemas.openxmlformats.org/drawingml/2006/main"/>
          <a:ln xmlns:a="http://schemas.openxmlformats.org/drawingml/2006/main" w="11552">
            <a:solidFill>
              <a:srgbClr val="E3A000"/>
            </a:solidFill>
            <a:prstDash val="solid"/>
          </a:ln>
        </p:spPr>
      </p:sp>
      <p:sp>
        <p:nvSpPr>
          <p:cNvPr id="34" name="source-text-32-58">
            <a:extLst xmlns:a="http://schemas.openxmlformats.org/drawingml/2006/main">
              <a:ext uri="{FF2B5EF4-FFF2-40B4-BE49-F238E27FC236}">
                <a16:creationId xmlns:a16="http://schemas.microsoft.com/office/drawing/2014/main" id="{FB1AB5BE-FA35-4162-BEE8-75453C86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4760" y="2769233"/>
            <a:ext cx="1227217" cy="21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Actor Agent</a:t>
            </a:r>
          </a:p>
        </p:txBody>
      </p:sp>
      <p:sp>
        <p:nvSpPr>
          <p:cNvPr id="35" name="source-path-33-part-0">
            <a:extLst xmlns:a="http://schemas.openxmlformats.org/drawingml/2006/main">
              <a:ext uri="{FF2B5EF4-FFF2-40B4-BE49-F238E27FC236}">
                <a16:creationId xmlns:a16="http://schemas.microsoft.com/office/drawing/2014/main" id="{C7946B60-4A13-4789-86BE-572FD18D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379" y="2345788"/>
            <a:ext cx="92398" cy="311505"/>
          </a:xfrm>
          <a:custGeom xmlns:a="http://schemas.openxmlformats.org/drawingml/2006/main">
            <a:pathLst>
              <a:path w="92398" h="311505">
                <a:moveTo>
                  <a:pt x="47800" y="0"/>
                </a:moveTo>
                <a:lnTo>
                  <a:pt x="52267" y="234397"/>
                </a:lnTo>
                <a:lnTo>
                  <a:pt x="40718" y="234617"/>
                </a:lnTo>
                <a:lnTo>
                  <a:pt x="36252" y="220"/>
                </a:lnTo>
                <a:lnTo>
                  <a:pt x="47800" y="0"/>
                </a:lnTo>
              </a:path>
            </a:pathLst>
          </a:custGeom>
          <a:solidFill xmlns:a="http://schemas.openxmlformats.org/drawingml/2006/main">
            <a:srgbClr val="0E2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ource-path-33-part-1">
            <a:extLst xmlns:a="http://schemas.openxmlformats.org/drawingml/2006/main">
              <a:ext uri="{FF2B5EF4-FFF2-40B4-BE49-F238E27FC236}">
                <a16:creationId xmlns:a16="http://schemas.microsoft.com/office/drawing/2014/main" id="{C63A3FB0-8FD0-4F13-8C09-E317524D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1379" y="2345788"/>
            <a:ext cx="92398" cy="311505"/>
          </a:xfrm>
          <a:custGeom xmlns:a="http://schemas.openxmlformats.org/drawingml/2006/main">
            <a:pathLst>
              <a:path w="92398" h="311505">
                <a:moveTo>
                  <a:pt x="92398" y="218227"/>
                </a:moveTo>
                <a:lnTo>
                  <a:pt x="47960" y="311505"/>
                </a:lnTo>
                <a:lnTo>
                  <a:pt x="0" y="219988"/>
                </a:lnTo>
                <a:lnTo>
                  <a:pt x="92398" y="218227"/>
                </a:lnTo>
              </a:path>
            </a:pathLst>
          </a:custGeom>
          <a:solidFill xmlns:a="http://schemas.openxmlformats.org/drawingml/2006/main">
            <a:srgbClr val="0E28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ource-text-34-59">
            <a:extLst xmlns:a="http://schemas.openxmlformats.org/drawingml/2006/main">
              <a:ext uri="{FF2B5EF4-FFF2-40B4-BE49-F238E27FC236}">
                <a16:creationId xmlns:a16="http://schemas.microsoft.com/office/drawing/2014/main" id="{ED0B5FAA-8A64-4558-BEA3-1EB295CF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459" y="3935342"/>
            <a:ext cx="1251693" cy="21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Evolutionary</a:t>
            </a:r>
          </a:p>
        </p:txBody>
      </p:sp>
      <p:sp>
        <p:nvSpPr>
          <p:cNvPr id="38" name="source-text-35-60">
            <a:extLst xmlns:a="http://schemas.openxmlformats.org/drawingml/2006/main">
              <a:ext uri="{FF2B5EF4-FFF2-40B4-BE49-F238E27FC236}">
                <a16:creationId xmlns:a16="http://schemas.microsoft.com/office/drawing/2014/main" id="{E50AE6DC-E9FF-4D67-B137-64DF9E5F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597" y="3926870"/>
            <a:ext cx="678238" cy="21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Search</a:t>
            </a:r>
          </a:p>
        </p:txBody>
      </p:sp>
      <p:sp>
        <p:nvSpPr>
          <p:cNvPr id="39" name="source-text-36-61">
            <a:extLst xmlns:a="http://schemas.openxmlformats.org/drawingml/2006/main">
              <a:ext uri="{FF2B5EF4-FFF2-40B4-BE49-F238E27FC236}">
                <a16:creationId xmlns:a16="http://schemas.microsoft.com/office/drawing/2014/main" id="{113EE282-D561-440E-B26B-E312664E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5479" y="1986226"/>
            <a:ext cx="2009874" cy="21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Iterative Debugging</a:t>
            </a: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D20E00-AD9C-4024-98F6-7A10D9619C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30b91f1fd4c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5219700"/>
            <a:ext cx="1981200" cy="1190626"/>
          </a:xfrm>
          <a:prstGeom xmlns:a="http://schemas.openxmlformats.org/drawingml/2006/main" prst="rect">
            <a:avLst/>
          </a:prstGeom>
        </p:spPr>
      </p:pic>
      <p:sp>
        <p:nvSpPr>
          <p:cNvPr id="41" name="source-image-06">
            <a:extLst xmlns:a="http://schemas.openxmlformats.org/drawingml/2006/main">
              <a:ext uri="{FF2B5EF4-FFF2-40B4-BE49-F238E27FC236}">
                <a16:creationId xmlns:a16="http://schemas.microsoft.com/office/drawing/2014/main" id="{4338BB0A-D22C-4C29-BA2E-151ADB7B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19700"/>
            <a:ext cx="1981200" cy="1190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1E01C5-2FD2-4742-B668-2256824105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63bf11da1469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6391275"/>
            <a:ext cx="1981200" cy="1190626"/>
          </a:xfrm>
          <a:prstGeom xmlns:a="http://schemas.openxmlformats.org/drawingml/2006/main" prst="rect">
            <a:avLst/>
          </a:prstGeom>
        </p:spPr>
      </p:pic>
      <p:sp>
        <p:nvSpPr>
          <p:cNvPr id="43" name="source-image-07">
            <a:extLst xmlns:a="http://schemas.openxmlformats.org/drawingml/2006/main">
              <a:ext uri="{FF2B5EF4-FFF2-40B4-BE49-F238E27FC236}">
                <a16:creationId xmlns:a16="http://schemas.microsoft.com/office/drawing/2014/main" id="{EF3560B7-DFA0-464A-85B5-A4AA4AE8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6391275"/>
            <a:ext cx="1981200" cy="1190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18539E-4A3E-4CC6-B7AC-B1500A5889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93f8f3c2342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33975" y="6391275"/>
            <a:ext cx="1981200" cy="1200150"/>
          </a:xfrm>
          <a:prstGeom xmlns:a="http://schemas.openxmlformats.org/drawingml/2006/main" prst="rect">
            <a:avLst/>
          </a:prstGeom>
        </p:spPr>
      </p:pic>
      <p:sp>
        <p:nvSpPr>
          <p:cNvPr id="45" name="source-image-08">
            <a:extLst xmlns:a="http://schemas.openxmlformats.org/drawingml/2006/main">
              <a:ext uri="{FF2B5EF4-FFF2-40B4-BE49-F238E27FC236}">
                <a16:creationId xmlns:a16="http://schemas.microsoft.com/office/drawing/2014/main" id="{EA27BB34-3D70-4D4D-B965-2074EB3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391275"/>
            <a:ext cx="1981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A649D4-E208-46CD-B18A-B0B854B0C6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9cd07037f47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33975" y="5219700"/>
            <a:ext cx="1981200" cy="1190626"/>
          </a:xfrm>
          <a:prstGeom xmlns:a="http://schemas.openxmlformats.org/drawingml/2006/main" prst="rect">
            <a:avLst/>
          </a:prstGeom>
        </p:spPr>
      </p:pic>
      <p:sp>
        <p:nvSpPr>
          <p:cNvPr id="47" name="source-image-09">
            <a:extLst xmlns:a="http://schemas.openxmlformats.org/drawingml/2006/main">
              <a:ext uri="{FF2B5EF4-FFF2-40B4-BE49-F238E27FC236}">
                <a16:creationId xmlns:a16="http://schemas.microsoft.com/office/drawing/2014/main" id="{4375238C-C117-4DDA-8F3A-8D6238F1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219700"/>
            <a:ext cx="1981200" cy="1190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source-text-41-62">
            <a:extLst xmlns:a="http://schemas.openxmlformats.org/drawingml/2006/main">
              <a:ext uri="{FF2B5EF4-FFF2-40B4-BE49-F238E27FC236}">
                <a16:creationId xmlns:a16="http://schemas.microsoft.com/office/drawing/2014/main" id="{5CEA6344-CD0D-4E48-8FFA-FDB0FE30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693" y="6223874"/>
            <a:ext cx="327519" cy="18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</a:t>
            </a:r>
          </a:p>
        </p:txBody>
      </p:sp>
      <p:sp>
        <p:nvSpPr>
          <p:cNvPr id="49" name="source-text-42-63">
            <a:extLst xmlns:a="http://schemas.openxmlformats.org/drawingml/2006/main">
              <a:ext uri="{FF2B5EF4-FFF2-40B4-BE49-F238E27FC236}">
                <a16:creationId xmlns:a16="http://schemas.microsoft.com/office/drawing/2014/main" id="{0DD2CD10-C744-4D63-8283-74176A97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7994" y="6223874"/>
            <a:ext cx="66354" cy="18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50" name="source-text-43-64">
            <a:extLst xmlns:a="http://schemas.openxmlformats.org/drawingml/2006/main">
              <a:ext uri="{FF2B5EF4-FFF2-40B4-BE49-F238E27FC236}">
                <a16:creationId xmlns:a16="http://schemas.microsoft.com/office/drawing/2014/main" id="{C2AE7F57-477E-4476-97FE-A940CEEB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457" y="6223874"/>
            <a:ext cx="185772" cy="18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51" name="source-text-44-65">
            <a:extLst xmlns:a="http://schemas.openxmlformats.org/drawingml/2006/main">
              <a:ext uri="{FF2B5EF4-FFF2-40B4-BE49-F238E27FC236}">
                <a16:creationId xmlns:a16="http://schemas.microsoft.com/office/drawing/2014/main" id="{D916F2A7-8E2C-4A41-BEA7-77481E3E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287" y="6223874"/>
            <a:ext cx="66354" cy="18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52" name="source-text-45-66">
            <a:extLst xmlns:a="http://schemas.openxmlformats.org/drawingml/2006/main">
              <a:ext uri="{FF2B5EF4-FFF2-40B4-BE49-F238E27FC236}">
                <a16:creationId xmlns:a16="http://schemas.microsoft.com/office/drawing/2014/main" id="{9FD4C36A-6A29-484E-A856-A6A14BE0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745" y="6223874"/>
            <a:ext cx="363967" cy="18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5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5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</a:t>
            </a:r>
          </a:p>
        </p:txBody>
      </p:sp>
      <p:sp>
        <p:nvSpPr>
          <p:cNvPr id="53" name="source-text-46-67">
            <a:extLst xmlns:a="http://schemas.openxmlformats.org/drawingml/2006/main">
              <a:ext uri="{FF2B5EF4-FFF2-40B4-BE49-F238E27FC236}">
                <a16:creationId xmlns:a16="http://schemas.microsoft.com/office/drawing/2014/main" id="{7919AA67-576D-4130-85CA-B2FE3FE7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06" y="4594009"/>
            <a:ext cx="2974700" cy="21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Diverse Skills Learned across </a:t>
            </a:r>
          </a:p>
        </p:txBody>
      </p:sp>
      <p:sp>
        <p:nvSpPr>
          <p:cNvPr id="54" name="source-text-47-68">
            <a:extLst xmlns:a="http://schemas.openxmlformats.org/drawingml/2006/main">
              <a:ext uri="{FF2B5EF4-FFF2-40B4-BE49-F238E27FC236}">
                <a16:creationId xmlns:a16="http://schemas.microsoft.com/office/drawing/2014/main" id="{D92F4F53-670B-4BDB-8B1B-BF976DD0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014" y="4594009"/>
            <a:ext cx="1613363" cy="21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150+ Sim Tasks</a:t>
            </a:r>
          </a:p>
        </p:txBody>
      </p:sp>
      <p:sp>
        <p:nvSpPr>
          <p:cNvPr id="55" name="source-path-48">
            <a:extLst xmlns:a="http://schemas.openxmlformats.org/drawingml/2006/main">
              <a:ext uri="{FF2B5EF4-FFF2-40B4-BE49-F238E27FC236}">
                <a16:creationId xmlns:a16="http://schemas.microsoft.com/office/drawing/2014/main" id="{C638736E-4E0E-457C-A609-1C958208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165" y="5104905"/>
            <a:ext cx="4160355" cy="2577539"/>
          </a:xfrm>
          <a:custGeom xmlns:a="http://schemas.openxmlformats.org/drawingml/2006/main">
            <a:pathLst>
              <a:path w="4160355" h="2577539">
                <a:moveTo>
                  <a:pt x="0" y="0"/>
                </a:moveTo>
                <a:lnTo>
                  <a:pt x="4160355" y="0"/>
                </a:lnTo>
                <a:lnTo>
                  <a:pt x="4160355" y="2577539"/>
                </a:lnTo>
                <a:lnTo>
                  <a:pt x="0" y="25775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805">
            <a:solidFill>
              <a:srgbClr val="4EA72E"/>
            </a:solidFill>
            <a:prstDash val="solid"/>
          </a:ln>
        </p:spPr>
      </p:sp>
      <p:sp>
        <p:nvSpPr>
          <p:cNvPr id="56" name="source-path-49">
            <a:extLst xmlns:a="http://schemas.openxmlformats.org/drawingml/2006/main">
              <a:ext uri="{FF2B5EF4-FFF2-40B4-BE49-F238E27FC236}">
                <a16:creationId xmlns:a16="http://schemas.microsoft.com/office/drawing/2014/main" id="{FFF95EB0-8DFF-4B1D-B427-C039DC1C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807" y="5108264"/>
            <a:ext cx="2577539" cy="2506967"/>
          </a:xfrm>
          <a:custGeom xmlns:a="http://schemas.openxmlformats.org/drawingml/2006/main">
            <a:pathLst>
              <a:path w="2577539" h="2506967">
                <a:moveTo>
                  <a:pt x="0" y="0"/>
                </a:moveTo>
                <a:lnTo>
                  <a:pt x="2577539" y="0"/>
                </a:lnTo>
                <a:lnTo>
                  <a:pt x="2577539" y="2506967"/>
                </a:lnTo>
                <a:lnTo>
                  <a:pt x="0" y="25069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805">
            <a:solidFill>
              <a:srgbClr val="4EA72E"/>
            </a:solidFill>
            <a:prstDash val="solid"/>
          </a:ln>
        </p:spPr>
      </p:sp>
      <p:sp>
        <p:nvSpPr>
          <p:cNvPr id="57" name="source-path-50">
            <a:extLst xmlns:a="http://schemas.openxmlformats.org/drawingml/2006/main">
              <a:ext uri="{FF2B5EF4-FFF2-40B4-BE49-F238E27FC236}">
                <a16:creationId xmlns:a16="http://schemas.microsoft.com/office/drawing/2014/main" id="{F2143F0C-07CA-4C4E-97D6-DFCD848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595" y="6138272"/>
            <a:ext cx="1898709" cy="221796"/>
          </a:xfrm>
          <a:custGeom xmlns:a="http://schemas.openxmlformats.org/drawingml/2006/main">
            <a:pathLst>
              <a:path w="1898709" h="221796">
                <a:moveTo>
                  <a:pt x="0" y="36968"/>
                </a:moveTo>
                <a:cubicBezTo>
                  <a:pt x="0" y="16552"/>
                  <a:pt x="16551" y="0"/>
                  <a:pt x="36968" y="0"/>
                </a:cubicBezTo>
                <a:lnTo>
                  <a:pt x="1861742" y="0"/>
                </a:lnTo>
                <a:cubicBezTo>
                  <a:pt x="1882157" y="0"/>
                  <a:pt x="1898709" y="16552"/>
                  <a:pt x="1898709" y="36968"/>
                </a:cubicBezTo>
                <a:lnTo>
                  <a:pt x="1898709" y="184829"/>
                </a:lnTo>
                <a:cubicBezTo>
                  <a:pt x="1898709" y="205245"/>
                  <a:pt x="1882157" y="221796"/>
                  <a:pt x="1861742" y="221796"/>
                </a:cubicBezTo>
                <a:lnTo>
                  <a:pt x="36968" y="221796"/>
                </a:lnTo>
                <a:cubicBezTo>
                  <a:pt x="16551" y="221796"/>
                  <a:pt x="0" y="205245"/>
                  <a:pt x="0" y="184829"/>
                </a:cubicBezTo>
                <a:lnTo>
                  <a:pt x="0" y="36968"/>
                </a:lnTo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ource-text-51-69">
            <a:extLst xmlns:a="http://schemas.openxmlformats.org/drawingml/2006/main">
              <a:ext uri="{FF2B5EF4-FFF2-40B4-BE49-F238E27FC236}">
                <a16:creationId xmlns:a16="http://schemas.microsoft.com/office/drawing/2014/main" id="{7467E3E2-0AAA-4A8E-AE87-E69D31FB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274" y="6173523"/>
            <a:ext cx="1529434" cy="168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bowl_on_plate()</a:t>
            </a:r>
          </a:p>
        </p:txBody>
      </p:sp>
      <p:sp>
        <p:nvSpPr>
          <p:cNvPr id="59" name="source-path-52">
            <a:extLst xmlns:a="http://schemas.openxmlformats.org/drawingml/2006/main">
              <a:ext uri="{FF2B5EF4-FFF2-40B4-BE49-F238E27FC236}">
                <a16:creationId xmlns:a16="http://schemas.microsoft.com/office/drawing/2014/main" id="{7948B4CB-85E8-4FC7-B269-5CCE1DF5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792" y="6141633"/>
            <a:ext cx="1898707" cy="221796"/>
          </a:xfrm>
          <a:custGeom xmlns:a="http://schemas.openxmlformats.org/drawingml/2006/main">
            <a:pathLst>
              <a:path w="1898707" h="221796">
                <a:moveTo>
                  <a:pt x="0" y="36968"/>
                </a:moveTo>
                <a:cubicBezTo>
                  <a:pt x="0" y="16550"/>
                  <a:pt x="16550" y="0"/>
                  <a:pt x="36968" y="0"/>
                </a:cubicBezTo>
                <a:lnTo>
                  <a:pt x="1861742" y="0"/>
                </a:lnTo>
                <a:cubicBezTo>
                  <a:pt x="1882157" y="0"/>
                  <a:pt x="1898707" y="16550"/>
                  <a:pt x="1898707" y="36968"/>
                </a:cubicBezTo>
                <a:lnTo>
                  <a:pt x="1898707" y="184829"/>
                </a:lnTo>
                <a:cubicBezTo>
                  <a:pt x="1898707" y="205245"/>
                  <a:pt x="1882157" y="221796"/>
                  <a:pt x="1861742" y="221796"/>
                </a:cubicBezTo>
                <a:lnTo>
                  <a:pt x="36968" y="221796"/>
                </a:lnTo>
                <a:cubicBezTo>
                  <a:pt x="16550" y="221796"/>
                  <a:pt x="0" y="205245"/>
                  <a:pt x="0" y="184829"/>
                </a:cubicBezTo>
                <a:lnTo>
                  <a:pt x="0" y="36968"/>
                </a:lnTo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ource-text-53-70">
            <a:extLst xmlns:a="http://schemas.openxmlformats.org/drawingml/2006/main">
              <a:ext uri="{FF2B5EF4-FFF2-40B4-BE49-F238E27FC236}">
                <a16:creationId xmlns:a16="http://schemas.microsoft.com/office/drawing/2014/main" id="{FD306A0B-7A1D-4256-A7CE-B5126BDA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0278" y="6173523"/>
            <a:ext cx="1019220" cy="168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handover()</a:t>
            </a:r>
          </a:p>
        </p:txBody>
      </p:sp>
      <p:sp>
        <p:nvSpPr>
          <p:cNvPr id="61" name="source-path-54">
            <a:extLst xmlns:a="http://schemas.openxmlformats.org/drawingml/2006/main">
              <a:ext uri="{FF2B5EF4-FFF2-40B4-BE49-F238E27FC236}">
                <a16:creationId xmlns:a16="http://schemas.microsoft.com/office/drawing/2014/main" id="{CC976D76-4987-4A65-A05B-8C1BBFC3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514" y="7307741"/>
            <a:ext cx="1898707" cy="221796"/>
          </a:xfrm>
          <a:custGeom xmlns:a="http://schemas.openxmlformats.org/drawingml/2006/main">
            <a:pathLst>
              <a:path w="1898707" h="221796">
                <a:moveTo>
                  <a:pt x="0" y="36968"/>
                </a:moveTo>
                <a:cubicBezTo>
                  <a:pt x="0" y="16550"/>
                  <a:pt x="16550" y="0"/>
                  <a:pt x="36968" y="0"/>
                </a:cubicBezTo>
                <a:lnTo>
                  <a:pt x="1861740" y="0"/>
                </a:lnTo>
                <a:cubicBezTo>
                  <a:pt x="1882156" y="0"/>
                  <a:pt x="1898707" y="16550"/>
                  <a:pt x="1898707" y="36968"/>
                </a:cubicBezTo>
                <a:lnTo>
                  <a:pt x="1898707" y="184829"/>
                </a:lnTo>
                <a:cubicBezTo>
                  <a:pt x="1898707" y="205245"/>
                  <a:pt x="1882156" y="221796"/>
                  <a:pt x="1861740" y="221796"/>
                </a:cubicBezTo>
                <a:lnTo>
                  <a:pt x="36968" y="221796"/>
                </a:lnTo>
                <a:cubicBezTo>
                  <a:pt x="16550" y="221796"/>
                  <a:pt x="0" y="205245"/>
                  <a:pt x="0" y="184829"/>
                </a:cubicBezTo>
                <a:lnTo>
                  <a:pt x="0" y="36968"/>
                </a:lnTo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ource-text-55-71">
            <a:extLst xmlns:a="http://schemas.openxmlformats.org/drawingml/2006/main">
              <a:ext uri="{FF2B5EF4-FFF2-40B4-BE49-F238E27FC236}">
                <a16:creationId xmlns:a16="http://schemas.microsoft.com/office/drawing/2014/main" id="{BAB8C857-A391-4059-9895-958E1C4F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563" y="7339632"/>
            <a:ext cx="1427391" cy="168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can_in_trash()</a:t>
            </a:r>
          </a:p>
        </p:txBody>
      </p:sp>
      <p:sp>
        <p:nvSpPr>
          <p:cNvPr id="63" name="source-text-56-72">
            <a:extLst xmlns:a="http://schemas.openxmlformats.org/drawingml/2006/main">
              <a:ext uri="{FF2B5EF4-FFF2-40B4-BE49-F238E27FC236}">
                <a16:creationId xmlns:a16="http://schemas.microsoft.com/office/drawing/2014/main" id="{587B29E9-0082-4034-B95D-C0DCD45E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428" y="7470449"/>
            <a:ext cx="665298" cy="463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65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5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5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. .</a:t>
            </a:r>
          </a:p>
        </p:txBody>
      </p:sp>
      <p:sp>
        <p:nvSpPr>
          <p:cNvPr id="64" name="source-text-57-73">
            <a:extLst xmlns:a="http://schemas.openxmlformats.org/drawingml/2006/main">
              <a:ext uri="{FF2B5EF4-FFF2-40B4-BE49-F238E27FC236}">
                <a16:creationId xmlns:a16="http://schemas.microsoft.com/office/drawing/2014/main" id="{B64C6DC4-DC0B-4BD8-ACC9-16204B2F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809" y="4701547"/>
            <a:ext cx="2627483" cy="21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 Skills Transfer to Real</a:t>
            </a:r>
          </a:p>
        </p:txBody>
      </p:sp>
      <p:sp>
        <p:nvSpPr>
          <p:cNvPr id="65" name="source-path-58">
            <a:extLst xmlns:a="http://schemas.openxmlformats.org/drawingml/2006/main">
              <a:ext uri="{FF2B5EF4-FFF2-40B4-BE49-F238E27FC236}">
                <a16:creationId xmlns:a16="http://schemas.microsoft.com/office/drawing/2014/main" id="{E892CA5C-C48C-41BD-8538-4F133DEB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512" y="7307741"/>
            <a:ext cx="1895348" cy="221796"/>
          </a:xfrm>
          <a:custGeom xmlns:a="http://schemas.openxmlformats.org/drawingml/2006/main">
            <a:pathLst>
              <a:path w="1895348" h="221796">
                <a:moveTo>
                  <a:pt x="0" y="36966"/>
                </a:moveTo>
                <a:cubicBezTo>
                  <a:pt x="0" y="16550"/>
                  <a:pt x="16551" y="0"/>
                  <a:pt x="36966" y="0"/>
                </a:cubicBezTo>
                <a:lnTo>
                  <a:pt x="1858383" y="0"/>
                </a:lnTo>
                <a:cubicBezTo>
                  <a:pt x="1878798" y="0"/>
                  <a:pt x="1895348" y="16550"/>
                  <a:pt x="1895348" y="36966"/>
                </a:cubicBezTo>
                <a:lnTo>
                  <a:pt x="1895348" y="184830"/>
                </a:lnTo>
                <a:cubicBezTo>
                  <a:pt x="1895348" y="205246"/>
                  <a:pt x="1878798" y="221796"/>
                  <a:pt x="1858383" y="221796"/>
                </a:cubicBezTo>
                <a:lnTo>
                  <a:pt x="36966" y="221796"/>
                </a:lnTo>
                <a:cubicBezTo>
                  <a:pt x="16551" y="221796"/>
                  <a:pt x="0" y="205246"/>
                  <a:pt x="0" y="184830"/>
                </a:cubicBezTo>
                <a:lnTo>
                  <a:pt x="0" y="36966"/>
                </a:lnTo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ource-text-59-74">
            <a:extLst xmlns:a="http://schemas.openxmlformats.org/drawingml/2006/main">
              <a:ext uri="{FF2B5EF4-FFF2-40B4-BE49-F238E27FC236}">
                <a16:creationId xmlns:a16="http://schemas.microsoft.com/office/drawing/2014/main" id="{3FDB11D3-7E64-41D1-853B-7FC81480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022" y="7339632"/>
            <a:ext cx="1325349" cy="168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323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open_drawer()</a:t>
            </a:r>
          </a:p>
        </p:txBody>
      </p:sp>
      <p:pic>
        <p:nvPic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3D6D99-D5CB-47C8-935B-4C8066E746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1bf34da3c4a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" y="5019675"/>
            <a:ext cx="4010025" cy="2705101"/>
          </a:xfrm>
          <a:prstGeom xmlns:a="http://schemas.openxmlformats.org/drawingml/2006/main" prst="rect">
            <a:avLst/>
          </a:prstGeom>
        </p:spPr>
      </p:pic>
      <p:sp>
        <p:nvSpPr>
          <p:cNvPr id="68" name="source-image-10">
            <a:extLst xmlns:a="http://schemas.openxmlformats.org/drawingml/2006/main">
              <a:ext uri="{FF2B5EF4-FFF2-40B4-BE49-F238E27FC236}">
                <a16:creationId xmlns:a16="http://schemas.microsoft.com/office/drawing/2014/main" id="{19DD6890-0E7C-4813-ACDC-AA244A70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19675"/>
            <a:ext cx="4010025" cy="2705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source-path-61-part-0">
            <a:extLst xmlns:a="http://schemas.openxmlformats.org/drawingml/2006/main">
              <a:ext uri="{FF2B5EF4-FFF2-40B4-BE49-F238E27FC236}">
                <a16:creationId xmlns:a16="http://schemas.microsoft.com/office/drawing/2014/main" id="{40A93B6F-5E83-40CF-A73D-9BA809DB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230" y="6460465"/>
            <a:ext cx="969775" cy="323454"/>
          </a:xfrm>
          <a:custGeom xmlns:a="http://schemas.openxmlformats.org/drawingml/2006/main">
            <a:pathLst>
              <a:path w="969775" h="323454">
                <a:moveTo>
                  <a:pt x="0" y="107818"/>
                </a:moveTo>
                <a:lnTo>
                  <a:pt x="700231" y="107818"/>
                </a:lnTo>
                <a:lnTo>
                  <a:pt x="700231" y="215635"/>
                </a:lnTo>
                <a:lnTo>
                  <a:pt x="0" y="2156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ource-path-61-part-1">
            <a:extLst xmlns:a="http://schemas.openxmlformats.org/drawingml/2006/main">
              <a:ext uri="{FF2B5EF4-FFF2-40B4-BE49-F238E27FC236}">
                <a16:creationId xmlns:a16="http://schemas.microsoft.com/office/drawing/2014/main" id="{23867B71-1B77-49AA-A617-A12CFE2B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230" y="6460465"/>
            <a:ext cx="969775" cy="323454"/>
          </a:xfrm>
          <a:custGeom xmlns:a="http://schemas.openxmlformats.org/drawingml/2006/main">
            <a:pathLst>
              <a:path w="969775" h="323454">
                <a:moveTo>
                  <a:pt x="646322" y="0"/>
                </a:moveTo>
                <a:lnTo>
                  <a:pt x="969775" y="161729"/>
                </a:lnTo>
                <a:lnTo>
                  <a:pt x="646322" y="323454"/>
                </a:lnTo>
                <a:lnTo>
                  <a:pt x="64632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source-path-62">
            <a:extLst xmlns:a="http://schemas.openxmlformats.org/drawingml/2006/main">
              <a:ext uri="{FF2B5EF4-FFF2-40B4-BE49-F238E27FC236}">
                <a16:creationId xmlns:a16="http://schemas.microsoft.com/office/drawing/2014/main" id="{A07DF392-B391-4568-A642-6404FC30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036" y="5049457"/>
            <a:ext cx="1313973" cy="1307251"/>
          </a:xfrm>
          <a:custGeom xmlns:a="http://schemas.openxmlformats.org/drawingml/2006/main">
            <a:pathLst>
              <a:path w="1313973" h="1307251">
                <a:moveTo>
                  <a:pt x="0" y="0"/>
                </a:moveTo>
                <a:lnTo>
                  <a:pt x="1313973" y="0"/>
                </a:lnTo>
                <a:lnTo>
                  <a:pt x="1313973" y="1307251"/>
                </a:lnTo>
                <a:lnTo>
                  <a:pt x="0" y="13072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E4FFF64-EB1E-492A-9EAA-E97197279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d19ed88c642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05175" y="4933950"/>
            <a:ext cx="1333500" cy="1352550"/>
          </a:xfrm>
          <a:prstGeom xmlns:a="http://schemas.openxmlformats.org/drawingml/2006/main" prst="rect">
            <a:avLst/>
          </a:prstGeom>
        </p:spPr>
      </p:pic>
      <p:sp>
        <p:nvSpPr>
          <p:cNvPr id="73" name="source-image-11">
            <a:extLst xmlns:a="http://schemas.openxmlformats.org/drawingml/2006/main">
              <a:ext uri="{FF2B5EF4-FFF2-40B4-BE49-F238E27FC236}">
                <a16:creationId xmlns:a16="http://schemas.microsoft.com/office/drawing/2014/main" id="{116EE0AF-53F2-4D09-9091-8B3A5DA5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933950"/>
            <a:ext cx="133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source-path-64">
            <a:extLst xmlns:a="http://schemas.openxmlformats.org/drawingml/2006/main">
              <a:ext uri="{FF2B5EF4-FFF2-40B4-BE49-F238E27FC236}">
                <a16:creationId xmlns:a16="http://schemas.microsoft.com/office/drawing/2014/main" id="{6F12A81A-0B6B-48BC-B38C-7AE92CF8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80" y="4906634"/>
            <a:ext cx="1434952" cy="1424870"/>
          </a:xfrm>
          <a:custGeom xmlns:a="http://schemas.openxmlformats.org/drawingml/2006/main">
            <a:pathLst>
              <a:path w="1434952" h="1424870">
                <a:moveTo>
                  <a:pt x="0" y="0"/>
                </a:moveTo>
                <a:lnTo>
                  <a:pt x="1434952" y="0"/>
                </a:lnTo>
                <a:lnTo>
                  <a:pt x="1434952" y="1424870"/>
                </a:lnTo>
                <a:lnTo>
                  <a:pt x="0" y="14248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805">
            <a:solidFill>
              <a:srgbClr val="4EA72E"/>
            </a:solidFill>
            <a:prstDash val="solid"/>
          </a:ln>
        </p:spPr>
      </p:sp>
      <p:sp>
        <p:nvSpPr>
          <p:cNvPr id="75" name="source-path-65">
            <a:extLst xmlns:a="http://schemas.openxmlformats.org/drawingml/2006/main">
              <a:ext uri="{FF2B5EF4-FFF2-40B4-BE49-F238E27FC236}">
                <a16:creationId xmlns:a16="http://schemas.microsoft.com/office/drawing/2014/main" id="{E4A67D50-96E9-4A10-9E3F-0C569841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153" y="4904952"/>
            <a:ext cx="310985" cy="197044"/>
          </a:xfrm>
          <a:custGeom xmlns:a="http://schemas.openxmlformats.org/drawingml/2006/main">
            <a:pathLst>
              <a:path w="310985" h="197044">
                <a:moveTo>
                  <a:pt x="0" y="0"/>
                </a:moveTo>
                <a:lnTo>
                  <a:pt x="310985" y="197044"/>
                </a:lnTo>
              </a:path>
            </a:pathLst>
          </a:custGeom>
          <a:noFill xmlns:a="http://schemas.openxmlformats.org/drawingml/2006/main"/>
          <a:ln xmlns:a="http://schemas.openxmlformats.org/drawingml/2006/main" w="34656">
            <a:solidFill>
              <a:srgbClr val="4EA72E"/>
            </a:solidFill>
            <a:prstDash val="dash"/>
          </a:ln>
        </p:spPr>
      </p:sp>
      <p:sp>
        <p:nvSpPr>
          <p:cNvPr id="76" name="source-path-66">
            <a:extLst xmlns:a="http://schemas.openxmlformats.org/drawingml/2006/main">
              <a:ext uri="{FF2B5EF4-FFF2-40B4-BE49-F238E27FC236}">
                <a16:creationId xmlns:a16="http://schemas.microsoft.com/office/drawing/2014/main" id="{11A37377-C485-40DF-82A1-67340842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153" y="6329825"/>
            <a:ext cx="326283" cy="1349152"/>
          </a:xfrm>
          <a:custGeom xmlns:a="http://schemas.openxmlformats.org/drawingml/2006/main">
            <a:pathLst>
              <a:path w="326283" h="1349152">
                <a:moveTo>
                  <a:pt x="0" y="0"/>
                </a:moveTo>
                <a:lnTo>
                  <a:pt x="326283" y="1349152"/>
                </a:lnTo>
              </a:path>
            </a:pathLst>
          </a:custGeom>
          <a:noFill xmlns:a="http://schemas.openxmlformats.org/drawingml/2006/main"/>
          <a:ln xmlns:a="http://schemas.openxmlformats.org/drawingml/2006/main" w="34656">
            <a:solidFill>
              <a:srgbClr val="4EA72E"/>
            </a:solidFill>
            <a:prstDash val="dash"/>
          </a:ln>
        </p:spPr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B0D11F-CE58-42DC-9623-94F1C9980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751a22a7647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238250"/>
            <a:ext cx="1276350" cy="695325"/>
          </a:xfrm>
          <a:prstGeom xmlns:a="http://schemas.openxmlformats.org/drawingml/2006/main" prst="rect">
            <a:avLst/>
          </a:prstGeom>
        </p:spPr>
      </p:pic>
      <p:sp>
        <p:nvSpPr>
          <p:cNvPr id="78" name="source-image-12">
            <a:extLst xmlns:a="http://schemas.openxmlformats.org/drawingml/2006/main">
              <a:ext uri="{FF2B5EF4-FFF2-40B4-BE49-F238E27FC236}">
                <a16:creationId xmlns:a16="http://schemas.microsoft.com/office/drawing/2014/main" id="{5A0AC0D9-AD25-400C-B757-685CAF38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238250"/>
            <a:ext cx="12763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E4A051D-62C0-44EA-AD2F-BCF4746061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bd3c1017a48b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" y="2000250"/>
            <a:ext cx="1266825" cy="685800"/>
          </a:xfrm>
          <a:prstGeom xmlns:a="http://schemas.openxmlformats.org/drawingml/2006/main" prst="rect">
            <a:avLst/>
          </a:prstGeom>
        </p:spPr>
      </p:pic>
      <p:sp>
        <p:nvSpPr>
          <p:cNvPr id="80" name="source-image-13">
            <a:extLst xmlns:a="http://schemas.openxmlformats.org/drawingml/2006/main">
              <a:ext uri="{FF2B5EF4-FFF2-40B4-BE49-F238E27FC236}">
                <a16:creationId xmlns:a16="http://schemas.microsoft.com/office/drawing/2014/main" id="{9FE702A1-94CF-4D2A-9289-F7AD4609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000250"/>
            <a:ext cx="12668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17A6E4D-75C3-454B-A342-CB219EF154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5eb554de64f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828675"/>
            <a:ext cx="1447800" cy="381000"/>
          </a:xfrm>
          <a:prstGeom xmlns:a="http://schemas.openxmlformats.org/drawingml/2006/main" prst="rect">
            <a:avLst/>
          </a:prstGeom>
        </p:spPr>
      </p:pic>
      <p:sp>
        <p:nvSpPr>
          <p:cNvPr id="82" name="source-image-14">
            <a:extLst xmlns:a="http://schemas.openxmlformats.org/drawingml/2006/main">
              <a:ext uri="{FF2B5EF4-FFF2-40B4-BE49-F238E27FC236}">
                <a16:creationId xmlns:a16="http://schemas.microsoft.com/office/drawing/2014/main" id="{C554E1FA-369D-44B2-8A50-3F433F0F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2867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source-path-70">
            <a:extLst xmlns:a="http://schemas.openxmlformats.org/drawingml/2006/main">
              <a:ext uri="{FF2B5EF4-FFF2-40B4-BE49-F238E27FC236}">
                <a16:creationId xmlns:a16="http://schemas.microsoft.com/office/drawing/2014/main" id="{84BD1B5D-73A6-4EF5-8A04-EB865DB1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8" y="611857"/>
            <a:ext cx="5114748" cy="2164190"/>
          </a:xfrm>
          <a:custGeom xmlns:a="http://schemas.openxmlformats.org/drawingml/2006/main">
            <a:pathLst>
              <a:path w="5114748" h="2164190">
                <a:moveTo>
                  <a:pt x="0" y="360707"/>
                </a:moveTo>
                <a:cubicBezTo>
                  <a:pt x="0" y="161494"/>
                  <a:pt x="161494" y="0"/>
                  <a:pt x="360706" y="0"/>
                </a:cubicBezTo>
                <a:lnTo>
                  <a:pt x="4754042" y="0"/>
                </a:lnTo>
                <a:cubicBezTo>
                  <a:pt x="4953255" y="0"/>
                  <a:pt x="5114748" y="161494"/>
                  <a:pt x="5114748" y="360707"/>
                </a:cubicBezTo>
                <a:lnTo>
                  <a:pt x="5114748" y="1803483"/>
                </a:lnTo>
                <a:cubicBezTo>
                  <a:pt x="5114748" y="2002697"/>
                  <a:pt x="4953255" y="2164190"/>
                  <a:pt x="4754042" y="2164190"/>
                </a:cubicBezTo>
                <a:lnTo>
                  <a:pt x="360706" y="2164190"/>
                </a:lnTo>
                <a:cubicBezTo>
                  <a:pt x="161494" y="2164190"/>
                  <a:pt x="0" y="2002697"/>
                  <a:pt x="0" y="1803483"/>
                </a:cubicBezTo>
                <a:lnTo>
                  <a:pt x="0" y="360707"/>
                </a:lnTo>
              </a:path>
            </a:pathLst>
          </a:custGeom>
          <a:noFill xmlns:a="http://schemas.openxmlformats.org/drawingml/2006/main"/>
          <a:ln xmlns:a="http://schemas.openxmlformats.org/drawingml/2006/main" w="23104">
            <a:solidFill>
              <a:srgbClr val="4892DC"/>
            </a:solidFill>
            <a:prstDash val="dash"/>
          </a:ln>
        </p:spPr>
      </p:sp>
      <p:sp>
        <p:nvSpPr>
          <p:cNvPr id="84" name="source-path-71">
            <a:extLst xmlns:a="http://schemas.openxmlformats.org/drawingml/2006/main">
              <a:ext uri="{FF2B5EF4-FFF2-40B4-BE49-F238E27FC236}">
                <a16:creationId xmlns:a16="http://schemas.microsoft.com/office/drawing/2014/main" id="{2BC0CC06-4E3A-48CC-BF37-F61556A4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289" y="702591"/>
            <a:ext cx="2634668" cy="3494966"/>
          </a:xfrm>
          <a:custGeom xmlns:a="http://schemas.openxmlformats.org/drawingml/2006/main">
            <a:pathLst>
              <a:path w="2634668" h="3494966">
                <a:moveTo>
                  <a:pt x="0" y="439118"/>
                </a:moveTo>
                <a:cubicBezTo>
                  <a:pt x="0" y="196600"/>
                  <a:pt x="196600" y="0"/>
                  <a:pt x="439118" y="0"/>
                </a:cubicBezTo>
                <a:lnTo>
                  <a:pt x="2195550" y="0"/>
                </a:lnTo>
                <a:cubicBezTo>
                  <a:pt x="2438068" y="0"/>
                  <a:pt x="2634668" y="196600"/>
                  <a:pt x="2634668" y="439118"/>
                </a:cubicBezTo>
                <a:lnTo>
                  <a:pt x="2634668" y="3055848"/>
                </a:lnTo>
                <a:cubicBezTo>
                  <a:pt x="2634668" y="3298366"/>
                  <a:pt x="2438068" y="3494966"/>
                  <a:pt x="2195550" y="3494966"/>
                </a:cubicBezTo>
                <a:lnTo>
                  <a:pt x="439118" y="3494966"/>
                </a:lnTo>
                <a:cubicBezTo>
                  <a:pt x="196600" y="3494966"/>
                  <a:pt x="0" y="3298366"/>
                  <a:pt x="0" y="3055848"/>
                </a:cubicBezTo>
                <a:lnTo>
                  <a:pt x="0" y="439118"/>
                </a:lnTo>
              </a:path>
            </a:pathLst>
          </a:custGeom>
          <a:noFill xmlns:a="http://schemas.openxmlformats.org/drawingml/2006/main"/>
          <a:ln xmlns:a="http://schemas.openxmlformats.org/drawingml/2006/main" w="23104">
            <a:solidFill>
              <a:srgbClr val="E97132"/>
            </a:solidFill>
            <a:prstDash val="dash"/>
          </a:ln>
        </p:spPr>
      </p:sp>
      <p:sp>
        <p:nvSpPr>
          <p:cNvPr id="85" name="source-path-72">
            <a:extLst xmlns:a="http://schemas.openxmlformats.org/drawingml/2006/main">
              <a:ext uri="{FF2B5EF4-FFF2-40B4-BE49-F238E27FC236}">
                <a16:creationId xmlns:a16="http://schemas.microsoft.com/office/drawing/2014/main" id="{3FD8ADD1-08FB-4782-9747-E6DD688D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732" y="716034"/>
            <a:ext cx="2006443" cy="2567457"/>
          </a:xfrm>
          <a:custGeom xmlns:a="http://schemas.openxmlformats.org/drawingml/2006/main">
            <a:pathLst>
              <a:path w="2006443" h="2567457">
                <a:moveTo>
                  <a:pt x="0" y="334415"/>
                </a:moveTo>
                <a:cubicBezTo>
                  <a:pt x="0" y="149723"/>
                  <a:pt x="149723" y="0"/>
                  <a:pt x="334415" y="0"/>
                </a:cubicBezTo>
                <a:lnTo>
                  <a:pt x="1672028" y="0"/>
                </a:lnTo>
                <a:cubicBezTo>
                  <a:pt x="1856721" y="0"/>
                  <a:pt x="2006443" y="149723"/>
                  <a:pt x="2006443" y="334415"/>
                </a:cubicBezTo>
                <a:lnTo>
                  <a:pt x="2006443" y="2233042"/>
                </a:lnTo>
                <a:cubicBezTo>
                  <a:pt x="2006443" y="2417734"/>
                  <a:pt x="1856721" y="2567457"/>
                  <a:pt x="1672028" y="2567457"/>
                </a:cubicBezTo>
                <a:lnTo>
                  <a:pt x="334415" y="2567457"/>
                </a:lnTo>
                <a:cubicBezTo>
                  <a:pt x="149723" y="2567457"/>
                  <a:pt x="0" y="2417734"/>
                  <a:pt x="0" y="2233042"/>
                </a:cubicBezTo>
                <a:lnTo>
                  <a:pt x="0" y="334415"/>
                </a:lnTo>
              </a:path>
            </a:pathLst>
          </a:custGeom>
          <a:noFill xmlns:a="http://schemas.openxmlformats.org/drawingml/2006/main"/>
          <a:ln xmlns:a="http://schemas.openxmlformats.org/drawingml/2006/main" w="23104">
            <a:solidFill>
              <a:srgbClr val="E97132"/>
            </a:solidFill>
            <a:prstDash val="dash"/>
          </a:ln>
        </p:spPr>
      </p:sp>
      <p:sp>
        <p:nvSpPr>
          <p:cNvPr id="86" name="source-path-73-part-0">
            <a:extLst xmlns:a="http://schemas.openxmlformats.org/drawingml/2006/main">
              <a:ext uri="{FF2B5EF4-FFF2-40B4-BE49-F238E27FC236}">
                <a16:creationId xmlns:a16="http://schemas.microsoft.com/office/drawing/2014/main" id="{D6511A42-2F9E-433E-BEF4-93846043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296" y="2379084"/>
            <a:ext cx="450144" cy="138622"/>
          </a:xfrm>
          <a:custGeom xmlns:a="http://schemas.openxmlformats.org/drawingml/2006/main">
            <a:pathLst>
              <a:path w="450144" h="138622">
                <a:moveTo>
                  <a:pt x="115519" y="46207"/>
                </a:moveTo>
                <a:lnTo>
                  <a:pt x="334625" y="46207"/>
                </a:lnTo>
                <a:lnTo>
                  <a:pt x="334625" y="92415"/>
                </a:lnTo>
                <a:lnTo>
                  <a:pt x="115519" y="92415"/>
                </a:lnTo>
                <a:close/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source-path-73-part-1">
            <a:extLst xmlns:a="http://schemas.openxmlformats.org/drawingml/2006/main">
              <a:ext uri="{FF2B5EF4-FFF2-40B4-BE49-F238E27FC236}">
                <a16:creationId xmlns:a16="http://schemas.microsoft.com/office/drawing/2014/main" id="{69370F18-FCE5-4957-833E-26E4CE17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296" y="2379084"/>
            <a:ext cx="450144" cy="138622"/>
          </a:xfrm>
          <a:custGeom xmlns:a="http://schemas.openxmlformats.org/drawingml/2006/main">
            <a:pathLst>
              <a:path w="450144" h="138622">
                <a:moveTo>
                  <a:pt x="311522" y="138622"/>
                </a:moveTo>
                <a:lnTo>
                  <a:pt x="450144" y="69311"/>
                </a:lnTo>
                <a:lnTo>
                  <a:pt x="311520" y="0"/>
                </a:lnTo>
                <a:lnTo>
                  <a:pt x="311522" y="138622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source-path-73-part-2">
            <a:extLst xmlns:a="http://schemas.openxmlformats.org/drawingml/2006/main">
              <a:ext uri="{FF2B5EF4-FFF2-40B4-BE49-F238E27FC236}">
                <a16:creationId xmlns:a16="http://schemas.microsoft.com/office/drawing/2014/main" id="{84B32C4F-EC41-4990-9D27-078B5E45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296" y="2379084"/>
            <a:ext cx="450144" cy="138622"/>
          </a:xfrm>
          <a:custGeom xmlns:a="http://schemas.openxmlformats.org/drawingml/2006/main">
            <a:pathLst>
              <a:path w="450144" h="138622">
                <a:moveTo>
                  <a:pt x="138623" y="0"/>
                </a:moveTo>
                <a:lnTo>
                  <a:pt x="0" y="69313"/>
                </a:lnTo>
                <a:lnTo>
                  <a:pt x="138623" y="138622"/>
                </a:lnTo>
                <a:lnTo>
                  <a:pt x="138623" y="0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BD39A49-DF68-48C3-9F22-1B2C7B5FA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f57bd4fee45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" y="2962275"/>
            <a:ext cx="962025" cy="971550"/>
          </a:xfrm>
          <a:prstGeom xmlns:a="http://schemas.openxmlformats.org/drawingml/2006/main" prst="rect">
            <a:avLst/>
          </a:prstGeom>
        </p:spPr>
      </p:pic>
      <p:sp>
        <p:nvSpPr>
          <p:cNvPr id="90" name="source-image-15">
            <a:extLst xmlns:a="http://schemas.openxmlformats.org/drawingml/2006/main">
              <a:ext uri="{FF2B5EF4-FFF2-40B4-BE49-F238E27FC236}">
                <a16:creationId xmlns:a16="http://schemas.microsoft.com/office/drawing/2014/main" id="{C1670418-AB14-4467-AB2C-E4EF6239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962275"/>
            <a:ext cx="9620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source-path-75">
            <a:extLst xmlns:a="http://schemas.openxmlformats.org/drawingml/2006/main">
              <a:ext uri="{FF2B5EF4-FFF2-40B4-BE49-F238E27FC236}">
                <a16:creationId xmlns:a16="http://schemas.microsoft.com/office/drawing/2014/main" id="{F09466F6-C1EE-43C9-A65A-8E17A845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64" y="3701878"/>
            <a:ext cx="954394" cy="221796"/>
          </a:xfrm>
          <a:custGeom xmlns:a="http://schemas.openxmlformats.org/drawingml/2006/main">
            <a:pathLst>
              <a:path w="954394" h="221796">
                <a:moveTo>
                  <a:pt x="0" y="36968"/>
                </a:moveTo>
                <a:cubicBezTo>
                  <a:pt x="0" y="16550"/>
                  <a:pt x="16551" y="0"/>
                  <a:pt x="36967" y="0"/>
                </a:cubicBezTo>
                <a:lnTo>
                  <a:pt x="917427" y="0"/>
                </a:lnTo>
                <a:cubicBezTo>
                  <a:pt x="937844" y="0"/>
                  <a:pt x="954394" y="16550"/>
                  <a:pt x="954394" y="36968"/>
                </a:cubicBezTo>
                <a:lnTo>
                  <a:pt x="954394" y="184828"/>
                </a:lnTo>
                <a:cubicBezTo>
                  <a:pt x="954394" y="205244"/>
                  <a:pt x="937844" y="221796"/>
                  <a:pt x="917427" y="221796"/>
                </a:cubicBezTo>
                <a:lnTo>
                  <a:pt x="36967" y="221796"/>
                </a:lnTo>
                <a:cubicBezTo>
                  <a:pt x="16551" y="221796"/>
                  <a:pt x="0" y="205244"/>
                  <a:pt x="0" y="184828"/>
                </a:cubicBezTo>
                <a:lnTo>
                  <a:pt x="0" y="36968"/>
                </a:lnTo>
              </a:path>
            </a:pathLst>
          </a:custGeom>
          <a:solidFill xmlns:a="http://schemas.openxmlformats.org/drawingml/2006/main">
            <a:srgbClr val="163E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source-text-76-75">
            <a:extLst xmlns:a="http://schemas.openxmlformats.org/drawingml/2006/main">
              <a:ext uri="{FF2B5EF4-FFF2-40B4-BE49-F238E27FC236}">
                <a16:creationId xmlns:a16="http://schemas.microsoft.com/office/drawing/2014/main" id="{CFE5068A-6B18-4108-AFEB-059546A0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98" y="3740057"/>
            <a:ext cx="491345" cy="168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2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Depth</a:t>
            </a:r>
          </a:p>
        </p:txBody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C8504DF-F4A0-484F-B893-9D5AE23A2E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857cb918747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0150" y="2962275"/>
            <a:ext cx="952500" cy="971550"/>
          </a:xfrm>
          <a:prstGeom xmlns:a="http://schemas.openxmlformats.org/drawingml/2006/main" prst="rect">
            <a:avLst/>
          </a:prstGeom>
        </p:spPr>
      </p:pic>
      <p:sp>
        <p:nvSpPr>
          <p:cNvPr id="94" name="source-image-16">
            <a:extLst xmlns:a="http://schemas.openxmlformats.org/drawingml/2006/main">
              <a:ext uri="{FF2B5EF4-FFF2-40B4-BE49-F238E27FC236}">
                <a16:creationId xmlns:a16="http://schemas.microsoft.com/office/drawing/2014/main" id="{0E6F4844-C24A-4623-B094-788E0119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62275"/>
            <a:ext cx="952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source-path-78">
            <a:extLst xmlns:a="http://schemas.openxmlformats.org/drawingml/2006/main">
              <a:ext uri="{FF2B5EF4-FFF2-40B4-BE49-F238E27FC236}">
                <a16:creationId xmlns:a16="http://schemas.microsoft.com/office/drawing/2014/main" id="{7D5B42AE-57F8-4B2E-AA96-0E8DF180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267" y="3695157"/>
            <a:ext cx="954394" cy="221796"/>
          </a:xfrm>
          <a:custGeom xmlns:a="http://schemas.openxmlformats.org/drawingml/2006/main">
            <a:pathLst>
              <a:path w="954394" h="221796">
                <a:moveTo>
                  <a:pt x="0" y="36968"/>
                </a:moveTo>
                <a:cubicBezTo>
                  <a:pt x="0" y="16551"/>
                  <a:pt x="16551" y="0"/>
                  <a:pt x="36967" y="0"/>
                </a:cubicBezTo>
                <a:lnTo>
                  <a:pt x="917426" y="0"/>
                </a:lnTo>
                <a:cubicBezTo>
                  <a:pt x="937844" y="0"/>
                  <a:pt x="954394" y="16551"/>
                  <a:pt x="954394" y="36968"/>
                </a:cubicBezTo>
                <a:lnTo>
                  <a:pt x="954394" y="184828"/>
                </a:lnTo>
                <a:cubicBezTo>
                  <a:pt x="954394" y="205246"/>
                  <a:pt x="937844" y="221796"/>
                  <a:pt x="917426" y="221796"/>
                </a:cubicBezTo>
                <a:lnTo>
                  <a:pt x="36967" y="221796"/>
                </a:lnTo>
                <a:cubicBezTo>
                  <a:pt x="16551" y="221796"/>
                  <a:pt x="0" y="205246"/>
                  <a:pt x="0" y="184828"/>
                </a:cubicBezTo>
                <a:lnTo>
                  <a:pt x="0" y="36968"/>
                </a:lnTo>
              </a:path>
            </a:pathLst>
          </a:custGeom>
          <a:solidFill xmlns:a="http://schemas.openxmlformats.org/drawingml/2006/main">
            <a:srgbClr val="163E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source-text-79-76">
            <a:extLst xmlns:a="http://schemas.openxmlformats.org/drawingml/2006/main">
              <a:ext uri="{FF2B5EF4-FFF2-40B4-BE49-F238E27FC236}">
                <a16:creationId xmlns:a16="http://schemas.microsoft.com/office/drawing/2014/main" id="{DDD68015-D56B-44BC-B18A-53445D4B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001" y="3733335"/>
            <a:ext cx="476290" cy="168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2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SAM3</a:t>
            </a:r>
          </a:p>
        </p:txBody>
      </p:sp>
      <p:sp>
        <p:nvSpPr>
          <p:cNvPr id="97" name="source-path-80">
            <a:extLst xmlns:a="http://schemas.openxmlformats.org/drawingml/2006/main">
              <a:ext uri="{FF2B5EF4-FFF2-40B4-BE49-F238E27FC236}">
                <a16:creationId xmlns:a16="http://schemas.microsoft.com/office/drawing/2014/main" id="{36620F83-71A9-443B-8ABB-0C497497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920" y="3701878"/>
            <a:ext cx="1293810" cy="211713"/>
          </a:xfrm>
          <a:custGeom xmlns:a="http://schemas.openxmlformats.org/drawingml/2006/main">
            <a:pathLst>
              <a:path w="1293810" h="211713">
                <a:moveTo>
                  <a:pt x="0" y="35285"/>
                </a:moveTo>
                <a:cubicBezTo>
                  <a:pt x="0" y="15798"/>
                  <a:pt x="15798" y="0"/>
                  <a:pt x="35285" y="0"/>
                </a:cubicBezTo>
                <a:lnTo>
                  <a:pt x="1258524" y="0"/>
                </a:lnTo>
                <a:cubicBezTo>
                  <a:pt x="1278013" y="0"/>
                  <a:pt x="1293810" y="15798"/>
                  <a:pt x="1293810" y="35285"/>
                </a:cubicBezTo>
                <a:lnTo>
                  <a:pt x="1293810" y="176428"/>
                </a:lnTo>
                <a:cubicBezTo>
                  <a:pt x="1293810" y="195915"/>
                  <a:pt x="1278013" y="211713"/>
                  <a:pt x="1258524" y="211713"/>
                </a:cubicBezTo>
                <a:lnTo>
                  <a:pt x="35285" y="211713"/>
                </a:lnTo>
                <a:cubicBezTo>
                  <a:pt x="15798" y="211713"/>
                  <a:pt x="0" y="195915"/>
                  <a:pt x="0" y="176428"/>
                </a:cubicBezTo>
                <a:lnTo>
                  <a:pt x="0" y="35285"/>
                </a:lnTo>
              </a:path>
            </a:pathLst>
          </a:custGeom>
          <a:solidFill xmlns:a="http://schemas.openxmlformats.org/drawingml/2006/main">
            <a:srgbClr val="163E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source-text-81-77">
            <a:extLst xmlns:a="http://schemas.openxmlformats.org/drawingml/2006/main">
              <a:ext uri="{FF2B5EF4-FFF2-40B4-BE49-F238E27FC236}">
                <a16:creationId xmlns:a16="http://schemas.microsoft.com/office/drawing/2014/main" id="{0CCFA6F6-E03A-4369-A0CC-AAF235F4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6447" y="3733335"/>
            <a:ext cx="953051" cy="168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2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Motion Plan</a:t>
            </a:r>
          </a:p>
        </p:txBody>
      </p:sp>
      <p:pic>
        <p:nvPic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4060636-AE77-4AEE-B984-90D7F44B9A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f2edca50a45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19325" y="2962275"/>
            <a:ext cx="962025" cy="962025"/>
          </a:xfrm>
          <a:prstGeom xmlns:a="http://schemas.openxmlformats.org/drawingml/2006/main" prst="rect">
            <a:avLst/>
          </a:prstGeom>
        </p:spPr>
      </p:pic>
      <p:sp>
        <p:nvSpPr>
          <p:cNvPr id="100" name="source-image-17">
            <a:extLst xmlns:a="http://schemas.openxmlformats.org/drawingml/2006/main">
              <a:ext uri="{FF2B5EF4-FFF2-40B4-BE49-F238E27FC236}">
                <a16:creationId xmlns:a16="http://schemas.microsoft.com/office/drawing/2014/main" id="{999774D6-6A24-4A7C-9374-4BCFC287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962275"/>
            <a:ext cx="9620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source-path-83">
            <a:extLst xmlns:a="http://schemas.openxmlformats.org/drawingml/2006/main">
              <a:ext uri="{FF2B5EF4-FFF2-40B4-BE49-F238E27FC236}">
                <a16:creationId xmlns:a16="http://schemas.microsoft.com/office/drawing/2014/main" id="{A1B5B0D9-E7DD-4CD0-89FA-F9FF430E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233" y="3695157"/>
            <a:ext cx="954396" cy="221796"/>
          </a:xfrm>
          <a:custGeom xmlns:a="http://schemas.openxmlformats.org/drawingml/2006/main">
            <a:pathLst>
              <a:path w="954396" h="221796">
                <a:moveTo>
                  <a:pt x="0" y="36968"/>
                </a:moveTo>
                <a:cubicBezTo>
                  <a:pt x="0" y="16551"/>
                  <a:pt x="16551" y="0"/>
                  <a:pt x="36968" y="0"/>
                </a:cubicBezTo>
                <a:lnTo>
                  <a:pt x="917428" y="0"/>
                </a:lnTo>
                <a:cubicBezTo>
                  <a:pt x="937844" y="0"/>
                  <a:pt x="954396" y="16551"/>
                  <a:pt x="954396" y="36968"/>
                </a:cubicBezTo>
                <a:lnTo>
                  <a:pt x="954396" y="184828"/>
                </a:lnTo>
                <a:cubicBezTo>
                  <a:pt x="954396" y="205246"/>
                  <a:pt x="937844" y="221796"/>
                  <a:pt x="917428" y="221796"/>
                </a:cubicBezTo>
                <a:lnTo>
                  <a:pt x="36968" y="221796"/>
                </a:lnTo>
                <a:cubicBezTo>
                  <a:pt x="16551" y="221796"/>
                  <a:pt x="0" y="205246"/>
                  <a:pt x="0" y="184828"/>
                </a:cubicBezTo>
                <a:lnTo>
                  <a:pt x="0" y="36968"/>
                </a:lnTo>
              </a:path>
            </a:pathLst>
          </a:custGeom>
          <a:solidFill xmlns:a="http://schemas.openxmlformats.org/drawingml/2006/main">
            <a:srgbClr val="163E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source-text-84-78">
            <a:extLst xmlns:a="http://schemas.openxmlformats.org/drawingml/2006/main">
              <a:ext uri="{FF2B5EF4-FFF2-40B4-BE49-F238E27FC236}">
                <a16:creationId xmlns:a16="http://schemas.microsoft.com/office/drawing/2014/main" id="{773AC64C-B058-4B36-9554-3F15D80A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199" y="3733335"/>
            <a:ext cx="469065" cy="168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3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23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Grasp</a:t>
            </a:r>
          </a:p>
        </p:txBody>
      </p:sp>
      <p:sp>
        <p:nvSpPr>
          <p:cNvPr id="103" name="source-text-85-79">
            <a:extLst xmlns:a="http://schemas.openxmlformats.org/drawingml/2006/main">
              <a:ext uri="{FF2B5EF4-FFF2-40B4-BE49-F238E27FC236}">
                <a16:creationId xmlns:a16="http://schemas.microsoft.com/office/drawing/2014/main" id="{5EE54EAA-61C4-4EBE-8F70-4F4153A6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369" y="3295345"/>
            <a:ext cx="443532" cy="309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43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3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3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. .</a:t>
            </a:r>
          </a:p>
        </p:txBody>
      </p:sp>
      <p:sp>
        <p:nvSpPr>
          <p:cNvPr id="104" name="source-path-86">
            <a:extLst xmlns:a="http://schemas.openxmlformats.org/drawingml/2006/main">
              <a:ext uri="{FF2B5EF4-FFF2-40B4-BE49-F238E27FC236}">
                <a16:creationId xmlns:a16="http://schemas.microsoft.com/office/drawing/2014/main" id="{5C767DAB-EAB4-476B-A355-AC62B52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105" y="5224206"/>
            <a:ext cx="332694" cy="336054"/>
          </a:xfrm>
          <a:custGeom xmlns:a="http://schemas.openxmlformats.org/drawingml/2006/main">
            <a:pathLst>
              <a:path w="332694" h="336054">
                <a:moveTo>
                  <a:pt x="0" y="0"/>
                </a:moveTo>
                <a:lnTo>
                  <a:pt x="332694" y="0"/>
                </a:lnTo>
                <a:lnTo>
                  <a:pt x="332694" y="336054"/>
                </a:lnTo>
                <a:lnTo>
                  <a:pt x="0" y="336054"/>
                </a:lnTo>
                <a:close/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source-text-87-80">
            <a:extLst xmlns:a="http://schemas.openxmlformats.org/drawingml/2006/main">
              <a:ext uri="{FF2B5EF4-FFF2-40B4-BE49-F238E27FC236}">
                <a16:creationId xmlns:a16="http://schemas.microsoft.com/office/drawing/2014/main" id="{D02F51DA-1D59-4751-B907-164944BB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528" y="5296109"/>
            <a:ext cx="119614" cy="215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6" name="source-path-88">
            <a:extLst xmlns:a="http://schemas.openxmlformats.org/drawingml/2006/main">
              <a:ext uri="{FF2B5EF4-FFF2-40B4-BE49-F238E27FC236}">
                <a16:creationId xmlns:a16="http://schemas.microsoft.com/office/drawing/2014/main" id="{60AFA032-567A-437D-BB70-1396F6CD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744" y="5220845"/>
            <a:ext cx="336054" cy="332694"/>
          </a:xfrm>
          <a:custGeom xmlns:a="http://schemas.openxmlformats.org/drawingml/2006/main">
            <a:pathLst>
              <a:path w="336054" h="332694">
                <a:moveTo>
                  <a:pt x="0" y="0"/>
                </a:moveTo>
                <a:lnTo>
                  <a:pt x="336054" y="0"/>
                </a:lnTo>
                <a:lnTo>
                  <a:pt x="336054" y="332694"/>
                </a:lnTo>
                <a:lnTo>
                  <a:pt x="0" y="332694"/>
                </a:lnTo>
                <a:close/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source-text-89-81">
            <a:extLst xmlns:a="http://schemas.openxmlformats.org/drawingml/2006/main">
              <a:ext uri="{FF2B5EF4-FFF2-40B4-BE49-F238E27FC236}">
                <a16:creationId xmlns:a16="http://schemas.microsoft.com/office/drawing/2014/main" id="{9B903B48-3DE3-4D76-9194-36A72059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926" y="5292750"/>
            <a:ext cx="119614" cy="215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8" name="source-path-90">
            <a:extLst xmlns:a="http://schemas.openxmlformats.org/drawingml/2006/main">
              <a:ext uri="{FF2B5EF4-FFF2-40B4-BE49-F238E27FC236}">
                <a16:creationId xmlns:a16="http://schemas.microsoft.com/office/drawing/2014/main" id="{381EF545-A1DC-4A2D-8701-AFF7030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546" y="6417198"/>
            <a:ext cx="332694" cy="332694"/>
          </a:xfrm>
          <a:custGeom xmlns:a="http://schemas.openxmlformats.org/drawingml/2006/main">
            <a:pathLst>
              <a:path w="332694" h="332694">
                <a:moveTo>
                  <a:pt x="0" y="0"/>
                </a:moveTo>
                <a:lnTo>
                  <a:pt x="332694" y="0"/>
                </a:lnTo>
                <a:lnTo>
                  <a:pt x="332694" y="332694"/>
                </a:lnTo>
                <a:lnTo>
                  <a:pt x="0" y="332694"/>
                </a:lnTo>
                <a:close/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source-text-91-82">
            <a:extLst xmlns:a="http://schemas.openxmlformats.org/drawingml/2006/main">
              <a:ext uri="{FF2B5EF4-FFF2-40B4-BE49-F238E27FC236}">
                <a16:creationId xmlns:a16="http://schemas.microsoft.com/office/drawing/2014/main" id="{42F3CFCB-F3C8-424E-939E-F373C717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575" y="6489103"/>
            <a:ext cx="119614" cy="215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0" name="source-path-92">
            <a:extLst xmlns:a="http://schemas.openxmlformats.org/drawingml/2006/main">
              <a:ext uri="{FF2B5EF4-FFF2-40B4-BE49-F238E27FC236}">
                <a16:creationId xmlns:a16="http://schemas.microsoft.com/office/drawing/2014/main" id="{0C2ADEC4-8F3F-48C8-B540-D7C8F9E5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826" y="6403756"/>
            <a:ext cx="332694" cy="332694"/>
          </a:xfrm>
          <a:custGeom xmlns:a="http://schemas.openxmlformats.org/drawingml/2006/main">
            <a:pathLst>
              <a:path w="332694" h="332694">
                <a:moveTo>
                  <a:pt x="0" y="0"/>
                </a:moveTo>
                <a:lnTo>
                  <a:pt x="332694" y="0"/>
                </a:lnTo>
                <a:lnTo>
                  <a:pt x="332694" y="332694"/>
                </a:lnTo>
                <a:lnTo>
                  <a:pt x="0" y="332694"/>
                </a:lnTo>
                <a:close/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source-text-93-83">
            <a:extLst xmlns:a="http://schemas.openxmlformats.org/drawingml/2006/main">
              <a:ext uri="{FF2B5EF4-FFF2-40B4-BE49-F238E27FC236}">
                <a16:creationId xmlns:a16="http://schemas.microsoft.com/office/drawing/2014/main" id="{A024DFE4-BB92-4387-B549-2382A4F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192" y="6475661"/>
            <a:ext cx="119614" cy="215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2" name="source-path-94">
            <a:extLst xmlns:a="http://schemas.openxmlformats.org/drawingml/2006/main">
              <a:ext uri="{FF2B5EF4-FFF2-40B4-BE49-F238E27FC236}">
                <a16:creationId xmlns:a16="http://schemas.microsoft.com/office/drawing/2014/main" id="{75350863-E3D6-44BF-B855-64F34515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302" y="5183879"/>
            <a:ext cx="332695" cy="336054"/>
          </a:xfrm>
          <a:custGeom xmlns:a="http://schemas.openxmlformats.org/drawingml/2006/main">
            <a:pathLst>
              <a:path w="332695" h="336054">
                <a:moveTo>
                  <a:pt x="0" y="0"/>
                </a:moveTo>
                <a:lnTo>
                  <a:pt x="332695" y="0"/>
                </a:lnTo>
                <a:lnTo>
                  <a:pt x="332695" y="336054"/>
                </a:lnTo>
                <a:lnTo>
                  <a:pt x="0" y="336054"/>
                </a:lnTo>
                <a:close/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source-text-95-84">
            <a:extLst xmlns:a="http://schemas.openxmlformats.org/drawingml/2006/main">
              <a:ext uri="{FF2B5EF4-FFF2-40B4-BE49-F238E27FC236}">
                <a16:creationId xmlns:a16="http://schemas.microsoft.com/office/drawing/2014/main" id="{84CAACF4-413E-4206-AEC3-AE457676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328" y="5255784"/>
            <a:ext cx="119614" cy="215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4" name="source-path-96">
            <a:extLst xmlns:a="http://schemas.openxmlformats.org/drawingml/2006/main">
              <a:ext uri="{FF2B5EF4-FFF2-40B4-BE49-F238E27FC236}">
                <a16:creationId xmlns:a16="http://schemas.microsoft.com/office/drawing/2014/main" id="{2869AC5B-A972-450E-BC31-FBB15EFB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941" y="6346625"/>
            <a:ext cx="332695" cy="332694"/>
          </a:xfrm>
          <a:custGeom xmlns:a="http://schemas.openxmlformats.org/drawingml/2006/main">
            <a:pathLst>
              <a:path w="332695" h="332694">
                <a:moveTo>
                  <a:pt x="0" y="0"/>
                </a:moveTo>
                <a:lnTo>
                  <a:pt x="332695" y="0"/>
                </a:lnTo>
                <a:lnTo>
                  <a:pt x="332695" y="332694"/>
                </a:lnTo>
                <a:lnTo>
                  <a:pt x="0" y="332694"/>
                </a:lnTo>
                <a:close/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source-text-97-85">
            <a:extLst xmlns:a="http://schemas.openxmlformats.org/drawingml/2006/main">
              <a:ext uri="{FF2B5EF4-FFF2-40B4-BE49-F238E27FC236}">
                <a16:creationId xmlns:a16="http://schemas.microsoft.com/office/drawing/2014/main" id="{2236D557-2A6B-4EC4-9021-0A170806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243" y="6418532"/>
            <a:ext cx="119614" cy="215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6" name="source-path-98">
            <a:extLst xmlns:a="http://schemas.openxmlformats.org/drawingml/2006/main">
              <a:ext uri="{FF2B5EF4-FFF2-40B4-BE49-F238E27FC236}">
                <a16:creationId xmlns:a16="http://schemas.microsoft.com/office/drawing/2014/main" id="{B12B070F-36EB-4E60-B775-929D9AB9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493" y="6353347"/>
            <a:ext cx="332693" cy="336054"/>
          </a:xfrm>
          <a:custGeom xmlns:a="http://schemas.openxmlformats.org/drawingml/2006/main">
            <a:pathLst>
              <a:path w="332693" h="336054">
                <a:moveTo>
                  <a:pt x="0" y="0"/>
                </a:moveTo>
                <a:lnTo>
                  <a:pt x="332693" y="0"/>
                </a:lnTo>
                <a:lnTo>
                  <a:pt x="332693" y="336054"/>
                </a:lnTo>
                <a:lnTo>
                  <a:pt x="0" y="336054"/>
                </a:lnTo>
                <a:close/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source-text-99-86">
            <a:extLst xmlns:a="http://schemas.openxmlformats.org/drawingml/2006/main">
              <a:ext uri="{FF2B5EF4-FFF2-40B4-BE49-F238E27FC236}">
                <a16:creationId xmlns:a16="http://schemas.microsoft.com/office/drawing/2014/main" id="{BD61F924-2F7A-4F1C-BA59-A22718C2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883" y="6425252"/>
            <a:ext cx="119614" cy="215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8" name="source-path-100">
            <a:extLst xmlns:a="http://schemas.openxmlformats.org/drawingml/2006/main">
              <a:ext uri="{FF2B5EF4-FFF2-40B4-BE49-F238E27FC236}">
                <a16:creationId xmlns:a16="http://schemas.microsoft.com/office/drawing/2014/main" id="{CDDA580F-BB02-413E-B7A6-E266862A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2133" y="5183879"/>
            <a:ext cx="332695" cy="336054"/>
          </a:xfrm>
          <a:custGeom xmlns:a="http://schemas.openxmlformats.org/drawingml/2006/main">
            <a:pathLst>
              <a:path w="332695" h="336054">
                <a:moveTo>
                  <a:pt x="0" y="0"/>
                </a:moveTo>
                <a:lnTo>
                  <a:pt x="332695" y="0"/>
                </a:lnTo>
                <a:lnTo>
                  <a:pt x="332695" y="336054"/>
                </a:lnTo>
                <a:lnTo>
                  <a:pt x="0" y="336054"/>
                </a:lnTo>
                <a:close/>
              </a:path>
            </a:pathLst>
          </a:custGeom>
          <a:solidFill xmlns:a="http://schemas.openxmlformats.org/drawingml/2006/main">
            <a:srgbClr val="0D3512">
              <a:alpha val="81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source-text-101-87">
            <a:extLst xmlns:a="http://schemas.openxmlformats.org/drawingml/2006/main">
              <a:ext uri="{FF2B5EF4-FFF2-40B4-BE49-F238E27FC236}">
                <a16:creationId xmlns:a16="http://schemas.microsoft.com/office/drawing/2014/main" id="{F5879E30-E9FD-4A46-A41F-222E78BD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181" y="5255784"/>
            <a:ext cx="119614" cy="215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8BA9C69-2F6A-4ED4-8216-87034050D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b1b921b4943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43075" y="857250"/>
            <a:ext cx="3162300" cy="1819275"/>
          </a:xfrm>
          <a:prstGeom xmlns:a="http://schemas.openxmlformats.org/drawingml/2006/main" prst="rect">
            <a:avLst/>
          </a:prstGeom>
        </p:spPr>
      </p:pic>
      <p:sp>
        <p:nvSpPr>
          <p:cNvPr id="121" name="source-image-18">
            <a:extLst xmlns:a="http://schemas.openxmlformats.org/drawingml/2006/main">
              <a:ext uri="{FF2B5EF4-FFF2-40B4-BE49-F238E27FC236}">
                <a16:creationId xmlns:a16="http://schemas.microsoft.com/office/drawing/2014/main" id="{A77A8B6C-0C05-49B6-AD70-1594157D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857250"/>
            <a:ext cx="31623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source-path-103">
            <a:extLst xmlns:a="http://schemas.openxmlformats.org/drawingml/2006/main">
              <a:ext uri="{FF2B5EF4-FFF2-40B4-BE49-F238E27FC236}">
                <a16:creationId xmlns:a16="http://schemas.microsoft.com/office/drawing/2014/main" id="{58492B9D-A93B-4779-B169-0E012919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23" y="835452"/>
            <a:ext cx="2272802" cy="1185086"/>
          </a:xfrm>
          <a:custGeom xmlns:a="http://schemas.openxmlformats.org/drawingml/2006/main">
            <a:pathLst>
              <a:path w="2272802" h="1185086">
                <a:moveTo>
                  <a:pt x="0" y="1058215"/>
                </a:moveTo>
                <a:cubicBezTo>
                  <a:pt x="57943" y="448376"/>
                  <a:pt x="609773" y="0"/>
                  <a:pt x="1232548" y="56738"/>
                </a:cubicBezTo>
                <a:cubicBezTo>
                  <a:pt x="1824278" y="110649"/>
                  <a:pt x="2272802" y="603281"/>
                  <a:pt x="2259868" y="1185086"/>
                </a:cubicBezTo>
                <a:lnTo>
                  <a:pt x="1127634" y="1160950"/>
                </a:lnTo>
                <a:lnTo>
                  <a:pt x="0" y="1058215"/>
                </a:lnTo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source-path-104-part-0">
            <a:extLst xmlns:a="http://schemas.openxmlformats.org/drawingml/2006/main">
              <a:ext uri="{FF2B5EF4-FFF2-40B4-BE49-F238E27FC236}">
                <a16:creationId xmlns:a16="http://schemas.microsoft.com/office/drawing/2014/main" id="{19F616CD-F247-4F4C-ABF2-A40B4B7B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588" y="848901"/>
            <a:ext cx="2365509" cy="1171727"/>
          </a:xfrm>
          <a:custGeom xmlns:a="http://schemas.openxmlformats.org/drawingml/2006/main">
            <a:pathLst>
              <a:path w="2365509" h="1171727">
                <a:moveTo>
                  <a:pt x="68418" y="845801"/>
                </a:moveTo>
                <a:lnTo>
                  <a:pt x="91753" y="761742"/>
                </a:lnTo>
                <a:lnTo>
                  <a:pt x="113223" y="706865"/>
                </a:lnTo>
                <a:lnTo>
                  <a:pt x="136581" y="655392"/>
                </a:lnTo>
                <a:lnTo>
                  <a:pt x="162376" y="605357"/>
                </a:lnTo>
                <a:lnTo>
                  <a:pt x="190524" y="556828"/>
                </a:lnTo>
                <a:lnTo>
                  <a:pt x="220943" y="509870"/>
                </a:lnTo>
                <a:lnTo>
                  <a:pt x="253550" y="464550"/>
                </a:lnTo>
                <a:lnTo>
                  <a:pt x="288268" y="420932"/>
                </a:lnTo>
                <a:lnTo>
                  <a:pt x="325013" y="379080"/>
                </a:lnTo>
                <a:lnTo>
                  <a:pt x="363704" y="339058"/>
                </a:lnTo>
                <a:lnTo>
                  <a:pt x="404265" y="300931"/>
                </a:lnTo>
                <a:lnTo>
                  <a:pt x="446611" y="264761"/>
                </a:lnTo>
                <a:lnTo>
                  <a:pt x="490666" y="230614"/>
                </a:lnTo>
                <a:lnTo>
                  <a:pt x="536351" y="198553"/>
                </a:lnTo>
                <a:lnTo>
                  <a:pt x="583582" y="168642"/>
                </a:lnTo>
                <a:lnTo>
                  <a:pt x="632285" y="140944"/>
                </a:lnTo>
                <a:lnTo>
                  <a:pt x="682377" y="115527"/>
                </a:lnTo>
                <a:lnTo>
                  <a:pt x="733781" y="92451"/>
                </a:lnTo>
                <a:lnTo>
                  <a:pt x="786416" y="71784"/>
                </a:lnTo>
                <a:lnTo>
                  <a:pt x="840202" y="53589"/>
                </a:lnTo>
                <a:lnTo>
                  <a:pt x="895059" y="37934"/>
                </a:lnTo>
                <a:lnTo>
                  <a:pt x="950908" y="24880"/>
                </a:lnTo>
                <a:lnTo>
                  <a:pt x="1007667" y="14496"/>
                </a:lnTo>
                <a:lnTo>
                  <a:pt x="1065252" y="6844"/>
                </a:lnTo>
                <a:lnTo>
                  <a:pt x="1123584" y="1991"/>
                </a:lnTo>
                <a:lnTo>
                  <a:pt x="1182579" y="0"/>
                </a:lnTo>
                <a:lnTo>
                  <a:pt x="1242154" y="938"/>
                </a:lnTo>
                <a:lnTo>
                  <a:pt x="1302226" y="4868"/>
                </a:lnTo>
                <a:lnTo>
                  <a:pt x="1359125" y="11364"/>
                </a:lnTo>
                <a:lnTo>
                  <a:pt x="1415076" y="20450"/>
                </a:lnTo>
                <a:lnTo>
                  <a:pt x="1470056" y="32062"/>
                </a:lnTo>
                <a:lnTo>
                  <a:pt x="1523997" y="46137"/>
                </a:lnTo>
                <a:lnTo>
                  <a:pt x="1576839" y="62607"/>
                </a:lnTo>
                <a:lnTo>
                  <a:pt x="1628519" y="81404"/>
                </a:lnTo>
                <a:lnTo>
                  <a:pt x="1678977" y="102467"/>
                </a:lnTo>
                <a:lnTo>
                  <a:pt x="1728148" y="125725"/>
                </a:lnTo>
                <a:lnTo>
                  <a:pt x="1775973" y="151112"/>
                </a:lnTo>
                <a:lnTo>
                  <a:pt x="1822390" y="178566"/>
                </a:lnTo>
                <a:lnTo>
                  <a:pt x="1867339" y="208017"/>
                </a:lnTo>
                <a:lnTo>
                  <a:pt x="1910760" y="239400"/>
                </a:lnTo>
                <a:lnTo>
                  <a:pt x="1952593" y="272648"/>
                </a:lnTo>
                <a:lnTo>
                  <a:pt x="1992778" y="307698"/>
                </a:lnTo>
                <a:lnTo>
                  <a:pt x="2031255" y="344482"/>
                </a:lnTo>
                <a:lnTo>
                  <a:pt x="2067964" y="382934"/>
                </a:lnTo>
                <a:lnTo>
                  <a:pt x="2102845" y="422991"/>
                </a:lnTo>
                <a:lnTo>
                  <a:pt x="2135838" y="464587"/>
                </a:lnTo>
                <a:lnTo>
                  <a:pt x="2166883" y="507658"/>
                </a:lnTo>
                <a:lnTo>
                  <a:pt x="2195918" y="552133"/>
                </a:lnTo>
                <a:lnTo>
                  <a:pt x="2222885" y="597955"/>
                </a:lnTo>
                <a:lnTo>
                  <a:pt x="2247722" y="645051"/>
                </a:lnTo>
                <a:lnTo>
                  <a:pt x="2270368" y="693359"/>
                </a:lnTo>
                <a:lnTo>
                  <a:pt x="2290762" y="742812"/>
                </a:lnTo>
                <a:lnTo>
                  <a:pt x="2308843" y="793343"/>
                </a:lnTo>
                <a:lnTo>
                  <a:pt x="2324549" y="844886"/>
                </a:lnTo>
                <a:lnTo>
                  <a:pt x="2337820" y="897371"/>
                </a:lnTo>
                <a:lnTo>
                  <a:pt x="2348594" y="950732"/>
                </a:lnTo>
                <a:lnTo>
                  <a:pt x="2356811" y="1004899"/>
                </a:lnTo>
                <a:lnTo>
                  <a:pt x="2362408" y="1059803"/>
                </a:lnTo>
                <a:lnTo>
                  <a:pt x="2365329" y="1115375"/>
                </a:lnTo>
                <a:lnTo>
                  <a:pt x="2365509" y="1171543"/>
                </a:lnTo>
                <a:lnTo>
                  <a:pt x="2288497" y="1171727"/>
                </a:lnTo>
                <a:lnTo>
                  <a:pt x="2288418" y="1119351"/>
                </a:lnTo>
                <a:lnTo>
                  <a:pt x="2285787" y="1067551"/>
                </a:lnTo>
                <a:lnTo>
                  <a:pt x="2280660" y="1016385"/>
                </a:lnTo>
                <a:lnTo>
                  <a:pt x="2273093" y="965911"/>
                </a:lnTo>
                <a:lnTo>
                  <a:pt x="2263143" y="916187"/>
                </a:lnTo>
                <a:lnTo>
                  <a:pt x="2250864" y="867274"/>
                </a:lnTo>
                <a:lnTo>
                  <a:pt x="2236311" y="819230"/>
                </a:lnTo>
                <a:lnTo>
                  <a:pt x="2219543" y="772115"/>
                </a:lnTo>
                <a:lnTo>
                  <a:pt x="2200612" y="725992"/>
                </a:lnTo>
                <a:lnTo>
                  <a:pt x="2179574" y="680921"/>
                </a:lnTo>
                <a:lnTo>
                  <a:pt x="2156486" y="636964"/>
                </a:lnTo>
                <a:lnTo>
                  <a:pt x="2131399" y="594184"/>
                </a:lnTo>
                <a:lnTo>
                  <a:pt x="2104374" y="552640"/>
                </a:lnTo>
                <a:lnTo>
                  <a:pt x="2075464" y="512400"/>
                </a:lnTo>
                <a:lnTo>
                  <a:pt x="2044728" y="473521"/>
                </a:lnTo>
                <a:lnTo>
                  <a:pt x="2012219" y="436070"/>
                </a:lnTo>
                <a:lnTo>
                  <a:pt x="1977996" y="400108"/>
                </a:lnTo>
                <a:lnTo>
                  <a:pt x="1942115" y="365697"/>
                </a:lnTo>
                <a:lnTo>
                  <a:pt x="1904632" y="332902"/>
                </a:lnTo>
                <a:lnTo>
                  <a:pt x="1865602" y="301783"/>
                </a:lnTo>
                <a:lnTo>
                  <a:pt x="1825084" y="272403"/>
                </a:lnTo>
                <a:lnTo>
                  <a:pt x="1783134" y="244823"/>
                </a:lnTo>
                <a:lnTo>
                  <a:pt x="1739811" y="219107"/>
                </a:lnTo>
                <a:lnTo>
                  <a:pt x="1695164" y="195316"/>
                </a:lnTo>
                <a:lnTo>
                  <a:pt x="1649257" y="173512"/>
                </a:lnTo>
                <a:lnTo>
                  <a:pt x="1602139" y="153757"/>
                </a:lnTo>
                <a:lnTo>
                  <a:pt x="1553867" y="136112"/>
                </a:lnTo>
                <a:lnTo>
                  <a:pt x="1504497" y="120640"/>
                </a:lnTo>
                <a:lnTo>
                  <a:pt x="1454082" y="107400"/>
                </a:lnTo>
                <a:lnTo>
                  <a:pt x="1402674" y="96457"/>
                </a:lnTo>
                <a:lnTo>
                  <a:pt x="1350328" y="87873"/>
                </a:lnTo>
                <a:lnTo>
                  <a:pt x="1297140" y="81712"/>
                </a:lnTo>
                <a:lnTo>
                  <a:pt x="1240882" y="77940"/>
                </a:lnTo>
                <a:lnTo>
                  <a:pt x="1185113" y="76971"/>
                </a:lnTo>
                <a:lnTo>
                  <a:pt x="1129908" y="78743"/>
                </a:lnTo>
                <a:lnTo>
                  <a:pt x="1075334" y="83194"/>
                </a:lnTo>
                <a:lnTo>
                  <a:pt x="1021467" y="90260"/>
                </a:lnTo>
                <a:lnTo>
                  <a:pt x="968377" y="99885"/>
                </a:lnTo>
                <a:lnTo>
                  <a:pt x="916137" y="112006"/>
                </a:lnTo>
                <a:lnTo>
                  <a:pt x="864822" y="126560"/>
                </a:lnTo>
                <a:lnTo>
                  <a:pt x="814507" y="143490"/>
                </a:lnTo>
                <a:lnTo>
                  <a:pt x="765265" y="162734"/>
                </a:lnTo>
                <a:lnTo>
                  <a:pt x="717173" y="184230"/>
                </a:lnTo>
                <a:lnTo>
                  <a:pt x="670305" y="207919"/>
                </a:lnTo>
                <a:lnTo>
                  <a:pt x="624735" y="233736"/>
                </a:lnTo>
                <a:lnTo>
                  <a:pt x="580542" y="261624"/>
                </a:lnTo>
                <a:lnTo>
                  <a:pt x="537798" y="291520"/>
                </a:lnTo>
                <a:lnTo>
                  <a:pt x="496582" y="323360"/>
                </a:lnTo>
                <a:lnTo>
                  <a:pt x="456967" y="357084"/>
                </a:lnTo>
                <a:lnTo>
                  <a:pt x="419030" y="392632"/>
                </a:lnTo>
                <a:lnTo>
                  <a:pt x="382843" y="429936"/>
                </a:lnTo>
                <a:lnTo>
                  <a:pt x="348485" y="468940"/>
                </a:lnTo>
                <a:lnTo>
                  <a:pt x="316026" y="509580"/>
                </a:lnTo>
                <a:lnTo>
                  <a:pt x="285543" y="551795"/>
                </a:lnTo>
                <a:lnTo>
                  <a:pt x="257110" y="595523"/>
                </a:lnTo>
                <a:lnTo>
                  <a:pt x="230798" y="640704"/>
                </a:lnTo>
                <a:lnTo>
                  <a:pt x="206683" y="687278"/>
                </a:lnTo>
                <a:lnTo>
                  <a:pt x="184838" y="735186"/>
                </a:lnTo>
                <a:lnTo>
                  <a:pt x="165959" y="782339"/>
                </a:lnTo>
                <a:lnTo>
                  <a:pt x="142626" y="866400"/>
                </a:lnTo>
                <a:lnTo>
                  <a:pt x="68418" y="845801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source-path-104-part-1">
            <a:extLst xmlns:a="http://schemas.openxmlformats.org/drawingml/2006/main">
              <a:ext uri="{FF2B5EF4-FFF2-40B4-BE49-F238E27FC236}">
                <a16:creationId xmlns:a16="http://schemas.microsoft.com/office/drawing/2014/main" id="{4D32BEC9-2463-422F-9F8B-25BEDA10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588" y="848901"/>
            <a:ext cx="2365509" cy="1171727"/>
          </a:xfrm>
          <a:custGeom xmlns:a="http://schemas.openxmlformats.org/drawingml/2006/main">
            <a:pathLst>
              <a:path w="2365509" h="1171727">
                <a:moveTo>
                  <a:pt x="226398" y="841399"/>
                </a:moveTo>
                <a:lnTo>
                  <a:pt x="67135" y="1044766"/>
                </a:lnTo>
                <a:lnTo>
                  <a:pt x="0" y="795334"/>
                </a:lnTo>
                <a:lnTo>
                  <a:pt x="226398" y="841399"/>
                </a:lnTo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source-path-105">
            <a:extLst xmlns:a="http://schemas.openxmlformats.org/drawingml/2006/main">
              <a:ext uri="{FF2B5EF4-FFF2-40B4-BE49-F238E27FC236}">
                <a16:creationId xmlns:a16="http://schemas.microsoft.com/office/drawing/2014/main" id="{4D0D6F82-C3D4-4CF2-BA90-682077F6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0712" y="2093859"/>
            <a:ext cx="2305991" cy="1194319"/>
          </a:xfrm>
          <a:custGeom xmlns:a="http://schemas.openxmlformats.org/drawingml/2006/main">
            <a:pathLst>
              <a:path w="2305991" h="1194319">
                <a:moveTo>
                  <a:pt x="2305991" y="181638"/>
                </a:moveTo>
                <a:cubicBezTo>
                  <a:pt x="2200961" y="785840"/>
                  <a:pt x="1603011" y="1194319"/>
                  <a:pt x="970429" y="1094001"/>
                </a:cubicBezTo>
                <a:cubicBezTo>
                  <a:pt x="422478" y="1007105"/>
                  <a:pt x="15714" y="561695"/>
                  <a:pt x="0" y="31372"/>
                </a:cubicBezTo>
                <a:lnTo>
                  <a:pt x="1160605" y="0"/>
                </a:lnTo>
                <a:lnTo>
                  <a:pt x="2305991" y="181638"/>
                </a:lnTo>
              </a:path>
            </a:pathLst>
          </a:cu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source-path-106-part-0">
            <a:extLst xmlns:a="http://schemas.openxmlformats.org/drawingml/2006/main">
              <a:ext uri="{FF2B5EF4-FFF2-40B4-BE49-F238E27FC236}">
                <a16:creationId xmlns:a16="http://schemas.microsoft.com/office/drawing/2014/main" id="{356FA85A-0EF9-43CC-8714-4C725533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59" y="2123201"/>
            <a:ext cx="2391600" cy="1118219"/>
          </a:xfrm>
          <a:custGeom xmlns:a="http://schemas.openxmlformats.org/drawingml/2006/main">
            <a:pathLst>
              <a:path w="2391600" h="1118219">
                <a:moveTo>
                  <a:pt x="2327370" y="350605"/>
                </a:moveTo>
                <a:lnTo>
                  <a:pt x="2297002" y="433266"/>
                </a:lnTo>
                <a:lnTo>
                  <a:pt x="2270915" y="486521"/>
                </a:lnTo>
                <a:lnTo>
                  <a:pt x="2243158" y="536232"/>
                </a:lnTo>
                <a:lnTo>
                  <a:pt x="2213022" y="584330"/>
                </a:lnTo>
                <a:lnTo>
                  <a:pt x="2180599" y="630757"/>
                </a:lnTo>
                <a:lnTo>
                  <a:pt x="2145974" y="675448"/>
                </a:lnTo>
                <a:lnTo>
                  <a:pt x="2109239" y="718350"/>
                </a:lnTo>
                <a:lnTo>
                  <a:pt x="2070479" y="759401"/>
                </a:lnTo>
                <a:lnTo>
                  <a:pt x="2029783" y="798544"/>
                </a:lnTo>
                <a:lnTo>
                  <a:pt x="1987241" y="835722"/>
                </a:lnTo>
                <a:lnTo>
                  <a:pt x="1942935" y="870876"/>
                </a:lnTo>
                <a:lnTo>
                  <a:pt x="1896958" y="903949"/>
                </a:lnTo>
                <a:lnTo>
                  <a:pt x="1849388" y="934885"/>
                </a:lnTo>
                <a:lnTo>
                  <a:pt x="1800317" y="963624"/>
                </a:lnTo>
                <a:lnTo>
                  <a:pt x="1749831" y="990111"/>
                </a:lnTo>
                <a:lnTo>
                  <a:pt x="1698014" y="1014285"/>
                </a:lnTo>
                <a:lnTo>
                  <a:pt x="1644951" y="1036092"/>
                </a:lnTo>
                <a:lnTo>
                  <a:pt x="1590728" y="1055469"/>
                </a:lnTo>
                <a:lnTo>
                  <a:pt x="1535433" y="1072362"/>
                </a:lnTo>
                <a:lnTo>
                  <a:pt x="1479150" y="1086711"/>
                </a:lnTo>
                <a:lnTo>
                  <a:pt x="1421965" y="1098455"/>
                </a:lnTo>
                <a:lnTo>
                  <a:pt x="1363967" y="1107536"/>
                </a:lnTo>
                <a:lnTo>
                  <a:pt x="1305240" y="1113898"/>
                </a:lnTo>
                <a:lnTo>
                  <a:pt x="1245872" y="1117478"/>
                </a:lnTo>
                <a:lnTo>
                  <a:pt x="1185954" y="1118219"/>
                </a:lnTo>
                <a:lnTo>
                  <a:pt x="1125571" y="1116063"/>
                </a:lnTo>
                <a:lnTo>
                  <a:pt x="1064816" y="1110951"/>
                </a:lnTo>
                <a:lnTo>
                  <a:pt x="1003774" y="1102825"/>
                </a:lnTo>
                <a:lnTo>
                  <a:pt x="951100" y="1093366"/>
                </a:lnTo>
                <a:lnTo>
                  <a:pt x="899425" y="1081803"/>
                </a:lnTo>
                <a:lnTo>
                  <a:pt x="848687" y="1068173"/>
                </a:lnTo>
                <a:lnTo>
                  <a:pt x="798932" y="1052528"/>
                </a:lnTo>
                <a:lnTo>
                  <a:pt x="750211" y="1034917"/>
                </a:lnTo>
                <a:lnTo>
                  <a:pt x="702572" y="1015391"/>
                </a:lnTo>
                <a:lnTo>
                  <a:pt x="656063" y="994004"/>
                </a:lnTo>
                <a:lnTo>
                  <a:pt x="610732" y="970807"/>
                </a:lnTo>
                <a:lnTo>
                  <a:pt x="566627" y="945850"/>
                </a:lnTo>
                <a:lnTo>
                  <a:pt x="523793" y="919185"/>
                </a:lnTo>
                <a:lnTo>
                  <a:pt x="482284" y="890863"/>
                </a:lnTo>
                <a:lnTo>
                  <a:pt x="442141" y="860936"/>
                </a:lnTo>
                <a:lnTo>
                  <a:pt x="403414" y="829455"/>
                </a:lnTo>
                <a:lnTo>
                  <a:pt x="366151" y="796469"/>
                </a:lnTo>
                <a:lnTo>
                  <a:pt x="330398" y="762030"/>
                </a:lnTo>
                <a:lnTo>
                  <a:pt x="296201" y="726192"/>
                </a:lnTo>
                <a:lnTo>
                  <a:pt x="263610" y="689001"/>
                </a:lnTo>
                <a:lnTo>
                  <a:pt x="232673" y="650512"/>
                </a:lnTo>
                <a:lnTo>
                  <a:pt x="203436" y="610772"/>
                </a:lnTo>
                <a:lnTo>
                  <a:pt x="175947" y="569835"/>
                </a:lnTo>
                <a:lnTo>
                  <a:pt x="150254" y="527752"/>
                </a:lnTo>
                <a:lnTo>
                  <a:pt x="126405" y="484573"/>
                </a:lnTo>
                <a:lnTo>
                  <a:pt x="104449" y="440351"/>
                </a:lnTo>
                <a:lnTo>
                  <a:pt x="84435" y="395135"/>
                </a:lnTo>
                <a:lnTo>
                  <a:pt x="66409" y="348982"/>
                </a:lnTo>
                <a:lnTo>
                  <a:pt x="50421" y="301939"/>
                </a:lnTo>
                <a:lnTo>
                  <a:pt x="36521" y="254064"/>
                </a:lnTo>
                <a:lnTo>
                  <a:pt x="24753" y="205408"/>
                </a:lnTo>
                <a:lnTo>
                  <a:pt x="15171" y="156024"/>
                </a:lnTo>
                <a:lnTo>
                  <a:pt x="7820" y="105969"/>
                </a:lnTo>
                <a:lnTo>
                  <a:pt x="2746" y="55296"/>
                </a:lnTo>
                <a:lnTo>
                  <a:pt x="0" y="4060"/>
                </a:lnTo>
                <a:lnTo>
                  <a:pt x="76906" y="0"/>
                </a:lnTo>
                <a:lnTo>
                  <a:pt x="79383" y="47686"/>
                </a:lnTo>
                <a:lnTo>
                  <a:pt x="84024" y="94839"/>
                </a:lnTo>
                <a:lnTo>
                  <a:pt x="90785" y="141413"/>
                </a:lnTo>
                <a:lnTo>
                  <a:pt x="99623" y="187365"/>
                </a:lnTo>
                <a:lnTo>
                  <a:pt x="110494" y="232648"/>
                </a:lnTo>
                <a:lnTo>
                  <a:pt x="123356" y="277215"/>
                </a:lnTo>
                <a:lnTo>
                  <a:pt x="138167" y="321020"/>
                </a:lnTo>
                <a:lnTo>
                  <a:pt x="154879" y="364016"/>
                </a:lnTo>
                <a:lnTo>
                  <a:pt x="173453" y="406154"/>
                </a:lnTo>
                <a:lnTo>
                  <a:pt x="193847" y="447390"/>
                </a:lnTo>
                <a:lnTo>
                  <a:pt x="216014" y="487671"/>
                </a:lnTo>
                <a:lnTo>
                  <a:pt x="239913" y="526948"/>
                </a:lnTo>
                <a:lnTo>
                  <a:pt x="265500" y="565177"/>
                </a:lnTo>
                <a:lnTo>
                  <a:pt x="292732" y="602305"/>
                </a:lnTo>
                <a:lnTo>
                  <a:pt x="321566" y="638286"/>
                </a:lnTo>
                <a:lnTo>
                  <a:pt x="351958" y="673067"/>
                </a:lnTo>
                <a:lnTo>
                  <a:pt x="383861" y="706602"/>
                </a:lnTo>
                <a:lnTo>
                  <a:pt x="417235" y="738837"/>
                </a:lnTo>
                <a:lnTo>
                  <a:pt x="452033" y="769729"/>
                </a:lnTo>
                <a:lnTo>
                  <a:pt x="488212" y="799224"/>
                </a:lnTo>
                <a:lnTo>
                  <a:pt x="525730" y="827277"/>
                </a:lnTo>
                <a:lnTo>
                  <a:pt x="564540" y="853834"/>
                </a:lnTo>
                <a:lnTo>
                  <a:pt x="604597" y="878849"/>
                </a:lnTo>
                <a:lnTo>
                  <a:pt x="645860" y="902273"/>
                </a:lnTo>
                <a:lnTo>
                  <a:pt x="688284" y="924057"/>
                </a:lnTo>
                <a:lnTo>
                  <a:pt x="731825" y="944151"/>
                </a:lnTo>
                <a:lnTo>
                  <a:pt x="776438" y="962508"/>
                </a:lnTo>
                <a:lnTo>
                  <a:pt x="822083" y="979077"/>
                </a:lnTo>
                <a:lnTo>
                  <a:pt x="868715" y="993811"/>
                </a:lnTo>
                <a:lnTo>
                  <a:pt x="916290" y="1006661"/>
                </a:lnTo>
                <a:lnTo>
                  <a:pt x="964767" y="1017577"/>
                </a:lnTo>
                <a:lnTo>
                  <a:pt x="1013992" y="1026493"/>
                </a:lnTo>
                <a:lnTo>
                  <a:pt x="1071330" y="1034214"/>
                </a:lnTo>
                <a:lnTo>
                  <a:pt x="1128378" y="1039103"/>
                </a:lnTo>
                <a:lnTo>
                  <a:pt x="1185058" y="1041213"/>
                </a:lnTo>
                <a:lnTo>
                  <a:pt x="1241294" y="1040602"/>
                </a:lnTo>
                <a:lnTo>
                  <a:pt x="1297002" y="1037327"/>
                </a:lnTo>
                <a:lnTo>
                  <a:pt x="1352106" y="1031443"/>
                </a:lnTo>
                <a:lnTo>
                  <a:pt x="1406526" y="1023006"/>
                </a:lnTo>
                <a:lnTo>
                  <a:pt x="1460179" y="1012070"/>
                </a:lnTo>
                <a:lnTo>
                  <a:pt x="1512986" y="998693"/>
                </a:lnTo>
                <a:lnTo>
                  <a:pt x="1564862" y="982930"/>
                </a:lnTo>
                <a:lnTo>
                  <a:pt x="1615730" y="964838"/>
                </a:lnTo>
                <a:lnTo>
                  <a:pt x="1665504" y="944471"/>
                </a:lnTo>
                <a:lnTo>
                  <a:pt x="1714103" y="921887"/>
                </a:lnTo>
                <a:lnTo>
                  <a:pt x="1761446" y="897141"/>
                </a:lnTo>
                <a:lnTo>
                  <a:pt x="1807451" y="870293"/>
                </a:lnTo>
                <a:lnTo>
                  <a:pt x="1852034" y="841396"/>
                </a:lnTo>
                <a:lnTo>
                  <a:pt x="1895114" y="810510"/>
                </a:lnTo>
                <a:lnTo>
                  <a:pt x="1936609" y="777692"/>
                </a:lnTo>
                <a:lnTo>
                  <a:pt x="1976441" y="742998"/>
                </a:lnTo>
                <a:lnTo>
                  <a:pt x="2014524" y="706486"/>
                </a:lnTo>
                <a:lnTo>
                  <a:pt x="2050782" y="668212"/>
                </a:lnTo>
                <a:lnTo>
                  <a:pt x="2085134" y="628234"/>
                </a:lnTo>
                <a:lnTo>
                  <a:pt x="2117498" y="586605"/>
                </a:lnTo>
                <a:lnTo>
                  <a:pt x="2147797" y="543386"/>
                </a:lnTo>
                <a:lnTo>
                  <a:pt x="2175950" y="498628"/>
                </a:lnTo>
                <a:lnTo>
                  <a:pt x="2201880" y="452387"/>
                </a:lnTo>
                <a:lnTo>
                  <a:pt x="2224713" y="406709"/>
                </a:lnTo>
                <a:lnTo>
                  <a:pt x="2255081" y="324048"/>
                </a:lnTo>
                <a:lnTo>
                  <a:pt x="2327370" y="350605"/>
                </a:lnTo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source-path-106-part-1">
            <a:extLst xmlns:a="http://schemas.openxmlformats.org/drawingml/2006/main">
              <a:ext uri="{FF2B5EF4-FFF2-40B4-BE49-F238E27FC236}">
                <a16:creationId xmlns:a16="http://schemas.microsoft.com/office/drawing/2014/main" id="{42F82EE8-02A0-488D-A2E8-71673A70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2259" y="2123201"/>
            <a:ext cx="2391600" cy="1118219"/>
          </a:xfrm>
          <a:custGeom xmlns:a="http://schemas.openxmlformats.org/drawingml/2006/main">
            <a:pathLst>
              <a:path w="2391600" h="1118219">
                <a:moveTo>
                  <a:pt x="2169563" y="342400"/>
                </a:moveTo>
                <a:lnTo>
                  <a:pt x="2344444" y="152297"/>
                </a:lnTo>
                <a:lnTo>
                  <a:pt x="2391600" y="406264"/>
                </a:lnTo>
                <a:lnTo>
                  <a:pt x="2169563" y="342400"/>
                </a:lnTo>
              </a:path>
            </a:pathLst>
          </a:custGeom>
          <a:solidFill xmlns:a="http://schemas.openxmlformats.org/drawingml/2006/main">
            <a:srgbClr val="215F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source-text-107-88">
            <a:extLst xmlns:a="http://schemas.openxmlformats.org/drawingml/2006/main">
              <a:ext uri="{FF2B5EF4-FFF2-40B4-BE49-F238E27FC236}">
                <a16:creationId xmlns:a16="http://schemas.microsoft.com/office/drawing/2014/main" id="{73C83E18-18D2-45C2-8FA6-348444E9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141" y="1870100"/>
            <a:ext cx="1746043" cy="4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8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ASPIRE</a:t>
            </a:r>
          </a:p>
        </p:txBody>
      </p:sp>
      <p:sp>
        <p:nvSpPr>
          <p:cNvPr id="129" name="source-path-108">
            <a:extLst xmlns:a="http://schemas.openxmlformats.org/drawingml/2006/main">
              <a:ext uri="{FF2B5EF4-FFF2-40B4-BE49-F238E27FC236}">
                <a16:creationId xmlns:a16="http://schemas.microsoft.com/office/drawing/2014/main" id="{C4E15CDD-A6F2-41BC-AC34-35C4F83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723" y="549687"/>
            <a:ext cx="1912149" cy="225156"/>
          </a:xfrm>
          <a:custGeom xmlns:a="http://schemas.openxmlformats.org/drawingml/2006/main">
            <a:pathLst>
              <a:path w="1912149" h="225156">
                <a:moveTo>
                  <a:pt x="0" y="0"/>
                </a:moveTo>
                <a:lnTo>
                  <a:pt x="1912149" y="0"/>
                </a:lnTo>
                <a:lnTo>
                  <a:pt x="1912149" y="225156"/>
                </a:lnTo>
                <a:lnTo>
                  <a:pt x="0" y="2251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source-text-109-89">
            <a:extLst xmlns:a="http://schemas.openxmlformats.org/drawingml/2006/main">
              <a:ext uri="{FF2B5EF4-FFF2-40B4-BE49-F238E27FC236}">
                <a16:creationId xmlns:a16="http://schemas.microsoft.com/office/drawing/2014/main" id="{63404729-18AC-4B81-A1FC-5AD83945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781" y="568076"/>
            <a:ext cx="1564454" cy="21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 Engine</a:t>
            </a:r>
          </a:p>
        </p:txBody>
      </p:sp>
      <p:sp>
        <p:nvSpPr>
          <p:cNvPr id="131" name="source-path-110">
            <a:extLst xmlns:a="http://schemas.openxmlformats.org/drawingml/2006/main">
              <a:ext uri="{FF2B5EF4-FFF2-40B4-BE49-F238E27FC236}">
                <a16:creationId xmlns:a16="http://schemas.microsoft.com/office/drawing/2014/main" id="{63CBF7E0-0E01-4140-A760-19A51745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091" y="4037933"/>
            <a:ext cx="2254926" cy="225157"/>
          </a:xfrm>
          <a:custGeom xmlns:a="http://schemas.openxmlformats.org/drawingml/2006/main">
            <a:pathLst>
              <a:path w="2254926" h="225157">
                <a:moveTo>
                  <a:pt x="0" y="0"/>
                </a:moveTo>
                <a:lnTo>
                  <a:pt x="2254926" y="0"/>
                </a:lnTo>
                <a:lnTo>
                  <a:pt x="2254926" y="225157"/>
                </a:lnTo>
                <a:lnTo>
                  <a:pt x="0" y="2251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source-text-111-90">
            <a:extLst xmlns:a="http://schemas.openxmlformats.org/drawingml/2006/main">
              <a:ext uri="{FF2B5EF4-FFF2-40B4-BE49-F238E27FC236}">
                <a16:creationId xmlns:a16="http://schemas.microsoft.com/office/drawing/2014/main" id="{0BB54CB4-6EA3-4D65-A138-064FF91D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836" y="4052962"/>
            <a:ext cx="1868054" cy="21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9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9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Multimodal Traces</a:t>
            </a:r>
          </a:p>
        </p:txBody>
      </p:sp>
      <p:pic>
        <p:nvPic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670E7B7-5A11-4CA1-B9AD-82BA02C4CE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5097c265c4d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91525" y="971550"/>
            <a:ext cx="762001" cy="771525"/>
          </a:xfrm>
          <a:prstGeom xmlns:a="http://schemas.openxmlformats.org/drawingml/2006/main" prst="rect">
            <a:avLst/>
          </a:prstGeom>
        </p:spPr>
      </p:pic>
      <p:sp>
        <p:nvSpPr>
          <p:cNvPr id="134" name="source-image-19">
            <a:extLst xmlns:a="http://schemas.openxmlformats.org/drawingml/2006/main">
              <a:ext uri="{FF2B5EF4-FFF2-40B4-BE49-F238E27FC236}">
                <a16:creationId xmlns:a16="http://schemas.microsoft.com/office/drawing/2014/main" id="{C450969D-4FF7-4A46-9AE8-9F55EDD0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971550"/>
            <a:ext cx="762001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791A83C-7D00-4B43-811F-EF2808A39B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b5cb18bd640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15475" y="942975"/>
            <a:ext cx="247650" cy="47625"/>
          </a:xfrm>
          <a:prstGeom xmlns:a="http://schemas.openxmlformats.org/drawingml/2006/main" prst="rect">
            <a:avLst/>
          </a:prstGeom>
        </p:spPr>
      </p:pic>
      <p:sp>
        <p:nvSpPr>
          <p:cNvPr id="136" name="source-image-20">
            <a:extLst xmlns:a="http://schemas.openxmlformats.org/drawingml/2006/main">
              <a:ext uri="{FF2B5EF4-FFF2-40B4-BE49-F238E27FC236}">
                <a16:creationId xmlns:a16="http://schemas.microsoft.com/office/drawing/2014/main" id="{653711E9-2C6F-4799-BF20-47887932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42975"/>
            <a:ext cx="247650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899EEF3-8B57-49E5-8354-DEB104DF1B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53b2f43134c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962025"/>
            <a:ext cx="838200" cy="781050"/>
          </a:xfrm>
          <a:prstGeom xmlns:a="http://schemas.openxmlformats.org/drawingml/2006/main" prst="rect">
            <a:avLst/>
          </a:prstGeom>
        </p:spPr>
      </p:pic>
      <p:sp>
        <p:nvSpPr>
          <p:cNvPr id="138" name="source-image-21">
            <a:extLst xmlns:a="http://schemas.openxmlformats.org/drawingml/2006/main">
              <a:ext uri="{FF2B5EF4-FFF2-40B4-BE49-F238E27FC236}">
                <a16:creationId xmlns:a16="http://schemas.microsoft.com/office/drawing/2014/main" id="{70E3AD82-CC84-4F2B-9434-C2F3B821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962025"/>
            <a:ext cx="838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source-path-117-part-0">
            <a:extLst xmlns:a="http://schemas.openxmlformats.org/drawingml/2006/main">
              <a:ext uri="{FF2B5EF4-FFF2-40B4-BE49-F238E27FC236}">
                <a16:creationId xmlns:a16="http://schemas.microsoft.com/office/drawing/2014/main" id="{6C156D28-3A3E-4543-801E-4CBD79A3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043" y="3269792"/>
            <a:ext cx="1075040" cy="947403"/>
          </a:xfrm>
          <a:custGeom xmlns:a="http://schemas.openxmlformats.org/drawingml/2006/main">
            <a:pathLst>
              <a:path w="1075040" h="947403">
                <a:moveTo>
                  <a:pt x="934790" y="60202"/>
                </a:moveTo>
                <a:lnTo>
                  <a:pt x="893543" y="72146"/>
                </a:lnTo>
                <a:cubicBezTo>
                  <a:pt x="892915" y="72328"/>
                  <a:pt x="892300" y="72556"/>
                  <a:pt x="891705" y="72828"/>
                </a:cubicBezTo>
                <a:lnTo>
                  <a:pt x="849927" y="91855"/>
                </a:lnTo>
                <a:lnTo>
                  <a:pt x="832379" y="101635"/>
                </a:lnTo>
                <a:lnTo>
                  <a:pt x="845552" y="125150"/>
                </a:lnTo>
                <a:lnTo>
                  <a:pt x="861100" y="116386"/>
                </a:lnTo>
                <a:lnTo>
                  <a:pt x="902878" y="97357"/>
                </a:lnTo>
                <a:lnTo>
                  <a:pt x="901040" y="98038"/>
                </a:lnTo>
                <a:lnTo>
                  <a:pt x="942288" y="86093"/>
                </a:lnTo>
                <a:lnTo>
                  <a:pt x="934790" y="60202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source-path-117-part-1">
            <a:extLst xmlns:a="http://schemas.openxmlformats.org/drawingml/2006/main">
              <a:ext uri="{FF2B5EF4-FFF2-40B4-BE49-F238E27FC236}">
                <a16:creationId xmlns:a16="http://schemas.microsoft.com/office/drawing/2014/main" id="{57BD2192-4493-4067-BAB5-7EB71F26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043" y="3269792"/>
            <a:ext cx="1075040" cy="947403"/>
          </a:xfrm>
          <a:custGeom xmlns:a="http://schemas.openxmlformats.org/drawingml/2006/main">
            <a:pathLst>
              <a:path w="1075040" h="947403">
                <a:moveTo>
                  <a:pt x="762722" y="146685"/>
                </a:moveTo>
                <a:lnTo>
                  <a:pt x="733825" y="169757"/>
                </a:lnTo>
                <a:lnTo>
                  <a:pt x="700427" y="201211"/>
                </a:lnTo>
                <a:lnTo>
                  <a:pt x="682254" y="221480"/>
                </a:lnTo>
                <a:lnTo>
                  <a:pt x="702356" y="239436"/>
                </a:lnTo>
                <a:lnTo>
                  <a:pt x="718924" y="220815"/>
                </a:lnTo>
                <a:lnTo>
                  <a:pt x="750645" y="190820"/>
                </a:lnTo>
                <a:lnTo>
                  <a:pt x="779539" y="167748"/>
                </a:lnTo>
                <a:lnTo>
                  <a:pt x="762722" y="146685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source-path-117-part-2">
            <a:extLst xmlns:a="http://schemas.openxmlformats.org/drawingml/2006/main">
              <a:ext uri="{FF2B5EF4-FFF2-40B4-BE49-F238E27FC236}">
                <a16:creationId xmlns:a16="http://schemas.microsoft.com/office/drawing/2014/main" id="{DBE561F9-C5A0-4CD2-99F7-A4F8AEFD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043" y="3269792"/>
            <a:ext cx="1075040" cy="947403"/>
          </a:xfrm>
          <a:custGeom xmlns:a="http://schemas.openxmlformats.org/drawingml/2006/main">
            <a:pathLst>
              <a:path w="1075040" h="947403">
                <a:moveTo>
                  <a:pt x="632822" y="288396"/>
                </a:moveTo>
                <a:lnTo>
                  <a:pt x="621028" y="307904"/>
                </a:lnTo>
                <a:lnTo>
                  <a:pt x="602700" y="346625"/>
                </a:lnTo>
                <a:lnTo>
                  <a:pt x="589073" y="386450"/>
                </a:lnTo>
                <a:lnTo>
                  <a:pt x="588028" y="390544"/>
                </a:lnTo>
                <a:lnTo>
                  <a:pt x="614233" y="396859"/>
                </a:lnTo>
                <a:lnTo>
                  <a:pt x="614592" y="395124"/>
                </a:lnTo>
                <a:lnTo>
                  <a:pt x="627084" y="358115"/>
                </a:lnTo>
                <a:lnTo>
                  <a:pt x="644095" y="321849"/>
                </a:lnTo>
                <a:lnTo>
                  <a:pt x="655889" y="302341"/>
                </a:lnTo>
                <a:lnTo>
                  <a:pt x="632822" y="288396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source-path-117-part-3">
            <a:extLst xmlns:a="http://schemas.openxmlformats.org/drawingml/2006/main">
              <a:ext uri="{FF2B5EF4-FFF2-40B4-BE49-F238E27FC236}">
                <a16:creationId xmlns:a16="http://schemas.microsoft.com/office/drawing/2014/main" id="{5C0C89DF-84BB-4CF6-A744-9D0B9328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043" y="3269792"/>
            <a:ext cx="1075040" cy="947403"/>
          </a:xfrm>
          <a:custGeom xmlns:a="http://schemas.openxmlformats.org/drawingml/2006/main">
            <a:pathLst>
              <a:path w="1075040" h="947403">
                <a:moveTo>
                  <a:pt x="577300" y="473084"/>
                </a:moveTo>
                <a:lnTo>
                  <a:pt x="576640" y="488263"/>
                </a:lnTo>
                <a:lnTo>
                  <a:pt x="574203" y="506775"/>
                </a:lnTo>
                <a:lnTo>
                  <a:pt x="570230" y="525274"/>
                </a:lnTo>
                <a:lnTo>
                  <a:pt x="564758" y="543728"/>
                </a:lnTo>
                <a:lnTo>
                  <a:pt x="557826" y="562104"/>
                </a:lnTo>
                <a:lnTo>
                  <a:pt x="553249" y="572082"/>
                </a:lnTo>
                <a:lnTo>
                  <a:pt x="577781" y="583251"/>
                </a:lnTo>
                <a:lnTo>
                  <a:pt x="583065" y="571571"/>
                </a:lnTo>
                <a:lnTo>
                  <a:pt x="590615" y="551337"/>
                </a:lnTo>
                <a:lnTo>
                  <a:pt x="596596" y="530875"/>
                </a:lnTo>
                <a:lnTo>
                  <a:pt x="600937" y="510223"/>
                </a:lnTo>
                <a:lnTo>
                  <a:pt x="603568" y="489436"/>
                </a:lnTo>
                <a:lnTo>
                  <a:pt x="604229" y="474256"/>
                </a:lnTo>
                <a:lnTo>
                  <a:pt x="577300" y="473084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source-path-117-part-4">
            <a:extLst xmlns:a="http://schemas.openxmlformats.org/drawingml/2006/main">
              <a:ext uri="{FF2B5EF4-FFF2-40B4-BE49-F238E27FC236}">
                <a16:creationId xmlns:a16="http://schemas.microsoft.com/office/drawing/2014/main" id="{546ACE8B-6510-4C5F-8E93-DFCF8723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043" y="3269792"/>
            <a:ext cx="1075040" cy="947403"/>
          </a:xfrm>
          <a:custGeom xmlns:a="http://schemas.openxmlformats.org/drawingml/2006/main">
            <a:pathLst>
              <a:path w="1075040" h="947403">
                <a:moveTo>
                  <a:pt x="512990" y="638329"/>
                </a:moveTo>
                <a:lnTo>
                  <a:pt x="502783" y="651419"/>
                </a:lnTo>
                <a:lnTo>
                  <a:pt x="471909" y="685371"/>
                </a:lnTo>
                <a:lnTo>
                  <a:pt x="440112" y="714451"/>
                </a:lnTo>
                <a:lnTo>
                  <a:pt x="458331" y="734317"/>
                </a:lnTo>
                <a:lnTo>
                  <a:pt x="491866" y="703489"/>
                </a:lnTo>
                <a:lnTo>
                  <a:pt x="524038" y="667994"/>
                </a:lnTo>
                <a:lnTo>
                  <a:pt x="534246" y="654905"/>
                </a:lnTo>
                <a:lnTo>
                  <a:pt x="512990" y="638329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source-path-117-part-5">
            <a:extLst xmlns:a="http://schemas.openxmlformats.org/drawingml/2006/main">
              <a:ext uri="{FF2B5EF4-FFF2-40B4-BE49-F238E27FC236}">
                <a16:creationId xmlns:a16="http://schemas.microsoft.com/office/drawing/2014/main" id="{C1618701-B9B8-48AF-A8BB-F4BBD8A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043" y="3269792"/>
            <a:ext cx="1075040" cy="947403"/>
          </a:xfrm>
          <a:custGeom xmlns:a="http://schemas.openxmlformats.org/drawingml/2006/main">
            <a:pathLst>
              <a:path w="1075040" h="947403">
                <a:moveTo>
                  <a:pt x="376898" y="761146"/>
                </a:moveTo>
                <a:lnTo>
                  <a:pt x="355697" y="775013"/>
                </a:lnTo>
                <a:lnTo>
                  <a:pt x="310328" y="799982"/>
                </a:lnTo>
                <a:lnTo>
                  <a:pt x="284235" y="811916"/>
                </a:lnTo>
                <a:lnTo>
                  <a:pt x="295478" y="836414"/>
                </a:lnTo>
                <a:lnTo>
                  <a:pt x="323339" y="823587"/>
                </a:lnTo>
                <a:lnTo>
                  <a:pt x="370451" y="797572"/>
                </a:lnTo>
                <a:lnTo>
                  <a:pt x="391652" y="783705"/>
                </a:lnTo>
                <a:lnTo>
                  <a:pt x="376898" y="761146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source-path-117-part-6">
            <a:extLst xmlns:a="http://schemas.openxmlformats.org/drawingml/2006/main">
              <a:ext uri="{FF2B5EF4-FFF2-40B4-BE49-F238E27FC236}">
                <a16:creationId xmlns:a16="http://schemas.microsoft.com/office/drawing/2014/main" id="{D4A7C5F5-A896-4335-9E48-4268E24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043" y="3269792"/>
            <a:ext cx="1075040" cy="947403"/>
          </a:xfrm>
          <a:custGeom xmlns:a="http://schemas.openxmlformats.org/drawingml/2006/main">
            <a:pathLst>
              <a:path w="1075040" h="947403">
                <a:moveTo>
                  <a:pt x="210952" y="840949"/>
                </a:moveTo>
                <a:lnTo>
                  <a:pt x="160496" y="855622"/>
                </a:lnTo>
                <a:lnTo>
                  <a:pt x="135522" y="859470"/>
                </a:lnTo>
                <a:lnTo>
                  <a:pt x="139740" y="886093"/>
                </a:lnTo>
                <a:lnTo>
                  <a:pt x="168023" y="881504"/>
                </a:lnTo>
                <a:lnTo>
                  <a:pt x="218477" y="866831"/>
                </a:lnTo>
                <a:lnTo>
                  <a:pt x="210952" y="840949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source-path-117-part-7">
            <a:extLst xmlns:a="http://schemas.openxmlformats.org/drawingml/2006/main">
              <a:ext uri="{FF2B5EF4-FFF2-40B4-BE49-F238E27FC236}">
                <a16:creationId xmlns:a16="http://schemas.microsoft.com/office/drawing/2014/main" id="{07DD6CD0-CF88-437F-97EC-68B9C381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043" y="3269792"/>
            <a:ext cx="1075040" cy="947403"/>
          </a:xfrm>
          <a:custGeom xmlns:a="http://schemas.openxmlformats.org/drawingml/2006/main">
            <a:pathLst>
              <a:path w="1075040" h="947403">
                <a:moveTo>
                  <a:pt x="936797" y="151666"/>
                </a:moveTo>
                <a:lnTo>
                  <a:pt x="1075040" y="48983"/>
                </a:lnTo>
                <a:lnTo>
                  <a:pt x="909948" y="0"/>
                </a:lnTo>
                <a:lnTo>
                  <a:pt x="936797" y="151666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source-path-117-part-8">
            <a:extLst xmlns:a="http://schemas.openxmlformats.org/drawingml/2006/main">
              <a:ext uri="{FF2B5EF4-FFF2-40B4-BE49-F238E27FC236}">
                <a16:creationId xmlns:a16="http://schemas.microsoft.com/office/drawing/2014/main" id="{1DC9526F-45F7-4F7F-B70D-34A6344A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5043" y="3269792"/>
            <a:ext cx="1075040" cy="947403"/>
          </a:xfrm>
          <a:custGeom xmlns:a="http://schemas.openxmlformats.org/drawingml/2006/main">
            <a:pathLst>
              <a:path w="1075040" h="947403">
                <a:moveTo>
                  <a:pt x="143725" y="794481"/>
                </a:moveTo>
                <a:lnTo>
                  <a:pt x="0" y="889337"/>
                </a:lnTo>
                <a:lnTo>
                  <a:pt x="162122" y="947403"/>
                </a:lnTo>
                <a:lnTo>
                  <a:pt x="143725" y="794481"/>
                </a:lnTo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source-text-118-91">
            <a:extLst xmlns:a="http://schemas.openxmlformats.org/drawingml/2006/main">
              <a:ext uri="{FF2B5EF4-FFF2-40B4-BE49-F238E27FC236}">
                <a16:creationId xmlns:a16="http://schemas.microsoft.com/office/drawing/2014/main" id="{5819AEFF-2DDC-42A1-A4F6-CA520B84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872" y="3603468"/>
            <a:ext cx="254975" cy="463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652" b="0" i="0">
                <a:solidFill>
                  <a:srgbClr val="00B05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3652" b="0" i="0">
                <a:solidFill>
                  <a:srgbClr val="00B050"/>
                </a:solidFill>
                <a:latin typeface="Courier New"/>
                <a:ea typeface="Courier New"/>
                <a:cs typeface="Courier New"/>
              </a:defRPr>
            </a:pPr>
            <a:r>
              <a:rPr sz="3652" b="0" i="0">
                <a:solidFill>
                  <a:srgbClr val="00B050"/>
                </a:solidFill>
                <a:latin typeface="Courier New"/>
                <a:ea typeface="Courier New"/>
                <a:cs typeface="Courier New"/>
              </a:rPr>
              <a:t>/</a:t>
            </a:r>
          </a:p>
        </p:txBody>
      </p:sp>
      <p:sp>
        <p:nvSpPr>
          <p:cNvPr id="149" name="source-text-119-92">
            <a:extLst xmlns:a="http://schemas.openxmlformats.org/drawingml/2006/main">
              <a:ext uri="{FF2B5EF4-FFF2-40B4-BE49-F238E27FC236}">
                <a16:creationId xmlns:a16="http://schemas.microsoft.com/office/drawing/2014/main" id="{0561C956-0A43-46CB-9B9D-17730BE2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13" y="3673381"/>
            <a:ext cx="1223687" cy="369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911" b="0" i="0">
                <a:solidFill>
                  <a:srgbClr val="00B05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2911" b="0" i="0">
                <a:solidFill>
                  <a:srgbClr val="00B050"/>
                </a:solidFill>
                <a:latin typeface="Courier New"/>
                <a:ea typeface="Courier New"/>
                <a:cs typeface="Courier New"/>
              </a:defRPr>
            </a:pPr>
            <a:r>
              <a:rPr sz="2911" b="0" i="0">
                <a:solidFill>
                  <a:srgbClr val="00B050"/>
                </a:solidFill>
                <a:latin typeface="Courier New"/>
                <a:ea typeface="Courier New"/>
                <a:cs typeface="Courier New"/>
              </a:rPr>
              <a:t>skills</a:t>
            </a:r>
          </a:p>
        </p:txBody>
      </p:sp>
      <p:sp>
        <p:nvSpPr>
          <p:cNvPr id="150" name="attribution">
            <a:extLst xmlns:a="http://schemas.openxmlformats.org/drawingml/2006/main">
              <a:ext uri="{FF2B5EF4-FFF2-40B4-BE49-F238E27FC236}">
                <a16:creationId xmlns:a16="http://schemas.microsoft.com/office/drawing/2014/main" id="{26A7969E-F5C6-4600-9015-42EDA6A7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351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44444"/>
                </a:solidFill>
                <a:latin typeface="Arial"/>
                <a:ea typeface="Arial"/>
                <a:cs typeface="Arial"/>
              </a:rPr>
              <a:t>Lu et al., ASPIRE (2026), Fig. 1, p. 2 · Original vector paths + editable text; source photos/snippets remain separate raster assets</a:t>
            </a:r>
          </a:p>
        </p:txBody>
      </p:sp>
      <p:sp>
        <p:nvSpPr>
          <p:cNvPr id="151" name="snippet-code-bg">
            <a:extLst xmlns:a="http://schemas.openxmlformats.org/drawingml/2006/main">
              <a:ext uri="{FF2B5EF4-FFF2-40B4-BE49-F238E27FC236}">
                <a16:creationId xmlns:a16="http://schemas.microsoft.com/office/drawing/2014/main" id="{78554967-B25B-4254-8AC1-9A48B88F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553" y="936148"/>
            <a:ext cx="2328860" cy="930871"/>
          </a:xfrm>
          <a:prstGeom xmlns:a="http://schemas.openxmlformats.org/drawingml/2006/main" prst="roundRect">
            <a:avLst>
              <a:gd name="adj" fmla="val 8186"/>
            </a:avLst>
          </a:prstGeom>
          <a:solidFill xmlns:a="http://schemas.openxmlformats.org/drawingml/2006/main">
            <a:srgbClr val="FFFEFF"/>
          </a:solidFill>
          <a:ln xmlns:a="http://schemas.openxmlformats.org/drawingml/2006/main" w="8573">
            <a:solidFill>
              <a:srgbClr val="F6C6A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2" name="snippet-code-removed">
            <a:extLst xmlns:a="http://schemas.openxmlformats.org/drawingml/2006/main">
              <a:ext uri="{FF2B5EF4-FFF2-40B4-BE49-F238E27FC236}">
                <a16:creationId xmlns:a16="http://schemas.microsoft.com/office/drawing/2014/main" id="{F2314398-601F-44CA-BEFF-AD49D30A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696" y="1159033"/>
            <a:ext cx="2314572" cy="242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3"/>
          </a:solidFill>
          <a:ln xmlns:a="http://schemas.openxmlformats.org/drawingml/2006/main" w="0">
            <a:solidFill>
              <a:srgbClr val="FEF2F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3" name="snippet-code-added">
            <a:extLst xmlns:a="http://schemas.openxmlformats.org/drawingml/2006/main">
              <a:ext uri="{FF2B5EF4-FFF2-40B4-BE49-F238E27FC236}">
                <a16:creationId xmlns:a16="http://schemas.microsoft.com/office/drawing/2014/main" id="{31466AE5-802D-4410-898D-6F2DE628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696" y="1631950"/>
            <a:ext cx="2314572" cy="220028"/>
          </a:xfrm>
          <a:prstGeom xmlns:a="http://schemas.openxmlformats.org/drawingml/2006/main" prst="roundRect">
            <a:avLst>
              <a:gd name="adj" fmla="val 34632"/>
            </a:avLst>
          </a:prstGeom>
          <a:solidFill xmlns:a="http://schemas.openxmlformats.org/drawingml/2006/main">
            <a:srgbClr val="EFFAF1"/>
          </a:solidFill>
          <a:ln xmlns:a="http://schemas.openxmlformats.org/drawingml/2006/main" w="0">
            <a:solidFill>
              <a:srgbClr val="EFFAF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4" name="snippet-lineno0">
            <a:extLst xmlns:a="http://schemas.openxmlformats.org/drawingml/2006/main">
              <a:ext uri="{FF2B5EF4-FFF2-40B4-BE49-F238E27FC236}">
                <a16:creationId xmlns:a16="http://schemas.microsoft.com/office/drawing/2014/main" id="{ADB2B33F-BDBC-42CC-B64F-ECDDC22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658" y="964723"/>
            <a:ext cx="14287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defRPr>
            </a:pPr>
            <a:r>
              <a: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55" name="snippet-lineno1">
            <a:extLst xmlns:a="http://schemas.openxmlformats.org/drawingml/2006/main">
              <a:ext uri="{FF2B5EF4-FFF2-40B4-BE49-F238E27FC236}">
                <a16:creationId xmlns:a16="http://schemas.microsoft.com/office/drawing/2014/main" id="{7762F56C-8C78-4B87-91B9-002FCFBD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658" y="1199038"/>
            <a:ext cx="14287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defRPr>
            </a:pPr>
            <a:r>
              <a: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56" name="snippet-change1">
            <a:extLst xmlns:a="http://schemas.openxmlformats.org/drawingml/2006/main">
              <a:ext uri="{FF2B5EF4-FFF2-40B4-BE49-F238E27FC236}">
                <a16:creationId xmlns:a16="http://schemas.microsoft.com/office/drawing/2014/main" id="{42E188FC-3C0B-4504-A9E5-EED7F5C8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1199038"/>
            <a:ext cx="145733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13" b="1" i="0">
                <a:solidFill>
                  <a:srgbClr val="DC262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013" b="1" i="0">
                <a:solidFill>
                  <a:srgbClr val="DC2626"/>
                </a:solidFill>
                <a:latin typeface="Consolas"/>
                <a:ea typeface="Consolas"/>
                <a:cs typeface="Consolas"/>
              </a:defRPr>
            </a:pPr>
            <a:r>
              <a:rPr sz="1013" b="1" i="0">
                <a:solidFill>
                  <a:srgbClr val="DC2626"/>
                </a:solidFill>
                <a:latin typeface="Consolas"/>
                <a:ea typeface="Consolas"/>
                <a:cs typeface="Consolas"/>
              </a:rPr>
              <a:t>-</a:t>
            </a:r>
          </a:p>
        </p:txBody>
      </p:sp>
      <p:sp>
        <p:nvSpPr>
          <p:cNvPr id="157" name="snippet-lineno2">
            <a:extLst xmlns:a="http://schemas.openxmlformats.org/drawingml/2006/main">
              <a:ext uri="{FF2B5EF4-FFF2-40B4-BE49-F238E27FC236}">
                <a16:creationId xmlns:a16="http://schemas.microsoft.com/office/drawing/2014/main" id="{4F1381FA-14CC-4F82-9A58-5A2B62B6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658" y="1433353"/>
            <a:ext cx="14287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defRPr>
            </a:pPr>
            <a:r>
              <a: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58" name="snippet-lineno3">
            <a:extLst xmlns:a="http://schemas.openxmlformats.org/drawingml/2006/main">
              <a:ext uri="{FF2B5EF4-FFF2-40B4-BE49-F238E27FC236}">
                <a16:creationId xmlns:a16="http://schemas.microsoft.com/office/drawing/2014/main" id="{CE41E743-611B-442E-9A92-C1B83181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658" y="1667668"/>
            <a:ext cx="14287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defRPr>
            </a:pPr>
            <a:r>
              <a:rPr sz="967" b="0" i="0">
                <a:solidFill>
                  <a:srgbClr val="7B7B7B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59" name="snippet-change3">
            <a:extLst xmlns:a="http://schemas.openxmlformats.org/drawingml/2006/main">
              <a:ext uri="{FF2B5EF4-FFF2-40B4-BE49-F238E27FC236}">
                <a16:creationId xmlns:a16="http://schemas.microsoft.com/office/drawing/2014/main" id="{9E049BC8-D724-465D-A882-3798EB77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1667668"/>
            <a:ext cx="145733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13" b="1" i="0">
                <a:solidFill>
                  <a:srgbClr val="2CB341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013" b="1" i="0">
                <a:solidFill>
                  <a:srgbClr val="2CB341"/>
                </a:solidFill>
                <a:latin typeface="Consolas"/>
                <a:ea typeface="Consolas"/>
                <a:cs typeface="Consolas"/>
              </a:defRPr>
            </a:pPr>
            <a:r>
              <a:rPr sz="1013" b="1" i="0">
                <a:solidFill>
                  <a:srgbClr val="2CB341"/>
                </a:solidFill>
                <a:latin typeface="Consolas"/>
                <a:ea typeface="Consolas"/>
                <a:cs typeface="Consolas"/>
              </a:rPr>
              <a:t>+</a:t>
            </a:r>
          </a:p>
        </p:txBody>
      </p:sp>
      <p:sp>
        <p:nvSpPr>
          <p:cNvPr id="160" name="snippet-search-bg">
            <a:extLst xmlns:a="http://schemas.openxmlformats.org/drawingml/2006/main">
              <a:ext uri="{FF2B5EF4-FFF2-40B4-BE49-F238E27FC236}">
                <a16:creationId xmlns:a16="http://schemas.microsoft.com/office/drawing/2014/main" id="{53CE88ED-3BF7-4C23-B042-96DF0C25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2792" y="2326005"/>
            <a:ext cx="2214563" cy="1440180"/>
          </a:xfrm>
          <a:prstGeom xmlns:a="http://schemas.openxmlformats.org/drawingml/2006/main" prst="roundRect">
            <a:avLst>
              <a:gd name="adj" fmla="val 5291"/>
            </a:avLst>
          </a:prstGeom>
          <a:solidFill xmlns:a="http://schemas.openxmlformats.org/drawingml/2006/main">
            <a:srgbClr val="FBE4D7"/>
          </a:solidFill>
          <a:ln xmlns:a="http://schemas.openxmlformats.org/drawingml/2006/main" w="28575">
            <a:solidFill>
              <a:srgbClr val="E97837"/>
            </a:solidFill>
            <a:prstDash val="dash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1" name="snippet-old-root">
            <a:extLst xmlns:a="http://schemas.openxmlformats.org/drawingml/2006/main">
              <a:ext uri="{FF2B5EF4-FFF2-40B4-BE49-F238E27FC236}">
                <a16:creationId xmlns:a16="http://schemas.microsoft.com/office/drawing/2014/main" id="{5FC55E49-E541-477D-93BB-C3A6886E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8645" y="2407444"/>
            <a:ext cx="572" cy="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2" name="snippet-old-target0">
            <a:extLst xmlns:a="http://schemas.openxmlformats.org/drawingml/2006/main">
              <a:ext uri="{FF2B5EF4-FFF2-40B4-BE49-F238E27FC236}">
                <a16:creationId xmlns:a16="http://schemas.microsoft.com/office/drawing/2014/main" id="{DDF9DC7D-CE27-4AF0-BD92-526B57F8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583180"/>
            <a:ext cx="572" cy="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3" name="snippet-old-target1">
            <a:extLst xmlns:a="http://schemas.openxmlformats.org/drawingml/2006/main">
              <a:ext uri="{FF2B5EF4-FFF2-40B4-BE49-F238E27FC236}">
                <a16:creationId xmlns:a16="http://schemas.microsoft.com/office/drawing/2014/main" id="{28A3D5F4-B06C-4564-A142-154E9736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5803" y="2600325"/>
            <a:ext cx="572" cy="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4" name="snippet-old-target2">
            <a:extLst xmlns:a="http://schemas.openxmlformats.org/drawingml/2006/main">
              <a:ext uri="{FF2B5EF4-FFF2-40B4-BE49-F238E27FC236}">
                <a16:creationId xmlns:a16="http://schemas.microsoft.com/office/drawing/2014/main" id="{D64CCC92-571A-4565-BFC1-58F692C1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1563" y="2583180"/>
            <a:ext cx="572" cy="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5" name="snippet-iter-n">
            <a:extLst xmlns:a="http://schemas.openxmlformats.org/drawingml/2006/main">
              <a:ext uri="{FF2B5EF4-FFF2-40B4-BE49-F238E27FC236}">
                <a16:creationId xmlns:a16="http://schemas.microsoft.com/office/drawing/2014/main" id="{E8C20601-F5E3-40FA-ACB3-6DB8CFBB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153" y="2377440"/>
            <a:ext cx="468630" cy="174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iter N</a:t>
            </a:r>
          </a:p>
        </p:txBody>
      </p:sp>
      <p:sp>
        <p:nvSpPr>
          <p:cNvPr id="166" name="snippet-iter-next">
            <a:extLst xmlns:a="http://schemas.openxmlformats.org/drawingml/2006/main">
              <a:ext uri="{FF2B5EF4-FFF2-40B4-BE49-F238E27FC236}">
                <a16:creationId xmlns:a16="http://schemas.microsoft.com/office/drawing/2014/main" id="{4D1AD7C0-62D2-42A6-8027-8C6BB17E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1563" y="3103245"/>
            <a:ext cx="66865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iter N + 1</a:t>
            </a:r>
          </a:p>
        </p:txBody>
      </p:sp>
      <p:sp>
        <p:nvSpPr>
          <p:cNvPr id="167" name="snippet-parent0">
            <a:extLst xmlns:a="http://schemas.openxmlformats.org/drawingml/2006/main">
              <a:ext uri="{FF2B5EF4-FFF2-40B4-BE49-F238E27FC236}">
                <a16:creationId xmlns:a16="http://schemas.microsoft.com/office/drawing/2014/main" id="{2898B88A-4DF3-48ED-AFFD-BF3E8768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9945" y="2657475"/>
            <a:ext cx="320040" cy="302895"/>
          </a:xfrm>
          <a:prstGeom xmlns:a="http://schemas.openxmlformats.org/drawingml/2006/main" prst="roundRect">
            <a:avLst>
              <a:gd name="adj" fmla="val 25157"/>
            </a:avLst>
          </a:prstGeom>
          <a:solidFill xmlns:a="http://schemas.openxmlformats.org/drawingml/2006/main">
            <a:srgbClr val="F7C7A9"/>
          </a:solidFill>
          <a:ln xmlns:a="http://schemas.openxmlformats.org/drawingml/2006/main" w="11430">
            <a:solidFill>
              <a:srgbClr val="E9783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8" name="snippet-child0">
            <a:extLst xmlns:a="http://schemas.openxmlformats.org/drawingml/2006/main">
              <a:ext uri="{FF2B5EF4-FFF2-40B4-BE49-F238E27FC236}">
                <a16:creationId xmlns:a16="http://schemas.microsoft.com/office/drawing/2014/main" id="{B9753A8B-179C-4195-BB0B-2D3AEE9B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9945" y="3386138"/>
            <a:ext cx="342900" cy="302895"/>
          </a:xfrm>
          <a:prstGeom xmlns:a="http://schemas.openxmlformats.org/drawingml/2006/main" prst="roundRect">
            <a:avLst>
              <a:gd name="adj" fmla="val 25157"/>
            </a:avLst>
          </a:prstGeom>
          <a:solidFill xmlns:a="http://schemas.openxmlformats.org/drawingml/2006/main">
            <a:srgbClr val="F7C7A9"/>
          </a:solidFill>
          <a:ln xmlns:a="http://schemas.openxmlformats.org/drawingml/2006/main" w="11430">
            <a:solidFill>
              <a:srgbClr val="E9783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69" name="snippet-parent-text0">
            <a:extLst xmlns:a="http://schemas.openxmlformats.org/drawingml/2006/main">
              <a:ext uri="{FF2B5EF4-FFF2-40B4-BE49-F238E27FC236}">
                <a16:creationId xmlns:a16="http://schemas.microsoft.com/office/drawing/2014/main" id="{15940BE3-B0D1-47D0-A8BD-6A64E4B9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233" y="2658904"/>
            <a:ext cx="3143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π₀</a:t>
            </a:r>
          </a:p>
        </p:txBody>
      </p:sp>
      <p:sp>
        <p:nvSpPr>
          <p:cNvPr id="170" name="snippet-child-text0">
            <a:extLst xmlns:a="http://schemas.openxmlformats.org/drawingml/2006/main">
              <a:ext uri="{FF2B5EF4-FFF2-40B4-BE49-F238E27FC236}">
                <a16:creationId xmlns:a16="http://schemas.microsoft.com/office/drawing/2014/main" id="{8D85F7B3-9658-4605-8D94-C33B80C1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518" y="3387566"/>
            <a:ext cx="33718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π₀′</a:t>
            </a:r>
          </a:p>
        </p:txBody>
      </p:sp>
      <p:sp>
        <p:nvSpPr>
          <p:cNvPr id="171" name="snippet-parent1">
            <a:extLst xmlns:a="http://schemas.openxmlformats.org/drawingml/2006/main">
              <a:ext uri="{FF2B5EF4-FFF2-40B4-BE49-F238E27FC236}">
                <a16:creationId xmlns:a16="http://schemas.microsoft.com/office/drawing/2014/main" id="{057ECB39-C976-4684-9DC3-9288729D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303" y="2657475"/>
            <a:ext cx="320040" cy="302895"/>
          </a:xfrm>
          <a:prstGeom xmlns:a="http://schemas.openxmlformats.org/drawingml/2006/main" prst="roundRect">
            <a:avLst>
              <a:gd name="adj" fmla="val 25157"/>
            </a:avLst>
          </a:prstGeom>
          <a:solidFill xmlns:a="http://schemas.openxmlformats.org/drawingml/2006/main">
            <a:srgbClr val="F7C7A9"/>
          </a:solidFill>
          <a:ln xmlns:a="http://schemas.openxmlformats.org/drawingml/2006/main" w="11430">
            <a:solidFill>
              <a:srgbClr val="E9783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2" name="snippet-child1">
            <a:extLst xmlns:a="http://schemas.openxmlformats.org/drawingml/2006/main">
              <a:ext uri="{FF2B5EF4-FFF2-40B4-BE49-F238E27FC236}">
                <a16:creationId xmlns:a16="http://schemas.microsoft.com/office/drawing/2014/main" id="{CF314AE4-2705-46AA-8700-32856B89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4303" y="3386138"/>
            <a:ext cx="342900" cy="302895"/>
          </a:xfrm>
          <a:prstGeom xmlns:a="http://schemas.openxmlformats.org/drawingml/2006/main" prst="roundRect">
            <a:avLst>
              <a:gd name="adj" fmla="val 25157"/>
            </a:avLst>
          </a:prstGeom>
          <a:solidFill xmlns:a="http://schemas.openxmlformats.org/drawingml/2006/main">
            <a:srgbClr val="F7C7A9"/>
          </a:solidFill>
          <a:ln xmlns:a="http://schemas.openxmlformats.org/drawingml/2006/main" w="11430">
            <a:solidFill>
              <a:srgbClr val="E9783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3" name="snippet-parent-text1">
            <a:extLst xmlns:a="http://schemas.openxmlformats.org/drawingml/2006/main">
              <a:ext uri="{FF2B5EF4-FFF2-40B4-BE49-F238E27FC236}">
                <a16:creationId xmlns:a16="http://schemas.microsoft.com/office/drawing/2014/main" id="{D902073A-BE4E-4F56-A7FB-478ED267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8590" y="2658904"/>
            <a:ext cx="3143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00B4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00B43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B43B"/>
                </a:solidFill>
                <a:latin typeface="Arial"/>
                <a:ea typeface="Arial"/>
                <a:cs typeface="Arial"/>
              </a:rPr>
              <a:t>π₁</a:t>
            </a:r>
          </a:p>
        </p:txBody>
      </p:sp>
      <p:sp>
        <p:nvSpPr>
          <p:cNvPr id="174" name="snippet-child-text1">
            <a:extLst xmlns:a="http://schemas.openxmlformats.org/drawingml/2006/main">
              <a:ext uri="{FF2B5EF4-FFF2-40B4-BE49-F238E27FC236}">
                <a16:creationId xmlns:a16="http://schemas.microsoft.com/office/drawing/2014/main" id="{D8F97965-104B-41C7-9001-2DB3C9E1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387566"/>
            <a:ext cx="33718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π₁′</a:t>
            </a:r>
          </a:p>
        </p:txBody>
      </p:sp>
      <p:sp>
        <p:nvSpPr>
          <p:cNvPr id="175" name="snippet-parent2">
            <a:extLst xmlns:a="http://schemas.openxmlformats.org/drawingml/2006/main">
              <a:ext uri="{FF2B5EF4-FFF2-40B4-BE49-F238E27FC236}">
                <a16:creationId xmlns:a16="http://schemas.microsoft.com/office/drawing/2014/main" id="{81CF8DE9-A209-4324-A022-427049F0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420" y="2657475"/>
            <a:ext cx="320040" cy="302895"/>
          </a:xfrm>
          <a:prstGeom xmlns:a="http://schemas.openxmlformats.org/drawingml/2006/main" prst="roundRect">
            <a:avLst>
              <a:gd name="adj" fmla="val 25157"/>
            </a:avLst>
          </a:prstGeom>
          <a:solidFill xmlns:a="http://schemas.openxmlformats.org/drawingml/2006/main">
            <a:srgbClr val="F7C7A9"/>
          </a:solidFill>
          <a:ln xmlns:a="http://schemas.openxmlformats.org/drawingml/2006/main" w="11430">
            <a:solidFill>
              <a:srgbClr val="E9783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6" name="snippet-child2">
            <a:extLst xmlns:a="http://schemas.openxmlformats.org/drawingml/2006/main">
              <a:ext uri="{FF2B5EF4-FFF2-40B4-BE49-F238E27FC236}">
                <a16:creationId xmlns:a16="http://schemas.microsoft.com/office/drawing/2014/main" id="{FCF7AFA1-4E20-4B8C-922F-F50C9021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420" y="3386138"/>
            <a:ext cx="342900" cy="302895"/>
          </a:xfrm>
          <a:prstGeom xmlns:a="http://schemas.openxmlformats.org/drawingml/2006/main" prst="roundRect">
            <a:avLst>
              <a:gd name="adj" fmla="val 25157"/>
            </a:avLst>
          </a:prstGeom>
          <a:solidFill xmlns:a="http://schemas.openxmlformats.org/drawingml/2006/main">
            <a:srgbClr val="F7C7A9"/>
          </a:solidFill>
          <a:ln xmlns:a="http://schemas.openxmlformats.org/drawingml/2006/main" w="11430">
            <a:solidFill>
              <a:srgbClr val="E97837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77" name="snippet-parent-text2">
            <a:extLst xmlns:a="http://schemas.openxmlformats.org/drawingml/2006/main">
              <a:ext uri="{FF2B5EF4-FFF2-40B4-BE49-F238E27FC236}">
                <a16:creationId xmlns:a16="http://schemas.microsoft.com/office/drawing/2014/main" id="{85598092-5770-4B7D-904C-1DA1E14F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8708" y="2658904"/>
            <a:ext cx="31432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πₖ</a:t>
            </a:r>
          </a:p>
        </p:txBody>
      </p:sp>
      <p:sp>
        <p:nvSpPr>
          <p:cNvPr id="178" name="snippet-child-text2">
            <a:extLst xmlns:a="http://schemas.openxmlformats.org/drawingml/2006/main">
              <a:ext uri="{FF2B5EF4-FFF2-40B4-BE49-F238E27FC236}">
                <a16:creationId xmlns:a16="http://schemas.microsoft.com/office/drawing/2014/main" id="{8DB0BB66-B942-4BC0-B68F-F388B01F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2993" y="3387566"/>
            <a:ext cx="337185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πₖ′</a:t>
            </a:r>
          </a:p>
        </p:txBody>
      </p:sp>
      <p:sp>
        <p:nvSpPr>
          <p:cNvPr id="179" name="snippet-parent-ellipsis">
            <a:extLst xmlns:a="http://schemas.openxmlformats.org/drawingml/2006/main">
              <a:ext uri="{FF2B5EF4-FFF2-40B4-BE49-F238E27FC236}">
                <a16:creationId xmlns:a16="http://schemas.microsoft.com/office/drawing/2014/main" id="{69C62B49-593B-4BBC-8AB7-6D3E1195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790" y="2760345"/>
            <a:ext cx="2971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80" name="snippet-child-ellipsis">
            <a:extLst xmlns:a="http://schemas.openxmlformats.org/drawingml/2006/main">
              <a:ext uri="{FF2B5EF4-FFF2-40B4-BE49-F238E27FC236}">
                <a16:creationId xmlns:a16="http://schemas.microsoft.com/office/drawing/2014/main" id="{E5DBF0E1-F9A9-4EE8-8EF0-81DD1EB9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790" y="3440430"/>
            <a:ext cx="29718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81" name="snippet-search-root">
            <a:extLst xmlns:a="http://schemas.openxmlformats.org/drawingml/2006/main">
              <a:ext uri="{FF2B5EF4-FFF2-40B4-BE49-F238E27FC236}">
                <a16:creationId xmlns:a16="http://schemas.microsoft.com/office/drawing/2014/main" id="{0235877E-434E-4D66-AF27-F3C2661F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608" y="3007519"/>
            <a:ext cx="572" cy="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2" name="snippet-new-target0">
            <a:extLst xmlns:a="http://schemas.openxmlformats.org/drawingml/2006/main">
              <a:ext uri="{FF2B5EF4-FFF2-40B4-BE49-F238E27FC236}">
                <a16:creationId xmlns:a16="http://schemas.microsoft.com/office/drawing/2014/main" id="{61465F93-665F-4DF7-9D39-31FB5845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395" y="3343275"/>
            <a:ext cx="572" cy="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3" name="snippet-new-target1">
            <a:extLst xmlns:a="http://schemas.openxmlformats.org/drawingml/2006/main">
              <a:ext uri="{FF2B5EF4-FFF2-40B4-BE49-F238E27FC236}">
                <a16:creationId xmlns:a16="http://schemas.microsoft.com/office/drawing/2014/main" id="{3D579DF8-131F-41B5-83EC-1D89DF8D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5753" y="3343275"/>
            <a:ext cx="572" cy="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4" name="snippet-new-target2">
            <a:extLst xmlns:a="http://schemas.openxmlformats.org/drawingml/2006/main">
              <a:ext uri="{FF2B5EF4-FFF2-40B4-BE49-F238E27FC236}">
                <a16:creationId xmlns:a16="http://schemas.microsoft.com/office/drawing/2014/main" id="{0D6E3F7D-8ADD-40F8-B39B-E9535B25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5870" y="3343275"/>
            <a:ext cx="572" cy="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01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5" name="snippet-code-line0">
            <a:extLst xmlns:a="http://schemas.openxmlformats.org/drawingml/2006/main">
              <a:ext uri="{FF2B5EF4-FFF2-40B4-BE49-F238E27FC236}">
                <a16:creationId xmlns:a16="http://schemas.microsoft.com/office/drawing/2014/main" id="{AAED0D74-FBD8-4B6C-B567-3FCF5564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8565" y="964723"/>
            <a:ext cx="1809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rPr>
              <a:t>open_gripper()</a:t>
            </a:r>
          </a:p>
        </p:txBody>
      </p:sp>
      <p:sp>
        <p:nvSpPr>
          <p:cNvPr id="186" name="snippet-code-line1">
            <a:extLst xmlns:a="http://schemas.openxmlformats.org/drawingml/2006/main">
              <a:ext uri="{FF2B5EF4-FFF2-40B4-BE49-F238E27FC236}">
                <a16:creationId xmlns:a16="http://schemas.microsoft.com/office/drawing/2014/main" id="{5751D04D-4B07-4589-B308-62B02316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8565" y="1199038"/>
            <a:ext cx="1809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rPr>
              <a:t>move_to_joints(lift_pos)</a:t>
            </a:r>
          </a:p>
        </p:txBody>
      </p:sp>
      <p:sp>
        <p:nvSpPr>
          <p:cNvPr id="187" name="snippet-code-line2">
            <a:extLst xmlns:a="http://schemas.openxmlformats.org/drawingml/2006/main">
              <a:ext uri="{FF2B5EF4-FFF2-40B4-BE49-F238E27FC236}">
                <a16:creationId xmlns:a16="http://schemas.microsoft.com/office/drawing/2014/main" id="{78D5856B-0896-4556-B578-33F75CCB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8565" y="1433353"/>
            <a:ext cx="1809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rPr>
              <a:t>move_to_joints(grasp_pos)</a:t>
            </a:r>
          </a:p>
        </p:txBody>
      </p:sp>
      <p:sp>
        <p:nvSpPr>
          <p:cNvPr id="188" name="snippet-code-line3">
            <a:extLst xmlns:a="http://schemas.openxmlformats.org/drawingml/2006/main">
              <a:ext uri="{FF2B5EF4-FFF2-40B4-BE49-F238E27FC236}">
                <a16:creationId xmlns:a16="http://schemas.microsoft.com/office/drawing/2014/main" id="{29C82BEC-9BC5-4335-8EEC-F07238B3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8565" y="1667668"/>
            <a:ext cx="1809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7030A0"/>
                </a:solidFill>
                <a:latin typeface="Courier New"/>
                <a:ea typeface="Courier New"/>
                <a:cs typeface="Courier New"/>
              </a:rPr>
              <a:t>close_gripper()</a:t>
            </a:r>
          </a:p>
        </p:txBody>
      </p:sp>
      <p:cxnSp>
        <p:nvCxn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97E8A78-22E6-4B5A-B48F-75FAD7B64ADC}"/>
              </a:ext>
            </a:extLst>
          </p:cNvPr>
          <p:cNvCxnSpPr>
            <a:stCxn xmlns:a="http://schemas.openxmlformats.org/drawingml/2006/main" id="161" idx="2"/>
            <a:endCxn xmlns:a="http://schemas.openxmlformats.org/drawingml/2006/main" id="162" idx="0"/>
          </p:cNvCxnSpPr>
          <p:nvPr/>
        </p:nvCxnSpPr>
        <p:spPr>
          <a:xfrm xmlns:a="http://schemas.openxmlformats.org/drawingml/2006/main" flipH="1">
            <a:off x="11173111" y="2408016"/>
            <a:ext cx="845820" cy="175164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E97837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364C694-BCEE-419C-800D-5B7FC3AB28A6}"/>
              </a:ext>
            </a:extLst>
          </p:cNvPr>
          <p:cNvCxnSpPr>
            <a:stCxn xmlns:a="http://schemas.openxmlformats.org/drawingml/2006/main" id="161" idx="2"/>
            <a:endCxn xmlns:a="http://schemas.openxmlformats.org/drawingml/2006/main" id="163" idx="0"/>
          </p:cNvCxnSpPr>
          <p:nvPr/>
        </p:nvCxnSpPr>
        <p:spPr>
          <a:xfrm xmlns:a="http://schemas.openxmlformats.org/drawingml/2006/main">
            <a:off x="12018931" y="2408016"/>
            <a:ext cx="117158" cy="192309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E97837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4D8DEBE-101C-4C1E-ADAC-4D21947D2A01}"/>
              </a:ext>
            </a:extLst>
          </p:cNvPr>
          <p:cNvCxnSpPr>
            <a:stCxn xmlns:a="http://schemas.openxmlformats.org/drawingml/2006/main" id="161" idx="2"/>
            <a:endCxn xmlns:a="http://schemas.openxmlformats.org/drawingml/2006/main" id="164" idx="0"/>
          </p:cNvCxnSpPr>
          <p:nvPr/>
        </p:nvCxnSpPr>
        <p:spPr>
          <a:xfrm xmlns:a="http://schemas.openxmlformats.org/drawingml/2006/main">
            <a:off x="12018931" y="2408016"/>
            <a:ext cx="482918" cy="175164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E97837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BB98785-157A-45F9-878D-7E6EB26D4229}"/>
              </a:ext>
            </a:extLst>
          </p:cNvPr>
          <p:cNvCxnSpPr>
            <a:stCxn xmlns:a="http://schemas.openxmlformats.org/drawingml/2006/main" id="181" idx="2"/>
            <a:endCxn xmlns:a="http://schemas.openxmlformats.org/drawingml/2006/main" id="182" idx="0"/>
          </p:cNvCxnSpPr>
          <p:nvPr/>
        </p:nvCxnSpPr>
        <p:spPr>
          <a:xfrm xmlns:a="http://schemas.openxmlformats.org/drawingml/2006/main" flipH="1">
            <a:off x="11161681" y="3008091"/>
            <a:ext cx="557213" cy="335184"/>
          </a:xfrm>
          <a:prstGeom xmlns:a="http://schemas.openxmlformats.org/drawingml/2006/main" prst="straightConnector1">
            <a:avLst/>
          </a:prstGeom>
          <a:ln xmlns:a="http://schemas.openxmlformats.org/drawingml/2006/main" w="20002">
            <a:solidFill>
              <a:srgbClr val="8D3D0A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E35729C-F5EB-48ED-AA17-40B18ABD3A1E}"/>
              </a:ext>
            </a:extLst>
          </p:cNvPr>
          <p:cNvCxnSpPr>
            <a:stCxn xmlns:a="http://schemas.openxmlformats.org/drawingml/2006/main" id="181" idx="2"/>
            <a:endCxn xmlns:a="http://schemas.openxmlformats.org/drawingml/2006/main" id="183" idx="0"/>
          </p:cNvCxnSpPr>
          <p:nvPr/>
        </p:nvCxnSpPr>
        <p:spPr>
          <a:xfrm xmlns:a="http://schemas.openxmlformats.org/drawingml/2006/main">
            <a:off x="11718894" y="3008091"/>
            <a:ext cx="17145" cy="335184"/>
          </a:xfrm>
          <a:prstGeom xmlns:a="http://schemas.openxmlformats.org/drawingml/2006/main" prst="straightConnector1">
            <a:avLst/>
          </a:prstGeom>
          <a:ln xmlns:a="http://schemas.openxmlformats.org/drawingml/2006/main" w="20002">
            <a:solidFill>
              <a:srgbClr val="8D3D0A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6AB51D5-09CD-44BC-BDBE-E066B4D564E5}"/>
              </a:ext>
            </a:extLst>
          </p:cNvPr>
          <p:cNvCxnSpPr>
            <a:stCxn xmlns:a="http://schemas.openxmlformats.org/drawingml/2006/main" id="181" idx="2"/>
            <a:endCxn xmlns:a="http://schemas.openxmlformats.org/drawingml/2006/main" id="184" idx="0"/>
          </p:cNvCxnSpPr>
          <p:nvPr/>
        </p:nvCxnSpPr>
        <p:spPr>
          <a:xfrm xmlns:a="http://schemas.openxmlformats.org/drawingml/2006/main">
            <a:off x="11718894" y="3008091"/>
            <a:ext cx="957262" cy="335184"/>
          </a:xfrm>
          <a:prstGeom xmlns:a="http://schemas.openxmlformats.org/drawingml/2006/main" prst="straightConnector1">
            <a:avLst/>
          </a:prstGeom>
          <a:ln xmlns:a="http://schemas.openxmlformats.org/drawingml/2006/main" w="20002">
            <a:solidFill>
              <a:srgbClr val="8D3D0A"/>
            </a:solidFill>
            <a:prstDash val="solid"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9795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2026-10-09T18:31:43.4230000Z</dcterms:created>
  <dcterms:modified xsi:type="dcterms:W3CDTF">2026-10-09T18:31:43.4230000Z</dcterms:modified>
</coreProperties>
</file>