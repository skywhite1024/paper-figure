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32cc15a87194c72" /><Relationship Type="http://schemas.openxmlformats.org/officeDocument/2006/relationships/extended-properties" Target="/docProps/app.xml" Id="R3ebf5be1c2bb4237" /><Relationship Type="http://schemas.openxmlformats.org/officeDocument/2006/relationships/officeDocument" Target="/ppt/presentation.xml" Id="R00fcd663c6ed4cf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3440ed269254acd"/>
  </p:sldMasterIdLst>
  <p:notesMasterIdLst>
    <p:notesMasterId xmlns:r="http://schemas.openxmlformats.org/officeDocument/2006/relationships" r:id="R9f1e5d55a51c4a19"/>
  </p:notesMasterIdLst>
  <p:sldIdLst>
    <p:sldId xmlns:r="http://schemas.openxmlformats.org/officeDocument/2006/relationships" id="256" r:id="R627674ff16304694"/>
  </p:sldIdLst>
  <p:sldSz cx="14487525" cy="69151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c3de4319b9c4a53" /><Relationship Type="http://schemas.openxmlformats.org/officeDocument/2006/relationships/slideMaster" Target="/ppt/slideMasters/slideMaster1.xml" Id="R63440ed269254acd" /><Relationship Type="http://schemas.openxmlformats.org/officeDocument/2006/relationships/notesMaster" Target="/ppt/notesMasters/notesMaster1.xml" Id="R9f1e5d55a51c4a19" /><Relationship Type="http://schemas.openxmlformats.org/officeDocument/2006/relationships/presProps" Target="/ppt/presProps.xml" Id="R628c0dfc709f456e" /><Relationship Type="http://schemas.openxmlformats.org/officeDocument/2006/relationships/tableStyles" Target="/ppt/tableStyles.xml" Id="Rac1d60bf8cab4ab4" /><Relationship Type="http://schemas.openxmlformats.org/officeDocument/2006/relationships/slide" Target="/ppt/slides/slide1.xml" Id="R627674ff1630469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cc25066a8e7477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cf61ab36f874059" /><Relationship Type="http://schemas.openxmlformats.org/officeDocument/2006/relationships/notesMaster" Target="/ppt/notesMasters/notesMaster1.xml" Id="R01bb380fd810476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"paper_title": "DexMimicGen: Automated Data Generation for Bimanual Dexterous Manipulation via Imitation Learning",</a:t>
            </a:r>
          </a:p>
          <a:p xmlns:a="http://schemas.openxmlformats.org/drawingml/2006/main">
            <a:r>
              <a:t>  "paper_url": "https://arxiv.org/pdf/2410.24185v2",</a:t>
            </a:r>
          </a:p>
          <a:p xmlns:a="http://schemas.openxmlformats.org/drawingml/2006/main">
            <a:r>
              <a:t>  "figure": "Figure 3",</a:t>
            </a:r>
          </a:p>
          <a:p xmlns:a="http://schemas.openxmlformats.org/drawingml/2006/main">
            <a:r>
              <a:t>  "license": "http://arxiv.org/licenses/nonexclusive-distrib/1.0/",</a:t>
            </a:r>
          </a:p>
          <a:p xmlns:a="http://schemas.openxmlformats.org/drawingml/2006/main">
            <a:r>
              <a:t>  "notes": "Source-layout reconstruction using native PDF paths and live ordinary labels. Each source photograph, illustration or mathematical bitmap is an isolated insert with original clipping. No whole-figure raster backdrop. Native paths are not semantically attached connectors.",</a:t>
            </a:r>
          </a:p>
          <a:p xmlns:a="http://schemas.openxmlformats.org/drawingml/2006/main">
            <a:r>
              <a:t>  "page": 4,</a:t>
            </a:r>
          </a:p>
          <a:p xmlns:a="http://schemas.openxmlformats.org/drawingml/2006/main">
            <a:r>
              <a:t>  "status": "figure_recreation",</a:t>
            </a:r>
          </a:p>
          <a:p xmlns:a="http://schemas.openxmlformats.org/drawingml/2006/main">
            <a:r>
              <a:t>  "source_sha256": "96349aac2708b5637bbbefa9964067b5ed7eac0fb51ba0248b8d8dcbe49352a2",</a:t>
            </a:r>
          </a:p>
          <a:p xmlns:a="http://schemas.openxmlformats.org/drawingml/2006/main">
            <a:r>
              <a:t>  "source_crop_pdf_points": [</a:t>
            </a:r>
          </a:p>
          <a:p xmlns:a="http://schemas.openxmlformats.org/drawingml/2006/main">
            <a:r>
              <a:t>    52,</a:t>
            </a:r>
          </a:p>
          <a:p xmlns:a="http://schemas.openxmlformats.org/drawingml/2006/main">
            <a:r>
              <a:t>    52,</a:t>
            </a:r>
          </a:p>
          <a:p xmlns:a="http://schemas.openxmlformats.org/drawingml/2006/main">
            <a:r>
              <a:t>    559,</a:t>
            </a:r>
          </a:p>
          <a:p xmlns:a="http://schemas.openxmlformats.org/drawingml/2006/main">
            <a:r>
              <a:t>    294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"extraction_review": "pending; native geometry extraction is not visual fidelity approval",</a:t>
            </a:r>
          </a:p>
          <a:p xmlns:a="http://schemas.openxmlformats.org/drawingml/2006/main">
            <a:r>
              <a:t>  "font_substitutions": "Arial or Courier New; source fonts recorded per text object",</a:t>
            </a:r>
          </a:p>
          <a:p xmlns:a="http://schemas.openxmlformats.org/drawingml/2006/main">
            <a:r>
              <a:t>  "outlined_font_families": [</a:t>
            </a:r>
          </a:p>
          <a:p xmlns:a="http://schemas.openxmlformats.org/drawingml/2006/main">
            <a:r>
              <a:t>    "CMM",</a:t>
            </a:r>
          </a:p>
          <a:p xmlns:a="http://schemas.openxmlformats.org/drawingml/2006/main">
            <a:r>
              <a:t>    "CMSY",</a:t>
            </a:r>
          </a:p>
          <a:p xmlns:a="http://schemas.openxmlformats.org/drawingml/2006/main">
            <a:r>
              <a:t>    "CMEX",</a:t>
            </a:r>
          </a:p>
          <a:p xmlns:a="http://schemas.openxmlformats.org/drawingml/2006/main">
            <a:r>
              <a:t>    "CambriaMath"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"outlined_math_limit": "Selected source mathematical fonts preserved as editable glyph outlines, not live equation/text objects.",</a:t>
            </a:r>
          </a:p>
          <a:p xmlns:a="http://schemas.openxmlformats.org/drawingml/2006/main">
            <a:r>
              <a:t>  "dash_fidelity": "PPTX uses the closest supported native preset, not exact PDF dash lengths. Draw.io retains interval lengths; PDF phase/caps are not preserved; zero intervals become 0.001 scene units.",</a:t>
            </a:r>
          </a:p>
          <a:p xmlns:a="http://schemas.openxmlformats.org/drawingml/2006/main">
            <a:r>
              <a:t>  "extraction_warnings": [</a:t>
            </a:r>
          </a:p>
          <a:p xmlns:a="http://schemas.openxmlformats.org/drawingml/2006/main">
            <a:r>
              <a:t>    "90 source clipping groups intersect crop; extracted paths require explicit clipping review",</a:t>
            </a:r>
          </a:p>
          <a:p xmlns:a="http://schemas.openxmlformats.org/drawingml/2006/main">
            <a:r>
              <a:t>    "unhandled image/shading at seq 1: [73.1826400756836, 158.87744140625, 111.9517593383789, 197.65194702148438]; requires reviewed raster region",</a:t>
            </a:r>
          </a:p>
          <a:p xmlns:a="http://schemas.openxmlformats.org/drawingml/2006/main">
            <a:r>
              <a:t>    "unhandled image/shading at seq 2: [116.59597778320312, 158.87744140625, 155.36509704589844, 197.65194702148438]; requires reviewed raster region",</a:t>
            </a:r>
          </a:p>
          <a:p xmlns:a="http://schemas.openxmlformats.org/drawingml/2006/main">
            <a:r>
              <a:t>    "unhandled image/shading at seq 3: [159.80740356445312, 158.87744140625, 198.57652282714844, 197.65194702148438]; requires reviewed raster region",</a:t>
            </a:r>
          </a:p>
          <a:p xmlns:a="http://schemas.openxmlformats.org/drawingml/2006/main">
            <a:r>
              <a:t>    "unhandled image/shading at seq 4: [203.01881408691406, 158.87744140625, 241.78793334960938, 197.65194702148438]; requires reviewed raster region",</a:t>
            </a:r>
          </a:p>
          <a:p xmlns:a="http://schemas.openxmlformats.org/drawingml/2006/main">
            <a:r>
              <a:t>    "unhandled image/shading at seq 5: [289.6435546875, 158.87744140625, 328.41265869140625, 197.65194702148438]; requires reviewed raster region",</a:t>
            </a:r>
          </a:p>
          <a:p xmlns:a="http://schemas.openxmlformats.org/drawingml/2006/main">
            <a:r>
              <a:t>    "unhandled image/shading at seq 6: [246.43214416503906, 158.87744140625, 285.2012634277344, 197.65194702148438]; requires reviewed raster region",</a:t>
            </a:r>
          </a:p>
          <a:p xmlns:a="http://schemas.openxmlformats.org/drawingml/2006/main">
            <a:r>
              <a:t>    "unhandled image/shading at seq 8: [75.605712890625, 83.75151062011719, 133.7593994140625, 141.91326904296875]; requires reviewed raster region",</a:t>
            </a:r>
          </a:p>
          <a:p xmlns:a="http://schemas.openxmlformats.org/drawingml/2006/main">
            <a:r>
              <a:t>    "unhandled image/shading at seq 9: [136.78823852539062, 83.75151062011719, 194.94192504882812, 141.91326904296875]; requires reviewed raster region",</a:t>
            </a:r>
          </a:p>
          <a:p xmlns:a="http://schemas.openxmlformats.org/drawingml/2006/main">
            <a:r>
              <a:t>    "unhandled image/shading at seq 11: [202.81689453125, 83.75151062011719, 260.9705810546875, 141.91326904296875]; requires reviewed raster region",</a:t>
            </a:r>
          </a:p>
          <a:p xmlns:a="http://schemas.openxmlformats.org/drawingml/2006/main">
            <a:r>
              <a:t>    "unhandled image/shading at seq 13: [268.2397766113281, 83.75151062011719, 326.3934631347656, 141.91326904296875]; requires reviewed raster region",</a:t>
            </a:r>
          </a:p>
          <a:p xmlns:a="http://schemas.openxmlformats.org/drawingml/2006/main">
            <a:r>
              <a:t>    "unhandled image/shading at seq 15: [75.605712890625, 215.8263397216797, 133.7593994140625, 273.98809814453125]; requires reviewed raster region",</a:t>
            </a:r>
          </a:p>
          <a:p xmlns:a="http://schemas.openxmlformats.org/drawingml/2006/main">
            <a:r>
              <a:t>    "unhandled image/shading at seq 16: [136.78823852539062, 215.8263397216797, 194.94192504882812, 273.98809814453125]; requires reviewed raster region",</a:t>
            </a:r>
          </a:p>
          <a:p xmlns:a="http://schemas.openxmlformats.org/drawingml/2006/main">
            <a:r>
              <a:t>    "unhandled image/shading at seq 18: [203.01881408691406, 215.8263397216797, 261.1724853515625, 273.98809814453125]; requires reviewed raster region",</a:t>
            </a:r>
          </a:p>
          <a:p xmlns:a="http://schemas.openxmlformats.org/drawingml/2006/main">
            <a:r>
              <a:t>    "unhandled image/shading at seq 20: [268.2397766113281, 215.8263397216797, 326.3934631347656, 273.98809814453125]; requires reviewed raster region",</a:t>
            </a:r>
          </a:p>
          <a:p xmlns:a="http://schemas.openxmlformats.org/drawingml/2006/main">
            <a:r>
              <a:t>    "unhandled image/shading at seq 98: [424.5278015136719, 126.36253356933594, 472.78729248046875, 159.6851348876953]; requires reviewed raster region",</a:t>
            </a:r>
          </a:p>
          <a:p xmlns:a="http://schemas.openxmlformats.org/drawingml/2006/main">
            <a:r>
              <a:t>    "unhandled image/shading at seq 99: [424.5278015136719, 87.38343048095703, 472.78729248046875, 120.50410461425781]; requires reviewed raster region",</a:t>
            </a:r>
          </a:p>
          <a:p xmlns:a="http://schemas.openxmlformats.org/drawingml/2006/main">
            <a:r>
              <a:t>    "unhandled image/shading at seq 101: [424.5278015136719, 199.06271362304688, 472.78729248046875, 232.18338012695312]; requires reviewed raster region",</a:t>
            </a:r>
          </a:p>
          <a:p xmlns:a="http://schemas.openxmlformats.org/drawingml/2006/main">
            <a:r>
              <a:t>    "unhandled image/shading at seq 102: [424.5278015136719, 238.24215698242188, 472.78729248046875, 271.3628234863281]; requires reviewed raster region",</a:t>
            </a:r>
          </a:p>
          <a:p xmlns:a="http://schemas.openxmlformats.org/drawingml/2006/main">
            <a:r>
              <a:t>    "unhandled image/shading at seq 103: [484.296875, 87.3861083984375, 556.5851440429688, 159.6851348876953]; requires reviewed raster region",</a:t>
            </a:r>
          </a:p>
          <a:p xmlns:a="http://schemas.openxmlformats.org/drawingml/2006/main">
            <a:r>
              <a:t>    "unhandled image/shading at seq 107: [484.296875, 199.0637969970703, 556.5851440429688, 271.3628234863281]; requires reviewed raster region",</a:t>
            </a:r>
          </a:p>
          <a:p xmlns:a="http://schemas.openxmlformats.org/drawingml/2006/main">
            <a:r>
              <a:t>    "unhandled image/shading at seq 124: [342.1434020996094, 142.92019653320312, 414.431640625, 215.421142578125]; requires reviewed raster region"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"ignored_invisible_text_spans": 0,</a:t>
            </a:r>
          </a:p>
          <a:p xmlns:a="http://schemas.openxmlformats.org/drawingml/2006/main">
            <a:r>
              <a:t>  "text_editability": "Ordinary source labels are live text; selected mathematical fonts are native outlines. Source image inserts retain internal raster pixels.",</a:t>
            </a:r>
          </a:p>
          <a:p xmlns:a="http://schemas.openxmlformats.org/drawingml/2006/main">
            <a:r>
              <a:t>  "image_reconstruction": "Each source raster instance is isolated with complete source SVG ancestry, source clipping, mask and paint order. No full-figure image is used.",</a:t>
            </a:r>
          </a:p>
          <a:p xmlns:a="http://schemas.openxmlformats.org/drawingml/2006/main">
            <a:r>
              <a:t>  "extraction_warnings_reviewed": [</a:t>
            </a:r>
          </a:p>
          <a:p xmlns:a="http://schemas.openxmlformats.org/drawingml/2006/main">
            <a:r>
              <a:t>    "Source image/shading warnings resolved by isolated source SVG inserts preserving alpha, clip and paint order. Source pixels and final reconstruction preview inspected side by side; original native paths retained. Rotated ordinary labels restored as single native text boxes. Source clipping is preserved for images; crop-crossing background paths omitted. PowerPoint dash length/cap rendering uses closest native preset."</a:t>
            </a:r>
          </a:p>
          <a:p xmlns:a="http://schemas.openxmlformats.org/drawingml/2006/main">
            <a:r>
              <a:t>  ]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93c13798b4477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1757dd83944e5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252a82a12b438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362e34848a460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10353e8a3949b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f74fd0ffbc4ba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9A4AF9C-7288-41FD-A8BE-F1FAFB84A88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448753" y="2612390"/>
            <a:ext cx="11590020" cy="9988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7FA29BB-7DA2-4733-8767-C6CC5B96DBE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173129" y="3803333"/>
            <a:ext cx="10141268" cy="76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1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86B4BF3-DD4E-4745-81B8-2498AB4A067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448753" y="2881313"/>
            <a:ext cx="1159002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3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DAF16DB-CB98-425B-A60D-407A4808D00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14923" y="537845"/>
            <a:ext cx="12857678" cy="8451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2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83F60C8-3C11-41B1-9B82-A2429FDAC7E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14923" y="1920875"/>
            <a:ext cx="12857678" cy="4302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30505" indent="-230505">
              <a:lnSpc>
                <a:spcPct val="110000"/>
              </a:lnSpc>
              <a:spcBef>
                <a:spcPts val="0"/>
              </a:spcBef>
              <a:spcAft>
                <a:spcPts val="1210"/>
              </a:spcAft>
              <a:buChar char="•"/>
            </a:lvl1pPr>
            <a:lvl2pPr marL="537845" indent="-230505">
              <a:lnSpc>
                <a:spcPct val="110000"/>
              </a:lnSpc>
              <a:spcBef>
                <a:spcPts val="0"/>
              </a:spcBef>
              <a:spcAft>
                <a:spcPts val="1210"/>
              </a:spcAft>
              <a:buChar char="•"/>
            </a:lvl2pPr>
            <a:lvl3pPr marL="845185" indent="-230505">
              <a:lnSpc>
                <a:spcPct val="110000"/>
              </a:lnSpc>
              <a:spcBef>
                <a:spcPts val="0"/>
              </a:spcBef>
              <a:spcAft>
                <a:spcPts val="1210"/>
              </a:spcAft>
              <a:buChar char="•"/>
            </a:lvl3pPr>
            <a:lvl4pPr marL="1152525" indent="-230505">
              <a:lnSpc>
                <a:spcPct val="110000"/>
              </a:lnSpc>
              <a:spcBef>
                <a:spcPts val="0"/>
              </a:spcBef>
              <a:spcAft>
                <a:spcPts val="1210"/>
              </a:spcAft>
              <a:buChar char="•"/>
            </a:lvl4pPr>
            <a:lvl5pPr marL="1459865" indent="-230505">
              <a:lnSpc>
                <a:spcPct val="110000"/>
              </a:lnSpc>
              <a:spcBef>
                <a:spcPts val="0"/>
              </a:spcBef>
              <a:spcAft>
                <a:spcPts val="1210"/>
              </a:spcAft>
              <a:buChar char="•"/>
            </a:lvl5pPr>
            <a:lvl6pPr marL="1767205" indent="-230505">
              <a:lnSpc>
                <a:spcPct val="110000"/>
              </a:lnSpc>
              <a:spcBef>
                <a:spcPts val="0"/>
              </a:spcBef>
              <a:spcAft>
                <a:spcPts val="1210"/>
              </a:spcAft>
              <a:buChar char="•"/>
            </a:lvl6pPr>
            <a:lvl7pPr marL="2074545" indent="-230505">
              <a:lnSpc>
                <a:spcPct val="110000"/>
              </a:lnSpc>
              <a:spcBef>
                <a:spcPts val="0"/>
              </a:spcBef>
              <a:spcAft>
                <a:spcPts val="1210"/>
              </a:spcAft>
              <a:buChar char="•"/>
            </a:lvl7pPr>
            <a:lvl8pPr marL="2381885" indent="-230505">
              <a:lnSpc>
                <a:spcPct val="110000"/>
              </a:lnSpc>
              <a:spcBef>
                <a:spcPts val="0"/>
              </a:spcBef>
              <a:spcAft>
                <a:spcPts val="1210"/>
              </a:spcAft>
              <a:buChar char="•"/>
            </a:lvl8pPr>
            <a:lvl9pPr marL="2689225" indent="-230505">
              <a:lnSpc>
                <a:spcPct val="110000"/>
              </a:lnSpc>
              <a:spcBef>
                <a:spcPts val="0"/>
              </a:spcBef>
              <a:spcAft>
                <a:spcPts val="121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C797659-4DE7-47D3-9CC7-9CE1CF5703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14923" y="537845"/>
            <a:ext cx="12857678" cy="8451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2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84064CC-51CE-4A93-8040-4303755342C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14923" y="1920875"/>
            <a:ext cx="5976104" cy="4302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1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30505" indent="-230505">
              <a:lnSpc>
                <a:spcPct val="110000"/>
              </a:lnSpc>
              <a:spcBef>
                <a:spcPts val="0"/>
              </a:spcBef>
              <a:spcAft>
                <a:spcPts val="1210"/>
              </a:spcAft>
              <a:buChar char="•"/>
            </a:lvl1pPr>
            <a:lvl2pPr marL="537845" indent="-230505">
              <a:lnSpc>
                <a:spcPct val="110000"/>
              </a:lnSpc>
              <a:spcBef>
                <a:spcPts val="0"/>
              </a:spcBef>
              <a:spcAft>
                <a:spcPts val="1210"/>
              </a:spcAft>
              <a:buChar char="•"/>
            </a:lvl2pPr>
            <a:lvl3pPr marL="845185" indent="-230505">
              <a:lnSpc>
                <a:spcPct val="110000"/>
              </a:lnSpc>
              <a:spcBef>
                <a:spcPts val="0"/>
              </a:spcBef>
              <a:spcAft>
                <a:spcPts val="1210"/>
              </a:spcAft>
              <a:buChar char="•"/>
            </a:lvl3pPr>
            <a:lvl4pPr marL="1152525" indent="-230505">
              <a:lnSpc>
                <a:spcPct val="110000"/>
              </a:lnSpc>
              <a:spcBef>
                <a:spcPts val="0"/>
              </a:spcBef>
              <a:spcAft>
                <a:spcPts val="1210"/>
              </a:spcAft>
              <a:buChar char="•"/>
            </a:lvl4pPr>
            <a:lvl5pPr marL="1459865" indent="-230505">
              <a:lnSpc>
                <a:spcPct val="110000"/>
              </a:lnSpc>
              <a:spcBef>
                <a:spcPts val="0"/>
              </a:spcBef>
              <a:spcAft>
                <a:spcPts val="1210"/>
              </a:spcAft>
              <a:buChar char="•"/>
            </a:lvl5pPr>
            <a:lvl6pPr marL="1767205" indent="-230505">
              <a:lnSpc>
                <a:spcPct val="110000"/>
              </a:lnSpc>
              <a:spcBef>
                <a:spcPts val="0"/>
              </a:spcBef>
              <a:spcAft>
                <a:spcPts val="1210"/>
              </a:spcAft>
              <a:buChar char="•"/>
            </a:lvl6pPr>
            <a:lvl7pPr marL="2074545" indent="-230505">
              <a:lnSpc>
                <a:spcPct val="110000"/>
              </a:lnSpc>
              <a:spcBef>
                <a:spcPts val="0"/>
              </a:spcBef>
              <a:spcAft>
                <a:spcPts val="1210"/>
              </a:spcAft>
              <a:buChar char="•"/>
            </a:lvl7pPr>
            <a:lvl8pPr marL="2381885" indent="-230505">
              <a:lnSpc>
                <a:spcPct val="110000"/>
              </a:lnSpc>
              <a:spcBef>
                <a:spcPts val="0"/>
              </a:spcBef>
              <a:spcAft>
                <a:spcPts val="1210"/>
              </a:spcAft>
              <a:buChar char="•"/>
            </a:lvl8pPr>
            <a:lvl9pPr marL="2689225" indent="-230505">
              <a:lnSpc>
                <a:spcPct val="110000"/>
              </a:lnSpc>
              <a:spcBef>
                <a:spcPts val="0"/>
              </a:spcBef>
              <a:spcAft>
                <a:spcPts val="121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B2928E2-B514-4E1E-B3BF-7CB947936DE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7696498" y="1920875"/>
            <a:ext cx="5976104" cy="4302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1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30505" indent="-230505">
              <a:lnSpc>
                <a:spcPct val="110000"/>
              </a:lnSpc>
              <a:spcBef>
                <a:spcPts val="0"/>
              </a:spcBef>
              <a:spcAft>
                <a:spcPts val="1210"/>
              </a:spcAft>
              <a:buChar char="•"/>
            </a:lvl1pPr>
            <a:lvl2pPr marL="537845" indent="-230505">
              <a:lnSpc>
                <a:spcPct val="110000"/>
              </a:lnSpc>
              <a:spcBef>
                <a:spcPts val="0"/>
              </a:spcBef>
              <a:spcAft>
                <a:spcPts val="1210"/>
              </a:spcAft>
              <a:buChar char="•"/>
            </a:lvl2pPr>
            <a:lvl3pPr marL="845185" indent="-230505">
              <a:lnSpc>
                <a:spcPct val="110000"/>
              </a:lnSpc>
              <a:spcBef>
                <a:spcPts val="0"/>
              </a:spcBef>
              <a:spcAft>
                <a:spcPts val="1210"/>
              </a:spcAft>
              <a:buChar char="•"/>
            </a:lvl3pPr>
            <a:lvl4pPr marL="1152525" indent="-230505">
              <a:lnSpc>
                <a:spcPct val="110000"/>
              </a:lnSpc>
              <a:spcBef>
                <a:spcPts val="0"/>
              </a:spcBef>
              <a:spcAft>
                <a:spcPts val="1210"/>
              </a:spcAft>
              <a:buChar char="•"/>
            </a:lvl4pPr>
            <a:lvl5pPr marL="1459865" indent="-230505">
              <a:lnSpc>
                <a:spcPct val="110000"/>
              </a:lnSpc>
              <a:spcBef>
                <a:spcPts val="0"/>
              </a:spcBef>
              <a:spcAft>
                <a:spcPts val="1210"/>
              </a:spcAft>
              <a:buChar char="•"/>
            </a:lvl5pPr>
            <a:lvl6pPr marL="1767205" indent="-230505">
              <a:lnSpc>
                <a:spcPct val="110000"/>
              </a:lnSpc>
              <a:spcBef>
                <a:spcPts val="0"/>
              </a:spcBef>
              <a:spcAft>
                <a:spcPts val="1210"/>
              </a:spcAft>
              <a:buChar char="•"/>
            </a:lvl6pPr>
            <a:lvl7pPr marL="2074545" indent="-230505">
              <a:lnSpc>
                <a:spcPct val="110000"/>
              </a:lnSpc>
              <a:spcBef>
                <a:spcPts val="0"/>
              </a:spcBef>
              <a:spcAft>
                <a:spcPts val="1210"/>
              </a:spcAft>
              <a:buChar char="•"/>
            </a:lvl7pPr>
            <a:lvl8pPr marL="2381885" indent="-230505">
              <a:lnSpc>
                <a:spcPct val="110000"/>
              </a:lnSpc>
              <a:spcBef>
                <a:spcPts val="0"/>
              </a:spcBef>
              <a:spcAft>
                <a:spcPts val="1210"/>
              </a:spcAft>
              <a:buChar char="•"/>
            </a:lvl8pPr>
            <a:lvl9pPr marL="2689225" indent="-230505">
              <a:lnSpc>
                <a:spcPct val="110000"/>
              </a:lnSpc>
              <a:spcBef>
                <a:spcPts val="0"/>
              </a:spcBef>
              <a:spcAft>
                <a:spcPts val="121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55D2BDB-CFA6-4E6F-AACE-AB0F980A64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14923" y="537845"/>
            <a:ext cx="12857678" cy="8451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2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84F63C1-E926-48EA-85A3-5B72CA11A2A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14923" y="1920875"/>
            <a:ext cx="5976104" cy="4302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30505" indent="-230505">
              <a:lnSpc>
                <a:spcPct val="110000"/>
              </a:lnSpc>
              <a:spcBef>
                <a:spcPts val="0"/>
              </a:spcBef>
              <a:spcAft>
                <a:spcPts val="1210"/>
              </a:spcAft>
              <a:buChar char="•"/>
            </a:lvl1pPr>
            <a:lvl2pPr marL="537845" indent="-230505">
              <a:lnSpc>
                <a:spcPct val="110000"/>
              </a:lnSpc>
              <a:spcBef>
                <a:spcPts val="0"/>
              </a:spcBef>
              <a:spcAft>
                <a:spcPts val="1210"/>
              </a:spcAft>
              <a:buChar char="•"/>
            </a:lvl2pPr>
            <a:lvl3pPr marL="845185" indent="-230505">
              <a:lnSpc>
                <a:spcPct val="110000"/>
              </a:lnSpc>
              <a:spcBef>
                <a:spcPts val="0"/>
              </a:spcBef>
              <a:spcAft>
                <a:spcPts val="1210"/>
              </a:spcAft>
              <a:buChar char="•"/>
            </a:lvl3pPr>
            <a:lvl4pPr marL="1152525" indent="-230505">
              <a:lnSpc>
                <a:spcPct val="110000"/>
              </a:lnSpc>
              <a:spcBef>
                <a:spcPts val="0"/>
              </a:spcBef>
              <a:spcAft>
                <a:spcPts val="1210"/>
              </a:spcAft>
              <a:buChar char="•"/>
            </a:lvl4pPr>
            <a:lvl5pPr marL="1459865" indent="-230505">
              <a:lnSpc>
                <a:spcPct val="110000"/>
              </a:lnSpc>
              <a:spcBef>
                <a:spcPts val="0"/>
              </a:spcBef>
              <a:spcAft>
                <a:spcPts val="1210"/>
              </a:spcAft>
              <a:buChar char="•"/>
            </a:lvl5pPr>
            <a:lvl6pPr marL="1767205" indent="-230505">
              <a:lnSpc>
                <a:spcPct val="110000"/>
              </a:lnSpc>
              <a:spcBef>
                <a:spcPts val="0"/>
              </a:spcBef>
              <a:spcAft>
                <a:spcPts val="1210"/>
              </a:spcAft>
              <a:buChar char="•"/>
            </a:lvl6pPr>
            <a:lvl7pPr marL="2074545" indent="-230505">
              <a:lnSpc>
                <a:spcPct val="110000"/>
              </a:lnSpc>
              <a:spcBef>
                <a:spcPts val="0"/>
              </a:spcBef>
              <a:spcAft>
                <a:spcPts val="1210"/>
              </a:spcAft>
              <a:buChar char="•"/>
            </a:lvl7pPr>
            <a:lvl8pPr marL="2381885" indent="-230505">
              <a:lnSpc>
                <a:spcPct val="110000"/>
              </a:lnSpc>
              <a:spcBef>
                <a:spcPts val="0"/>
              </a:spcBef>
              <a:spcAft>
                <a:spcPts val="1210"/>
              </a:spcAft>
              <a:buChar char="•"/>
            </a:lvl8pPr>
            <a:lvl9pPr marL="2689225" indent="-230505">
              <a:lnSpc>
                <a:spcPct val="110000"/>
              </a:lnSpc>
              <a:spcBef>
                <a:spcPts val="0"/>
              </a:spcBef>
              <a:spcAft>
                <a:spcPts val="121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238136706724cd5" /><Relationship Type="http://schemas.openxmlformats.org/officeDocument/2006/relationships/slideLayout" Target="/ppt/slideLayouts/slideLayout1.xml" Id="R99056f1d61734bc1" /><Relationship Type="http://schemas.openxmlformats.org/officeDocument/2006/relationships/slideLayout" Target="/ppt/slideLayouts/slideLayout2.xml" Id="Ra64cdd9fb6874527" /><Relationship Type="http://schemas.openxmlformats.org/officeDocument/2006/relationships/slideLayout" Target="/ppt/slideLayouts/slideLayout3.xml" Id="R3ed1fdd8ea594c9a" /><Relationship Type="http://schemas.openxmlformats.org/officeDocument/2006/relationships/slideLayout" Target="/ppt/slideLayouts/slideLayout4.xml" Id="R76c344c713aa474e" /><Relationship Type="http://schemas.openxmlformats.org/officeDocument/2006/relationships/slideLayout" Target="/ppt/slideLayouts/slideLayout5.xml" Id="R7387208ca14547ca" /><Relationship Type="http://schemas.openxmlformats.org/officeDocument/2006/relationships/slideLayout" Target="/ppt/slideLayouts/slideLayout6.xml" Id="Rb7377b05357644a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9056f1d61734bc1"/>
    <p:sldLayoutId xmlns:r="http://schemas.openxmlformats.org/officeDocument/2006/relationships" id="2147483650" r:id="Ra64cdd9fb6874527"/>
    <p:sldLayoutId xmlns:r="http://schemas.openxmlformats.org/officeDocument/2006/relationships" id="2147483651" r:id="R3ed1fdd8ea594c9a"/>
    <p:sldLayoutId xmlns:r="http://schemas.openxmlformats.org/officeDocument/2006/relationships" id="2147483652" r:id="R76c344c713aa474e"/>
    <p:sldLayoutId xmlns:r="http://schemas.openxmlformats.org/officeDocument/2006/relationships" id="2147483653" r:id="R7387208ca14547ca"/>
    <p:sldLayoutId xmlns:r="http://schemas.openxmlformats.org/officeDocument/2006/relationships" id="2147483654" r:id="Rb7377b05357644a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312ede4bb04c7b" /><Relationship Type="http://schemas.openxmlformats.org/officeDocument/2006/relationships/image" Target="/ppt/media/image.png" Id="R5c77c38579f34a90" /><Relationship Type="http://schemas.openxmlformats.org/officeDocument/2006/relationships/image" Target="/ppt/media/image2.png" Id="R542bd611ea724790" /><Relationship Type="http://schemas.openxmlformats.org/officeDocument/2006/relationships/image" Target="/ppt/media/image3.png" Id="Rc5404603bfd44d72" /><Relationship Type="http://schemas.openxmlformats.org/officeDocument/2006/relationships/image" Target="/ppt/media/image4.png" Id="R77c6e02744414a4a" /><Relationship Type="http://schemas.openxmlformats.org/officeDocument/2006/relationships/image" Target="/ppt/media/image5.png" Id="Re73280a7f9be4a99" /><Relationship Type="http://schemas.openxmlformats.org/officeDocument/2006/relationships/image" Target="/ppt/media/image6.png" Id="R0000274db80f4d92" /><Relationship Type="http://schemas.openxmlformats.org/officeDocument/2006/relationships/image" Target="/ppt/media/image7.png" Id="R7fca11f3794b488c" /><Relationship Type="http://schemas.openxmlformats.org/officeDocument/2006/relationships/image" Target="/ppt/media/image8.png" Id="Ra5da4e0216aa4e7a" /><Relationship Type="http://schemas.openxmlformats.org/officeDocument/2006/relationships/image" Target="/ppt/media/image9.png" Id="Rcdcfbb2a792d4a43" /><Relationship Type="http://schemas.openxmlformats.org/officeDocument/2006/relationships/image" Target="/ppt/media/image10.png" Id="R5a91d7265ca74e6d" /><Relationship Type="http://schemas.openxmlformats.org/officeDocument/2006/relationships/image" Target="/ppt/media/image11.png" Id="R3320c719a4bf495e" /><Relationship Type="http://schemas.openxmlformats.org/officeDocument/2006/relationships/image" Target="/ppt/media/image12.png" Id="R5320e555779c4ba7" /><Relationship Type="http://schemas.openxmlformats.org/officeDocument/2006/relationships/image" Target="/ppt/media/image13.png" Id="R0b35aae75f8440a0" /><Relationship Type="http://schemas.openxmlformats.org/officeDocument/2006/relationships/image" Target="/ppt/media/image14.png" Id="R25b8173b699b4201" /><Relationship Type="http://schemas.openxmlformats.org/officeDocument/2006/relationships/image" Target="/ppt/media/image15.png" Id="Rbd1f095414844c1f" /><Relationship Type="http://schemas.openxmlformats.org/officeDocument/2006/relationships/image" Target="/ppt/media/image16.png" Id="Re910ff0f15cc4fef" /><Relationship Type="http://schemas.openxmlformats.org/officeDocument/2006/relationships/image" Target="/ppt/media/image17.png" Id="R76578df8a8904ee7" /><Relationship Type="http://schemas.openxmlformats.org/officeDocument/2006/relationships/image" Target="/ppt/media/image18.png" Id="Rba9d2166fbc3403a" /><Relationship Type="http://schemas.openxmlformats.org/officeDocument/2006/relationships/image" Target="/ppt/media/image19.png" Id="Rc2552da11ac6452c" /><Relationship Type="http://schemas.openxmlformats.org/officeDocument/2006/relationships/image" Target="/ppt/media/image20.png" Id="R023aa320ac084fd7" /><Relationship Type="http://schemas.openxmlformats.org/officeDocument/2006/relationships/image" Target="/ppt/media/image21.png" Id="Rd1dc42b93f494bda" /><Relationship Type="http://schemas.openxmlformats.org/officeDocument/2006/relationships/notesSlide" Target="/ppt/notesSlides/notesSlide1.xml" Id="R202cf17e8eba466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0" name="pdf-path-0">
            <a:extLst xmlns:a="http://schemas.openxmlformats.org/drawingml/2006/main">
              <a:ext uri="{FF2B5EF4-FFF2-40B4-BE49-F238E27FC236}">
                <a16:creationId xmlns:a16="http://schemas.microsoft.com/office/drawing/2014/main" id="{98D496C6-5C01-48D3-AD75-737CAD110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" y="58926"/>
            <a:ext cx="14401758" cy="6815294"/>
          </a:xfrm>
          <a:custGeom xmlns:a="http://schemas.openxmlformats.org/drawingml/2006/main">
            <a:pathLst>
              <a:path w="14401758" h="6815294">
                <a:moveTo>
                  <a:pt x="0" y="6815294"/>
                </a:moveTo>
                <a:lnTo>
                  <a:pt x="14401758" y="6815294"/>
                </a:lnTo>
                <a:lnTo>
                  <a:pt x="1440175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8E7972-5436-4E48-83F4-6E1BA947DBC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77c38579f34a90"/>
          <a:srcRect xmlns:a="http://schemas.openxmlformats.org/drawingml/2006/main" l="7" t="0" r="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5294" y="3054023"/>
            <a:ext cx="1107828" cy="1107981"/>
          </a:xfrm>
          <a:prstGeom xmlns:a="http://schemas.openxmlformats.org/drawingml/2006/main" prst="rect">
            <a:avLst/>
          </a:prstGeom>
        </p:spPr>
      </p:pic>
      <p:sp>
        <p:nvSpPr>
          <p:cNvPr id="3" name="dexmimicgen-source-component-0">
            <a:extLst xmlns:a="http://schemas.openxmlformats.org/drawingml/2006/main">
              <a:ext uri="{FF2B5EF4-FFF2-40B4-BE49-F238E27FC236}">
                <a16:creationId xmlns:a16="http://schemas.microsoft.com/office/drawing/2014/main" id="{09E0B70C-1D0F-460E-A729-8C067E14B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5294" y="3054023"/>
            <a:ext cx="1107828" cy="11079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FEF5B2-A773-48AC-84C5-7D92A9C9BA1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2bd611ea724790"/>
          <a:srcRect xmlns:a="http://schemas.openxmlformats.org/drawingml/2006/main" l="7" t="0" r="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845830" y="3054023"/>
            <a:ext cx="1107828" cy="1107981"/>
          </a:xfrm>
          <a:prstGeom xmlns:a="http://schemas.openxmlformats.org/drawingml/2006/main" prst="rect">
            <a:avLst/>
          </a:prstGeom>
        </p:spPr>
      </p:pic>
      <p:sp>
        <p:nvSpPr>
          <p:cNvPr id="5" name="dexmimicgen-source-component-1">
            <a:extLst xmlns:a="http://schemas.openxmlformats.org/drawingml/2006/main">
              <a:ext uri="{FF2B5EF4-FFF2-40B4-BE49-F238E27FC236}">
                <a16:creationId xmlns:a16="http://schemas.microsoft.com/office/drawing/2014/main" id="{E8E9A643-CC0A-49C1-AED2-CC71837BF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45830" y="3054023"/>
            <a:ext cx="1107828" cy="11079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0DF8F3-2321-419C-BD12-043D381223E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404603bfd44d72"/>
          <a:srcRect xmlns:a="http://schemas.openxmlformats.org/drawingml/2006/main" l="7" t="0" r="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080597" y="3054023"/>
            <a:ext cx="1107828" cy="1107981"/>
          </a:xfrm>
          <a:prstGeom xmlns:a="http://schemas.openxmlformats.org/drawingml/2006/main" prst="rect">
            <a:avLst/>
          </a:prstGeom>
        </p:spPr>
      </p:pic>
      <p:sp>
        <p:nvSpPr>
          <p:cNvPr id="7" name="dexmimicgen-source-component-2">
            <a:extLst xmlns:a="http://schemas.openxmlformats.org/drawingml/2006/main">
              <a:ext uri="{FF2B5EF4-FFF2-40B4-BE49-F238E27FC236}">
                <a16:creationId xmlns:a16="http://schemas.microsoft.com/office/drawing/2014/main" id="{A9A34D83-5899-42A8-B062-30A74B734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80597" y="3054023"/>
            <a:ext cx="1107828" cy="11079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8A9F7D-B8CE-4087-A174-68B3EC4F978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c6e02744414a4a"/>
          <a:srcRect xmlns:a="http://schemas.openxmlformats.org/drawingml/2006/main" l="7" t="0" r="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15363" y="3054023"/>
            <a:ext cx="1107828" cy="1107981"/>
          </a:xfrm>
          <a:prstGeom xmlns:a="http://schemas.openxmlformats.org/drawingml/2006/main" prst="rect">
            <a:avLst/>
          </a:prstGeom>
        </p:spPr>
      </p:pic>
      <p:sp>
        <p:nvSpPr>
          <p:cNvPr id="9" name="dexmimicgen-source-component-3">
            <a:extLst xmlns:a="http://schemas.openxmlformats.org/drawingml/2006/main">
              <a:ext uri="{FF2B5EF4-FFF2-40B4-BE49-F238E27FC236}">
                <a16:creationId xmlns:a16="http://schemas.microsoft.com/office/drawing/2014/main" id="{4CF7F8EA-3735-4B22-B38B-4CBA5D77D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15363" y="3054023"/>
            <a:ext cx="1107828" cy="11079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2C2D57-FBAA-4A8B-9E8D-A847ED19568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3280a7f9be4a99"/>
          <a:srcRect xmlns:a="http://schemas.openxmlformats.org/drawingml/2006/main" l="7" t="0" r="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90665" y="3054023"/>
            <a:ext cx="1107827" cy="1107981"/>
          </a:xfrm>
          <a:prstGeom xmlns:a="http://schemas.openxmlformats.org/drawingml/2006/main" prst="rect">
            <a:avLst/>
          </a:prstGeom>
        </p:spPr>
      </p:pic>
      <p:sp>
        <p:nvSpPr>
          <p:cNvPr id="11" name="dexmimicgen-source-component-4">
            <a:extLst xmlns:a="http://schemas.openxmlformats.org/drawingml/2006/main">
              <a:ext uri="{FF2B5EF4-FFF2-40B4-BE49-F238E27FC236}">
                <a16:creationId xmlns:a16="http://schemas.microsoft.com/office/drawing/2014/main" id="{82AA1741-0532-48EC-8246-0FCE0FFC8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90665" y="3054023"/>
            <a:ext cx="1107827" cy="11079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EB0EDF-E831-4941-8BC0-0BD0D5E3FC1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00274db80f4d92"/>
          <a:srcRect xmlns:a="http://schemas.openxmlformats.org/drawingml/2006/main" l="7" t="0" r="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55899" y="3054023"/>
            <a:ext cx="1107828" cy="1107981"/>
          </a:xfrm>
          <a:prstGeom xmlns:a="http://schemas.openxmlformats.org/drawingml/2006/main" prst="rect">
            <a:avLst/>
          </a:prstGeom>
        </p:spPr>
      </p:pic>
      <p:sp>
        <p:nvSpPr>
          <p:cNvPr id="13" name="dexmimicgen-source-component-5">
            <a:extLst xmlns:a="http://schemas.openxmlformats.org/drawingml/2006/main">
              <a:ext uri="{FF2B5EF4-FFF2-40B4-BE49-F238E27FC236}">
                <a16:creationId xmlns:a16="http://schemas.microsoft.com/office/drawing/2014/main" id="{0EE1B185-2DCB-4179-AAE0-5AC963CA7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55899" y="3054023"/>
            <a:ext cx="1107828" cy="11079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" name="pdf-path-7">
            <a:extLst xmlns:a="http://schemas.openxmlformats.org/drawingml/2006/main">
              <a:ext uri="{FF2B5EF4-FFF2-40B4-BE49-F238E27FC236}">
                <a16:creationId xmlns:a16="http://schemas.microsoft.com/office/drawing/2014/main" id="{95C89346-0766-4EB9-984E-40E33FF67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5294" y="855370"/>
            <a:ext cx="3548510" cy="1771601"/>
          </a:xfrm>
          <a:custGeom xmlns:a="http://schemas.openxmlformats.org/drawingml/2006/main">
            <a:pathLst>
              <a:path w="3548510" h="1771601">
                <a:moveTo>
                  <a:pt x="0" y="1771601"/>
                </a:moveTo>
                <a:lnTo>
                  <a:pt x="3548510" y="1771601"/>
                </a:lnTo>
                <a:lnTo>
                  <a:pt x="354851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EC1BB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8C32CE-3F49-43A0-BA89-6D957C9B1F2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ca11f3794b488c"/>
          <a:srcRect xmlns:a="http://schemas.openxmlformats.org/drawingml/2006/main" l="7" t="0" r="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4533" y="907299"/>
            <a:ext cx="1661742" cy="1661972"/>
          </a:xfrm>
          <a:prstGeom xmlns:a="http://schemas.openxmlformats.org/drawingml/2006/main" prst="rect">
            <a:avLst/>
          </a:prstGeom>
        </p:spPr>
      </p:pic>
      <p:sp>
        <p:nvSpPr>
          <p:cNvPr id="16" name="dexmimicgen-source-component-6">
            <a:extLst xmlns:a="http://schemas.openxmlformats.org/drawingml/2006/main">
              <a:ext uri="{FF2B5EF4-FFF2-40B4-BE49-F238E27FC236}">
                <a16:creationId xmlns:a16="http://schemas.microsoft.com/office/drawing/2014/main" id="{AF8C6C44-D092-4FC2-9BDB-02396951F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4533" y="907299"/>
            <a:ext cx="1661742" cy="16619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2685F2-9176-40D6-8DF6-DB19E2EF0DE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da4e0216aa4e7a"/>
          <a:srcRect xmlns:a="http://schemas.openxmlformats.org/drawingml/2006/main" l="7" t="0" r="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22824" y="907299"/>
            <a:ext cx="1661742" cy="1661972"/>
          </a:xfrm>
          <a:prstGeom xmlns:a="http://schemas.openxmlformats.org/drawingml/2006/main" prst="rect">
            <a:avLst/>
          </a:prstGeom>
        </p:spPr>
      </p:pic>
      <p:sp>
        <p:nvSpPr>
          <p:cNvPr id="18" name="dexmimicgen-source-component-7">
            <a:extLst xmlns:a="http://schemas.openxmlformats.org/drawingml/2006/main">
              <a:ext uri="{FF2B5EF4-FFF2-40B4-BE49-F238E27FC236}">
                <a16:creationId xmlns:a16="http://schemas.microsoft.com/office/drawing/2014/main" id="{07D3430E-12C7-4419-8BED-7EB563C80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22824" y="907299"/>
            <a:ext cx="1661742" cy="16619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" name="pdf-path-10">
            <a:extLst xmlns:a="http://schemas.openxmlformats.org/drawingml/2006/main">
              <a:ext uri="{FF2B5EF4-FFF2-40B4-BE49-F238E27FC236}">
                <a16:creationId xmlns:a16="http://schemas.microsoft.com/office/drawing/2014/main" id="{DA824A82-01AF-4596-946D-70547CDB4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51893" y="855370"/>
            <a:ext cx="1771370" cy="1771601"/>
          </a:xfrm>
          <a:custGeom xmlns:a="http://schemas.openxmlformats.org/drawingml/2006/main">
            <a:pathLst>
              <a:path w="1771370" h="1771601">
                <a:moveTo>
                  <a:pt x="0" y="1771601"/>
                </a:moveTo>
                <a:lnTo>
                  <a:pt x="1771370" y="1771601"/>
                </a:lnTo>
                <a:lnTo>
                  <a:pt x="177137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EC1BB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B707E4-C08C-419C-9D97-6FB8F7C962F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cfbb2a792d4a43"/>
          <a:srcRect xmlns:a="http://schemas.openxmlformats.org/drawingml/2006/main" l="7" t="0" r="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09593" y="907299"/>
            <a:ext cx="1661742" cy="1661972"/>
          </a:xfrm>
          <a:prstGeom xmlns:a="http://schemas.openxmlformats.org/drawingml/2006/main" prst="rect">
            <a:avLst/>
          </a:prstGeom>
        </p:spPr>
      </p:pic>
      <p:sp>
        <p:nvSpPr>
          <p:cNvPr id="21" name="dexmimicgen-source-component-8">
            <a:extLst xmlns:a="http://schemas.openxmlformats.org/drawingml/2006/main">
              <a:ext uri="{FF2B5EF4-FFF2-40B4-BE49-F238E27FC236}">
                <a16:creationId xmlns:a16="http://schemas.microsoft.com/office/drawing/2014/main" id="{D25959E4-BA53-419F-89EE-D5F872DC8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09593" y="907299"/>
            <a:ext cx="1661742" cy="16619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2" name="pdf-path-12">
            <a:extLst xmlns:a="http://schemas.openxmlformats.org/drawingml/2006/main">
              <a:ext uri="{FF2B5EF4-FFF2-40B4-BE49-F238E27FC236}">
                <a16:creationId xmlns:a16="http://schemas.microsoft.com/office/drawing/2014/main" id="{E75C0850-F95B-4847-90DA-3B2500CA0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27123" y="855370"/>
            <a:ext cx="1771370" cy="1771601"/>
          </a:xfrm>
          <a:custGeom xmlns:a="http://schemas.openxmlformats.org/drawingml/2006/main">
            <a:pathLst>
              <a:path w="1771370" h="1771601">
                <a:moveTo>
                  <a:pt x="0" y="1771601"/>
                </a:moveTo>
                <a:lnTo>
                  <a:pt x="1771370" y="1771601"/>
                </a:lnTo>
                <a:lnTo>
                  <a:pt x="177137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DECAC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DA5039-B404-4429-857C-B0327332768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91d7265ca74e6d"/>
          <a:srcRect xmlns:a="http://schemas.openxmlformats.org/drawingml/2006/main" l="7" t="0" r="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79052" y="907299"/>
            <a:ext cx="1661742" cy="1661972"/>
          </a:xfrm>
          <a:prstGeom xmlns:a="http://schemas.openxmlformats.org/drawingml/2006/main" prst="rect">
            <a:avLst/>
          </a:prstGeom>
        </p:spPr>
      </p:pic>
      <p:sp>
        <p:nvSpPr>
          <p:cNvPr id="24" name="dexmimicgen-source-component-9">
            <a:extLst xmlns:a="http://schemas.openxmlformats.org/drawingml/2006/main">
              <a:ext uri="{FF2B5EF4-FFF2-40B4-BE49-F238E27FC236}">
                <a16:creationId xmlns:a16="http://schemas.microsoft.com/office/drawing/2014/main" id="{A7B3865E-B523-4AE5-8007-F22D80A04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79052" y="907299"/>
            <a:ext cx="1661742" cy="16619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5" name="pdf-path-14">
            <a:extLst xmlns:a="http://schemas.openxmlformats.org/drawingml/2006/main">
              <a:ext uri="{FF2B5EF4-FFF2-40B4-BE49-F238E27FC236}">
                <a16:creationId xmlns:a16="http://schemas.microsoft.com/office/drawing/2014/main" id="{FD827637-3349-42E6-B655-CEC51E1F6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5294" y="4629416"/>
            <a:ext cx="3548510" cy="1771601"/>
          </a:xfrm>
          <a:custGeom xmlns:a="http://schemas.openxmlformats.org/drawingml/2006/main">
            <a:pathLst>
              <a:path w="3548510" h="1771601">
                <a:moveTo>
                  <a:pt x="0" y="1771601"/>
                </a:moveTo>
                <a:lnTo>
                  <a:pt x="3548510" y="1771601"/>
                </a:lnTo>
                <a:lnTo>
                  <a:pt x="354851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AE3E2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6B54EEC-C601-4EAD-A54C-19DD0563124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20c719a4bf495e"/>
          <a:srcRect xmlns:a="http://schemas.openxmlformats.org/drawingml/2006/main" l="7" t="0" r="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4533" y="4681338"/>
            <a:ext cx="1661742" cy="1661972"/>
          </a:xfrm>
          <a:prstGeom xmlns:a="http://schemas.openxmlformats.org/drawingml/2006/main" prst="rect">
            <a:avLst/>
          </a:prstGeom>
        </p:spPr>
      </p:pic>
      <p:sp>
        <p:nvSpPr>
          <p:cNvPr id="27" name="dexmimicgen-source-component-10">
            <a:extLst xmlns:a="http://schemas.openxmlformats.org/drawingml/2006/main">
              <a:ext uri="{FF2B5EF4-FFF2-40B4-BE49-F238E27FC236}">
                <a16:creationId xmlns:a16="http://schemas.microsoft.com/office/drawing/2014/main" id="{03973DBA-4A1B-47A6-9523-8341AB9DB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4533" y="4681338"/>
            <a:ext cx="1661742" cy="16619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1856268-9861-46D2-B5FF-77B9D8577F6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20e555779c4ba7"/>
          <a:srcRect xmlns:a="http://schemas.openxmlformats.org/drawingml/2006/main" l="7" t="0" r="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22824" y="4681338"/>
            <a:ext cx="1661742" cy="1661972"/>
          </a:xfrm>
          <a:prstGeom xmlns:a="http://schemas.openxmlformats.org/drawingml/2006/main" prst="rect">
            <a:avLst/>
          </a:prstGeom>
        </p:spPr>
      </p:pic>
      <p:sp>
        <p:nvSpPr>
          <p:cNvPr id="29" name="dexmimicgen-source-component-11">
            <a:extLst xmlns:a="http://schemas.openxmlformats.org/drawingml/2006/main">
              <a:ext uri="{FF2B5EF4-FFF2-40B4-BE49-F238E27FC236}">
                <a16:creationId xmlns:a16="http://schemas.microsoft.com/office/drawing/2014/main" id="{49091A51-E43B-4230-80E9-EE71DE062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22824" y="4681338"/>
            <a:ext cx="1661742" cy="16619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0" name="pdf-path-17">
            <a:extLst xmlns:a="http://schemas.openxmlformats.org/drawingml/2006/main">
              <a:ext uri="{FF2B5EF4-FFF2-40B4-BE49-F238E27FC236}">
                <a16:creationId xmlns:a16="http://schemas.microsoft.com/office/drawing/2014/main" id="{B523781F-FBED-42B8-A998-119DF3646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51893" y="4629416"/>
            <a:ext cx="1771370" cy="1771601"/>
          </a:xfrm>
          <a:custGeom xmlns:a="http://schemas.openxmlformats.org/drawingml/2006/main">
            <a:pathLst>
              <a:path w="1771370" h="1771601">
                <a:moveTo>
                  <a:pt x="0" y="1771601"/>
                </a:moveTo>
                <a:lnTo>
                  <a:pt x="1771370" y="1771601"/>
                </a:lnTo>
                <a:lnTo>
                  <a:pt x="177137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AE3E2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3C532F3-5610-495C-A5DF-B28D2255A94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35aae75f8440a0"/>
          <a:srcRect xmlns:a="http://schemas.openxmlformats.org/drawingml/2006/main" l="7" t="0" r="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15363" y="4681338"/>
            <a:ext cx="1661741" cy="1661972"/>
          </a:xfrm>
          <a:prstGeom xmlns:a="http://schemas.openxmlformats.org/drawingml/2006/main" prst="rect">
            <a:avLst/>
          </a:prstGeom>
        </p:spPr>
      </p:pic>
      <p:sp>
        <p:nvSpPr>
          <p:cNvPr id="32" name="dexmimicgen-source-component-12">
            <a:extLst xmlns:a="http://schemas.openxmlformats.org/drawingml/2006/main">
              <a:ext uri="{FF2B5EF4-FFF2-40B4-BE49-F238E27FC236}">
                <a16:creationId xmlns:a16="http://schemas.microsoft.com/office/drawing/2014/main" id="{1A4884BC-9980-4A19-9101-F37D8475C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15363" y="4681338"/>
            <a:ext cx="1661741" cy="16619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3" name="pdf-path-19">
            <a:extLst xmlns:a="http://schemas.openxmlformats.org/drawingml/2006/main">
              <a:ext uri="{FF2B5EF4-FFF2-40B4-BE49-F238E27FC236}">
                <a16:creationId xmlns:a16="http://schemas.microsoft.com/office/drawing/2014/main" id="{CFEE0AC1-94E4-40D8-AF2A-8B647B18D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27123" y="4629416"/>
            <a:ext cx="1771370" cy="1771601"/>
          </a:xfrm>
          <a:custGeom xmlns:a="http://schemas.openxmlformats.org/drawingml/2006/main">
            <a:pathLst>
              <a:path w="1771370" h="1771601">
                <a:moveTo>
                  <a:pt x="0" y="1771601"/>
                </a:moveTo>
                <a:lnTo>
                  <a:pt x="1771370" y="1771601"/>
                </a:lnTo>
                <a:lnTo>
                  <a:pt x="177137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DECAC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782A8C9-96E9-4B5C-88C0-C9A67329B96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b8173b699b4201"/>
          <a:srcRect xmlns:a="http://schemas.openxmlformats.org/drawingml/2006/main" l="7" t="0" r="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79052" y="4681338"/>
            <a:ext cx="1661742" cy="1661972"/>
          </a:xfrm>
          <a:prstGeom xmlns:a="http://schemas.openxmlformats.org/drawingml/2006/main" prst="rect">
            <a:avLst/>
          </a:prstGeom>
        </p:spPr>
      </p:pic>
      <p:sp>
        <p:nvSpPr>
          <p:cNvPr id="35" name="dexmimicgen-source-component-13">
            <a:extLst xmlns:a="http://schemas.openxmlformats.org/drawingml/2006/main">
              <a:ext uri="{FF2B5EF4-FFF2-40B4-BE49-F238E27FC236}">
                <a16:creationId xmlns:a16="http://schemas.microsoft.com/office/drawing/2014/main" id="{CDC2078B-6A7E-4A71-907B-E2B5FDBE2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79052" y="4681338"/>
            <a:ext cx="1661742" cy="16619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6" name="pdf-text-0-0">
            <a:extLst xmlns:a="http://schemas.openxmlformats.org/drawingml/2006/main">
              <a:ext uri="{FF2B5EF4-FFF2-40B4-BE49-F238E27FC236}">
                <a16:creationId xmlns:a16="http://schemas.microsoft.com/office/drawing/2014/main" id="{520BE810-AFEE-40C5-AFD9-1D2D96F1A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91965" y="369094"/>
            <a:ext cx="599106" cy="179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0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0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0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Parallel:</a:t>
            </a:r>
          </a:p>
        </p:txBody>
      </p:sp>
      <p:sp>
        <p:nvSpPr>
          <p:cNvPr id="37" name="pdf-text-1-0">
            <a:extLst xmlns:a="http://schemas.openxmlformats.org/drawingml/2006/main">
              <a:ext uri="{FF2B5EF4-FFF2-40B4-BE49-F238E27FC236}">
                <a16:creationId xmlns:a16="http://schemas.microsoft.com/office/drawing/2014/main" id="{98ACBE95-7FB9-4C84-B07A-16154A158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91965" y="369094"/>
            <a:ext cx="599106" cy="179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0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0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0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Parallel:</a:t>
            </a:r>
          </a:p>
        </p:txBody>
      </p:sp>
      <p:sp>
        <p:nvSpPr>
          <p:cNvPr id="38" name="pdf-text-3-0">
            <a:extLst xmlns:a="http://schemas.openxmlformats.org/drawingml/2006/main">
              <a:ext uri="{FF2B5EF4-FFF2-40B4-BE49-F238E27FC236}">
                <a16:creationId xmlns:a16="http://schemas.microsoft.com/office/drawing/2014/main" id="{8F9DDA2B-9495-434A-90EE-CA910CCE2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33967" y="364779"/>
            <a:ext cx="785575" cy="179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7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7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74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pick cube </a:t>
            </a:r>
          </a:p>
        </p:txBody>
      </p:sp>
      <p:sp>
        <p:nvSpPr>
          <p:cNvPr id="39" name="pdf-text-4-0">
            <a:extLst xmlns:a="http://schemas.openxmlformats.org/drawingml/2006/main">
              <a:ext uri="{FF2B5EF4-FFF2-40B4-BE49-F238E27FC236}">
                <a16:creationId xmlns:a16="http://schemas.microsoft.com/office/drawing/2014/main" id="{96DB40AE-0CC9-4A11-963D-F6BA6AAE5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82721" y="581425"/>
            <a:ext cx="806099" cy="179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2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2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2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Ref object:</a:t>
            </a:r>
          </a:p>
        </p:txBody>
      </p:sp>
      <p:sp>
        <p:nvSpPr>
          <p:cNvPr id="40" name="pdf-text-5-0">
            <a:extLst xmlns:a="http://schemas.openxmlformats.org/drawingml/2006/main">
              <a:ext uri="{FF2B5EF4-FFF2-40B4-BE49-F238E27FC236}">
                <a16:creationId xmlns:a16="http://schemas.microsoft.com/office/drawing/2014/main" id="{0F21A8E5-C1C5-4772-B747-45A112659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82721" y="581425"/>
            <a:ext cx="806099" cy="179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2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2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2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Ref object:</a:t>
            </a:r>
          </a:p>
        </p:txBody>
      </p:sp>
      <p:sp>
        <p:nvSpPr>
          <p:cNvPr id="41" name="pdf-text-7-0">
            <a:extLst xmlns:a="http://schemas.openxmlformats.org/drawingml/2006/main">
              <a:ext uri="{FF2B5EF4-FFF2-40B4-BE49-F238E27FC236}">
                <a16:creationId xmlns:a16="http://schemas.microsoft.com/office/drawing/2014/main" id="{E81294B1-568B-47F6-94FF-4D8958ABD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36286" y="579646"/>
            <a:ext cx="746651" cy="179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5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blue cube</a:t>
            </a:r>
          </a:p>
        </p:txBody>
      </p:sp>
      <p:sp>
        <p:nvSpPr>
          <p:cNvPr id="42" name="pdf-text-8-0">
            <a:extLst xmlns:a="http://schemas.openxmlformats.org/drawingml/2006/main">
              <a:ext uri="{FF2B5EF4-FFF2-40B4-BE49-F238E27FC236}">
                <a16:creationId xmlns:a16="http://schemas.microsoft.com/office/drawing/2014/main" id="{B9FF59B8-0A85-48D7-A2AF-5F3F2CAA4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02296" y="369292"/>
            <a:ext cx="597672" cy="179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0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0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0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Parallel:</a:t>
            </a:r>
          </a:p>
        </p:txBody>
      </p:sp>
      <p:sp>
        <p:nvSpPr>
          <p:cNvPr id="43" name="pdf-text-9-0">
            <a:extLst xmlns:a="http://schemas.openxmlformats.org/drawingml/2006/main">
              <a:ext uri="{FF2B5EF4-FFF2-40B4-BE49-F238E27FC236}">
                <a16:creationId xmlns:a16="http://schemas.microsoft.com/office/drawing/2014/main" id="{08EF8987-9FB0-4525-86D3-30C1A79AD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02296" y="369292"/>
            <a:ext cx="597672" cy="179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0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0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0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Parallel:</a:t>
            </a:r>
          </a:p>
        </p:txBody>
      </p:sp>
      <p:sp>
        <p:nvSpPr>
          <p:cNvPr id="44" name="pdf-text-11-0">
            <a:extLst xmlns:a="http://schemas.openxmlformats.org/drawingml/2006/main">
              <a:ext uri="{FF2B5EF4-FFF2-40B4-BE49-F238E27FC236}">
                <a16:creationId xmlns:a16="http://schemas.microsoft.com/office/drawing/2014/main" id="{50FAEB46-46CD-4B23-8C93-F07AFA83A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44144" y="365609"/>
            <a:ext cx="883879" cy="179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6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6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6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place cube </a:t>
            </a:r>
          </a:p>
        </p:txBody>
      </p:sp>
      <p:sp>
        <p:nvSpPr>
          <p:cNvPr id="45" name="pdf-text-12-0">
            <a:extLst xmlns:a="http://schemas.openxmlformats.org/drawingml/2006/main">
              <a:ext uri="{FF2B5EF4-FFF2-40B4-BE49-F238E27FC236}">
                <a16:creationId xmlns:a16="http://schemas.microsoft.com/office/drawing/2014/main" id="{7C71D6B1-1EB3-4620-AEF8-2016C24E4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3086" y="581275"/>
            <a:ext cx="807532" cy="179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3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3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3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Ref object:</a:t>
            </a:r>
          </a:p>
        </p:txBody>
      </p:sp>
      <p:sp>
        <p:nvSpPr>
          <p:cNvPr id="46" name="pdf-text-13-0">
            <a:extLst xmlns:a="http://schemas.openxmlformats.org/drawingml/2006/main">
              <a:ext uri="{FF2B5EF4-FFF2-40B4-BE49-F238E27FC236}">
                <a16:creationId xmlns:a16="http://schemas.microsoft.com/office/drawing/2014/main" id="{269D6339-8AB7-4128-BD2B-70EBC5545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3086" y="581275"/>
            <a:ext cx="807532" cy="179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3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3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3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Ref object:</a:t>
            </a:r>
          </a:p>
        </p:txBody>
      </p:sp>
      <p:sp>
        <p:nvSpPr>
          <p:cNvPr id="47" name="pdf-text-15-0">
            <a:extLst xmlns:a="http://schemas.openxmlformats.org/drawingml/2006/main">
              <a:ext uri="{FF2B5EF4-FFF2-40B4-BE49-F238E27FC236}">
                <a16:creationId xmlns:a16="http://schemas.microsoft.com/office/drawing/2014/main" id="{259783BA-580F-4A73-A7B7-8A5951014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26652" y="580040"/>
            <a:ext cx="285740" cy="179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tray</a:t>
            </a:r>
          </a:p>
        </p:txBody>
      </p:sp>
      <p:sp>
        <p:nvSpPr>
          <p:cNvPr id="48" name="pdf-text-16-0">
            <a:extLst xmlns:a="http://schemas.openxmlformats.org/drawingml/2006/main">
              <a:ext uri="{FF2B5EF4-FFF2-40B4-BE49-F238E27FC236}">
                <a16:creationId xmlns:a16="http://schemas.microsoft.com/office/drawing/2014/main" id="{D13AA0A1-B2DB-449D-819A-130B17F02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15594" y="365916"/>
            <a:ext cx="1024196" cy="179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5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Coordination:</a:t>
            </a:r>
          </a:p>
        </p:txBody>
      </p:sp>
      <p:sp>
        <p:nvSpPr>
          <p:cNvPr id="49" name="pdf-text-17-0">
            <a:extLst xmlns:a="http://schemas.openxmlformats.org/drawingml/2006/main">
              <a:ext uri="{FF2B5EF4-FFF2-40B4-BE49-F238E27FC236}">
                <a16:creationId xmlns:a16="http://schemas.microsoft.com/office/drawing/2014/main" id="{BD55D35C-975B-449B-92F8-484E9C2DE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15594" y="365916"/>
            <a:ext cx="1024196" cy="179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5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Coordination:</a:t>
            </a:r>
          </a:p>
        </p:txBody>
      </p:sp>
      <p:sp>
        <p:nvSpPr>
          <p:cNvPr id="50" name="pdf-text-19-0">
            <a:extLst xmlns:a="http://schemas.openxmlformats.org/drawingml/2006/main">
              <a:ext uri="{FF2B5EF4-FFF2-40B4-BE49-F238E27FC236}">
                <a16:creationId xmlns:a16="http://schemas.microsoft.com/office/drawing/2014/main" id="{570317DF-F718-4DE7-B2F4-87BC8F35E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84340" y="367824"/>
            <a:ext cx="542768" cy="179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2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2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2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lift tray </a:t>
            </a:r>
          </a:p>
        </p:txBody>
      </p:sp>
      <p:sp>
        <p:nvSpPr>
          <p:cNvPr id="51" name="pdf-text-20-0">
            <a:extLst xmlns:a="http://schemas.openxmlformats.org/drawingml/2006/main">
              <a:ext uri="{FF2B5EF4-FFF2-40B4-BE49-F238E27FC236}">
                <a16:creationId xmlns:a16="http://schemas.microsoft.com/office/drawing/2014/main" id="{6C30B43C-AA3C-452F-A856-65467C655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30467" y="581425"/>
            <a:ext cx="806101" cy="179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2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2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2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Ref object:</a:t>
            </a:r>
          </a:p>
        </p:txBody>
      </p:sp>
      <p:sp>
        <p:nvSpPr>
          <p:cNvPr id="52" name="pdf-text-21-0">
            <a:extLst xmlns:a="http://schemas.openxmlformats.org/drawingml/2006/main">
              <a:ext uri="{FF2B5EF4-FFF2-40B4-BE49-F238E27FC236}">
                <a16:creationId xmlns:a16="http://schemas.microsoft.com/office/drawing/2014/main" id="{FB8C1AAA-C4E8-4605-8F26-6A29AA674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30467" y="581425"/>
            <a:ext cx="806101" cy="179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2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2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2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Ref object:</a:t>
            </a:r>
          </a:p>
        </p:txBody>
      </p:sp>
      <p:sp>
        <p:nvSpPr>
          <p:cNvPr id="53" name="pdf-text-23-0">
            <a:extLst xmlns:a="http://schemas.openxmlformats.org/drawingml/2006/main">
              <a:ext uri="{FF2B5EF4-FFF2-40B4-BE49-F238E27FC236}">
                <a16:creationId xmlns:a16="http://schemas.microsoft.com/office/drawing/2014/main" id="{55ADB380-B41B-4C9C-93C4-38429736A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84033" y="580040"/>
            <a:ext cx="285739" cy="179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tray</a:t>
            </a:r>
          </a:p>
        </p:txBody>
      </p:sp>
      <p:sp>
        <p:nvSpPr>
          <p:cNvPr id="54" name="pdf-text-24-0">
            <a:extLst xmlns:a="http://schemas.openxmlformats.org/drawingml/2006/main">
              <a:ext uri="{FF2B5EF4-FFF2-40B4-BE49-F238E27FC236}">
                <a16:creationId xmlns:a16="http://schemas.microsoft.com/office/drawing/2014/main" id="{2EE6ED37-2EA7-444C-8B4B-495495E57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81341" y="64822"/>
            <a:ext cx="2539619" cy="213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63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3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3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Source demo segmentation</a:t>
            </a:r>
          </a:p>
        </p:txBody>
      </p:sp>
      <p:sp>
        <p:nvSpPr>
          <p:cNvPr id="55" name="pdf-text-25-0">
            <a:extLst xmlns:a="http://schemas.openxmlformats.org/drawingml/2006/main">
              <a:ext uri="{FF2B5EF4-FFF2-40B4-BE49-F238E27FC236}">
                <a16:creationId xmlns:a16="http://schemas.microsoft.com/office/drawing/2014/main" id="{9E4D25F1-77A1-463F-A657-F8CE02B63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81341" y="64822"/>
            <a:ext cx="2539619" cy="213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63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3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3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Source demo segmentation</a:t>
            </a:r>
          </a:p>
        </p:txBody>
      </p:sp>
      <p:sp>
        <p:nvSpPr>
          <p:cNvPr id="56" name="pdf-path-47">
            <a:extLst xmlns:a="http://schemas.openxmlformats.org/drawingml/2006/main">
              <a:ext uri="{FF2B5EF4-FFF2-40B4-BE49-F238E27FC236}">
                <a16:creationId xmlns:a16="http://schemas.microsoft.com/office/drawing/2014/main" id="{038C75B1-6C79-44A0-B129-2E68360BB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5294" y="4236991"/>
            <a:ext cx="4817896" cy="167351"/>
          </a:xfrm>
          <a:custGeom xmlns:a="http://schemas.openxmlformats.org/drawingml/2006/main">
            <a:pathLst>
              <a:path w="4817896" h="167351">
                <a:moveTo>
                  <a:pt x="0" y="167351"/>
                </a:moveTo>
                <a:lnTo>
                  <a:pt x="4817896" y="167351"/>
                </a:lnTo>
                <a:lnTo>
                  <a:pt x="4817896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AE3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pdf-text-26-0">
            <a:extLst xmlns:a="http://schemas.openxmlformats.org/drawingml/2006/main">
              <a:ext uri="{FF2B5EF4-FFF2-40B4-BE49-F238E27FC236}">
                <a16:creationId xmlns:a16="http://schemas.microsoft.com/office/drawing/2014/main" id="{66D30DE9-4B28-4852-B862-367A08A98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91965" y="6440836"/>
            <a:ext cx="599106" cy="179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0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0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0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Parallel:</a:t>
            </a:r>
          </a:p>
        </p:txBody>
      </p:sp>
      <p:sp>
        <p:nvSpPr>
          <p:cNvPr id="58" name="pdf-text-27-0">
            <a:extLst xmlns:a="http://schemas.openxmlformats.org/drawingml/2006/main">
              <a:ext uri="{FF2B5EF4-FFF2-40B4-BE49-F238E27FC236}">
                <a16:creationId xmlns:a16="http://schemas.microsoft.com/office/drawing/2014/main" id="{8C569005-AF74-414C-A016-9751282B6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91965" y="6440836"/>
            <a:ext cx="599106" cy="179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0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0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0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Parallel:</a:t>
            </a:r>
          </a:p>
        </p:txBody>
      </p:sp>
      <p:sp>
        <p:nvSpPr>
          <p:cNvPr id="59" name="pdf-text-29-0">
            <a:extLst xmlns:a="http://schemas.openxmlformats.org/drawingml/2006/main">
              <a:ext uri="{FF2B5EF4-FFF2-40B4-BE49-F238E27FC236}">
                <a16:creationId xmlns:a16="http://schemas.microsoft.com/office/drawing/2014/main" id="{CA17090F-1140-43F7-B3A9-E6EF945E4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33967" y="6436521"/>
            <a:ext cx="785575" cy="179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7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7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74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pick cube </a:t>
            </a:r>
          </a:p>
        </p:txBody>
      </p:sp>
      <p:sp>
        <p:nvSpPr>
          <p:cNvPr id="60" name="pdf-text-30-0">
            <a:extLst xmlns:a="http://schemas.openxmlformats.org/drawingml/2006/main">
              <a:ext uri="{FF2B5EF4-FFF2-40B4-BE49-F238E27FC236}">
                <a16:creationId xmlns:a16="http://schemas.microsoft.com/office/drawing/2014/main" id="{897FBF6A-8CD2-411C-B317-DE38DA623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24791" y="6653128"/>
            <a:ext cx="806100" cy="179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2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2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2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Ref object:</a:t>
            </a:r>
          </a:p>
        </p:txBody>
      </p:sp>
      <p:sp>
        <p:nvSpPr>
          <p:cNvPr id="61" name="pdf-text-31-0">
            <a:extLst xmlns:a="http://schemas.openxmlformats.org/drawingml/2006/main">
              <a:ext uri="{FF2B5EF4-FFF2-40B4-BE49-F238E27FC236}">
                <a16:creationId xmlns:a16="http://schemas.microsoft.com/office/drawing/2014/main" id="{3D8AEF1F-6FE1-404A-AD0C-0780C2311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24791" y="6653128"/>
            <a:ext cx="806100" cy="179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2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2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2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Ref object:</a:t>
            </a:r>
          </a:p>
        </p:txBody>
      </p:sp>
      <p:sp>
        <p:nvSpPr>
          <p:cNvPr id="62" name="pdf-text-33-0">
            <a:extLst xmlns:a="http://schemas.openxmlformats.org/drawingml/2006/main">
              <a:ext uri="{FF2B5EF4-FFF2-40B4-BE49-F238E27FC236}">
                <a16:creationId xmlns:a16="http://schemas.microsoft.com/office/drawing/2014/main" id="{92E63943-0183-420F-872F-BA17F80E0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78203" y="6651285"/>
            <a:ext cx="862145" cy="179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5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green cube</a:t>
            </a:r>
          </a:p>
        </p:txBody>
      </p:sp>
      <p:sp>
        <p:nvSpPr>
          <p:cNvPr id="63" name="pdf-text-34-0">
            <a:extLst xmlns:a="http://schemas.openxmlformats.org/drawingml/2006/main">
              <a:ext uri="{FF2B5EF4-FFF2-40B4-BE49-F238E27FC236}">
                <a16:creationId xmlns:a16="http://schemas.microsoft.com/office/drawing/2014/main" id="{9BE5991F-877B-4316-9246-AFE813E78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08066" y="6441034"/>
            <a:ext cx="597672" cy="179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0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0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0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Parallel:</a:t>
            </a:r>
          </a:p>
        </p:txBody>
      </p:sp>
      <p:sp>
        <p:nvSpPr>
          <p:cNvPr id="64" name="pdf-text-35-0">
            <a:extLst xmlns:a="http://schemas.openxmlformats.org/drawingml/2006/main">
              <a:ext uri="{FF2B5EF4-FFF2-40B4-BE49-F238E27FC236}">
                <a16:creationId xmlns:a16="http://schemas.microsoft.com/office/drawing/2014/main" id="{3503BBA3-7D5E-43E6-B103-70458DB2E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08066" y="6441034"/>
            <a:ext cx="597672" cy="179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0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0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0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Parallel:</a:t>
            </a:r>
          </a:p>
        </p:txBody>
      </p:sp>
      <p:sp>
        <p:nvSpPr>
          <p:cNvPr id="65" name="pdf-text-37-0">
            <a:extLst xmlns:a="http://schemas.openxmlformats.org/drawingml/2006/main">
              <a:ext uri="{FF2B5EF4-FFF2-40B4-BE49-F238E27FC236}">
                <a16:creationId xmlns:a16="http://schemas.microsoft.com/office/drawing/2014/main" id="{6236C117-AC0B-41EE-A51F-505C60E14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49836" y="6437351"/>
            <a:ext cx="883880" cy="179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6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6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6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place cube </a:t>
            </a:r>
          </a:p>
        </p:txBody>
      </p:sp>
      <p:sp>
        <p:nvSpPr>
          <p:cNvPr id="66" name="pdf-text-38-0">
            <a:extLst xmlns:a="http://schemas.openxmlformats.org/drawingml/2006/main">
              <a:ext uri="{FF2B5EF4-FFF2-40B4-BE49-F238E27FC236}">
                <a16:creationId xmlns:a16="http://schemas.microsoft.com/office/drawing/2014/main" id="{DCF46999-F16B-4235-A79F-70FB0EE01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9087" y="6653128"/>
            <a:ext cx="806101" cy="179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2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2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2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Ref object:</a:t>
            </a:r>
          </a:p>
        </p:txBody>
      </p:sp>
      <p:sp>
        <p:nvSpPr>
          <p:cNvPr id="67" name="pdf-text-39-0">
            <a:extLst xmlns:a="http://schemas.openxmlformats.org/drawingml/2006/main">
              <a:ext uri="{FF2B5EF4-FFF2-40B4-BE49-F238E27FC236}">
                <a16:creationId xmlns:a16="http://schemas.microsoft.com/office/drawing/2014/main" id="{CBC53E20-49DD-4C11-8224-73CF9C66F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9087" y="6653128"/>
            <a:ext cx="806101" cy="179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2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2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2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Ref object:</a:t>
            </a:r>
          </a:p>
        </p:txBody>
      </p:sp>
      <p:sp>
        <p:nvSpPr>
          <p:cNvPr id="68" name="pdf-text-41-0">
            <a:extLst xmlns:a="http://schemas.openxmlformats.org/drawingml/2006/main">
              <a:ext uri="{FF2B5EF4-FFF2-40B4-BE49-F238E27FC236}">
                <a16:creationId xmlns:a16="http://schemas.microsoft.com/office/drawing/2014/main" id="{9F8D4C17-AFE3-4E2E-80A0-1A1FA1FFC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32422" y="6651582"/>
            <a:ext cx="286277" cy="179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5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tray</a:t>
            </a:r>
          </a:p>
        </p:txBody>
      </p:sp>
      <p:sp>
        <p:nvSpPr>
          <p:cNvPr id="69" name="pdf-text-42-0">
            <a:extLst xmlns:a="http://schemas.openxmlformats.org/drawingml/2006/main">
              <a:ext uri="{FF2B5EF4-FFF2-40B4-BE49-F238E27FC236}">
                <a16:creationId xmlns:a16="http://schemas.microsoft.com/office/drawing/2014/main" id="{BA4028AF-50CE-4764-B7C1-1D7834D82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43675" y="6437658"/>
            <a:ext cx="1024196" cy="179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5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Coordination:</a:t>
            </a:r>
          </a:p>
        </p:txBody>
      </p:sp>
      <p:sp>
        <p:nvSpPr>
          <p:cNvPr id="70" name="pdf-text-43-0">
            <a:extLst xmlns:a="http://schemas.openxmlformats.org/drawingml/2006/main">
              <a:ext uri="{FF2B5EF4-FFF2-40B4-BE49-F238E27FC236}">
                <a16:creationId xmlns:a16="http://schemas.microsoft.com/office/drawing/2014/main" id="{103FAF15-6C8F-4740-B06B-B735DE594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43675" y="6437658"/>
            <a:ext cx="1024196" cy="179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5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Coordination:</a:t>
            </a:r>
          </a:p>
        </p:txBody>
      </p:sp>
      <p:sp>
        <p:nvSpPr>
          <p:cNvPr id="71" name="pdf-text-45-0">
            <a:extLst xmlns:a="http://schemas.openxmlformats.org/drawingml/2006/main">
              <a:ext uri="{FF2B5EF4-FFF2-40B4-BE49-F238E27FC236}">
                <a16:creationId xmlns:a16="http://schemas.microsoft.com/office/drawing/2014/main" id="{0FAD326A-19E6-4CF0-BF38-EF4CFA4F6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12498" y="6439566"/>
            <a:ext cx="542767" cy="179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2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2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2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lift tray </a:t>
            </a:r>
          </a:p>
        </p:txBody>
      </p:sp>
      <p:sp>
        <p:nvSpPr>
          <p:cNvPr id="72" name="pdf-text-46-0">
            <a:extLst xmlns:a="http://schemas.openxmlformats.org/drawingml/2006/main">
              <a:ext uri="{FF2B5EF4-FFF2-40B4-BE49-F238E27FC236}">
                <a16:creationId xmlns:a16="http://schemas.microsoft.com/office/drawing/2014/main" id="{CA37FBA0-8AE2-4271-B5AF-F97258297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58471" y="6653128"/>
            <a:ext cx="806101" cy="179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2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2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2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Ref object:</a:t>
            </a:r>
          </a:p>
        </p:txBody>
      </p:sp>
      <p:sp>
        <p:nvSpPr>
          <p:cNvPr id="73" name="pdf-text-47-0">
            <a:extLst xmlns:a="http://schemas.openxmlformats.org/drawingml/2006/main">
              <a:ext uri="{FF2B5EF4-FFF2-40B4-BE49-F238E27FC236}">
                <a16:creationId xmlns:a16="http://schemas.microsoft.com/office/drawing/2014/main" id="{49AF1822-6698-4779-BD73-4CA8A8158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58471" y="6653128"/>
            <a:ext cx="806101" cy="179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2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2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2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Ref object:</a:t>
            </a:r>
          </a:p>
        </p:txBody>
      </p:sp>
      <p:sp>
        <p:nvSpPr>
          <p:cNvPr id="74" name="pdf-text-49-0">
            <a:extLst xmlns:a="http://schemas.openxmlformats.org/drawingml/2006/main">
              <a:ext uri="{FF2B5EF4-FFF2-40B4-BE49-F238E27FC236}">
                <a16:creationId xmlns:a16="http://schemas.microsoft.com/office/drawing/2014/main" id="{4616017A-93D3-43A3-B21A-82989404F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12113" y="6651743"/>
            <a:ext cx="285740" cy="179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tray</a:t>
            </a:r>
          </a:p>
        </p:txBody>
      </p:sp>
      <p:sp>
        <p:nvSpPr>
          <p:cNvPr id="75" name="pdf-path-72">
            <a:extLst xmlns:a="http://schemas.openxmlformats.org/drawingml/2006/main">
              <a:ext uri="{FF2B5EF4-FFF2-40B4-BE49-F238E27FC236}">
                <a16:creationId xmlns:a16="http://schemas.microsoft.com/office/drawing/2014/main" id="{C4DA6F8A-5970-4F23-9D59-5F30A12F5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55899" y="4236991"/>
            <a:ext cx="1107828" cy="167351"/>
          </a:xfrm>
          <a:custGeom xmlns:a="http://schemas.openxmlformats.org/drawingml/2006/main">
            <a:pathLst>
              <a:path w="1107828" h="167351">
                <a:moveTo>
                  <a:pt x="0" y="167351"/>
                </a:moveTo>
                <a:lnTo>
                  <a:pt x="1107828" y="167351"/>
                </a:lnTo>
                <a:lnTo>
                  <a:pt x="110782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AE3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pdf-path-73">
            <a:extLst xmlns:a="http://schemas.openxmlformats.org/drawingml/2006/main">
              <a:ext uri="{FF2B5EF4-FFF2-40B4-BE49-F238E27FC236}">
                <a16:creationId xmlns:a16="http://schemas.microsoft.com/office/drawing/2014/main" id="{7D50B8F4-6F2C-4357-BFAE-CA5EC1969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90665" y="4236991"/>
            <a:ext cx="1107828" cy="167351"/>
          </a:xfrm>
          <a:custGeom xmlns:a="http://schemas.openxmlformats.org/drawingml/2006/main">
            <a:pathLst>
              <a:path w="1107828" h="167351">
                <a:moveTo>
                  <a:pt x="0" y="167351"/>
                </a:moveTo>
                <a:lnTo>
                  <a:pt x="1107828" y="167351"/>
                </a:lnTo>
                <a:lnTo>
                  <a:pt x="110782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DECA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pdf-path-74">
            <a:extLst xmlns:a="http://schemas.openxmlformats.org/drawingml/2006/main">
              <a:ext uri="{FF2B5EF4-FFF2-40B4-BE49-F238E27FC236}">
                <a16:creationId xmlns:a16="http://schemas.microsoft.com/office/drawing/2014/main" id="{9A257990-D7ED-4B89-9059-694E079EF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5294" y="2828896"/>
            <a:ext cx="2348364" cy="167351"/>
          </a:xfrm>
          <a:custGeom xmlns:a="http://schemas.openxmlformats.org/drawingml/2006/main">
            <a:pathLst>
              <a:path w="2348364" h="167351">
                <a:moveTo>
                  <a:pt x="0" y="167351"/>
                </a:moveTo>
                <a:lnTo>
                  <a:pt x="2348364" y="167351"/>
                </a:lnTo>
                <a:lnTo>
                  <a:pt x="2348364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EC1B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pdf-path-75">
            <a:extLst xmlns:a="http://schemas.openxmlformats.org/drawingml/2006/main">
              <a:ext uri="{FF2B5EF4-FFF2-40B4-BE49-F238E27FC236}">
                <a16:creationId xmlns:a16="http://schemas.microsoft.com/office/drawing/2014/main" id="{9CBF42C3-0A20-467E-B24D-5EC374B32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80597" y="2828896"/>
            <a:ext cx="3583130" cy="167351"/>
          </a:xfrm>
          <a:custGeom xmlns:a="http://schemas.openxmlformats.org/drawingml/2006/main">
            <a:pathLst>
              <a:path w="3583130" h="167351">
                <a:moveTo>
                  <a:pt x="0" y="167351"/>
                </a:moveTo>
                <a:lnTo>
                  <a:pt x="3583130" y="167351"/>
                </a:lnTo>
                <a:lnTo>
                  <a:pt x="358313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EC1B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pdf-path-76">
            <a:extLst xmlns:a="http://schemas.openxmlformats.org/drawingml/2006/main">
              <a:ext uri="{FF2B5EF4-FFF2-40B4-BE49-F238E27FC236}">
                <a16:creationId xmlns:a16="http://schemas.microsoft.com/office/drawing/2014/main" id="{87B60BEB-05F2-40D8-8744-3075D1347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90665" y="2828896"/>
            <a:ext cx="1107828" cy="167351"/>
          </a:xfrm>
          <a:custGeom xmlns:a="http://schemas.openxmlformats.org/drawingml/2006/main">
            <a:pathLst>
              <a:path w="1107828" h="167351">
                <a:moveTo>
                  <a:pt x="0" y="167351"/>
                </a:moveTo>
                <a:lnTo>
                  <a:pt x="1107828" y="167351"/>
                </a:lnTo>
                <a:lnTo>
                  <a:pt x="110782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DECA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pdf-path-77">
            <a:extLst xmlns:a="http://schemas.openxmlformats.org/drawingml/2006/main">
              <a:ext uri="{FF2B5EF4-FFF2-40B4-BE49-F238E27FC236}">
                <a16:creationId xmlns:a16="http://schemas.microsoft.com/office/drawing/2014/main" id="{0DCA9AF5-3AC7-4066-A99F-305499F1E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8374" y="2626971"/>
            <a:ext cx="1154372" cy="204641"/>
          </a:xfrm>
          <a:custGeom xmlns:a="http://schemas.openxmlformats.org/drawingml/2006/main">
            <a:pathLst>
              <a:path w="1154372" h="204641">
                <a:moveTo>
                  <a:pt x="0" y="0"/>
                </a:moveTo>
                <a:lnTo>
                  <a:pt x="1154372" y="204641"/>
                </a:lnTo>
              </a:path>
            </a:pathLst>
          </a:custGeom>
          <a:noFill xmlns:a="http://schemas.openxmlformats.org/drawingml/2006/main"/>
          <a:ln xmlns:a="http://schemas.openxmlformats.org/drawingml/2006/main" w="46166">
            <a:solidFill>
              <a:srgbClr val="FEC1BB"/>
            </a:solidFill>
            <a:prstDash val="solid"/>
          </a:ln>
        </p:spPr>
      </p:sp>
      <p:sp>
        <p:nvSpPr>
          <p:cNvPr id="81" name="pdf-path-78">
            <a:extLst xmlns:a="http://schemas.openxmlformats.org/drawingml/2006/main">
              <a:ext uri="{FF2B5EF4-FFF2-40B4-BE49-F238E27FC236}">
                <a16:creationId xmlns:a16="http://schemas.microsoft.com/office/drawing/2014/main" id="{F82A9920-D488-49EB-A870-4E18F2EF6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82361" y="2626971"/>
            <a:ext cx="2371367" cy="204641"/>
          </a:xfrm>
          <a:custGeom xmlns:a="http://schemas.openxmlformats.org/drawingml/2006/main">
            <a:pathLst>
              <a:path w="2371367" h="204641">
                <a:moveTo>
                  <a:pt x="2371367" y="0"/>
                </a:moveTo>
                <a:lnTo>
                  <a:pt x="0" y="204641"/>
                </a:lnTo>
              </a:path>
            </a:pathLst>
          </a:custGeom>
          <a:noFill xmlns:a="http://schemas.openxmlformats.org/drawingml/2006/main"/>
          <a:ln xmlns:a="http://schemas.openxmlformats.org/drawingml/2006/main" w="46166">
            <a:solidFill>
              <a:srgbClr val="FEC1BB"/>
            </a:solidFill>
            <a:prstDash val="solid"/>
          </a:ln>
        </p:spPr>
      </p:sp>
      <p:sp>
        <p:nvSpPr>
          <p:cNvPr id="82" name="pdf-path-79">
            <a:extLst xmlns:a="http://schemas.openxmlformats.org/drawingml/2006/main">
              <a:ext uri="{FF2B5EF4-FFF2-40B4-BE49-F238E27FC236}">
                <a16:creationId xmlns:a16="http://schemas.microsoft.com/office/drawing/2014/main" id="{B924A603-3611-4217-B27D-AD335AC6D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69276" y="2598121"/>
            <a:ext cx="1154218" cy="233105"/>
          </a:xfrm>
          <a:custGeom xmlns:a="http://schemas.openxmlformats.org/drawingml/2006/main">
            <a:pathLst>
              <a:path w="1154218" h="233105">
                <a:moveTo>
                  <a:pt x="1154218" y="0"/>
                </a:moveTo>
                <a:lnTo>
                  <a:pt x="0" y="233105"/>
                </a:lnTo>
              </a:path>
            </a:pathLst>
          </a:custGeom>
          <a:noFill xmlns:a="http://schemas.openxmlformats.org/drawingml/2006/main"/>
          <a:ln xmlns:a="http://schemas.openxmlformats.org/drawingml/2006/main" w="46166">
            <a:solidFill>
              <a:srgbClr val="FEC1BB"/>
            </a:solidFill>
            <a:prstDash val="solid"/>
          </a:ln>
        </p:spPr>
      </p:sp>
      <p:sp>
        <p:nvSpPr>
          <p:cNvPr id="83" name="pdf-path-80">
            <a:extLst xmlns:a="http://schemas.openxmlformats.org/drawingml/2006/main">
              <a:ext uri="{FF2B5EF4-FFF2-40B4-BE49-F238E27FC236}">
                <a16:creationId xmlns:a16="http://schemas.microsoft.com/office/drawing/2014/main" id="{3DAB5E74-4892-4EA9-8FE9-23A235F1C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51893" y="2615431"/>
            <a:ext cx="618306" cy="216104"/>
          </a:xfrm>
          <a:custGeom xmlns:a="http://schemas.openxmlformats.org/drawingml/2006/main">
            <a:pathLst>
              <a:path w="618306" h="216104">
                <a:moveTo>
                  <a:pt x="0" y="0"/>
                </a:moveTo>
                <a:lnTo>
                  <a:pt x="618306" y="216104"/>
                </a:lnTo>
              </a:path>
            </a:pathLst>
          </a:custGeom>
          <a:noFill xmlns:a="http://schemas.openxmlformats.org/drawingml/2006/main"/>
          <a:ln xmlns:a="http://schemas.openxmlformats.org/drawingml/2006/main" w="46166">
            <a:solidFill>
              <a:srgbClr val="FEC1BB"/>
            </a:solidFill>
            <a:prstDash val="solid"/>
          </a:ln>
        </p:spPr>
      </p:sp>
      <p:sp>
        <p:nvSpPr>
          <p:cNvPr id="84" name="pdf-path-81">
            <a:extLst xmlns:a="http://schemas.openxmlformats.org/drawingml/2006/main">
              <a:ext uri="{FF2B5EF4-FFF2-40B4-BE49-F238E27FC236}">
                <a16:creationId xmlns:a16="http://schemas.microsoft.com/office/drawing/2014/main" id="{37A357D5-3C35-4876-B045-C1212A4F6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44579" y="2609661"/>
            <a:ext cx="553914" cy="219873"/>
          </a:xfrm>
          <a:custGeom xmlns:a="http://schemas.openxmlformats.org/drawingml/2006/main">
            <a:pathLst>
              <a:path w="553914" h="219873">
                <a:moveTo>
                  <a:pt x="553914" y="0"/>
                </a:moveTo>
                <a:lnTo>
                  <a:pt x="0" y="219873"/>
                </a:lnTo>
              </a:path>
            </a:pathLst>
          </a:custGeom>
          <a:noFill xmlns:a="http://schemas.openxmlformats.org/drawingml/2006/main"/>
          <a:ln xmlns:a="http://schemas.openxmlformats.org/drawingml/2006/main" w="46166">
            <a:solidFill>
              <a:srgbClr val="FDECAC"/>
            </a:solidFill>
            <a:prstDash val="solid"/>
          </a:ln>
        </p:spPr>
      </p:sp>
      <p:sp>
        <p:nvSpPr>
          <p:cNvPr id="85" name="pdf-path-82">
            <a:extLst xmlns:a="http://schemas.openxmlformats.org/drawingml/2006/main">
              <a:ext uri="{FF2B5EF4-FFF2-40B4-BE49-F238E27FC236}">
                <a16:creationId xmlns:a16="http://schemas.microsoft.com/office/drawing/2014/main" id="{A9356FD5-1F48-4C82-97F0-6EBCA037D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55971" y="2609661"/>
            <a:ext cx="1190223" cy="219873"/>
          </a:xfrm>
          <a:custGeom xmlns:a="http://schemas.openxmlformats.org/drawingml/2006/main">
            <a:pathLst>
              <a:path w="1190223" h="219873">
                <a:moveTo>
                  <a:pt x="0" y="0"/>
                </a:moveTo>
                <a:lnTo>
                  <a:pt x="1190223" y="219873"/>
                </a:lnTo>
              </a:path>
            </a:pathLst>
          </a:custGeom>
          <a:noFill xmlns:a="http://schemas.openxmlformats.org/drawingml/2006/main"/>
          <a:ln xmlns:a="http://schemas.openxmlformats.org/drawingml/2006/main" w="46166">
            <a:solidFill>
              <a:srgbClr val="FDECAC"/>
            </a:solidFill>
            <a:prstDash val="solid"/>
          </a:ln>
        </p:spPr>
      </p:sp>
      <p:sp>
        <p:nvSpPr>
          <p:cNvPr id="86" name="pdf-path-83">
            <a:extLst xmlns:a="http://schemas.openxmlformats.org/drawingml/2006/main">
              <a:ext uri="{FF2B5EF4-FFF2-40B4-BE49-F238E27FC236}">
                <a16:creationId xmlns:a16="http://schemas.microsoft.com/office/drawing/2014/main" id="{FEF518F1-F3A3-4F13-9AC6-946B2400A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44579" y="4404342"/>
            <a:ext cx="553914" cy="225258"/>
          </a:xfrm>
          <a:custGeom xmlns:a="http://schemas.openxmlformats.org/drawingml/2006/main">
            <a:pathLst>
              <a:path w="553914" h="225258">
                <a:moveTo>
                  <a:pt x="553914" y="22525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6166">
            <a:solidFill>
              <a:srgbClr val="FDECAC"/>
            </a:solidFill>
            <a:prstDash val="solid"/>
          </a:ln>
        </p:spPr>
      </p:sp>
      <p:sp>
        <p:nvSpPr>
          <p:cNvPr id="87" name="pdf-path-84">
            <a:extLst xmlns:a="http://schemas.openxmlformats.org/drawingml/2006/main">
              <a:ext uri="{FF2B5EF4-FFF2-40B4-BE49-F238E27FC236}">
                <a16:creationId xmlns:a16="http://schemas.microsoft.com/office/drawing/2014/main" id="{2EB44E10-A805-42C2-B545-AD71DA642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79052" y="4404342"/>
            <a:ext cx="1163219" cy="265494"/>
          </a:xfrm>
          <a:custGeom xmlns:a="http://schemas.openxmlformats.org/drawingml/2006/main">
            <a:pathLst>
              <a:path w="1163219" h="265494">
                <a:moveTo>
                  <a:pt x="0" y="265494"/>
                </a:moveTo>
                <a:lnTo>
                  <a:pt x="1163219" y="0"/>
                </a:lnTo>
              </a:path>
            </a:pathLst>
          </a:custGeom>
          <a:noFill xmlns:a="http://schemas.openxmlformats.org/drawingml/2006/main"/>
          <a:ln xmlns:a="http://schemas.openxmlformats.org/drawingml/2006/main" w="46166">
            <a:solidFill>
              <a:srgbClr val="FDECAC"/>
            </a:solidFill>
            <a:prstDash val="solid"/>
          </a:ln>
        </p:spPr>
      </p:sp>
      <p:sp>
        <p:nvSpPr>
          <p:cNvPr id="88" name="pdf-path-85">
            <a:extLst xmlns:a="http://schemas.openxmlformats.org/drawingml/2006/main">
              <a:ext uri="{FF2B5EF4-FFF2-40B4-BE49-F238E27FC236}">
                <a16:creationId xmlns:a16="http://schemas.microsoft.com/office/drawing/2014/main" id="{1FB5EDC7-CB21-41FB-9F23-C5A096B93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77104" y="4404342"/>
            <a:ext cx="132709" cy="265494"/>
          </a:xfrm>
          <a:custGeom xmlns:a="http://schemas.openxmlformats.org/drawingml/2006/main">
            <a:pathLst>
              <a:path w="132709" h="265494">
                <a:moveTo>
                  <a:pt x="0" y="265494"/>
                </a:moveTo>
                <a:lnTo>
                  <a:pt x="132709" y="0"/>
                </a:lnTo>
              </a:path>
            </a:pathLst>
          </a:custGeom>
          <a:noFill xmlns:a="http://schemas.openxmlformats.org/drawingml/2006/main"/>
          <a:ln xmlns:a="http://schemas.openxmlformats.org/drawingml/2006/main" w="46166">
            <a:solidFill>
              <a:srgbClr val="CAE3E2"/>
            </a:solidFill>
            <a:prstDash val="solid"/>
          </a:ln>
        </p:spPr>
      </p:sp>
      <p:sp>
        <p:nvSpPr>
          <p:cNvPr id="89" name="pdf-path-86">
            <a:extLst xmlns:a="http://schemas.openxmlformats.org/drawingml/2006/main">
              <a:ext uri="{FF2B5EF4-FFF2-40B4-BE49-F238E27FC236}">
                <a16:creationId xmlns:a16="http://schemas.microsoft.com/office/drawing/2014/main" id="{ED7E461F-69EC-4AEE-9267-ECB76F4D0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09593" y="4404342"/>
            <a:ext cx="1799527" cy="225258"/>
          </a:xfrm>
          <a:custGeom xmlns:a="http://schemas.openxmlformats.org/drawingml/2006/main">
            <a:pathLst>
              <a:path w="1799527" h="225258">
                <a:moveTo>
                  <a:pt x="0" y="225258"/>
                </a:moveTo>
                <a:lnTo>
                  <a:pt x="1799527" y="0"/>
                </a:lnTo>
              </a:path>
            </a:pathLst>
          </a:custGeom>
          <a:noFill xmlns:a="http://schemas.openxmlformats.org/drawingml/2006/main"/>
          <a:ln xmlns:a="http://schemas.openxmlformats.org/drawingml/2006/main" w="46166">
            <a:solidFill>
              <a:srgbClr val="CAE3E2"/>
            </a:solidFill>
            <a:prstDash val="solid"/>
          </a:ln>
        </p:spPr>
      </p:sp>
      <p:sp>
        <p:nvSpPr>
          <p:cNvPr id="90" name="pdf-path-87">
            <a:extLst xmlns:a="http://schemas.openxmlformats.org/drawingml/2006/main">
              <a:ext uri="{FF2B5EF4-FFF2-40B4-BE49-F238E27FC236}">
                <a16:creationId xmlns:a16="http://schemas.microsoft.com/office/drawing/2014/main" id="{15AF1F2D-9D1C-4A6A-BC02-35293A9D0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8374" y="4404342"/>
            <a:ext cx="2390907" cy="225258"/>
          </a:xfrm>
          <a:custGeom xmlns:a="http://schemas.openxmlformats.org/drawingml/2006/main">
            <a:pathLst>
              <a:path w="2390907" h="225258">
                <a:moveTo>
                  <a:pt x="0" y="225258"/>
                </a:moveTo>
                <a:lnTo>
                  <a:pt x="2390907" y="0"/>
                </a:lnTo>
              </a:path>
            </a:pathLst>
          </a:custGeom>
          <a:noFill xmlns:a="http://schemas.openxmlformats.org/drawingml/2006/main"/>
          <a:ln xmlns:a="http://schemas.openxmlformats.org/drawingml/2006/main" w="46166">
            <a:solidFill>
              <a:srgbClr val="CAE3E2"/>
            </a:solidFill>
            <a:prstDash val="solid"/>
          </a:ln>
        </p:spPr>
      </p:sp>
      <p:sp>
        <p:nvSpPr>
          <p:cNvPr id="91" name="pdf-path-88">
            <a:extLst xmlns:a="http://schemas.openxmlformats.org/drawingml/2006/main">
              <a:ext uri="{FF2B5EF4-FFF2-40B4-BE49-F238E27FC236}">
                <a16:creationId xmlns:a16="http://schemas.microsoft.com/office/drawing/2014/main" id="{51D3267C-85BB-4E8E-A87A-E17D37AFE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17127" y="4404342"/>
            <a:ext cx="1134754" cy="225258"/>
          </a:xfrm>
          <a:custGeom xmlns:a="http://schemas.openxmlformats.org/drawingml/2006/main">
            <a:pathLst>
              <a:path w="1134754" h="225258">
                <a:moveTo>
                  <a:pt x="1134754" y="22525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6166">
            <a:solidFill>
              <a:srgbClr val="CAE3E2"/>
            </a:solidFill>
            <a:prstDash val="solid"/>
          </a:ln>
        </p:spPr>
      </p:sp>
      <p:sp>
        <p:nvSpPr>
          <p:cNvPr id="92" name="pdf-path-89">
            <a:extLst xmlns:a="http://schemas.openxmlformats.org/drawingml/2006/main">
              <a:ext uri="{FF2B5EF4-FFF2-40B4-BE49-F238E27FC236}">
                <a16:creationId xmlns:a16="http://schemas.microsoft.com/office/drawing/2014/main" id="{BCF71826-0FB3-4C69-9EFB-908778EC7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32379" y="5702754"/>
            <a:ext cx="288497" cy="375100"/>
          </a:xfrm>
          <a:custGeom xmlns:a="http://schemas.openxmlformats.org/drawingml/2006/main">
            <a:pathLst>
              <a:path w="288497" h="375100">
                <a:moveTo>
                  <a:pt x="0" y="375100"/>
                </a:moveTo>
                <a:lnTo>
                  <a:pt x="288497" y="375100"/>
                </a:lnTo>
                <a:lnTo>
                  <a:pt x="288497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6166">
            <a:solidFill>
              <a:srgbClr val="AED4D3"/>
            </a:solidFill>
            <a:prstDash val="solid"/>
          </a:ln>
        </p:spPr>
      </p:sp>
      <p:sp>
        <p:nvSpPr>
          <p:cNvPr id="93" name="pdf-path-90">
            <a:extLst xmlns:a="http://schemas.openxmlformats.org/drawingml/2006/main">
              <a:ext uri="{FF2B5EF4-FFF2-40B4-BE49-F238E27FC236}">
                <a16:creationId xmlns:a16="http://schemas.microsoft.com/office/drawing/2014/main" id="{AA374EA3-3AAF-488F-8F1E-B9BDA0583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86439" y="5702754"/>
            <a:ext cx="282727" cy="375100"/>
          </a:xfrm>
          <a:custGeom xmlns:a="http://schemas.openxmlformats.org/drawingml/2006/main">
            <a:pathLst>
              <a:path w="282727" h="375100">
                <a:moveTo>
                  <a:pt x="0" y="375100"/>
                </a:moveTo>
                <a:lnTo>
                  <a:pt x="282727" y="375100"/>
                </a:lnTo>
                <a:lnTo>
                  <a:pt x="282727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6166">
            <a:solidFill>
              <a:srgbClr val="AED4D3"/>
            </a:solidFill>
            <a:prstDash val="solid"/>
          </a:ln>
        </p:spPr>
      </p:sp>
      <p:sp>
        <p:nvSpPr>
          <p:cNvPr id="94" name="pdf-path-91">
            <a:extLst xmlns:a="http://schemas.openxmlformats.org/drawingml/2006/main">
              <a:ext uri="{FF2B5EF4-FFF2-40B4-BE49-F238E27FC236}">
                <a16:creationId xmlns:a16="http://schemas.microsoft.com/office/drawing/2014/main" id="{6C311B46-3D6C-4FAA-9799-50FB98FDE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51930" y="5137254"/>
            <a:ext cx="1107828" cy="680952"/>
          </a:xfrm>
          <a:custGeom xmlns:a="http://schemas.openxmlformats.org/drawingml/2006/main">
            <a:pathLst>
              <a:path w="1107828" h="680952">
                <a:moveTo>
                  <a:pt x="0" y="680952"/>
                </a:moveTo>
                <a:lnTo>
                  <a:pt x="1107828" y="680952"/>
                </a:lnTo>
                <a:lnTo>
                  <a:pt x="1107828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6166">
            <a:solidFill>
              <a:srgbClr val="AED4D3"/>
            </a:solidFill>
            <a:prstDash val="solid"/>
          </a:ln>
        </p:spPr>
      </p:sp>
      <p:sp>
        <p:nvSpPr>
          <p:cNvPr id="95" name="pdf-path-92">
            <a:extLst xmlns:a="http://schemas.openxmlformats.org/drawingml/2006/main">
              <a:ext uri="{FF2B5EF4-FFF2-40B4-BE49-F238E27FC236}">
                <a16:creationId xmlns:a16="http://schemas.microsoft.com/office/drawing/2014/main" id="{FEEBDBD5-96C3-46E4-8DD6-893618D9A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34840" y="4912143"/>
            <a:ext cx="1194377" cy="761739"/>
          </a:xfrm>
          <a:custGeom xmlns:a="http://schemas.openxmlformats.org/drawingml/2006/main">
            <a:pathLst>
              <a:path w="1194377" h="761739">
                <a:moveTo>
                  <a:pt x="0" y="761739"/>
                </a:moveTo>
                <a:lnTo>
                  <a:pt x="1194377" y="761739"/>
                </a:lnTo>
                <a:lnTo>
                  <a:pt x="1194377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6166">
            <a:solidFill>
              <a:srgbClr val="FDECAC"/>
            </a:solidFill>
            <a:prstDash val="solid"/>
          </a:ln>
        </p:spPr>
      </p:sp>
      <p:sp>
        <p:nvSpPr>
          <p:cNvPr id="96" name="pdf-path-93">
            <a:extLst xmlns:a="http://schemas.openxmlformats.org/drawingml/2006/main">
              <a:ext uri="{FF2B5EF4-FFF2-40B4-BE49-F238E27FC236}">
                <a16:creationId xmlns:a16="http://schemas.microsoft.com/office/drawing/2014/main" id="{EFC84EC6-FC52-4774-A82A-4B08D1956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34840" y="1114940"/>
            <a:ext cx="1234766" cy="825255"/>
          </a:xfrm>
          <a:custGeom xmlns:a="http://schemas.openxmlformats.org/drawingml/2006/main">
            <a:pathLst>
              <a:path w="1234766" h="825255">
                <a:moveTo>
                  <a:pt x="0" y="825255"/>
                </a:moveTo>
                <a:lnTo>
                  <a:pt x="1234766" y="825255"/>
                </a:lnTo>
                <a:lnTo>
                  <a:pt x="1234766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6166">
            <a:solidFill>
              <a:srgbClr val="FDECAC"/>
            </a:solidFill>
            <a:prstDash val="solid"/>
          </a:ln>
        </p:spPr>
      </p:sp>
      <p:sp>
        <p:nvSpPr>
          <p:cNvPr id="97" name="pdf-path-94">
            <a:extLst xmlns:a="http://schemas.openxmlformats.org/drawingml/2006/main">
              <a:ext uri="{FF2B5EF4-FFF2-40B4-BE49-F238E27FC236}">
                <a16:creationId xmlns:a16="http://schemas.microsoft.com/office/drawing/2014/main" id="{B7C8EC53-F300-4F82-8ECF-AD920FFF8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88460" y="1386265"/>
            <a:ext cx="1234766" cy="663635"/>
          </a:xfrm>
          <a:custGeom xmlns:a="http://schemas.openxmlformats.org/drawingml/2006/main">
            <a:pathLst>
              <a:path w="1234766" h="663635">
                <a:moveTo>
                  <a:pt x="0" y="663635"/>
                </a:moveTo>
                <a:lnTo>
                  <a:pt x="1234766" y="663635"/>
                </a:lnTo>
                <a:lnTo>
                  <a:pt x="1234766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6166">
            <a:solidFill>
              <a:srgbClr val="FD9990"/>
            </a:solidFill>
            <a:prstDash val="solid"/>
          </a:ln>
        </p:spPr>
      </p:sp>
      <p:sp>
        <p:nvSpPr>
          <p:cNvPr id="98" name="pdf-path-95">
            <a:extLst xmlns:a="http://schemas.openxmlformats.org/drawingml/2006/main">
              <a:ext uri="{FF2B5EF4-FFF2-40B4-BE49-F238E27FC236}">
                <a16:creationId xmlns:a16="http://schemas.microsoft.com/office/drawing/2014/main" id="{B3B7EE81-6CFC-4059-A489-F40A28FF3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57443" y="1940217"/>
            <a:ext cx="288497" cy="403950"/>
          </a:xfrm>
          <a:custGeom xmlns:a="http://schemas.openxmlformats.org/drawingml/2006/main">
            <a:pathLst>
              <a:path w="288497" h="403950">
                <a:moveTo>
                  <a:pt x="0" y="403950"/>
                </a:moveTo>
                <a:lnTo>
                  <a:pt x="288497" y="403950"/>
                </a:lnTo>
                <a:lnTo>
                  <a:pt x="288497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6166">
            <a:solidFill>
              <a:srgbClr val="FD9990"/>
            </a:solidFill>
            <a:prstDash val="solid"/>
          </a:ln>
        </p:spPr>
      </p:sp>
      <p:sp>
        <p:nvSpPr>
          <p:cNvPr id="99" name="pdf-path-96">
            <a:extLst xmlns:a="http://schemas.openxmlformats.org/drawingml/2006/main">
              <a:ext uri="{FF2B5EF4-FFF2-40B4-BE49-F238E27FC236}">
                <a16:creationId xmlns:a16="http://schemas.microsoft.com/office/drawing/2014/main" id="{7D190083-A8D3-4CB9-9C94-66FE4C33E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4923" y="1940217"/>
            <a:ext cx="288497" cy="403950"/>
          </a:xfrm>
          <a:custGeom xmlns:a="http://schemas.openxmlformats.org/drawingml/2006/main">
            <a:pathLst>
              <a:path w="288497" h="403950">
                <a:moveTo>
                  <a:pt x="0" y="403950"/>
                </a:moveTo>
                <a:lnTo>
                  <a:pt x="288497" y="403950"/>
                </a:lnTo>
                <a:lnTo>
                  <a:pt x="288497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6166">
            <a:solidFill>
              <a:srgbClr val="FD9990"/>
            </a:solidFill>
            <a:prstDash val="solid"/>
          </a:ln>
        </p:spPr>
      </p:sp>
      <p:sp>
        <p:nvSpPr>
          <p:cNvPr id="100" name="pdf-path-97">
            <a:extLst xmlns:a="http://schemas.openxmlformats.org/drawingml/2006/main">
              <a:ext uri="{FF2B5EF4-FFF2-40B4-BE49-F238E27FC236}">
                <a16:creationId xmlns:a16="http://schemas.microsoft.com/office/drawing/2014/main" id="{5D9F1E7D-0CF2-4BA8-AE4B-FA2AD14B4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41123" y="941919"/>
            <a:ext cx="1586732" cy="2198653"/>
          </a:xfrm>
          <a:custGeom xmlns:a="http://schemas.openxmlformats.org/drawingml/2006/main">
            <a:pathLst>
              <a:path w="1586732" h="2198653">
                <a:moveTo>
                  <a:pt x="0" y="2198653"/>
                </a:moveTo>
                <a:lnTo>
                  <a:pt x="1586732" y="2198653"/>
                </a:lnTo>
                <a:lnTo>
                  <a:pt x="158673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DECAC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3B167BE8-55F7-436F-93EE-B398A5E50EF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1f095414844c1f"/>
          <a:srcRect xmlns:a="http://schemas.openxmlformats.org/drawingml/2006/main" l="60" t="0" r="6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644982" y="2124909"/>
            <a:ext cx="1379015" cy="952193"/>
          </a:xfrm>
          <a:prstGeom xmlns:a="http://schemas.openxmlformats.org/drawingml/2006/main" prst="rect">
            <a:avLst/>
          </a:prstGeom>
        </p:spPr>
      </p:pic>
      <p:sp>
        <p:nvSpPr>
          <p:cNvPr id="102" name="dexmimicgen-source-component-14">
            <a:extLst xmlns:a="http://schemas.openxmlformats.org/drawingml/2006/main">
              <a:ext uri="{FF2B5EF4-FFF2-40B4-BE49-F238E27FC236}">
                <a16:creationId xmlns:a16="http://schemas.microsoft.com/office/drawing/2014/main" id="{D36F2B91-A797-43D1-84C3-9999FADDB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44982" y="2124909"/>
            <a:ext cx="1379015" cy="9521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BF2F1FB1-109A-48A9-A5AE-7F1EC1CD1CA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10ff0f15cc4fef"/>
          <a:srcRect xmlns:a="http://schemas.openxmlformats.org/drawingml/2006/main" l="258" t="0" r="25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644982" y="1011082"/>
            <a:ext cx="1379015" cy="946423"/>
          </a:xfrm>
          <a:prstGeom xmlns:a="http://schemas.openxmlformats.org/drawingml/2006/main" prst="rect">
            <a:avLst/>
          </a:prstGeom>
        </p:spPr>
      </p:pic>
      <p:sp>
        <p:nvSpPr>
          <p:cNvPr id="104" name="dexmimicgen-source-component-15">
            <a:extLst xmlns:a="http://schemas.openxmlformats.org/drawingml/2006/main">
              <a:ext uri="{FF2B5EF4-FFF2-40B4-BE49-F238E27FC236}">
                <a16:creationId xmlns:a16="http://schemas.microsoft.com/office/drawing/2014/main" id="{845F1B28-5159-4653-9AEB-82FEF3459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44982" y="1011082"/>
            <a:ext cx="1379015" cy="9464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5" name="pdf-path-100">
            <a:extLst xmlns:a="http://schemas.openxmlformats.org/drawingml/2006/main">
              <a:ext uri="{FF2B5EF4-FFF2-40B4-BE49-F238E27FC236}">
                <a16:creationId xmlns:a16="http://schemas.microsoft.com/office/drawing/2014/main" id="{5390C5EC-ACA1-4C32-9D69-CF5EDC327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41123" y="4133116"/>
            <a:ext cx="1586732" cy="2204423"/>
          </a:xfrm>
          <a:custGeom xmlns:a="http://schemas.openxmlformats.org/drawingml/2006/main">
            <a:pathLst>
              <a:path w="1586732" h="2204423">
                <a:moveTo>
                  <a:pt x="0" y="2204423"/>
                </a:moveTo>
                <a:lnTo>
                  <a:pt x="1586732" y="2204423"/>
                </a:lnTo>
                <a:lnTo>
                  <a:pt x="158673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DECAC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D77BC073-BBBC-439B-ABD4-BC83693B8DF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578df8a8904ee7"/>
          <a:srcRect xmlns:a="http://schemas.openxmlformats.org/drawingml/2006/main" l="258" t="0" r="25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644982" y="4202317"/>
            <a:ext cx="1379015" cy="946423"/>
          </a:xfrm>
          <a:prstGeom xmlns:a="http://schemas.openxmlformats.org/drawingml/2006/main" prst="rect">
            <a:avLst/>
          </a:prstGeom>
        </p:spPr>
      </p:pic>
      <p:sp>
        <p:nvSpPr>
          <p:cNvPr id="107" name="dexmimicgen-source-component-16">
            <a:extLst xmlns:a="http://schemas.openxmlformats.org/drawingml/2006/main">
              <a:ext uri="{FF2B5EF4-FFF2-40B4-BE49-F238E27FC236}">
                <a16:creationId xmlns:a16="http://schemas.microsoft.com/office/drawing/2014/main" id="{B74DB44D-1A35-4A94-97D5-15189C0A7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44982" y="4202317"/>
            <a:ext cx="1379015" cy="9464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8F3EB3BE-D90A-4F74-AE55-E547DDEB89B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9d2166fbc3403a"/>
          <a:srcRect xmlns:a="http://schemas.openxmlformats.org/drawingml/2006/main" l="258" t="0" r="25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644982" y="5321870"/>
            <a:ext cx="1379015" cy="946423"/>
          </a:xfrm>
          <a:prstGeom xmlns:a="http://schemas.openxmlformats.org/drawingml/2006/main" prst="rect">
            <a:avLst/>
          </a:prstGeom>
        </p:spPr>
      </p:pic>
      <p:sp>
        <p:nvSpPr>
          <p:cNvPr id="109" name="dexmimicgen-source-component-17">
            <a:extLst xmlns:a="http://schemas.openxmlformats.org/drawingml/2006/main">
              <a:ext uri="{FF2B5EF4-FFF2-40B4-BE49-F238E27FC236}">
                <a16:creationId xmlns:a16="http://schemas.microsoft.com/office/drawing/2014/main" id="{CA3DAD2D-3EE2-47C2-B3E5-36F5B87FB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44982" y="5321870"/>
            <a:ext cx="1379015" cy="9464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531151CD-11D7-4CDA-BD74-4280D15632B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552da11ac6452c"/>
          <a:srcRect xmlns:a="http://schemas.openxmlformats.org/drawingml/2006/main" l="7" t="0" r="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352883" y="1011158"/>
            <a:ext cx="2065637" cy="2065945"/>
          </a:xfrm>
          <a:prstGeom xmlns:a="http://schemas.openxmlformats.org/drawingml/2006/main" prst="rect">
            <a:avLst/>
          </a:prstGeom>
        </p:spPr>
      </p:pic>
      <p:sp>
        <p:nvSpPr>
          <p:cNvPr id="111" name="dexmimicgen-source-component-18">
            <a:extLst xmlns:a="http://schemas.openxmlformats.org/drawingml/2006/main">
              <a:ext uri="{FF2B5EF4-FFF2-40B4-BE49-F238E27FC236}">
                <a16:creationId xmlns:a16="http://schemas.microsoft.com/office/drawing/2014/main" id="{B1384F8F-D3ED-4BC5-A6C2-CD06C3ACC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52883" y="1011158"/>
            <a:ext cx="2065637" cy="20659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2" name="pdf-path-104">
            <a:extLst xmlns:a="http://schemas.openxmlformats.org/drawingml/2006/main">
              <a:ext uri="{FF2B5EF4-FFF2-40B4-BE49-F238E27FC236}">
                <a16:creationId xmlns:a16="http://schemas.microsoft.com/office/drawing/2014/main" id="{65CC7BD4-7597-4331-B2E1-887AB0EBF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53908" y="1505064"/>
            <a:ext cx="1468255" cy="998353"/>
          </a:xfrm>
          <a:custGeom xmlns:a="http://schemas.openxmlformats.org/drawingml/2006/main">
            <a:pathLst>
              <a:path w="1468255" h="998353">
                <a:moveTo>
                  <a:pt x="156403" y="0"/>
                </a:moveTo>
                <a:lnTo>
                  <a:pt x="1468255" y="289344"/>
                </a:lnTo>
                <a:lnTo>
                  <a:pt x="1311930" y="998353"/>
                </a:lnTo>
                <a:lnTo>
                  <a:pt x="0" y="709010"/>
                </a:lnTo>
                <a:lnTo>
                  <a:pt x="1564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46166">
            <a:solidFill>
              <a:srgbClr val="FDECAC"/>
            </a:solidFill>
            <a:prstDash val="solid"/>
          </a:ln>
        </p:spPr>
      </p:sp>
      <p:sp>
        <p:nvSpPr>
          <p:cNvPr id="113" name="pdf-path-105">
            <a:extLst xmlns:a="http://schemas.openxmlformats.org/drawingml/2006/main">
              <a:ext uri="{FF2B5EF4-FFF2-40B4-BE49-F238E27FC236}">
                <a16:creationId xmlns:a16="http://schemas.microsoft.com/office/drawing/2014/main" id="{82A369AA-692E-4496-881C-69A282FEE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77448" y="1177409"/>
            <a:ext cx="323270" cy="671466"/>
          </a:xfrm>
          <a:custGeom xmlns:a="http://schemas.openxmlformats.org/drawingml/2006/main">
            <a:pathLst>
              <a:path w="323270" h="671466">
                <a:moveTo>
                  <a:pt x="29774" y="0"/>
                </a:moveTo>
                <a:lnTo>
                  <a:pt x="44929" y="57238"/>
                </a:lnTo>
                <a:lnTo>
                  <a:pt x="60084" y="114091"/>
                </a:lnTo>
                <a:lnTo>
                  <a:pt x="75163" y="170097"/>
                </a:lnTo>
                <a:lnTo>
                  <a:pt x="82627" y="197717"/>
                </a:lnTo>
                <a:lnTo>
                  <a:pt x="82549" y="197640"/>
                </a:lnTo>
                <a:lnTo>
                  <a:pt x="90012" y="224873"/>
                </a:lnTo>
                <a:lnTo>
                  <a:pt x="97320" y="251800"/>
                </a:lnTo>
                <a:lnTo>
                  <a:pt x="97320" y="251723"/>
                </a:lnTo>
                <a:lnTo>
                  <a:pt x="104629" y="278188"/>
                </a:lnTo>
                <a:lnTo>
                  <a:pt x="111860" y="304037"/>
                </a:lnTo>
                <a:lnTo>
                  <a:pt x="119015" y="329425"/>
                </a:lnTo>
                <a:lnTo>
                  <a:pt x="119015" y="329348"/>
                </a:lnTo>
                <a:lnTo>
                  <a:pt x="126093" y="354120"/>
                </a:lnTo>
                <a:lnTo>
                  <a:pt x="133093" y="378277"/>
                </a:lnTo>
                <a:lnTo>
                  <a:pt x="133017" y="378200"/>
                </a:lnTo>
                <a:lnTo>
                  <a:pt x="139941" y="401741"/>
                </a:lnTo>
                <a:lnTo>
                  <a:pt x="139864" y="401587"/>
                </a:lnTo>
                <a:lnTo>
                  <a:pt x="146711" y="424359"/>
                </a:lnTo>
                <a:lnTo>
                  <a:pt x="146711" y="424283"/>
                </a:lnTo>
                <a:lnTo>
                  <a:pt x="153404" y="446285"/>
                </a:lnTo>
                <a:lnTo>
                  <a:pt x="153326" y="446208"/>
                </a:lnTo>
                <a:lnTo>
                  <a:pt x="159943" y="467288"/>
                </a:lnTo>
                <a:lnTo>
                  <a:pt x="159866" y="467211"/>
                </a:lnTo>
                <a:lnTo>
                  <a:pt x="166329" y="487444"/>
                </a:lnTo>
                <a:lnTo>
                  <a:pt x="166252" y="487290"/>
                </a:lnTo>
                <a:lnTo>
                  <a:pt x="172637" y="506600"/>
                </a:lnTo>
                <a:lnTo>
                  <a:pt x="172560" y="506447"/>
                </a:lnTo>
                <a:lnTo>
                  <a:pt x="178715" y="524756"/>
                </a:lnTo>
                <a:lnTo>
                  <a:pt x="178638" y="524603"/>
                </a:lnTo>
                <a:lnTo>
                  <a:pt x="184715" y="541912"/>
                </a:lnTo>
                <a:lnTo>
                  <a:pt x="184638" y="541758"/>
                </a:lnTo>
                <a:lnTo>
                  <a:pt x="190562" y="557914"/>
                </a:lnTo>
                <a:lnTo>
                  <a:pt x="190485" y="557683"/>
                </a:lnTo>
                <a:lnTo>
                  <a:pt x="196255" y="572762"/>
                </a:lnTo>
                <a:lnTo>
                  <a:pt x="196178" y="572531"/>
                </a:lnTo>
                <a:lnTo>
                  <a:pt x="201718" y="586379"/>
                </a:lnTo>
                <a:lnTo>
                  <a:pt x="201563" y="586071"/>
                </a:lnTo>
                <a:lnTo>
                  <a:pt x="206948" y="598766"/>
                </a:lnTo>
                <a:lnTo>
                  <a:pt x="206795" y="598381"/>
                </a:lnTo>
                <a:lnTo>
                  <a:pt x="212026" y="609690"/>
                </a:lnTo>
                <a:lnTo>
                  <a:pt x="211873" y="609305"/>
                </a:lnTo>
                <a:lnTo>
                  <a:pt x="216873" y="619307"/>
                </a:lnTo>
                <a:lnTo>
                  <a:pt x="216565" y="618768"/>
                </a:lnTo>
                <a:lnTo>
                  <a:pt x="219028" y="623307"/>
                </a:lnTo>
                <a:lnTo>
                  <a:pt x="219028" y="623153"/>
                </a:lnTo>
                <a:lnTo>
                  <a:pt x="221335" y="627384"/>
                </a:lnTo>
                <a:lnTo>
                  <a:pt x="221028" y="626769"/>
                </a:lnTo>
                <a:lnTo>
                  <a:pt x="223412" y="630615"/>
                </a:lnTo>
                <a:lnTo>
                  <a:pt x="223028" y="630077"/>
                </a:lnTo>
                <a:lnTo>
                  <a:pt x="225335" y="633462"/>
                </a:lnTo>
                <a:lnTo>
                  <a:pt x="225105" y="633154"/>
                </a:lnTo>
                <a:lnTo>
                  <a:pt x="227336" y="636232"/>
                </a:lnTo>
                <a:lnTo>
                  <a:pt x="226721" y="635462"/>
                </a:lnTo>
                <a:lnTo>
                  <a:pt x="228951" y="638078"/>
                </a:lnTo>
                <a:lnTo>
                  <a:pt x="228336" y="637462"/>
                </a:lnTo>
                <a:lnTo>
                  <a:pt x="230567" y="639847"/>
                </a:lnTo>
                <a:lnTo>
                  <a:pt x="229644" y="638924"/>
                </a:lnTo>
                <a:lnTo>
                  <a:pt x="231722" y="640847"/>
                </a:lnTo>
                <a:lnTo>
                  <a:pt x="230722" y="640001"/>
                </a:lnTo>
                <a:lnTo>
                  <a:pt x="232720" y="641540"/>
                </a:lnTo>
                <a:lnTo>
                  <a:pt x="230951" y="640386"/>
                </a:lnTo>
                <a:lnTo>
                  <a:pt x="233029" y="641540"/>
                </a:lnTo>
                <a:lnTo>
                  <a:pt x="230874" y="640540"/>
                </a:lnTo>
                <a:lnTo>
                  <a:pt x="232798" y="641232"/>
                </a:lnTo>
                <a:lnTo>
                  <a:pt x="230644" y="640617"/>
                </a:lnTo>
                <a:lnTo>
                  <a:pt x="232491" y="641002"/>
                </a:lnTo>
                <a:lnTo>
                  <a:pt x="229183" y="640617"/>
                </a:lnTo>
                <a:lnTo>
                  <a:pt x="231029" y="640617"/>
                </a:lnTo>
                <a:lnTo>
                  <a:pt x="228105" y="640924"/>
                </a:lnTo>
                <a:lnTo>
                  <a:pt x="229874" y="640617"/>
                </a:lnTo>
                <a:lnTo>
                  <a:pt x="227259" y="641309"/>
                </a:lnTo>
                <a:lnTo>
                  <a:pt x="229028" y="640617"/>
                </a:lnTo>
                <a:lnTo>
                  <a:pt x="226490" y="641925"/>
                </a:lnTo>
                <a:lnTo>
                  <a:pt x="228182" y="640924"/>
                </a:lnTo>
                <a:lnTo>
                  <a:pt x="225566" y="642848"/>
                </a:lnTo>
                <a:lnTo>
                  <a:pt x="228798" y="639770"/>
                </a:lnTo>
                <a:lnTo>
                  <a:pt x="226797" y="642155"/>
                </a:lnTo>
                <a:lnTo>
                  <a:pt x="229874" y="637693"/>
                </a:lnTo>
                <a:lnTo>
                  <a:pt x="228798" y="639463"/>
                </a:lnTo>
                <a:lnTo>
                  <a:pt x="231722" y="633770"/>
                </a:lnTo>
                <a:lnTo>
                  <a:pt x="231105" y="635077"/>
                </a:lnTo>
                <a:lnTo>
                  <a:pt x="233798" y="628154"/>
                </a:lnTo>
                <a:lnTo>
                  <a:pt x="233490" y="629077"/>
                </a:lnTo>
                <a:lnTo>
                  <a:pt x="236107" y="620922"/>
                </a:lnTo>
                <a:lnTo>
                  <a:pt x="235875" y="621845"/>
                </a:lnTo>
                <a:lnTo>
                  <a:pt x="238184" y="612536"/>
                </a:lnTo>
                <a:lnTo>
                  <a:pt x="238106" y="613075"/>
                </a:lnTo>
                <a:lnTo>
                  <a:pt x="240338" y="602766"/>
                </a:lnTo>
                <a:lnTo>
                  <a:pt x="240261" y="603151"/>
                </a:lnTo>
                <a:lnTo>
                  <a:pt x="242414" y="591842"/>
                </a:lnTo>
                <a:lnTo>
                  <a:pt x="242337" y="592226"/>
                </a:lnTo>
                <a:lnTo>
                  <a:pt x="244261" y="579917"/>
                </a:lnTo>
                <a:lnTo>
                  <a:pt x="244261" y="580225"/>
                </a:lnTo>
                <a:lnTo>
                  <a:pt x="246108" y="566839"/>
                </a:lnTo>
                <a:lnTo>
                  <a:pt x="246031" y="567070"/>
                </a:lnTo>
                <a:lnTo>
                  <a:pt x="247800" y="552991"/>
                </a:lnTo>
                <a:lnTo>
                  <a:pt x="247723" y="553221"/>
                </a:lnTo>
                <a:lnTo>
                  <a:pt x="249338" y="538143"/>
                </a:lnTo>
                <a:lnTo>
                  <a:pt x="249338" y="538296"/>
                </a:lnTo>
                <a:lnTo>
                  <a:pt x="250878" y="522525"/>
                </a:lnTo>
                <a:lnTo>
                  <a:pt x="250800" y="522679"/>
                </a:lnTo>
                <a:lnTo>
                  <a:pt x="252185" y="506216"/>
                </a:lnTo>
                <a:lnTo>
                  <a:pt x="252185" y="506370"/>
                </a:lnTo>
                <a:lnTo>
                  <a:pt x="253493" y="489060"/>
                </a:lnTo>
                <a:lnTo>
                  <a:pt x="253493" y="489137"/>
                </a:lnTo>
                <a:lnTo>
                  <a:pt x="254647" y="471288"/>
                </a:lnTo>
                <a:lnTo>
                  <a:pt x="254647" y="471365"/>
                </a:lnTo>
                <a:lnTo>
                  <a:pt x="255801" y="452901"/>
                </a:lnTo>
                <a:lnTo>
                  <a:pt x="255801" y="453056"/>
                </a:lnTo>
                <a:lnTo>
                  <a:pt x="256878" y="434053"/>
                </a:lnTo>
                <a:lnTo>
                  <a:pt x="256878" y="434130"/>
                </a:lnTo>
                <a:lnTo>
                  <a:pt x="257801" y="414589"/>
                </a:lnTo>
                <a:lnTo>
                  <a:pt x="257801" y="414666"/>
                </a:lnTo>
                <a:lnTo>
                  <a:pt x="258724" y="394741"/>
                </a:lnTo>
                <a:lnTo>
                  <a:pt x="258724" y="394817"/>
                </a:lnTo>
                <a:lnTo>
                  <a:pt x="259647" y="374430"/>
                </a:lnTo>
                <a:lnTo>
                  <a:pt x="259647" y="374507"/>
                </a:lnTo>
                <a:lnTo>
                  <a:pt x="260417" y="353812"/>
                </a:lnTo>
                <a:lnTo>
                  <a:pt x="260417" y="353889"/>
                </a:lnTo>
                <a:lnTo>
                  <a:pt x="262263" y="302267"/>
                </a:lnTo>
                <a:lnTo>
                  <a:pt x="293037" y="303345"/>
                </a:lnTo>
                <a:lnTo>
                  <a:pt x="291190" y="355044"/>
                </a:lnTo>
                <a:lnTo>
                  <a:pt x="290344" y="375738"/>
                </a:lnTo>
                <a:lnTo>
                  <a:pt x="289497" y="396125"/>
                </a:lnTo>
                <a:lnTo>
                  <a:pt x="288574" y="416127"/>
                </a:lnTo>
                <a:lnTo>
                  <a:pt x="287573" y="435668"/>
                </a:lnTo>
                <a:lnTo>
                  <a:pt x="286573" y="454748"/>
                </a:lnTo>
                <a:lnTo>
                  <a:pt x="285420" y="473289"/>
                </a:lnTo>
                <a:lnTo>
                  <a:pt x="284189" y="491291"/>
                </a:lnTo>
                <a:lnTo>
                  <a:pt x="282881" y="508677"/>
                </a:lnTo>
                <a:lnTo>
                  <a:pt x="281496" y="525372"/>
                </a:lnTo>
                <a:lnTo>
                  <a:pt x="279957" y="541297"/>
                </a:lnTo>
                <a:lnTo>
                  <a:pt x="278342" y="556606"/>
                </a:lnTo>
                <a:lnTo>
                  <a:pt x="276573" y="570992"/>
                </a:lnTo>
                <a:lnTo>
                  <a:pt x="274727" y="584533"/>
                </a:lnTo>
                <a:lnTo>
                  <a:pt x="272649" y="597304"/>
                </a:lnTo>
                <a:lnTo>
                  <a:pt x="270495" y="609074"/>
                </a:lnTo>
                <a:lnTo>
                  <a:pt x="268110" y="619845"/>
                </a:lnTo>
                <a:lnTo>
                  <a:pt x="265571" y="629846"/>
                </a:lnTo>
                <a:lnTo>
                  <a:pt x="262648" y="638924"/>
                </a:lnTo>
                <a:lnTo>
                  <a:pt x="259494" y="647002"/>
                </a:lnTo>
                <a:lnTo>
                  <a:pt x="255801" y="654311"/>
                </a:lnTo>
                <a:lnTo>
                  <a:pt x="251338" y="660850"/>
                </a:lnTo>
                <a:lnTo>
                  <a:pt x="245800" y="666158"/>
                </a:lnTo>
                <a:lnTo>
                  <a:pt x="241491" y="668851"/>
                </a:lnTo>
                <a:lnTo>
                  <a:pt x="237107" y="670543"/>
                </a:lnTo>
                <a:lnTo>
                  <a:pt x="232491" y="671466"/>
                </a:lnTo>
                <a:lnTo>
                  <a:pt x="227490" y="671466"/>
                </a:lnTo>
                <a:lnTo>
                  <a:pt x="222951" y="670390"/>
                </a:lnTo>
                <a:lnTo>
                  <a:pt x="218797" y="668851"/>
                </a:lnTo>
                <a:lnTo>
                  <a:pt x="214796" y="666543"/>
                </a:lnTo>
                <a:lnTo>
                  <a:pt x="211411" y="663927"/>
                </a:lnTo>
                <a:lnTo>
                  <a:pt x="208411" y="661157"/>
                </a:lnTo>
                <a:lnTo>
                  <a:pt x="205487" y="658080"/>
                </a:lnTo>
                <a:lnTo>
                  <a:pt x="202718" y="654695"/>
                </a:lnTo>
                <a:lnTo>
                  <a:pt x="200024" y="650925"/>
                </a:lnTo>
                <a:lnTo>
                  <a:pt x="197409" y="647079"/>
                </a:lnTo>
                <a:lnTo>
                  <a:pt x="194717" y="642771"/>
                </a:lnTo>
                <a:lnTo>
                  <a:pt x="192101" y="638232"/>
                </a:lnTo>
                <a:lnTo>
                  <a:pt x="189485" y="633385"/>
                </a:lnTo>
                <a:lnTo>
                  <a:pt x="184177" y="622845"/>
                </a:lnTo>
                <a:lnTo>
                  <a:pt x="178792" y="611074"/>
                </a:lnTo>
                <a:lnTo>
                  <a:pt x="173175" y="597996"/>
                </a:lnTo>
                <a:lnTo>
                  <a:pt x="167559" y="583841"/>
                </a:lnTo>
                <a:lnTo>
                  <a:pt x="161712" y="568531"/>
                </a:lnTo>
                <a:lnTo>
                  <a:pt x="155712" y="552145"/>
                </a:lnTo>
                <a:lnTo>
                  <a:pt x="149634" y="534681"/>
                </a:lnTo>
                <a:lnTo>
                  <a:pt x="143403" y="516217"/>
                </a:lnTo>
                <a:lnTo>
                  <a:pt x="137018" y="496753"/>
                </a:lnTo>
                <a:lnTo>
                  <a:pt x="130555" y="476443"/>
                </a:lnTo>
                <a:lnTo>
                  <a:pt x="123939" y="455286"/>
                </a:lnTo>
                <a:lnTo>
                  <a:pt x="117246" y="433207"/>
                </a:lnTo>
                <a:lnTo>
                  <a:pt x="110398" y="410435"/>
                </a:lnTo>
                <a:lnTo>
                  <a:pt x="103474" y="386816"/>
                </a:lnTo>
                <a:lnTo>
                  <a:pt x="96474" y="362583"/>
                </a:lnTo>
                <a:lnTo>
                  <a:pt x="89396" y="337810"/>
                </a:lnTo>
                <a:lnTo>
                  <a:pt x="82241" y="312269"/>
                </a:lnTo>
                <a:lnTo>
                  <a:pt x="75009" y="286343"/>
                </a:lnTo>
                <a:lnTo>
                  <a:pt x="67701" y="259955"/>
                </a:lnTo>
                <a:lnTo>
                  <a:pt x="60316" y="233028"/>
                </a:lnTo>
                <a:lnTo>
                  <a:pt x="52853" y="205717"/>
                </a:lnTo>
                <a:lnTo>
                  <a:pt x="45467" y="178099"/>
                </a:lnTo>
                <a:lnTo>
                  <a:pt x="30389" y="122015"/>
                </a:lnTo>
                <a:lnTo>
                  <a:pt x="15156" y="65161"/>
                </a:lnTo>
                <a:lnTo>
                  <a:pt x="0" y="7924"/>
                </a:lnTo>
                <a:lnTo>
                  <a:pt x="29774" y="0"/>
                </a:lnTo>
                <a:moveTo>
                  <a:pt x="231029" y="316654"/>
                </a:moveTo>
                <a:lnTo>
                  <a:pt x="280111" y="225874"/>
                </a:lnTo>
                <a:lnTo>
                  <a:pt x="323270" y="319654"/>
                </a:lnTo>
                <a:lnTo>
                  <a:pt x="231029" y="316654"/>
                </a:lnTo>
              </a:path>
            </a:pathLst>
          </a:custGeom>
          <a:solidFill xmlns:a="http://schemas.openxmlformats.org/drawingml/2006/main">
            <a:srgbClr val="FDECA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" name="pdf-path-106">
            <a:extLst xmlns:a="http://schemas.openxmlformats.org/drawingml/2006/main">
              <a:ext uri="{FF2B5EF4-FFF2-40B4-BE49-F238E27FC236}">
                <a16:creationId xmlns:a16="http://schemas.microsoft.com/office/drawing/2014/main" id="{9DA917F7-B5D9-481F-A27E-F62AD2617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43604" y="1213798"/>
            <a:ext cx="223720" cy="848719"/>
          </a:xfrm>
          <a:custGeom xmlns:a="http://schemas.openxmlformats.org/drawingml/2006/main">
            <a:pathLst>
              <a:path w="223720" h="848719">
                <a:moveTo>
                  <a:pt x="223720" y="4385"/>
                </a:moveTo>
                <a:lnTo>
                  <a:pt x="213409" y="76009"/>
                </a:lnTo>
                <a:lnTo>
                  <a:pt x="203178" y="147249"/>
                </a:lnTo>
                <a:lnTo>
                  <a:pt x="198100" y="182407"/>
                </a:lnTo>
                <a:lnTo>
                  <a:pt x="192946" y="217411"/>
                </a:lnTo>
                <a:lnTo>
                  <a:pt x="187946" y="252031"/>
                </a:lnTo>
                <a:lnTo>
                  <a:pt x="182868" y="286189"/>
                </a:lnTo>
                <a:lnTo>
                  <a:pt x="177868" y="319962"/>
                </a:lnTo>
                <a:lnTo>
                  <a:pt x="172866" y="353120"/>
                </a:lnTo>
                <a:lnTo>
                  <a:pt x="167943" y="385739"/>
                </a:lnTo>
                <a:lnTo>
                  <a:pt x="163019" y="417667"/>
                </a:lnTo>
                <a:lnTo>
                  <a:pt x="158172" y="448901"/>
                </a:lnTo>
                <a:lnTo>
                  <a:pt x="153479" y="479443"/>
                </a:lnTo>
                <a:lnTo>
                  <a:pt x="148711" y="509062"/>
                </a:lnTo>
                <a:lnTo>
                  <a:pt x="144017" y="537835"/>
                </a:lnTo>
                <a:lnTo>
                  <a:pt x="139401" y="565608"/>
                </a:lnTo>
                <a:lnTo>
                  <a:pt x="134863" y="592457"/>
                </a:lnTo>
                <a:lnTo>
                  <a:pt x="130400" y="618229"/>
                </a:lnTo>
                <a:lnTo>
                  <a:pt x="126015" y="642848"/>
                </a:lnTo>
                <a:lnTo>
                  <a:pt x="121705" y="666312"/>
                </a:lnTo>
                <a:lnTo>
                  <a:pt x="117476" y="688546"/>
                </a:lnTo>
                <a:lnTo>
                  <a:pt x="113320" y="709472"/>
                </a:lnTo>
                <a:lnTo>
                  <a:pt x="111321" y="719473"/>
                </a:lnTo>
                <a:lnTo>
                  <a:pt x="109242" y="729089"/>
                </a:lnTo>
                <a:lnTo>
                  <a:pt x="107320" y="738321"/>
                </a:lnTo>
                <a:lnTo>
                  <a:pt x="105320" y="747245"/>
                </a:lnTo>
                <a:lnTo>
                  <a:pt x="103319" y="755861"/>
                </a:lnTo>
                <a:lnTo>
                  <a:pt x="101474" y="764016"/>
                </a:lnTo>
                <a:lnTo>
                  <a:pt x="99549" y="771941"/>
                </a:lnTo>
                <a:lnTo>
                  <a:pt x="97627" y="779249"/>
                </a:lnTo>
                <a:lnTo>
                  <a:pt x="95781" y="786327"/>
                </a:lnTo>
                <a:lnTo>
                  <a:pt x="93933" y="793020"/>
                </a:lnTo>
                <a:lnTo>
                  <a:pt x="92087" y="799329"/>
                </a:lnTo>
                <a:lnTo>
                  <a:pt x="90319" y="805176"/>
                </a:lnTo>
                <a:lnTo>
                  <a:pt x="88472" y="810714"/>
                </a:lnTo>
                <a:lnTo>
                  <a:pt x="86702" y="815792"/>
                </a:lnTo>
                <a:lnTo>
                  <a:pt x="84933" y="820562"/>
                </a:lnTo>
                <a:lnTo>
                  <a:pt x="83086" y="824870"/>
                </a:lnTo>
                <a:lnTo>
                  <a:pt x="81239" y="829024"/>
                </a:lnTo>
                <a:lnTo>
                  <a:pt x="79317" y="832794"/>
                </a:lnTo>
                <a:lnTo>
                  <a:pt x="77163" y="836256"/>
                </a:lnTo>
                <a:lnTo>
                  <a:pt x="74777" y="839487"/>
                </a:lnTo>
                <a:lnTo>
                  <a:pt x="71854" y="842642"/>
                </a:lnTo>
                <a:lnTo>
                  <a:pt x="68162" y="845488"/>
                </a:lnTo>
                <a:lnTo>
                  <a:pt x="63160" y="847950"/>
                </a:lnTo>
                <a:lnTo>
                  <a:pt x="57160" y="848719"/>
                </a:lnTo>
                <a:lnTo>
                  <a:pt x="51314" y="847950"/>
                </a:lnTo>
                <a:lnTo>
                  <a:pt x="46236" y="845411"/>
                </a:lnTo>
                <a:lnTo>
                  <a:pt x="42543" y="842334"/>
                </a:lnTo>
                <a:lnTo>
                  <a:pt x="39772" y="839102"/>
                </a:lnTo>
                <a:lnTo>
                  <a:pt x="37697" y="835872"/>
                </a:lnTo>
                <a:lnTo>
                  <a:pt x="35851" y="832486"/>
                </a:lnTo>
                <a:lnTo>
                  <a:pt x="34311" y="828948"/>
                </a:lnTo>
                <a:lnTo>
                  <a:pt x="32850" y="825255"/>
                </a:lnTo>
                <a:lnTo>
                  <a:pt x="31542" y="821177"/>
                </a:lnTo>
                <a:lnTo>
                  <a:pt x="30310" y="817023"/>
                </a:lnTo>
                <a:lnTo>
                  <a:pt x="29158" y="812484"/>
                </a:lnTo>
                <a:lnTo>
                  <a:pt x="28080" y="807714"/>
                </a:lnTo>
                <a:lnTo>
                  <a:pt x="25926" y="797328"/>
                </a:lnTo>
                <a:lnTo>
                  <a:pt x="24002" y="785634"/>
                </a:lnTo>
                <a:lnTo>
                  <a:pt x="22080" y="772864"/>
                </a:lnTo>
                <a:lnTo>
                  <a:pt x="20233" y="758939"/>
                </a:lnTo>
                <a:lnTo>
                  <a:pt x="18540" y="743860"/>
                </a:lnTo>
                <a:lnTo>
                  <a:pt x="17001" y="727858"/>
                </a:lnTo>
                <a:lnTo>
                  <a:pt x="15386" y="710779"/>
                </a:lnTo>
                <a:lnTo>
                  <a:pt x="14001" y="692854"/>
                </a:lnTo>
                <a:lnTo>
                  <a:pt x="12540" y="674082"/>
                </a:lnTo>
                <a:lnTo>
                  <a:pt x="11155" y="654465"/>
                </a:lnTo>
                <a:lnTo>
                  <a:pt x="9847" y="634001"/>
                </a:lnTo>
                <a:lnTo>
                  <a:pt x="8616" y="612844"/>
                </a:lnTo>
                <a:lnTo>
                  <a:pt x="7461" y="591072"/>
                </a:lnTo>
                <a:lnTo>
                  <a:pt x="6307" y="568839"/>
                </a:lnTo>
                <a:lnTo>
                  <a:pt x="5079" y="545913"/>
                </a:lnTo>
                <a:lnTo>
                  <a:pt x="4001" y="522526"/>
                </a:lnTo>
                <a:lnTo>
                  <a:pt x="3000" y="498830"/>
                </a:lnTo>
                <a:lnTo>
                  <a:pt x="1845" y="474750"/>
                </a:lnTo>
                <a:lnTo>
                  <a:pt x="923" y="450286"/>
                </a:lnTo>
                <a:lnTo>
                  <a:pt x="0" y="427898"/>
                </a:lnTo>
                <a:lnTo>
                  <a:pt x="30773" y="426668"/>
                </a:lnTo>
                <a:lnTo>
                  <a:pt x="31618" y="449055"/>
                </a:lnTo>
                <a:lnTo>
                  <a:pt x="32618" y="473443"/>
                </a:lnTo>
                <a:lnTo>
                  <a:pt x="32618" y="473366"/>
                </a:lnTo>
                <a:lnTo>
                  <a:pt x="33696" y="497446"/>
                </a:lnTo>
                <a:lnTo>
                  <a:pt x="34773" y="521141"/>
                </a:lnTo>
                <a:lnTo>
                  <a:pt x="35851" y="544451"/>
                </a:lnTo>
                <a:lnTo>
                  <a:pt x="35851" y="544374"/>
                </a:lnTo>
                <a:lnTo>
                  <a:pt x="37002" y="567224"/>
                </a:lnTo>
                <a:lnTo>
                  <a:pt x="38157" y="589457"/>
                </a:lnTo>
                <a:lnTo>
                  <a:pt x="39388" y="611074"/>
                </a:lnTo>
                <a:lnTo>
                  <a:pt x="40543" y="632154"/>
                </a:lnTo>
                <a:lnTo>
                  <a:pt x="40543" y="632000"/>
                </a:lnTo>
                <a:lnTo>
                  <a:pt x="41928" y="652387"/>
                </a:lnTo>
                <a:lnTo>
                  <a:pt x="43236" y="671928"/>
                </a:lnTo>
                <a:lnTo>
                  <a:pt x="43236" y="671775"/>
                </a:lnTo>
                <a:lnTo>
                  <a:pt x="44621" y="690469"/>
                </a:lnTo>
                <a:lnTo>
                  <a:pt x="44621" y="690392"/>
                </a:lnTo>
                <a:lnTo>
                  <a:pt x="46082" y="708240"/>
                </a:lnTo>
                <a:lnTo>
                  <a:pt x="46082" y="708087"/>
                </a:lnTo>
                <a:lnTo>
                  <a:pt x="47620" y="725012"/>
                </a:lnTo>
                <a:lnTo>
                  <a:pt x="47620" y="724858"/>
                </a:lnTo>
                <a:lnTo>
                  <a:pt x="49159" y="740783"/>
                </a:lnTo>
                <a:lnTo>
                  <a:pt x="49159" y="740552"/>
                </a:lnTo>
                <a:lnTo>
                  <a:pt x="50852" y="755400"/>
                </a:lnTo>
                <a:lnTo>
                  <a:pt x="50774" y="755092"/>
                </a:lnTo>
                <a:lnTo>
                  <a:pt x="52622" y="768786"/>
                </a:lnTo>
                <a:lnTo>
                  <a:pt x="52544" y="768479"/>
                </a:lnTo>
                <a:lnTo>
                  <a:pt x="54391" y="780942"/>
                </a:lnTo>
                <a:lnTo>
                  <a:pt x="54314" y="780634"/>
                </a:lnTo>
                <a:lnTo>
                  <a:pt x="56236" y="791943"/>
                </a:lnTo>
                <a:lnTo>
                  <a:pt x="56159" y="791404"/>
                </a:lnTo>
                <a:lnTo>
                  <a:pt x="58160" y="801329"/>
                </a:lnTo>
                <a:lnTo>
                  <a:pt x="58083" y="800867"/>
                </a:lnTo>
                <a:lnTo>
                  <a:pt x="59082" y="805329"/>
                </a:lnTo>
                <a:lnTo>
                  <a:pt x="59082" y="805099"/>
                </a:lnTo>
                <a:lnTo>
                  <a:pt x="60084" y="809176"/>
                </a:lnTo>
                <a:lnTo>
                  <a:pt x="59930" y="808637"/>
                </a:lnTo>
                <a:lnTo>
                  <a:pt x="61006" y="812407"/>
                </a:lnTo>
                <a:lnTo>
                  <a:pt x="60929" y="811946"/>
                </a:lnTo>
                <a:lnTo>
                  <a:pt x="62006" y="815407"/>
                </a:lnTo>
                <a:lnTo>
                  <a:pt x="61699" y="814561"/>
                </a:lnTo>
                <a:lnTo>
                  <a:pt x="62853" y="817562"/>
                </a:lnTo>
                <a:lnTo>
                  <a:pt x="62623" y="816946"/>
                </a:lnTo>
                <a:lnTo>
                  <a:pt x="63778" y="819639"/>
                </a:lnTo>
                <a:lnTo>
                  <a:pt x="63237" y="818485"/>
                </a:lnTo>
                <a:lnTo>
                  <a:pt x="64468" y="820715"/>
                </a:lnTo>
                <a:lnTo>
                  <a:pt x="63778" y="819562"/>
                </a:lnTo>
                <a:lnTo>
                  <a:pt x="64930" y="821408"/>
                </a:lnTo>
                <a:lnTo>
                  <a:pt x="63854" y="819946"/>
                </a:lnTo>
                <a:lnTo>
                  <a:pt x="65084" y="821408"/>
                </a:lnTo>
                <a:lnTo>
                  <a:pt x="63083" y="819408"/>
                </a:lnTo>
                <a:lnTo>
                  <a:pt x="64391" y="820485"/>
                </a:lnTo>
                <a:lnTo>
                  <a:pt x="61545" y="818639"/>
                </a:lnTo>
                <a:lnTo>
                  <a:pt x="62776" y="819254"/>
                </a:lnTo>
                <a:lnTo>
                  <a:pt x="57931" y="817792"/>
                </a:lnTo>
                <a:lnTo>
                  <a:pt x="59238" y="817946"/>
                </a:lnTo>
                <a:lnTo>
                  <a:pt x="55313" y="817946"/>
                </a:lnTo>
                <a:lnTo>
                  <a:pt x="56700" y="817792"/>
                </a:lnTo>
                <a:lnTo>
                  <a:pt x="51775" y="819254"/>
                </a:lnTo>
                <a:lnTo>
                  <a:pt x="53160" y="818562"/>
                </a:lnTo>
                <a:lnTo>
                  <a:pt x="50697" y="820100"/>
                </a:lnTo>
                <a:lnTo>
                  <a:pt x="52160" y="818946"/>
                </a:lnTo>
                <a:lnTo>
                  <a:pt x="50160" y="820793"/>
                </a:lnTo>
                <a:lnTo>
                  <a:pt x="51621" y="819254"/>
                </a:lnTo>
                <a:lnTo>
                  <a:pt x="50543" y="820485"/>
                </a:lnTo>
                <a:lnTo>
                  <a:pt x="52005" y="818485"/>
                </a:lnTo>
                <a:lnTo>
                  <a:pt x="51238" y="819715"/>
                </a:lnTo>
                <a:lnTo>
                  <a:pt x="52699" y="817254"/>
                </a:lnTo>
                <a:lnTo>
                  <a:pt x="52312" y="817946"/>
                </a:lnTo>
                <a:lnTo>
                  <a:pt x="53854" y="815023"/>
                </a:lnTo>
                <a:lnTo>
                  <a:pt x="53390" y="815946"/>
                </a:lnTo>
                <a:lnTo>
                  <a:pt x="55007" y="812484"/>
                </a:lnTo>
                <a:lnTo>
                  <a:pt x="54775" y="812869"/>
                </a:lnTo>
                <a:lnTo>
                  <a:pt x="56390" y="808945"/>
                </a:lnTo>
                <a:lnTo>
                  <a:pt x="56236" y="809561"/>
                </a:lnTo>
                <a:lnTo>
                  <a:pt x="57853" y="805176"/>
                </a:lnTo>
                <a:lnTo>
                  <a:pt x="57699" y="805483"/>
                </a:lnTo>
                <a:lnTo>
                  <a:pt x="59391" y="800713"/>
                </a:lnTo>
                <a:lnTo>
                  <a:pt x="59314" y="800944"/>
                </a:lnTo>
                <a:lnTo>
                  <a:pt x="61006" y="795712"/>
                </a:lnTo>
                <a:lnTo>
                  <a:pt x="60929" y="796021"/>
                </a:lnTo>
                <a:lnTo>
                  <a:pt x="62700" y="790404"/>
                </a:lnTo>
                <a:lnTo>
                  <a:pt x="62623" y="790558"/>
                </a:lnTo>
                <a:lnTo>
                  <a:pt x="64391" y="784480"/>
                </a:lnTo>
                <a:lnTo>
                  <a:pt x="64315" y="784711"/>
                </a:lnTo>
                <a:lnTo>
                  <a:pt x="66083" y="778249"/>
                </a:lnTo>
                <a:lnTo>
                  <a:pt x="66083" y="778480"/>
                </a:lnTo>
                <a:lnTo>
                  <a:pt x="67853" y="771556"/>
                </a:lnTo>
                <a:lnTo>
                  <a:pt x="67853" y="771633"/>
                </a:lnTo>
                <a:lnTo>
                  <a:pt x="69700" y="764401"/>
                </a:lnTo>
                <a:lnTo>
                  <a:pt x="69624" y="764478"/>
                </a:lnTo>
                <a:lnTo>
                  <a:pt x="71546" y="756784"/>
                </a:lnTo>
                <a:lnTo>
                  <a:pt x="71471" y="757016"/>
                </a:lnTo>
                <a:lnTo>
                  <a:pt x="73318" y="748861"/>
                </a:lnTo>
                <a:lnTo>
                  <a:pt x="75316" y="740398"/>
                </a:lnTo>
                <a:lnTo>
                  <a:pt x="75316" y="740552"/>
                </a:lnTo>
                <a:lnTo>
                  <a:pt x="77240" y="731705"/>
                </a:lnTo>
                <a:lnTo>
                  <a:pt x="77240" y="731859"/>
                </a:lnTo>
                <a:lnTo>
                  <a:pt x="79164" y="722704"/>
                </a:lnTo>
                <a:lnTo>
                  <a:pt x="81162" y="713164"/>
                </a:lnTo>
                <a:lnTo>
                  <a:pt x="81162" y="713318"/>
                </a:lnTo>
                <a:lnTo>
                  <a:pt x="83163" y="703393"/>
                </a:lnTo>
                <a:lnTo>
                  <a:pt x="83163" y="703471"/>
                </a:lnTo>
                <a:lnTo>
                  <a:pt x="87241" y="682622"/>
                </a:lnTo>
                <a:lnTo>
                  <a:pt x="87241" y="682699"/>
                </a:lnTo>
                <a:lnTo>
                  <a:pt x="91473" y="660619"/>
                </a:lnTo>
                <a:lnTo>
                  <a:pt x="91473" y="660696"/>
                </a:lnTo>
                <a:lnTo>
                  <a:pt x="95781" y="637309"/>
                </a:lnTo>
                <a:lnTo>
                  <a:pt x="95781" y="637462"/>
                </a:lnTo>
                <a:lnTo>
                  <a:pt x="100089" y="612921"/>
                </a:lnTo>
                <a:lnTo>
                  <a:pt x="104551" y="587225"/>
                </a:lnTo>
                <a:lnTo>
                  <a:pt x="104551" y="587303"/>
                </a:lnTo>
                <a:lnTo>
                  <a:pt x="109012" y="560607"/>
                </a:lnTo>
                <a:lnTo>
                  <a:pt x="113630" y="532834"/>
                </a:lnTo>
                <a:lnTo>
                  <a:pt x="113630" y="532911"/>
                </a:lnTo>
                <a:lnTo>
                  <a:pt x="118322" y="504216"/>
                </a:lnTo>
                <a:lnTo>
                  <a:pt x="123092" y="474596"/>
                </a:lnTo>
                <a:lnTo>
                  <a:pt x="123013" y="474673"/>
                </a:lnTo>
                <a:lnTo>
                  <a:pt x="127785" y="444208"/>
                </a:lnTo>
                <a:lnTo>
                  <a:pt x="132630" y="412974"/>
                </a:lnTo>
                <a:lnTo>
                  <a:pt x="137556" y="381124"/>
                </a:lnTo>
                <a:lnTo>
                  <a:pt x="137479" y="381124"/>
                </a:lnTo>
                <a:lnTo>
                  <a:pt x="142401" y="348504"/>
                </a:lnTo>
                <a:lnTo>
                  <a:pt x="147403" y="315346"/>
                </a:lnTo>
                <a:lnTo>
                  <a:pt x="147403" y="315423"/>
                </a:lnTo>
                <a:lnTo>
                  <a:pt x="152401" y="281727"/>
                </a:lnTo>
                <a:lnTo>
                  <a:pt x="157480" y="247569"/>
                </a:lnTo>
                <a:lnTo>
                  <a:pt x="162482" y="212949"/>
                </a:lnTo>
                <a:lnTo>
                  <a:pt x="167636" y="178022"/>
                </a:lnTo>
                <a:lnTo>
                  <a:pt x="172713" y="142786"/>
                </a:lnTo>
                <a:lnTo>
                  <a:pt x="182945" y="71624"/>
                </a:lnTo>
                <a:lnTo>
                  <a:pt x="193331" y="0"/>
                </a:lnTo>
                <a:lnTo>
                  <a:pt x="223720" y="4385"/>
                </a:lnTo>
                <a:moveTo>
                  <a:pt x="-30159" y="444439"/>
                </a:moveTo>
                <a:lnTo>
                  <a:pt x="12310" y="350351"/>
                </a:lnTo>
                <a:lnTo>
                  <a:pt x="62084" y="440746"/>
                </a:lnTo>
                <a:lnTo>
                  <a:pt x="-30159" y="444439"/>
                </a:lnTo>
              </a:path>
            </a:pathLst>
          </a:custGeom>
          <a:solidFill xmlns:a="http://schemas.openxmlformats.org/drawingml/2006/main">
            <a:srgbClr val="FDECAC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4EE38DAD-45B1-49E6-834D-96CAD850481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3aa320ac084fd7"/>
          <a:srcRect xmlns:a="http://schemas.openxmlformats.org/drawingml/2006/main" l="7" t="0" r="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352883" y="4202348"/>
            <a:ext cx="2065637" cy="2065945"/>
          </a:xfrm>
          <a:prstGeom xmlns:a="http://schemas.openxmlformats.org/drawingml/2006/main" prst="rect">
            <a:avLst/>
          </a:prstGeom>
        </p:spPr>
      </p:pic>
      <p:sp>
        <p:nvSpPr>
          <p:cNvPr id="116" name="dexmimicgen-source-component-19">
            <a:extLst xmlns:a="http://schemas.openxmlformats.org/drawingml/2006/main">
              <a:ext uri="{FF2B5EF4-FFF2-40B4-BE49-F238E27FC236}">
                <a16:creationId xmlns:a16="http://schemas.microsoft.com/office/drawing/2014/main" id="{1E042948-8512-4B60-91AA-8132EFB4F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52883" y="4202348"/>
            <a:ext cx="2065637" cy="20659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7" name="pdf-path-108">
            <a:extLst xmlns:a="http://schemas.openxmlformats.org/drawingml/2006/main">
              <a:ext uri="{FF2B5EF4-FFF2-40B4-BE49-F238E27FC236}">
                <a16:creationId xmlns:a16="http://schemas.microsoft.com/office/drawing/2014/main" id="{D068218A-D31B-4156-9B44-2674D96A4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54074" y="4731382"/>
            <a:ext cx="1473411" cy="938423"/>
          </a:xfrm>
          <a:custGeom xmlns:a="http://schemas.openxmlformats.org/drawingml/2006/main">
            <a:pathLst>
              <a:path w="1473411" h="938423">
                <a:moveTo>
                  <a:pt x="0" y="97012"/>
                </a:moveTo>
                <a:lnTo>
                  <a:pt x="1415790" y="0"/>
                </a:lnTo>
                <a:lnTo>
                  <a:pt x="1473411" y="841487"/>
                </a:lnTo>
                <a:lnTo>
                  <a:pt x="57623" y="938423"/>
                </a:lnTo>
                <a:lnTo>
                  <a:pt x="0" y="97012"/>
                </a:lnTo>
              </a:path>
            </a:pathLst>
          </a:custGeom>
          <a:noFill xmlns:a="http://schemas.openxmlformats.org/drawingml/2006/main"/>
          <a:ln xmlns:a="http://schemas.openxmlformats.org/drawingml/2006/main" w="46166">
            <a:solidFill>
              <a:srgbClr val="FDECAC"/>
            </a:solidFill>
            <a:prstDash val="solid"/>
          </a:ln>
        </p:spPr>
      </p:sp>
      <p:sp>
        <p:nvSpPr>
          <p:cNvPr id="118" name="pdf-path-109">
            <a:extLst xmlns:a="http://schemas.openxmlformats.org/drawingml/2006/main">
              <a:ext uri="{FF2B5EF4-FFF2-40B4-BE49-F238E27FC236}">
                <a16:creationId xmlns:a16="http://schemas.microsoft.com/office/drawing/2014/main" id="{C2AD4D75-61E7-44ED-BBBA-64E83188C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17685" y="4438731"/>
            <a:ext cx="273417" cy="716934"/>
          </a:xfrm>
          <a:custGeom xmlns:a="http://schemas.openxmlformats.org/drawingml/2006/main">
            <a:pathLst>
              <a:path w="273417" h="716934">
                <a:moveTo>
                  <a:pt x="30079" y="0"/>
                </a:moveTo>
                <a:lnTo>
                  <a:pt x="42850" y="61161"/>
                </a:lnTo>
                <a:lnTo>
                  <a:pt x="55621" y="121861"/>
                </a:lnTo>
                <a:lnTo>
                  <a:pt x="68239" y="181715"/>
                </a:lnTo>
                <a:lnTo>
                  <a:pt x="74547" y="211180"/>
                </a:lnTo>
                <a:lnTo>
                  <a:pt x="80779" y="240260"/>
                </a:lnTo>
                <a:lnTo>
                  <a:pt x="86933" y="269033"/>
                </a:lnTo>
                <a:lnTo>
                  <a:pt x="93011" y="297190"/>
                </a:lnTo>
                <a:lnTo>
                  <a:pt x="99089" y="324963"/>
                </a:lnTo>
                <a:lnTo>
                  <a:pt x="105089" y="352043"/>
                </a:lnTo>
                <a:lnTo>
                  <a:pt x="111012" y="378508"/>
                </a:lnTo>
                <a:lnTo>
                  <a:pt x="116859" y="404357"/>
                </a:lnTo>
                <a:lnTo>
                  <a:pt x="116783" y="404280"/>
                </a:lnTo>
                <a:lnTo>
                  <a:pt x="122552" y="429360"/>
                </a:lnTo>
                <a:lnTo>
                  <a:pt x="128246" y="453594"/>
                </a:lnTo>
                <a:lnTo>
                  <a:pt x="128246" y="453517"/>
                </a:lnTo>
                <a:lnTo>
                  <a:pt x="133786" y="477059"/>
                </a:lnTo>
                <a:lnTo>
                  <a:pt x="133786" y="476981"/>
                </a:lnTo>
                <a:lnTo>
                  <a:pt x="139247" y="499600"/>
                </a:lnTo>
                <a:lnTo>
                  <a:pt x="139247" y="499523"/>
                </a:lnTo>
                <a:lnTo>
                  <a:pt x="144632" y="521141"/>
                </a:lnTo>
                <a:lnTo>
                  <a:pt x="144632" y="521064"/>
                </a:lnTo>
                <a:lnTo>
                  <a:pt x="149864" y="541682"/>
                </a:lnTo>
                <a:lnTo>
                  <a:pt x="149787" y="541605"/>
                </a:lnTo>
                <a:lnTo>
                  <a:pt x="154941" y="561223"/>
                </a:lnTo>
                <a:lnTo>
                  <a:pt x="154941" y="561069"/>
                </a:lnTo>
                <a:lnTo>
                  <a:pt x="159942" y="579610"/>
                </a:lnTo>
                <a:lnTo>
                  <a:pt x="159865" y="579456"/>
                </a:lnTo>
                <a:lnTo>
                  <a:pt x="164788" y="596842"/>
                </a:lnTo>
                <a:lnTo>
                  <a:pt x="164788" y="596689"/>
                </a:lnTo>
                <a:lnTo>
                  <a:pt x="169481" y="612844"/>
                </a:lnTo>
                <a:lnTo>
                  <a:pt x="169404" y="612614"/>
                </a:lnTo>
                <a:lnTo>
                  <a:pt x="174021" y="627539"/>
                </a:lnTo>
                <a:lnTo>
                  <a:pt x="173944" y="627307"/>
                </a:lnTo>
                <a:lnTo>
                  <a:pt x="178405" y="640848"/>
                </a:lnTo>
                <a:lnTo>
                  <a:pt x="178329" y="640617"/>
                </a:lnTo>
                <a:lnTo>
                  <a:pt x="180483" y="646925"/>
                </a:lnTo>
                <a:lnTo>
                  <a:pt x="182561" y="652849"/>
                </a:lnTo>
                <a:lnTo>
                  <a:pt x="182406" y="652388"/>
                </a:lnTo>
                <a:lnTo>
                  <a:pt x="184560" y="658004"/>
                </a:lnTo>
                <a:lnTo>
                  <a:pt x="186561" y="663235"/>
                </a:lnTo>
                <a:lnTo>
                  <a:pt x="186407" y="662927"/>
                </a:lnTo>
                <a:lnTo>
                  <a:pt x="188484" y="667774"/>
                </a:lnTo>
                <a:lnTo>
                  <a:pt x="188330" y="667466"/>
                </a:lnTo>
                <a:lnTo>
                  <a:pt x="190254" y="671852"/>
                </a:lnTo>
                <a:lnTo>
                  <a:pt x="190176" y="671698"/>
                </a:lnTo>
                <a:lnTo>
                  <a:pt x="192100" y="675852"/>
                </a:lnTo>
                <a:lnTo>
                  <a:pt x="191792" y="675237"/>
                </a:lnTo>
                <a:lnTo>
                  <a:pt x="193638" y="678929"/>
                </a:lnTo>
                <a:lnTo>
                  <a:pt x="193561" y="678699"/>
                </a:lnTo>
                <a:lnTo>
                  <a:pt x="195332" y="682007"/>
                </a:lnTo>
                <a:lnTo>
                  <a:pt x="194946" y="681314"/>
                </a:lnTo>
                <a:lnTo>
                  <a:pt x="196716" y="684238"/>
                </a:lnTo>
                <a:lnTo>
                  <a:pt x="196330" y="683545"/>
                </a:lnTo>
                <a:lnTo>
                  <a:pt x="198024" y="686084"/>
                </a:lnTo>
                <a:lnTo>
                  <a:pt x="197255" y="685084"/>
                </a:lnTo>
                <a:lnTo>
                  <a:pt x="199024" y="687238"/>
                </a:lnTo>
                <a:lnTo>
                  <a:pt x="198100" y="686238"/>
                </a:lnTo>
                <a:lnTo>
                  <a:pt x="199793" y="687930"/>
                </a:lnTo>
                <a:lnTo>
                  <a:pt x="198408" y="686700"/>
                </a:lnTo>
                <a:lnTo>
                  <a:pt x="200024" y="688007"/>
                </a:lnTo>
                <a:lnTo>
                  <a:pt x="197716" y="686469"/>
                </a:lnTo>
                <a:lnTo>
                  <a:pt x="199331" y="687315"/>
                </a:lnTo>
                <a:lnTo>
                  <a:pt x="196870" y="686238"/>
                </a:lnTo>
                <a:lnTo>
                  <a:pt x="198331" y="686777"/>
                </a:lnTo>
                <a:lnTo>
                  <a:pt x="194484" y="685930"/>
                </a:lnTo>
                <a:lnTo>
                  <a:pt x="196023" y="686084"/>
                </a:lnTo>
                <a:lnTo>
                  <a:pt x="191714" y="686315"/>
                </a:lnTo>
                <a:lnTo>
                  <a:pt x="193100" y="686084"/>
                </a:lnTo>
                <a:lnTo>
                  <a:pt x="189330" y="687392"/>
                </a:lnTo>
                <a:lnTo>
                  <a:pt x="190714" y="686700"/>
                </a:lnTo>
                <a:lnTo>
                  <a:pt x="188099" y="688315"/>
                </a:lnTo>
                <a:lnTo>
                  <a:pt x="189407" y="687238"/>
                </a:lnTo>
                <a:lnTo>
                  <a:pt x="187561" y="689007"/>
                </a:lnTo>
                <a:lnTo>
                  <a:pt x="188868" y="687623"/>
                </a:lnTo>
                <a:lnTo>
                  <a:pt x="187638" y="689085"/>
                </a:lnTo>
                <a:lnTo>
                  <a:pt x="188946" y="687315"/>
                </a:lnTo>
                <a:lnTo>
                  <a:pt x="188177" y="688469"/>
                </a:lnTo>
                <a:lnTo>
                  <a:pt x="189407" y="686392"/>
                </a:lnTo>
                <a:lnTo>
                  <a:pt x="188715" y="687623"/>
                </a:lnTo>
                <a:lnTo>
                  <a:pt x="189868" y="685161"/>
                </a:lnTo>
                <a:lnTo>
                  <a:pt x="189407" y="686238"/>
                </a:lnTo>
                <a:lnTo>
                  <a:pt x="191714" y="680237"/>
                </a:lnTo>
                <a:lnTo>
                  <a:pt x="191254" y="681622"/>
                </a:lnTo>
                <a:lnTo>
                  <a:pt x="193254" y="674313"/>
                </a:lnTo>
                <a:lnTo>
                  <a:pt x="193100" y="675006"/>
                </a:lnTo>
                <a:lnTo>
                  <a:pt x="195101" y="666466"/>
                </a:lnTo>
                <a:lnTo>
                  <a:pt x="194946" y="667159"/>
                </a:lnTo>
                <a:lnTo>
                  <a:pt x="196716" y="657465"/>
                </a:lnTo>
                <a:lnTo>
                  <a:pt x="196639" y="657927"/>
                </a:lnTo>
                <a:lnTo>
                  <a:pt x="198331" y="647079"/>
                </a:lnTo>
                <a:lnTo>
                  <a:pt x="198254" y="647541"/>
                </a:lnTo>
                <a:lnTo>
                  <a:pt x="199793" y="635540"/>
                </a:lnTo>
                <a:lnTo>
                  <a:pt x="199716" y="635693"/>
                </a:lnTo>
                <a:lnTo>
                  <a:pt x="201177" y="622769"/>
                </a:lnTo>
                <a:lnTo>
                  <a:pt x="201177" y="623076"/>
                </a:lnTo>
                <a:lnTo>
                  <a:pt x="202408" y="608998"/>
                </a:lnTo>
                <a:lnTo>
                  <a:pt x="202408" y="609152"/>
                </a:lnTo>
                <a:lnTo>
                  <a:pt x="203640" y="594304"/>
                </a:lnTo>
                <a:lnTo>
                  <a:pt x="203563" y="594457"/>
                </a:lnTo>
                <a:lnTo>
                  <a:pt x="204717" y="578609"/>
                </a:lnTo>
                <a:lnTo>
                  <a:pt x="204717" y="578763"/>
                </a:lnTo>
                <a:lnTo>
                  <a:pt x="205640" y="562069"/>
                </a:lnTo>
                <a:lnTo>
                  <a:pt x="205640" y="562146"/>
                </a:lnTo>
                <a:lnTo>
                  <a:pt x="206564" y="544759"/>
                </a:lnTo>
                <a:lnTo>
                  <a:pt x="206564" y="544913"/>
                </a:lnTo>
                <a:lnTo>
                  <a:pt x="207409" y="526680"/>
                </a:lnTo>
                <a:lnTo>
                  <a:pt x="207409" y="526757"/>
                </a:lnTo>
                <a:lnTo>
                  <a:pt x="208102" y="507908"/>
                </a:lnTo>
                <a:lnTo>
                  <a:pt x="208102" y="507985"/>
                </a:lnTo>
                <a:lnTo>
                  <a:pt x="208794" y="488521"/>
                </a:lnTo>
                <a:lnTo>
                  <a:pt x="209410" y="468442"/>
                </a:lnTo>
                <a:lnTo>
                  <a:pt x="209410" y="468519"/>
                </a:lnTo>
                <a:lnTo>
                  <a:pt x="209948" y="447978"/>
                </a:lnTo>
                <a:lnTo>
                  <a:pt x="210410" y="426898"/>
                </a:lnTo>
                <a:lnTo>
                  <a:pt x="210410" y="426975"/>
                </a:lnTo>
                <a:lnTo>
                  <a:pt x="210871" y="405512"/>
                </a:lnTo>
                <a:lnTo>
                  <a:pt x="211256" y="383663"/>
                </a:lnTo>
                <a:lnTo>
                  <a:pt x="211256" y="383739"/>
                </a:lnTo>
                <a:lnTo>
                  <a:pt x="212102" y="324809"/>
                </a:lnTo>
                <a:lnTo>
                  <a:pt x="242875" y="325271"/>
                </a:lnTo>
                <a:lnTo>
                  <a:pt x="242029" y="384201"/>
                </a:lnTo>
                <a:lnTo>
                  <a:pt x="241567" y="406127"/>
                </a:lnTo>
                <a:lnTo>
                  <a:pt x="241183" y="427591"/>
                </a:lnTo>
                <a:lnTo>
                  <a:pt x="240644" y="448747"/>
                </a:lnTo>
                <a:lnTo>
                  <a:pt x="240182" y="469365"/>
                </a:lnTo>
                <a:lnTo>
                  <a:pt x="239491" y="489521"/>
                </a:lnTo>
                <a:lnTo>
                  <a:pt x="238874" y="509062"/>
                </a:lnTo>
                <a:lnTo>
                  <a:pt x="238105" y="528065"/>
                </a:lnTo>
                <a:lnTo>
                  <a:pt x="237336" y="546298"/>
                </a:lnTo>
                <a:lnTo>
                  <a:pt x="236413" y="563838"/>
                </a:lnTo>
                <a:lnTo>
                  <a:pt x="235413" y="580687"/>
                </a:lnTo>
                <a:lnTo>
                  <a:pt x="234259" y="596689"/>
                </a:lnTo>
                <a:lnTo>
                  <a:pt x="233104" y="611767"/>
                </a:lnTo>
                <a:lnTo>
                  <a:pt x="231797" y="626000"/>
                </a:lnTo>
                <a:lnTo>
                  <a:pt x="230335" y="639232"/>
                </a:lnTo>
                <a:lnTo>
                  <a:pt x="228797" y="651541"/>
                </a:lnTo>
                <a:lnTo>
                  <a:pt x="227028" y="662851"/>
                </a:lnTo>
                <a:lnTo>
                  <a:pt x="225104" y="673082"/>
                </a:lnTo>
                <a:lnTo>
                  <a:pt x="223027" y="682237"/>
                </a:lnTo>
                <a:lnTo>
                  <a:pt x="220719" y="690546"/>
                </a:lnTo>
                <a:lnTo>
                  <a:pt x="218026" y="697624"/>
                </a:lnTo>
                <a:lnTo>
                  <a:pt x="216334" y="701317"/>
                </a:lnTo>
                <a:lnTo>
                  <a:pt x="214410" y="704548"/>
                </a:lnTo>
                <a:lnTo>
                  <a:pt x="212179" y="707702"/>
                </a:lnTo>
                <a:lnTo>
                  <a:pt x="209410" y="710702"/>
                </a:lnTo>
                <a:lnTo>
                  <a:pt x="205871" y="713472"/>
                </a:lnTo>
                <a:lnTo>
                  <a:pt x="201331" y="715780"/>
                </a:lnTo>
                <a:lnTo>
                  <a:pt x="195792" y="716934"/>
                </a:lnTo>
                <a:lnTo>
                  <a:pt x="190176" y="716472"/>
                </a:lnTo>
                <a:lnTo>
                  <a:pt x="185560" y="714857"/>
                </a:lnTo>
                <a:lnTo>
                  <a:pt x="181637" y="712703"/>
                </a:lnTo>
                <a:lnTo>
                  <a:pt x="178252" y="710010"/>
                </a:lnTo>
                <a:lnTo>
                  <a:pt x="175482" y="707164"/>
                </a:lnTo>
                <a:lnTo>
                  <a:pt x="172944" y="704009"/>
                </a:lnTo>
                <a:lnTo>
                  <a:pt x="170636" y="700548"/>
                </a:lnTo>
                <a:lnTo>
                  <a:pt x="168405" y="696932"/>
                </a:lnTo>
                <a:lnTo>
                  <a:pt x="166404" y="693085"/>
                </a:lnTo>
                <a:lnTo>
                  <a:pt x="164250" y="689007"/>
                </a:lnTo>
                <a:lnTo>
                  <a:pt x="162173" y="684392"/>
                </a:lnTo>
                <a:lnTo>
                  <a:pt x="160096" y="679699"/>
                </a:lnTo>
                <a:lnTo>
                  <a:pt x="157941" y="674467"/>
                </a:lnTo>
                <a:lnTo>
                  <a:pt x="155788" y="669005"/>
                </a:lnTo>
                <a:lnTo>
                  <a:pt x="153633" y="663158"/>
                </a:lnTo>
                <a:lnTo>
                  <a:pt x="151479" y="657004"/>
                </a:lnTo>
                <a:lnTo>
                  <a:pt x="149248" y="650618"/>
                </a:lnTo>
                <a:lnTo>
                  <a:pt x="144709" y="636770"/>
                </a:lnTo>
                <a:lnTo>
                  <a:pt x="140016" y="621615"/>
                </a:lnTo>
                <a:lnTo>
                  <a:pt x="135246" y="605305"/>
                </a:lnTo>
                <a:lnTo>
                  <a:pt x="130246" y="587764"/>
                </a:lnTo>
                <a:lnTo>
                  <a:pt x="125168" y="569070"/>
                </a:lnTo>
                <a:lnTo>
                  <a:pt x="120014" y="549375"/>
                </a:lnTo>
                <a:lnTo>
                  <a:pt x="114782" y="528603"/>
                </a:lnTo>
                <a:lnTo>
                  <a:pt x="109397" y="506908"/>
                </a:lnTo>
                <a:lnTo>
                  <a:pt x="103858" y="484213"/>
                </a:lnTo>
                <a:lnTo>
                  <a:pt x="98241" y="460672"/>
                </a:lnTo>
                <a:lnTo>
                  <a:pt x="92625" y="436284"/>
                </a:lnTo>
                <a:lnTo>
                  <a:pt x="86778" y="411128"/>
                </a:lnTo>
                <a:lnTo>
                  <a:pt x="81009" y="385201"/>
                </a:lnTo>
                <a:lnTo>
                  <a:pt x="75009" y="358660"/>
                </a:lnTo>
                <a:lnTo>
                  <a:pt x="69008" y="331502"/>
                </a:lnTo>
                <a:lnTo>
                  <a:pt x="62930" y="303730"/>
                </a:lnTo>
                <a:lnTo>
                  <a:pt x="56853" y="275495"/>
                </a:lnTo>
                <a:lnTo>
                  <a:pt x="50621" y="246723"/>
                </a:lnTo>
                <a:lnTo>
                  <a:pt x="44389" y="217565"/>
                </a:lnTo>
                <a:lnTo>
                  <a:pt x="38158" y="188100"/>
                </a:lnTo>
                <a:lnTo>
                  <a:pt x="25464" y="128170"/>
                </a:lnTo>
                <a:lnTo>
                  <a:pt x="12693" y="67470"/>
                </a:lnTo>
                <a:lnTo>
                  <a:pt x="0" y="6309"/>
                </a:lnTo>
                <a:lnTo>
                  <a:pt x="30079" y="0"/>
                </a:lnTo>
                <a:moveTo>
                  <a:pt x="181175" y="339811"/>
                </a:moveTo>
                <a:lnTo>
                  <a:pt x="228488" y="248031"/>
                </a:lnTo>
                <a:lnTo>
                  <a:pt x="273417" y="340965"/>
                </a:lnTo>
                <a:lnTo>
                  <a:pt x="181175" y="339811"/>
                </a:lnTo>
              </a:path>
            </a:pathLst>
          </a:custGeom>
          <a:solidFill xmlns:a="http://schemas.openxmlformats.org/drawingml/2006/main">
            <a:srgbClr val="FDECA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" name="pdf-path-110">
            <a:extLst xmlns:a="http://schemas.openxmlformats.org/drawingml/2006/main">
              <a:ext uri="{FF2B5EF4-FFF2-40B4-BE49-F238E27FC236}">
                <a16:creationId xmlns:a16="http://schemas.microsoft.com/office/drawing/2014/main" id="{715D64DC-BA74-4E42-924C-DAB9D665D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66451" y="4214165"/>
            <a:ext cx="270034" cy="889417"/>
          </a:xfrm>
          <a:custGeom xmlns:a="http://schemas.openxmlformats.org/drawingml/2006/main">
            <a:pathLst>
              <a:path w="270034" h="889417">
                <a:moveTo>
                  <a:pt x="270034" y="5386"/>
                </a:moveTo>
                <a:lnTo>
                  <a:pt x="256802" y="80010"/>
                </a:lnTo>
                <a:lnTo>
                  <a:pt x="243646" y="154173"/>
                </a:lnTo>
                <a:lnTo>
                  <a:pt x="237031" y="190947"/>
                </a:lnTo>
                <a:lnTo>
                  <a:pt x="230491" y="227413"/>
                </a:lnTo>
                <a:lnTo>
                  <a:pt x="224027" y="263417"/>
                </a:lnTo>
                <a:lnTo>
                  <a:pt x="217490" y="299114"/>
                </a:lnTo>
                <a:lnTo>
                  <a:pt x="211103" y="334272"/>
                </a:lnTo>
                <a:lnTo>
                  <a:pt x="204718" y="368892"/>
                </a:lnTo>
                <a:lnTo>
                  <a:pt x="198410" y="402895"/>
                </a:lnTo>
                <a:lnTo>
                  <a:pt x="192100" y="436284"/>
                </a:lnTo>
                <a:lnTo>
                  <a:pt x="185870" y="468904"/>
                </a:lnTo>
                <a:lnTo>
                  <a:pt x="179792" y="500754"/>
                </a:lnTo>
                <a:lnTo>
                  <a:pt x="173714" y="531681"/>
                </a:lnTo>
                <a:lnTo>
                  <a:pt x="167791" y="561761"/>
                </a:lnTo>
                <a:lnTo>
                  <a:pt x="161868" y="590842"/>
                </a:lnTo>
                <a:lnTo>
                  <a:pt x="156097" y="618845"/>
                </a:lnTo>
                <a:lnTo>
                  <a:pt x="150404" y="645848"/>
                </a:lnTo>
                <a:lnTo>
                  <a:pt x="144788" y="671621"/>
                </a:lnTo>
                <a:lnTo>
                  <a:pt x="139326" y="696239"/>
                </a:lnTo>
                <a:lnTo>
                  <a:pt x="133942" y="719626"/>
                </a:lnTo>
                <a:lnTo>
                  <a:pt x="131249" y="730782"/>
                </a:lnTo>
                <a:lnTo>
                  <a:pt x="128710" y="741629"/>
                </a:lnTo>
                <a:lnTo>
                  <a:pt x="126093" y="752169"/>
                </a:lnTo>
                <a:lnTo>
                  <a:pt x="123554" y="762247"/>
                </a:lnTo>
                <a:lnTo>
                  <a:pt x="121015" y="772094"/>
                </a:lnTo>
                <a:lnTo>
                  <a:pt x="118554" y="781480"/>
                </a:lnTo>
                <a:lnTo>
                  <a:pt x="116093" y="790481"/>
                </a:lnTo>
                <a:lnTo>
                  <a:pt x="113707" y="799098"/>
                </a:lnTo>
                <a:lnTo>
                  <a:pt x="111244" y="807560"/>
                </a:lnTo>
                <a:lnTo>
                  <a:pt x="108860" y="815408"/>
                </a:lnTo>
                <a:lnTo>
                  <a:pt x="106553" y="822870"/>
                </a:lnTo>
                <a:lnTo>
                  <a:pt x="104244" y="829948"/>
                </a:lnTo>
                <a:lnTo>
                  <a:pt x="102015" y="836641"/>
                </a:lnTo>
                <a:lnTo>
                  <a:pt x="99706" y="843026"/>
                </a:lnTo>
                <a:lnTo>
                  <a:pt x="97475" y="848873"/>
                </a:lnTo>
                <a:lnTo>
                  <a:pt x="95244" y="854258"/>
                </a:lnTo>
                <a:lnTo>
                  <a:pt x="93089" y="859490"/>
                </a:lnTo>
                <a:lnTo>
                  <a:pt x="90783" y="864183"/>
                </a:lnTo>
                <a:lnTo>
                  <a:pt x="88550" y="868491"/>
                </a:lnTo>
                <a:lnTo>
                  <a:pt x="86241" y="872492"/>
                </a:lnTo>
                <a:lnTo>
                  <a:pt x="83780" y="876184"/>
                </a:lnTo>
                <a:lnTo>
                  <a:pt x="81011" y="879646"/>
                </a:lnTo>
                <a:lnTo>
                  <a:pt x="78088" y="882724"/>
                </a:lnTo>
                <a:lnTo>
                  <a:pt x="74319" y="885724"/>
                </a:lnTo>
                <a:lnTo>
                  <a:pt x="69856" y="887955"/>
                </a:lnTo>
                <a:lnTo>
                  <a:pt x="64779" y="889417"/>
                </a:lnTo>
                <a:lnTo>
                  <a:pt x="58932" y="889417"/>
                </a:lnTo>
                <a:lnTo>
                  <a:pt x="53623" y="887955"/>
                </a:lnTo>
                <a:lnTo>
                  <a:pt x="49007" y="885416"/>
                </a:lnTo>
                <a:lnTo>
                  <a:pt x="45468" y="882416"/>
                </a:lnTo>
                <a:lnTo>
                  <a:pt x="42699" y="879184"/>
                </a:lnTo>
                <a:lnTo>
                  <a:pt x="40389" y="875877"/>
                </a:lnTo>
                <a:lnTo>
                  <a:pt x="38391" y="872338"/>
                </a:lnTo>
                <a:lnTo>
                  <a:pt x="36544" y="868414"/>
                </a:lnTo>
                <a:lnTo>
                  <a:pt x="35005" y="864491"/>
                </a:lnTo>
                <a:lnTo>
                  <a:pt x="33465" y="860413"/>
                </a:lnTo>
                <a:lnTo>
                  <a:pt x="32082" y="855797"/>
                </a:lnTo>
                <a:lnTo>
                  <a:pt x="30696" y="850950"/>
                </a:lnTo>
                <a:lnTo>
                  <a:pt x="29464" y="846027"/>
                </a:lnTo>
                <a:lnTo>
                  <a:pt x="28158" y="840564"/>
                </a:lnTo>
                <a:lnTo>
                  <a:pt x="25927" y="829025"/>
                </a:lnTo>
                <a:lnTo>
                  <a:pt x="23695" y="816254"/>
                </a:lnTo>
                <a:lnTo>
                  <a:pt x="21620" y="802252"/>
                </a:lnTo>
                <a:lnTo>
                  <a:pt x="19774" y="787250"/>
                </a:lnTo>
                <a:lnTo>
                  <a:pt x="17849" y="771171"/>
                </a:lnTo>
                <a:lnTo>
                  <a:pt x="16157" y="754015"/>
                </a:lnTo>
                <a:lnTo>
                  <a:pt x="14542" y="736013"/>
                </a:lnTo>
                <a:lnTo>
                  <a:pt x="13004" y="717088"/>
                </a:lnTo>
                <a:lnTo>
                  <a:pt x="11541" y="697316"/>
                </a:lnTo>
                <a:lnTo>
                  <a:pt x="10158" y="676699"/>
                </a:lnTo>
                <a:lnTo>
                  <a:pt x="8849" y="655465"/>
                </a:lnTo>
                <a:lnTo>
                  <a:pt x="7541" y="633539"/>
                </a:lnTo>
                <a:lnTo>
                  <a:pt x="6310" y="610998"/>
                </a:lnTo>
                <a:lnTo>
                  <a:pt x="5155" y="587918"/>
                </a:lnTo>
                <a:lnTo>
                  <a:pt x="4078" y="564377"/>
                </a:lnTo>
                <a:lnTo>
                  <a:pt x="3002" y="540374"/>
                </a:lnTo>
                <a:lnTo>
                  <a:pt x="1925" y="515986"/>
                </a:lnTo>
                <a:lnTo>
                  <a:pt x="924" y="491368"/>
                </a:lnTo>
                <a:lnTo>
                  <a:pt x="0" y="467903"/>
                </a:lnTo>
                <a:lnTo>
                  <a:pt x="30774" y="466673"/>
                </a:lnTo>
                <a:lnTo>
                  <a:pt x="31697" y="490137"/>
                </a:lnTo>
                <a:lnTo>
                  <a:pt x="32698" y="514679"/>
                </a:lnTo>
                <a:lnTo>
                  <a:pt x="33697" y="538989"/>
                </a:lnTo>
                <a:lnTo>
                  <a:pt x="34852" y="562915"/>
                </a:lnTo>
                <a:lnTo>
                  <a:pt x="35928" y="586456"/>
                </a:lnTo>
                <a:lnTo>
                  <a:pt x="35928" y="586380"/>
                </a:lnTo>
                <a:lnTo>
                  <a:pt x="37083" y="609382"/>
                </a:lnTo>
                <a:lnTo>
                  <a:pt x="38237" y="631847"/>
                </a:lnTo>
                <a:lnTo>
                  <a:pt x="38237" y="631770"/>
                </a:lnTo>
                <a:lnTo>
                  <a:pt x="39545" y="653695"/>
                </a:lnTo>
                <a:lnTo>
                  <a:pt x="39545" y="653619"/>
                </a:lnTo>
                <a:lnTo>
                  <a:pt x="40853" y="674775"/>
                </a:lnTo>
                <a:lnTo>
                  <a:pt x="40853" y="674698"/>
                </a:lnTo>
                <a:lnTo>
                  <a:pt x="42236" y="695162"/>
                </a:lnTo>
                <a:lnTo>
                  <a:pt x="42236" y="695085"/>
                </a:lnTo>
                <a:lnTo>
                  <a:pt x="43700" y="714780"/>
                </a:lnTo>
                <a:lnTo>
                  <a:pt x="43700" y="714626"/>
                </a:lnTo>
                <a:lnTo>
                  <a:pt x="45238" y="733398"/>
                </a:lnTo>
                <a:lnTo>
                  <a:pt x="45238" y="733321"/>
                </a:lnTo>
                <a:lnTo>
                  <a:pt x="46853" y="751169"/>
                </a:lnTo>
                <a:lnTo>
                  <a:pt x="46853" y="751092"/>
                </a:lnTo>
                <a:lnTo>
                  <a:pt x="48468" y="768017"/>
                </a:lnTo>
                <a:lnTo>
                  <a:pt x="48468" y="767709"/>
                </a:lnTo>
                <a:lnTo>
                  <a:pt x="50315" y="783635"/>
                </a:lnTo>
                <a:lnTo>
                  <a:pt x="50315" y="783481"/>
                </a:lnTo>
                <a:lnTo>
                  <a:pt x="52162" y="798252"/>
                </a:lnTo>
                <a:lnTo>
                  <a:pt x="52085" y="797944"/>
                </a:lnTo>
                <a:lnTo>
                  <a:pt x="54084" y="811561"/>
                </a:lnTo>
                <a:lnTo>
                  <a:pt x="54084" y="811177"/>
                </a:lnTo>
                <a:lnTo>
                  <a:pt x="56163" y="823639"/>
                </a:lnTo>
                <a:lnTo>
                  <a:pt x="56086" y="823254"/>
                </a:lnTo>
                <a:lnTo>
                  <a:pt x="58315" y="834333"/>
                </a:lnTo>
                <a:lnTo>
                  <a:pt x="58162" y="833718"/>
                </a:lnTo>
                <a:lnTo>
                  <a:pt x="59393" y="838795"/>
                </a:lnTo>
                <a:lnTo>
                  <a:pt x="59393" y="838718"/>
                </a:lnTo>
                <a:lnTo>
                  <a:pt x="60547" y="843334"/>
                </a:lnTo>
                <a:lnTo>
                  <a:pt x="60394" y="842949"/>
                </a:lnTo>
                <a:lnTo>
                  <a:pt x="61624" y="847334"/>
                </a:lnTo>
                <a:lnTo>
                  <a:pt x="61470" y="846719"/>
                </a:lnTo>
                <a:lnTo>
                  <a:pt x="62701" y="850720"/>
                </a:lnTo>
                <a:lnTo>
                  <a:pt x="62546" y="850104"/>
                </a:lnTo>
                <a:lnTo>
                  <a:pt x="63854" y="853797"/>
                </a:lnTo>
                <a:lnTo>
                  <a:pt x="63778" y="853489"/>
                </a:lnTo>
                <a:lnTo>
                  <a:pt x="65009" y="856797"/>
                </a:lnTo>
                <a:lnTo>
                  <a:pt x="64548" y="855643"/>
                </a:lnTo>
                <a:lnTo>
                  <a:pt x="65933" y="858567"/>
                </a:lnTo>
                <a:lnTo>
                  <a:pt x="65469" y="857720"/>
                </a:lnTo>
                <a:lnTo>
                  <a:pt x="66856" y="860182"/>
                </a:lnTo>
                <a:lnTo>
                  <a:pt x="66087" y="858951"/>
                </a:lnTo>
                <a:lnTo>
                  <a:pt x="67548" y="861029"/>
                </a:lnTo>
                <a:lnTo>
                  <a:pt x="66547" y="859720"/>
                </a:lnTo>
                <a:lnTo>
                  <a:pt x="67932" y="861413"/>
                </a:lnTo>
                <a:lnTo>
                  <a:pt x="66240" y="859720"/>
                </a:lnTo>
                <a:lnTo>
                  <a:pt x="67778" y="860952"/>
                </a:lnTo>
                <a:lnTo>
                  <a:pt x="65316" y="859259"/>
                </a:lnTo>
                <a:lnTo>
                  <a:pt x="66856" y="860105"/>
                </a:lnTo>
                <a:lnTo>
                  <a:pt x="63240" y="858721"/>
                </a:lnTo>
                <a:lnTo>
                  <a:pt x="64779" y="859105"/>
                </a:lnTo>
                <a:lnTo>
                  <a:pt x="60931" y="858567"/>
                </a:lnTo>
                <a:lnTo>
                  <a:pt x="62623" y="858567"/>
                </a:lnTo>
                <a:lnTo>
                  <a:pt x="58392" y="859182"/>
                </a:lnTo>
                <a:lnTo>
                  <a:pt x="60009" y="858721"/>
                </a:lnTo>
                <a:lnTo>
                  <a:pt x="57316" y="859798"/>
                </a:lnTo>
                <a:lnTo>
                  <a:pt x="59086" y="858875"/>
                </a:lnTo>
                <a:lnTo>
                  <a:pt x="56316" y="860644"/>
                </a:lnTo>
                <a:lnTo>
                  <a:pt x="58085" y="859259"/>
                </a:lnTo>
                <a:lnTo>
                  <a:pt x="56623" y="860567"/>
                </a:lnTo>
                <a:lnTo>
                  <a:pt x="58392" y="858721"/>
                </a:lnTo>
                <a:lnTo>
                  <a:pt x="57469" y="859798"/>
                </a:lnTo>
                <a:lnTo>
                  <a:pt x="59316" y="857490"/>
                </a:lnTo>
                <a:lnTo>
                  <a:pt x="58545" y="858567"/>
                </a:lnTo>
                <a:lnTo>
                  <a:pt x="60394" y="855797"/>
                </a:lnTo>
                <a:lnTo>
                  <a:pt x="59855" y="856643"/>
                </a:lnTo>
                <a:lnTo>
                  <a:pt x="61779" y="853335"/>
                </a:lnTo>
                <a:lnTo>
                  <a:pt x="61470" y="853951"/>
                </a:lnTo>
                <a:lnTo>
                  <a:pt x="63394" y="850181"/>
                </a:lnTo>
                <a:lnTo>
                  <a:pt x="63162" y="850643"/>
                </a:lnTo>
                <a:lnTo>
                  <a:pt x="65162" y="846411"/>
                </a:lnTo>
                <a:lnTo>
                  <a:pt x="64932" y="847027"/>
                </a:lnTo>
                <a:lnTo>
                  <a:pt x="66931" y="842334"/>
                </a:lnTo>
                <a:lnTo>
                  <a:pt x="66779" y="842565"/>
                </a:lnTo>
                <a:lnTo>
                  <a:pt x="68856" y="837487"/>
                </a:lnTo>
                <a:lnTo>
                  <a:pt x="68780" y="837718"/>
                </a:lnTo>
                <a:lnTo>
                  <a:pt x="70932" y="832179"/>
                </a:lnTo>
                <a:lnTo>
                  <a:pt x="70778" y="832410"/>
                </a:lnTo>
                <a:lnTo>
                  <a:pt x="73011" y="826332"/>
                </a:lnTo>
                <a:lnTo>
                  <a:pt x="72934" y="826640"/>
                </a:lnTo>
                <a:lnTo>
                  <a:pt x="75086" y="820177"/>
                </a:lnTo>
                <a:lnTo>
                  <a:pt x="75009" y="820331"/>
                </a:lnTo>
                <a:lnTo>
                  <a:pt x="77319" y="813407"/>
                </a:lnTo>
                <a:lnTo>
                  <a:pt x="77242" y="813715"/>
                </a:lnTo>
                <a:lnTo>
                  <a:pt x="79471" y="806330"/>
                </a:lnTo>
                <a:lnTo>
                  <a:pt x="81857" y="798636"/>
                </a:lnTo>
                <a:lnTo>
                  <a:pt x="81780" y="798867"/>
                </a:lnTo>
                <a:lnTo>
                  <a:pt x="84089" y="790712"/>
                </a:lnTo>
                <a:lnTo>
                  <a:pt x="84089" y="790866"/>
                </a:lnTo>
                <a:lnTo>
                  <a:pt x="86473" y="782327"/>
                </a:lnTo>
                <a:lnTo>
                  <a:pt x="86395" y="782404"/>
                </a:lnTo>
                <a:lnTo>
                  <a:pt x="88857" y="773403"/>
                </a:lnTo>
                <a:lnTo>
                  <a:pt x="88857" y="773479"/>
                </a:lnTo>
                <a:lnTo>
                  <a:pt x="91320" y="764171"/>
                </a:lnTo>
                <a:lnTo>
                  <a:pt x="91243" y="764325"/>
                </a:lnTo>
                <a:lnTo>
                  <a:pt x="93706" y="754708"/>
                </a:lnTo>
                <a:lnTo>
                  <a:pt x="96244" y="744630"/>
                </a:lnTo>
                <a:lnTo>
                  <a:pt x="96244" y="744784"/>
                </a:lnTo>
                <a:lnTo>
                  <a:pt x="98781" y="734398"/>
                </a:lnTo>
                <a:lnTo>
                  <a:pt x="101397" y="723627"/>
                </a:lnTo>
                <a:lnTo>
                  <a:pt x="104013" y="712549"/>
                </a:lnTo>
                <a:lnTo>
                  <a:pt x="104013" y="712703"/>
                </a:lnTo>
                <a:lnTo>
                  <a:pt x="109322" y="689392"/>
                </a:lnTo>
                <a:lnTo>
                  <a:pt x="109322" y="689546"/>
                </a:lnTo>
                <a:lnTo>
                  <a:pt x="114708" y="665004"/>
                </a:lnTo>
                <a:lnTo>
                  <a:pt x="114708" y="665082"/>
                </a:lnTo>
                <a:lnTo>
                  <a:pt x="120324" y="639309"/>
                </a:lnTo>
                <a:lnTo>
                  <a:pt x="120324" y="639463"/>
                </a:lnTo>
                <a:lnTo>
                  <a:pt x="125940" y="612536"/>
                </a:lnTo>
                <a:lnTo>
                  <a:pt x="125940" y="612614"/>
                </a:lnTo>
                <a:lnTo>
                  <a:pt x="131709" y="584610"/>
                </a:lnTo>
                <a:lnTo>
                  <a:pt x="131709" y="584687"/>
                </a:lnTo>
                <a:lnTo>
                  <a:pt x="137556" y="555684"/>
                </a:lnTo>
                <a:lnTo>
                  <a:pt x="137556" y="555761"/>
                </a:lnTo>
                <a:lnTo>
                  <a:pt x="143480" y="525757"/>
                </a:lnTo>
                <a:lnTo>
                  <a:pt x="149558" y="494830"/>
                </a:lnTo>
                <a:lnTo>
                  <a:pt x="149558" y="494907"/>
                </a:lnTo>
                <a:lnTo>
                  <a:pt x="155711" y="463134"/>
                </a:lnTo>
                <a:lnTo>
                  <a:pt x="161945" y="430515"/>
                </a:lnTo>
                <a:lnTo>
                  <a:pt x="161868" y="430591"/>
                </a:lnTo>
                <a:lnTo>
                  <a:pt x="168098" y="397280"/>
                </a:lnTo>
                <a:lnTo>
                  <a:pt x="174485" y="363275"/>
                </a:lnTo>
                <a:lnTo>
                  <a:pt x="174485" y="363352"/>
                </a:lnTo>
                <a:lnTo>
                  <a:pt x="180791" y="328733"/>
                </a:lnTo>
                <a:lnTo>
                  <a:pt x="187255" y="293575"/>
                </a:lnTo>
                <a:lnTo>
                  <a:pt x="193718" y="257955"/>
                </a:lnTo>
                <a:lnTo>
                  <a:pt x="200178" y="221874"/>
                </a:lnTo>
                <a:lnTo>
                  <a:pt x="206796" y="185561"/>
                </a:lnTo>
                <a:lnTo>
                  <a:pt x="213336" y="148788"/>
                </a:lnTo>
                <a:lnTo>
                  <a:pt x="226490" y="74625"/>
                </a:lnTo>
                <a:lnTo>
                  <a:pt x="239800" y="0"/>
                </a:lnTo>
                <a:lnTo>
                  <a:pt x="270034" y="5386"/>
                </a:lnTo>
                <a:moveTo>
                  <a:pt x="-30157" y="484444"/>
                </a:moveTo>
                <a:lnTo>
                  <a:pt x="12386" y="390432"/>
                </a:lnTo>
                <a:lnTo>
                  <a:pt x="62162" y="480905"/>
                </a:lnTo>
                <a:lnTo>
                  <a:pt x="-30157" y="484444"/>
                </a:lnTo>
              </a:path>
            </a:pathLst>
          </a:custGeom>
          <a:solidFill xmlns:a="http://schemas.openxmlformats.org/drawingml/2006/main">
            <a:srgbClr val="FDECA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" name="pdf-path-111">
            <a:extLst xmlns:a="http://schemas.openxmlformats.org/drawingml/2006/main">
              <a:ext uri="{FF2B5EF4-FFF2-40B4-BE49-F238E27FC236}">
                <a16:creationId xmlns:a16="http://schemas.microsoft.com/office/drawing/2014/main" id="{0AC88BF3-F570-4A02-9E23-5F2675E81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27855" y="2026821"/>
            <a:ext cx="225951" cy="69239"/>
          </a:xfrm>
          <a:custGeom xmlns:a="http://schemas.openxmlformats.org/drawingml/2006/main">
            <a:pathLst>
              <a:path w="225951" h="69239">
                <a:moveTo>
                  <a:pt x="0" y="0"/>
                </a:moveTo>
                <a:lnTo>
                  <a:pt x="139402" y="0"/>
                </a:lnTo>
                <a:lnTo>
                  <a:pt x="139402" y="34620"/>
                </a:lnTo>
                <a:lnTo>
                  <a:pt x="0" y="34620"/>
                </a:lnTo>
                <a:close/>
                <a:moveTo>
                  <a:pt x="122092" y="-34620"/>
                </a:moveTo>
                <a:lnTo>
                  <a:pt x="225951" y="17310"/>
                </a:lnTo>
                <a:lnTo>
                  <a:pt x="122092" y="69239"/>
                </a:lnTo>
                <a:lnTo>
                  <a:pt x="122092" y="-3462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" name="pdf-path-112">
            <a:extLst xmlns:a="http://schemas.openxmlformats.org/drawingml/2006/main">
              <a:ext uri="{FF2B5EF4-FFF2-40B4-BE49-F238E27FC236}">
                <a16:creationId xmlns:a16="http://schemas.microsoft.com/office/drawing/2014/main" id="{3DE5F6D3-DE7F-4B63-AD4F-567576FB7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27855" y="5217980"/>
            <a:ext cx="225951" cy="69316"/>
          </a:xfrm>
          <a:custGeom xmlns:a="http://schemas.openxmlformats.org/drawingml/2006/main">
            <a:pathLst>
              <a:path w="225951" h="69316">
                <a:moveTo>
                  <a:pt x="86549" y="0"/>
                </a:moveTo>
                <a:lnTo>
                  <a:pt x="225951" y="0"/>
                </a:lnTo>
                <a:lnTo>
                  <a:pt x="225951" y="34696"/>
                </a:lnTo>
                <a:lnTo>
                  <a:pt x="86549" y="34696"/>
                </a:lnTo>
                <a:close/>
                <a:moveTo>
                  <a:pt x="103859" y="-34620"/>
                </a:moveTo>
                <a:lnTo>
                  <a:pt x="0" y="17310"/>
                </a:lnTo>
                <a:lnTo>
                  <a:pt x="103859" y="69316"/>
                </a:lnTo>
                <a:lnTo>
                  <a:pt x="103859" y="-3462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2" name="pdf-text-50-0">
            <a:extLst xmlns:a="http://schemas.openxmlformats.org/drawingml/2006/main">
              <a:ext uri="{FF2B5EF4-FFF2-40B4-BE49-F238E27FC236}">
                <a16:creationId xmlns:a16="http://schemas.microsoft.com/office/drawing/2014/main" id="{46CE2654-3DB4-4E77-9898-65EBF1987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39401" y="2074821"/>
            <a:ext cx="623705" cy="1790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6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6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6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Current </a:t>
            </a:r>
          </a:p>
        </p:txBody>
      </p:sp>
      <p:sp>
        <p:nvSpPr>
          <p:cNvPr id="123" name="pdf-text-51-0">
            <a:extLst xmlns:a="http://schemas.openxmlformats.org/drawingml/2006/main">
              <a:ext uri="{FF2B5EF4-FFF2-40B4-BE49-F238E27FC236}">
                <a16:creationId xmlns:a16="http://schemas.microsoft.com/office/drawing/2014/main" id="{20D8A20D-E97C-4278-8C1A-4D1886615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63764" y="2288887"/>
            <a:ext cx="926307" cy="179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5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Observation</a:t>
            </a:r>
          </a:p>
        </p:txBody>
      </p:sp>
      <p:sp>
        <p:nvSpPr>
          <p:cNvPr id="124" name="pdf-text-52-0">
            <a:extLst xmlns:a="http://schemas.openxmlformats.org/drawingml/2006/main">
              <a:ext uri="{FF2B5EF4-FFF2-40B4-BE49-F238E27FC236}">
                <a16:creationId xmlns:a16="http://schemas.microsoft.com/office/drawing/2014/main" id="{90D3C0F0-BDCA-4F15-B3FE-B069FCDA3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54789" y="458328"/>
            <a:ext cx="815836" cy="179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1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1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1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Reference </a:t>
            </a:r>
          </a:p>
        </p:txBody>
      </p:sp>
      <p:sp>
        <p:nvSpPr>
          <p:cNvPr id="125" name="pdf-text-53-0">
            <a:extLst xmlns:a="http://schemas.openxmlformats.org/drawingml/2006/main">
              <a:ext uri="{FF2B5EF4-FFF2-40B4-BE49-F238E27FC236}">
                <a16:creationId xmlns:a16="http://schemas.microsoft.com/office/drawing/2014/main" id="{9FD96DF9-9F03-43E8-AF98-C0EEBBBAD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33876" y="670568"/>
            <a:ext cx="612783" cy="179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3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3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3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Subtask</a:t>
            </a:r>
          </a:p>
        </p:txBody>
      </p:sp>
      <p:sp>
        <p:nvSpPr>
          <p:cNvPr id="126" name="pdf-text-54-0">
            <a:extLst xmlns:a="http://schemas.openxmlformats.org/drawingml/2006/main">
              <a:ext uri="{FF2B5EF4-FFF2-40B4-BE49-F238E27FC236}">
                <a16:creationId xmlns:a16="http://schemas.microsoft.com/office/drawing/2014/main" id="{C0380B6C-9104-40F8-BD1C-091F2EF1E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87191" y="6438332"/>
            <a:ext cx="854871" cy="179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4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4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4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Generated </a:t>
            </a:r>
          </a:p>
        </p:txBody>
      </p:sp>
      <p:sp>
        <p:nvSpPr>
          <p:cNvPr id="127" name="pdf-text-55-0">
            <a:extLst xmlns:a="http://schemas.openxmlformats.org/drawingml/2006/main">
              <a:ext uri="{FF2B5EF4-FFF2-40B4-BE49-F238E27FC236}">
                <a16:creationId xmlns:a16="http://schemas.microsoft.com/office/drawing/2014/main" id="{51706DBB-93FD-47AB-9334-6C9585A6B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20272" y="6654045"/>
            <a:ext cx="741449" cy="179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1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1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1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Trajectory</a:t>
            </a:r>
          </a:p>
        </p:txBody>
      </p:sp>
      <p:sp>
        <p:nvSpPr>
          <p:cNvPr id="128" name="pdf-text-56-0">
            <a:extLst xmlns:a="http://schemas.openxmlformats.org/drawingml/2006/main">
              <a:ext uri="{FF2B5EF4-FFF2-40B4-BE49-F238E27FC236}">
                <a16:creationId xmlns:a16="http://schemas.microsoft.com/office/drawing/2014/main" id="{11974DDE-4F0F-476F-8E24-BD46C6CFF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06578" y="458456"/>
            <a:ext cx="814583" cy="179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1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1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1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Reference </a:t>
            </a:r>
          </a:p>
        </p:txBody>
      </p:sp>
      <p:sp>
        <p:nvSpPr>
          <p:cNvPr id="129" name="pdf-text-57-0">
            <a:extLst xmlns:a="http://schemas.openxmlformats.org/drawingml/2006/main">
              <a:ext uri="{FF2B5EF4-FFF2-40B4-BE49-F238E27FC236}">
                <a16:creationId xmlns:a16="http://schemas.microsoft.com/office/drawing/2014/main" id="{8BED861F-9339-4555-9FFB-2E919B71C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20272" y="671968"/>
            <a:ext cx="741449" cy="179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1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1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1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Trajectory</a:t>
            </a:r>
          </a:p>
        </p:txBody>
      </p:sp>
      <p:sp>
        <p:nvSpPr>
          <p:cNvPr id="130" name="pdf-text-58-0">
            <a:extLst xmlns:a="http://schemas.openxmlformats.org/drawingml/2006/main">
              <a:ext uri="{FF2B5EF4-FFF2-40B4-BE49-F238E27FC236}">
                <a16:creationId xmlns:a16="http://schemas.microsoft.com/office/drawing/2014/main" id="{1C198A3A-B131-42DC-80A2-86CAAFFD8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86946" y="6439205"/>
            <a:ext cx="705092" cy="179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3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3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3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Executed</a:t>
            </a:r>
          </a:p>
        </p:txBody>
      </p:sp>
      <p:sp>
        <p:nvSpPr>
          <p:cNvPr id="131" name="pdf-text-60-0">
            <a:extLst xmlns:a="http://schemas.openxmlformats.org/drawingml/2006/main">
              <a:ext uri="{FF2B5EF4-FFF2-40B4-BE49-F238E27FC236}">
                <a16:creationId xmlns:a16="http://schemas.microsoft.com/office/drawing/2014/main" id="{3419D57C-03C5-4790-B3D0-F7C53ABD0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91563" y="6653944"/>
            <a:ext cx="742346" cy="179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1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1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1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Trajectory</a:t>
            </a:r>
          </a:p>
        </p:txBody>
      </p:sp>
      <p:pic>
        <p:nvPic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56F32643-6320-43B4-A044-09EECA73113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dc42b93f494bda"/>
          <a:srcRect xmlns:a="http://schemas.openxmlformats.org/drawingml/2006/main" l="0" t="83" r="0" b="8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90848" y="2598045"/>
            <a:ext cx="2065636" cy="2071715"/>
          </a:xfrm>
          <a:prstGeom xmlns:a="http://schemas.openxmlformats.org/drawingml/2006/main" prst="rect">
            <a:avLst/>
          </a:prstGeom>
        </p:spPr>
      </p:pic>
      <p:sp>
        <p:nvSpPr>
          <p:cNvPr id="133" name="dexmimicgen-source-component-20">
            <a:extLst xmlns:a="http://schemas.openxmlformats.org/drawingml/2006/main">
              <a:ext uri="{FF2B5EF4-FFF2-40B4-BE49-F238E27FC236}">
                <a16:creationId xmlns:a16="http://schemas.microsoft.com/office/drawing/2014/main" id="{AE7F77F5-D895-49D5-B2ED-D7479679C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90848" y="2598045"/>
            <a:ext cx="2065636" cy="2071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4" name="pdf-path-125">
            <a:extLst xmlns:a="http://schemas.openxmlformats.org/drawingml/2006/main">
              <a:ext uri="{FF2B5EF4-FFF2-40B4-BE49-F238E27FC236}">
                <a16:creationId xmlns:a16="http://schemas.microsoft.com/office/drawing/2014/main" id="{0BE9637B-CE08-423F-806A-E5E6759C6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33771" y="3077103"/>
            <a:ext cx="69240" cy="1128753"/>
          </a:xfrm>
          <a:custGeom xmlns:a="http://schemas.openxmlformats.org/drawingml/2006/main">
            <a:pathLst>
              <a:path w="69240" h="1128753">
                <a:moveTo>
                  <a:pt x="69240" y="0"/>
                </a:moveTo>
                <a:lnTo>
                  <a:pt x="69240" y="1042204"/>
                </a:lnTo>
                <a:lnTo>
                  <a:pt x="34620" y="1042204"/>
                </a:lnTo>
                <a:lnTo>
                  <a:pt x="34620" y="0"/>
                </a:lnTo>
                <a:lnTo>
                  <a:pt x="69240" y="0"/>
                </a:lnTo>
                <a:moveTo>
                  <a:pt x="103860" y="1024895"/>
                </a:moveTo>
                <a:lnTo>
                  <a:pt x="51930" y="1128753"/>
                </a:lnTo>
                <a:lnTo>
                  <a:pt x="0" y="1024895"/>
                </a:lnTo>
                <a:lnTo>
                  <a:pt x="103860" y="102489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5" name="pdf-text-61-0">
            <a:extLst xmlns:a="http://schemas.openxmlformats.org/drawingml/2006/main">
              <a:ext uri="{FF2B5EF4-FFF2-40B4-BE49-F238E27FC236}">
                <a16:creationId xmlns:a16="http://schemas.microsoft.com/office/drawing/2014/main" id="{574B7BD7-B0F7-477E-992D-6ADF82BF8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54593" y="64876"/>
            <a:ext cx="3715074" cy="213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63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3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34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New trajectory generation and execution</a:t>
            </a:r>
          </a:p>
        </p:txBody>
      </p:sp>
      <p:sp>
        <p:nvSpPr>
          <p:cNvPr id="136" name="pdf-text-62-0">
            <a:extLst xmlns:a="http://schemas.openxmlformats.org/drawingml/2006/main">
              <a:ext uri="{FF2B5EF4-FFF2-40B4-BE49-F238E27FC236}">
                <a16:creationId xmlns:a16="http://schemas.microsoft.com/office/drawing/2014/main" id="{7B915494-D2EC-4C24-9677-216D5796E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54593" y="64876"/>
            <a:ext cx="3715074" cy="213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63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3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34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New trajectory generation and execution</a:t>
            </a:r>
          </a:p>
        </p:txBody>
      </p:sp>
      <p:sp>
        <p:nvSpPr>
          <p:cNvPr id="137" name="pdf-path-128">
            <a:extLst xmlns:a="http://schemas.openxmlformats.org/drawingml/2006/main">
              <a:ext uri="{FF2B5EF4-FFF2-40B4-BE49-F238E27FC236}">
                <a16:creationId xmlns:a16="http://schemas.microsoft.com/office/drawing/2014/main" id="{0F26FDA0-CCC8-4D23-86B0-FF63EF46D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06210" y="185904"/>
            <a:ext cx="95" cy="6523558"/>
          </a:xfrm>
          <a:custGeom xmlns:a="http://schemas.openxmlformats.org/drawingml/2006/main">
            <a:pathLst>
              <a:path w="95" h="6523558">
                <a:moveTo>
                  <a:pt x="0" y="0"/>
                </a:moveTo>
                <a:lnTo>
                  <a:pt x="0" y="6523558"/>
                </a:lnTo>
              </a:path>
            </a:pathLst>
          </a:custGeom>
          <a:noFill xmlns:a="http://schemas.openxmlformats.org/drawingml/2006/main"/>
          <a:ln xmlns:a="http://schemas.openxmlformats.org/drawingml/2006/main" w="46166">
            <a:solidFill>
              <a:srgbClr val="A6A6A6"/>
            </a:solidFill>
            <a:prstDash val="dot"/>
          </a:ln>
        </p:spPr>
      </p:sp>
      <p:sp>
        <p:nvSpPr>
          <p:cNvPr id="138" name="pdf-text-63-0">
            <a:extLst xmlns:a="http://schemas.openxmlformats.org/drawingml/2006/main">
              <a:ext uri="{FF2B5EF4-FFF2-40B4-BE49-F238E27FC236}">
                <a16:creationId xmlns:a16="http://schemas.microsoft.com/office/drawing/2014/main" id="{7C48E547-147C-4A62-9482-858A432D7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89401" y="3361427"/>
            <a:ext cx="507998" cy="179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8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8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84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Object</a:t>
            </a:r>
          </a:p>
        </p:txBody>
      </p:sp>
      <p:sp>
        <p:nvSpPr>
          <p:cNvPr id="139" name="pdf-text-64-0">
            <a:extLst xmlns:a="http://schemas.openxmlformats.org/drawingml/2006/main">
              <a:ext uri="{FF2B5EF4-FFF2-40B4-BE49-F238E27FC236}">
                <a16:creationId xmlns:a16="http://schemas.microsoft.com/office/drawing/2014/main" id="{397DE83F-B67A-4AFA-BE5F-D080D2A5B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95618" y="3359786"/>
            <a:ext cx="59628" cy="179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1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1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1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</a:t>
            </a:r>
          </a:p>
        </p:txBody>
      </p:sp>
      <p:sp>
        <p:nvSpPr>
          <p:cNvPr id="140" name="pdf-text-65-0">
            <a:extLst xmlns:a="http://schemas.openxmlformats.org/drawingml/2006/main">
              <a:ext uri="{FF2B5EF4-FFF2-40B4-BE49-F238E27FC236}">
                <a16:creationId xmlns:a16="http://schemas.microsoft.com/office/drawing/2014/main" id="{0A0FF116-5031-4265-A99B-B9737A010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54317" y="3362145"/>
            <a:ext cx="600606" cy="179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7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7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7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Centric </a:t>
            </a:r>
          </a:p>
        </p:txBody>
      </p:sp>
      <p:sp>
        <p:nvSpPr>
          <p:cNvPr id="141" name="pdf-text-66-0">
            <a:extLst xmlns:a="http://schemas.openxmlformats.org/drawingml/2006/main">
              <a:ext uri="{FF2B5EF4-FFF2-40B4-BE49-F238E27FC236}">
                <a16:creationId xmlns:a16="http://schemas.microsoft.com/office/drawing/2014/main" id="{143C1979-ABC1-4D72-BB02-AED655359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99151" y="3689590"/>
            <a:ext cx="1907475" cy="1788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1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1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1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Trajectory Transformation</a:t>
            </a:r>
          </a:p>
        </p:txBody>
      </p:sp>
      <p:sp>
        <p:nvSpPr>
          <p:cNvPr id="142" name="pdf-path-133">
            <a:extLst xmlns:a="http://schemas.openxmlformats.org/drawingml/2006/main">
              <a:ext uri="{FF2B5EF4-FFF2-40B4-BE49-F238E27FC236}">
                <a16:creationId xmlns:a16="http://schemas.microsoft.com/office/drawing/2014/main" id="{BE896CF2-EAC6-434B-8BD5-8F9B3D711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86576" y="3151112"/>
            <a:ext cx="1473487" cy="938423"/>
          </a:xfrm>
          <a:custGeom xmlns:a="http://schemas.openxmlformats.org/drawingml/2006/main">
            <a:pathLst>
              <a:path w="1473487" h="938423">
                <a:moveTo>
                  <a:pt x="0" y="96935"/>
                </a:moveTo>
                <a:lnTo>
                  <a:pt x="1415866" y="0"/>
                </a:lnTo>
                <a:lnTo>
                  <a:pt x="1473487" y="841411"/>
                </a:lnTo>
                <a:lnTo>
                  <a:pt x="57623" y="938423"/>
                </a:lnTo>
                <a:lnTo>
                  <a:pt x="0" y="96935"/>
                </a:lnTo>
              </a:path>
            </a:pathLst>
          </a:custGeom>
          <a:noFill xmlns:a="http://schemas.openxmlformats.org/drawingml/2006/main"/>
          <a:ln xmlns:a="http://schemas.openxmlformats.org/drawingml/2006/main" w="46166">
            <a:solidFill>
              <a:srgbClr val="FDECAC"/>
            </a:solidFill>
            <a:prstDash val="solid"/>
          </a:ln>
        </p:spPr>
      </p:sp>
      <p:sp>
        <p:nvSpPr>
          <p:cNvPr id="143" name="pdf-path-134">
            <a:extLst xmlns:a="http://schemas.openxmlformats.org/drawingml/2006/main">
              <a:ext uri="{FF2B5EF4-FFF2-40B4-BE49-F238E27FC236}">
                <a16:creationId xmlns:a16="http://schemas.microsoft.com/office/drawing/2014/main" id="{191114B5-A29A-4CCE-A28F-CD0E15BF3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56485" y="3613784"/>
            <a:ext cx="3045834" cy="586687"/>
          </a:xfrm>
          <a:custGeom xmlns:a="http://schemas.openxmlformats.org/drawingml/2006/main">
            <a:pathLst>
              <a:path w="3045834" h="586687">
                <a:moveTo>
                  <a:pt x="0" y="0"/>
                </a:moveTo>
                <a:lnTo>
                  <a:pt x="3045834" y="0"/>
                </a:lnTo>
                <a:lnTo>
                  <a:pt x="3045834" y="500138"/>
                </a:lnTo>
                <a:lnTo>
                  <a:pt x="3011215" y="500138"/>
                </a:lnTo>
                <a:lnTo>
                  <a:pt x="3011215" y="17310"/>
                </a:lnTo>
                <a:lnTo>
                  <a:pt x="3028524" y="34620"/>
                </a:lnTo>
                <a:lnTo>
                  <a:pt x="0" y="34620"/>
                </a:lnTo>
                <a:lnTo>
                  <a:pt x="0" y="0"/>
                </a:lnTo>
                <a:moveTo>
                  <a:pt x="3080454" y="482828"/>
                </a:moveTo>
                <a:lnTo>
                  <a:pt x="3028524" y="586687"/>
                </a:lnTo>
                <a:lnTo>
                  <a:pt x="2976595" y="482828"/>
                </a:lnTo>
                <a:lnTo>
                  <a:pt x="3080454" y="482828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4" name="pdf-path-135">
            <a:extLst xmlns:a="http://schemas.openxmlformats.org/drawingml/2006/main">
              <a:ext uri="{FF2B5EF4-FFF2-40B4-BE49-F238E27FC236}">
                <a16:creationId xmlns:a16="http://schemas.microsoft.com/office/drawing/2014/main" id="{45A8D4F2-24DB-4A5F-9818-9F3622BDC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06356" y="4669759"/>
            <a:ext cx="1235767" cy="586764"/>
          </a:xfrm>
          <a:custGeom xmlns:a="http://schemas.openxmlformats.org/drawingml/2006/main">
            <a:pathLst>
              <a:path w="1235767" h="586764">
                <a:moveTo>
                  <a:pt x="1235767" y="586764"/>
                </a:moveTo>
                <a:lnTo>
                  <a:pt x="0" y="586764"/>
                </a:lnTo>
                <a:lnTo>
                  <a:pt x="0" y="86626"/>
                </a:lnTo>
                <a:lnTo>
                  <a:pt x="34620" y="86626"/>
                </a:lnTo>
                <a:lnTo>
                  <a:pt x="34620" y="569454"/>
                </a:lnTo>
                <a:lnTo>
                  <a:pt x="17310" y="552144"/>
                </a:lnTo>
                <a:lnTo>
                  <a:pt x="1235767" y="552144"/>
                </a:lnTo>
                <a:lnTo>
                  <a:pt x="1235767" y="586764"/>
                </a:lnTo>
                <a:moveTo>
                  <a:pt x="-34619" y="103936"/>
                </a:moveTo>
                <a:lnTo>
                  <a:pt x="17310" y="0"/>
                </a:lnTo>
                <a:lnTo>
                  <a:pt x="69240" y="103936"/>
                </a:lnTo>
                <a:lnTo>
                  <a:pt x="-34619" y="10393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5" name="pdf-text-67-0">
            <a:extLst xmlns:a="http://schemas.openxmlformats.org/drawingml/2006/main">
              <a:ext uri="{FF2B5EF4-FFF2-40B4-BE49-F238E27FC236}">
                <a16:creationId xmlns:a16="http://schemas.microsoft.com/office/drawing/2014/main" id="{BA73623A-83B0-4132-BC9E-BA233AF53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390" y="1531623"/>
            <a:ext cx="392145" cy="179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2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2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2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Right</a:t>
            </a:r>
          </a:p>
        </p:txBody>
      </p:sp>
      <p:sp>
        <p:nvSpPr>
          <p:cNvPr id="146" name="pdf-text-68-0">
            <a:extLst xmlns:a="http://schemas.openxmlformats.org/drawingml/2006/main">
              <a:ext uri="{FF2B5EF4-FFF2-40B4-BE49-F238E27FC236}">
                <a16:creationId xmlns:a16="http://schemas.microsoft.com/office/drawing/2014/main" id="{7A1CF992-0316-4416-B8C1-EFD344613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3899" y="1742694"/>
            <a:ext cx="317676" cy="179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6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6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6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Arm</a:t>
            </a:r>
          </a:p>
        </p:txBody>
      </p:sp>
      <p:sp>
        <p:nvSpPr>
          <p:cNvPr id="147" name="pdf-text-69-0">
            <a:extLst xmlns:a="http://schemas.openxmlformats.org/drawingml/2006/main">
              <a:ext uri="{FF2B5EF4-FFF2-40B4-BE49-F238E27FC236}">
                <a16:creationId xmlns:a16="http://schemas.microsoft.com/office/drawing/2014/main" id="{7F2E95BD-FCC1-43B8-BF67-6842B4AD6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0442" y="5307284"/>
            <a:ext cx="282918" cy="179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3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3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3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Left</a:t>
            </a:r>
          </a:p>
        </p:txBody>
      </p:sp>
      <p:sp>
        <p:nvSpPr>
          <p:cNvPr id="148" name="pdf-text-70-0">
            <a:extLst xmlns:a="http://schemas.openxmlformats.org/drawingml/2006/main">
              <a:ext uri="{FF2B5EF4-FFF2-40B4-BE49-F238E27FC236}">
                <a16:creationId xmlns:a16="http://schemas.microsoft.com/office/drawing/2014/main" id="{4C10E7C1-7DC1-4B82-BC67-341F7C442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3899" y="5519309"/>
            <a:ext cx="317676" cy="179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6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6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6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Arm</a:t>
            </a:r>
          </a:p>
        </p:txBody>
      </p:sp>
      <p:sp>
        <p:nvSpPr>
          <p:cNvPr id="149" name="pdf-text-71-0">
            <a:extLst xmlns:a="http://schemas.openxmlformats.org/drawingml/2006/main">
              <a:ext uri="{FF2B5EF4-FFF2-40B4-BE49-F238E27FC236}">
                <a16:creationId xmlns:a16="http://schemas.microsoft.com/office/drawing/2014/main" id="{2927CEF5-F42A-480B-A104-707BFAFEC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5829" y="3407736"/>
            <a:ext cx="254934" cy="179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4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4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4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Full</a:t>
            </a:r>
          </a:p>
        </p:txBody>
      </p:sp>
      <p:sp>
        <p:nvSpPr>
          <p:cNvPr id="150" name="pdf-text-72-0">
            <a:extLst xmlns:a="http://schemas.openxmlformats.org/drawingml/2006/main">
              <a:ext uri="{FF2B5EF4-FFF2-40B4-BE49-F238E27FC236}">
                <a16:creationId xmlns:a16="http://schemas.microsoft.com/office/drawing/2014/main" id="{A1A8ADBA-CF71-40EA-8E57-07057E45A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420" y="3614257"/>
            <a:ext cx="460021" cy="179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5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Demo</a:t>
            </a:r>
          </a:p>
        </p:txBody>
      </p:sp>
      <p:sp>
        <p:nvSpPr>
          <p:cNvPr id="151" name="pdf-path-142">
            <a:extLst xmlns:a="http://schemas.openxmlformats.org/drawingml/2006/main">
              <a:ext uri="{FF2B5EF4-FFF2-40B4-BE49-F238E27FC236}">
                <a16:creationId xmlns:a16="http://schemas.microsoft.com/office/drawing/2014/main" id="{CA635165-4C0C-434F-9FFA-A986499B5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93772" y="638958"/>
            <a:ext cx="2071407" cy="1136832"/>
          </a:xfrm>
          <a:custGeom xmlns:a="http://schemas.openxmlformats.org/drawingml/2006/main">
            <a:pathLst>
              <a:path w="2071407" h="1136832">
                <a:moveTo>
                  <a:pt x="0" y="1136832"/>
                </a:moveTo>
                <a:lnTo>
                  <a:pt x="2071407" y="1136832"/>
                </a:lnTo>
                <a:lnTo>
                  <a:pt x="2071407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7312">
            <a:solidFill>
              <a:srgbClr val="595959"/>
            </a:solidFill>
            <a:prstDash val="solid"/>
          </a:ln>
        </p:spPr>
      </p:sp>
      <p:sp>
        <p:nvSpPr>
          <p:cNvPr id="152" name="pdf-path-144">
            <a:extLst xmlns:a="http://schemas.openxmlformats.org/drawingml/2006/main">
              <a:ext uri="{FF2B5EF4-FFF2-40B4-BE49-F238E27FC236}">
                <a16:creationId xmlns:a16="http://schemas.microsoft.com/office/drawing/2014/main" id="{72C9CCFB-8CB8-4315-9F77-EA770EA9D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77397" y="1091906"/>
            <a:ext cx="213488" cy="225059"/>
          </a:xfrm>
          <a:custGeom xmlns:a="http://schemas.openxmlformats.org/drawingml/2006/main">
            <a:pathLst>
              <a:path w="213488" h="225059">
                <a:moveTo>
                  <a:pt x="0" y="225059"/>
                </a:moveTo>
                <a:lnTo>
                  <a:pt x="213488" y="225059"/>
                </a:lnTo>
                <a:lnTo>
                  <a:pt x="21348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AED4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3" name="pdf-path-145">
            <a:extLst xmlns:a="http://schemas.openxmlformats.org/drawingml/2006/main">
              <a:ext uri="{FF2B5EF4-FFF2-40B4-BE49-F238E27FC236}">
                <a16:creationId xmlns:a16="http://schemas.microsoft.com/office/drawing/2014/main" id="{6221D204-2CE1-480F-9CDD-F81C853E0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77397" y="1443950"/>
            <a:ext cx="213488" cy="225058"/>
          </a:xfrm>
          <a:custGeom xmlns:a="http://schemas.openxmlformats.org/drawingml/2006/main">
            <a:pathLst>
              <a:path w="213488" h="225058">
                <a:moveTo>
                  <a:pt x="0" y="225058"/>
                </a:moveTo>
                <a:lnTo>
                  <a:pt x="213488" y="225058"/>
                </a:lnTo>
                <a:lnTo>
                  <a:pt x="21348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DECA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4" name="pdf-path-146">
            <a:extLst xmlns:a="http://schemas.openxmlformats.org/drawingml/2006/main">
              <a:ext uri="{FF2B5EF4-FFF2-40B4-BE49-F238E27FC236}">
                <a16:creationId xmlns:a16="http://schemas.microsoft.com/office/drawing/2014/main" id="{A66DB59E-F978-4BC4-9351-5F3B6E8C1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77397" y="739941"/>
            <a:ext cx="213488" cy="225058"/>
          </a:xfrm>
          <a:custGeom xmlns:a="http://schemas.openxmlformats.org/drawingml/2006/main">
            <a:pathLst>
              <a:path w="213488" h="225058">
                <a:moveTo>
                  <a:pt x="0" y="225058"/>
                </a:moveTo>
                <a:lnTo>
                  <a:pt x="213488" y="225058"/>
                </a:lnTo>
                <a:lnTo>
                  <a:pt x="21348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D99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5" name="pdf-text-73-0">
            <a:extLst xmlns:a="http://schemas.openxmlformats.org/drawingml/2006/main">
              <a:ext uri="{FF2B5EF4-FFF2-40B4-BE49-F238E27FC236}">
                <a16:creationId xmlns:a16="http://schemas.microsoft.com/office/drawing/2014/main" id="{2524AF63-D256-49E0-AE6C-46EE46196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82589" y="739977"/>
            <a:ext cx="623691" cy="179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3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3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3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Left arm</a:t>
            </a:r>
          </a:p>
        </p:txBody>
      </p:sp>
      <p:sp>
        <p:nvSpPr>
          <p:cNvPr id="156" name="pdf-text-74-0">
            <a:extLst xmlns:a="http://schemas.openxmlformats.org/drawingml/2006/main">
              <a:ext uri="{FF2B5EF4-FFF2-40B4-BE49-F238E27FC236}">
                <a16:creationId xmlns:a16="http://schemas.microsoft.com/office/drawing/2014/main" id="{2B19F2F6-A6AE-471C-81F1-0078EB9B1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82973" y="1096273"/>
            <a:ext cx="732739" cy="179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3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3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3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Right arm</a:t>
            </a:r>
          </a:p>
        </p:txBody>
      </p:sp>
      <p:sp>
        <p:nvSpPr>
          <p:cNvPr id="157" name="pdf-text-75-0">
            <a:extLst xmlns:a="http://schemas.openxmlformats.org/drawingml/2006/main">
              <a:ext uri="{FF2B5EF4-FFF2-40B4-BE49-F238E27FC236}">
                <a16:creationId xmlns:a16="http://schemas.microsoft.com/office/drawing/2014/main" id="{B3ABDB83-8688-4330-9BB0-4DE48D7DB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83435" y="1452808"/>
            <a:ext cx="298331" cy="179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4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4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44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Two</a:t>
            </a:r>
          </a:p>
        </p:txBody>
      </p:sp>
      <p:sp>
        <p:nvSpPr>
          <p:cNvPr id="158" name="pdf-text-76-0">
            <a:extLst xmlns:a="http://schemas.openxmlformats.org/drawingml/2006/main">
              <a:ext uri="{FF2B5EF4-FFF2-40B4-BE49-F238E27FC236}">
                <a16:creationId xmlns:a16="http://schemas.microsoft.com/office/drawing/2014/main" id="{1429494C-E41A-4BDC-B48D-1961F5392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78470" y="1442243"/>
            <a:ext cx="59628" cy="179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1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1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1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</a:t>
            </a:r>
          </a:p>
        </p:txBody>
      </p:sp>
      <p:sp>
        <p:nvSpPr>
          <p:cNvPr id="159" name="pdf-text-77-0">
            <a:extLst xmlns:a="http://schemas.openxmlformats.org/drawingml/2006/main">
              <a:ext uri="{FF2B5EF4-FFF2-40B4-BE49-F238E27FC236}">
                <a16:creationId xmlns:a16="http://schemas.microsoft.com/office/drawing/2014/main" id="{8E91F409-BE27-43A7-B263-3DAC358C1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37093" y="1445932"/>
            <a:ext cx="1278518" cy="179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5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arm coordination</a:t>
            </a:r>
          </a:p>
        </p:txBody>
      </p:sp>
    </p:spTree>
    <p:extLst>
      <p:ext uri="{BB962C8B-B14F-4D97-AF65-F5344CB8AC3E}">
        <p14:creationId xmlns:p14="http://schemas.microsoft.com/office/powerpoint/2010/main" val="6489518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2026-10-09T21:35:05.7930000Z</dcterms:created>
  <dcterms:modified xsi:type="dcterms:W3CDTF">2026-10-09T21:35:05.7930000Z</dcterms:modified>
</coreProperties>
</file>