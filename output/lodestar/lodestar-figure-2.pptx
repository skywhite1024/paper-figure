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f3235a7044188" /><Relationship Type="http://schemas.openxmlformats.org/officeDocument/2006/relationships/extended-properties" Target="/docProps/app.xml" Id="Re36c2c54ff9e4d67" /><Relationship Type="http://schemas.openxmlformats.org/officeDocument/2006/relationships/officeDocument" Target="/ppt/presentation.xml" Id="R770222f139dd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b46b708d549ca"/>
  </p:sldMasterIdLst>
  <p:notesMasterIdLst>
    <p:notesMasterId xmlns:r="http://schemas.openxmlformats.org/officeDocument/2006/relationships" r:id="R9b39289252294b71"/>
  </p:notesMasterIdLst>
  <p:sldIdLst>
    <p:sldId xmlns:r="http://schemas.openxmlformats.org/officeDocument/2006/relationships" id="256" r:id="R8f42e8e3488044bf"/>
  </p:sldIdLst>
  <p:sldSz cx="11201400" cy="628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c9ef1355e940c6" /><Relationship Type="http://schemas.openxmlformats.org/officeDocument/2006/relationships/slideMaster" Target="/ppt/slideMasters/slideMaster1.xml" Id="R15cb46b708d549ca" /><Relationship Type="http://schemas.openxmlformats.org/officeDocument/2006/relationships/notesMaster" Target="/ppt/notesMasters/notesMaster1.xml" Id="R9b39289252294b71" /><Relationship Type="http://schemas.openxmlformats.org/officeDocument/2006/relationships/presProps" Target="/ppt/presProps.xml" Id="R1a5f45e840864583" /><Relationship Type="http://schemas.openxmlformats.org/officeDocument/2006/relationships/tableStyles" Target="/ppt/tableStyles.xml" Id="R9de2b6595f884e8b" /><Relationship Type="http://schemas.openxmlformats.org/officeDocument/2006/relationships/slide" Target="/ppt/slides/slide1.xml" Id="R8f42e8e34880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1a34c945f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d74100c834a5c" /><Relationship Type="http://schemas.openxmlformats.org/officeDocument/2006/relationships/notesMaster" Target="/ppt/notesMasters/notesMaster1.xml" Id="R0a4c02762298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"LodeStar: Long-horizon Dexterity via Synthetic Data Augmentation from Human Demonstrations",</a:t>
            </a:r>
          </a:p>
          <a:p xmlns:a="http://schemas.openxmlformats.org/drawingml/2006/main">
            <a:r>
              <a:t>  "paper_url": "https://arxiv.org/abs/2508.17547v1",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"Source-native geometry and ordinary typeable labels, source mathematical glyph outlines and separately isolated photographs/icons. Source image transforms, masks and clipping retained; no whole-figure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"168186b6e75d1ce28e7cfaf06428404d46c81a9fcc1e96e4a787caa58161fa05",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110,</a:t>
            </a:r>
          </a:p>
          <a:p xmlns:a="http://schemas.openxmlformats.org/drawingml/2006/main">
            <a:r>
              <a:t>    73,</a:t>
            </a:r>
          </a:p>
          <a:p xmlns:a="http://schemas.openxmlformats.org/drawingml/2006/main">
            <a:r>
              <a:t>    502,</a:t>
            </a:r>
          </a:p>
          <a:p xmlns:a="http://schemas.openxmlformats.org/drawingml/2006/main">
            <a:r>
              <a:t>    293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"Source inspected; preview and independent editor QA pending.",</a:t>
            </a:r>
          </a:p>
          <a:p xmlns:a="http://schemas.openxmlformats.org/drawingml/2006/main">
            <a:r>
              <a:t>  "font_substitutions": "Source Times labels use width-fitted Times New Roman with original bold/italic styling; Cambria mathematical outlines retained.",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"110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"unhandled image/shading at seq 11: [123.64286041259766, 218.603271484375, 166.71505737304688, 248.0088653564453]; requires reviewed raster region",</a:t>
            </a:r>
          </a:p>
          <a:p xmlns:a="http://schemas.openxmlformats.org/drawingml/2006/main">
            <a:r>
              <a:t>    "unhandled image/shading at seq 13: [121.25660705566406, 221.425537109375, 164.3288116455078, 250.8468017578125]; requires reviewed raster region",</a:t>
            </a:r>
          </a:p>
          <a:p xmlns:a="http://schemas.openxmlformats.org/drawingml/2006/main">
            <a:r>
              <a:t>    "unhandled image/shading at seq 15: [118.87034606933594, 224.08526611328125, 161.9425506591797, 253.56964111328125]; requires reviewed raster region",</a:t>
            </a:r>
          </a:p>
          <a:p xmlns:a="http://schemas.openxmlformats.org/drawingml/2006/main">
            <a:r>
              <a:t>    "unhandled image/shading at seq 18: [203.17794799804688, 218.60369873046875, 246.0975341796875, 247.71600341796875]; requires reviewed raster region",</a:t>
            </a:r>
          </a:p>
          <a:p xmlns:a="http://schemas.openxmlformats.org/drawingml/2006/main">
            <a:r>
              <a:t>    "unhandled image/shading at seq 20: [200.80612182617188, 221.48287963867188, 243.7257080078125, 250.59518432617188]; requires reviewed raster region",</a:t>
            </a:r>
          </a:p>
          <a:p xmlns:a="http://schemas.openxmlformats.org/drawingml/2006/main">
            <a:r>
              <a:t>    "unhandled image/shading at seq 22: [198.43017578125, 224.35794067382812, 241.34976196289062, 253.47024536132812]; requires reviewed raster region",</a:t>
            </a:r>
          </a:p>
          <a:p xmlns:a="http://schemas.openxmlformats.org/drawingml/2006/main">
            <a:r>
              <a:t>    "unhandled image/shading at seq 26: [458.04315185546875, 220.25653076171875, 492.0302734375, 254.24365234375]; requires reviewed raster region",</a:t>
            </a:r>
          </a:p>
          <a:p xmlns:a="http://schemas.openxmlformats.org/drawingml/2006/main">
            <a:r>
              <a:t>    "unhandled image/shading at seq 41: [318.2337951660156, 153.3292236328125, 349.7897033691406, 174.73416137695312]; requires reviewed raster region",</a:t>
            </a:r>
          </a:p>
          <a:p xmlns:a="http://schemas.openxmlformats.org/drawingml/2006/main">
            <a:r>
              <a:t>    "unhandled image/shading at seq 43: [316.48895263671875, 155.44528198242188, 348.04486083984375, 176.8502197265625]; requires reviewed raster region",</a:t>
            </a:r>
          </a:p>
          <a:p xmlns:a="http://schemas.openxmlformats.org/drawingml/2006/main">
            <a:r>
              <a:t>    "unhandled image/shading at seq 45: [314.7441101074219, 157.56137084960938, 346.3000183105469, 178.96630859375]; requires reviewed raster region",</a:t>
            </a:r>
          </a:p>
          <a:p xmlns:a="http://schemas.openxmlformats.org/drawingml/2006/main">
            <a:r>
              <a:t>    "unhandled image/shading at seq 47: [315.17724609375, 106.07889556884766, 346.72613525390625, 127.57003784179688]; requires reviewed raster region",</a:t>
            </a:r>
          </a:p>
          <a:p xmlns:a="http://schemas.openxmlformats.org/drawingml/2006/main">
            <a:r>
              <a:t>    "unhandled image/shading at seq 49: [316.92205810546875, 103.96282196044922, 348.470947265625, 125.45396423339844]; requires reviewed raster region",</a:t>
            </a:r>
          </a:p>
          <a:p xmlns:a="http://schemas.openxmlformats.org/drawingml/2006/main">
            <a:r>
              <a:t>    "unhandled image/shading at seq 51: [318.6710205078125, 101.84674835205078, 350.21990966796875, 123.337890625]; requires reviewed raster region",</a:t>
            </a:r>
          </a:p>
          <a:p xmlns:a="http://schemas.openxmlformats.org/drawingml/2006/main">
            <a:r>
              <a:t>    "unhandled image/shading at seq 58: [417.614990234375, 228.66390991210938, 433.7507629394531, 244.79969787597656]; requires reviewed raster region",</a:t>
            </a:r>
          </a:p>
          <a:p xmlns:a="http://schemas.openxmlformats.org/drawingml/2006/main">
            <a:r>
              <a:t>    "unhandled image/shading at seq 59: [117.82221221923828, 95.94649505615234, 160.51080322265625, 125.16522216796875]; requires reviewed raster region",</a:t>
            </a:r>
          </a:p>
          <a:p xmlns:a="http://schemas.openxmlformats.org/drawingml/2006/main">
            <a:r>
              <a:t>    "unhandled image/shading at seq 61: [259.11981201171875, 95.94649505615234, 301.8001708984375, 125.17759704589844]; requires reviewed raster region",</a:t>
            </a:r>
          </a:p>
          <a:p xmlns:a="http://schemas.openxmlformats.org/drawingml/2006/main">
            <a:r>
              <a:t>    "unhandled image/shading at seq 68: [239.3285675048828, 161.29852294921875, 264.9408874511719, 178.8260498046875]; requires reviewed raster region",</a:t>
            </a:r>
          </a:p>
          <a:p xmlns:a="http://schemas.openxmlformats.org/drawingml/2006/main">
            <a:r>
              <a:t>    "unhandled image/shading at seq 70: [240.87127685546875, 159.74424743652344, 266.4836120605469, 177.2833251953125]; requires reviewed raster region",</a:t>
            </a:r>
          </a:p>
          <a:p xmlns:a="http://schemas.openxmlformats.org/drawingml/2006/main">
            <a:r>
              <a:t>    "unhandled image/shading at seq 72: [242.6986083984375, 158.20567321777344, 268.3109436035156, 175.7447509765625]; requires reviewed raster region",</a:t>
            </a:r>
          </a:p>
          <a:p xmlns:a="http://schemas.openxmlformats.org/drawingml/2006/main">
            <a:r>
              <a:t>    "unhandled image/shading at seq 75: [264.5799560546875, 145.87222290039062, 276.5491943359375, 157.84144592285156]; requires reviewed raster region",</a:t>
            </a:r>
          </a:p>
          <a:p xmlns:a="http://schemas.openxmlformats.org/drawingml/2006/main">
            <a:r>
              <a:t>    "unhandled image/shading at seq 81: [366.7508544921875, 201.64871215820312, 389.7071533203125, 217.28662109375]; requires reviewed raster region",</a:t>
            </a:r>
          </a:p>
          <a:p xmlns:a="http://schemas.openxmlformats.org/drawingml/2006/main">
            <a:r>
              <a:t>    "unhandled image/shading at seq 83: [365.47625732421875, 203.17904663085938, 388.43255615234375, 218.81695556640625]; requires reviewed raster region",</a:t>
            </a:r>
          </a:p>
          <a:p xmlns:a="http://schemas.openxmlformats.org/drawingml/2006/main">
            <a:r>
              <a:t>    "unhandled image/shading at seq 85: [364.1068115234375, 204.7217559814453, 387.0631103515625, 220.3596649169922]; requires reviewed raster region",</a:t>
            </a:r>
          </a:p>
          <a:p xmlns:a="http://schemas.openxmlformats.org/drawingml/2006/main">
            <a:r>
              <a:t>    "unhandled image/shading at seq 87: [365.9671325683594, 245.5825958251953, 388.6491394042969, 261.0332336425781]; requires reviewed raster region",</a:t>
            </a:r>
          </a:p>
          <a:p xmlns:a="http://schemas.openxmlformats.org/drawingml/2006/main">
            <a:r>
              <a:t>    "unhandled image/shading at seq 89: [364.8121643066406, 247.3047332763672, 387.4941711425781, 262.75537109375]; requires reviewed raster region",</a:t>
            </a:r>
          </a:p>
          <a:p xmlns:a="http://schemas.openxmlformats.org/drawingml/2006/main">
            <a:r>
              <a:t>    "unhandled image/shading at seq 91: [363.455078125, 248.8400421142578, 386.1370849609375, 264.2906799316406]; requires reviewed raster region",</a:t>
            </a:r>
          </a:p>
          <a:p xmlns:a="http://schemas.openxmlformats.org/drawingml/2006/main">
            <a:r>
              <a:t>    "unhandled image/shading at seq 93: [366.74261474609375, 224.4074249267578, 389.4241943359375, 239.85806274414062]; requires reviewed raster region",</a:t>
            </a:r>
          </a:p>
          <a:p xmlns:a="http://schemas.openxmlformats.org/drawingml/2006/main">
            <a:r>
              <a:t>    "unhandled image/shading at seq 95: [365.5876159667969, 226.1275177001953, 388.2691955566406, 241.57815551757812]; requires reviewed raster region",</a:t>
            </a:r>
          </a:p>
          <a:p xmlns:a="http://schemas.openxmlformats.org/drawingml/2006/main">
            <a:r>
              <a:t>    "unhandled image/shading at seq 97: [364.23468017578125, 227.66197204589844, 386.916259765625, 243.11260986328125]; requires reviewed raster region",</a:t>
            </a:r>
          </a:p>
          <a:p xmlns:a="http://schemas.openxmlformats.org/drawingml/2006/main">
            <a:r>
              <a:t>    "unhandled image/shading at seq 99: [371.077880859375, 263.7911376953125, 382.07403564453125, 274.78729248046875]; requires reviewed raster region",</a:t>
            </a:r>
          </a:p>
          <a:p xmlns:a="http://schemas.openxmlformats.org/drawingml/2006/main">
            <a:r>
              <a:t>    "unhandled image/shading at seq 129: [359.0702819824219, 131.39630126953125, 376.96575927734375, 149.29176330566406]; requires reviewed raster region",</a:t>
            </a:r>
          </a:p>
          <a:p xmlns:a="http://schemas.openxmlformats.org/drawingml/2006/main">
            <a:r>
              <a:t>    "unhandled image/shading at seq 157: [192.98532104492188, 95.94608306884766, 235.66566467285156, 125.17759704589844]; requires reviewed raster region",</a:t>
            </a:r>
          </a:p>
          <a:p xmlns:a="http://schemas.openxmlformats.org/drawingml/2006/main">
            <a:r>
              <a:t>    "unhandled image/shading at seq 171: [477.1702880859375, 143.7025146484375, 482.5252380371094, 149.05746459960938]; requires reviewed raster region",</a:t>
            </a:r>
          </a:p>
          <a:p xmlns:a="http://schemas.openxmlformats.org/drawingml/2006/main">
            <a:r>
              <a:t>    "unhandled image/shading at seq 173: [267.7120056152344, 235.9183807373047, 281.33697509765625, 249.5433349609375]; requires reviewed raster region",</a:t>
            </a:r>
          </a:p>
          <a:p xmlns:a="http://schemas.openxmlformats.org/drawingml/2006/main">
            <a:r>
              <a:t>    "unhandled image/shading at seq 183: [287.33416748046875, 218.0204315185547, 300.9591369628906, 231.6453857421875]; requires reviewed raster region",</a:t>
            </a:r>
          </a:p>
          <a:p xmlns:a="http://schemas.openxmlformats.org/drawingml/2006/main">
            <a:r>
              <a:t>    "unhandled image/shading at seq 185: [477.1702880859375, 122.50053405761719, 482.5252380371094, 127.85547637939453]; requires reviewed raster region",</a:t>
            </a:r>
          </a:p>
          <a:p xmlns:a="http://schemas.openxmlformats.org/drawingml/2006/main">
            <a:r>
              <a:t>    "unhandled image/shading at seq 220: [276.3825378417969, 154.57656860351562, 301.9907531738281, 172.07769775390625]; requires reviewed raster region",</a:t>
            </a:r>
          </a:p>
          <a:p xmlns:a="http://schemas.openxmlformats.org/drawingml/2006/main">
            <a:r>
              <a:t>    "unhandled image/shading at seq 222: [274.4974670410156, 156.0326690673828, 300.1056823730469, 173.53379821777344]; requires reviewed raster region",</a:t>
            </a:r>
          </a:p>
          <a:p xmlns:a="http://schemas.openxmlformats.org/drawingml/2006/main">
            <a:r>
              <a:t>    "unhandled image/shading at seq 224: [272.67425537109375, 157.5877685546875, 298.282470703125, 175.08889770507812]; requires reviewed raster region",</a:t>
            </a:r>
          </a:p>
          <a:p xmlns:a="http://schemas.openxmlformats.org/drawingml/2006/main">
            <a:r>
              <a:t>    "unhandled image/shading at seq 227: [119.91353607177734, 76.2690658569336, 131.72683715820312, 88.08236694335938]; requires reviewed raster region",</a:t>
            </a:r>
          </a:p>
          <a:p xmlns:a="http://schemas.openxmlformats.org/drawingml/2006/main">
            <a:r>
              <a:t>    "unhandled image/shading at seq 228: [119.91353607177734, 192.31735229492188, 131.83985900878906, 204.24368286132812]; requires reviewed raster region",</a:t>
            </a:r>
          </a:p>
          <a:p xmlns:a="http://schemas.openxmlformats.org/drawingml/2006/main">
            <a:r>
              <a:t>    "unhandled image/shading at seq 229: [316.3817138671875, 76.25215148925781, 328.1913146972656, 88.06173706054688]; requires reviewed raster region",</a:t>
            </a:r>
          </a:p>
          <a:p xmlns:a="http://schemas.openxmlformats.org/drawingml/2006/main">
            <a:r>
              <a:t>    "unhandled image/shading at seq 232: [185.593505859375, 156.4835205078125, 199.6573486328125, 170.54736328125];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"Source ordinary labels are typeable; source mathematical notation remains editable paths rather than live equations. Individual source photographs, decorative icons and source effects remain raster.",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"Every source image instance is isolated with original SVG transforms, masks and clips; no full-panel bitmap. Source custom dashed paths expanded to native editable line segments."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6f0136b8e4f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cabd7c21046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1cac5577544c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467798f654b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8ddaf9b9d4c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b40756a05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B9DBA0-5AAF-419B-8FFB-8602DF1BE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0140" y="2374900"/>
            <a:ext cx="8961120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B2A0DE-CF88-4F8C-B8B0-CCFEC4C412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80210" y="3457575"/>
            <a:ext cx="784098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F114F3-1E0B-4925-88BD-193E70E8B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20140" y="2619375"/>
            <a:ext cx="896112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12724C-8737-470A-B1D0-D4FC08B3C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488950"/>
            <a:ext cx="9941243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3E107C-BC3E-42B6-9093-4E92664BA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46250"/>
            <a:ext cx="9941243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21E3F3-2DAD-45C5-B3B7-A2C75C00F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488950"/>
            <a:ext cx="9941243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43D351-24D0-443F-BAE5-5D333A0E2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46250"/>
            <a:ext cx="4620578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BCF25F-E75A-4D80-A238-17C74EE663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50744" y="1746250"/>
            <a:ext cx="4620578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2BC202-3D34-492B-B0B0-B7C89FAE7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079" y="488950"/>
            <a:ext cx="9941243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FC2451-2617-4C6C-9040-791614057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079" y="1746250"/>
            <a:ext cx="4620578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b95a0cf134b89" /><Relationship Type="http://schemas.openxmlformats.org/officeDocument/2006/relationships/slideLayout" Target="/ppt/slideLayouts/slideLayout1.xml" Id="Rf0fc4a0f0baa470a" /><Relationship Type="http://schemas.openxmlformats.org/officeDocument/2006/relationships/slideLayout" Target="/ppt/slideLayouts/slideLayout2.xml" Id="Rc2a1ede3ad1743df" /><Relationship Type="http://schemas.openxmlformats.org/officeDocument/2006/relationships/slideLayout" Target="/ppt/slideLayouts/slideLayout3.xml" Id="R1eb7833007504b10" /><Relationship Type="http://schemas.openxmlformats.org/officeDocument/2006/relationships/slideLayout" Target="/ppt/slideLayouts/slideLayout4.xml" Id="R20d65d0a48f44e7c" /><Relationship Type="http://schemas.openxmlformats.org/officeDocument/2006/relationships/slideLayout" Target="/ppt/slideLayouts/slideLayout5.xml" Id="R9e73cbaaf7014bd9" /><Relationship Type="http://schemas.openxmlformats.org/officeDocument/2006/relationships/slideLayout" Target="/ppt/slideLayouts/slideLayout6.xml" Id="Rfd5c4776c41a4a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fc4a0f0baa470a"/>
    <p:sldLayoutId xmlns:r="http://schemas.openxmlformats.org/officeDocument/2006/relationships" id="2147483650" r:id="Rc2a1ede3ad1743df"/>
    <p:sldLayoutId xmlns:r="http://schemas.openxmlformats.org/officeDocument/2006/relationships" id="2147483651" r:id="R1eb7833007504b10"/>
    <p:sldLayoutId xmlns:r="http://schemas.openxmlformats.org/officeDocument/2006/relationships" id="2147483652" r:id="R20d65d0a48f44e7c"/>
    <p:sldLayoutId xmlns:r="http://schemas.openxmlformats.org/officeDocument/2006/relationships" id="2147483653" r:id="R9e73cbaaf7014bd9"/>
    <p:sldLayoutId xmlns:r="http://schemas.openxmlformats.org/officeDocument/2006/relationships" id="2147483654" r:id="Rfd5c4776c41a4a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07b0f3730472a" /><Relationship Type="http://schemas.openxmlformats.org/officeDocument/2006/relationships/image" Target="/ppt/media/image.png" Id="R3b3e6ddf877e4e0e" /><Relationship Type="http://schemas.openxmlformats.org/officeDocument/2006/relationships/image" Target="/ppt/media/image2.png" Id="Rf270290737b94cd4" /><Relationship Type="http://schemas.openxmlformats.org/officeDocument/2006/relationships/image" Target="/ppt/media/image3.png" Id="R051fe28f46374d2f" /><Relationship Type="http://schemas.openxmlformats.org/officeDocument/2006/relationships/image" Target="/ppt/media/image4.png" Id="R5762b5cfa0104742" /><Relationship Type="http://schemas.openxmlformats.org/officeDocument/2006/relationships/image" Target="/ppt/media/image5.png" Id="R4c57a6780c3d4e01" /><Relationship Type="http://schemas.openxmlformats.org/officeDocument/2006/relationships/image" Target="/ppt/media/image6.png" Id="R99322090f97740ca" /><Relationship Type="http://schemas.openxmlformats.org/officeDocument/2006/relationships/image" Target="/ppt/media/image7.png" Id="R240c11bb3a9b429e" /><Relationship Type="http://schemas.openxmlformats.org/officeDocument/2006/relationships/image" Target="/ppt/media/image8.png" Id="R1da8bd4c03a14fdc" /><Relationship Type="http://schemas.openxmlformats.org/officeDocument/2006/relationships/image" Target="/ppt/media/image9.png" Id="R22699dfa09c94ab9" /><Relationship Type="http://schemas.openxmlformats.org/officeDocument/2006/relationships/image" Target="/ppt/media/image10.png" Id="Reefb8394f6814bbc" /><Relationship Type="http://schemas.openxmlformats.org/officeDocument/2006/relationships/image" Target="/ppt/media/image11.png" Id="R59441124c4324669" /><Relationship Type="http://schemas.openxmlformats.org/officeDocument/2006/relationships/image" Target="/ppt/media/image12.png" Id="R633c86b12a2a4e40" /><Relationship Type="http://schemas.openxmlformats.org/officeDocument/2006/relationships/image" Target="/ppt/media/image13.png" Id="R87e951b999d64f32" /><Relationship Type="http://schemas.openxmlformats.org/officeDocument/2006/relationships/image" Target="/ppt/media/image14.png" Id="R6396b827a16a4fe7" /><Relationship Type="http://schemas.openxmlformats.org/officeDocument/2006/relationships/image" Target="/ppt/media/image15.png" Id="R2e27960c9286418e" /><Relationship Type="http://schemas.openxmlformats.org/officeDocument/2006/relationships/image" Target="/ppt/media/image16.png" Id="R3f29b3d301ad4c1e" /><Relationship Type="http://schemas.openxmlformats.org/officeDocument/2006/relationships/image" Target="/ppt/media/image17.png" Id="Rb16ba442ebfa4800" /><Relationship Type="http://schemas.openxmlformats.org/officeDocument/2006/relationships/image" Target="/ppt/media/image18.png" Id="R0b73789b1f394389" /><Relationship Type="http://schemas.openxmlformats.org/officeDocument/2006/relationships/image" Target="/ppt/media/image19.png" Id="R64b53b70f8204526" /><Relationship Type="http://schemas.openxmlformats.org/officeDocument/2006/relationships/image" Target="/ppt/media/image20.png" Id="Rba6a4043885343f1" /><Relationship Type="http://schemas.openxmlformats.org/officeDocument/2006/relationships/image" Target="/ppt/media/image21.png" Id="R14441d009334455c" /><Relationship Type="http://schemas.openxmlformats.org/officeDocument/2006/relationships/image" Target="/ppt/media/image22.png" Id="R1873b9d1e7db42da" /><Relationship Type="http://schemas.openxmlformats.org/officeDocument/2006/relationships/image" Target="/ppt/media/image23.png" Id="R6690b0d594434e58" /><Relationship Type="http://schemas.openxmlformats.org/officeDocument/2006/relationships/image" Target="/ppt/media/image24.png" Id="R5231014660364a61" /><Relationship Type="http://schemas.openxmlformats.org/officeDocument/2006/relationships/image" Target="/ppt/media/image25.png" Id="R8313c55062fa4571" /><Relationship Type="http://schemas.openxmlformats.org/officeDocument/2006/relationships/image" Target="/ppt/media/image26.png" Id="Rfa3d1f8006334e12" /><Relationship Type="http://schemas.openxmlformats.org/officeDocument/2006/relationships/image" Target="/ppt/media/image27.png" Id="R78107cd8a6834b12" /><Relationship Type="http://schemas.openxmlformats.org/officeDocument/2006/relationships/image" Target="/ppt/media/image28.png" Id="R0c8113d380b44beb" /><Relationship Type="http://schemas.openxmlformats.org/officeDocument/2006/relationships/image" Target="/ppt/media/image29.png" Id="R78b9f9716d744d37" /><Relationship Type="http://schemas.openxmlformats.org/officeDocument/2006/relationships/image" Target="/ppt/media/image30.png" Id="R0f2f54d0579041f5" /><Relationship Type="http://schemas.openxmlformats.org/officeDocument/2006/relationships/image" Target="/ppt/media/image31.png" Id="R287a0b3199f64885" /><Relationship Type="http://schemas.openxmlformats.org/officeDocument/2006/relationships/image" Target="/ppt/media/image32.png" Id="R29d71cdbd05349ef" /><Relationship Type="http://schemas.openxmlformats.org/officeDocument/2006/relationships/image" Target="/ppt/media/image33.png" Id="R7049374224aa4aa3" /><Relationship Type="http://schemas.openxmlformats.org/officeDocument/2006/relationships/image" Target="/ppt/media/image34.png" Id="R5e81df802b094b1e" /><Relationship Type="http://schemas.openxmlformats.org/officeDocument/2006/relationships/image" Target="/ppt/media/image35.png" Id="R39d77b5c92a14ce3" /><Relationship Type="http://schemas.openxmlformats.org/officeDocument/2006/relationships/image" Target="/ppt/media/image36.png" Id="R41c94f6f72884aaa" /><Relationship Type="http://schemas.openxmlformats.org/officeDocument/2006/relationships/image" Target="/ppt/media/image37.png" Id="R816bdc3f546c4e59" /><Relationship Type="http://schemas.openxmlformats.org/officeDocument/2006/relationships/image" Target="/ppt/media/image38.png" Id="R1f9f0fda09584cc3" /><Relationship Type="http://schemas.openxmlformats.org/officeDocument/2006/relationships/image" Target="/ppt/media/image39.png" Id="R42daeeb0e02e4ffa" /><Relationship Type="http://schemas.openxmlformats.org/officeDocument/2006/relationships/image" Target="/ppt/media/image40.png" Id="R810feab4b1f84d00" /><Relationship Type="http://schemas.openxmlformats.org/officeDocument/2006/relationships/notesSlide" Target="/ppt/notesSlides/notesSlide1.xml" Id="Reae43df3fe80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pdf-path-1">
            <a:extLst xmlns:a="http://schemas.openxmlformats.org/drawingml/2006/main">
              <a:ext uri="{FF2B5EF4-FFF2-40B4-BE49-F238E27FC236}">
                <a16:creationId xmlns:a16="http://schemas.microsoft.com/office/drawing/2014/main" id="{AC182A6F-347D-41CF-8358-1E242973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85" y="162001"/>
            <a:ext cx="5531828" cy="3179517"/>
          </a:xfrm>
          <a:custGeom xmlns:a="http://schemas.openxmlformats.org/drawingml/2006/main">
            <a:pathLst>
              <a:path w="5531828" h="3179517">
                <a:moveTo>
                  <a:pt x="0" y="279939"/>
                </a:moveTo>
                <a:cubicBezTo>
                  <a:pt x="0" y="125295"/>
                  <a:pt x="125342" y="0"/>
                  <a:pt x="279951" y="0"/>
                </a:cubicBezTo>
                <a:lnTo>
                  <a:pt x="5251890" y="0"/>
                </a:lnTo>
                <a:cubicBezTo>
                  <a:pt x="5406534" y="0"/>
                  <a:pt x="5531828" y="125295"/>
                  <a:pt x="5531828" y="279939"/>
                </a:cubicBezTo>
                <a:lnTo>
                  <a:pt x="5531828" y="2899460"/>
                </a:lnTo>
                <a:cubicBezTo>
                  <a:pt x="5531828" y="3054104"/>
                  <a:pt x="5406534" y="3179517"/>
                  <a:pt x="5251890" y="3179517"/>
                </a:cubicBezTo>
                <a:lnTo>
                  <a:pt x="279951" y="3179517"/>
                </a:lnTo>
                <a:cubicBezTo>
                  <a:pt x="125342" y="3179517"/>
                  <a:pt x="0" y="3054104"/>
                  <a:pt x="0" y="2899460"/>
                </a:cubicBezTo>
                <a:lnTo>
                  <a:pt x="0" y="279939"/>
                </a:lnTo>
              </a:path>
            </a:pathLst>
          </a:custGeom>
          <a:noFill xmlns:a="http://schemas.openxmlformats.org/drawingml/2006/main"/>
          <a:ln xmlns:a="http://schemas.openxmlformats.org/drawingml/2006/main" w="35361">
            <a:solidFill>
              <a:srgbClr val="B595BD"/>
            </a:solidFill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1B63B999-F617-419C-A25F-DAB23A9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9318" y="162001"/>
            <a:ext cx="5451325" cy="3179517"/>
          </a:xfrm>
          <a:custGeom xmlns:a="http://schemas.openxmlformats.org/drawingml/2006/main">
            <a:pathLst>
              <a:path w="5451325" h="3179517">
                <a:moveTo>
                  <a:pt x="0" y="279939"/>
                </a:moveTo>
                <a:cubicBezTo>
                  <a:pt x="0" y="125295"/>
                  <a:pt x="125295" y="0"/>
                  <a:pt x="279939" y="0"/>
                </a:cubicBezTo>
                <a:lnTo>
                  <a:pt x="5171267" y="0"/>
                </a:lnTo>
                <a:cubicBezTo>
                  <a:pt x="5325912" y="0"/>
                  <a:pt x="5451325" y="125295"/>
                  <a:pt x="5451325" y="279939"/>
                </a:cubicBezTo>
                <a:lnTo>
                  <a:pt x="5451325" y="2899460"/>
                </a:lnTo>
                <a:cubicBezTo>
                  <a:pt x="5451325" y="3054104"/>
                  <a:pt x="5325912" y="3179517"/>
                  <a:pt x="5171267" y="3179517"/>
                </a:cubicBezTo>
                <a:lnTo>
                  <a:pt x="279939" y="3179517"/>
                </a:lnTo>
                <a:cubicBezTo>
                  <a:pt x="125295" y="3179517"/>
                  <a:pt x="0" y="3054104"/>
                  <a:pt x="0" y="2899460"/>
                </a:cubicBezTo>
                <a:lnTo>
                  <a:pt x="0" y="279939"/>
                </a:lnTo>
              </a:path>
            </a:pathLst>
          </a:custGeom>
          <a:noFill xmlns:a="http://schemas.openxmlformats.org/drawingml/2006/main"/>
          <a:ln xmlns:a="http://schemas.openxmlformats.org/drawingml/2006/main" w="35361">
            <a:solidFill>
              <a:srgbClr val="A6A6A6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2BB91E23-3BF7-41D6-A05D-DF58F05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85" y="3477421"/>
            <a:ext cx="11060358" cy="2718649"/>
          </a:xfrm>
          <a:custGeom xmlns:a="http://schemas.openxmlformats.org/drawingml/2006/main">
            <a:pathLst>
              <a:path w="11060358" h="2718649">
                <a:moveTo>
                  <a:pt x="0" y="239274"/>
                </a:moveTo>
                <a:cubicBezTo>
                  <a:pt x="0" y="107143"/>
                  <a:pt x="107178" y="0"/>
                  <a:pt x="239380" y="0"/>
                </a:cubicBezTo>
                <a:lnTo>
                  <a:pt x="10820965" y="0"/>
                </a:lnTo>
                <a:cubicBezTo>
                  <a:pt x="10953214" y="0"/>
                  <a:pt x="11060358" y="107143"/>
                  <a:pt x="11060358" y="239274"/>
                </a:cubicBezTo>
                <a:lnTo>
                  <a:pt x="11060358" y="2479269"/>
                </a:lnTo>
                <a:cubicBezTo>
                  <a:pt x="11060358" y="2611482"/>
                  <a:pt x="10953214" y="2718649"/>
                  <a:pt x="10820965" y="2718649"/>
                </a:cubicBezTo>
                <a:lnTo>
                  <a:pt x="239380" y="2718649"/>
                </a:lnTo>
                <a:cubicBezTo>
                  <a:pt x="107178" y="2718649"/>
                  <a:pt x="0" y="2611482"/>
                  <a:pt x="0" y="2479269"/>
                </a:cubicBezTo>
                <a:lnTo>
                  <a:pt x="0" y="239274"/>
                </a:lnTo>
              </a:path>
            </a:pathLst>
          </a:custGeom>
          <a:noFill xmlns:a="http://schemas.openxmlformats.org/drawingml/2006/main"/>
          <a:ln xmlns:a="http://schemas.openxmlformats.org/drawingml/2006/main" w="35361">
            <a:solidFill>
              <a:srgbClr val="92A7F9"/>
            </a:solidFill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785B0757-5CCA-41DB-9B70-667FDBB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655" y="561106"/>
            <a:ext cx="3307640" cy="2652995"/>
          </a:xfrm>
          <a:custGeom xmlns:a="http://schemas.openxmlformats.org/drawingml/2006/main">
            <a:pathLst>
              <a:path w="3307640" h="2652995">
                <a:moveTo>
                  <a:pt x="0" y="442127"/>
                </a:moveTo>
                <a:cubicBezTo>
                  <a:pt x="0" y="197902"/>
                  <a:pt x="197902" y="0"/>
                  <a:pt x="442127" y="0"/>
                </a:cubicBezTo>
                <a:lnTo>
                  <a:pt x="2865395" y="0"/>
                </a:lnTo>
                <a:cubicBezTo>
                  <a:pt x="3109621" y="0"/>
                  <a:pt x="3307640" y="197902"/>
                  <a:pt x="3307640" y="442127"/>
                </a:cubicBezTo>
                <a:lnTo>
                  <a:pt x="3307640" y="2210869"/>
                </a:lnTo>
                <a:cubicBezTo>
                  <a:pt x="3307640" y="2454976"/>
                  <a:pt x="3109621" y="2652995"/>
                  <a:pt x="2865395" y="2652995"/>
                </a:cubicBezTo>
                <a:lnTo>
                  <a:pt x="442127" y="2652995"/>
                </a:lnTo>
                <a:cubicBezTo>
                  <a:pt x="197902" y="2652995"/>
                  <a:pt x="0" y="2454976"/>
                  <a:pt x="0" y="2210869"/>
                </a:cubicBezTo>
                <a:lnTo>
                  <a:pt x="0" y="44212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FF92C5AA-0409-4F1E-B4B9-B5818D0D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059" y="1132889"/>
            <a:ext cx="3642625" cy="95"/>
          </a:xfrm>
          <a:custGeom xmlns:a="http://schemas.openxmlformats.org/drawingml/2006/main">
            <a:pathLst>
              <a:path w="3642625" h="95">
                <a:moveTo>
                  <a:pt x="0" y="0"/>
                </a:moveTo>
                <a:lnTo>
                  <a:pt x="364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595BD">
                <a:alpha val="40000"/>
              </a:srgbClr>
            </a:solidFill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2FC5DAAB-37D3-4B3E-BC2C-C501871D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672" y="4829025"/>
            <a:ext cx="8131077" cy="1239982"/>
          </a:xfrm>
          <a:custGeom xmlns:a="http://schemas.openxmlformats.org/drawingml/2006/main">
            <a:pathLst>
              <a:path w="8131077" h="1239982">
                <a:moveTo>
                  <a:pt x="0" y="1239982"/>
                </a:moveTo>
                <a:lnTo>
                  <a:pt x="8131077" y="1239982"/>
                </a:lnTo>
                <a:lnTo>
                  <a:pt x="813107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7C96F8">
                <a:alpha val="40000"/>
              </a:srgbClr>
            </a:solidFill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0B18F7EB-7EA8-4F1E-ABE3-8F7AAB05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14" y="4736357"/>
            <a:ext cx="8164315" cy="740477"/>
          </a:xfrm>
          <a:custGeom xmlns:a="http://schemas.openxmlformats.org/drawingml/2006/main">
            <a:pathLst>
              <a:path w="8164315" h="740477">
                <a:moveTo>
                  <a:pt x="0" y="740477"/>
                </a:moveTo>
                <a:lnTo>
                  <a:pt x="8164315" y="740477"/>
                </a:lnTo>
                <a:lnTo>
                  <a:pt x="816431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CE6C8691-041D-4447-B198-CD30066E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80" y="1752998"/>
            <a:ext cx="4042483" cy="525107"/>
          </a:xfrm>
          <a:custGeom xmlns:a="http://schemas.openxmlformats.org/drawingml/2006/main">
            <a:pathLst>
              <a:path w="4042483" h="525107">
                <a:moveTo>
                  <a:pt x="4042483" y="0"/>
                </a:moveTo>
                <a:lnTo>
                  <a:pt x="4042483" y="262612"/>
                </a:lnTo>
                <a:lnTo>
                  <a:pt x="0" y="262612"/>
                </a:lnTo>
                <a:lnTo>
                  <a:pt x="0" y="525107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595BD">
                <a:alpha val="40000"/>
              </a:srgbClr>
            </a:solidFill>
            <a:prstDash val="solid"/>
          </a:ln>
        </p:spPr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DE2F05C7-5880-4919-9544-CEC9193D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062" y="4688997"/>
            <a:ext cx="7715587" cy="95"/>
          </a:xfrm>
          <a:custGeom xmlns:a="http://schemas.openxmlformats.org/drawingml/2006/main">
            <a:pathLst>
              <a:path w="7715587" h="95">
                <a:moveTo>
                  <a:pt x="0" y="0"/>
                </a:moveTo>
                <a:lnTo>
                  <a:pt x="77155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7C96F8">
                <a:alpha val="40000"/>
              </a:srgbClr>
            </a:solidFill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380F8887-F1C0-42D2-ABFC-45CDA0B3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081" y="1301323"/>
            <a:ext cx="95" cy="1042670"/>
          </a:xfrm>
          <a:custGeom xmlns:a="http://schemas.openxmlformats.org/drawingml/2006/main">
            <a:pathLst>
              <a:path w="95" h="1042670">
                <a:moveTo>
                  <a:pt x="0" y="0"/>
                </a:moveTo>
                <a:lnTo>
                  <a:pt x="0" y="104267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DBDBDB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9F291-8DF2-439C-A81B-8F543774DC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e6ddf877e4e0e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845" y="4160613"/>
            <a:ext cx="1230788" cy="840265"/>
          </a:xfrm>
          <a:prstGeom xmlns:a="http://schemas.openxmlformats.org/drawingml/2006/main" prst="rect">
            <a:avLst/>
          </a:prstGeom>
        </p:spPr>
      </p:pic>
      <p:sp>
        <p:nvSpPr>
          <p:cNvPr id="12" name="lodestar-source-component-0">
            <a:extLst xmlns:a="http://schemas.openxmlformats.org/drawingml/2006/main">
              <a:ext uri="{FF2B5EF4-FFF2-40B4-BE49-F238E27FC236}">
                <a16:creationId xmlns:a16="http://schemas.microsoft.com/office/drawing/2014/main" id="{E2E32B78-EF58-484B-811A-1652524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845" y="4160613"/>
            <a:ext cx="1230788" cy="840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df-path-12">
            <a:extLst xmlns:a="http://schemas.openxmlformats.org/drawingml/2006/main">
              <a:ext uri="{FF2B5EF4-FFF2-40B4-BE49-F238E27FC236}">
                <a16:creationId xmlns:a16="http://schemas.microsoft.com/office/drawing/2014/main" id="{9D516F78-7207-48E4-8690-DF7980D0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4" y="4151868"/>
            <a:ext cx="1248551" cy="860680"/>
          </a:xfrm>
          <a:custGeom xmlns:a="http://schemas.openxmlformats.org/drawingml/2006/main">
            <a:pathLst>
              <a:path w="1248551" h="860680">
                <a:moveTo>
                  <a:pt x="148904" y="0"/>
                </a:moveTo>
                <a:lnTo>
                  <a:pt x="1099565" y="0"/>
                </a:lnTo>
                <a:lnTo>
                  <a:pt x="1129268" y="2947"/>
                </a:lnTo>
                <a:lnTo>
                  <a:pt x="1157321" y="11669"/>
                </a:lnTo>
                <a:lnTo>
                  <a:pt x="1182662" y="25460"/>
                </a:lnTo>
                <a:lnTo>
                  <a:pt x="1204822" y="43729"/>
                </a:lnTo>
                <a:lnTo>
                  <a:pt x="1223092" y="65771"/>
                </a:lnTo>
                <a:lnTo>
                  <a:pt x="1236765" y="91112"/>
                </a:lnTo>
                <a:lnTo>
                  <a:pt x="1245487" y="119166"/>
                </a:lnTo>
                <a:lnTo>
                  <a:pt x="1248551" y="148869"/>
                </a:lnTo>
                <a:lnTo>
                  <a:pt x="1248551" y="711693"/>
                </a:lnTo>
                <a:lnTo>
                  <a:pt x="1245487" y="741396"/>
                </a:lnTo>
                <a:lnTo>
                  <a:pt x="1236765" y="769449"/>
                </a:lnTo>
                <a:lnTo>
                  <a:pt x="1223092" y="794791"/>
                </a:lnTo>
                <a:lnTo>
                  <a:pt x="1204822" y="816950"/>
                </a:lnTo>
                <a:lnTo>
                  <a:pt x="1182662" y="835102"/>
                </a:lnTo>
                <a:lnTo>
                  <a:pt x="1157321" y="848893"/>
                </a:lnTo>
                <a:lnTo>
                  <a:pt x="1129268" y="857615"/>
                </a:lnTo>
                <a:lnTo>
                  <a:pt x="1099565" y="860680"/>
                </a:lnTo>
                <a:lnTo>
                  <a:pt x="148904" y="860680"/>
                </a:lnTo>
                <a:lnTo>
                  <a:pt x="119260" y="857615"/>
                </a:lnTo>
                <a:lnTo>
                  <a:pt x="91207" y="848893"/>
                </a:lnTo>
                <a:lnTo>
                  <a:pt x="65818" y="835102"/>
                </a:lnTo>
                <a:lnTo>
                  <a:pt x="43718" y="816950"/>
                </a:lnTo>
                <a:lnTo>
                  <a:pt x="25483" y="794791"/>
                </a:lnTo>
                <a:lnTo>
                  <a:pt x="11705" y="769449"/>
                </a:lnTo>
                <a:lnTo>
                  <a:pt x="2994" y="741396"/>
                </a:lnTo>
                <a:lnTo>
                  <a:pt x="0" y="711693"/>
                </a:lnTo>
                <a:lnTo>
                  <a:pt x="0" y="148869"/>
                </a:lnTo>
                <a:lnTo>
                  <a:pt x="2994" y="119166"/>
                </a:lnTo>
                <a:lnTo>
                  <a:pt x="11705" y="91112"/>
                </a:lnTo>
                <a:lnTo>
                  <a:pt x="25483" y="65771"/>
                </a:lnTo>
                <a:lnTo>
                  <a:pt x="43718" y="43729"/>
                </a:lnTo>
                <a:lnTo>
                  <a:pt x="65818" y="25460"/>
                </a:lnTo>
                <a:lnTo>
                  <a:pt x="91207" y="11669"/>
                </a:lnTo>
                <a:lnTo>
                  <a:pt x="119260" y="2947"/>
                </a:lnTo>
                <a:lnTo>
                  <a:pt x="1489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F2A01-B001-4219-9F48-7795B9FE5A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0290737b94cd4"/>
          <a:srcRect xmlns:a="http://schemas.openxmlformats.org/drawingml/2006/main" l="66" t="0" r="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658" y="4241260"/>
            <a:ext cx="1230788" cy="840713"/>
          </a:xfrm>
          <a:prstGeom xmlns:a="http://schemas.openxmlformats.org/drawingml/2006/main" prst="rect">
            <a:avLst/>
          </a:prstGeom>
        </p:spPr>
      </p:pic>
      <p:sp>
        <p:nvSpPr>
          <p:cNvPr id="15" name="lodestar-source-component-1">
            <a:extLst xmlns:a="http://schemas.openxmlformats.org/drawingml/2006/main">
              <a:ext uri="{FF2B5EF4-FFF2-40B4-BE49-F238E27FC236}">
                <a16:creationId xmlns:a16="http://schemas.microsoft.com/office/drawing/2014/main" id="{71F98EEC-9DFF-4655-BBA8-0014253D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658" y="4241260"/>
            <a:ext cx="1230788" cy="84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df-path-14">
            <a:extLst xmlns:a="http://schemas.openxmlformats.org/drawingml/2006/main">
              <a:ext uri="{FF2B5EF4-FFF2-40B4-BE49-F238E27FC236}">
                <a16:creationId xmlns:a16="http://schemas.microsoft.com/office/drawing/2014/main" id="{F4B64DD6-C7AB-4984-A64D-AD22DAE4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17" y="4230133"/>
            <a:ext cx="1248492" cy="860680"/>
          </a:xfrm>
          <a:custGeom xmlns:a="http://schemas.openxmlformats.org/drawingml/2006/main">
            <a:pathLst>
              <a:path w="1248492" h="860680">
                <a:moveTo>
                  <a:pt x="148892" y="0"/>
                </a:moveTo>
                <a:lnTo>
                  <a:pt x="1099624" y="0"/>
                </a:lnTo>
                <a:lnTo>
                  <a:pt x="1129209" y="2947"/>
                </a:lnTo>
                <a:lnTo>
                  <a:pt x="1157262" y="11669"/>
                </a:lnTo>
                <a:lnTo>
                  <a:pt x="1182721" y="25460"/>
                </a:lnTo>
                <a:lnTo>
                  <a:pt x="1204763" y="43730"/>
                </a:lnTo>
                <a:lnTo>
                  <a:pt x="1223032" y="65771"/>
                </a:lnTo>
                <a:lnTo>
                  <a:pt x="1236823" y="91231"/>
                </a:lnTo>
                <a:lnTo>
                  <a:pt x="1245546" y="119283"/>
                </a:lnTo>
                <a:lnTo>
                  <a:pt x="1248492" y="148869"/>
                </a:lnTo>
                <a:lnTo>
                  <a:pt x="1248492" y="711811"/>
                </a:lnTo>
                <a:lnTo>
                  <a:pt x="1245546" y="741396"/>
                </a:lnTo>
                <a:lnTo>
                  <a:pt x="1236823" y="769449"/>
                </a:lnTo>
                <a:lnTo>
                  <a:pt x="1223032" y="794791"/>
                </a:lnTo>
                <a:lnTo>
                  <a:pt x="1204763" y="816950"/>
                </a:lnTo>
                <a:lnTo>
                  <a:pt x="1182721" y="835220"/>
                </a:lnTo>
                <a:lnTo>
                  <a:pt x="1157262" y="849011"/>
                </a:lnTo>
                <a:lnTo>
                  <a:pt x="1129209" y="857615"/>
                </a:lnTo>
                <a:lnTo>
                  <a:pt x="1099624" y="860680"/>
                </a:lnTo>
                <a:lnTo>
                  <a:pt x="148892" y="860680"/>
                </a:lnTo>
                <a:lnTo>
                  <a:pt x="119248" y="857615"/>
                </a:lnTo>
                <a:lnTo>
                  <a:pt x="91195" y="849011"/>
                </a:lnTo>
                <a:lnTo>
                  <a:pt x="65818" y="835220"/>
                </a:lnTo>
                <a:lnTo>
                  <a:pt x="43718" y="816950"/>
                </a:lnTo>
                <a:lnTo>
                  <a:pt x="25471" y="794791"/>
                </a:lnTo>
                <a:lnTo>
                  <a:pt x="11693" y="769449"/>
                </a:lnTo>
                <a:lnTo>
                  <a:pt x="2994" y="741396"/>
                </a:lnTo>
                <a:lnTo>
                  <a:pt x="0" y="711811"/>
                </a:lnTo>
                <a:lnTo>
                  <a:pt x="0" y="148869"/>
                </a:lnTo>
                <a:lnTo>
                  <a:pt x="2994" y="119283"/>
                </a:lnTo>
                <a:lnTo>
                  <a:pt x="11693" y="91231"/>
                </a:lnTo>
                <a:lnTo>
                  <a:pt x="25471" y="65771"/>
                </a:lnTo>
                <a:lnTo>
                  <a:pt x="43718" y="43730"/>
                </a:lnTo>
                <a:lnTo>
                  <a:pt x="65818" y="25460"/>
                </a:lnTo>
                <a:lnTo>
                  <a:pt x="91195" y="11669"/>
                </a:lnTo>
                <a:lnTo>
                  <a:pt x="119248" y="2947"/>
                </a:lnTo>
                <a:lnTo>
                  <a:pt x="148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1FF1F-5155-4799-8E12-28B03C5F3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fe28f46374d2f"/>
          <a:srcRect xmlns:a="http://schemas.openxmlformats.org/drawingml/2006/main" l="173" t="0" r="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3470" y="4317261"/>
            <a:ext cx="1230788" cy="842516"/>
          </a:xfrm>
          <a:prstGeom xmlns:a="http://schemas.openxmlformats.org/drawingml/2006/main" prst="rect">
            <a:avLst/>
          </a:prstGeom>
        </p:spPr>
      </p:pic>
      <p:sp>
        <p:nvSpPr>
          <p:cNvPr id="18" name="lodestar-source-component-2">
            <a:extLst xmlns:a="http://schemas.openxmlformats.org/drawingml/2006/main">
              <a:ext uri="{FF2B5EF4-FFF2-40B4-BE49-F238E27FC236}">
                <a16:creationId xmlns:a16="http://schemas.microsoft.com/office/drawing/2014/main" id="{82A87B90-A7FE-40BC-AD63-22FEF1C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470" y="4317261"/>
            <a:ext cx="1230788" cy="842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path-16">
            <a:extLst xmlns:a="http://schemas.openxmlformats.org/drawingml/2006/main">
              <a:ext uri="{FF2B5EF4-FFF2-40B4-BE49-F238E27FC236}">
                <a16:creationId xmlns:a16="http://schemas.microsoft.com/office/drawing/2014/main" id="{7799E757-CB6E-4EA0-B082-EA3824AA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30" y="4308398"/>
            <a:ext cx="1248551" cy="860691"/>
          </a:xfrm>
          <a:custGeom xmlns:a="http://schemas.openxmlformats.org/drawingml/2006/main">
            <a:pathLst>
              <a:path w="1248551" h="860691">
                <a:moveTo>
                  <a:pt x="148892" y="0"/>
                </a:moveTo>
                <a:lnTo>
                  <a:pt x="1099565" y="0"/>
                </a:lnTo>
                <a:lnTo>
                  <a:pt x="1129268" y="3064"/>
                </a:lnTo>
                <a:lnTo>
                  <a:pt x="1157320" y="11669"/>
                </a:lnTo>
                <a:lnTo>
                  <a:pt x="1182662" y="25460"/>
                </a:lnTo>
                <a:lnTo>
                  <a:pt x="1204822" y="43729"/>
                </a:lnTo>
                <a:lnTo>
                  <a:pt x="1222974" y="65889"/>
                </a:lnTo>
                <a:lnTo>
                  <a:pt x="1236764" y="91231"/>
                </a:lnTo>
                <a:lnTo>
                  <a:pt x="1245487" y="119284"/>
                </a:lnTo>
                <a:lnTo>
                  <a:pt x="1248551" y="148869"/>
                </a:lnTo>
                <a:lnTo>
                  <a:pt x="1248551" y="711811"/>
                </a:lnTo>
                <a:lnTo>
                  <a:pt x="1245487" y="741396"/>
                </a:lnTo>
                <a:lnTo>
                  <a:pt x="1236764" y="769449"/>
                </a:lnTo>
                <a:lnTo>
                  <a:pt x="1222974" y="794909"/>
                </a:lnTo>
                <a:lnTo>
                  <a:pt x="1204822" y="816950"/>
                </a:lnTo>
                <a:lnTo>
                  <a:pt x="1182662" y="835220"/>
                </a:lnTo>
                <a:lnTo>
                  <a:pt x="1157320" y="849011"/>
                </a:lnTo>
                <a:lnTo>
                  <a:pt x="1129268" y="857697"/>
                </a:lnTo>
                <a:lnTo>
                  <a:pt x="1099565" y="860691"/>
                </a:lnTo>
                <a:lnTo>
                  <a:pt x="148892" y="860691"/>
                </a:lnTo>
                <a:lnTo>
                  <a:pt x="119248" y="857697"/>
                </a:lnTo>
                <a:lnTo>
                  <a:pt x="91195" y="849011"/>
                </a:lnTo>
                <a:lnTo>
                  <a:pt x="65818" y="835220"/>
                </a:lnTo>
                <a:lnTo>
                  <a:pt x="43706" y="816950"/>
                </a:lnTo>
                <a:lnTo>
                  <a:pt x="25471" y="794909"/>
                </a:lnTo>
                <a:lnTo>
                  <a:pt x="11693" y="769449"/>
                </a:lnTo>
                <a:lnTo>
                  <a:pt x="2982" y="741396"/>
                </a:lnTo>
                <a:lnTo>
                  <a:pt x="0" y="711811"/>
                </a:lnTo>
                <a:lnTo>
                  <a:pt x="0" y="148869"/>
                </a:lnTo>
                <a:lnTo>
                  <a:pt x="2982" y="119284"/>
                </a:lnTo>
                <a:lnTo>
                  <a:pt x="11693" y="91231"/>
                </a:lnTo>
                <a:lnTo>
                  <a:pt x="25471" y="65889"/>
                </a:lnTo>
                <a:lnTo>
                  <a:pt x="43706" y="43729"/>
                </a:lnTo>
                <a:lnTo>
                  <a:pt x="65818" y="25460"/>
                </a:lnTo>
                <a:lnTo>
                  <a:pt x="91195" y="11669"/>
                </a:lnTo>
                <a:lnTo>
                  <a:pt x="119248" y="3064"/>
                </a:lnTo>
                <a:lnTo>
                  <a:pt x="148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sp>
        <p:nvSpPr>
          <p:cNvPr id="20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CD05BAD3-D8EE-4F0B-AAC5-25CA577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03" y="5226773"/>
            <a:ext cx="929050" cy="165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Segment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02E3F-2C73-454F-865C-A5AF9C5FD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2b5cfa0104742"/>
          <a:srcRect xmlns:a="http://schemas.openxmlformats.org/drawingml/2006/main" l="286" t="0" r="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2560" y="4160626"/>
            <a:ext cx="1226427" cy="831884"/>
          </a:xfrm>
          <a:prstGeom xmlns:a="http://schemas.openxmlformats.org/drawingml/2006/main" prst="rect">
            <a:avLst/>
          </a:prstGeom>
        </p:spPr>
      </p:pic>
      <p:sp>
        <p:nvSpPr>
          <p:cNvPr id="22" name="lodestar-source-component-3">
            <a:extLst xmlns:a="http://schemas.openxmlformats.org/drawingml/2006/main">
              <a:ext uri="{FF2B5EF4-FFF2-40B4-BE49-F238E27FC236}">
                <a16:creationId xmlns:a16="http://schemas.microsoft.com/office/drawing/2014/main" id="{141F637E-F08F-466A-95D9-3403395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560" y="4160626"/>
            <a:ext cx="1226427" cy="83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path-19">
            <a:extLst xmlns:a="http://schemas.openxmlformats.org/drawingml/2006/main">
              <a:ext uri="{FF2B5EF4-FFF2-40B4-BE49-F238E27FC236}">
                <a16:creationId xmlns:a16="http://schemas.microsoft.com/office/drawing/2014/main" id="{7374AE64-1BB4-4143-AAA7-D2F1E46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3720" y="4151750"/>
            <a:ext cx="1244108" cy="852900"/>
          </a:xfrm>
          <a:custGeom xmlns:a="http://schemas.openxmlformats.org/drawingml/2006/main">
            <a:pathLst>
              <a:path w="1244108" h="852900">
                <a:moveTo>
                  <a:pt x="147572" y="0"/>
                </a:moveTo>
                <a:lnTo>
                  <a:pt x="1096536" y="0"/>
                </a:lnTo>
                <a:lnTo>
                  <a:pt x="1125885" y="2947"/>
                </a:lnTo>
                <a:lnTo>
                  <a:pt x="1153702" y="11551"/>
                </a:lnTo>
                <a:lnTo>
                  <a:pt x="1178808" y="25224"/>
                </a:lnTo>
                <a:lnTo>
                  <a:pt x="1200732" y="43376"/>
                </a:lnTo>
                <a:lnTo>
                  <a:pt x="1218884" y="65299"/>
                </a:lnTo>
                <a:lnTo>
                  <a:pt x="1232556" y="90405"/>
                </a:lnTo>
                <a:lnTo>
                  <a:pt x="1241161" y="118222"/>
                </a:lnTo>
                <a:lnTo>
                  <a:pt x="1244108" y="147572"/>
                </a:lnTo>
                <a:lnTo>
                  <a:pt x="1244108" y="705328"/>
                </a:lnTo>
                <a:lnTo>
                  <a:pt x="1241161" y="734677"/>
                </a:lnTo>
                <a:lnTo>
                  <a:pt x="1232556" y="762495"/>
                </a:lnTo>
                <a:lnTo>
                  <a:pt x="1218884" y="787601"/>
                </a:lnTo>
                <a:lnTo>
                  <a:pt x="1200732" y="809524"/>
                </a:lnTo>
                <a:lnTo>
                  <a:pt x="1178808" y="827676"/>
                </a:lnTo>
                <a:lnTo>
                  <a:pt x="1153702" y="841349"/>
                </a:lnTo>
                <a:lnTo>
                  <a:pt x="1125885" y="849954"/>
                </a:lnTo>
                <a:lnTo>
                  <a:pt x="1096536" y="852900"/>
                </a:lnTo>
                <a:lnTo>
                  <a:pt x="147572" y="852900"/>
                </a:lnTo>
                <a:lnTo>
                  <a:pt x="118223" y="849954"/>
                </a:lnTo>
                <a:lnTo>
                  <a:pt x="90406" y="841349"/>
                </a:lnTo>
                <a:lnTo>
                  <a:pt x="65300" y="827676"/>
                </a:lnTo>
                <a:lnTo>
                  <a:pt x="43376" y="809524"/>
                </a:lnTo>
                <a:lnTo>
                  <a:pt x="25224" y="787601"/>
                </a:lnTo>
                <a:lnTo>
                  <a:pt x="11551" y="762495"/>
                </a:lnTo>
                <a:lnTo>
                  <a:pt x="2947" y="734677"/>
                </a:lnTo>
                <a:lnTo>
                  <a:pt x="0" y="705328"/>
                </a:lnTo>
                <a:lnTo>
                  <a:pt x="0" y="147572"/>
                </a:lnTo>
                <a:lnTo>
                  <a:pt x="2947" y="118222"/>
                </a:lnTo>
                <a:lnTo>
                  <a:pt x="11551" y="90405"/>
                </a:lnTo>
                <a:lnTo>
                  <a:pt x="25224" y="65299"/>
                </a:lnTo>
                <a:lnTo>
                  <a:pt x="43376" y="43376"/>
                </a:lnTo>
                <a:lnTo>
                  <a:pt x="65300" y="25224"/>
                </a:lnTo>
                <a:lnTo>
                  <a:pt x="90406" y="11551"/>
                </a:lnTo>
                <a:lnTo>
                  <a:pt x="118223" y="2947"/>
                </a:lnTo>
                <a:lnTo>
                  <a:pt x="147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E8E8E8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EEA1D-3FF7-43AD-B5D3-6D4748F01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a6780c3d4e01"/>
          <a:srcRect xmlns:a="http://schemas.openxmlformats.org/drawingml/2006/main" l="286" t="0" r="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4785" y="4242898"/>
            <a:ext cx="1226427" cy="831884"/>
          </a:xfrm>
          <a:prstGeom xmlns:a="http://schemas.openxmlformats.org/drawingml/2006/main" prst="rect">
            <a:avLst/>
          </a:prstGeom>
        </p:spPr>
      </p:pic>
      <p:sp>
        <p:nvSpPr>
          <p:cNvPr id="25" name="lodestar-source-component-4">
            <a:extLst xmlns:a="http://schemas.openxmlformats.org/drawingml/2006/main">
              <a:ext uri="{FF2B5EF4-FFF2-40B4-BE49-F238E27FC236}">
                <a16:creationId xmlns:a16="http://schemas.microsoft.com/office/drawing/2014/main" id="{A9EA41CD-B34D-426F-845D-D120803F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4785" y="4242898"/>
            <a:ext cx="1226427" cy="83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245057C2-4020-461F-8A25-E2BB4F1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5945" y="4234023"/>
            <a:ext cx="1243990" cy="852900"/>
          </a:xfrm>
          <a:custGeom xmlns:a="http://schemas.openxmlformats.org/drawingml/2006/main">
            <a:pathLst>
              <a:path w="1243990" h="852900">
                <a:moveTo>
                  <a:pt x="147572" y="0"/>
                </a:moveTo>
                <a:lnTo>
                  <a:pt x="1096417" y="0"/>
                </a:lnTo>
                <a:lnTo>
                  <a:pt x="1125767" y="2947"/>
                </a:lnTo>
                <a:lnTo>
                  <a:pt x="1153584" y="11551"/>
                </a:lnTo>
                <a:lnTo>
                  <a:pt x="1178808" y="25224"/>
                </a:lnTo>
                <a:lnTo>
                  <a:pt x="1200731" y="43258"/>
                </a:lnTo>
                <a:lnTo>
                  <a:pt x="1218766" y="65181"/>
                </a:lnTo>
                <a:lnTo>
                  <a:pt x="1232438" y="90405"/>
                </a:lnTo>
                <a:lnTo>
                  <a:pt x="1241043" y="118222"/>
                </a:lnTo>
                <a:lnTo>
                  <a:pt x="1243990" y="147572"/>
                </a:lnTo>
                <a:lnTo>
                  <a:pt x="1243990" y="705328"/>
                </a:lnTo>
                <a:lnTo>
                  <a:pt x="1241043" y="734678"/>
                </a:lnTo>
                <a:lnTo>
                  <a:pt x="1232438" y="762495"/>
                </a:lnTo>
                <a:lnTo>
                  <a:pt x="1218766" y="787601"/>
                </a:lnTo>
                <a:lnTo>
                  <a:pt x="1200731" y="809524"/>
                </a:lnTo>
                <a:lnTo>
                  <a:pt x="1178808" y="827676"/>
                </a:lnTo>
                <a:lnTo>
                  <a:pt x="1153584" y="841349"/>
                </a:lnTo>
                <a:lnTo>
                  <a:pt x="1125767" y="849954"/>
                </a:lnTo>
                <a:lnTo>
                  <a:pt x="1096417" y="852900"/>
                </a:lnTo>
                <a:lnTo>
                  <a:pt x="147572" y="852900"/>
                </a:lnTo>
                <a:lnTo>
                  <a:pt x="118222" y="849954"/>
                </a:lnTo>
                <a:lnTo>
                  <a:pt x="90405" y="841349"/>
                </a:lnTo>
                <a:lnTo>
                  <a:pt x="65181" y="827676"/>
                </a:lnTo>
                <a:lnTo>
                  <a:pt x="43258" y="809524"/>
                </a:lnTo>
                <a:lnTo>
                  <a:pt x="25224" y="787601"/>
                </a:lnTo>
                <a:lnTo>
                  <a:pt x="11551" y="762495"/>
                </a:lnTo>
                <a:lnTo>
                  <a:pt x="2947" y="734678"/>
                </a:lnTo>
                <a:lnTo>
                  <a:pt x="0" y="705328"/>
                </a:lnTo>
                <a:lnTo>
                  <a:pt x="0" y="147572"/>
                </a:lnTo>
                <a:lnTo>
                  <a:pt x="2947" y="118222"/>
                </a:lnTo>
                <a:lnTo>
                  <a:pt x="11551" y="90405"/>
                </a:lnTo>
                <a:lnTo>
                  <a:pt x="25224" y="65181"/>
                </a:lnTo>
                <a:lnTo>
                  <a:pt x="43258" y="43258"/>
                </a:lnTo>
                <a:lnTo>
                  <a:pt x="65181" y="25224"/>
                </a:lnTo>
                <a:lnTo>
                  <a:pt x="90405" y="11551"/>
                </a:lnTo>
                <a:lnTo>
                  <a:pt x="118222" y="2947"/>
                </a:lnTo>
                <a:lnTo>
                  <a:pt x="147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E8E8E8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D8FE4-3203-4321-AF64-EFC9DCBDB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22090f97740ca"/>
          <a:srcRect xmlns:a="http://schemas.openxmlformats.org/drawingml/2006/main" l="286" t="0" r="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6892" y="4325053"/>
            <a:ext cx="1226427" cy="831884"/>
          </a:xfrm>
          <a:prstGeom xmlns:a="http://schemas.openxmlformats.org/drawingml/2006/main" prst="rect">
            <a:avLst/>
          </a:prstGeom>
        </p:spPr>
      </p:pic>
      <p:sp>
        <p:nvSpPr>
          <p:cNvPr id="28" name="lodestar-source-component-5">
            <a:extLst xmlns:a="http://schemas.openxmlformats.org/drawingml/2006/main">
              <a:ext uri="{FF2B5EF4-FFF2-40B4-BE49-F238E27FC236}">
                <a16:creationId xmlns:a16="http://schemas.microsoft.com/office/drawing/2014/main" id="{FC63ABE3-E46B-4F62-8113-4BD35E76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6892" y="4325053"/>
            <a:ext cx="1226427" cy="83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9D13785E-6E15-468D-BE91-840271D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052" y="4316295"/>
            <a:ext cx="1244107" cy="852877"/>
          </a:xfrm>
          <a:custGeom xmlns:a="http://schemas.openxmlformats.org/drawingml/2006/main">
            <a:pathLst>
              <a:path w="1244107" h="852877">
                <a:moveTo>
                  <a:pt x="147572" y="0"/>
                </a:moveTo>
                <a:lnTo>
                  <a:pt x="1096536" y="0"/>
                </a:lnTo>
                <a:lnTo>
                  <a:pt x="1125885" y="2947"/>
                </a:lnTo>
                <a:lnTo>
                  <a:pt x="1153702" y="11551"/>
                </a:lnTo>
                <a:lnTo>
                  <a:pt x="1178808" y="25224"/>
                </a:lnTo>
                <a:lnTo>
                  <a:pt x="1200732" y="43258"/>
                </a:lnTo>
                <a:lnTo>
                  <a:pt x="1218884" y="65181"/>
                </a:lnTo>
                <a:lnTo>
                  <a:pt x="1232556" y="90405"/>
                </a:lnTo>
                <a:lnTo>
                  <a:pt x="1241161" y="118222"/>
                </a:lnTo>
                <a:lnTo>
                  <a:pt x="1244107" y="147572"/>
                </a:lnTo>
                <a:lnTo>
                  <a:pt x="1244107" y="705328"/>
                </a:lnTo>
                <a:lnTo>
                  <a:pt x="1241161" y="734677"/>
                </a:lnTo>
                <a:lnTo>
                  <a:pt x="1232556" y="762495"/>
                </a:lnTo>
                <a:lnTo>
                  <a:pt x="1218884" y="787601"/>
                </a:lnTo>
                <a:lnTo>
                  <a:pt x="1200732" y="809524"/>
                </a:lnTo>
                <a:lnTo>
                  <a:pt x="1178808" y="827676"/>
                </a:lnTo>
                <a:lnTo>
                  <a:pt x="1153702" y="841231"/>
                </a:lnTo>
                <a:lnTo>
                  <a:pt x="1125885" y="849918"/>
                </a:lnTo>
                <a:lnTo>
                  <a:pt x="1096536" y="852877"/>
                </a:lnTo>
                <a:lnTo>
                  <a:pt x="147572" y="852877"/>
                </a:lnTo>
                <a:lnTo>
                  <a:pt x="118222" y="849918"/>
                </a:lnTo>
                <a:lnTo>
                  <a:pt x="90405" y="841231"/>
                </a:lnTo>
                <a:lnTo>
                  <a:pt x="65299" y="827676"/>
                </a:lnTo>
                <a:lnTo>
                  <a:pt x="43376" y="809524"/>
                </a:lnTo>
                <a:lnTo>
                  <a:pt x="25224" y="787601"/>
                </a:lnTo>
                <a:lnTo>
                  <a:pt x="11551" y="762495"/>
                </a:lnTo>
                <a:lnTo>
                  <a:pt x="2947" y="734677"/>
                </a:lnTo>
                <a:lnTo>
                  <a:pt x="0" y="705328"/>
                </a:lnTo>
                <a:lnTo>
                  <a:pt x="0" y="147572"/>
                </a:lnTo>
                <a:lnTo>
                  <a:pt x="2947" y="118222"/>
                </a:lnTo>
                <a:lnTo>
                  <a:pt x="11551" y="90405"/>
                </a:lnTo>
                <a:lnTo>
                  <a:pt x="25224" y="65181"/>
                </a:lnTo>
                <a:lnTo>
                  <a:pt x="43376" y="43258"/>
                </a:lnTo>
                <a:lnTo>
                  <a:pt x="65299" y="25224"/>
                </a:lnTo>
                <a:lnTo>
                  <a:pt x="90405" y="11551"/>
                </a:lnTo>
                <a:lnTo>
                  <a:pt x="118222" y="2947"/>
                </a:lnTo>
                <a:lnTo>
                  <a:pt x="147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E8E8E8"/>
            </a:solidFill>
            <a:prstDash val="solid"/>
          </a:ln>
        </p:spPr>
      </p:sp>
      <p:sp>
        <p:nvSpPr>
          <p:cNvPr id="30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1C0C0182-CF52-45CE-AEC1-99893AF3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2890" y="5227855"/>
            <a:ext cx="939309" cy="165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Digital Twins </a:t>
            </a:r>
          </a:p>
        </p:txBody>
      </p:sp>
      <p:sp>
        <p:nvSpPr>
          <p:cNvPr id="3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6CF07DD8-D475-47D3-BCB4-D7FC3A0C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7331" y="5424792"/>
            <a:ext cx="929049" cy="165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Segment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46F65-14C4-4F11-A44C-EE06FAF3E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c11bb3a9b42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5333" y="4207855"/>
            <a:ext cx="971182" cy="971182"/>
          </a:xfrm>
          <a:prstGeom xmlns:a="http://schemas.openxmlformats.org/drawingml/2006/main" prst="rect">
            <a:avLst/>
          </a:prstGeom>
        </p:spPr>
      </p:pic>
      <p:sp>
        <p:nvSpPr>
          <p:cNvPr id="33" name="lodestar-source-component-6">
            <a:extLst xmlns:a="http://schemas.openxmlformats.org/drawingml/2006/main">
              <a:ext uri="{FF2B5EF4-FFF2-40B4-BE49-F238E27FC236}">
                <a16:creationId xmlns:a16="http://schemas.microsoft.com/office/drawing/2014/main" id="{7A24BF7B-BC7B-4871-8D44-68339815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5333" y="4207855"/>
            <a:ext cx="971182" cy="971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27">
            <a:extLst xmlns:a="http://schemas.openxmlformats.org/drawingml/2006/main">
              <a:ext uri="{FF2B5EF4-FFF2-40B4-BE49-F238E27FC236}">
                <a16:creationId xmlns:a16="http://schemas.microsoft.com/office/drawing/2014/main" id="{68724015-4303-44A0-AB4A-8CEDB93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1485" y="5090223"/>
            <a:ext cx="1438473" cy="347950"/>
          </a:xfrm>
          <a:custGeom xmlns:a="http://schemas.openxmlformats.org/drawingml/2006/main">
            <a:pathLst>
              <a:path w="1438473" h="347950">
                <a:moveTo>
                  <a:pt x="0" y="347950"/>
                </a:moveTo>
                <a:lnTo>
                  <a:pt x="1438473" y="347950"/>
                </a:lnTo>
                <a:lnTo>
                  <a:pt x="1438473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054972E-1131-4878-99D7-3ACA8D52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2924" y="5143541"/>
            <a:ext cx="815361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Policy </a:t>
            </a:r>
          </a:p>
        </p:txBody>
      </p:sp>
      <p:sp>
        <p:nvSpPr>
          <p:cNvPr id="3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926D175-2A23-40C4-941F-2A28C80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107" y="4405445"/>
            <a:ext cx="810494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Real-to-Sim</a:t>
            </a:r>
          </a:p>
        </p:txBody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4DA675E7-FBF9-44BB-8D52-8016CB07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0613" y="4643264"/>
            <a:ext cx="618105" cy="148279"/>
          </a:xfrm>
          <a:custGeom xmlns:a="http://schemas.openxmlformats.org/drawingml/2006/main">
            <a:pathLst>
              <a:path w="618105" h="148279">
                <a:moveTo>
                  <a:pt x="1179" y="0"/>
                </a:moveTo>
                <a:lnTo>
                  <a:pt x="442008" y="7426"/>
                </a:lnTo>
                <a:lnTo>
                  <a:pt x="440830" y="78147"/>
                </a:lnTo>
                <a:lnTo>
                  <a:pt x="0" y="70722"/>
                </a:lnTo>
                <a:lnTo>
                  <a:pt x="1179" y="0"/>
                </a:lnTo>
                <a:moveTo>
                  <a:pt x="407827" y="-63885"/>
                </a:moveTo>
                <a:lnTo>
                  <a:pt x="618105" y="45851"/>
                </a:lnTo>
                <a:lnTo>
                  <a:pt x="404173" y="148279"/>
                </a:lnTo>
                <a:lnTo>
                  <a:pt x="407827" y="-63885"/>
                </a:lnTo>
              </a:path>
            </a:pathLst>
          </a:custGeom>
          <a:solidFill xmlns:a="http://schemas.openxmlformats.org/drawingml/2006/main">
            <a:srgbClr val="7C96F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FD10C52F-F5F4-4BB6-8EE8-FDBE81D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6034" y="4157119"/>
            <a:ext cx="1055493" cy="22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0" b="0" i="1">
                <a:solidFill>
                  <a:srgbClr val="4E95D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60" b="0" i="1">
                <a:solidFill>
                  <a:srgbClr val="4E9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60" b="0" i="1">
                <a:solidFill>
                  <a:srgbClr val="4E95D9"/>
                </a:solidFill>
                <a:latin typeface="Times New Roman"/>
                <a:ea typeface="Times New Roman"/>
                <a:cs typeface="Times New Roman"/>
              </a:rPr>
              <a:t>Co-training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291617-C706-402F-984E-6A7783B63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8bd4c03a14fdc"/>
          <a:srcRect xmlns:a="http://schemas.openxmlformats.org/drawingml/2006/main" l="342" t="0" r="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0281" y="2295408"/>
            <a:ext cx="901710" cy="611646"/>
          </a:xfrm>
          <a:prstGeom xmlns:a="http://schemas.openxmlformats.org/drawingml/2006/main" prst="rect">
            <a:avLst/>
          </a:prstGeom>
        </p:spPr>
      </p:pic>
      <p:sp>
        <p:nvSpPr>
          <p:cNvPr id="40" name="lodestar-source-component-7">
            <a:extLst xmlns:a="http://schemas.openxmlformats.org/drawingml/2006/main">
              <a:ext uri="{FF2B5EF4-FFF2-40B4-BE49-F238E27FC236}">
                <a16:creationId xmlns:a16="http://schemas.microsoft.com/office/drawing/2014/main" id="{DFB93FBF-B442-4A9D-B886-E02A088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0281" y="2295408"/>
            <a:ext cx="901710" cy="61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df-path-42">
            <a:extLst xmlns:a="http://schemas.openxmlformats.org/drawingml/2006/main">
              <a:ext uri="{FF2B5EF4-FFF2-40B4-BE49-F238E27FC236}">
                <a16:creationId xmlns:a16="http://schemas.microsoft.com/office/drawing/2014/main" id="{4E935EAB-58A2-4DFD-9E7B-A13EFD1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441" y="2286473"/>
            <a:ext cx="919378" cy="631778"/>
          </a:xfrm>
          <a:custGeom xmlns:a="http://schemas.openxmlformats.org/drawingml/2006/main">
            <a:pathLst>
              <a:path w="919378" h="631778">
                <a:moveTo>
                  <a:pt x="110796" y="0"/>
                </a:moveTo>
                <a:lnTo>
                  <a:pt x="808581" y="0"/>
                </a:lnTo>
                <a:lnTo>
                  <a:pt x="830623" y="2240"/>
                </a:lnTo>
                <a:lnTo>
                  <a:pt x="851485" y="8723"/>
                </a:lnTo>
                <a:lnTo>
                  <a:pt x="870345" y="18977"/>
                </a:lnTo>
                <a:lnTo>
                  <a:pt x="886845" y="32650"/>
                </a:lnTo>
                <a:lnTo>
                  <a:pt x="900400" y="49034"/>
                </a:lnTo>
                <a:lnTo>
                  <a:pt x="910655" y="68010"/>
                </a:lnTo>
                <a:lnTo>
                  <a:pt x="917138" y="88873"/>
                </a:lnTo>
                <a:lnTo>
                  <a:pt x="919378" y="110797"/>
                </a:lnTo>
                <a:lnTo>
                  <a:pt x="919378" y="521099"/>
                </a:lnTo>
                <a:lnTo>
                  <a:pt x="917138" y="543023"/>
                </a:lnTo>
                <a:lnTo>
                  <a:pt x="910655" y="563885"/>
                </a:lnTo>
                <a:lnTo>
                  <a:pt x="900400" y="582862"/>
                </a:lnTo>
                <a:lnTo>
                  <a:pt x="886845" y="599247"/>
                </a:lnTo>
                <a:lnTo>
                  <a:pt x="870345" y="612919"/>
                </a:lnTo>
                <a:lnTo>
                  <a:pt x="851485" y="623174"/>
                </a:lnTo>
                <a:lnTo>
                  <a:pt x="830623" y="629656"/>
                </a:lnTo>
                <a:lnTo>
                  <a:pt x="808581" y="631778"/>
                </a:lnTo>
                <a:lnTo>
                  <a:pt x="110796" y="631778"/>
                </a:lnTo>
                <a:lnTo>
                  <a:pt x="88754" y="629656"/>
                </a:lnTo>
                <a:lnTo>
                  <a:pt x="67892" y="623174"/>
                </a:lnTo>
                <a:lnTo>
                  <a:pt x="49033" y="612919"/>
                </a:lnTo>
                <a:lnTo>
                  <a:pt x="32531" y="599247"/>
                </a:lnTo>
                <a:lnTo>
                  <a:pt x="18976" y="582862"/>
                </a:lnTo>
                <a:lnTo>
                  <a:pt x="8722" y="563885"/>
                </a:lnTo>
                <a:lnTo>
                  <a:pt x="2239" y="543023"/>
                </a:lnTo>
                <a:lnTo>
                  <a:pt x="0" y="521099"/>
                </a:lnTo>
                <a:lnTo>
                  <a:pt x="0" y="110797"/>
                </a:lnTo>
                <a:lnTo>
                  <a:pt x="2239" y="88873"/>
                </a:lnTo>
                <a:lnTo>
                  <a:pt x="8722" y="68010"/>
                </a:lnTo>
                <a:lnTo>
                  <a:pt x="18976" y="49034"/>
                </a:lnTo>
                <a:lnTo>
                  <a:pt x="32531" y="32650"/>
                </a:lnTo>
                <a:lnTo>
                  <a:pt x="49033" y="18977"/>
                </a:lnTo>
                <a:lnTo>
                  <a:pt x="67892" y="8723"/>
                </a:lnTo>
                <a:lnTo>
                  <a:pt x="88754" y="2240"/>
                </a:lnTo>
                <a:lnTo>
                  <a:pt x="1107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DE1E94-0EED-4411-97B1-2D9836595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99dfa09c94ab9"/>
          <a:srcRect xmlns:a="http://schemas.openxmlformats.org/drawingml/2006/main" l="342" t="0" r="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0422" y="2355874"/>
            <a:ext cx="901710" cy="611646"/>
          </a:xfrm>
          <a:prstGeom xmlns:a="http://schemas.openxmlformats.org/drawingml/2006/main" prst="rect">
            <a:avLst/>
          </a:prstGeom>
        </p:spPr>
      </p:pic>
      <p:sp>
        <p:nvSpPr>
          <p:cNvPr id="43" name="lodestar-source-component-8">
            <a:extLst xmlns:a="http://schemas.openxmlformats.org/drawingml/2006/main">
              <a:ext uri="{FF2B5EF4-FFF2-40B4-BE49-F238E27FC236}">
                <a16:creationId xmlns:a16="http://schemas.microsoft.com/office/drawing/2014/main" id="{4D0885A9-A000-46F0-8DCC-FE34152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422" y="2355874"/>
            <a:ext cx="901710" cy="61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680ED0B8-C11C-452D-9F0A-EF495EB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1581" y="2347057"/>
            <a:ext cx="919379" cy="631778"/>
          </a:xfrm>
          <a:custGeom xmlns:a="http://schemas.openxmlformats.org/drawingml/2006/main">
            <a:pathLst>
              <a:path w="919379" h="631778">
                <a:moveTo>
                  <a:pt x="110679" y="0"/>
                </a:moveTo>
                <a:lnTo>
                  <a:pt x="808581" y="0"/>
                </a:lnTo>
                <a:lnTo>
                  <a:pt x="830623" y="2122"/>
                </a:lnTo>
                <a:lnTo>
                  <a:pt x="851486" y="8605"/>
                </a:lnTo>
                <a:lnTo>
                  <a:pt x="870346" y="18859"/>
                </a:lnTo>
                <a:lnTo>
                  <a:pt x="886847" y="32532"/>
                </a:lnTo>
                <a:lnTo>
                  <a:pt x="900402" y="48916"/>
                </a:lnTo>
                <a:lnTo>
                  <a:pt x="910657" y="67893"/>
                </a:lnTo>
                <a:lnTo>
                  <a:pt x="917140" y="88755"/>
                </a:lnTo>
                <a:lnTo>
                  <a:pt x="919379" y="110679"/>
                </a:lnTo>
                <a:lnTo>
                  <a:pt x="919379" y="520981"/>
                </a:lnTo>
                <a:lnTo>
                  <a:pt x="917140" y="542905"/>
                </a:lnTo>
                <a:lnTo>
                  <a:pt x="910657" y="563886"/>
                </a:lnTo>
                <a:lnTo>
                  <a:pt x="900402" y="582745"/>
                </a:lnTo>
                <a:lnTo>
                  <a:pt x="886847" y="599247"/>
                </a:lnTo>
                <a:lnTo>
                  <a:pt x="870346" y="612801"/>
                </a:lnTo>
                <a:lnTo>
                  <a:pt x="851486" y="623056"/>
                </a:lnTo>
                <a:lnTo>
                  <a:pt x="830623" y="629539"/>
                </a:lnTo>
                <a:lnTo>
                  <a:pt x="808581" y="631778"/>
                </a:lnTo>
                <a:lnTo>
                  <a:pt x="110679" y="631778"/>
                </a:lnTo>
                <a:lnTo>
                  <a:pt x="88755" y="629539"/>
                </a:lnTo>
                <a:lnTo>
                  <a:pt x="67894" y="623056"/>
                </a:lnTo>
                <a:lnTo>
                  <a:pt x="49034" y="612801"/>
                </a:lnTo>
                <a:lnTo>
                  <a:pt x="32532" y="599247"/>
                </a:lnTo>
                <a:lnTo>
                  <a:pt x="18977" y="582745"/>
                </a:lnTo>
                <a:lnTo>
                  <a:pt x="8722" y="563886"/>
                </a:lnTo>
                <a:lnTo>
                  <a:pt x="2240" y="542905"/>
                </a:lnTo>
                <a:lnTo>
                  <a:pt x="0" y="520981"/>
                </a:lnTo>
                <a:lnTo>
                  <a:pt x="0" y="110679"/>
                </a:lnTo>
                <a:lnTo>
                  <a:pt x="2240" y="88755"/>
                </a:lnTo>
                <a:lnTo>
                  <a:pt x="8722" y="67893"/>
                </a:lnTo>
                <a:lnTo>
                  <a:pt x="18977" y="48916"/>
                </a:lnTo>
                <a:lnTo>
                  <a:pt x="32532" y="32532"/>
                </a:lnTo>
                <a:lnTo>
                  <a:pt x="49034" y="18859"/>
                </a:lnTo>
                <a:lnTo>
                  <a:pt x="67894" y="8605"/>
                </a:lnTo>
                <a:lnTo>
                  <a:pt x="88755" y="2122"/>
                </a:lnTo>
                <a:lnTo>
                  <a:pt x="110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D1A36F-3AF5-44A0-87D3-E962B5AE9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b8394f6814bbc"/>
          <a:srcRect xmlns:a="http://schemas.openxmlformats.org/drawingml/2006/main" l="342" t="0" r="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0563" y="2416341"/>
            <a:ext cx="901710" cy="611646"/>
          </a:xfrm>
          <a:prstGeom xmlns:a="http://schemas.openxmlformats.org/drawingml/2006/main" prst="rect">
            <a:avLst/>
          </a:prstGeom>
        </p:spPr>
      </p:pic>
      <p:sp>
        <p:nvSpPr>
          <p:cNvPr id="46" name="lodestar-source-component-9">
            <a:extLst xmlns:a="http://schemas.openxmlformats.org/drawingml/2006/main">
              <a:ext uri="{FF2B5EF4-FFF2-40B4-BE49-F238E27FC236}">
                <a16:creationId xmlns:a16="http://schemas.microsoft.com/office/drawing/2014/main" id="{EB797E65-274E-4F0B-AD34-3BE245E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0563" y="2416341"/>
            <a:ext cx="901710" cy="61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pdf-path-46">
            <a:extLst xmlns:a="http://schemas.openxmlformats.org/drawingml/2006/main">
              <a:ext uri="{FF2B5EF4-FFF2-40B4-BE49-F238E27FC236}">
                <a16:creationId xmlns:a16="http://schemas.microsoft.com/office/drawing/2014/main" id="{B0572F3B-B6AB-4197-A0D7-F39FAF32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1723" y="2407524"/>
            <a:ext cx="919378" cy="631778"/>
          </a:xfrm>
          <a:custGeom xmlns:a="http://schemas.openxmlformats.org/drawingml/2006/main">
            <a:pathLst>
              <a:path w="919378" h="631778">
                <a:moveTo>
                  <a:pt x="110679" y="0"/>
                </a:moveTo>
                <a:lnTo>
                  <a:pt x="808581" y="0"/>
                </a:lnTo>
                <a:lnTo>
                  <a:pt x="830505" y="2240"/>
                </a:lnTo>
                <a:lnTo>
                  <a:pt x="851486" y="8723"/>
                </a:lnTo>
                <a:lnTo>
                  <a:pt x="870345" y="18977"/>
                </a:lnTo>
                <a:lnTo>
                  <a:pt x="886847" y="32532"/>
                </a:lnTo>
                <a:lnTo>
                  <a:pt x="900401" y="48916"/>
                </a:lnTo>
                <a:lnTo>
                  <a:pt x="910655" y="67893"/>
                </a:lnTo>
                <a:lnTo>
                  <a:pt x="917139" y="88756"/>
                </a:lnTo>
                <a:lnTo>
                  <a:pt x="919378" y="110679"/>
                </a:lnTo>
                <a:lnTo>
                  <a:pt x="919378" y="520981"/>
                </a:lnTo>
                <a:lnTo>
                  <a:pt x="917139" y="542905"/>
                </a:lnTo>
                <a:lnTo>
                  <a:pt x="910655" y="563885"/>
                </a:lnTo>
                <a:lnTo>
                  <a:pt x="900401" y="582745"/>
                </a:lnTo>
                <a:lnTo>
                  <a:pt x="886847" y="599247"/>
                </a:lnTo>
                <a:lnTo>
                  <a:pt x="870345" y="612802"/>
                </a:lnTo>
                <a:lnTo>
                  <a:pt x="851486" y="623056"/>
                </a:lnTo>
                <a:lnTo>
                  <a:pt x="830505" y="629539"/>
                </a:lnTo>
                <a:lnTo>
                  <a:pt x="808581" y="631778"/>
                </a:lnTo>
                <a:lnTo>
                  <a:pt x="110679" y="631778"/>
                </a:lnTo>
                <a:lnTo>
                  <a:pt x="88755" y="629539"/>
                </a:lnTo>
                <a:lnTo>
                  <a:pt x="67893" y="623056"/>
                </a:lnTo>
                <a:lnTo>
                  <a:pt x="48915" y="612802"/>
                </a:lnTo>
                <a:lnTo>
                  <a:pt x="32532" y="599247"/>
                </a:lnTo>
                <a:lnTo>
                  <a:pt x="18977" y="582745"/>
                </a:lnTo>
                <a:lnTo>
                  <a:pt x="8604" y="563885"/>
                </a:lnTo>
                <a:lnTo>
                  <a:pt x="2122" y="542905"/>
                </a:lnTo>
                <a:lnTo>
                  <a:pt x="0" y="520981"/>
                </a:lnTo>
                <a:lnTo>
                  <a:pt x="0" y="110679"/>
                </a:lnTo>
                <a:lnTo>
                  <a:pt x="2122" y="88756"/>
                </a:lnTo>
                <a:lnTo>
                  <a:pt x="8604" y="67893"/>
                </a:lnTo>
                <a:lnTo>
                  <a:pt x="18977" y="48916"/>
                </a:lnTo>
                <a:lnTo>
                  <a:pt x="32532" y="32532"/>
                </a:lnTo>
                <a:lnTo>
                  <a:pt x="48915" y="18977"/>
                </a:lnTo>
                <a:lnTo>
                  <a:pt x="67893" y="8723"/>
                </a:lnTo>
                <a:lnTo>
                  <a:pt x="88755" y="2240"/>
                </a:lnTo>
                <a:lnTo>
                  <a:pt x="110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662A60-76B3-4636-AD31-7FCECA80F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41124c4324669"/>
          <a:srcRect xmlns:a="http://schemas.openxmlformats.org/drawingml/2006/main" l="552" t="0" r="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2940" y="945229"/>
            <a:ext cx="901510" cy="614109"/>
          </a:xfrm>
          <a:prstGeom xmlns:a="http://schemas.openxmlformats.org/drawingml/2006/main" prst="rect">
            <a:avLst/>
          </a:prstGeom>
        </p:spPr>
      </p:pic>
      <p:sp>
        <p:nvSpPr>
          <p:cNvPr id="49" name="lodestar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A4D88CC8-A00A-4932-B6CB-C597CB5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2940" y="945229"/>
            <a:ext cx="901510" cy="614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df-path-48">
            <a:extLst xmlns:a="http://schemas.openxmlformats.org/drawingml/2006/main">
              <a:ext uri="{FF2B5EF4-FFF2-40B4-BE49-F238E27FC236}">
                <a16:creationId xmlns:a16="http://schemas.microsoft.com/office/drawing/2014/main" id="{3DF98FAE-8D7C-4218-AB49-8548B2C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217" y="936401"/>
            <a:ext cx="919143" cy="631778"/>
          </a:xfrm>
          <a:custGeom xmlns:a="http://schemas.openxmlformats.org/drawingml/2006/main">
            <a:pathLst>
              <a:path w="919143" h="631778">
                <a:moveTo>
                  <a:pt x="110679" y="0"/>
                </a:moveTo>
                <a:lnTo>
                  <a:pt x="808345" y="0"/>
                </a:lnTo>
                <a:lnTo>
                  <a:pt x="830387" y="2121"/>
                </a:lnTo>
                <a:lnTo>
                  <a:pt x="851250" y="8604"/>
                </a:lnTo>
                <a:lnTo>
                  <a:pt x="870110" y="18859"/>
                </a:lnTo>
                <a:lnTo>
                  <a:pt x="886611" y="32532"/>
                </a:lnTo>
                <a:lnTo>
                  <a:pt x="900166" y="48915"/>
                </a:lnTo>
                <a:lnTo>
                  <a:pt x="910421" y="67893"/>
                </a:lnTo>
                <a:lnTo>
                  <a:pt x="916904" y="88755"/>
                </a:lnTo>
                <a:lnTo>
                  <a:pt x="919143" y="110679"/>
                </a:lnTo>
                <a:lnTo>
                  <a:pt x="919143" y="520981"/>
                </a:lnTo>
                <a:lnTo>
                  <a:pt x="916904" y="542905"/>
                </a:lnTo>
                <a:lnTo>
                  <a:pt x="910421" y="563885"/>
                </a:lnTo>
                <a:lnTo>
                  <a:pt x="900166" y="582745"/>
                </a:lnTo>
                <a:lnTo>
                  <a:pt x="886611" y="599246"/>
                </a:lnTo>
                <a:lnTo>
                  <a:pt x="870110" y="612801"/>
                </a:lnTo>
                <a:lnTo>
                  <a:pt x="851250" y="623056"/>
                </a:lnTo>
                <a:lnTo>
                  <a:pt x="830387" y="629538"/>
                </a:lnTo>
                <a:lnTo>
                  <a:pt x="808345" y="631778"/>
                </a:lnTo>
                <a:lnTo>
                  <a:pt x="110679" y="631778"/>
                </a:lnTo>
                <a:lnTo>
                  <a:pt x="88755" y="629538"/>
                </a:lnTo>
                <a:lnTo>
                  <a:pt x="67893" y="623056"/>
                </a:lnTo>
                <a:lnTo>
                  <a:pt x="48916" y="612801"/>
                </a:lnTo>
                <a:lnTo>
                  <a:pt x="32532" y="599246"/>
                </a:lnTo>
                <a:lnTo>
                  <a:pt x="18860" y="582745"/>
                </a:lnTo>
                <a:lnTo>
                  <a:pt x="8604" y="563885"/>
                </a:lnTo>
                <a:lnTo>
                  <a:pt x="2122" y="542905"/>
                </a:lnTo>
                <a:lnTo>
                  <a:pt x="0" y="520981"/>
                </a:lnTo>
                <a:lnTo>
                  <a:pt x="0" y="110679"/>
                </a:lnTo>
                <a:lnTo>
                  <a:pt x="2122" y="88755"/>
                </a:lnTo>
                <a:lnTo>
                  <a:pt x="8604" y="67893"/>
                </a:lnTo>
                <a:lnTo>
                  <a:pt x="18860" y="48915"/>
                </a:lnTo>
                <a:lnTo>
                  <a:pt x="32532" y="32532"/>
                </a:lnTo>
                <a:lnTo>
                  <a:pt x="48916" y="18859"/>
                </a:lnTo>
                <a:lnTo>
                  <a:pt x="67893" y="8604"/>
                </a:lnTo>
                <a:lnTo>
                  <a:pt x="88755" y="2121"/>
                </a:lnTo>
                <a:lnTo>
                  <a:pt x="110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71F1A8-A0DE-4E69-BD59-D884EB1674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c86b12a2a4e40"/>
          <a:srcRect xmlns:a="http://schemas.openxmlformats.org/drawingml/2006/main" l="552" t="0" r="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2798" y="884763"/>
            <a:ext cx="901510" cy="614109"/>
          </a:xfrm>
          <a:prstGeom xmlns:a="http://schemas.openxmlformats.org/drawingml/2006/main" prst="rect">
            <a:avLst/>
          </a:prstGeom>
        </p:spPr>
      </p:pic>
      <p:sp>
        <p:nvSpPr>
          <p:cNvPr id="52" name="lodestar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4915753E-29BE-412A-946C-ADADA96A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2798" y="884763"/>
            <a:ext cx="901510" cy="614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df-path-50">
            <a:extLst xmlns:a="http://schemas.openxmlformats.org/drawingml/2006/main">
              <a:ext uri="{FF2B5EF4-FFF2-40B4-BE49-F238E27FC236}">
                <a16:creationId xmlns:a16="http://schemas.microsoft.com/office/drawing/2014/main" id="{F092690C-1120-4A7F-986B-28A3C87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3957" y="875934"/>
            <a:ext cx="919143" cy="631778"/>
          </a:xfrm>
          <a:custGeom xmlns:a="http://schemas.openxmlformats.org/drawingml/2006/main">
            <a:pathLst>
              <a:path w="919143" h="631778">
                <a:moveTo>
                  <a:pt x="110798" y="0"/>
                </a:moveTo>
                <a:lnTo>
                  <a:pt x="808465" y="0"/>
                </a:lnTo>
                <a:lnTo>
                  <a:pt x="830388" y="2122"/>
                </a:lnTo>
                <a:lnTo>
                  <a:pt x="851251" y="8605"/>
                </a:lnTo>
                <a:lnTo>
                  <a:pt x="870228" y="18859"/>
                </a:lnTo>
                <a:lnTo>
                  <a:pt x="886612" y="32532"/>
                </a:lnTo>
                <a:lnTo>
                  <a:pt x="900284" y="48916"/>
                </a:lnTo>
                <a:lnTo>
                  <a:pt x="910539" y="67893"/>
                </a:lnTo>
                <a:lnTo>
                  <a:pt x="917021" y="88756"/>
                </a:lnTo>
                <a:lnTo>
                  <a:pt x="919143" y="110679"/>
                </a:lnTo>
                <a:lnTo>
                  <a:pt x="919143" y="520981"/>
                </a:lnTo>
                <a:lnTo>
                  <a:pt x="917021" y="542905"/>
                </a:lnTo>
                <a:lnTo>
                  <a:pt x="910539" y="563885"/>
                </a:lnTo>
                <a:lnTo>
                  <a:pt x="900284" y="582745"/>
                </a:lnTo>
                <a:lnTo>
                  <a:pt x="886612" y="599246"/>
                </a:lnTo>
                <a:lnTo>
                  <a:pt x="870228" y="612802"/>
                </a:lnTo>
                <a:lnTo>
                  <a:pt x="851251" y="623056"/>
                </a:lnTo>
                <a:lnTo>
                  <a:pt x="830388" y="629539"/>
                </a:lnTo>
                <a:lnTo>
                  <a:pt x="808465" y="631778"/>
                </a:lnTo>
                <a:lnTo>
                  <a:pt x="110798" y="631778"/>
                </a:lnTo>
                <a:lnTo>
                  <a:pt x="88756" y="629539"/>
                </a:lnTo>
                <a:lnTo>
                  <a:pt x="67894" y="623056"/>
                </a:lnTo>
                <a:lnTo>
                  <a:pt x="49035" y="612802"/>
                </a:lnTo>
                <a:lnTo>
                  <a:pt x="32532" y="599246"/>
                </a:lnTo>
                <a:lnTo>
                  <a:pt x="18977" y="582745"/>
                </a:lnTo>
                <a:lnTo>
                  <a:pt x="8723" y="563885"/>
                </a:lnTo>
                <a:lnTo>
                  <a:pt x="2240" y="542905"/>
                </a:lnTo>
                <a:lnTo>
                  <a:pt x="0" y="520981"/>
                </a:lnTo>
                <a:lnTo>
                  <a:pt x="0" y="110679"/>
                </a:lnTo>
                <a:lnTo>
                  <a:pt x="2240" y="88756"/>
                </a:lnTo>
                <a:lnTo>
                  <a:pt x="8723" y="67893"/>
                </a:lnTo>
                <a:lnTo>
                  <a:pt x="18977" y="48916"/>
                </a:lnTo>
                <a:lnTo>
                  <a:pt x="32532" y="32532"/>
                </a:lnTo>
                <a:lnTo>
                  <a:pt x="49035" y="18859"/>
                </a:lnTo>
                <a:lnTo>
                  <a:pt x="67894" y="8605"/>
                </a:lnTo>
                <a:lnTo>
                  <a:pt x="88756" y="2122"/>
                </a:lnTo>
                <a:lnTo>
                  <a:pt x="110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E44594-1DE4-4900-93D6-DB8A10984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951b999d64f32"/>
          <a:srcRect xmlns:a="http://schemas.openxmlformats.org/drawingml/2006/main" l="552" t="0" r="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774" y="824296"/>
            <a:ext cx="901510" cy="614109"/>
          </a:xfrm>
          <a:prstGeom xmlns:a="http://schemas.openxmlformats.org/drawingml/2006/main" prst="rect">
            <a:avLst/>
          </a:prstGeom>
        </p:spPr>
      </p:pic>
      <p:sp>
        <p:nvSpPr>
          <p:cNvPr id="55" name="lodestar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526681B0-8512-4509-BE64-D75DCBCB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774" y="824296"/>
            <a:ext cx="901510" cy="614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5DBF5458-8230-4BFD-A45A-BC7FB688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935" y="815350"/>
            <a:ext cx="919143" cy="631895"/>
          </a:xfrm>
          <a:custGeom xmlns:a="http://schemas.openxmlformats.org/drawingml/2006/main">
            <a:pathLst>
              <a:path w="919143" h="631895">
                <a:moveTo>
                  <a:pt x="110678" y="0"/>
                </a:moveTo>
                <a:lnTo>
                  <a:pt x="808464" y="0"/>
                </a:lnTo>
                <a:lnTo>
                  <a:pt x="830387" y="2239"/>
                </a:lnTo>
                <a:lnTo>
                  <a:pt x="851249" y="8722"/>
                </a:lnTo>
                <a:lnTo>
                  <a:pt x="870108" y="18976"/>
                </a:lnTo>
                <a:lnTo>
                  <a:pt x="886611" y="32650"/>
                </a:lnTo>
                <a:lnTo>
                  <a:pt x="900166" y="49033"/>
                </a:lnTo>
                <a:lnTo>
                  <a:pt x="910419" y="68010"/>
                </a:lnTo>
                <a:lnTo>
                  <a:pt x="916904" y="88873"/>
                </a:lnTo>
                <a:lnTo>
                  <a:pt x="919143" y="110797"/>
                </a:lnTo>
                <a:lnTo>
                  <a:pt x="919143" y="521099"/>
                </a:lnTo>
                <a:lnTo>
                  <a:pt x="916904" y="543023"/>
                </a:lnTo>
                <a:lnTo>
                  <a:pt x="910419" y="563885"/>
                </a:lnTo>
                <a:lnTo>
                  <a:pt x="900166" y="582862"/>
                </a:lnTo>
                <a:lnTo>
                  <a:pt x="886611" y="599246"/>
                </a:lnTo>
                <a:lnTo>
                  <a:pt x="870108" y="612919"/>
                </a:lnTo>
                <a:lnTo>
                  <a:pt x="851249" y="623173"/>
                </a:lnTo>
                <a:lnTo>
                  <a:pt x="830387" y="629656"/>
                </a:lnTo>
                <a:lnTo>
                  <a:pt x="808464" y="631895"/>
                </a:lnTo>
                <a:lnTo>
                  <a:pt x="110678" y="631895"/>
                </a:lnTo>
                <a:lnTo>
                  <a:pt x="88755" y="629656"/>
                </a:lnTo>
                <a:lnTo>
                  <a:pt x="67893" y="623173"/>
                </a:lnTo>
                <a:lnTo>
                  <a:pt x="48915" y="612919"/>
                </a:lnTo>
                <a:lnTo>
                  <a:pt x="32531" y="599246"/>
                </a:lnTo>
                <a:lnTo>
                  <a:pt x="18976" y="582862"/>
                </a:lnTo>
                <a:lnTo>
                  <a:pt x="8722" y="563885"/>
                </a:lnTo>
                <a:lnTo>
                  <a:pt x="2239" y="543023"/>
                </a:lnTo>
                <a:lnTo>
                  <a:pt x="0" y="521099"/>
                </a:lnTo>
                <a:lnTo>
                  <a:pt x="0" y="110797"/>
                </a:lnTo>
                <a:lnTo>
                  <a:pt x="2239" y="88873"/>
                </a:lnTo>
                <a:lnTo>
                  <a:pt x="8722" y="68010"/>
                </a:lnTo>
                <a:lnTo>
                  <a:pt x="18976" y="49033"/>
                </a:lnTo>
                <a:lnTo>
                  <a:pt x="32531" y="32650"/>
                </a:lnTo>
                <a:lnTo>
                  <a:pt x="48915" y="18976"/>
                </a:lnTo>
                <a:lnTo>
                  <a:pt x="67893" y="8722"/>
                </a:lnTo>
                <a:lnTo>
                  <a:pt x="88755" y="2239"/>
                </a:lnTo>
                <a:lnTo>
                  <a:pt x="1106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sp>
        <p:nvSpPr>
          <p:cNvPr id="5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FC7D9070-7990-4308-8A8E-1FFB0EA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0976" y="2548495"/>
            <a:ext cx="1049506" cy="545969"/>
          </a:xfrm>
          <a:custGeom xmlns:a="http://schemas.openxmlformats.org/drawingml/2006/main">
            <a:pathLst>
              <a:path w="1049506" h="545969">
                <a:moveTo>
                  <a:pt x="0" y="545969"/>
                </a:moveTo>
                <a:lnTo>
                  <a:pt x="1049506" y="545969"/>
                </a:lnTo>
                <a:lnTo>
                  <a:pt x="104950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61181C71-7807-4E3A-A6AF-DD1E392E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2579" y="2602204"/>
            <a:ext cx="677012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Transition</a:t>
            </a:r>
          </a:p>
        </p:txBody>
      </p:sp>
      <p:sp>
        <p:nvSpPr>
          <p:cNvPr id="59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B2B70295-D183-4556-9E67-F7B7B00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2579" y="2799834"/>
            <a:ext cx="532542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Motion 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74FA65-D217-4FA2-8013-DC8BC5370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6b827a16a4f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0098" y="4448096"/>
            <a:ext cx="461080" cy="461080"/>
          </a:xfrm>
          <a:prstGeom xmlns:a="http://schemas.openxmlformats.org/drawingml/2006/main" prst="rect">
            <a:avLst/>
          </a:prstGeom>
        </p:spPr>
      </p:pic>
      <p:sp>
        <p:nvSpPr>
          <p:cNvPr id="61" name="lodestar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BC7F70B9-6377-414E-A2A4-C474215E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0098" y="4448096"/>
            <a:ext cx="461080" cy="46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D1EEA6-784B-40A9-AC4E-CB041BC93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7960c9286418e"/>
          <a:srcRect xmlns:a="http://schemas.openxmlformats.org/drawingml/2006/main" l="0" t="221" r="0" b="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520" y="655696"/>
            <a:ext cx="1219826" cy="834925"/>
          </a:xfrm>
          <a:prstGeom xmlns:a="http://schemas.openxmlformats.org/drawingml/2006/main" prst="rect">
            <a:avLst/>
          </a:prstGeom>
        </p:spPr>
      </p:pic>
      <p:sp>
        <p:nvSpPr>
          <p:cNvPr id="63" name="lodestar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772DAC0A-258C-4941-907F-2554595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520" y="655696"/>
            <a:ext cx="1219826" cy="83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pdf-path-60">
            <a:extLst xmlns:a="http://schemas.openxmlformats.org/drawingml/2006/main">
              <a:ext uri="{FF2B5EF4-FFF2-40B4-BE49-F238E27FC236}">
                <a16:creationId xmlns:a16="http://schemas.microsoft.com/office/drawing/2014/main" id="{3362AB29-8439-4593-A80B-B92C4298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680" y="646915"/>
            <a:ext cx="1237483" cy="852900"/>
          </a:xfrm>
          <a:custGeom xmlns:a="http://schemas.openxmlformats.org/drawingml/2006/main">
            <a:pathLst>
              <a:path w="1237483" h="852900">
                <a:moveTo>
                  <a:pt x="147619" y="0"/>
                </a:moveTo>
                <a:lnTo>
                  <a:pt x="1089911" y="0"/>
                </a:lnTo>
                <a:lnTo>
                  <a:pt x="1119260" y="2947"/>
                </a:lnTo>
                <a:lnTo>
                  <a:pt x="1147078" y="11551"/>
                </a:lnTo>
                <a:lnTo>
                  <a:pt x="1172184" y="25224"/>
                </a:lnTo>
                <a:lnTo>
                  <a:pt x="1194108" y="43258"/>
                </a:lnTo>
                <a:lnTo>
                  <a:pt x="1212259" y="65181"/>
                </a:lnTo>
                <a:lnTo>
                  <a:pt x="1225932" y="90406"/>
                </a:lnTo>
                <a:lnTo>
                  <a:pt x="1234536" y="118222"/>
                </a:lnTo>
                <a:lnTo>
                  <a:pt x="1237483" y="147572"/>
                </a:lnTo>
                <a:lnTo>
                  <a:pt x="1237483" y="705328"/>
                </a:lnTo>
                <a:lnTo>
                  <a:pt x="1234536" y="734678"/>
                </a:lnTo>
                <a:lnTo>
                  <a:pt x="1225932" y="762495"/>
                </a:lnTo>
                <a:lnTo>
                  <a:pt x="1212259" y="787719"/>
                </a:lnTo>
                <a:lnTo>
                  <a:pt x="1194108" y="809642"/>
                </a:lnTo>
                <a:lnTo>
                  <a:pt x="1172184" y="827676"/>
                </a:lnTo>
                <a:lnTo>
                  <a:pt x="1147078" y="841349"/>
                </a:lnTo>
                <a:lnTo>
                  <a:pt x="1119260" y="849954"/>
                </a:lnTo>
                <a:lnTo>
                  <a:pt x="1089911" y="852900"/>
                </a:lnTo>
                <a:lnTo>
                  <a:pt x="147619" y="852900"/>
                </a:lnTo>
                <a:lnTo>
                  <a:pt x="118234" y="849954"/>
                </a:lnTo>
                <a:lnTo>
                  <a:pt x="90417" y="841349"/>
                </a:lnTo>
                <a:lnTo>
                  <a:pt x="65252" y="827676"/>
                </a:lnTo>
                <a:lnTo>
                  <a:pt x="43340" y="809642"/>
                </a:lnTo>
                <a:lnTo>
                  <a:pt x="25259" y="787719"/>
                </a:lnTo>
                <a:lnTo>
                  <a:pt x="11598" y="762495"/>
                </a:lnTo>
                <a:lnTo>
                  <a:pt x="2970" y="734678"/>
                </a:lnTo>
                <a:lnTo>
                  <a:pt x="0" y="705328"/>
                </a:lnTo>
                <a:lnTo>
                  <a:pt x="0" y="147572"/>
                </a:lnTo>
                <a:lnTo>
                  <a:pt x="2970" y="118222"/>
                </a:lnTo>
                <a:lnTo>
                  <a:pt x="11598" y="90406"/>
                </a:lnTo>
                <a:lnTo>
                  <a:pt x="25259" y="65181"/>
                </a:lnTo>
                <a:lnTo>
                  <a:pt x="43340" y="43258"/>
                </a:lnTo>
                <a:lnTo>
                  <a:pt x="65252" y="25224"/>
                </a:lnTo>
                <a:lnTo>
                  <a:pt x="90417" y="11551"/>
                </a:lnTo>
                <a:lnTo>
                  <a:pt x="118234" y="2947"/>
                </a:lnTo>
                <a:lnTo>
                  <a:pt x="1476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FF0000"/>
            </a:solidFill>
            <a:prstDash val="solid"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15420C-5082-462D-A1BE-AF504C14F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9b3d301ad4c1e"/>
          <a:srcRect xmlns:a="http://schemas.openxmlformats.org/drawingml/2006/main" l="0" t="190" r="0" b="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099" y="655696"/>
            <a:ext cx="1219591" cy="835279"/>
          </a:xfrm>
          <a:prstGeom xmlns:a="http://schemas.openxmlformats.org/drawingml/2006/main" prst="rect">
            <a:avLst/>
          </a:prstGeom>
        </p:spPr>
      </p:pic>
      <p:sp>
        <p:nvSpPr>
          <p:cNvPr id="66" name="lodestar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EB04ECBF-9925-4785-AF4D-1393504A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099" y="655696"/>
            <a:ext cx="1219591" cy="835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62">
            <a:extLst xmlns:a="http://schemas.openxmlformats.org/drawingml/2006/main">
              <a:ext uri="{FF2B5EF4-FFF2-40B4-BE49-F238E27FC236}">
                <a16:creationId xmlns:a16="http://schemas.microsoft.com/office/drawing/2014/main" id="{AD2497DD-C6D0-4987-BFE6-73E453D5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2260" y="646915"/>
            <a:ext cx="1237271" cy="852900"/>
          </a:xfrm>
          <a:custGeom xmlns:a="http://schemas.openxmlformats.org/drawingml/2006/main">
            <a:pathLst>
              <a:path w="1237271" h="852900">
                <a:moveTo>
                  <a:pt x="147572" y="0"/>
                </a:moveTo>
                <a:lnTo>
                  <a:pt x="1089581" y="0"/>
                </a:lnTo>
                <a:lnTo>
                  <a:pt x="1119049" y="2947"/>
                </a:lnTo>
                <a:lnTo>
                  <a:pt x="1146865" y="11551"/>
                </a:lnTo>
                <a:lnTo>
                  <a:pt x="1171971" y="25224"/>
                </a:lnTo>
                <a:lnTo>
                  <a:pt x="1193895" y="43258"/>
                </a:lnTo>
                <a:lnTo>
                  <a:pt x="1212046" y="65181"/>
                </a:lnTo>
                <a:lnTo>
                  <a:pt x="1225601" y="90406"/>
                </a:lnTo>
                <a:lnTo>
                  <a:pt x="1234323" y="118222"/>
                </a:lnTo>
                <a:lnTo>
                  <a:pt x="1237271" y="147572"/>
                </a:lnTo>
                <a:lnTo>
                  <a:pt x="1237271" y="705328"/>
                </a:lnTo>
                <a:lnTo>
                  <a:pt x="1234323" y="734678"/>
                </a:lnTo>
                <a:lnTo>
                  <a:pt x="1225601" y="762495"/>
                </a:lnTo>
                <a:lnTo>
                  <a:pt x="1212046" y="787719"/>
                </a:lnTo>
                <a:lnTo>
                  <a:pt x="1193895" y="809642"/>
                </a:lnTo>
                <a:lnTo>
                  <a:pt x="1171971" y="827676"/>
                </a:lnTo>
                <a:lnTo>
                  <a:pt x="1146865" y="841349"/>
                </a:lnTo>
                <a:lnTo>
                  <a:pt x="1119049" y="849954"/>
                </a:lnTo>
                <a:lnTo>
                  <a:pt x="1089581" y="852900"/>
                </a:lnTo>
                <a:lnTo>
                  <a:pt x="147572" y="852900"/>
                </a:lnTo>
                <a:lnTo>
                  <a:pt x="118222" y="849954"/>
                </a:lnTo>
                <a:lnTo>
                  <a:pt x="90405" y="841349"/>
                </a:lnTo>
                <a:lnTo>
                  <a:pt x="65181" y="827676"/>
                </a:lnTo>
                <a:lnTo>
                  <a:pt x="43375" y="809642"/>
                </a:lnTo>
                <a:lnTo>
                  <a:pt x="25224" y="787719"/>
                </a:lnTo>
                <a:lnTo>
                  <a:pt x="11551" y="762495"/>
                </a:lnTo>
                <a:lnTo>
                  <a:pt x="2946" y="734678"/>
                </a:lnTo>
                <a:lnTo>
                  <a:pt x="0" y="705328"/>
                </a:lnTo>
                <a:lnTo>
                  <a:pt x="0" y="147572"/>
                </a:lnTo>
                <a:lnTo>
                  <a:pt x="2946" y="118222"/>
                </a:lnTo>
                <a:lnTo>
                  <a:pt x="11551" y="90406"/>
                </a:lnTo>
                <a:lnTo>
                  <a:pt x="25224" y="65181"/>
                </a:lnTo>
                <a:lnTo>
                  <a:pt x="43375" y="43258"/>
                </a:lnTo>
                <a:lnTo>
                  <a:pt x="65181" y="25224"/>
                </a:lnTo>
                <a:lnTo>
                  <a:pt x="90405" y="11551"/>
                </a:lnTo>
                <a:lnTo>
                  <a:pt x="118222" y="2947"/>
                </a:lnTo>
                <a:lnTo>
                  <a:pt x="147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sp>
        <p:nvSpPr>
          <p:cNvPr id="6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8260B49E-C658-4B7E-B0DB-C4F437C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791" y="2713984"/>
            <a:ext cx="2505306" cy="141443"/>
          </a:xfrm>
          <a:custGeom xmlns:a="http://schemas.openxmlformats.org/drawingml/2006/main">
            <a:pathLst>
              <a:path w="2505306" h="141443">
                <a:moveTo>
                  <a:pt x="0" y="0"/>
                </a:moveTo>
                <a:lnTo>
                  <a:pt x="2328502" y="0"/>
                </a:lnTo>
                <a:lnTo>
                  <a:pt x="2328502" y="70721"/>
                </a:lnTo>
                <a:lnTo>
                  <a:pt x="0" y="70721"/>
                </a:lnTo>
                <a:close/>
                <a:moveTo>
                  <a:pt x="2293142" y="-70722"/>
                </a:moveTo>
                <a:lnTo>
                  <a:pt x="2505306" y="35361"/>
                </a:lnTo>
                <a:lnTo>
                  <a:pt x="2293142" y="141443"/>
                </a:lnTo>
                <a:lnTo>
                  <a:pt x="2293142" y="-70722"/>
                </a:lnTo>
              </a:path>
            </a:pathLst>
          </a:custGeom>
          <a:solidFill xmlns:a="http://schemas.openxmlformats.org/drawingml/2006/main">
            <a:srgbClr val="B595BD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69DD0C70-4847-4B0C-8219-5E5B4C7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763" y="2278104"/>
            <a:ext cx="1166078" cy="958983"/>
          </a:xfrm>
          <a:custGeom xmlns:a="http://schemas.openxmlformats.org/drawingml/2006/main">
            <a:pathLst>
              <a:path w="1166078" h="958983">
                <a:moveTo>
                  <a:pt x="0" y="159831"/>
                </a:moveTo>
                <a:cubicBezTo>
                  <a:pt x="0" y="71664"/>
                  <a:pt x="71547" y="0"/>
                  <a:pt x="159831" y="0"/>
                </a:cubicBezTo>
                <a:lnTo>
                  <a:pt x="1006248" y="0"/>
                </a:lnTo>
                <a:cubicBezTo>
                  <a:pt x="1094532" y="0"/>
                  <a:pt x="1166078" y="71664"/>
                  <a:pt x="1166078" y="159831"/>
                </a:cubicBezTo>
                <a:lnTo>
                  <a:pt x="1166078" y="799152"/>
                </a:lnTo>
                <a:cubicBezTo>
                  <a:pt x="1166078" y="887436"/>
                  <a:pt x="1094532" y="958983"/>
                  <a:pt x="1006248" y="958983"/>
                </a:cubicBezTo>
                <a:lnTo>
                  <a:pt x="159831" y="958983"/>
                </a:lnTo>
                <a:cubicBezTo>
                  <a:pt x="71547" y="958983"/>
                  <a:pt x="0" y="887436"/>
                  <a:pt x="0" y="799152"/>
                </a:cubicBezTo>
                <a:lnTo>
                  <a:pt x="0" y="1598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521">
            <a:solidFill>
              <a:srgbClr val="000000"/>
            </a:solidFill>
            <a:prstDash val="solid"/>
          </a:ln>
        </p:spPr>
      </p:sp>
      <p:sp>
        <p:nvSpPr>
          <p:cNvPr id="70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59D1030C-5D99-4927-9C6B-F244C981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1008" y="2756060"/>
            <a:ext cx="919531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Discriminator</a:t>
            </a:r>
          </a:p>
        </p:txBody>
      </p:sp>
      <p:sp>
        <p:nvSpPr>
          <p:cNvPr id="71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3AF0CB6E-3B27-4B17-B414-7B6FD672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3993" y="2954596"/>
            <a:ext cx="373341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Func.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704153-E111-4DCE-BFCD-397F62590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a442ebfa4800"/>
          <a:srcRect xmlns:a="http://schemas.openxmlformats.org/drawingml/2006/main" l="0" t="289" r="0" b="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564" y="2523130"/>
            <a:ext cx="731872" cy="500849"/>
          </a:xfrm>
          <a:prstGeom xmlns:a="http://schemas.openxmlformats.org/drawingml/2006/main" prst="rect">
            <a:avLst/>
          </a:prstGeom>
        </p:spPr>
      </p:pic>
      <p:sp>
        <p:nvSpPr>
          <p:cNvPr id="73" name="lodestar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38E98372-44AE-4120-9B49-A195107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564" y="2523130"/>
            <a:ext cx="731872" cy="500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pdf-path-69">
            <a:extLst xmlns:a="http://schemas.openxmlformats.org/drawingml/2006/main">
              <a:ext uri="{FF2B5EF4-FFF2-40B4-BE49-F238E27FC236}">
                <a16:creationId xmlns:a16="http://schemas.microsoft.com/office/drawing/2014/main" id="{A6087D3A-0BB4-4FC6-B7B7-72F09A2D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724" y="2514314"/>
            <a:ext cx="749529" cy="518860"/>
          </a:xfrm>
          <a:custGeom xmlns:a="http://schemas.openxmlformats.org/drawingml/2006/main">
            <a:pathLst>
              <a:path w="749529" h="518860">
                <a:moveTo>
                  <a:pt x="91937" y="0"/>
                </a:moveTo>
                <a:lnTo>
                  <a:pt x="657592" y="0"/>
                </a:lnTo>
                <a:lnTo>
                  <a:pt x="675742" y="1768"/>
                </a:lnTo>
                <a:lnTo>
                  <a:pt x="693187" y="7190"/>
                </a:lnTo>
                <a:lnTo>
                  <a:pt x="708864" y="15677"/>
                </a:lnTo>
                <a:lnTo>
                  <a:pt x="722537" y="26992"/>
                </a:lnTo>
                <a:lnTo>
                  <a:pt x="733852" y="40665"/>
                </a:lnTo>
                <a:lnTo>
                  <a:pt x="742338" y="56341"/>
                </a:lnTo>
                <a:lnTo>
                  <a:pt x="747761" y="73786"/>
                </a:lnTo>
                <a:lnTo>
                  <a:pt x="749529" y="91938"/>
                </a:lnTo>
                <a:lnTo>
                  <a:pt x="749529" y="426921"/>
                </a:lnTo>
                <a:lnTo>
                  <a:pt x="747761" y="445073"/>
                </a:lnTo>
                <a:lnTo>
                  <a:pt x="742338" y="462400"/>
                </a:lnTo>
                <a:lnTo>
                  <a:pt x="733852" y="478077"/>
                </a:lnTo>
                <a:lnTo>
                  <a:pt x="722537" y="491750"/>
                </a:lnTo>
                <a:lnTo>
                  <a:pt x="708864" y="503065"/>
                </a:lnTo>
                <a:lnTo>
                  <a:pt x="693187" y="511552"/>
                </a:lnTo>
                <a:lnTo>
                  <a:pt x="675742" y="516974"/>
                </a:lnTo>
                <a:lnTo>
                  <a:pt x="657592" y="518860"/>
                </a:lnTo>
                <a:lnTo>
                  <a:pt x="91937" y="518860"/>
                </a:lnTo>
                <a:lnTo>
                  <a:pt x="73786" y="516974"/>
                </a:lnTo>
                <a:lnTo>
                  <a:pt x="56459" y="511552"/>
                </a:lnTo>
                <a:lnTo>
                  <a:pt x="40665" y="503065"/>
                </a:lnTo>
                <a:lnTo>
                  <a:pt x="26992" y="491750"/>
                </a:lnTo>
                <a:lnTo>
                  <a:pt x="15794" y="478077"/>
                </a:lnTo>
                <a:lnTo>
                  <a:pt x="7190" y="462400"/>
                </a:lnTo>
                <a:lnTo>
                  <a:pt x="1886" y="445073"/>
                </a:lnTo>
                <a:lnTo>
                  <a:pt x="0" y="426921"/>
                </a:lnTo>
                <a:lnTo>
                  <a:pt x="0" y="91938"/>
                </a:lnTo>
                <a:lnTo>
                  <a:pt x="1886" y="73786"/>
                </a:lnTo>
                <a:lnTo>
                  <a:pt x="7190" y="56341"/>
                </a:lnTo>
                <a:lnTo>
                  <a:pt x="15794" y="40665"/>
                </a:lnTo>
                <a:lnTo>
                  <a:pt x="26992" y="26992"/>
                </a:lnTo>
                <a:lnTo>
                  <a:pt x="40665" y="15677"/>
                </a:lnTo>
                <a:lnTo>
                  <a:pt x="56459" y="7190"/>
                </a:lnTo>
                <a:lnTo>
                  <a:pt x="73786" y="1768"/>
                </a:lnTo>
                <a:lnTo>
                  <a:pt x="91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03CD76-84F6-48BB-9F31-7E53797BC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3789b1f394389"/>
          <a:srcRect xmlns:a="http://schemas.openxmlformats.org/drawingml/2006/main" l="0" t="256" r="0" b="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9647" y="2478717"/>
            <a:ext cx="731872" cy="501179"/>
          </a:xfrm>
          <a:prstGeom xmlns:a="http://schemas.openxmlformats.org/drawingml/2006/main" prst="rect">
            <a:avLst/>
          </a:prstGeom>
        </p:spPr>
      </p:pic>
      <p:sp>
        <p:nvSpPr>
          <p:cNvPr id="76" name="lodestar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D3FF3499-C6FB-4090-831A-BBF4776E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9647" y="2478717"/>
            <a:ext cx="731872" cy="501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4641489F-0732-43B3-9035-DAEF28B1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807" y="2469877"/>
            <a:ext cx="749646" cy="518859"/>
          </a:xfrm>
          <a:custGeom xmlns:a="http://schemas.openxmlformats.org/drawingml/2006/main">
            <a:pathLst>
              <a:path w="749646" h="518859">
                <a:moveTo>
                  <a:pt x="91938" y="0"/>
                </a:moveTo>
                <a:lnTo>
                  <a:pt x="657709" y="0"/>
                </a:lnTo>
                <a:lnTo>
                  <a:pt x="675860" y="1768"/>
                </a:lnTo>
                <a:lnTo>
                  <a:pt x="693187" y="7190"/>
                </a:lnTo>
                <a:lnTo>
                  <a:pt x="708865" y="15676"/>
                </a:lnTo>
                <a:lnTo>
                  <a:pt x="722537" y="26992"/>
                </a:lnTo>
                <a:lnTo>
                  <a:pt x="733852" y="40665"/>
                </a:lnTo>
                <a:lnTo>
                  <a:pt x="742339" y="56341"/>
                </a:lnTo>
                <a:lnTo>
                  <a:pt x="747761" y="73786"/>
                </a:lnTo>
                <a:lnTo>
                  <a:pt x="749646" y="91938"/>
                </a:lnTo>
                <a:lnTo>
                  <a:pt x="749646" y="426921"/>
                </a:lnTo>
                <a:lnTo>
                  <a:pt x="747761" y="445074"/>
                </a:lnTo>
                <a:lnTo>
                  <a:pt x="742339" y="462400"/>
                </a:lnTo>
                <a:lnTo>
                  <a:pt x="733852" y="478077"/>
                </a:lnTo>
                <a:lnTo>
                  <a:pt x="722537" y="491750"/>
                </a:lnTo>
                <a:lnTo>
                  <a:pt x="708865" y="503065"/>
                </a:lnTo>
                <a:lnTo>
                  <a:pt x="693187" y="511669"/>
                </a:lnTo>
                <a:lnTo>
                  <a:pt x="675860" y="516974"/>
                </a:lnTo>
                <a:lnTo>
                  <a:pt x="657709" y="518859"/>
                </a:lnTo>
                <a:lnTo>
                  <a:pt x="91938" y="518859"/>
                </a:lnTo>
                <a:lnTo>
                  <a:pt x="73786" y="516974"/>
                </a:lnTo>
                <a:lnTo>
                  <a:pt x="56459" y="511669"/>
                </a:lnTo>
                <a:lnTo>
                  <a:pt x="40782" y="503065"/>
                </a:lnTo>
                <a:lnTo>
                  <a:pt x="27110" y="491750"/>
                </a:lnTo>
                <a:lnTo>
                  <a:pt x="15794" y="478077"/>
                </a:lnTo>
                <a:lnTo>
                  <a:pt x="7308" y="462400"/>
                </a:lnTo>
                <a:lnTo>
                  <a:pt x="1886" y="445074"/>
                </a:lnTo>
                <a:lnTo>
                  <a:pt x="0" y="426921"/>
                </a:lnTo>
                <a:lnTo>
                  <a:pt x="0" y="91938"/>
                </a:lnTo>
                <a:lnTo>
                  <a:pt x="1886" y="73786"/>
                </a:lnTo>
                <a:lnTo>
                  <a:pt x="7308" y="56341"/>
                </a:lnTo>
                <a:lnTo>
                  <a:pt x="15794" y="40665"/>
                </a:lnTo>
                <a:lnTo>
                  <a:pt x="27110" y="26992"/>
                </a:lnTo>
                <a:lnTo>
                  <a:pt x="40782" y="15676"/>
                </a:lnTo>
                <a:lnTo>
                  <a:pt x="56459" y="7190"/>
                </a:lnTo>
                <a:lnTo>
                  <a:pt x="73786" y="1768"/>
                </a:lnTo>
                <a:lnTo>
                  <a:pt x="91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41AD87-9C57-462D-B2D9-2F23BB6DC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3b70f8204526"/>
          <a:srcRect xmlns:a="http://schemas.openxmlformats.org/drawingml/2006/main" l="0" t="256" r="0" b="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1863" y="2434752"/>
            <a:ext cx="731872" cy="501179"/>
          </a:xfrm>
          <a:prstGeom xmlns:a="http://schemas.openxmlformats.org/drawingml/2006/main" prst="rect">
            <a:avLst/>
          </a:prstGeom>
        </p:spPr>
      </p:pic>
      <p:sp>
        <p:nvSpPr>
          <p:cNvPr id="79" name="lodestar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ADB677BA-14AD-4E04-8FB7-2295365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1863" y="2434752"/>
            <a:ext cx="731872" cy="501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B3B8723-9774-448B-88A1-6B28308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3022" y="2425912"/>
            <a:ext cx="749530" cy="518859"/>
          </a:xfrm>
          <a:custGeom xmlns:a="http://schemas.openxmlformats.org/drawingml/2006/main">
            <a:pathLst>
              <a:path w="749530" h="518859">
                <a:moveTo>
                  <a:pt x="91938" y="0"/>
                </a:moveTo>
                <a:lnTo>
                  <a:pt x="657592" y="0"/>
                </a:lnTo>
                <a:lnTo>
                  <a:pt x="675743" y="1886"/>
                </a:lnTo>
                <a:lnTo>
                  <a:pt x="693187" y="7190"/>
                </a:lnTo>
                <a:lnTo>
                  <a:pt x="708865" y="15794"/>
                </a:lnTo>
                <a:lnTo>
                  <a:pt x="722537" y="26992"/>
                </a:lnTo>
                <a:lnTo>
                  <a:pt x="733852" y="40665"/>
                </a:lnTo>
                <a:lnTo>
                  <a:pt x="742339" y="56459"/>
                </a:lnTo>
                <a:lnTo>
                  <a:pt x="747761" y="73786"/>
                </a:lnTo>
                <a:lnTo>
                  <a:pt x="749530" y="91938"/>
                </a:lnTo>
                <a:lnTo>
                  <a:pt x="749530" y="426921"/>
                </a:lnTo>
                <a:lnTo>
                  <a:pt x="747761" y="445073"/>
                </a:lnTo>
                <a:lnTo>
                  <a:pt x="742339" y="462400"/>
                </a:lnTo>
                <a:lnTo>
                  <a:pt x="733852" y="478194"/>
                </a:lnTo>
                <a:lnTo>
                  <a:pt x="722537" y="491868"/>
                </a:lnTo>
                <a:lnTo>
                  <a:pt x="708865" y="503065"/>
                </a:lnTo>
                <a:lnTo>
                  <a:pt x="693187" y="511669"/>
                </a:lnTo>
                <a:lnTo>
                  <a:pt x="675743" y="516974"/>
                </a:lnTo>
                <a:lnTo>
                  <a:pt x="657592" y="518859"/>
                </a:lnTo>
                <a:lnTo>
                  <a:pt x="91938" y="518859"/>
                </a:lnTo>
                <a:lnTo>
                  <a:pt x="73786" y="516974"/>
                </a:lnTo>
                <a:lnTo>
                  <a:pt x="56342" y="511669"/>
                </a:lnTo>
                <a:lnTo>
                  <a:pt x="40665" y="503065"/>
                </a:lnTo>
                <a:lnTo>
                  <a:pt x="26992" y="491868"/>
                </a:lnTo>
                <a:lnTo>
                  <a:pt x="15677" y="478194"/>
                </a:lnTo>
                <a:lnTo>
                  <a:pt x="7190" y="462400"/>
                </a:lnTo>
                <a:lnTo>
                  <a:pt x="1768" y="445073"/>
                </a:lnTo>
                <a:lnTo>
                  <a:pt x="0" y="426921"/>
                </a:lnTo>
                <a:lnTo>
                  <a:pt x="0" y="91938"/>
                </a:lnTo>
                <a:lnTo>
                  <a:pt x="1768" y="73786"/>
                </a:lnTo>
                <a:lnTo>
                  <a:pt x="7190" y="56459"/>
                </a:lnTo>
                <a:lnTo>
                  <a:pt x="15677" y="40665"/>
                </a:lnTo>
                <a:lnTo>
                  <a:pt x="26992" y="26992"/>
                </a:lnTo>
                <a:lnTo>
                  <a:pt x="40665" y="15794"/>
                </a:lnTo>
                <a:lnTo>
                  <a:pt x="56342" y="7190"/>
                </a:lnTo>
                <a:lnTo>
                  <a:pt x="73786" y="1886"/>
                </a:lnTo>
                <a:lnTo>
                  <a:pt x="91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sp>
        <p:nvSpPr>
          <p:cNvPr id="81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72CE359-949A-4686-BC75-5E914024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64" y="2368981"/>
            <a:ext cx="95" cy="704857"/>
          </a:xfrm>
          <a:custGeom xmlns:a="http://schemas.openxmlformats.org/drawingml/2006/main">
            <a:pathLst>
              <a:path w="95" h="704857">
                <a:moveTo>
                  <a:pt x="0" y="0"/>
                </a:moveTo>
                <a:lnTo>
                  <a:pt x="0" y="141443"/>
                </a:lnTo>
                <a:moveTo>
                  <a:pt x="0" y="247525"/>
                </a:moveTo>
                <a:lnTo>
                  <a:pt x="0" y="388968"/>
                </a:lnTo>
                <a:moveTo>
                  <a:pt x="0" y="495050"/>
                </a:moveTo>
                <a:lnTo>
                  <a:pt x="0" y="636493"/>
                </a:lnTo>
              </a:path>
            </a:pathLst>
          </a:custGeom>
          <a:noFill xmlns:a="http://schemas.openxmlformats.org/drawingml/2006/main"/>
          <a:ln xmlns:a="http://schemas.openxmlformats.org/drawingml/2006/main" w="35361">
            <a:solidFill>
              <a:srgbClr val="C95659">
                <a:alpha val="70000"/>
              </a:srgbClr>
            </a:solidFill>
            <a:prstDash val="solid"/>
          </a:ln>
        </p:spPr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899379-43BB-4A14-8320-32578626F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4043885343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7122" y="2082324"/>
            <a:ext cx="342021" cy="342021"/>
          </a:xfrm>
          <a:prstGeom xmlns:a="http://schemas.openxmlformats.org/drawingml/2006/main" prst="rect">
            <a:avLst/>
          </a:prstGeom>
        </p:spPr>
      </p:pic>
      <p:sp>
        <p:nvSpPr>
          <p:cNvPr id="83" name="lodestar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6000B48A-5D2B-4F48-843B-8081F22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7122" y="2082324"/>
            <a:ext cx="342021" cy="34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pdf-path-76">
            <a:extLst xmlns:a="http://schemas.openxmlformats.org/drawingml/2006/main">
              <a:ext uri="{FF2B5EF4-FFF2-40B4-BE49-F238E27FC236}">
                <a16:creationId xmlns:a16="http://schemas.microsoft.com/office/drawing/2014/main" id="{87023A2A-69F8-4E7A-9873-38031CFA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135" y="2278104"/>
            <a:ext cx="1029091" cy="958983"/>
          </a:xfrm>
          <a:custGeom xmlns:a="http://schemas.openxmlformats.org/drawingml/2006/main">
            <a:pathLst>
              <a:path w="1029091" h="958983">
                <a:moveTo>
                  <a:pt x="0" y="159831"/>
                </a:moveTo>
                <a:cubicBezTo>
                  <a:pt x="0" y="71664"/>
                  <a:pt x="71558" y="0"/>
                  <a:pt x="159831" y="0"/>
                </a:cubicBezTo>
                <a:lnTo>
                  <a:pt x="869260" y="0"/>
                </a:lnTo>
                <a:cubicBezTo>
                  <a:pt x="957544" y="0"/>
                  <a:pt x="1029091" y="71664"/>
                  <a:pt x="1029091" y="159831"/>
                </a:cubicBezTo>
                <a:lnTo>
                  <a:pt x="1029091" y="799152"/>
                </a:lnTo>
                <a:cubicBezTo>
                  <a:pt x="1029091" y="887436"/>
                  <a:pt x="957544" y="958983"/>
                  <a:pt x="869260" y="958983"/>
                </a:cubicBezTo>
                <a:lnTo>
                  <a:pt x="159831" y="958983"/>
                </a:lnTo>
                <a:cubicBezTo>
                  <a:pt x="71558" y="958983"/>
                  <a:pt x="0" y="887436"/>
                  <a:pt x="0" y="799152"/>
                </a:cubicBezTo>
                <a:lnTo>
                  <a:pt x="0" y="1598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521">
            <a:solidFill>
              <a:srgbClr val="000000"/>
            </a:solidFill>
            <a:prstDash val="solid"/>
          </a:ln>
        </p:spPr>
      </p:sp>
      <p:sp>
        <p:nvSpPr>
          <p:cNvPr id="85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DB948F3-F214-4D68-BD48-1795164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504" y="2485898"/>
            <a:ext cx="357917" cy="354745"/>
          </a:xfrm>
          <a:custGeom xmlns:a="http://schemas.openxmlformats.org/drawingml/2006/main">
            <a:pathLst>
              <a:path w="357917" h="354745">
                <a:moveTo>
                  <a:pt x="137279" y="129131"/>
                </a:moveTo>
                <a:lnTo>
                  <a:pt x="137279" y="95430"/>
                </a:lnTo>
                <a:cubicBezTo>
                  <a:pt x="137279" y="92589"/>
                  <a:pt x="138338" y="90458"/>
                  <a:pt x="140821" y="89040"/>
                </a:cubicBezTo>
                <a:lnTo>
                  <a:pt x="208576" y="50022"/>
                </a:lnTo>
                <a:cubicBezTo>
                  <a:pt x="217798" y="44699"/>
                  <a:pt x="228795" y="42216"/>
                  <a:pt x="240143" y="42216"/>
                </a:cubicBezTo>
                <a:cubicBezTo>
                  <a:pt x="282714" y="42216"/>
                  <a:pt x="309673" y="75209"/>
                  <a:pt x="309673" y="110327"/>
                </a:cubicBezTo>
                <a:cubicBezTo>
                  <a:pt x="309673" y="112811"/>
                  <a:pt x="309673" y="115651"/>
                  <a:pt x="309316" y="118485"/>
                </a:cubicBezTo>
                <a:lnTo>
                  <a:pt x="239078" y="77335"/>
                </a:lnTo>
                <a:cubicBezTo>
                  <a:pt x="234827" y="74852"/>
                  <a:pt x="230563" y="74852"/>
                  <a:pt x="226313" y="77335"/>
                </a:cubicBezTo>
                <a:lnTo>
                  <a:pt x="137279" y="129131"/>
                </a:lnTo>
                <a:moveTo>
                  <a:pt x="295478" y="260388"/>
                </a:moveTo>
                <a:lnTo>
                  <a:pt x="295478" y="179856"/>
                </a:lnTo>
                <a:cubicBezTo>
                  <a:pt x="295478" y="174890"/>
                  <a:pt x="293353" y="171341"/>
                  <a:pt x="289096" y="168858"/>
                </a:cubicBezTo>
                <a:lnTo>
                  <a:pt x="200062" y="117067"/>
                </a:lnTo>
                <a:lnTo>
                  <a:pt x="229146" y="100390"/>
                </a:lnTo>
                <a:cubicBezTo>
                  <a:pt x="231629" y="98973"/>
                  <a:pt x="233761" y="98973"/>
                  <a:pt x="236243" y="100390"/>
                </a:cubicBezTo>
                <a:lnTo>
                  <a:pt x="303993" y="139414"/>
                </a:lnTo>
                <a:cubicBezTo>
                  <a:pt x="323504" y="150769"/>
                  <a:pt x="336632" y="174890"/>
                  <a:pt x="336632" y="198302"/>
                </a:cubicBezTo>
                <a:cubicBezTo>
                  <a:pt x="336632" y="225263"/>
                  <a:pt x="320670" y="250092"/>
                  <a:pt x="295478" y="260381"/>
                </a:cubicBezTo>
                <a:lnTo>
                  <a:pt x="295478" y="260388"/>
                </a:lnTo>
                <a:moveTo>
                  <a:pt x="116344" y="189436"/>
                </a:moveTo>
                <a:lnTo>
                  <a:pt x="87260" y="172413"/>
                </a:lnTo>
                <a:cubicBezTo>
                  <a:pt x="84777" y="170996"/>
                  <a:pt x="83711" y="168864"/>
                  <a:pt x="83711" y="166024"/>
                </a:cubicBezTo>
                <a:lnTo>
                  <a:pt x="83711" y="87981"/>
                </a:lnTo>
                <a:cubicBezTo>
                  <a:pt x="83711" y="50022"/>
                  <a:pt x="112802" y="21286"/>
                  <a:pt x="152175" y="21287"/>
                </a:cubicBezTo>
                <a:cubicBezTo>
                  <a:pt x="167078" y="21287"/>
                  <a:pt x="180909" y="26253"/>
                  <a:pt x="192614" y="35125"/>
                </a:cubicBezTo>
                <a:lnTo>
                  <a:pt x="122733" y="75566"/>
                </a:lnTo>
                <a:cubicBezTo>
                  <a:pt x="118482" y="78049"/>
                  <a:pt x="116351" y="81598"/>
                  <a:pt x="116351" y="86564"/>
                </a:cubicBezTo>
                <a:lnTo>
                  <a:pt x="116351" y="189442"/>
                </a:lnTo>
                <a:lnTo>
                  <a:pt x="116344" y="189436"/>
                </a:lnTo>
                <a:moveTo>
                  <a:pt x="178956" y="225620"/>
                </a:moveTo>
                <a:lnTo>
                  <a:pt x="137279" y="202208"/>
                </a:lnTo>
                <a:lnTo>
                  <a:pt x="137279" y="152543"/>
                </a:lnTo>
                <a:lnTo>
                  <a:pt x="178956" y="129131"/>
                </a:lnTo>
                <a:lnTo>
                  <a:pt x="220633" y="152543"/>
                </a:lnTo>
                <a:lnTo>
                  <a:pt x="220633" y="202208"/>
                </a:lnTo>
                <a:lnTo>
                  <a:pt x="178956" y="225620"/>
                </a:lnTo>
                <a:moveTo>
                  <a:pt x="205736" y="333465"/>
                </a:moveTo>
                <a:cubicBezTo>
                  <a:pt x="190839" y="333465"/>
                  <a:pt x="177009" y="328499"/>
                  <a:pt x="165297" y="319627"/>
                </a:cubicBezTo>
                <a:lnTo>
                  <a:pt x="235178" y="279185"/>
                </a:lnTo>
                <a:cubicBezTo>
                  <a:pt x="239435" y="276702"/>
                  <a:pt x="241560" y="273159"/>
                  <a:pt x="241560" y="268188"/>
                </a:cubicBezTo>
                <a:lnTo>
                  <a:pt x="241560" y="165315"/>
                </a:lnTo>
                <a:lnTo>
                  <a:pt x="271008" y="182339"/>
                </a:lnTo>
                <a:cubicBezTo>
                  <a:pt x="273485" y="183756"/>
                  <a:pt x="274551" y="185887"/>
                  <a:pt x="274551" y="188728"/>
                </a:cubicBezTo>
                <a:lnTo>
                  <a:pt x="274551" y="266770"/>
                </a:lnTo>
                <a:cubicBezTo>
                  <a:pt x="274551" y="304723"/>
                  <a:pt x="245109" y="333465"/>
                  <a:pt x="205736" y="333465"/>
                </a:cubicBezTo>
                <a:moveTo>
                  <a:pt x="121667" y="254356"/>
                </a:moveTo>
                <a:lnTo>
                  <a:pt x="53912" y="215338"/>
                </a:lnTo>
                <a:cubicBezTo>
                  <a:pt x="34402" y="203982"/>
                  <a:pt x="21279" y="179862"/>
                  <a:pt x="21279" y="156449"/>
                </a:cubicBezTo>
                <a:cubicBezTo>
                  <a:pt x="21279" y="129131"/>
                  <a:pt x="37599" y="104653"/>
                  <a:pt x="62783" y="94364"/>
                </a:cubicBezTo>
                <a:lnTo>
                  <a:pt x="62783" y="175247"/>
                </a:lnTo>
                <a:cubicBezTo>
                  <a:pt x="62783" y="180219"/>
                  <a:pt x="64909" y="183761"/>
                  <a:pt x="69166" y="186245"/>
                </a:cubicBezTo>
                <a:lnTo>
                  <a:pt x="157849" y="237684"/>
                </a:lnTo>
                <a:lnTo>
                  <a:pt x="128758" y="254356"/>
                </a:lnTo>
                <a:cubicBezTo>
                  <a:pt x="126282" y="255773"/>
                  <a:pt x="124150" y="255773"/>
                  <a:pt x="121667" y="254356"/>
                </a:cubicBezTo>
                <a:moveTo>
                  <a:pt x="117768" y="312536"/>
                </a:moveTo>
                <a:cubicBezTo>
                  <a:pt x="77686" y="312535"/>
                  <a:pt x="48244" y="282383"/>
                  <a:pt x="48244" y="245133"/>
                </a:cubicBezTo>
                <a:cubicBezTo>
                  <a:pt x="48244" y="242292"/>
                  <a:pt x="48596" y="239458"/>
                  <a:pt x="48953" y="236618"/>
                </a:cubicBezTo>
                <a:lnTo>
                  <a:pt x="118827" y="277060"/>
                </a:lnTo>
                <a:cubicBezTo>
                  <a:pt x="123084" y="279542"/>
                  <a:pt x="127341" y="279542"/>
                  <a:pt x="131598" y="277060"/>
                </a:cubicBezTo>
                <a:lnTo>
                  <a:pt x="220633" y="225627"/>
                </a:lnTo>
                <a:lnTo>
                  <a:pt x="220633" y="259328"/>
                </a:lnTo>
                <a:cubicBezTo>
                  <a:pt x="220633" y="262162"/>
                  <a:pt x="219567" y="264294"/>
                  <a:pt x="217084" y="265711"/>
                </a:cubicBezTo>
                <a:lnTo>
                  <a:pt x="149335" y="304729"/>
                </a:lnTo>
                <a:cubicBezTo>
                  <a:pt x="140112" y="310052"/>
                  <a:pt x="129116" y="312536"/>
                  <a:pt x="117762" y="312536"/>
                </a:cubicBezTo>
                <a:lnTo>
                  <a:pt x="117768" y="312536"/>
                </a:lnTo>
                <a:moveTo>
                  <a:pt x="205736" y="354745"/>
                </a:moveTo>
                <a:cubicBezTo>
                  <a:pt x="248657" y="354745"/>
                  <a:pt x="284482" y="324241"/>
                  <a:pt x="292645" y="283800"/>
                </a:cubicBezTo>
                <a:cubicBezTo>
                  <a:pt x="332375" y="273511"/>
                  <a:pt x="357917" y="236261"/>
                  <a:pt x="357917" y="198302"/>
                </a:cubicBezTo>
                <a:cubicBezTo>
                  <a:pt x="357917" y="173473"/>
                  <a:pt x="347272" y="149352"/>
                  <a:pt x="328118" y="131965"/>
                </a:cubicBezTo>
                <a:cubicBezTo>
                  <a:pt x="329892" y="124516"/>
                  <a:pt x="330958" y="117068"/>
                  <a:pt x="330958" y="109619"/>
                </a:cubicBezTo>
                <a:cubicBezTo>
                  <a:pt x="330958" y="58895"/>
                  <a:pt x="289811" y="20929"/>
                  <a:pt x="242275" y="20929"/>
                </a:cubicBezTo>
                <a:cubicBezTo>
                  <a:pt x="232701" y="20929"/>
                  <a:pt x="223479" y="22346"/>
                  <a:pt x="214250" y="25544"/>
                </a:cubicBezTo>
                <a:cubicBezTo>
                  <a:pt x="198288" y="9932"/>
                  <a:pt x="176294" y="0"/>
                  <a:pt x="152175" y="0"/>
                </a:cubicBezTo>
                <a:cubicBezTo>
                  <a:pt x="109254" y="0"/>
                  <a:pt x="73429" y="30510"/>
                  <a:pt x="65267" y="70951"/>
                </a:cubicBezTo>
                <a:cubicBezTo>
                  <a:pt x="25536" y="81241"/>
                  <a:pt x="0" y="118484"/>
                  <a:pt x="0" y="156443"/>
                </a:cubicBezTo>
                <a:cubicBezTo>
                  <a:pt x="0" y="181279"/>
                  <a:pt x="10640" y="205399"/>
                  <a:pt x="29793" y="222780"/>
                </a:cubicBezTo>
                <a:cubicBezTo>
                  <a:pt x="28019" y="230235"/>
                  <a:pt x="26959" y="237684"/>
                  <a:pt x="26959" y="245133"/>
                </a:cubicBezTo>
                <a:cubicBezTo>
                  <a:pt x="26959" y="295857"/>
                  <a:pt x="68106" y="333816"/>
                  <a:pt x="115636" y="333816"/>
                </a:cubicBezTo>
                <a:cubicBezTo>
                  <a:pt x="125216" y="333816"/>
                  <a:pt x="134438" y="332399"/>
                  <a:pt x="143661" y="329207"/>
                </a:cubicBezTo>
                <a:cubicBezTo>
                  <a:pt x="159623" y="344814"/>
                  <a:pt x="181617" y="354745"/>
                  <a:pt x="205736" y="3547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F001985D-EAE3-49C7-987D-F14BD34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368" y="2850367"/>
            <a:ext cx="418000" cy="188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VLM</a:t>
            </a:r>
          </a:p>
        </p:txBody>
      </p:sp>
      <p:sp>
        <p:nvSpPr>
          <p:cNvPr id="87" name="pdf-path-80">
            <a:extLst xmlns:a="http://schemas.openxmlformats.org/drawingml/2006/main">
              <a:ext uri="{FF2B5EF4-FFF2-40B4-BE49-F238E27FC236}">
                <a16:creationId xmlns:a16="http://schemas.microsoft.com/office/drawing/2014/main" id="{667765EC-3B7C-4423-8280-D3ABCE29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179" y="3534941"/>
            <a:ext cx="1428337" cy="2186022"/>
          </a:xfrm>
          <a:custGeom xmlns:a="http://schemas.openxmlformats.org/drawingml/2006/main">
            <a:pathLst>
              <a:path w="1428337" h="2186022">
                <a:moveTo>
                  <a:pt x="0" y="237977"/>
                </a:moveTo>
                <a:cubicBezTo>
                  <a:pt x="0" y="106554"/>
                  <a:pt x="106554" y="0"/>
                  <a:pt x="238095" y="0"/>
                </a:cubicBezTo>
                <a:lnTo>
                  <a:pt x="1190242" y="0"/>
                </a:lnTo>
                <a:cubicBezTo>
                  <a:pt x="1321783" y="0"/>
                  <a:pt x="1428337" y="106554"/>
                  <a:pt x="1428337" y="237977"/>
                </a:cubicBezTo>
                <a:lnTo>
                  <a:pt x="1428337" y="1947974"/>
                </a:lnTo>
                <a:cubicBezTo>
                  <a:pt x="1428337" y="2079445"/>
                  <a:pt x="1321783" y="2186022"/>
                  <a:pt x="1190242" y="2186022"/>
                </a:cubicBezTo>
                <a:lnTo>
                  <a:pt x="238095" y="2186022"/>
                </a:lnTo>
                <a:cubicBezTo>
                  <a:pt x="106554" y="2186022"/>
                  <a:pt x="0" y="2079445"/>
                  <a:pt x="0" y="1947974"/>
                </a:cubicBezTo>
                <a:lnTo>
                  <a:pt x="0" y="23797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4C4DFB-1ED8-4AC9-A245-13011EF59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41d009334455c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6656" y="3676137"/>
            <a:ext cx="655976" cy="446853"/>
          </a:xfrm>
          <a:prstGeom xmlns:a="http://schemas.openxmlformats.org/drawingml/2006/main" prst="rect">
            <a:avLst/>
          </a:prstGeom>
        </p:spPr>
      </p:pic>
      <p:sp>
        <p:nvSpPr>
          <p:cNvPr id="89" name="lodestar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C31F7F27-2B8E-4326-B3AA-48A5DE1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6656" y="3676137"/>
            <a:ext cx="655976" cy="44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pdf-path-82">
            <a:extLst xmlns:a="http://schemas.openxmlformats.org/drawingml/2006/main">
              <a:ext uri="{FF2B5EF4-FFF2-40B4-BE49-F238E27FC236}">
                <a16:creationId xmlns:a16="http://schemas.microsoft.com/office/drawing/2014/main" id="{062000F9-BAE4-40A4-8EC6-FF51E97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7815" y="3667308"/>
            <a:ext cx="673622" cy="464522"/>
          </a:xfrm>
          <a:custGeom xmlns:a="http://schemas.openxmlformats.org/drawingml/2006/main">
            <a:pathLst>
              <a:path w="673622" h="464522">
                <a:moveTo>
                  <a:pt x="82863" y="0"/>
                </a:moveTo>
                <a:lnTo>
                  <a:pt x="590760" y="0"/>
                </a:lnTo>
                <a:lnTo>
                  <a:pt x="607144" y="1650"/>
                </a:lnTo>
                <a:lnTo>
                  <a:pt x="622703" y="6483"/>
                </a:lnTo>
                <a:lnTo>
                  <a:pt x="636965" y="14262"/>
                </a:lnTo>
                <a:lnTo>
                  <a:pt x="649223" y="24399"/>
                </a:lnTo>
                <a:lnTo>
                  <a:pt x="659477" y="36775"/>
                </a:lnTo>
                <a:lnTo>
                  <a:pt x="667139" y="50919"/>
                </a:lnTo>
                <a:lnTo>
                  <a:pt x="671972" y="66596"/>
                </a:lnTo>
                <a:lnTo>
                  <a:pt x="673622" y="82862"/>
                </a:lnTo>
                <a:lnTo>
                  <a:pt x="673622" y="381660"/>
                </a:lnTo>
                <a:lnTo>
                  <a:pt x="671972" y="398043"/>
                </a:lnTo>
                <a:lnTo>
                  <a:pt x="667139" y="413720"/>
                </a:lnTo>
                <a:lnTo>
                  <a:pt x="659477" y="427865"/>
                </a:lnTo>
                <a:lnTo>
                  <a:pt x="649223" y="440241"/>
                </a:lnTo>
                <a:lnTo>
                  <a:pt x="636965" y="450378"/>
                </a:lnTo>
                <a:lnTo>
                  <a:pt x="622703" y="458039"/>
                </a:lnTo>
                <a:lnTo>
                  <a:pt x="607144" y="462872"/>
                </a:lnTo>
                <a:lnTo>
                  <a:pt x="590760" y="464522"/>
                </a:lnTo>
                <a:lnTo>
                  <a:pt x="82863" y="464522"/>
                </a:lnTo>
                <a:lnTo>
                  <a:pt x="66479" y="462872"/>
                </a:lnTo>
                <a:lnTo>
                  <a:pt x="50802" y="458039"/>
                </a:lnTo>
                <a:lnTo>
                  <a:pt x="36658" y="450378"/>
                </a:lnTo>
                <a:lnTo>
                  <a:pt x="24281" y="440241"/>
                </a:lnTo>
                <a:lnTo>
                  <a:pt x="14144" y="427865"/>
                </a:lnTo>
                <a:lnTo>
                  <a:pt x="6484" y="413720"/>
                </a:lnTo>
                <a:lnTo>
                  <a:pt x="1651" y="398043"/>
                </a:lnTo>
                <a:lnTo>
                  <a:pt x="0" y="381660"/>
                </a:lnTo>
                <a:lnTo>
                  <a:pt x="0" y="82862"/>
                </a:lnTo>
                <a:lnTo>
                  <a:pt x="1651" y="66596"/>
                </a:lnTo>
                <a:lnTo>
                  <a:pt x="6484" y="50919"/>
                </a:lnTo>
                <a:lnTo>
                  <a:pt x="14144" y="36775"/>
                </a:lnTo>
                <a:lnTo>
                  <a:pt x="24281" y="24399"/>
                </a:lnTo>
                <a:lnTo>
                  <a:pt x="36658" y="14262"/>
                </a:lnTo>
                <a:lnTo>
                  <a:pt x="50802" y="6483"/>
                </a:lnTo>
                <a:lnTo>
                  <a:pt x="66479" y="1650"/>
                </a:lnTo>
                <a:lnTo>
                  <a:pt x="82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D2AB4B-C428-45A7-9A8F-9EFFF166F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3b9d1e7db42da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0234" y="3719866"/>
            <a:ext cx="655976" cy="446853"/>
          </a:xfrm>
          <a:prstGeom xmlns:a="http://schemas.openxmlformats.org/drawingml/2006/main" prst="rect">
            <a:avLst/>
          </a:prstGeom>
        </p:spPr>
      </p:pic>
      <p:sp>
        <p:nvSpPr>
          <p:cNvPr id="92" name="lodestar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FC912E05-0A72-4BA8-96EF-DF2C4B54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0234" y="3719866"/>
            <a:ext cx="655976" cy="44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pdf-path-84">
            <a:extLst xmlns:a="http://schemas.openxmlformats.org/drawingml/2006/main">
              <a:ext uri="{FF2B5EF4-FFF2-40B4-BE49-F238E27FC236}">
                <a16:creationId xmlns:a16="http://schemas.microsoft.com/office/drawing/2014/main" id="{FE65C971-A419-40DF-AC3D-9ADB534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1394" y="3711038"/>
            <a:ext cx="673621" cy="464522"/>
          </a:xfrm>
          <a:custGeom xmlns:a="http://schemas.openxmlformats.org/drawingml/2006/main">
            <a:pathLst>
              <a:path w="673621" h="464522">
                <a:moveTo>
                  <a:pt x="82861" y="0"/>
                </a:moveTo>
                <a:lnTo>
                  <a:pt x="590760" y="0"/>
                </a:lnTo>
                <a:lnTo>
                  <a:pt x="607144" y="1650"/>
                </a:lnTo>
                <a:lnTo>
                  <a:pt x="622820" y="6483"/>
                </a:lnTo>
                <a:lnTo>
                  <a:pt x="636964" y="14144"/>
                </a:lnTo>
                <a:lnTo>
                  <a:pt x="649223" y="24399"/>
                </a:lnTo>
                <a:lnTo>
                  <a:pt x="659477" y="36657"/>
                </a:lnTo>
                <a:lnTo>
                  <a:pt x="667138" y="50919"/>
                </a:lnTo>
                <a:lnTo>
                  <a:pt x="671971" y="66478"/>
                </a:lnTo>
                <a:lnTo>
                  <a:pt x="673621" y="82862"/>
                </a:lnTo>
                <a:lnTo>
                  <a:pt x="673621" y="381660"/>
                </a:lnTo>
                <a:lnTo>
                  <a:pt x="671971" y="398043"/>
                </a:lnTo>
                <a:lnTo>
                  <a:pt x="667138" y="413602"/>
                </a:lnTo>
                <a:lnTo>
                  <a:pt x="659477" y="427865"/>
                </a:lnTo>
                <a:lnTo>
                  <a:pt x="649223" y="440123"/>
                </a:lnTo>
                <a:lnTo>
                  <a:pt x="636964" y="450378"/>
                </a:lnTo>
                <a:lnTo>
                  <a:pt x="622820" y="458039"/>
                </a:lnTo>
                <a:lnTo>
                  <a:pt x="607144" y="462872"/>
                </a:lnTo>
                <a:lnTo>
                  <a:pt x="590760" y="464522"/>
                </a:lnTo>
                <a:lnTo>
                  <a:pt x="82861" y="464522"/>
                </a:lnTo>
                <a:lnTo>
                  <a:pt x="66478" y="462872"/>
                </a:lnTo>
                <a:lnTo>
                  <a:pt x="50802" y="458039"/>
                </a:lnTo>
                <a:lnTo>
                  <a:pt x="36657" y="450378"/>
                </a:lnTo>
                <a:lnTo>
                  <a:pt x="24399" y="440123"/>
                </a:lnTo>
                <a:lnTo>
                  <a:pt x="14144" y="427865"/>
                </a:lnTo>
                <a:lnTo>
                  <a:pt x="6483" y="413602"/>
                </a:lnTo>
                <a:lnTo>
                  <a:pt x="1651" y="398043"/>
                </a:lnTo>
                <a:lnTo>
                  <a:pt x="0" y="381660"/>
                </a:lnTo>
                <a:lnTo>
                  <a:pt x="0" y="82862"/>
                </a:lnTo>
                <a:lnTo>
                  <a:pt x="1651" y="66478"/>
                </a:lnTo>
                <a:lnTo>
                  <a:pt x="6483" y="50919"/>
                </a:lnTo>
                <a:lnTo>
                  <a:pt x="14144" y="36657"/>
                </a:lnTo>
                <a:lnTo>
                  <a:pt x="24399" y="24399"/>
                </a:lnTo>
                <a:lnTo>
                  <a:pt x="36657" y="14144"/>
                </a:lnTo>
                <a:lnTo>
                  <a:pt x="50802" y="6483"/>
                </a:lnTo>
                <a:lnTo>
                  <a:pt x="66478" y="1650"/>
                </a:lnTo>
                <a:lnTo>
                  <a:pt x="82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9407C8-A027-400E-B808-D29D1D653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0b0d594434e58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1102" y="3763949"/>
            <a:ext cx="655976" cy="446853"/>
          </a:xfrm>
          <a:prstGeom xmlns:a="http://schemas.openxmlformats.org/drawingml/2006/main" prst="rect">
            <a:avLst/>
          </a:prstGeom>
        </p:spPr>
      </p:pic>
      <p:sp>
        <p:nvSpPr>
          <p:cNvPr id="95" name="lodestar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953AE739-2FA0-4447-868F-11B52F6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1102" y="3763949"/>
            <a:ext cx="655976" cy="44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4F53582E-3FC8-48B2-A0DF-32FC9F3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2261" y="3755121"/>
            <a:ext cx="673739" cy="464522"/>
          </a:xfrm>
          <a:custGeom xmlns:a="http://schemas.openxmlformats.org/drawingml/2006/main">
            <a:pathLst>
              <a:path w="673739" h="464522">
                <a:moveTo>
                  <a:pt x="82862" y="0"/>
                </a:moveTo>
                <a:lnTo>
                  <a:pt x="590878" y="0"/>
                </a:lnTo>
                <a:lnTo>
                  <a:pt x="607144" y="1650"/>
                </a:lnTo>
                <a:lnTo>
                  <a:pt x="622820" y="6483"/>
                </a:lnTo>
                <a:lnTo>
                  <a:pt x="636964" y="14144"/>
                </a:lnTo>
                <a:lnTo>
                  <a:pt x="649340" y="24282"/>
                </a:lnTo>
                <a:lnTo>
                  <a:pt x="659477" y="36658"/>
                </a:lnTo>
                <a:lnTo>
                  <a:pt x="667138" y="50802"/>
                </a:lnTo>
                <a:lnTo>
                  <a:pt x="672090" y="66478"/>
                </a:lnTo>
                <a:lnTo>
                  <a:pt x="673739" y="82862"/>
                </a:lnTo>
                <a:lnTo>
                  <a:pt x="673739" y="381660"/>
                </a:lnTo>
                <a:lnTo>
                  <a:pt x="672090" y="397926"/>
                </a:lnTo>
                <a:lnTo>
                  <a:pt x="667138" y="413603"/>
                </a:lnTo>
                <a:lnTo>
                  <a:pt x="659477" y="427747"/>
                </a:lnTo>
                <a:lnTo>
                  <a:pt x="649340" y="440123"/>
                </a:lnTo>
                <a:lnTo>
                  <a:pt x="636964" y="450260"/>
                </a:lnTo>
                <a:lnTo>
                  <a:pt x="622820" y="457921"/>
                </a:lnTo>
                <a:lnTo>
                  <a:pt x="607144" y="462872"/>
                </a:lnTo>
                <a:lnTo>
                  <a:pt x="590878" y="464522"/>
                </a:lnTo>
                <a:lnTo>
                  <a:pt x="82862" y="464522"/>
                </a:lnTo>
                <a:lnTo>
                  <a:pt x="66597" y="462872"/>
                </a:lnTo>
                <a:lnTo>
                  <a:pt x="50920" y="457921"/>
                </a:lnTo>
                <a:lnTo>
                  <a:pt x="36776" y="450260"/>
                </a:lnTo>
                <a:lnTo>
                  <a:pt x="24399" y="440123"/>
                </a:lnTo>
                <a:lnTo>
                  <a:pt x="14262" y="427747"/>
                </a:lnTo>
                <a:lnTo>
                  <a:pt x="6600" y="413603"/>
                </a:lnTo>
                <a:lnTo>
                  <a:pt x="1651" y="397926"/>
                </a:lnTo>
                <a:lnTo>
                  <a:pt x="0" y="381660"/>
                </a:lnTo>
                <a:lnTo>
                  <a:pt x="0" y="82862"/>
                </a:lnTo>
                <a:lnTo>
                  <a:pt x="1651" y="66478"/>
                </a:lnTo>
                <a:lnTo>
                  <a:pt x="6600" y="50802"/>
                </a:lnTo>
                <a:lnTo>
                  <a:pt x="14262" y="36658"/>
                </a:lnTo>
                <a:lnTo>
                  <a:pt x="24399" y="24282"/>
                </a:lnTo>
                <a:lnTo>
                  <a:pt x="36776" y="14144"/>
                </a:lnTo>
                <a:lnTo>
                  <a:pt x="50920" y="6483"/>
                </a:lnTo>
                <a:lnTo>
                  <a:pt x="66597" y="1650"/>
                </a:lnTo>
                <a:lnTo>
                  <a:pt x="828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F3B37E-8AA7-491D-BA6D-E33310441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1014660364a61"/>
          <a:srcRect xmlns:a="http://schemas.openxmlformats.org/drawingml/2006/main" l="346" t="0" r="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4261" y="4931548"/>
            <a:ext cx="648138" cy="441502"/>
          </a:xfrm>
          <a:prstGeom xmlns:a="http://schemas.openxmlformats.org/drawingml/2006/main" prst="rect">
            <a:avLst/>
          </a:prstGeom>
        </p:spPr>
      </p:pic>
      <p:sp>
        <p:nvSpPr>
          <p:cNvPr id="98" name="lodestar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F5AC4FB4-10A8-4288-997B-95C70A8B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4261" y="4931548"/>
            <a:ext cx="648138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pdf-path-88">
            <a:extLst xmlns:a="http://schemas.openxmlformats.org/drawingml/2006/main">
              <a:ext uri="{FF2B5EF4-FFF2-40B4-BE49-F238E27FC236}">
                <a16:creationId xmlns:a16="http://schemas.microsoft.com/office/drawing/2014/main" id="{D88653D8-6FBD-45E0-A64C-D6A7C38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421" y="4922731"/>
            <a:ext cx="665842" cy="459159"/>
          </a:xfrm>
          <a:custGeom xmlns:a="http://schemas.openxmlformats.org/drawingml/2006/main">
            <a:pathLst>
              <a:path w="665842" h="459159">
                <a:moveTo>
                  <a:pt x="81919" y="0"/>
                </a:moveTo>
                <a:lnTo>
                  <a:pt x="583804" y="0"/>
                </a:lnTo>
                <a:lnTo>
                  <a:pt x="599953" y="1650"/>
                </a:lnTo>
                <a:lnTo>
                  <a:pt x="615511" y="6365"/>
                </a:lnTo>
                <a:lnTo>
                  <a:pt x="629538" y="14026"/>
                </a:lnTo>
                <a:lnTo>
                  <a:pt x="641678" y="24045"/>
                </a:lnTo>
                <a:lnTo>
                  <a:pt x="651697" y="36303"/>
                </a:lnTo>
                <a:lnTo>
                  <a:pt x="659359" y="50330"/>
                </a:lnTo>
                <a:lnTo>
                  <a:pt x="664192" y="65771"/>
                </a:lnTo>
                <a:lnTo>
                  <a:pt x="665842" y="81919"/>
                </a:lnTo>
                <a:lnTo>
                  <a:pt x="665842" y="377181"/>
                </a:lnTo>
                <a:lnTo>
                  <a:pt x="664192" y="393341"/>
                </a:lnTo>
                <a:lnTo>
                  <a:pt x="659359" y="408828"/>
                </a:lnTo>
                <a:lnTo>
                  <a:pt x="651697" y="422843"/>
                </a:lnTo>
                <a:lnTo>
                  <a:pt x="641678" y="435043"/>
                </a:lnTo>
                <a:lnTo>
                  <a:pt x="629538" y="445120"/>
                </a:lnTo>
                <a:lnTo>
                  <a:pt x="615511" y="452723"/>
                </a:lnTo>
                <a:lnTo>
                  <a:pt x="599953" y="457532"/>
                </a:lnTo>
                <a:lnTo>
                  <a:pt x="583804" y="459159"/>
                </a:lnTo>
                <a:lnTo>
                  <a:pt x="81919" y="459159"/>
                </a:lnTo>
                <a:lnTo>
                  <a:pt x="65770" y="457532"/>
                </a:lnTo>
                <a:lnTo>
                  <a:pt x="50329" y="452723"/>
                </a:lnTo>
                <a:lnTo>
                  <a:pt x="36303" y="445120"/>
                </a:lnTo>
                <a:lnTo>
                  <a:pt x="24045" y="435043"/>
                </a:lnTo>
                <a:lnTo>
                  <a:pt x="14026" y="422843"/>
                </a:lnTo>
                <a:lnTo>
                  <a:pt x="6364" y="408828"/>
                </a:lnTo>
                <a:lnTo>
                  <a:pt x="1650" y="393341"/>
                </a:lnTo>
                <a:lnTo>
                  <a:pt x="0" y="377181"/>
                </a:lnTo>
                <a:lnTo>
                  <a:pt x="0" y="81919"/>
                </a:lnTo>
                <a:lnTo>
                  <a:pt x="1650" y="65771"/>
                </a:lnTo>
                <a:lnTo>
                  <a:pt x="6364" y="50330"/>
                </a:lnTo>
                <a:lnTo>
                  <a:pt x="14026" y="36303"/>
                </a:lnTo>
                <a:lnTo>
                  <a:pt x="24045" y="24045"/>
                </a:lnTo>
                <a:lnTo>
                  <a:pt x="36303" y="14026"/>
                </a:lnTo>
                <a:lnTo>
                  <a:pt x="50329" y="6365"/>
                </a:lnTo>
                <a:lnTo>
                  <a:pt x="65770" y="1650"/>
                </a:lnTo>
                <a:lnTo>
                  <a:pt x="819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B6E4F40-24B2-4B21-AF86-043C17D1A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3c55062fa4571"/>
          <a:srcRect xmlns:a="http://schemas.openxmlformats.org/drawingml/2006/main" l="346" t="0" r="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1258" y="4980758"/>
            <a:ext cx="648138" cy="441502"/>
          </a:xfrm>
          <a:prstGeom xmlns:a="http://schemas.openxmlformats.org/drawingml/2006/main" prst="rect">
            <a:avLst/>
          </a:prstGeom>
        </p:spPr>
      </p:pic>
      <p:sp>
        <p:nvSpPr>
          <p:cNvPr id="101" name="lodestar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5728499D-0856-41A8-859B-5F1746C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258" y="4980758"/>
            <a:ext cx="648138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565BDD90-E375-4A95-94E8-8FCD901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2418" y="4971883"/>
            <a:ext cx="665842" cy="459218"/>
          </a:xfrm>
          <a:custGeom xmlns:a="http://schemas.openxmlformats.org/drawingml/2006/main">
            <a:pathLst>
              <a:path w="665842" h="459218">
                <a:moveTo>
                  <a:pt x="81919" y="0"/>
                </a:moveTo>
                <a:lnTo>
                  <a:pt x="583804" y="0"/>
                </a:lnTo>
                <a:lnTo>
                  <a:pt x="599953" y="1650"/>
                </a:lnTo>
                <a:lnTo>
                  <a:pt x="615512" y="6483"/>
                </a:lnTo>
                <a:lnTo>
                  <a:pt x="629538" y="14027"/>
                </a:lnTo>
                <a:lnTo>
                  <a:pt x="641679" y="24163"/>
                </a:lnTo>
                <a:lnTo>
                  <a:pt x="651815" y="36304"/>
                </a:lnTo>
                <a:lnTo>
                  <a:pt x="659359" y="50330"/>
                </a:lnTo>
                <a:lnTo>
                  <a:pt x="664192" y="65889"/>
                </a:lnTo>
                <a:lnTo>
                  <a:pt x="665842" y="82037"/>
                </a:lnTo>
                <a:lnTo>
                  <a:pt x="665842" y="377240"/>
                </a:lnTo>
                <a:lnTo>
                  <a:pt x="664192" y="393400"/>
                </a:lnTo>
                <a:lnTo>
                  <a:pt x="659359" y="408888"/>
                </a:lnTo>
                <a:lnTo>
                  <a:pt x="651815" y="422903"/>
                </a:lnTo>
                <a:lnTo>
                  <a:pt x="641679" y="435114"/>
                </a:lnTo>
                <a:lnTo>
                  <a:pt x="629538" y="445180"/>
                </a:lnTo>
                <a:lnTo>
                  <a:pt x="615512" y="452782"/>
                </a:lnTo>
                <a:lnTo>
                  <a:pt x="599953" y="457592"/>
                </a:lnTo>
                <a:lnTo>
                  <a:pt x="583804" y="459218"/>
                </a:lnTo>
                <a:lnTo>
                  <a:pt x="81919" y="459218"/>
                </a:lnTo>
                <a:lnTo>
                  <a:pt x="65770" y="457592"/>
                </a:lnTo>
                <a:lnTo>
                  <a:pt x="50329" y="452782"/>
                </a:lnTo>
                <a:lnTo>
                  <a:pt x="36303" y="445180"/>
                </a:lnTo>
                <a:lnTo>
                  <a:pt x="24162" y="435114"/>
                </a:lnTo>
                <a:lnTo>
                  <a:pt x="14026" y="422903"/>
                </a:lnTo>
                <a:lnTo>
                  <a:pt x="6483" y="408888"/>
                </a:lnTo>
                <a:lnTo>
                  <a:pt x="1649" y="393400"/>
                </a:lnTo>
                <a:lnTo>
                  <a:pt x="0" y="377240"/>
                </a:lnTo>
                <a:lnTo>
                  <a:pt x="0" y="82037"/>
                </a:lnTo>
                <a:lnTo>
                  <a:pt x="1649" y="65889"/>
                </a:lnTo>
                <a:lnTo>
                  <a:pt x="6483" y="50330"/>
                </a:lnTo>
                <a:lnTo>
                  <a:pt x="14026" y="36304"/>
                </a:lnTo>
                <a:lnTo>
                  <a:pt x="24162" y="24163"/>
                </a:lnTo>
                <a:lnTo>
                  <a:pt x="36303" y="14027"/>
                </a:lnTo>
                <a:lnTo>
                  <a:pt x="50329" y="6483"/>
                </a:lnTo>
                <a:lnTo>
                  <a:pt x="65770" y="1650"/>
                </a:lnTo>
                <a:lnTo>
                  <a:pt x="819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9474C6-BF95-4CCA-B8C9-F48332E0D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d1f8006334e12"/>
          <a:srcRect xmlns:a="http://schemas.openxmlformats.org/drawingml/2006/main" l="346" t="0" r="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42479" y="5024629"/>
            <a:ext cx="648138" cy="441502"/>
          </a:xfrm>
          <a:prstGeom xmlns:a="http://schemas.openxmlformats.org/drawingml/2006/main" prst="rect">
            <a:avLst/>
          </a:prstGeom>
        </p:spPr>
      </p:pic>
      <p:sp>
        <p:nvSpPr>
          <p:cNvPr id="104" name="lodestar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AFBB26CC-95C5-4B51-92A2-C39D4DD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2479" y="5024629"/>
            <a:ext cx="648138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32F68DA8-9A81-4C21-9E84-04C9B865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3638" y="5015730"/>
            <a:ext cx="665842" cy="459241"/>
          </a:xfrm>
          <a:custGeom xmlns:a="http://schemas.openxmlformats.org/drawingml/2006/main">
            <a:pathLst>
              <a:path w="665842" h="459241">
                <a:moveTo>
                  <a:pt x="82037" y="0"/>
                </a:moveTo>
                <a:lnTo>
                  <a:pt x="583924" y="0"/>
                </a:lnTo>
                <a:lnTo>
                  <a:pt x="600072" y="1650"/>
                </a:lnTo>
                <a:lnTo>
                  <a:pt x="615513" y="6483"/>
                </a:lnTo>
                <a:lnTo>
                  <a:pt x="629539" y="14144"/>
                </a:lnTo>
                <a:lnTo>
                  <a:pt x="641797" y="24163"/>
                </a:lnTo>
                <a:lnTo>
                  <a:pt x="651816" y="36422"/>
                </a:lnTo>
                <a:lnTo>
                  <a:pt x="659477" y="50330"/>
                </a:lnTo>
                <a:lnTo>
                  <a:pt x="664193" y="65889"/>
                </a:lnTo>
                <a:lnTo>
                  <a:pt x="665842" y="82037"/>
                </a:lnTo>
                <a:lnTo>
                  <a:pt x="665842" y="377263"/>
                </a:lnTo>
                <a:lnTo>
                  <a:pt x="664193" y="393423"/>
                </a:lnTo>
                <a:lnTo>
                  <a:pt x="659477" y="408911"/>
                </a:lnTo>
                <a:lnTo>
                  <a:pt x="651816" y="422926"/>
                </a:lnTo>
                <a:lnTo>
                  <a:pt x="641797" y="435126"/>
                </a:lnTo>
                <a:lnTo>
                  <a:pt x="629539" y="445203"/>
                </a:lnTo>
                <a:lnTo>
                  <a:pt x="615513" y="452805"/>
                </a:lnTo>
                <a:lnTo>
                  <a:pt x="600072" y="457615"/>
                </a:lnTo>
                <a:lnTo>
                  <a:pt x="583924" y="459241"/>
                </a:lnTo>
                <a:lnTo>
                  <a:pt x="82037" y="459241"/>
                </a:lnTo>
                <a:lnTo>
                  <a:pt x="65889" y="457615"/>
                </a:lnTo>
                <a:lnTo>
                  <a:pt x="50331" y="452805"/>
                </a:lnTo>
                <a:lnTo>
                  <a:pt x="36422" y="445203"/>
                </a:lnTo>
                <a:lnTo>
                  <a:pt x="24162" y="435126"/>
                </a:lnTo>
                <a:lnTo>
                  <a:pt x="14144" y="422926"/>
                </a:lnTo>
                <a:lnTo>
                  <a:pt x="6483" y="408911"/>
                </a:lnTo>
                <a:lnTo>
                  <a:pt x="1650" y="393423"/>
                </a:lnTo>
                <a:lnTo>
                  <a:pt x="0" y="377263"/>
                </a:lnTo>
                <a:lnTo>
                  <a:pt x="0" y="82037"/>
                </a:lnTo>
                <a:lnTo>
                  <a:pt x="1650" y="65889"/>
                </a:lnTo>
                <a:lnTo>
                  <a:pt x="6483" y="50330"/>
                </a:lnTo>
                <a:lnTo>
                  <a:pt x="14144" y="36422"/>
                </a:lnTo>
                <a:lnTo>
                  <a:pt x="24162" y="24163"/>
                </a:lnTo>
                <a:lnTo>
                  <a:pt x="36422" y="14144"/>
                </a:lnTo>
                <a:lnTo>
                  <a:pt x="50331" y="6483"/>
                </a:lnTo>
                <a:lnTo>
                  <a:pt x="65889" y="1650"/>
                </a:lnTo>
                <a:lnTo>
                  <a:pt x="820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D215BD0-B60E-4D56-A327-4294AAC25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7cd8a6834b12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6420" y="4326467"/>
            <a:ext cx="648126" cy="441502"/>
          </a:xfrm>
          <a:prstGeom xmlns:a="http://schemas.openxmlformats.org/drawingml/2006/main" prst="rect">
            <a:avLst/>
          </a:prstGeom>
        </p:spPr>
      </p:pic>
      <p:sp>
        <p:nvSpPr>
          <p:cNvPr id="107" name="lodestar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09D203F4-113A-4198-BEAE-F935E76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6420" y="4326467"/>
            <a:ext cx="648126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pdf-path-94">
            <a:extLst xmlns:a="http://schemas.openxmlformats.org/drawingml/2006/main">
              <a:ext uri="{FF2B5EF4-FFF2-40B4-BE49-F238E27FC236}">
                <a16:creationId xmlns:a16="http://schemas.microsoft.com/office/drawing/2014/main" id="{0E06F877-E3E7-470D-9858-99032414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7580" y="4317592"/>
            <a:ext cx="665842" cy="459217"/>
          </a:xfrm>
          <a:custGeom xmlns:a="http://schemas.openxmlformats.org/drawingml/2006/main">
            <a:pathLst>
              <a:path w="665842" h="459217">
                <a:moveTo>
                  <a:pt x="81919" y="0"/>
                </a:moveTo>
                <a:lnTo>
                  <a:pt x="583804" y="0"/>
                </a:lnTo>
                <a:lnTo>
                  <a:pt x="599953" y="1650"/>
                </a:lnTo>
                <a:lnTo>
                  <a:pt x="615512" y="6483"/>
                </a:lnTo>
                <a:lnTo>
                  <a:pt x="629538" y="14026"/>
                </a:lnTo>
                <a:lnTo>
                  <a:pt x="641679" y="24045"/>
                </a:lnTo>
                <a:lnTo>
                  <a:pt x="651815" y="36303"/>
                </a:lnTo>
                <a:lnTo>
                  <a:pt x="659359" y="50330"/>
                </a:lnTo>
                <a:lnTo>
                  <a:pt x="664192" y="65771"/>
                </a:lnTo>
                <a:lnTo>
                  <a:pt x="665842" y="81919"/>
                </a:lnTo>
                <a:lnTo>
                  <a:pt x="665842" y="377181"/>
                </a:lnTo>
                <a:lnTo>
                  <a:pt x="664192" y="393329"/>
                </a:lnTo>
                <a:lnTo>
                  <a:pt x="659359" y="408887"/>
                </a:lnTo>
                <a:lnTo>
                  <a:pt x="651815" y="422914"/>
                </a:lnTo>
                <a:lnTo>
                  <a:pt x="641679" y="435055"/>
                </a:lnTo>
                <a:lnTo>
                  <a:pt x="629538" y="445073"/>
                </a:lnTo>
                <a:lnTo>
                  <a:pt x="615512" y="452735"/>
                </a:lnTo>
                <a:lnTo>
                  <a:pt x="599953" y="457567"/>
                </a:lnTo>
                <a:lnTo>
                  <a:pt x="583804" y="459217"/>
                </a:lnTo>
                <a:lnTo>
                  <a:pt x="81919" y="459217"/>
                </a:lnTo>
                <a:lnTo>
                  <a:pt x="65770" y="457567"/>
                </a:lnTo>
                <a:lnTo>
                  <a:pt x="50329" y="452735"/>
                </a:lnTo>
                <a:lnTo>
                  <a:pt x="36303" y="445073"/>
                </a:lnTo>
                <a:lnTo>
                  <a:pt x="24045" y="435055"/>
                </a:lnTo>
                <a:lnTo>
                  <a:pt x="14026" y="422914"/>
                </a:lnTo>
                <a:lnTo>
                  <a:pt x="6483" y="408887"/>
                </a:lnTo>
                <a:lnTo>
                  <a:pt x="1649" y="393329"/>
                </a:lnTo>
                <a:lnTo>
                  <a:pt x="0" y="377181"/>
                </a:lnTo>
                <a:lnTo>
                  <a:pt x="0" y="81919"/>
                </a:lnTo>
                <a:lnTo>
                  <a:pt x="1649" y="65771"/>
                </a:lnTo>
                <a:lnTo>
                  <a:pt x="6483" y="50330"/>
                </a:lnTo>
                <a:lnTo>
                  <a:pt x="14026" y="36303"/>
                </a:lnTo>
                <a:lnTo>
                  <a:pt x="24045" y="24045"/>
                </a:lnTo>
                <a:lnTo>
                  <a:pt x="36303" y="14026"/>
                </a:lnTo>
                <a:lnTo>
                  <a:pt x="50329" y="6483"/>
                </a:lnTo>
                <a:lnTo>
                  <a:pt x="65770" y="1650"/>
                </a:lnTo>
                <a:lnTo>
                  <a:pt x="819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B412CC-6917-47D2-B3C0-F642CB633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113d380b44beb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416" y="4375619"/>
            <a:ext cx="648126" cy="441502"/>
          </a:xfrm>
          <a:prstGeom xmlns:a="http://schemas.openxmlformats.org/drawingml/2006/main" prst="rect">
            <a:avLst/>
          </a:prstGeom>
        </p:spPr>
      </p:pic>
      <p:sp>
        <p:nvSpPr>
          <p:cNvPr id="110" name="lodestar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E241DBD0-DAD5-4251-9B9D-ADD27DA8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416" y="4375619"/>
            <a:ext cx="648126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11B80D0A-C9D7-4551-8209-10C5970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576" y="4366743"/>
            <a:ext cx="665842" cy="459218"/>
          </a:xfrm>
          <a:custGeom xmlns:a="http://schemas.openxmlformats.org/drawingml/2006/main">
            <a:pathLst>
              <a:path w="665842" h="459218">
                <a:moveTo>
                  <a:pt x="82037" y="0"/>
                </a:moveTo>
                <a:lnTo>
                  <a:pt x="583805" y="0"/>
                </a:lnTo>
                <a:lnTo>
                  <a:pt x="599954" y="1651"/>
                </a:lnTo>
                <a:lnTo>
                  <a:pt x="615513" y="6483"/>
                </a:lnTo>
                <a:lnTo>
                  <a:pt x="629539" y="14144"/>
                </a:lnTo>
                <a:lnTo>
                  <a:pt x="641679" y="24163"/>
                </a:lnTo>
                <a:lnTo>
                  <a:pt x="651817" y="36422"/>
                </a:lnTo>
                <a:lnTo>
                  <a:pt x="659359" y="50331"/>
                </a:lnTo>
                <a:lnTo>
                  <a:pt x="664193" y="65889"/>
                </a:lnTo>
                <a:lnTo>
                  <a:pt x="665842" y="82037"/>
                </a:lnTo>
                <a:lnTo>
                  <a:pt x="665842" y="377299"/>
                </a:lnTo>
                <a:lnTo>
                  <a:pt x="664193" y="393447"/>
                </a:lnTo>
                <a:lnTo>
                  <a:pt x="659359" y="408888"/>
                </a:lnTo>
                <a:lnTo>
                  <a:pt x="651817" y="422914"/>
                </a:lnTo>
                <a:lnTo>
                  <a:pt x="641679" y="435173"/>
                </a:lnTo>
                <a:lnTo>
                  <a:pt x="629539" y="445192"/>
                </a:lnTo>
                <a:lnTo>
                  <a:pt x="615513" y="452853"/>
                </a:lnTo>
                <a:lnTo>
                  <a:pt x="599954" y="457568"/>
                </a:lnTo>
                <a:lnTo>
                  <a:pt x="583805" y="459218"/>
                </a:lnTo>
                <a:lnTo>
                  <a:pt x="82037" y="459218"/>
                </a:lnTo>
                <a:lnTo>
                  <a:pt x="65771" y="457568"/>
                </a:lnTo>
                <a:lnTo>
                  <a:pt x="50331" y="452853"/>
                </a:lnTo>
                <a:lnTo>
                  <a:pt x="36304" y="445192"/>
                </a:lnTo>
                <a:lnTo>
                  <a:pt x="24163" y="435173"/>
                </a:lnTo>
                <a:lnTo>
                  <a:pt x="14027" y="422914"/>
                </a:lnTo>
                <a:lnTo>
                  <a:pt x="6484" y="408888"/>
                </a:lnTo>
                <a:lnTo>
                  <a:pt x="1650" y="393447"/>
                </a:lnTo>
                <a:lnTo>
                  <a:pt x="0" y="377299"/>
                </a:lnTo>
                <a:lnTo>
                  <a:pt x="0" y="82037"/>
                </a:lnTo>
                <a:lnTo>
                  <a:pt x="1650" y="65889"/>
                </a:lnTo>
                <a:lnTo>
                  <a:pt x="6484" y="50331"/>
                </a:lnTo>
                <a:lnTo>
                  <a:pt x="14027" y="36422"/>
                </a:lnTo>
                <a:lnTo>
                  <a:pt x="24163" y="24163"/>
                </a:lnTo>
                <a:lnTo>
                  <a:pt x="36304" y="14144"/>
                </a:lnTo>
                <a:lnTo>
                  <a:pt x="50331" y="6483"/>
                </a:lnTo>
                <a:lnTo>
                  <a:pt x="65771" y="1651"/>
                </a:lnTo>
                <a:lnTo>
                  <a:pt x="820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97F468-B025-4252-BA6C-31AE2FC38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9f9716d744d37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4756" y="4419466"/>
            <a:ext cx="648126" cy="441502"/>
          </a:xfrm>
          <a:prstGeom xmlns:a="http://schemas.openxmlformats.org/drawingml/2006/main" prst="rect">
            <a:avLst/>
          </a:prstGeom>
        </p:spPr>
      </p:pic>
      <p:sp>
        <p:nvSpPr>
          <p:cNvPr id="113" name="lodestar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3B2AB5C2-80EA-41E5-83F2-EDC76A75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4756" y="4419466"/>
            <a:ext cx="648126" cy="44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path-98">
            <a:extLst xmlns:a="http://schemas.openxmlformats.org/drawingml/2006/main">
              <a:ext uri="{FF2B5EF4-FFF2-40B4-BE49-F238E27FC236}">
                <a16:creationId xmlns:a16="http://schemas.microsoft.com/office/drawing/2014/main" id="{99CEEE0F-86F1-48EE-B78B-93AC89B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5915" y="4410708"/>
            <a:ext cx="665724" cy="459100"/>
          </a:xfrm>
          <a:custGeom xmlns:a="http://schemas.openxmlformats.org/drawingml/2006/main">
            <a:pathLst>
              <a:path w="665724" h="459100">
                <a:moveTo>
                  <a:pt x="81919" y="0"/>
                </a:moveTo>
                <a:lnTo>
                  <a:pt x="583805" y="0"/>
                </a:lnTo>
                <a:lnTo>
                  <a:pt x="599954" y="1532"/>
                </a:lnTo>
                <a:lnTo>
                  <a:pt x="615395" y="6365"/>
                </a:lnTo>
                <a:lnTo>
                  <a:pt x="629421" y="14026"/>
                </a:lnTo>
                <a:lnTo>
                  <a:pt x="641679" y="24045"/>
                </a:lnTo>
                <a:lnTo>
                  <a:pt x="651698" y="36304"/>
                </a:lnTo>
                <a:lnTo>
                  <a:pt x="659360" y="50330"/>
                </a:lnTo>
                <a:lnTo>
                  <a:pt x="664075" y="65771"/>
                </a:lnTo>
                <a:lnTo>
                  <a:pt x="665724" y="81919"/>
                </a:lnTo>
                <a:lnTo>
                  <a:pt x="665724" y="377181"/>
                </a:lnTo>
                <a:lnTo>
                  <a:pt x="664075" y="393329"/>
                </a:lnTo>
                <a:lnTo>
                  <a:pt x="659360" y="408770"/>
                </a:lnTo>
                <a:lnTo>
                  <a:pt x="651698" y="422796"/>
                </a:lnTo>
                <a:lnTo>
                  <a:pt x="641679" y="435055"/>
                </a:lnTo>
                <a:lnTo>
                  <a:pt x="629421" y="445073"/>
                </a:lnTo>
                <a:lnTo>
                  <a:pt x="615395" y="452735"/>
                </a:lnTo>
                <a:lnTo>
                  <a:pt x="599954" y="457449"/>
                </a:lnTo>
                <a:lnTo>
                  <a:pt x="583805" y="459100"/>
                </a:lnTo>
                <a:lnTo>
                  <a:pt x="81919" y="459100"/>
                </a:lnTo>
                <a:lnTo>
                  <a:pt x="65771" y="457449"/>
                </a:lnTo>
                <a:lnTo>
                  <a:pt x="50331" y="452735"/>
                </a:lnTo>
                <a:lnTo>
                  <a:pt x="36304" y="445073"/>
                </a:lnTo>
                <a:lnTo>
                  <a:pt x="24046" y="435055"/>
                </a:lnTo>
                <a:lnTo>
                  <a:pt x="14027" y="422796"/>
                </a:lnTo>
                <a:lnTo>
                  <a:pt x="6365" y="408770"/>
                </a:lnTo>
                <a:lnTo>
                  <a:pt x="1533" y="393329"/>
                </a:lnTo>
                <a:lnTo>
                  <a:pt x="0" y="377181"/>
                </a:lnTo>
                <a:lnTo>
                  <a:pt x="0" y="81919"/>
                </a:lnTo>
                <a:lnTo>
                  <a:pt x="1533" y="65771"/>
                </a:lnTo>
                <a:lnTo>
                  <a:pt x="6365" y="50330"/>
                </a:lnTo>
                <a:lnTo>
                  <a:pt x="14027" y="36304"/>
                </a:lnTo>
                <a:lnTo>
                  <a:pt x="24046" y="24045"/>
                </a:lnTo>
                <a:lnTo>
                  <a:pt x="36304" y="14026"/>
                </a:lnTo>
                <a:lnTo>
                  <a:pt x="50331" y="6365"/>
                </a:lnTo>
                <a:lnTo>
                  <a:pt x="65771" y="1532"/>
                </a:lnTo>
                <a:lnTo>
                  <a:pt x="819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8ED973"/>
            </a:solidFill>
            <a:prstDash val="solid"/>
          </a:ln>
        </p:spPr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7483C5-9988-4AF1-B13D-0FD14BAAF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f54d0579041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0300" y="5451857"/>
            <a:ext cx="314215" cy="314215"/>
          </a:xfrm>
          <a:prstGeom xmlns:a="http://schemas.openxmlformats.org/drawingml/2006/main" prst="rect">
            <a:avLst/>
          </a:prstGeom>
        </p:spPr>
      </p:pic>
      <p:sp>
        <p:nvSpPr>
          <p:cNvPr id="116" name="lodestar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8C5DDDBF-B515-425C-B844-520E5776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0300" y="5451857"/>
            <a:ext cx="314215" cy="314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71E52225-D3EB-490A-9D6D-8FA233E4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0484" y="5761059"/>
            <a:ext cx="1474831" cy="165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Augmented Skill Data</a:t>
            </a:r>
          </a:p>
        </p:txBody>
      </p:sp>
      <p:sp>
        <p:nvSpPr>
          <p:cNvPr id="118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DA93C121-4828-42DC-88C8-22FE2E7F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17" y="60163"/>
            <a:ext cx="2632770" cy="399105"/>
          </a:xfrm>
          <a:custGeom xmlns:a="http://schemas.openxmlformats.org/drawingml/2006/main">
            <a:pathLst>
              <a:path w="2632770" h="399105">
                <a:moveTo>
                  <a:pt x="0" y="66596"/>
                </a:moveTo>
                <a:cubicBezTo>
                  <a:pt x="0" y="29821"/>
                  <a:pt x="29786" y="0"/>
                  <a:pt x="66514" y="0"/>
                </a:cubicBezTo>
                <a:lnTo>
                  <a:pt x="2566292" y="0"/>
                </a:lnTo>
                <a:cubicBezTo>
                  <a:pt x="2602949" y="0"/>
                  <a:pt x="2632770" y="29821"/>
                  <a:pt x="2632770" y="66596"/>
                </a:cubicBezTo>
                <a:lnTo>
                  <a:pt x="2632770" y="332626"/>
                </a:lnTo>
                <a:cubicBezTo>
                  <a:pt x="2632770" y="369283"/>
                  <a:pt x="2602949" y="399105"/>
                  <a:pt x="2566292" y="399105"/>
                </a:cubicBezTo>
                <a:lnTo>
                  <a:pt x="66514" y="399105"/>
                </a:lnTo>
                <a:cubicBezTo>
                  <a:pt x="29786" y="399105"/>
                  <a:pt x="0" y="369283"/>
                  <a:pt x="0" y="332626"/>
                </a:cubicBezTo>
                <a:lnTo>
                  <a:pt x="0" y="665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361">
            <a:solidFill>
              <a:srgbClr val="B595BD"/>
            </a:solidFill>
            <a:prstDash val="solid"/>
          </a:ln>
        </p:spPr>
      </p:sp>
      <p:sp>
        <p:nvSpPr>
          <p:cNvPr id="119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94F8A130-91D8-4392-B6EB-5EB5C143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41" y="107557"/>
            <a:ext cx="2080041" cy="25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Segmentation</a:t>
            </a:r>
          </a:p>
        </p:txBody>
      </p:sp>
      <p:sp>
        <p:nvSpPr>
          <p:cNvPr id="120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BAC5F680-B4FE-4257-90D7-B4901718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868" y="60163"/>
            <a:ext cx="1993518" cy="399105"/>
          </a:xfrm>
          <a:custGeom xmlns:a="http://schemas.openxmlformats.org/drawingml/2006/main">
            <a:pathLst>
              <a:path w="1993518" h="399105">
                <a:moveTo>
                  <a:pt x="0" y="66596"/>
                </a:moveTo>
                <a:cubicBezTo>
                  <a:pt x="0" y="29821"/>
                  <a:pt x="29703" y="0"/>
                  <a:pt x="66477" y="0"/>
                </a:cubicBezTo>
                <a:lnTo>
                  <a:pt x="1927041" y="0"/>
                </a:lnTo>
                <a:cubicBezTo>
                  <a:pt x="1963698" y="0"/>
                  <a:pt x="1993518" y="29821"/>
                  <a:pt x="1993518" y="66596"/>
                </a:cubicBezTo>
                <a:lnTo>
                  <a:pt x="1993518" y="332626"/>
                </a:lnTo>
                <a:cubicBezTo>
                  <a:pt x="1993518" y="369283"/>
                  <a:pt x="1963698" y="399105"/>
                  <a:pt x="1927041" y="399105"/>
                </a:cubicBezTo>
                <a:lnTo>
                  <a:pt x="66477" y="399105"/>
                </a:lnTo>
                <a:cubicBezTo>
                  <a:pt x="29703" y="399105"/>
                  <a:pt x="0" y="369283"/>
                  <a:pt x="0" y="332626"/>
                </a:cubicBezTo>
                <a:lnTo>
                  <a:pt x="0" y="665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361">
            <a:solidFill>
              <a:srgbClr val="A6A6A6"/>
            </a:solidFill>
            <a:prstDash val="solid"/>
          </a:ln>
        </p:spPr>
      </p:sp>
      <p:sp>
        <p:nvSpPr>
          <p:cNvPr id="121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2F8246B8-4420-4AC0-BE5D-29619371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68" y="107557"/>
            <a:ext cx="1462447" cy="25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Routing</a:t>
            </a:r>
          </a:p>
        </p:txBody>
      </p:sp>
      <p:sp>
        <p:nvSpPr>
          <p:cNvPr id="122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88C6F1D5-5FBC-4BC9-96B3-DC04753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17" y="3385130"/>
            <a:ext cx="2085857" cy="399104"/>
          </a:xfrm>
          <a:custGeom xmlns:a="http://schemas.openxmlformats.org/drawingml/2006/main">
            <a:pathLst>
              <a:path w="2085857" h="399104">
                <a:moveTo>
                  <a:pt x="0" y="66478"/>
                </a:moveTo>
                <a:cubicBezTo>
                  <a:pt x="0" y="29703"/>
                  <a:pt x="29786" y="0"/>
                  <a:pt x="66514" y="0"/>
                </a:cubicBezTo>
                <a:lnTo>
                  <a:pt x="2019379" y="0"/>
                </a:lnTo>
                <a:cubicBezTo>
                  <a:pt x="2056036" y="0"/>
                  <a:pt x="2085857" y="29703"/>
                  <a:pt x="2085857" y="66478"/>
                </a:cubicBezTo>
                <a:lnTo>
                  <a:pt x="2085857" y="332508"/>
                </a:lnTo>
                <a:cubicBezTo>
                  <a:pt x="2085857" y="369284"/>
                  <a:pt x="2056036" y="399104"/>
                  <a:pt x="2019379" y="399104"/>
                </a:cubicBezTo>
                <a:lnTo>
                  <a:pt x="66514" y="399104"/>
                </a:lnTo>
                <a:cubicBezTo>
                  <a:pt x="29786" y="399104"/>
                  <a:pt x="0" y="369284"/>
                  <a:pt x="0" y="332508"/>
                </a:cubicBezTo>
                <a:lnTo>
                  <a:pt x="0" y="664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361">
            <a:solidFill>
              <a:srgbClr val="92A7F9"/>
            </a:solidFill>
            <a:prstDash val="solid"/>
          </a:ln>
        </p:spPr>
      </p:sp>
      <p:sp>
        <p:nvSpPr>
          <p:cNvPr id="123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9C28A3DE-87E9-4DE6-93AB-CB97D6E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728" y="3434550"/>
            <a:ext cx="1524940" cy="259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Training</a:t>
            </a:r>
          </a:p>
        </p:txBody>
      </p:sp>
      <p:sp>
        <p:nvSpPr>
          <p:cNvPr id="124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2EAC4D2F-8330-4180-A85B-DAB7330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303" y="1511832"/>
            <a:ext cx="904362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Single-frame </a:t>
            </a:r>
          </a:p>
        </p:txBody>
      </p:sp>
      <p:sp>
        <p:nvSpPr>
          <p:cNvPr id="125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E929441C-19C0-4903-A4A5-B0E76F9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807" y="1511609"/>
            <a:ext cx="456533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Annot.</a:t>
            </a:r>
          </a:p>
        </p:txBody>
      </p:sp>
      <p:sp>
        <p:nvSpPr>
          <p:cNvPr id="12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DEE7ED12-FB30-40BD-B40C-1D225A6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131" y="848748"/>
            <a:ext cx="663939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Propagate</a:t>
            </a:r>
          </a:p>
        </p:txBody>
      </p:sp>
      <p:sp>
        <p:nvSpPr>
          <p:cNvPr id="12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36047F08-584A-4F0F-9AC4-94A83AE9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511" y="1512211"/>
            <a:ext cx="763376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 Frame</a:t>
            </a:r>
          </a:p>
        </p:txBody>
      </p:sp>
      <p:sp>
        <p:nvSpPr>
          <p:cNvPr id="128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9721369-E5E3-4CFB-BAC5-E54B7A50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081" y="1948189"/>
            <a:ext cx="1003419" cy="95"/>
          </a:xfrm>
          <a:custGeom xmlns:a="http://schemas.openxmlformats.org/drawingml/2006/main">
            <a:pathLst>
              <a:path w="1003419" h="95">
                <a:moveTo>
                  <a:pt x="0" y="0"/>
                </a:moveTo>
                <a:lnTo>
                  <a:pt x="1003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DBDBDB"/>
            </a:solidFill>
            <a:prstDash val="solid"/>
          </a:ln>
        </p:spPr>
      </p:sp>
      <p:sp>
        <p:nvSpPr>
          <p:cNvPr id="129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2E28080E-4094-4F03-829B-0F0361B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1801" y="3107654"/>
            <a:ext cx="128432" cy="130619"/>
          </a:xfrm>
          <a:custGeom xmlns:a="http://schemas.openxmlformats.org/drawingml/2006/main">
            <a:pathLst>
              <a:path w="128432" h="130619">
                <a:moveTo>
                  <a:pt x="128432" y="950"/>
                </a:moveTo>
                <a:lnTo>
                  <a:pt x="128432" y="1889"/>
                </a:lnTo>
                <a:lnTo>
                  <a:pt x="127022" y="3789"/>
                </a:lnTo>
                <a:lnTo>
                  <a:pt x="124682" y="6152"/>
                </a:lnTo>
                <a:lnTo>
                  <a:pt x="121871" y="8042"/>
                </a:lnTo>
                <a:lnTo>
                  <a:pt x="117180" y="9940"/>
                </a:lnTo>
                <a:lnTo>
                  <a:pt x="113901" y="10890"/>
                </a:lnTo>
                <a:lnTo>
                  <a:pt x="90467" y="10890"/>
                </a:lnTo>
                <a:lnTo>
                  <a:pt x="88117" y="14668"/>
                </a:lnTo>
                <a:lnTo>
                  <a:pt x="85776" y="19406"/>
                </a:lnTo>
                <a:lnTo>
                  <a:pt x="84377" y="22245"/>
                </a:lnTo>
                <a:lnTo>
                  <a:pt x="82966" y="25558"/>
                </a:lnTo>
                <a:lnTo>
                  <a:pt x="81556" y="29811"/>
                </a:lnTo>
                <a:lnTo>
                  <a:pt x="79686" y="34549"/>
                </a:lnTo>
                <a:lnTo>
                  <a:pt x="78276" y="40226"/>
                </a:lnTo>
                <a:lnTo>
                  <a:pt x="76404" y="46379"/>
                </a:lnTo>
                <a:lnTo>
                  <a:pt x="74059" y="53480"/>
                </a:lnTo>
                <a:lnTo>
                  <a:pt x="72185" y="61521"/>
                </a:lnTo>
                <a:lnTo>
                  <a:pt x="70778" y="66259"/>
                </a:lnTo>
                <a:lnTo>
                  <a:pt x="69373" y="72876"/>
                </a:lnTo>
                <a:lnTo>
                  <a:pt x="67498" y="80453"/>
                </a:lnTo>
                <a:lnTo>
                  <a:pt x="64684" y="88494"/>
                </a:lnTo>
                <a:lnTo>
                  <a:pt x="61404" y="97020"/>
                </a:lnTo>
                <a:lnTo>
                  <a:pt x="57185" y="105536"/>
                </a:lnTo>
                <a:lnTo>
                  <a:pt x="52029" y="113577"/>
                </a:lnTo>
                <a:lnTo>
                  <a:pt x="45936" y="120204"/>
                </a:lnTo>
                <a:lnTo>
                  <a:pt x="78746" y="120204"/>
                </a:lnTo>
                <a:lnTo>
                  <a:pt x="81086" y="120204"/>
                </a:lnTo>
                <a:lnTo>
                  <a:pt x="83436" y="120204"/>
                </a:lnTo>
                <a:lnTo>
                  <a:pt x="84836" y="119729"/>
                </a:lnTo>
                <a:lnTo>
                  <a:pt x="85776" y="119254"/>
                </a:lnTo>
                <a:lnTo>
                  <a:pt x="87187" y="117840"/>
                </a:lnTo>
                <a:lnTo>
                  <a:pt x="88117" y="115002"/>
                </a:lnTo>
                <a:lnTo>
                  <a:pt x="89057" y="113577"/>
                </a:lnTo>
                <a:lnTo>
                  <a:pt x="90467" y="111688"/>
                </a:lnTo>
                <a:lnTo>
                  <a:pt x="95148" y="108374"/>
                </a:lnTo>
                <a:lnTo>
                  <a:pt x="98438" y="106950"/>
                </a:lnTo>
                <a:lnTo>
                  <a:pt x="101249" y="106010"/>
                </a:lnTo>
                <a:lnTo>
                  <a:pt x="103589" y="106010"/>
                </a:lnTo>
                <a:lnTo>
                  <a:pt x="104999" y="106475"/>
                </a:lnTo>
                <a:lnTo>
                  <a:pt x="104999" y="107425"/>
                </a:lnTo>
                <a:lnTo>
                  <a:pt x="102649" y="112163"/>
                </a:lnTo>
                <a:lnTo>
                  <a:pt x="99368" y="116890"/>
                </a:lnTo>
                <a:lnTo>
                  <a:pt x="94688" y="120679"/>
                </a:lnTo>
                <a:lnTo>
                  <a:pt x="89057" y="124467"/>
                </a:lnTo>
                <a:lnTo>
                  <a:pt x="83436" y="126831"/>
                </a:lnTo>
                <a:lnTo>
                  <a:pt x="76871" y="129194"/>
                </a:lnTo>
                <a:lnTo>
                  <a:pt x="71247" y="130144"/>
                </a:lnTo>
                <a:lnTo>
                  <a:pt x="65622" y="130619"/>
                </a:lnTo>
                <a:lnTo>
                  <a:pt x="1875" y="130619"/>
                </a:lnTo>
                <a:lnTo>
                  <a:pt x="468" y="130619"/>
                </a:lnTo>
                <a:lnTo>
                  <a:pt x="0" y="130144"/>
                </a:lnTo>
                <a:lnTo>
                  <a:pt x="0" y="128720"/>
                </a:lnTo>
                <a:lnTo>
                  <a:pt x="1407" y="126831"/>
                </a:lnTo>
                <a:lnTo>
                  <a:pt x="3750" y="124931"/>
                </a:lnTo>
                <a:lnTo>
                  <a:pt x="6562" y="123043"/>
                </a:lnTo>
                <a:lnTo>
                  <a:pt x="11250" y="120679"/>
                </a:lnTo>
                <a:lnTo>
                  <a:pt x="14530" y="120204"/>
                </a:lnTo>
                <a:lnTo>
                  <a:pt x="31873" y="120204"/>
                </a:lnTo>
                <a:lnTo>
                  <a:pt x="34218" y="119729"/>
                </a:lnTo>
                <a:lnTo>
                  <a:pt x="36561" y="117840"/>
                </a:lnTo>
                <a:lnTo>
                  <a:pt x="39373" y="115001"/>
                </a:lnTo>
                <a:lnTo>
                  <a:pt x="42186" y="110263"/>
                </a:lnTo>
                <a:lnTo>
                  <a:pt x="43592" y="106950"/>
                </a:lnTo>
                <a:lnTo>
                  <a:pt x="44998" y="103172"/>
                </a:lnTo>
                <a:lnTo>
                  <a:pt x="46405" y="99384"/>
                </a:lnTo>
                <a:lnTo>
                  <a:pt x="48280" y="94646"/>
                </a:lnTo>
                <a:lnTo>
                  <a:pt x="50154" y="89443"/>
                </a:lnTo>
                <a:lnTo>
                  <a:pt x="52029" y="83291"/>
                </a:lnTo>
                <a:lnTo>
                  <a:pt x="53435" y="76664"/>
                </a:lnTo>
                <a:lnTo>
                  <a:pt x="55778" y="69098"/>
                </a:lnTo>
                <a:lnTo>
                  <a:pt x="55778" y="67673"/>
                </a:lnTo>
                <a:lnTo>
                  <a:pt x="56247" y="65785"/>
                </a:lnTo>
                <a:lnTo>
                  <a:pt x="57185" y="62946"/>
                </a:lnTo>
                <a:lnTo>
                  <a:pt x="57654" y="60107"/>
                </a:lnTo>
                <a:lnTo>
                  <a:pt x="59529" y="52530"/>
                </a:lnTo>
                <a:lnTo>
                  <a:pt x="61872" y="44489"/>
                </a:lnTo>
                <a:lnTo>
                  <a:pt x="65154" y="35499"/>
                </a:lnTo>
                <a:lnTo>
                  <a:pt x="69373" y="26498"/>
                </a:lnTo>
                <a:lnTo>
                  <a:pt x="74059" y="17981"/>
                </a:lnTo>
                <a:lnTo>
                  <a:pt x="80156" y="10890"/>
                </a:lnTo>
                <a:lnTo>
                  <a:pt x="67028" y="10890"/>
                </a:lnTo>
                <a:lnTo>
                  <a:pt x="57185" y="10890"/>
                </a:lnTo>
                <a:lnTo>
                  <a:pt x="49217" y="10890"/>
                </a:lnTo>
                <a:lnTo>
                  <a:pt x="42655" y="11830"/>
                </a:lnTo>
                <a:lnTo>
                  <a:pt x="37499" y="12779"/>
                </a:lnTo>
                <a:lnTo>
                  <a:pt x="33280" y="14193"/>
                </a:lnTo>
                <a:lnTo>
                  <a:pt x="29999" y="16567"/>
                </a:lnTo>
                <a:lnTo>
                  <a:pt x="28124" y="18931"/>
                </a:lnTo>
                <a:lnTo>
                  <a:pt x="26718" y="22720"/>
                </a:lnTo>
                <a:lnTo>
                  <a:pt x="25781" y="23659"/>
                </a:lnTo>
                <a:lnTo>
                  <a:pt x="24374" y="25558"/>
                </a:lnTo>
                <a:lnTo>
                  <a:pt x="20156" y="28871"/>
                </a:lnTo>
                <a:lnTo>
                  <a:pt x="16875" y="30286"/>
                </a:lnTo>
                <a:lnTo>
                  <a:pt x="13593" y="31236"/>
                </a:lnTo>
                <a:lnTo>
                  <a:pt x="11718" y="31710"/>
                </a:lnTo>
                <a:lnTo>
                  <a:pt x="10312" y="30761"/>
                </a:lnTo>
                <a:lnTo>
                  <a:pt x="10312" y="29811"/>
                </a:lnTo>
                <a:lnTo>
                  <a:pt x="12656" y="23194"/>
                </a:lnTo>
                <a:lnTo>
                  <a:pt x="16875" y="17507"/>
                </a:lnTo>
                <a:lnTo>
                  <a:pt x="21562" y="13254"/>
                </a:lnTo>
                <a:lnTo>
                  <a:pt x="27655" y="9466"/>
                </a:lnTo>
                <a:lnTo>
                  <a:pt x="34218" y="6152"/>
                </a:lnTo>
                <a:lnTo>
                  <a:pt x="41248" y="4263"/>
                </a:lnTo>
                <a:lnTo>
                  <a:pt x="48280" y="2364"/>
                </a:lnTo>
                <a:lnTo>
                  <a:pt x="55311" y="1424"/>
                </a:lnTo>
                <a:lnTo>
                  <a:pt x="68903" y="475"/>
                </a:lnTo>
                <a:lnTo>
                  <a:pt x="74997" y="475"/>
                </a:lnTo>
                <a:lnTo>
                  <a:pt x="80156" y="0"/>
                </a:lnTo>
                <a:lnTo>
                  <a:pt x="103119" y="0"/>
                </a:lnTo>
                <a:lnTo>
                  <a:pt x="127022" y="0"/>
                </a:lnTo>
                <a:lnTo>
                  <a:pt x="128432" y="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02FEA981-FE08-4B97-B6B0-A78B0560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916" y="3113806"/>
            <a:ext cx="55787" cy="49692"/>
          </a:xfrm>
          <a:custGeom xmlns:a="http://schemas.openxmlformats.org/drawingml/2006/main">
            <a:pathLst>
              <a:path w="55787" h="49692">
                <a:moveTo>
                  <a:pt x="55787" y="39277"/>
                </a:moveTo>
                <a:lnTo>
                  <a:pt x="55317" y="43065"/>
                </a:lnTo>
                <a:lnTo>
                  <a:pt x="52967" y="46379"/>
                </a:lnTo>
                <a:lnTo>
                  <a:pt x="49686" y="48267"/>
                </a:lnTo>
                <a:lnTo>
                  <a:pt x="45466" y="49217"/>
                </a:lnTo>
                <a:lnTo>
                  <a:pt x="41255" y="48742"/>
                </a:lnTo>
                <a:lnTo>
                  <a:pt x="38435" y="46379"/>
                </a:lnTo>
                <a:lnTo>
                  <a:pt x="36095" y="44014"/>
                </a:lnTo>
                <a:lnTo>
                  <a:pt x="35625" y="42115"/>
                </a:lnTo>
                <a:lnTo>
                  <a:pt x="33754" y="44489"/>
                </a:lnTo>
                <a:lnTo>
                  <a:pt x="30003" y="46853"/>
                </a:lnTo>
                <a:lnTo>
                  <a:pt x="25784" y="49217"/>
                </a:lnTo>
                <a:lnTo>
                  <a:pt x="20162" y="49692"/>
                </a:lnTo>
                <a:lnTo>
                  <a:pt x="13131" y="49217"/>
                </a:lnTo>
                <a:lnTo>
                  <a:pt x="6571" y="47328"/>
                </a:lnTo>
                <a:lnTo>
                  <a:pt x="3751" y="45429"/>
                </a:lnTo>
                <a:lnTo>
                  <a:pt x="1880" y="43540"/>
                </a:lnTo>
                <a:lnTo>
                  <a:pt x="470" y="41176"/>
                </a:lnTo>
                <a:lnTo>
                  <a:pt x="0" y="37862"/>
                </a:lnTo>
                <a:lnTo>
                  <a:pt x="470" y="33599"/>
                </a:lnTo>
                <a:lnTo>
                  <a:pt x="2820" y="29811"/>
                </a:lnTo>
                <a:lnTo>
                  <a:pt x="6571" y="26498"/>
                </a:lnTo>
                <a:lnTo>
                  <a:pt x="10781" y="24134"/>
                </a:lnTo>
                <a:lnTo>
                  <a:pt x="16412" y="22245"/>
                </a:lnTo>
                <a:lnTo>
                  <a:pt x="22503" y="20820"/>
                </a:lnTo>
                <a:lnTo>
                  <a:pt x="34224" y="19881"/>
                </a:lnTo>
                <a:lnTo>
                  <a:pt x="34224" y="15618"/>
                </a:lnTo>
                <a:lnTo>
                  <a:pt x="34224" y="13254"/>
                </a:lnTo>
                <a:lnTo>
                  <a:pt x="33284" y="10890"/>
                </a:lnTo>
                <a:lnTo>
                  <a:pt x="32344" y="8516"/>
                </a:lnTo>
                <a:lnTo>
                  <a:pt x="30473" y="6627"/>
                </a:lnTo>
                <a:lnTo>
                  <a:pt x="26724" y="4263"/>
                </a:lnTo>
                <a:lnTo>
                  <a:pt x="22503" y="3313"/>
                </a:lnTo>
                <a:lnTo>
                  <a:pt x="18282" y="3313"/>
                </a:lnTo>
                <a:lnTo>
                  <a:pt x="15002" y="4263"/>
                </a:lnTo>
                <a:lnTo>
                  <a:pt x="11721" y="5677"/>
                </a:lnTo>
                <a:lnTo>
                  <a:pt x="10311" y="7102"/>
                </a:lnTo>
                <a:lnTo>
                  <a:pt x="9381" y="7102"/>
                </a:lnTo>
                <a:lnTo>
                  <a:pt x="11721" y="7102"/>
                </a:lnTo>
                <a:lnTo>
                  <a:pt x="13601" y="8041"/>
                </a:lnTo>
                <a:lnTo>
                  <a:pt x="15472" y="9466"/>
                </a:lnTo>
                <a:lnTo>
                  <a:pt x="15942" y="12304"/>
                </a:lnTo>
                <a:lnTo>
                  <a:pt x="15472" y="14668"/>
                </a:lnTo>
                <a:lnTo>
                  <a:pt x="13601" y="16093"/>
                </a:lnTo>
                <a:lnTo>
                  <a:pt x="11721" y="17507"/>
                </a:lnTo>
                <a:lnTo>
                  <a:pt x="9381" y="17507"/>
                </a:lnTo>
                <a:lnTo>
                  <a:pt x="7500" y="17507"/>
                </a:lnTo>
                <a:lnTo>
                  <a:pt x="5161" y="16093"/>
                </a:lnTo>
                <a:lnTo>
                  <a:pt x="3751" y="14668"/>
                </a:lnTo>
                <a:lnTo>
                  <a:pt x="3281" y="12304"/>
                </a:lnTo>
                <a:lnTo>
                  <a:pt x="3751" y="9466"/>
                </a:lnTo>
                <a:lnTo>
                  <a:pt x="5161" y="6627"/>
                </a:lnTo>
                <a:lnTo>
                  <a:pt x="7030" y="4738"/>
                </a:lnTo>
                <a:lnTo>
                  <a:pt x="9381" y="2839"/>
                </a:lnTo>
                <a:lnTo>
                  <a:pt x="15472" y="475"/>
                </a:lnTo>
                <a:lnTo>
                  <a:pt x="22503" y="0"/>
                </a:lnTo>
                <a:lnTo>
                  <a:pt x="26254" y="0"/>
                </a:lnTo>
                <a:lnTo>
                  <a:pt x="30473" y="950"/>
                </a:lnTo>
                <a:lnTo>
                  <a:pt x="34224" y="2364"/>
                </a:lnTo>
                <a:lnTo>
                  <a:pt x="37505" y="4263"/>
                </a:lnTo>
                <a:lnTo>
                  <a:pt x="40315" y="6627"/>
                </a:lnTo>
                <a:lnTo>
                  <a:pt x="42186" y="9466"/>
                </a:lnTo>
                <a:lnTo>
                  <a:pt x="43596" y="12304"/>
                </a:lnTo>
                <a:lnTo>
                  <a:pt x="44066" y="15618"/>
                </a:lnTo>
                <a:lnTo>
                  <a:pt x="44066" y="39277"/>
                </a:lnTo>
                <a:lnTo>
                  <a:pt x="44066" y="41651"/>
                </a:lnTo>
                <a:lnTo>
                  <a:pt x="45006" y="43065"/>
                </a:lnTo>
                <a:lnTo>
                  <a:pt x="46406" y="44489"/>
                </a:lnTo>
                <a:lnTo>
                  <a:pt x="47816" y="44954"/>
                </a:lnTo>
                <a:lnTo>
                  <a:pt x="49686" y="44489"/>
                </a:lnTo>
                <a:lnTo>
                  <a:pt x="50626" y="43065"/>
                </a:lnTo>
                <a:lnTo>
                  <a:pt x="51566" y="41651"/>
                </a:lnTo>
                <a:lnTo>
                  <a:pt x="51566" y="39277"/>
                </a:lnTo>
                <a:lnTo>
                  <a:pt x="51566" y="32185"/>
                </a:lnTo>
                <a:lnTo>
                  <a:pt x="55787" y="32185"/>
                </a:lnTo>
                <a:lnTo>
                  <a:pt x="55787" y="39277"/>
                </a:lnTo>
                <a:moveTo>
                  <a:pt x="34224" y="23194"/>
                </a:moveTo>
                <a:lnTo>
                  <a:pt x="25784" y="24134"/>
                </a:lnTo>
                <a:lnTo>
                  <a:pt x="21563" y="25083"/>
                </a:lnTo>
                <a:lnTo>
                  <a:pt x="17812" y="26973"/>
                </a:lnTo>
                <a:lnTo>
                  <a:pt x="14532" y="28871"/>
                </a:lnTo>
                <a:lnTo>
                  <a:pt x="12191" y="31710"/>
                </a:lnTo>
                <a:lnTo>
                  <a:pt x="10781" y="34549"/>
                </a:lnTo>
                <a:lnTo>
                  <a:pt x="10311" y="37862"/>
                </a:lnTo>
                <a:lnTo>
                  <a:pt x="11251" y="41176"/>
                </a:lnTo>
                <a:lnTo>
                  <a:pt x="13601" y="44014"/>
                </a:lnTo>
                <a:lnTo>
                  <a:pt x="16412" y="45904"/>
                </a:lnTo>
                <a:lnTo>
                  <a:pt x="20632" y="46379"/>
                </a:lnTo>
                <a:lnTo>
                  <a:pt x="23443" y="46379"/>
                </a:lnTo>
                <a:lnTo>
                  <a:pt x="25784" y="45429"/>
                </a:lnTo>
                <a:lnTo>
                  <a:pt x="30473" y="42590"/>
                </a:lnTo>
                <a:lnTo>
                  <a:pt x="33284" y="38802"/>
                </a:lnTo>
                <a:lnTo>
                  <a:pt x="34224" y="36438"/>
                </a:lnTo>
                <a:lnTo>
                  <a:pt x="34224" y="34074"/>
                </a:lnTo>
                <a:lnTo>
                  <a:pt x="34224" y="231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5E093675-D64F-4DE4-AA8E-3538D484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984" y="3114281"/>
            <a:ext cx="62339" cy="49217"/>
          </a:xfrm>
          <a:custGeom xmlns:a="http://schemas.openxmlformats.org/drawingml/2006/main">
            <a:pathLst>
              <a:path w="62339" h="49217">
                <a:moveTo>
                  <a:pt x="43115" y="49217"/>
                </a:moveTo>
                <a:lnTo>
                  <a:pt x="43115" y="41641"/>
                </a:lnTo>
                <a:lnTo>
                  <a:pt x="41716" y="44014"/>
                </a:lnTo>
                <a:lnTo>
                  <a:pt x="38435" y="46379"/>
                </a:lnTo>
                <a:lnTo>
                  <a:pt x="34214" y="48742"/>
                </a:lnTo>
                <a:lnTo>
                  <a:pt x="29054" y="49217"/>
                </a:lnTo>
                <a:lnTo>
                  <a:pt x="21563" y="48742"/>
                </a:lnTo>
                <a:lnTo>
                  <a:pt x="17812" y="47793"/>
                </a:lnTo>
                <a:lnTo>
                  <a:pt x="14062" y="45904"/>
                </a:lnTo>
                <a:lnTo>
                  <a:pt x="11711" y="43540"/>
                </a:lnTo>
                <a:lnTo>
                  <a:pt x="10311" y="40701"/>
                </a:lnTo>
                <a:lnTo>
                  <a:pt x="9371" y="37862"/>
                </a:lnTo>
                <a:lnTo>
                  <a:pt x="9371" y="34549"/>
                </a:lnTo>
                <a:lnTo>
                  <a:pt x="9371" y="10880"/>
                </a:lnTo>
                <a:lnTo>
                  <a:pt x="8901" y="8041"/>
                </a:lnTo>
                <a:lnTo>
                  <a:pt x="7961" y="6152"/>
                </a:lnTo>
                <a:lnTo>
                  <a:pt x="6561" y="5677"/>
                </a:lnTo>
                <a:lnTo>
                  <a:pt x="4680" y="5677"/>
                </a:lnTo>
                <a:lnTo>
                  <a:pt x="0" y="5203"/>
                </a:lnTo>
                <a:lnTo>
                  <a:pt x="0" y="950"/>
                </a:lnTo>
                <a:lnTo>
                  <a:pt x="18743" y="0"/>
                </a:lnTo>
                <a:lnTo>
                  <a:pt x="18743" y="34549"/>
                </a:lnTo>
                <a:lnTo>
                  <a:pt x="19213" y="39751"/>
                </a:lnTo>
                <a:lnTo>
                  <a:pt x="19683" y="42115"/>
                </a:lnTo>
                <a:lnTo>
                  <a:pt x="20623" y="43540"/>
                </a:lnTo>
                <a:lnTo>
                  <a:pt x="22022" y="44479"/>
                </a:lnTo>
                <a:lnTo>
                  <a:pt x="24374" y="45429"/>
                </a:lnTo>
                <a:lnTo>
                  <a:pt x="29054" y="45904"/>
                </a:lnTo>
                <a:lnTo>
                  <a:pt x="31874" y="45429"/>
                </a:lnTo>
                <a:lnTo>
                  <a:pt x="34685" y="44479"/>
                </a:lnTo>
                <a:lnTo>
                  <a:pt x="38905" y="41176"/>
                </a:lnTo>
                <a:lnTo>
                  <a:pt x="41716" y="36438"/>
                </a:lnTo>
                <a:lnTo>
                  <a:pt x="42656" y="33599"/>
                </a:lnTo>
                <a:lnTo>
                  <a:pt x="42656" y="30286"/>
                </a:lnTo>
                <a:lnTo>
                  <a:pt x="42656" y="10880"/>
                </a:lnTo>
                <a:lnTo>
                  <a:pt x="42656" y="8041"/>
                </a:lnTo>
                <a:lnTo>
                  <a:pt x="41716" y="6152"/>
                </a:lnTo>
                <a:lnTo>
                  <a:pt x="40306" y="5677"/>
                </a:lnTo>
                <a:lnTo>
                  <a:pt x="38435" y="5677"/>
                </a:lnTo>
                <a:lnTo>
                  <a:pt x="33274" y="5203"/>
                </a:lnTo>
                <a:lnTo>
                  <a:pt x="33274" y="950"/>
                </a:lnTo>
                <a:lnTo>
                  <a:pt x="52497" y="0"/>
                </a:lnTo>
                <a:lnTo>
                  <a:pt x="52497" y="38327"/>
                </a:lnTo>
                <a:lnTo>
                  <a:pt x="52967" y="41176"/>
                </a:lnTo>
                <a:lnTo>
                  <a:pt x="52967" y="42115"/>
                </a:lnTo>
                <a:lnTo>
                  <a:pt x="53897" y="43065"/>
                </a:lnTo>
                <a:lnTo>
                  <a:pt x="55307" y="43540"/>
                </a:lnTo>
                <a:lnTo>
                  <a:pt x="57178" y="43540"/>
                </a:lnTo>
                <a:lnTo>
                  <a:pt x="62339" y="44014"/>
                </a:lnTo>
                <a:lnTo>
                  <a:pt x="62339" y="48267"/>
                </a:lnTo>
                <a:lnTo>
                  <a:pt x="43115" y="492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70BBCE0D-46EA-4D2E-901A-E56D2B7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72" y="3112857"/>
            <a:ext cx="56717" cy="71936"/>
          </a:xfrm>
          <a:custGeom xmlns:a="http://schemas.openxmlformats.org/drawingml/2006/main">
            <a:pathLst>
              <a:path w="56717" h="71936">
                <a:moveTo>
                  <a:pt x="56717" y="6152"/>
                </a:moveTo>
                <a:lnTo>
                  <a:pt x="56717" y="7576"/>
                </a:lnTo>
                <a:lnTo>
                  <a:pt x="55307" y="8526"/>
                </a:lnTo>
                <a:lnTo>
                  <a:pt x="52498" y="9466"/>
                </a:lnTo>
                <a:lnTo>
                  <a:pt x="49687" y="8526"/>
                </a:lnTo>
                <a:lnTo>
                  <a:pt x="48747" y="7576"/>
                </a:lnTo>
                <a:lnTo>
                  <a:pt x="48747" y="6152"/>
                </a:lnTo>
                <a:lnTo>
                  <a:pt x="49217" y="3788"/>
                </a:lnTo>
                <a:lnTo>
                  <a:pt x="49687" y="3313"/>
                </a:lnTo>
                <a:lnTo>
                  <a:pt x="49217" y="3788"/>
                </a:lnTo>
                <a:lnTo>
                  <a:pt x="50617" y="3788"/>
                </a:lnTo>
                <a:lnTo>
                  <a:pt x="44526" y="4738"/>
                </a:lnTo>
                <a:lnTo>
                  <a:pt x="39845" y="7101"/>
                </a:lnTo>
                <a:lnTo>
                  <a:pt x="43126" y="11839"/>
                </a:lnTo>
                <a:lnTo>
                  <a:pt x="44056" y="14678"/>
                </a:lnTo>
                <a:lnTo>
                  <a:pt x="44526" y="17517"/>
                </a:lnTo>
                <a:lnTo>
                  <a:pt x="44056" y="20830"/>
                </a:lnTo>
                <a:lnTo>
                  <a:pt x="42656" y="23669"/>
                </a:lnTo>
                <a:lnTo>
                  <a:pt x="40776" y="26507"/>
                </a:lnTo>
                <a:lnTo>
                  <a:pt x="38435" y="28871"/>
                </a:lnTo>
                <a:lnTo>
                  <a:pt x="35155" y="31235"/>
                </a:lnTo>
                <a:lnTo>
                  <a:pt x="31875" y="32660"/>
                </a:lnTo>
                <a:lnTo>
                  <a:pt x="28124" y="33599"/>
                </a:lnTo>
                <a:lnTo>
                  <a:pt x="24374" y="33599"/>
                </a:lnTo>
                <a:lnTo>
                  <a:pt x="21093" y="33599"/>
                </a:lnTo>
                <a:lnTo>
                  <a:pt x="17813" y="32660"/>
                </a:lnTo>
                <a:lnTo>
                  <a:pt x="14533" y="31710"/>
                </a:lnTo>
                <a:lnTo>
                  <a:pt x="12182" y="30760"/>
                </a:lnTo>
                <a:lnTo>
                  <a:pt x="11252" y="32185"/>
                </a:lnTo>
                <a:lnTo>
                  <a:pt x="10782" y="34074"/>
                </a:lnTo>
                <a:lnTo>
                  <a:pt x="10782" y="34548"/>
                </a:lnTo>
                <a:lnTo>
                  <a:pt x="11252" y="37862"/>
                </a:lnTo>
                <a:lnTo>
                  <a:pt x="13592" y="40226"/>
                </a:lnTo>
                <a:lnTo>
                  <a:pt x="15462" y="41176"/>
                </a:lnTo>
                <a:lnTo>
                  <a:pt x="17813" y="41650"/>
                </a:lnTo>
                <a:lnTo>
                  <a:pt x="27654" y="41650"/>
                </a:lnTo>
                <a:lnTo>
                  <a:pt x="37965" y="42125"/>
                </a:lnTo>
                <a:lnTo>
                  <a:pt x="43126" y="43065"/>
                </a:lnTo>
                <a:lnTo>
                  <a:pt x="48277" y="45439"/>
                </a:lnTo>
                <a:lnTo>
                  <a:pt x="51087" y="47803"/>
                </a:lnTo>
                <a:lnTo>
                  <a:pt x="53438" y="50641"/>
                </a:lnTo>
                <a:lnTo>
                  <a:pt x="54837" y="53955"/>
                </a:lnTo>
                <a:lnTo>
                  <a:pt x="55307" y="57743"/>
                </a:lnTo>
                <a:lnTo>
                  <a:pt x="54367" y="61056"/>
                </a:lnTo>
                <a:lnTo>
                  <a:pt x="52498" y="63895"/>
                </a:lnTo>
                <a:lnTo>
                  <a:pt x="49687" y="66259"/>
                </a:lnTo>
                <a:lnTo>
                  <a:pt x="46876" y="67673"/>
                </a:lnTo>
                <a:lnTo>
                  <a:pt x="42186" y="69572"/>
                </a:lnTo>
                <a:lnTo>
                  <a:pt x="37495" y="70987"/>
                </a:lnTo>
                <a:lnTo>
                  <a:pt x="27654" y="71936"/>
                </a:lnTo>
                <a:lnTo>
                  <a:pt x="17813" y="70987"/>
                </a:lnTo>
                <a:lnTo>
                  <a:pt x="13122" y="69572"/>
                </a:lnTo>
                <a:lnTo>
                  <a:pt x="8432" y="67673"/>
                </a:lnTo>
                <a:lnTo>
                  <a:pt x="5621" y="66259"/>
                </a:lnTo>
                <a:lnTo>
                  <a:pt x="2811" y="63895"/>
                </a:lnTo>
                <a:lnTo>
                  <a:pt x="470" y="61056"/>
                </a:lnTo>
                <a:lnTo>
                  <a:pt x="0" y="57743"/>
                </a:lnTo>
                <a:lnTo>
                  <a:pt x="470" y="54904"/>
                </a:lnTo>
                <a:lnTo>
                  <a:pt x="1400" y="52530"/>
                </a:lnTo>
                <a:lnTo>
                  <a:pt x="5151" y="48752"/>
                </a:lnTo>
                <a:lnTo>
                  <a:pt x="7971" y="47328"/>
                </a:lnTo>
                <a:lnTo>
                  <a:pt x="10312" y="46378"/>
                </a:lnTo>
                <a:lnTo>
                  <a:pt x="8902" y="45439"/>
                </a:lnTo>
                <a:lnTo>
                  <a:pt x="7501" y="43539"/>
                </a:lnTo>
                <a:lnTo>
                  <a:pt x="6561" y="41176"/>
                </a:lnTo>
                <a:lnTo>
                  <a:pt x="6091" y="38812"/>
                </a:lnTo>
                <a:lnTo>
                  <a:pt x="6091" y="37387"/>
                </a:lnTo>
                <a:lnTo>
                  <a:pt x="6561" y="33599"/>
                </a:lnTo>
                <a:lnTo>
                  <a:pt x="7501" y="30760"/>
                </a:lnTo>
                <a:lnTo>
                  <a:pt x="9372" y="28397"/>
                </a:lnTo>
                <a:lnTo>
                  <a:pt x="7031" y="26507"/>
                </a:lnTo>
                <a:lnTo>
                  <a:pt x="5621" y="23669"/>
                </a:lnTo>
                <a:lnTo>
                  <a:pt x="4221" y="20830"/>
                </a:lnTo>
                <a:lnTo>
                  <a:pt x="3751" y="17517"/>
                </a:lnTo>
                <a:lnTo>
                  <a:pt x="4221" y="14203"/>
                </a:lnTo>
                <a:lnTo>
                  <a:pt x="5621" y="11364"/>
                </a:lnTo>
                <a:lnTo>
                  <a:pt x="7501" y="8526"/>
                </a:lnTo>
                <a:lnTo>
                  <a:pt x="9842" y="6152"/>
                </a:lnTo>
                <a:lnTo>
                  <a:pt x="13122" y="3788"/>
                </a:lnTo>
                <a:lnTo>
                  <a:pt x="16402" y="2374"/>
                </a:lnTo>
                <a:lnTo>
                  <a:pt x="20153" y="1424"/>
                </a:lnTo>
                <a:lnTo>
                  <a:pt x="24374" y="1424"/>
                </a:lnTo>
                <a:lnTo>
                  <a:pt x="30935" y="2374"/>
                </a:lnTo>
                <a:lnTo>
                  <a:pt x="37025" y="4738"/>
                </a:lnTo>
                <a:lnTo>
                  <a:pt x="39845" y="2838"/>
                </a:lnTo>
                <a:lnTo>
                  <a:pt x="42656" y="1424"/>
                </a:lnTo>
                <a:lnTo>
                  <a:pt x="46406" y="474"/>
                </a:lnTo>
                <a:lnTo>
                  <a:pt x="50617" y="0"/>
                </a:lnTo>
                <a:lnTo>
                  <a:pt x="52968" y="474"/>
                </a:lnTo>
                <a:lnTo>
                  <a:pt x="54837" y="1899"/>
                </a:lnTo>
                <a:lnTo>
                  <a:pt x="56247" y="3788"/>
                </a:lnTo>
                <a:lnTo>
                  <a:pt x="56717" y="6152"/>
                </a:lnTo>
                <a:moveTo>
                  <a:pt x="34214" y="17517"/>
                </a:moveTo>
                <a:lnTo>
                  <a:pt x="33744" y="12304"/>
                </a:lnTo>
                <a:lnTo>
                  <a:pt x="33274" y="10415"/>
                </a:lnTo>
                <a:lnTo>
                  <a:pt x="31875" y="8526"/>
                </a:lnTo>
                <a:lnTo>
                  <a:pt x="28594" y="5687"/>
                </a:lnTo>
                <a:lnTo>
                  <a:pt x="24374" y="4738"/>
                </a:lnTo>
                <a:lnTo>
                  <a:pt x="19683" y="5687"/>
                </a:lnTo>
                <a:lnTo>
                  <a:pt x="16402" y="8526"/>
                </a:lnTo>
                <a:lnTo>
                  <a:pt x="15462" y="10415"/>
                </a:lnTo>
                <a:lnTo>
                  <a:pt x="14533" y="12304"/>
                </a:lnTo>
                <a:lnTo>
                  <a:pt x="14063" y="17517"/>
                </a:lnTo>
                <a:lnTo>
                  <a:pt x="14533" y="22244"/>
                </a:lnTo>
                <a:lnTo>
                  <a:pt x="15462" y="24608"/>
                </a:lnTo>
                <a:lnTo>
                  <a:pt x="16402" y="26507"/>
                </a:lnTo>
                <a:lnTo>
                  <a:pt x="19683" y="29346"/>
                </a:lnTo>
                <a:lnTo>
                  <a:pt x="24374" y="30296"/>
                </a:lnTo>
                <a:lnTo>
                  <a:pt x="28594" y="29346"/>
                </a:lnTo>
                <a:lnTo>
                  <a:pt x="31875" y="26507"/>
                </a:lnTo>
                <a:lnTo>
                  <a:pt x="33274" y="24608"/>
                </a:lnTo>
                <a:lnTo>
                  <a:pt x="33744" y="22244"/>
                </a:lnTo>
                <a:lnTo>
                  <a:pt x="34214" y="17517"/>
                </a:lnTo>
                <a:moveTo>
                  <a:pt x="47807" y="57743"/>
                </a:moveTo>
                <a:lnTo>
                  <a:pt x="47337" y="55844"/>
                </a:lnTo>
                <a:lnTo>
                  <a:pt x="46406" y="53955"/>
                </a:lnTo>
                <a:lnTo>
                  <a:pt x="43126" y="51116"/>
                </a:lnTo>
                <a:lnTo>
                  <a:pt x="39845" y="49691"/>
                </a:lnTo>
                <a:lnTo>
                  <a:pt x="35625" y="49217"/>
                </a:lnTo>
                <a:lnTo>
                  <a:pt x="27654" y="48752"/>
                </a:lnTo>
                <a:lnTo>
                  <a:pt x="17813" y="48752"/>
                </a:lnTo>
                <a:lnTo>
                  <a:pt x="13592" y="49691"/>
                </a:lnTo>
                <a:lnTo>
                  <a:pt x="10312" y="51116"/>
                </a:lnTo>
                <a:lnTo>
                  <a:pt x="8432" y="54429"/>
                </a:lnTo>
                <a:lnTo>
                  <a:pt x="7501" y="57743"/>
                </a:lnTo>
                <a:lnTo>
                  <a:pt x="7971" y="59632"/>
                </a:lnTo>
                <a:lnTo>
                  <a:pt x="9372" y="61521"/>
                </a:lnTo>
                <a:lnTo>
                  <a:pt x="13122" y="64834"/>
                </a:lnTo>
                <a:lnTo>
                  <a:pt x="16402" y="66259"/>
                </a:lnTo>
                <a:lnTo>
                  <a:pt x="20153" y="67209"/>
                </a:lnTo>
                <a:lnTo>
                  <a:pt x="27654" y="68148"/>
                </a:lnTo>
                <a:lnTo>
                  <a:pt x="35155" y="67209"/>
                </a:lnTo>
                <a:lnTo>
                  <a:pt x="38905" y="66259"/>
                </a:lnTo>
                <a:lnTo>
                  <a:pt x="42186" y="64834"/>
                </a:lnTo>
                <a:lnTo>
                  <a:pt x="45936" y="61521"/>
                </a:lnTo>
                <a:lnTo>
                  <a:pt x="47337" y="59632"/>
                </a:lnTo>
                <a:lnTo>
                  <a:pt x="47807" y="577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00146FAE-72DF-4894-AC21-871AD2D8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6" y="3195208"/>
            <a:ext cx="31404" cy="72402"/>
          </a:xfrm>
          <a:custGeom xmlns:a="http://schemas.openxmlformats.org/drawingml/2006/main">
            <a:pathLst>
              <a:path w="31404" h="72402">
                <a:moveTo>
                  <a:pt x="30464" y="4728"/>
                </a:moveTo>
                <a:lnTo>
                  <a:pt x="29533" y="6617"/>
                </a:lnTo>
                <a:lnTo>
                  <a:pt x="28123" y="8042"/>
                </a:lnTo>
                <a:lnTo>
                  <a:pt x="26254" y="8991"/>
                </a:lnTo>
                <a:lnTo>
                  <a:pt x="23903" y="9466"/>
                </a:lnTo>
                <a:lnTo>
                  <a:pt x="22033" y="8991"/>
                </a:lnTo>
                <a:lnTo>
                  <a:pt x="20153" y="8042"/>
                </a:lnTo>
                <a:lnTo>
                  <a:pt x="19222" y="5677"/>
                </a:lnTo>
                <a:lnTo>
                  <a:pt x="19692" y="4253"/>
                </a:lnTo>
                <a:lnTo>
                  <a:pt x="20623" y="2839"/>
                </a:lnTo>
                <a:lnTo>
                  <a:pt x="22033" y="940"/>
                </a:lnTo>
                <a:lnTo>
                  <a:pt x="24374" y="0"/>
                </a:lnTo>
                <a:lnTo>
                  <a:pt x="26254" y="0"/>
                </a:lnTo>
                <a:lnTo>
                  <a:pt x="28593" y="0"/>
                </a:lnTo>
                <a:lnTo>
                  <a:pt x="30003" y="1414"/>
                </a:lnTo>
                <a:lnTo>
                  <a:pt x="30934" y="3314"/>
                </a:lnTo>
                <a:lnTo>
                  <a:pt x="30464" y="4728"/>
                </a:lnTo>
                <a:moveTo>
                  <a:pt x="31404" y="55365"/>
                </a:moveTo>
                <a:lnTo>
                  <a:pt x="29063" y="61045"/>
                </a:lnTo>
                <a:lnTo>
                  <a:pt x="25784" y="66723"/>
                </a:lnTo>
                <a:lnTo>
                  <a:pt x="21093" y="70509"/>
                </a:lnTo>
                <a:lnTo>
                  <a:pt x="18282" y="71928"/>
                </a:lnTo>
                <a:lnTo>
                  <a:pt x="15002" y="72402"/>
                </a:lnTo>
                <a:lnTo>
                  <a:pt x="12191" y="71928"/>
                </a:lnTo>
                <a:lnTo>
                  <a:pt x="9841" y="70983"/>
                </a:lnTo>
                <a:lnTo>
                  <a:pt x="7971" y="69563"/>
                </a:lnTo>
                <a:lnTo>
                  <a:pt x="6560" y="68143"/>
                </a:lnTo>
                <a:lnTo>
                  <a:pt x="5631" y="66250"/>
                </a:lnTo>
                <a:lnTo>
                  <a:pt x="5631" y="63884"/>
                </a:lnTo>
                <a:lnTo>
                  <a:pt x="5161" y="63410"/>
                </a:lnTo>
                <a:lnTo>
                  <a:pt x="5631" y="61045"/>
                </a:lnTo>
                <a:lnTo>
                  <a:pt x="6560" y="58678"/>
                </a:lnTo>
                <a:lnTo>
                  <a:pt x="15942" y="35963"/>
                </a:lnTo>
                <a:lnTo>
                  <a:pt x="17342" y="31700"/>
                </a:lnTo>
                <a:lnTo>
                  <a:pt x="17812" y="28861"/>
                </a:lnTo>
                <a:lnTo>
                  <a:pt x="17342" y="26973"/>
                </a:lnTo>
                <a:lnTo>
                  <a:pt x="15472" y="26498"/>
                </a:lnTo>
                <a:lnTo>
                  <a:pt x="13592" y="26498"/>
                </a:lnTo>
                <a:lnTo>
                  <a:pt x="12191" y="27447"/>
                </a:lnTo>
                <a:lnTo>
                  <a:pt x="8911" y="30286"/>
                </a:lnTo>
                <a:lnTo>
                  <a:pt x="6560" y="34539"/>
                </a:lnTo>
                <a:lnTo>
                  <a:pt x="4691" y="40226"/>
                </a:lnTo>
                <a:lnTo>
                  <a:pt x="4221" y="41166"/>
                </a:lnTo>
                <a:lnTo>
                  <a:pt x="2811" y="41641"/>
                </a:lnTo>
                <a:lnTo>
                  <a:pt x="1410" y="41641"/>
                </a:lnTo>
                <a:lnTo>
                  <a:pt x="470" y="41166"/>
                </a:lnTo>
                <a:lnTo>
                  <a:pt x="0" y="40226"/>
                </a:lnTo>
                <a:lnTo>
                  <a:pt x="0" y="39751"/>
                </a:lnTo>
                <a:lnTo>
                  <a:pt x="1880" y="34074"/>
                </a:lnTo>
                <a:lnTo>
                  <a:pt x="5631" y="28387"/>
                </a:lnTo>
                <a:lnTo>
                  <a:pt x="10311" y="24609"/>
                </a:lnTo>
                <a:lnTo>
                  <a:pt x="13122" y="23184"/>
                </a:lnTo>
                <a:lnTo>
                  <a:pt x="16402" y="22710"/>
                </a:lnTo>
                <a:lnTo>
                  <a:pt x="19222" y="23184"/>
                </a:lnTo>
                <a:lnTo>
                  <a:pt x="21563" y="24134"/>
                </a:lnTo>
                <a:lnTo>
                  <a:pt x="23433" y="25073"/>
                </a:lnTo>
                <a:lnTo>
                  <a:pt x="24844" y="26973"/>
                </a:lnTo>
                <a:lnTo>
                  <a:pt x="25314" y="28861"/>
                </a:lnTo>
                <a:lnTo>
                  <a:pt x="25784" y="31226"/>
                </a:lnTo>
                <a:lnTo>
                  <a:pt x="25784" y="31700"/>
                </a:lnTo>
                <a:lnTo>
                  <a:pt x="25784" y="34074"/>
                </a:lnTo>
                <a:lnTo>
                  <a:pt x="24844" y="36438"/>
                </a:lnTo>
                <a:lnTo>
                  <a:pt x="15002" y="59151"/>
                </a:lnTo>
                <a:lnTo>
                  <a:pt x="14062" y="63410"/>
                </a:lnTo>
                <a:lnTo>
                  <a:pt x="13592" y="66723"/>
                </a:lnTo>
                <a:lnTo>
                  <a:pt x="14062" y="68143"/>
                </a:lnTo>
                <a:lnTo>
                  <a:pt x="15472" y="68616"/>
                </a:lnTo>
                <a:lnTo>
                  <a:pt x="17812" y="68616"/>
                </a:lnTo>
                <a:lnTo>
                  <a:pt x="19222" y="67669"/>
                </a:lnTo>
                <a:lnTo>
                  <a:pt x="22503" y="64831"/>
                </a:lnTo>
                <a:lnTo>
                  <a:pt x="24844" y="60571"/>
                </a:lnTo>
                <a:lnTo>
                  <a:pt x="26724" y="54892"/>
                </a:lnTo>
                <a:lnTo>
                  <a:pt x="27183" y="53946"/>
                </a:lnTo>
                <a:lnTo>
                  <a:pt x="28593" y="53472"/>
                </a:lnTo>
                <a:lnTo>
                  <a:pt x="30003" y="53472"/>
                </a:lnTo>
                <a:lnTo>
                  <a:pt x="31404" y="53946"/>
                </a:lnTo>
                <a:lnTo>
                  <a:pt x="31404" y="54892"/>
                </a:lnTo>
                <a:lnTo>
                  <a:pt x="31404" y="553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93258823-7EAB-4CA6-B106-16150F5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6719" y="598903"/>
            <a:ext cx="103641" cy="139125"/>
          </a:xfrm>
          <a:custGeom xmlns:a="http://schemas.openxmlformats.org/drawingml/2006/main">
            <a:pathLst>
              <a:path w="103641" h="139125">
                <a:moveTo>
                  <a:pt x="101321" y="20820"/>
                </a:moveTo>
                <a:lnTo>
                  <a:pt x="100388" y="21770"/>
                </a:lnTo>
                <a:lnTo>
                  <a:pt x="99922" y="23184"/>
                </a:lnTo>
                <a:lnTo>
                  <a:pt x="98990" y="24609"/>
                </a:lnTo>
                <a:lnTo>
                  <a:pt x="97601" y="26023"/>
                </a:lnTo>
                <a:lnTo>
                  <a:pt x="93416" y="28861"/>
                </a:lnTo>
                <a:lnTo>
                  <a:pt x="90163" y="30286"/>
                </a:lnTo>
                <a:lnTo>
                  <a:pt x="87377" y="31236"/>
                </a:lnTo>
                <a:lnTo>
                  <a:pt x="85046" y="31700"/>
                </a:lnTo>
                <a:lnTo>
                  <a:pt x="84123" y="30761"/>
                </a:lnTo>
                <a:lnTo>
                  <a:pt x="83657" y="30286"/>
                </a:lnTo>
                <a:lnTo>
                  <a:pt x="84123" y="28861"/>
                </a:lnTo>
                <a:lnTo>
                  <a:pt x="85512" y="26498"/>
                </a:lnTo>
                <a:lnTo>
                  <a:pt x="86910" y="22709"/>
                </a:lnTo>
                <a:lnTo>
                  <a:pt x="86910" y="18931"/>
                </a:lnTo>
                <a:lnTo>
                  <a:pt x="85046" y="15143"/>
                </a:lnTo>
                <a:lnTo>
                  <a:pt x="82259" y="13244"/>
                </a:lnTo>
                <a:lnTo>
                  <a:pt x="75753" y="11355"/>
                </a:lnTo>
                <a:lnTo>
                  <a:pt x="69249" y="10880"/>
                </a:lnTo>
                <a:lnTo>
                  <a:pt x="64137" y="10880"/>
                </a:lnTo>
                <a:lnTo>
                  <a:pt x="59024" y="11829"/>
                </a:lnTo>
                <a:lnTo>
                  <a:pt x="54842" y="13244"/>
                </a:lnTo>
                <a:lnTo>
                  <a:pt x="50659" y="15143"/>
                </a:lnTo>
                <a:lnTo>
                  <a:pt x="46940" y="17982"/>
                </a:lnTo>
                <a:lnTo>
                  <a:pt x="44151" y="21295"/>
                </a:lnTo>
                <a:lnTo>
                  <a:pt x="41828" y="25548"/>
                </a:lnTo>
                <a:lnTo>
                  <a:pt x="39970" y="30761"/>
                </a:lnTo>
                <a:lnTo>
                  <a:pt x="39039" y="36913"/>
                </a:lnTo>
                <a:lnTo>
                  <a:pt x="39504" y="39751"/>
                </a:lnTo>
                <a:lnTo>
                  <a:pt x="40434" y="42590"/>
                </a:lnTo>
                <a:lnTo>
                  <a:pt x="42757" y="46843"/>
                </a:lnTo>
                <a:lnTo>
                  <a:pt x="46940" y="51106"/>
                </a:lnTo>
                <a:lnTo>
                  <a:pt x="52053" y="53945"/>
                </a:lnTo>
                <a:lnTo>
                  <a:pt x="58094" y="56309"/>
                </a:lnTo>
                <a:lnTo>
                  <a:pt x="65066" y="57733"/>
                </a:lnTo>
                <a:lnTo>
                  <a:pt x="72034" y="58208"/>
                </a:lnTo>
                <a:lnTo>
                  <a:pt x="73898" y="58683"/>
                </a:lnTo>
                <a:lnTo>
                  <a:pt x="73898" y="60097"/>
                </a:lnTo>
                <a:lnTo>
                  <a:pt x="72500" y="61521"/>
                </a:lnTo>
                <a:lnTo>
                  <a:pt x="70178" y="63885"/>
                </a:lnTo>
                <a:lnTo>
                  <a:pt x="66926" y="65774"/>
                </a:lnTo>
                <a:lnTo>
                  <a:pt x="62742" y="67673"/>
                </a:lnTo>
                <a:lnTo>
                  <a:pt x="59024" y="68613"/>
                </a:lnTo>
                <a:lnTo>
                  <a:pt x="52517" y="69088"/>
                </a:lnTo>
                <a:lnTo>
                  <a:pt x="46011" y="70512"/>
                </a:lnTo>
                <a:lnTo>
                  <a:pt x="39504" y="73351"/>
                </a:lnTo>
                <a:lnTo>
                  <a:pt x="33928" y="76664"/>
                </a:lnTo>
                <a:lnTo>
                  <a:pt x="28350" y="81392"/>
                </a:lnTo>
                <a:lnTo>
                  <a:pt x="23703" y="87069"/>
                </a:lnTo>
                <a:lnTo>
                  <a:pt x="19985" y="94171"/>
                </a:lnTo>
                <a:lnTo>
                  <a:pt x="17196" y="101747"/>
                </a:lnTo>
                <a:lnTo>
                  <a:pt x="16732" y="107899"/>
                </a:lnTo>
                <a:lnTo>
                  <a:pt x="17661" y="113102"/>
                </a:lnTo>
                <a:lnTo>
                  <a:pt x="19985" y="117365"/>
                </a:lnTo>
                <a:lnTo>
                  <a:pt x="23237" y="121618"/>
                </a:lnTo>
                <a:lnTo>
                  <a:pt x="27886" y="124457"/>
                </a:lnTo>
                <a:lnTo>
                  <a:pt x="32997" y="126821"/>
                </a:lnTo>
                <a:lnTo>
                  <a:pt x="39039" y="128245"/>
                </a:lnTo>
                <a:lnTo>
                  <a:pt x="45546" y="128720"/>
                </a:lnTo>
                <a:lnTo>
                  <a:pt x="50194" y="128245"/>
                </a:lnTo>
                <a:lnTo>
                  <a:pt x="54377" y="127770"/>
                </a:lnTo>
                <a:lnTo>
                  <a:pt x="58094" y="126356"/>
                </a:lnTo>
                <a:lnTo>
                  <a:pt x="61813" y="124457"/>
                </a:lnTo>
                <a:lnTo>
                  <a:pt x="65531" y="122093"/>
                </a:lnTo>
                <a:lnTo>
                  <a:pt x="68784" y="119254"/>
                </a:lnTo>
                <a:lnTo>
                  <a:pt x="72034" y="115466"/>
                </a:lnTo>
                <a:lnTo>
                  <a:pt x="74831" y="111678"/>
                </a:lnTo>
                <a:lnTo>
                  <a:pt x="77151" y="108839"/>
                </a:lnTo>
                <a:lnTo>
                  <a:pt x="81337" y="106475"/>
                </a:lnTo>
                <a:lnTo>
                  <a:pt x="84590" y="104586"/>
                </a:lnTo>
                <a:lnTo>
                  <a:pt x="87377" y="103636"/>
                </a:lnTo>
                <a:lnTo>
                  <a:pt x="89697" y="103636"/>
                </a:lnTo>
                <a:lnTo>
                  <a:pt x="90629" y="104111"/>
                </a:lnTo>
                <a:lnTo>
                  <a:pt x="91095" y="105061"/>
                </a:lnTo>
                <a:lnTo>
                  <a:pt x="90163" y="106000"/>
                </a:lnTo>
                <a:lnTo>
                  <a:pt x="85512" y="112627"/>
                </a:lnTo>
                <a:lnTo>
                  <a:pt x="79472" y="119254"/>
                </a:lnTo>
                <a:lnTo>
                  <a:pt x="72500" y="124931"/>
                </a:lnTo>
                <a:lnTo>
                  <a:pt x="65066" y="129669"/>
                </a:lnTo>
                <a:lnTo>
                  <a:pt x="57166" y="133448"/>
                </a:lnTo>
                <a:lnTo>
                  <a:pt x="48799" y="136761"/>
                </a:lnTo>
                <a:lnTo>
                  <a:pt x="40899" y="138660"/>
                </a:lnTo>
                <a:lnTo>
                  <a:pt x="32997" y="139125"/>
                </a:lnTo>
                <a:lnTo>
                  <a:pt x="25561" y="138660"/>
                </a:lnTo>
                <a:lnTo>
                  <a:pt x="18590" y="137236"/>
                </a:lnTo>
                <a:lnTo>
                  <a:pt x="12549" y="134397"/>
                </a:lnTo>
                <a:lnTo>
                  <a:pt x="7436" y="131083"/>
                </a:lnTo>
                <a:lnTo>
                  <a:pt x="3718" y="126821"/>
                </a:lnTo>
                <a:lnTo>
                  <a:pt x="930" y="121618"/>
                </a:lnTo>
                <a:lnTo>
                  <a:pt x="0" y="115941"/>
                </a:lnTo>
                <a:lnTo>
                  <a:pt x="930" y="109314"/>
                </a:lnTo>
                <a:lnTo>
                  <a:pt x="3254" y="103162"/>
                </a:lnTo>
                <a:lnTo>
                  <a:pt x="6507" y="97009"/>
                </a:lnTo>
                <a:lnTo>
                  <a:pt x="10690" y="90857"/>
                </a:lnTo>
                <a:lnTo>
                  <a:pt x="15337" y="84705"/>
                </a:lnTo>
                <a:lnTo>
                  <a:pt x="20914" y="79028"/>
                </a:lnTo>
                <a:lnTo>
                  <a:pt x="26956" y="74300"/>
                </a:lnTo>
                <a:lnTo>
                  <a:pt x="33463" y="69562"/>
                </a:lnTo>
                <a:lnTo>
                  <a:pt x="40899" y="65774"/>
                </a:lnTo>
                <a:lnTo>
                  <a:pt x="36252" y="63885"/>
                </a:lnTo>
                <a:lnTo>
                  <a:pt x="32533" y="61521"/>
                </a:lnTo>
                <a:lnTo>
                  <a:pt x="28816" y="58683"/>
                </a:lnTo>
                <a:lnTo>
                  <a:pt x="26027" y="55369"/>
                </a:lnTo>
                <a:lnTo>
                  <a:pt x="24168" y="51581"/>
                </a:lnTo>
                <a:lnTo>
                  <a:pt x="23237" y="47793"/>
                </a:lnTo>
                <a:lnTo>
                  <a:pt x="22773" y="43065"/>
                </a:lnTo>
                <a:lnTo>
                  <a:pt x="23703" y="38327"/>
                </a:lnTo>
                <a:lnTo>
                  <a:pt x="24632" y="34539"/>
                </a:lnTo>
                <a:lnTo>
                  <a:pt x="26492" y="30761"/>
                </a:lnTo>
                <a:lnTo>
                  <a:pt x="28816" y="26972"/>
                </a:lnTo>
                <a:lnTo>
                  <a:pt x="31603" y="23659"/>
                </a:lnTo>
                <a:lnTo>
                  <a:pt x="38110" y="17032"/>
                </a:lnTo>
                <a:lnTo>
                  <a:pt x="46011" y="11355"/>
                </a:lnTo>
                <a:lnTo>
                  <a:pt x="54377" y="7092"/>
                </a:lnTo>
                <a:lnTo>
                  <a:pt x="63671" y="3314"/>
                </a:lnTo>
                <a:lnTo>
                  <a:pt x="72966" y="940"/>
                </a:lnTo>
                <a:lnTo>
                  <a:pt x="81793" y="0"/>
                </a:lnTo>
                <a:lnTo>
                  <a:pt x="90163" y="940"/>
                </a:lnTo>
                <a:lnTo>
                  <a:pt x="97135" y="3314"/>
                </a:lnTo>
                <a:lnTo>
                  <a:pt x="101321" y="6152"/>
                </a:lnTo>
                <a:lnTo>
                  <a:pt x="103175" y="9930"/>
                </a:lnTo>
                <a:lnTo>
                  <a:pt x="103641" y="12779"/>
                </a:lnTo>
                <a:lnTo>
                  <a:pt x="103641" y="15143"/>
                </a:lnTo>
                <a:lnTo>
                  <a:pt x="102709" y="17982"/>
                </a:lnTo>
                <a:lnTo>
                  <a:pt x="101321" y="208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FADF50BB-BEB3-49D1-8438-551C179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4063" y="613097"/>
            <a:ext cx="55310" cy="49692"/>
          </a:xfrm>
          <a:custGeom xmlns:a="http://schemas.openxmlformats.org/drawingml/2006/main">
            <a:pathLst>
              <a:path w="55310" h="49692">
                <a:moveTo>
                  <a:pt x="55310" y="39277"/>
                </a:moveTo>
                <a:lnTo>
                  <a:pt x="54844" y="43065"/>
                </a:lnTo>
                <a:lnTo>
                  <a:pt x="52513" y="46378"/>
                </a:lnTo>
                <a:lnTo>
                  <a:pt x="49261" y="48267"/>
                </a:lnTo>
                <a:lnTo>
                  <a:pt x="44619" y="49217"/>
                </a:lnTo>
                <a:lnTo>
                  <a:pt x="40900" y="48742"/>
                </a:lnTo>
                <a:lnTo>
                  <a:pt x="38113" y="46378"/>
                </a:lnTo>
                <a:lnTo>
                  <a:pt x="35782" y="44014"/>
                </a:lnTo>
                <a:lnTo>
                  <a:pt x="35316" y="42115"/>
                </a:lnTo>
                <a:lnTo>
                  <a:pt x="33462" y="44489"/>
                </a:lnTo>
                <a:lnTo>
                  <a:pt x="29743" y="46853"/>
                </a:lnTo>
                <a:lnTo>
                  <a:pt x="25091" y="49217"/>
                </a:lnTo>
                <a:lnTo>
                  <a:pt x="19984" y="49692"/>
                </a:lnTo>
                <a:lnTo>
                  <a:pt x="13012" y="49217"/>
                </a:lnTo>
                <a:lnTo>
                  <a:pt x="6506" y="47328"/>
                </a:lnTo>
                <a:lnTo>
                  <a:pt x="3719" y="45429"/>
                </a:lnTo>
                <a:lnTo>
                  <a:pt x="1855" y="43540"/>
                </a:lnTo>
                <a:lnTo>
                  <a:pt x="466" y="41176"/>
                </a:lnTo>
                <a:lnTo>
                  <a:pt x="0" y="37862"/>
                </a:lnTo>
                <a:lnTo>
                  <a:pt x="466" y="33599"/>
                </a:lnTo>
                <a:lnTo>
                  <a:pt x="2787" y="29811"/>
                </a:lnTo>
                <a:lnTo>
                  <a:pt x="6506" y="26498"/>
                </a:lnTo>
                <a:lnTo>
                  <a:pt x="10691" y="24134"/>
                </a:lnTo>
                <a:lnTo>
                  <a:pt x="16264" y="22245"/>
                </a:lnTo>
                <a:lnTo>
                  <a:pt x="22304" y="20820"/>
                </a:lnTo>
                <a:lnTo>
                  <a:pt x="33928" y="19881"/>
                </a:lnTo>
                <a:lnTo>
                  <a:pt x="33928" y="15618"/>
                </a:lnTo>
                <a:lnTo>
                  <a:pt x="33928" y="13254"/>
                </a:lnTo>
                <a:lnTo>
                  <a:pt x="32995" y="10890"/>
                </a:lnTo>
                <a:lnTo>
                  <a:pt x="32063" y="8516"/>
                </a:lnTo>
                <a:lnTo>
                  <a:pt x="30209" y="6627"/>
                </a:lnTo>
                <a:lnTo>
                  <a:pt x="26490" y="4263"/>
                </a:lnTo>
                <a:lnTo>
                  <a:pt x="22304" y="3314"/>
                </a:lnTo>
                <a:lnTo>
                  <a:pt x="18129" y="3313"/>
                </a:lnTo>
                <a:lnTo>
                  <a:pt x="14876" y="4263"/>
                </a:lnTo>
                <a:lnTo>
                  <a:pt x="11614" y="5677"/>
                </a:lnTo>
                <a:lnTo>
                  <a:pt x="10225" y="7102"/>
                </a:lnTo>
                <a:lnTo>
                  <a:pt x="9292" y="7102"/>
                </a:lnTo>
                <a:lnTo>
                  <a:pt x="11614" y="7102"/>
                </a:lnTo>
                <a:lnTo>
                  <a:pt x="13478" y="8041"/>
                </a:lnTo>
                <a:lnTo>
                  <a:pt x="14876" y="9466"/>
                </a:lnTo>
                <a:lnTo>
                  <a:pt x="15799" y="12304"/>
                </a:lnTo>
                <a:lnTo>
                  <a:pt x="15332" y="14668"/>
                </a:lnTo>
                <a:lnTo>
                  <a:pt x="13478" y="16092"/>
                </a:lnTo>
                <a:lnTo>
                  <a:pt x="11614" y="17507"/>
                </a:lnTo>
                <a:lnTo>
                  <a:pt x="9292" y="17507"/>
                </a:lnTo>
                <a:lnTo>
                  <a:pt x="7438" y="17507"/>
                </a:lnTo>
                <a:lnTo>
                  <a:pt x="5108" y="16092"/>
                </a:lnTo>
                <a:lnTo>
                  <a:pt x="3719" y="14668"/>
                </a:lnTo>
                <a:lnTo>
                  <a:pt x="3253" y="12304"/>
                </a:lnTo>
                <a:lnTo>
                  <a:pt x="3719" y="9466"/>
                </a:lnTo>
                <a:lnTo>
                  <a:pt x="5108" y="6627"/>
                </a:lnTo>
                <a:lnTo>
                  <a:pt x="6972" y="4738"/>
                </a:lnTo>
                <a:lnTo>
                  <a:pt x="9292" y="2839"/>
                </a:lnTo>
                <a:lnTo>
                  <a:pt x="15332" y="475"/>
                </a:lnTo>
                <a:lnTo>
                  <a:pt x="22304" y="0"/>
                </a:lnTo>
                <a:lnTo>
                  <a:pt x="26023" y="0"/>
                </a:lnTo>
                <a:lnTo>
                  <a:pt x="30209" y="950"/>
                </a:lnTo>
                <a:lnTo>
                  <a:pt x="33928" y="2364"/>
                </a:lnTo>
                <a:lnTo>
                  <a:pt x="37181" y="4263"/>
                </a:lnTo>
                <a:lnTo>
                  <a:pt x="39967" y="6627"/>
                </a:lnTo>
                <a:lnTo>
                  <a:pt x="41832" y="9466"/>
                </a:lnTo>
                <a:lnTo>
                  <a:pt x="43221" y="12304"/>
                </a:lnTo>
                <a:lnTo>
                  <a:pt x="43687" y="15618"/>
                </a:lnTo>
                <a:lnTo>
                  <a:pt x="43687" y="39277"/>
                </a:lnTo>
                <a:lnTo>
                  <a:pt x="43687" y="41651"/>
                </a:lnTo>
                <a:lnTo>
                  <a:pt x="44619" y="43065"/>
                </a:lnTo>
                <a:lnTo>
                  <a:pt x="46007" y="44489"/>
                </a:lnTo>
                <a:lnTo>
                  <a:pt x="47406" y="44954"/>
                </a:lnTo>
                <a:lnTo>
                  <a:pt x="49261" y="44489"/>
                </a:lnTo>
                <a:lnTo>
                  <a:pt x="50193" y="43065"/>
                </a:lnTo>
                <a:lnTo>
                  <a:pt x="51125" y="41651"/>
                </a:lnTo>
                <a:lnTo>
                  <a:pt x="51125" y="39277"/>
                </a:lnTo>
                <a:lnTo>
                  <a:pt x="51125" y="32185"/>
                </a:lnTo>
                <a:lnTo>
                  <a:pt x="55310" y="32185"/>
                </a:lnTo>
                <a:lnTo>
                  <a:pt x="55310" y="39277"/>
                </a:lnTo>
                <a:moveTo>
                  <a:pt x="33928" y="23194"/>
                </a:moveTo>
                <a:lnTo>
                  <a:pt x="25558" y="24134"/>
                </a:lnTo>
                <a:lnTo>
                  <a:pt x="21382" y="25083"/>
                </a:lnTo>
                <a:lnTo>
                  <a:pt x="17197" y="26972"/>
                </a:lnTo>
                <a:lnTo>
                  <a:pt x="14410" y="28871"/>
                </a:lnTo>
                <a:lnTo>
                  <a:pt x="12079" y="31710"/>
                </a:lnTo>
                <a:lnTo>
                  <a:pt x="10691" y="34549"/>
                </a:lnTo>
                <a:lnTo>
                  <a:pt x="10225" y="37862"/>
                </a:lnTo>
                <a:lnTo>
                  <a:pt x="11157" y="41176"/>
                </a:lnTo>
                <a:lnTo>
                  <a:pt x="13478" y="44014"/>
                </a:lnTo>
                <a:lnTo>
                  <a:pt x="16264" y="45904"/>
                </a:lnTo>
                <a:lnTo>
                  <a:pt x="20450" y="46378"/>
                </a:lnTo>
                <a:lnTo>
                  <a:pt x="23236" y="46378"/>
                </a:lnTo>
                <a:lnTo>
                  <a:pt x="25558" y="45429"/>
                </a:lnTo>
                <a:lnTo>
                  <a:pt x="29743" y="42590"/>
                </a:lnTo>
                <a:lnTo>
                  <a:pt x="32995" y="38802"/>
                </a:lnTo>
                <a:lnTo>
                  <a:pt x="33928" y="36438"/>
                </a:lnTo>
                <a:lnTo>
                  <a:pt x="33928" y="34074"/>
                </a:lnTo>
                <a:lnTo>
                  <a:pt x="33928" y="231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8E9FF945-2C74-4E90-BD1D-CA7ECB86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625" y="613572"/>
            <a:ext cx="61807" cy="49217"/>
          </a:xfrm>
          <a:custGeom xmlns:a="http://schemas.openxmlformats.org/drawingml/2006/main">
            <a:pathLst>
              <a:path w="61807" h="49217">
                <a:moveTo>
                  <a:pt x="42754" y="49217"/>
                </a:moveTo>
                <a:lnTo>
                  <a:pt x="42754" y="41641"/>
                </a:lnTo>
                <a:lnTo>
                  <a:pt x="41356" y="44014"/>
                </a:lnTo>
                <a:lnTo>
                  <a:pt x="38104" y="46378"/>
                </a:lnTo>
                <a:lnTo>
                  <a:pt x="33918" y="48742"/>
                </a:lnTo>
                <a:lnTo>
                  <a:pt x="28810" y="49217"/>
                </a:lnTo>
                <a:lnTo>
                  <a:pt x="21373" y="48742"/>
                </a:lnTo>
                <a:lnTo>
                  <a:pt x="17654" y="47793"/>
                </a:lnTo>
                <a:lnTo>
                  <a:pt x="13934" y="45904"/>
                </a:lnTo>
                <a:lnTo>
                  <a:pt x="11614" y="43540"/>
                </a:lnTo>
                <a:lnTo>
                  <a:pt x="10226" y="40701"/>
                </a:lnTo>
                <a:lnTo>
                  <a:pt x="9293" y="37862"/>
                </a:lnTo>
                <a:lnTo>
                  <a:pt x="9293" y="34549"/>
                </a:lnTo>
                <a:lnTo>
                  <a:pt x="9293" y="10880"/>
                </a:lnTo>
                <a:lnTo>
                  <a:pt x="8827" y="8041"/>
                </a:lnTo>
                <a:lnTo>
                  <a:pt x="7895" y="6152"/>
                </a:lnTo>
                <a:lnTo>
                  <a:pt x="6506" y="5677"/>
                </a:lnTo>
                <a:lnTo>
                  <a:pt x="4642" y="5677"/>
                </a:lnTo>
                <a:lnTo>
                  <a:pt x="0" y="5203"/>
                </a:lnTo>
                <a:lnTo>
                  <a:pt x="0" y="950"/>
                </a:lnTo>
                <a:lnTo>
                  <a:pt x="18586" y="0"/>
                </a:lnTo>
                <a:lnTo>
                  <a:pt x="18586" y="34549"/>
                </a:lnTo>
                <a:lnTo>
                  <a:pt x="19051" y="39751"/>
                </a:lnTo>
                <a:lnTo>
                  <a:pt x="19518" y="42115"/>
                </a:lnTo>
                <a:lnTo>
                  <a:pt x="20441" y="43540"/>
                </a:lnTo>
                <a:lnTo>
                  <a:pt x="21838" y="44479"/>
                </a:lnTo>
                <a:lnTo>
                  <a:pt x="24159" y="45429"/>
                </a:lnTo>
                <a:lnTo>
                  <a:pt x="28810" y="45904"/>
                </a:lnTo>
                <a:lnTo>
                  <a:pt x="31597" y="45429"/>
                </a:lnTo>
                <a:lnTo>
                  <a:pt x="34385" y="44479"/>
                </a:lnTo>
                <a:lnTo>
                  <a:pt x="38569" y="41176"/>
                </a:lnTo>
                <a:lnTo>
                  <a:pt x="41356" y="36438"/>
                </a:lnTo>
                <a:lnTo>
                  <a:pt x="42289" y="33599"/>
                </a:lnTo>
                <a:lnTo>
                  <a:pt x="42289" y="30286"/>
                </a:lnTo>
                <a:lnTo>
                  <a:pt x="42289" y="10880"/>
                </a:lnTo>
                <a:lnTo>
                  <a:pt x="42289" y="8041"/>
                </a:lnTo>
                <a:lnTo>
                  <a:pt x="41356" y="6152"/>
                </a:lnTo>
                <a:lnTo>
                  <a:pt x="39968" y="5677"/>
                </a:lnTo>
                <a:lnTo>
                  <a:pt x="38104" y="5677"/>
                </a:lnTo>
                <a:lnTo>
                  <a:pt x="32996" y="5203"/>
                </a:lnTo>
                <a:lnTo>
                  <a:pt x="32996" y="950"/>
                </a:lnTo>
                <a:lnTo>
                  <a:pt x="52048" y="0"/>
                </a:lnTo>
                <a:lnTo>
                  <a:pt x="52048" y="38327"/>
                </a:lnTo>
                <a:lnTo>
                  <a:pt x="52513" y="41176"/>
                </a:lnTo>
                <a:lnTo>
                  <a:pt x="52513" y="42115"/>
                </a:lnTo>
                <a:lnTo>
                  <a:pt x="53446" y="43065"/>
                </a:lnTo>
                <a:lnTo>
                  <a:pt x="54834" y="43540"/>
                </a:lnTo>
                <a:lnTo>
                  <a:pt x="56699" y="43540"/>
                </a:lnTo>
                <a:lnTo>
                  <a:pt x="61807" y="44014"/>
                </a:lnTo>
                <a:lnTo>
                  <a:pt x="61807" y="48267"/>
                </a:lnTo>
                <a:lnTo>
                  <a:pt x="42754" y="492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442F71F1-1062-40C5-AF60-7780AAC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150" y="612148"/>
            <a:ext cx="56233" cy="71936"/>
          </a:xfrm>
          <a:custGeom xmlns:a="http://schemas.openxmlformats.org/drawingml/2006/main">
            <a:pathLst>
              <a:path w="56233" h="71936">
                <a:moveTo>
                  <a:pt x="56233" y="6152"/>
                </a:moveTo>
                <a:lnTo>
                  <a:pt x="56233" y="7576"/>
                </a:lnTo>
                <a:lnTo>
                  <a:pt x="54844" y="8526"/>
                </a:lnTo>
                <a:lnTo>
                  <a:pt x="52057" y="9466"/>
                </a:lnTo>
                <a:lnTo>
                  <a:pt x="49270" y="8526"/>
                </a:lnTo>
                <a:lnTo>
                  <a:pt x="48338" y="7576"/>
                </a:lnTo>
                <a:lnTo>
                  <a:pt x="48338" y="6152"/>
                </a:lnTo>
                <a:lnTo>
                  <a:pt x="48805" y="3788"/>
                </a:lnTo>
                <a:lnTo>
                  <a:pt x="49270" y="3314"/>
                </a:lnTo>
                <a:lnTo>
                  <a:pt x="48805" y="3788"/>
                </a:lnTo>
                <a:lnTo>
                  <a:pt x="50193" y="3788"/>
                </a:lnTo>
                <a:lnTo>
                  <a:pt x="44153" y="4738"/>
                </a:lnTo>
                <a:lnTo>
                  <a:pt x="39502" y="7102"/>
                </a:lnTo>
                <a:lnTo>
                  <a:pt x="42754" y="11840"/>
                </a:lnTo>
                <a:lnTo>
                  <a:pt x="43687" y="14678"/>
                </a:lnTo>
                <a:lnTo>
                  <a:pt x="44153" y="17517"/>
                </a:lnTo>
                <a:lnTo>
                  <a:pt x="43687" y="20830"/>
                </a:lnTo>
                <a:lnTo>
                  <a:pt x="42298" y="23669"/>
                </a:lnTo>
                <a:lnTo>
                  <a:pt x="40434" y="26508"/>
                </a:lnTo>
                <a:lnTo>
                  <a:pt x="38113" y="28871"/>
                </a:lnTo>
                <a:lnTo>
                  <a:pt x="34861" y="31235"/>
                </a:lnTo>
                <a:lnTo>
                  <a:pt x="31607" y="32660"/>
                </a:lnTo>
                <a:lnTo>
                  <a:pt x="27889" y="33599"/>
                </a:lnTo>
                <a:lnTo>
                  <a:pt x="24169" y="33599"/>
                </a:lnTo>
                <a:lnTo>
                  <a:pt x="20917" y="33599"/>
                </a:lnTo>
                <a:lnTo>
                  <a:pt x="17663" y="32660"/>
                </a:lnTo>
                <a:lnTo>
                  <a:pt x="14410" y="31710"/>
                </a:lnTo>
                <a:lnTo>
                  <a:pt x="12090" y="30761"/>
                </a:lnTo>
                <a:lnTo>
                  <a:pt x="11158" y="32185"/>
                </a:lnTo>
                <a:lnTo>
                  <a:pt x="10691" y="34074"/>
                </a:lnTo>
                <a:lnTo>
                  <a:pt x="10691" y="34549"/>
                </a:lnTo>
                <a:lnTo>
                  <a:pt x="11158" y="37862"/>
                </a:lnTo>
                <a:lnTo>
                  <a:pt x="13478" y="40226"/>
                </a:lnTo>
                <a:lnTo>
                  <a:pt x="15343" y="41176"/>
                </a:lnTo>
                <a:lnTo>
                  <a:pt x="17663" y="41651"/>
                </a:lnTo>
                <a:lnTo>
                  <a:pt x="27422" y="41651"/>
                </a:lnTo>
                <a:lnTo>
                  <a:pt x="37648" y="42125"/>
                </a:lnTo>
                <a:lnTo>
                  <a:pt x="42754" y="43065"/>
                </a:lnTo>
                <a:lnTo>
                  <a:pt x="47872" y="45439"/>
                </a:lnTo>
                <a:lnTo>
                  <a:pt x="50659" y="47803"/>
                </a:lnTo>
                <a:lnTo>
                  <a:pt x="52980" y="50642"/>
                </a:lnTo>
                <a:lnTo>
                  <a:pt x="54378" y="53955"/>
                </a:lnTo>
                <a:lnTo>
                  <a:pt x="54844" y="57743"/>
                </a:lnTo>
                <a:lnTo>
                  <a:pt x="53912" y="61057"/>
                </a:lnTo>
                <a:lnTo>
                  <a:pt x="52057" y="63895"/>
                </a:lnTo>
                <a:lnTo>
                  <a:pt x="49270" y="66259"/>
                </a:lnTo>
                <a:lnTo>
                  <a:pt x="46008" y="67673"/>
                </a:lnTo>
                <a:lnTo>
                  <a:pt x="41833" y="69573"/>
                </a:lnTo>
                <a:lnTo>
                  <a:pt x="37181" y="70987"/>
                </a:lnTo>
                <a:lnTo>
                  <a:pt x="27422" y="71936"/>
                </a:lnTo>
                <a:lnTo>
                  <a:pt x="17663" y="70987"/>
                </a:lnTo>
                <a:lnTo>
                  <a:pt x="13013" y="69572"/>
                </a:lnTo>
                <a:lnTo>
                  <a:pt x="8371" y="67673"/>
                </a:lnTo>
                <a:lnTo>
                  <a:pt x="5118" y="66259"/>
                </a:lnTo>
                <a:lnTo>
                  <a:pt x="2787" y="63895"/>
                </a:lnTo>
                <a:lnTo>
                  <a:pt x="467" y="61057"/>
                </a:lnTo>
                <a:lnTo>
                  <a:pt x="0" y="57743"/>
                </a:lnTo>
                <a:lnTo>
                  <a:pt x="467" y="54904"/>
                </a:lnTo>
                <a:lnTo>
                  <a:pt x="1399" y="52530"/>
                </a:lnTo>
                <a:lnTo>
                  <a:pt x="5118" y="48752"/>
                </a:lnTo>
                <a:lnTo>
                  <a:pt x="7904" y="47328"/>
                </a:lnTo>
                <a:lnTo>
                  <a:pt x="10226" y="46378"/>
                </a:lnTo>
                <a:lnTo>
                  <a:pt x="8837" y="45439"/>
                </a:lnTo>
                <a:lnTo>
                  <a:pt x="7438" y="43540"/>
                </a:lnTo>
                <a:lnTo>
                  <a:pt x="6506" y="41176"/>
                </a:lnTo>
                <a:lnTo>
                  <a:pt x="6040" y="38812"/>
                </a:lnTo>
                <a:lnTo>
                  <a:pt x="5574" y="37387"/>
                </a:lnTo>
                <a:lnTo>
                  <a:pt x="6506" y="33599"/>
                </a:lnTo>
                <a:lnTo>
                  <a:pt x="7438" y="30761"/>
                </a:lnTo>
                <a:lnTo>
                  <a:pt x="9293" y="28397"/>
                </a:lnTo>
                <a:lnTo>
                  <a:pt x="6972" y="26508"/>
                </a:lnTo>
                <a:lnTo>
                  <a:pt x="5574" y="23669"/>
                </a:lnTo>
                <a:lnTo>
                  <a:pt x="4186" y="20830"/>
                </a:lnTo>
                <a:lnTo>
                  <a:pt x="3719" y="17517"/>
                </a:lnTo>
                <a:lnTo>
                  <a:pt x="4186" y="14203"/>
                </a:lnTo>
                <a:lnTo>
                  <a:pt x="5574" y="11365"/>
                </a:lnTo>
                <a:lnTo>
                  <a:pt x="7438" y="8526"/>
                </a:lnTo>
                <a:lnTo>
                  <a:pt x="9759" y="6152"/>
                </a:lnTo>
                <a:lnTo>
                  <a:pt x="13013" y="3788"/>
                </a:lnTo>
                <a:lnTo>
                  <a:pt x="16265" y="2374"/>
                </a:lnTo>
                <a:lnTo>
                  <a:pt x="19985" y="1424"/>
                </a:lnTo>
                <a:lnTo>
                  <a:pt x="24169" y="1424"/>
                </a:lnTo>
                <a:lnTo>
                  <a:pt x="30675" y="2374"/>
                </a:lnTo>
                <a:lnTo>
                  <a:pt x="36715" y="4738"/>
                </a:lnTo>
                <a:lnTo>
                  <a:pt x="39502" y="2839"/>
                </a:lnTo>
                <a:lnTo>
                  <a:pt x="42298" y="1424"/>
                </a:lnTo>
                <a:lnTo>
                  <a:pt x="46008" y="475"/>
                </a:lnTo>
                <a:lnTo>
                  <a:pt x="49727" y="0"/>
                </a:lnTo>
                <a:lnTo>
                  <a:pt x="52524" y="475"/>
                </a:lnTo>
                <a:lnTo>
                  <a:pt x="54378" y="1899"/>
                </a:lnTo>
                <a:lnTo>
                  <a:pt x="55777" y="3788"/>
                </a:lnTo>
                <a:lnTo>
                  <a:pt x="56233" y="6152"/>
                </a:lnTo>
                <a:moveTo>
                  <a:pt x="33928" y="17517"/>
                </a:moveTo>
                <a:lnTo>
                  <a:pt x="33462" y="12304"/>
                </a:lnTo>
                <a:lnTo>
                  <a:pt x="32996" y="10415"/>
                </a:lnTo>
                <a:lnTo>
                  <a:pt x="31607" y="8526"/>
                </a:lnTo>
                <a:lnTo>
                  <a:pt x="28354" y="5687"/>
                </a:lnTo>
                <a:lnTo>
                  <a:pt x="24169" y="4738"/>
                </a:lnTo>
                <a:lnTo>
                  <a:pt x="19518" y="5687"/>
                </a:lnTo>
                <a:lnTo>
                  <a:pt x="16265" y="8526"/>
                </a:lnTo>
                <a:lnTo>
                  <a:pt x="14877" y="10415"/>
                </a:lnTo>
                <a:lnTo>
                  <a:pt x="14410" y="12304"/>
                </a:lnTo>
                <a:lnTo>
                  <a:pt x="13945" y="17517"/>
                </a:lnTo>
                <a:lnTo>
                  <a:pt x="14410" y="22245"/>
                </a:lnTo>
                <a:lnTo>
                  <a:pt x="15343" y="24609"/>
                </a:lnTo>
                <a:lnTo>
                  <a:pt x="16265" y="26508"/>
                </a:lnTo>
                <a:lnTo>
                  <a:pt x="19518" y="29346"/>
                </a:lnTo>
                <a:lnTo>
                  <a:pt x="24169" y="30296"/>
                </a:lnTo>
                <a:lnTo>
                  <a:pt x="28354" y="29346"/>
                </a:lnTo>
                <a:lnTo>
                  <a:pt x="31607" y="26508"/>
                </a:lnTo>
                <a:lnTo>
                  <a:pt x="32996" y="24609"/>
                </a:lnTo>
                <a:lnTo>
                  <a:pt x="33462" y="22245"/>
                </a:lnTo>
                <a:lnTo>
                  <a:pt x="33928" y="17517"/>
                </a:lnTo>
                <a:moveTo>
                  <a:pt x="46940" y="57743"/>
                </a:moveTo>
                <a:lnTo>
                  <a:pt x="46940" y="55844"/>
                </a:lnTo>
                <a:lnTo>
                  <a:pt x="46008" y="53955"/>
                </a:lnTo>
                <a:lnTo>
                  <a:pt x="42754" y="51116"/>
                </a:lnTo>
                <a:lnTo>
                  <a:pt x="39502" y="49692"/>
                </a:lnTo>
                <a:lnTo>
                  <a:pt x="35326" y="49217"/>
                </a:lnTo>
                <a:lnTo>
                  <a:pt x="27422" y="48752"/>
                </a:lnTo>
                <a:lnTo>
                  <a:pt x="17663" y="48752"/>
                </a:lnTo>
                <a:lnTo>
                  <a:pt x="13478" y="49692"/>
                </a:lnTo>
                <a:lnTo>
                  <a:pt x="10226" y="51116"/>
                </a:lnTo>
                <a:lnTo>
                  <a:pt x="8371" y="54430"/>
                </a:lnTo>
                <a:lnTo>
                  <a:pt x="7438" y="57743"/>
                </a:lnTo>
                <a:lnTo>
                  <a:pt x="7904" y="59632"/>
                </a:lnTo>
                <a:lnTo>
                  <a:pt x="8837" y="61521"/>
                </a:lnTo>
                <a:lnTo>
                  <a:pt x="13013" y="64835"/>
                </a:lnTo>
                <a:lnTo>
                  <a:pt x="16265" y="66259"/>
                </a:lnTo>
                <a:lnTo>
                  <a:pt x="19518" y="67209"/>
                </a:lnTo>
                <a:lnTo>
                  <a:pt x="27422" y="68148"/>
                </a:lnTo>
                <a:lnTo>
                  <a:pt x="34861" y="67209"/>
                </a:lnTo>
                <a:lnTo>
                  <a:pt x="38113" y="66259"/>
                </a:lnTo>
                <a:lnTo>
                  <a:pt x="41833" y="64835"/>
                </a:lnTo>
                <a:lnTo>
                  <a:pt x="45552" y="61521"/>
                </a:lnTo>
                <a:lnTo>
                  <a:pt x="46940" y="59632"/>
                </a:lnTo>
                <a:lnTo>
                  <a:pt x="46940" y="577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B0CCE970-E5B7-4707-83DC-5C1010C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4995" y="694499"/>
            <a:ext cx="31131" cy="72402"/>
          </a:xfrm>
          <a:custGeom xmlns:a="http://schemas.openxmlformats.org/drawingml/2006/main">
            <a:pathLst>
              <a:path w="31131" h="72402">
                <a:moveTo>
                  <a:pt x="30209" y="4728"/>
                </a:moveTo>
                <a:lnTo>
                  <a:pt x="29277" y="6617"/>
                </a:lnTo>
                <a:lnTo>
                  <a:pt x="27878" y="8041"/>
                </a:lnTo>
                <a:lnTo>
                  <a:pt x="26023" y="8991"/>
                </a:lnTo>
                <a:lnTo>
                  <a:pt x="23703" y="9466"/>
                </a:lnTo>
                <a:lnTo>
                  <a:pt x="21838" y="8991"/>
                </a:lnTo>
                <a:lnTo>
                  <a:pt x="19984" y="8041"/>
                </a:lnTo>
                <a:lnTo>
                  <a:pt x="19051" y="5677"/>
                </a:lnTo>
                <a:lnTo>
                  <a:pt x="19518" y="4253"/>
                </a:lnTo>
                <a:lnTo>
                  <a:pt x="20450" y="2839"/>
                </a:lnTo>
                <a:lnTo>
                  <a:pt x="21838" y="940"/>
                </a:lnTo>
                <a:lnTo>
                  <a:pt x="24159" y="0"/>
                </a:lnTo>
                <a:lnTo>
                  <a:pt x="26023" y="0"/>
                </a:lnTo>
                <a:lnTo>
                  <a:pt x="28344" y="0"/>
                </a:lnTo>
                <a:lnTo>
                  <a:pt x="29743" y="1414"/>
                </a:lnTo>
                <a:lnTo>
                  <a:pt x="30675" y="3314"/>
                </a:lnTo>
                <a:lnTo>
                  <a:pt x="30209" y="4728"/>
                </a:lnTo>
                <a:moveTo>
                  <a:pt x="31131" y="55365"/>
                </a:moveTo>
                <a:lnTo>
                  <a:pt x="28810" y="61045"/>
                </a:lnTo>
                <a:lnTo>
                  <a:pt x="25558" y="66723"/>
                </a:lnTo>
                <a:lnTo>
                  <a:pt x="20906" y="70509"/>
                </a:lnTo>
                <a:lnTo>
                  <a:pt x="18119" y="71928"/>
                </a:lnTo>
                <a:lnTo>
                  <a:pt x="14867" y="72402"/>
                </a:lnTo>
                <a:lnTo>
                  <a:pt x="12079" y="71928"/>
                </a:lnTo>
                <a:lnTo>
                  <a:pt x="9759" y="70983"/>
                </a:lnTo>
                <a:lnTo>
                  <a:pt x="7895" y="69562"/>
                </a:lnTo>
                <a:lnTo>
                  <a:pt x="6506" y="68143"/>
                </a:lnTo>
                <a:lnTo>
                  <a:pt x="5574" y="66250"/>
                </a:lnTo>
                <a:lnTo>
                  <a:pt x="5574" y="63884"/>
                </a:lnTo>
                <a:lnTo>
                  <a:pt x="5108" y="63410"/>
                </a:lnTo>
                <a:lnTo>
                  <a:pt x="5574" y="61045"/>
                </a:lnTo>
                <a:lnTo>
                  <a:pt x="6506" y="58678"/>
                </a:lnTo>
                <a:lnTo>
                  <a:pt x="15799" y="35963"/>
                </a:lnTo>
                <a:lnTo>
                  <a:pt x="17197" y="31700"/>
                </a:lnTo>
                <a:lnTo>
                  <a:pt x="17654" y="28861"/>
                </a:lnTo>
                <a:lnTo>
                  <a:pt x="17197" y="26972"/>
                </a:lnTo>
                <a:lnTo>
                  <a:pt x="15332" y="26498"/>
                </a:lnTo>
                <a:lnTo>
                  <a:pt x="13478" y="26498"/>
                </a:lnTo>
                <a:lnTo>
                  <a:pt x="12079" y="27447"/>
                </a:lnTo>
                <a:lnTo>
                  <a:pt x="8827" y="30286"/>
                </a:lnTo>
                <a:lnTo>
                  <a:pt x="6506" y="34539"/>
                </a:lnTo>
                <a:lnTo>
                  <a:pt x="4641" y="40226"/>
                </a:lnTo>
                <a:lnTo>
                  <a:pt x="3719" y="41166"/>
                </a:lnTo>
                <a:lnTo>
                  <a:pt x="2787" y="41641"/>
                </a:lnTo>
                <a:lnTo>
                  <a:pt x="1388" y="41641"/>
                </a:lnTo>
                <a:lnTo>
                  <a:pt x="467" y="41166"/>
                </a:lnTo>
                <a:lnTo>
                  <a:pt x="0" y="40226"/>
                </a:lnTo>
                <a:lnTo>
                  <a:pt x="0" y="39751"/>
                </a:lnTo>
                <a:lnTo>
                  <a:pt x="1855" y="34074"/>
                </a:lnTo>
                <a:lnTo>
                  <a:pt x="5574" y="28387"/>
                </a:lnTo>
                <a:lnTo>
                  <a:pt x="10225" y="24609"/>
                </a:lnTo>
                <a:lnTo>
                  <a:pt x="13012" y="23184"/>
                </a:lnTo>
                <a:lnTo>
                  <a:pt x="16264" y="22709"/>
                </a:lnTo>
                <a:lnTo>
                  <a:pt x="19051" y="23184"/>
                </a:lnTo>
                <a:lnTo>
                  <a:pt x="21372" y="24134"/>
                </a:lnTo>
                <a:lnTo>
                  <a:pt x="23236" y="25073"/>
                </a:lnTo>
                <a:lnTo>
                  <a:pt x="24626" y="26972"/>
                </a:lnTo>
                <a:lnTo>
                  <a:pt x="25091" y="28861"/>
                </a:lnTo>
                <a:lnTo>
                  <a:pt x="25558" y="31225"/>
                </a:lnTo>
                <a:lnTo>
                  <a:pt x="25558" y="31700"/>
                </a:lnTo>
                <a:lnTo>
                  <a:pt x="25558" y="34074"/>
                </a:lnTo>
                <a:lnTo>
                  <a:pt x="24626" y="36438"/>
                </a:lnTo>
                <a:lnTo>
                  <a:pt x="14867" y="59151"/>
                </a:lnTo>
                <a:lnTo>
                  <a:pt x="13944" y="63410"/>
                </a:lnTo>
                <a:lnTo>
                  <a:pt x="13478" y="66723"/>
                </a:lnTo>
                <a:lnTo>
                  <a:pt x="13944" y="68143"/>
                </a:lnTo>
                <a:lnTo>
                  <a:pt x="15332" y="68616"/>
                </a:lnTo>
                <a:lnTo>
                  <a:pt x="17654" y="68616"/>
                </a:lnTo>
                <a:lnTo>
                  <a:pt x="19051" y="67669"/>
                </a:lnTo>
                <a:lnTo>
                  <a:pt x="22304" y="64831"/>
                </a:lnTo>
                <a:lnTo>
                  <a:pt x="24626" y="60571"/>
                </a:lnTo>
                <a:lnTo>
                  <a:pt x="26490" y="54892"/>
                </a:lnTo>
                <a:lnTo>
                  <a:pt x="26956" y="53946"/>
                </a:lnTo>
                <a:lnTo>
                  <a:pt x="28344" y="53472"/>
                </a:lnTo>
                <a:lnTo>
                  <a:pt x="29743" y="53472"/>
                </a:lnTo>
                <a:lnTo>
                  <a:pt x="31131" y="53946"/>
                </a:lnTo>
                <a:lnTo>
                  <a:pt x="31131" y="54892"/>
                </a:lnTo>
                <a:lnTo>
                  <a:pt x="31131" y="553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FCD5358C-414A-449C-8CE3-D5960055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922" y="730694"/>
            <a:ext cx="77614" cy="4263"/>
          </a:xfrm>
          <a:custGeom xmlns:a="http://schemas.openxmlformats.org/drawingml/2006/main">
            <a:pathLst>
              <a:path w="77614" h="4263">
                <a:moveTo>
                  <a:pt x="2093" y="0"/>
                </a:moveTo>
                <a:lnTo>
                  <a:pt x="75522" y="0"/>
                </a:lnTo>
                <a:cubicBezTo>
                  <a:pt x="76682" y="0"/>
                  <a:pt x="77614" y="960"/>
                  <a:pt x="77614" y="2132"/>
                </a:cubicBezTo>
                <a:cubicBezTo>
                  <a:pt x="77614" y="3314"/>
                  <a:pt x="76682" y="4263"/>
                  <a:pt x="75522" y="4263"/>
                </a:cubicBezTo>
                <a:lnTo>
                  <a:pt x="2093" y="4263"/>
                </a:lnTo>
                <a:cubicBezTo>
                  <a:pt x="942" y="4263"/>
                  <a:pt x="0" y="3314"/>
                  <a:pt x="0" y="2131"/>
                </a:cubicBezTo>
                <a:cubicBezTo>
                  <a:pt x="0" y="960"/>
                  <a:pt x="942" y="0"/>
                  <a:pt x="209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B24015F1-3AB2-4CA8-B858-CC643A84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983" y="689761"/>
            <a:ext cx="43220" cy="75721"/>
          </a:xfrm>
          <a:custGeom xmlns:a="http://schemas.openxmlformats.org/drawingml/2006/main">
            <a:pathLst>
              <a:path w="43220" h="75721">
                <a:moveTo>
                  <a:pt x="43220" y="75721"/>
                </a:moveTo>
                <a:lnTo>
                  <a:pt x="22304" y="75247"/>
                </a:lnTo>
                <a:lnTo>
                  <a:pt x="922" y="75721"/>
                </a:lnTo>
                <a:lnTo>
                  <a:pt x="922" y="70988"/>
                </a:lnTo>
                <a:lnTo>
                  <a:pt x="5108" y="70988"/>
                </a:lnTo>
                <a:lnTo>
                  <a:pt x="8827" y="70988"/>
                </a:lnTo>
                <a:lnTo>
                  <a:pt x="12079" y="70988"/>
                </a:lnTo>
                <a:lnTo>
                  <a:pt x="14400" y="70514"/>
                </a:lnTo>
                <a:lnTo>
                  <a:pt x="16264" y="69569"/>
                </a:lnTo>
                <a:lnTo>
                  <a:pt x="16731" y="67676"/>
                </a:lnTo>
                <a:lnTo>
                  <a:pt x="16731" y="8991"/>
                </a:lnTo>
                <a:lnTo>
                  <a:pt x="13477" y="9940"/>
                </a:lnTo>
                <a:lnTo>
                  <a:pt x="9292" y="10890"/>
                </a:lnTo>
                <a:lnTo>
                  <a:pt x="5108" y="11355"/>
                </a:lnTo>
                <a:lnTo>
                  <a:pt x="0" y="11355"/>
                </a:lnTo>
                <a:lnTo>
                  <a:pt x="0" y="7102"/>
                </a:lnTo>
                <a:lnTo>
                  <a:pt x="6972" y="6627"/>
                </a:lnTo>
                <a:lnTo>
                  <a:pt x="13012" y="5677"/>
                </a:lnTo>
                <a:lnTo>
                  <a:pt x="18585" y="3314"/>
                </a:lnTo>
                <a:lnTo>
                  <a:pt x="23703" y="0"/>
                </a:lnTo>
                <a:lnTo>
                  <a:pt x="25557" y="0"/>
                </a:lnTo>
                <a:lnTo>
                  <a:pt x="26956" y="475"/>
                </a:lnTo>
                <a:lnTo>
                  <a:pt x="27422" y="1424"/>
                </a:lnTo>
                <a:lnTo>
                  <a:pt x="27422" y="67676"/>
                </a:lnTo>
                <a:lnTo>
                  <a:pt x="27878" y="69569"/>
                </a:lnTo>
                <a:lnTo>
                  <a:pt x="29743" y="70514"/>
                </a:lnTo>
                <a:lnTo>
                  <a:pt x="32063" y="70988"/>
                </a:lnTo>
                <a:lnTo>
                  <a:pt x="35316" y="70988"/>
                </a:lnTo>
                <a:lnTo>
                  <a:pt x="39035" y="70988"/>
                </a:lnTo>
                <a:lnTo>
                  <a:pt x="43220" y="70988"/>
                </a:lnTo>
                <a:lnTo>
                  <a:pt x="43220" y="757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AE0B3AA-2501-4FFC-BF8B-2921C53A5A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a0b3199f648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7183" y="1668674"/>
            <a:ext cx="511363" cy="511363"/>
          </a:xfrm>
          <a:prstGeom xmlns:a="http://schemas.openxmlformats.org/drawingml/2006/main" prst="rect">
            <a:avLst/>
          </a:prstGeom>
        </p:spPr>
      </p:pic>
      <p:sp>
        <p:nvSpPr>
          <p:cNvPr id="142" name="lodestar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1B2A22C5-38DB-48A1-B141-14CB68A1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7183" y="1668674"/>
            <a:ext cx="511363" cy="511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C52EF297-E20F-4AA3-A3E8-1D797CB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5622" y="2180282"/>
            <a:ext cx="716730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Transition </a:t>
            </a:r>
          </a:p>
        </p:txBody>
      </p:sp>
      <p:sp>
        <p:nvSpPr>
          <p:cNvPr id="144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30EB194E-C441-440C-A158-6C6937A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6670" y="2377474"/>
            <a:ext cx="312976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45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BFA2315F-C8EB-410B-9FC3-9BBC9005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7979" y="1662547"/>
            <a:ext cx="718802" cy="188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Sampling</a:t>
            </a:r>
          </a:p>
        </p:txBody>
      </p:sp>
      <p:sp>
        <p:nvSpPr>
          <p:cNvPr id="146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BB5B5C03-3AB1-4B0E-AD54-BBBDFCD7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8480" y="1009951"/>
            <a:ext cx="95" cy="606554"/>
          </a:xfrm>
          <a:custGeom xmlns:a="http://schemas.openxmlformats.org/drawingml/2006/main">
            <a:pathLst>
              <a:path w="95" h="606554">
                <a:moveTo>
                  <a:pt x="0" y="0"/>
                </a:moveTo>
                <a:lnTo>
                  <a:pt x="0" y="606554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DBDBDB"/>
            </a:solidFill>
            <a:prstDash val="solid"/>
          </a:ln>
        </p:spPr>
      </p:sp>
      <p:sp>
        <p:nvSpPr>
          <p:cNvPr id="147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AAC27E90-BA3A-4AE4-A33A-B892975B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032" y="975652"/>
            <a:ext cx="732674" cy="311174"/>
          </a:xfrm>
          <a:custGeom xmlns:a="http://schemas.openxmlformats.org/drawingml/2006/main">
            <a:pathLst>
              <a:path w="732674" h="311174">
                <a:moveTo>
                  <a:pt x="0" y="311174"/>
                </a:moveTo>
                <a:lnTo>
                  <a:pt x="732674" y="311174"/>
                </a:lnTo>
                <a:lnTo>
                  <a:pt x="73267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0BDCA529-8517-43CB-B604-AF789C0D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3380" y="1112026"/>
            <a:ext cx="424683" cy="141443"/>
          </a:xfrm>
          <a:custGeom xmlns:a="http://schemas.openxmlformats.org/drawingml/2006/main">
            <a:pathLst>
              <a:path w="424683" h="141443">
                <a:moveTo>
                  <a:pt x="0" y="0"/>
                </a:moveTo>
                <a:lnTo>
                  <a:pt x="70722" y="0"/>
                </a:lnTo>
                <a:lnTo>
                  <a:pt x="70722" y="70722"/>
                </a:lnTo>
                <a:lnTo>
                  <a:pt x="0" y="70722"/>
                </a:lnTo>
                <a:close/>
                <a:moveTo>
                  <a:pt x="141443" y="0"/>
                </a:moveTo>
                <a:lnTo>
                  <a:pt x="212165" y="0"/>
                </a:lnTo>
                <a:lnTo>
                  <a:pt x="212165" y="70722"/>
                </a:lnTo>
                <a:lnTo>
                  <a:pt x="141443" y="70722"/>
                </a:lnTo>
                <a:close/>
                <a:moveTo>
                  <a:pt x="212519" y="-70721"/>
                </a:moveTo>
                <a:lnTo>
                  <a:pt x="424683" y="35361"/>
                </a:lnTo>
                <a:lnTo>
                  <a:pt x="212519" y="141443"/>
                </a:lnTo>
                <a:lnTo>
                  <a:pt x="212519" y="-70721"/>
                </a:lnTo>
              </a:path>
            </a:pathLst>
          </a:custGeom>
          <a:solidFill xmlns:a="http://schemas.openxmlformats.org/drawingml/2006/main">
            <a:srgbClr val="F6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4CA43CAB-6A6B-4455-BC44-8C688E32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798" y="1978599"/>
            <a:ext cx="311174" cy="95"/>
          </a:xfrm>
          <a:custGeom xmlns:a="http://schemas.openxmlformats.org/drawingml/2006/main">
            <a:pathLst>
              <a:path w="311174" h="95">
                <a:moveTo>
                  <a:pt x="0" y="0"/>
                </a:moveTo>
                <a:lnTo>
                  <a:pt x="3111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EFD4BD"/>
            </a:solidFill>
            <a:prstDash val="solid"/>
          </a:ln>
        </p:spPr>
      </p:sp>
      <p:sp>
        <p:nvSpPr>
          <p:cNvPr id="150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93DFC1EB-C96B-4BAE-BE3D-5B600CC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6058" y="1113676"/>
            <a:ext cx="95" cy="1769096"/>
          </a:xfrm>
          <a:custGeom xmlns:a="http://schemas.openxmlformats.org/drawingml/2006/main">
            <a:pathLst>
              <a:path w="95" h="1769096">
                <a:moveTo>
                  <a:pt x="0" y="0"/>
                </a:moveTo>
                <a:lnTo>
                  <a:pt x="0" y="70721"/>
                </a:lnTo>
                <a:moveTo>
                  <a:pt x="0" y="141443"/>
                </a:moveTo>
                <a:lnTo>
                  <a:pt x="0" y="212164"/>
                </a:lnTo>
                <a:moveTo>
                  <a:pt x="0" y="282886"/>
                </a:moveTo>
                <a:lnTo>
                  <a:pt x="0" y="353607"/>
                </a:lnTo>
                <a:moveTo>
                  <a:pt x="0" y="424328"/>
                </a:moveTo>
                <a:lnTo>
                  <a:pt x="0" y="495050"/>
                </a:lnTo>
                <a:moveTo>
                  <a:pt x="0" y="565771"/>
                </a:moveTo>
                <a:lnTo>
                  <a:pt x="0" y="636493"/>
                </a:lnTo>
                <a:moveTo>
                  <a:pt x="0" y="707214"/>
                </a:moveTo>
                <a:lnTo>
                  <a:pt x="0" y="777936"/>
                </a:lnTo>
                <a:moveTo>
                  <a:pt x="0" y="848657"/>
                </a:moveTo>
                <a:lnTo>
                  <a:pt x="0" y="919378"/>
                </a:lnTo>
                <a:moveTo>
                  <a:pt x="0" y="990100"/>
                </a:moveTo>
                <a:lnTo>
                  <a:pt x="0" y="1060821"/>
                </a:lnTo>
                <a:moveTo>
                  <a:pt x="0" y="1131543"/>
                </a:moveTo>
                <a:lnTo>
                  <a:pt x="0" y="1202264"/>
                </a:lnTo>
                <a:moveTo>
                  <a:pt x="0" y="1272985"/>
                </a:moveTo>
                <a:lnTo>
                  <a:pt x="0" y="1343707"/>
                </a:lnTo>
                <a:moveTo>
                  <a:pt x="0" y="1414428"/>
                </a:moveTo>
                <a:lnTo>
                  <a:pt x="0" y="1485150"/>
                </a:lnTo>
                <a:moveTo>
                  <a:pt x="0" y="1555871"/>
                </a:moveTo>
                <a:lnTo>
                  <a:pt x="0" y="1626592"/>
                </a:lnTo>
                <a:moveTo>
                  <a:pt x="0" y="1697314"/>
                </a:moveTo>
                <a:lnTo>
                  <a:pt x="0" y="1768035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F6E2D3"/>
            </a:solidFill>
            <a:prstDash val="solid"/>
          </a:ln>
        </p:spPr>
      </p:sp>
      <p:sp>
        <p:nvSpPr>
          <p:cNvPr id="151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975389F3-4B5C-4715-9C3A-524DE6B4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7971" y="1044841"/>
            <a:ext cx="331684" cy="95"/>
          </a:xfrm>
          <a:custGeom xmlns:a="http://schemas.openxmlformats.org/drawingml/2006/main">
            <a:pathLst>
              <a:path w="331684" h="95">
                <a:moveTo>
                  <a:pt x="0" y="0"/>
                </a:moveTo>
                <a:lnTo>
                  <a:pt x="331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DBDBDB"/>
            </a:solidFill>
            <a:prstDash val="solid"/>
          </a:ln>
        </p:spPr>
      </p:sp>
      <p:sp>
        <p:nvSpPr>
          <p:cNvPr id="152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0F016FA2-D335-4C6D-892C-7A1BE5F6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2562" y="578103"/>
            <a:ext cx="663774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Data</a:t>
            </a:r>
          </a:p>
        </p:txBody>
      </p:sp>
      <p:sp>
        <p:nvSpPr>
          <p:cNvPr id="153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AC93E976-87EF-4CCE-A052-05934030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2562" y="3084116"/>
            <a:ext cx="663774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Data</a:t>
            </a:r>
          </a:p>
        </p:txBody>
      </p:sp>
      <p:sp>
        <p:nvSpPr>
          <p:cNvPr id="15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BC723B35-B2BD-4E67-8D8C-E97F53C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4643" y="1179801"/>
            <a:ext cx="822019" cy="1605611"/>
          </a:xfrm>
          <a:custGeom xmlns:a="http://schemas.openxmlformats.org/drawingml/2006/main">
            <a:pathLst>
              <a:path w="822019" h="1605611">
                <a:moveTo>
                  <a:pt x="0" y="136964"/>
                </a:moveTo>
                <a:cubicBezTo>
                  <a:pt x="0" y="61292"/>
                  <a:pt x="61410" y="0"/>
                  <a:pt x="136963" y="0"/>
                </a:cubicBezTo>
                <a:lnTo>
                  <a:pt x="684937" y="0"/>
                </a:lnTo>
                <a:cubicBezTo>
                  <a:pt x="760609" y="0"/>
                  <a:pt x="822019" y="61292"/>
                  <a:pt x="822019" y="136964"/>
                </a:cubicBezTo>
                <a:lnTo>
                  <a:pt x="822019" y="1468648"/>
                </a:lnTo>
                <a:cubicBezTo>
                  <a:pt x="822019" y="1544202"/>
                  <a:pt x="760609" y="1605611"/>
                  <a:pt x="684937" y="1605611"/>
                </a:cubicBezTo>
                <a:lnTo>
                  <a:pt x="136963" y="1605611"/>
                </a:lnTo>
                <a:cubicBezTo>
                  <a:pt x="61410" y="1605611"/>
                  <a:pt x="0" y="1544202"/>
                  <a:pt x="0" y="1468648"/>
                </a:cubicBezTo>
                <a:lnTo>
                  <a:pt x="0" y="136964"/>
                </a:lnTo>
              </a:path>
            </a:pathLst>
          </a:custGeom>
          <a:solidFill xmlns:a="http://schemas.openxmlformats.org/drawingml/2006/main">
            <a:srgbClr val="EED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FA671A76-506E-48EE-B471-1676ECB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097" y="1174850"/>
            <a:ext cx="273928" cy="267563"/>
          </a:xfrm>
          <a:custGeom xmlns:a="http://schemas.openxmlformats.org/drawingml/2006/main">
            <a:pathLst>
              <a:path w="273928" h="267563">
                <a:moveTo>
                  <a:pt x="0" y="44555"/>
                </a:moveTo>
                <a:cubicBezTo>
                  <a:pt x="0" y="19920"/>
                  <a:pt x="20037" y="0"/>
                  <a:pt x="44672" y="0"/>
                </a:cubicBezTo>
                <a:lnTo>
                  <a:pt x="229255" y="0"/>
                </a:lnTo>
                <a:cubicBezTo>
                  <a:pt x="253890" y="0"/>
                  <a:pt x="273928" y="19920"/>
                  <a:pt x="273928" y="44555"/>
                </a:cubicBezTo>
                <a:lnTo>
                  <a:pt x="273928" y="223008"/>
                </a:lnTo>
                <a:cubicBezTo>
                  <a:pt x="273928" y="247643"/>
                  <a:pt x="253890" y="267563"/>
                  <a:pt x="229255" y="267563"/>
                </a:cubicBezTo>
                <a:lnTo>
                  <a:pt x="44672" y="267563"/>
                </a:lnTo>
                <a:cubicBezTo>
                  <a:pt x="20037" y="267563"/>
                  <a:pt x="0" y="247643"/>
                  <a:pt x="0" y="223008"/>
                </a:cubicBezTo>
                <a:lnTo>
                  <a:pt x="0" y="44555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61B5F5DF-F278-4815-B2F6-9FE693D1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097" y="1511838"/>
            <a:ext cx="273928" cy="267563"/>
          </a:xfrm>
          <a:custGeom xmlns:a="http://schemas.openxmlformats.org/drawingml/2006/main">
            <a:pathLst>
              <a:path w="273928" h="267563">
                <a:moveTo>
                  <a:pt x="0" y="44555"/>
                </a:moveTo>
                <a:cubicBezTo>
                  <a:pt x="0" y="19920"/>
                  <a:pt x="20037" y="0"/>
                  <a:pt x="44672" y="0"/>
                </a:cubicBezTo>
                <a:lnTo>
                  <a:pt x="229255" y="0"/>
                </a:lnTo>
                <a:cubicBezTo>
                  <a:pt x="253890" y="0"/>
                  <a:pt x="273928" y="19920"/>
                  <a:pt x="273928" y="44555"/>
                </a:cubicBezTo>
                <a:lnTo>
                  <a:pt x="273928" y="223008"/>
                </a:lnTo>
                <a:cubicBezTo>
                  <a:pt x="273928" y="247643"/>
                  <a:pt x="253890" y="267563"/>
                  <a:pt x="229255" y="267563"/>
                </a:cubicBezTo>
                <a:lnTo>
                  <a:pt x="44672" y="267563"/>
                </a:lnTo>
                <a:cubicBezTo>
                  <a:pt x="20037" y="267563"/>
                  <a:pt x="0" y="247643"/>
                  <a:pt x="0" y="223008"/>
                </a:cubicBezTo>
                <a:lnTo>
                  <a:pt x="0" y="44555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E94A10C3-C441-4C06-B18C-DE3D7F0F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097" y="1848707"/>
            <a:ext cx="273928" cy="267681"/>
          </a:xfrm>
          <a:custGeom xmlns:a="http://schemas.openxmlformats.org/drawingml/2006/main">
            <a:pathLst>
              <a:path w="273928" h="267681">
                <a:moveTo>
                  <a:pt x="0" y="44673"/>
                </a:moveTo>
                <a:cubicBezTo>
                  <a:pt x="0" y="20038"/>
                  <a:pt x="20037" y="0"/>
                  <a:pt x="44672" y="0"/>
                </a:cubicBezTo>
                <a:lnTo>
                  <a:pt x="229255" y="0"/>
                </a:lnTo>
                <a:cubicBezTo>
                  <a:pt x="253890" y="0"/>
                  <a:pt x="273928" y="20038"/>
                  <a:pt x="273928" y="44673"/>
                </a:cubicBezTo>
                <a:lnTo>
                  <a:pt x="273928" y="223008"/>
                </a:lnTo>
                <a:cubicBezTo>
                  <a:pt x="273928" y="247643"/>
                  <a:pt x="253890" y="267681"/>
                  <a:pt x="229255" y="267681"/>
                </a:cubicBezTo>
                <a:lnTo>
                  <a:pt x="44672" y="267681"/>
                </a:lnTo>
                <a:cubicBezTo>
                  <a:pt x="20037" y="267681"/>
                  <a:pt x="0" y="247643"/>
                  <a:pt x="0" y="223008"/>
                </a:cubicBezTo>
                <a:lnTo>
                  <a:pt x="0" y="44673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14355317-D673-47AA-94C6-39FF11C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097" y="2185694"/>
            <a:ext cx="273928" cy="267681"/>
          </a:xfrm>
          <a:custGeom xmlns:a="http://schemas.openxmlformats.org/drawingml/2006/main">
            <a:pathLst>
              <a:path w="273928" h="267681">
                <a:moveTo>
                  <a:pt x="0" y="44672"/>
                </a:moveTo>
                <a:cubicBezTo>
                  <a:pt x="0" y="20038"/>
                  <a:pt x="20037" y="0"/>
                  <a:pt x="44672" y="0"/>
                </a:cubicBezTo>
                <a:lnTo>
                  <a:pt x="229255" y="0"/>
                </a:lnTo>
                <a:cubicBezTo>
                  <a:pt x="253890" y="0"/>
                  <a:pt x="273928" y="20038"/>
                  <a:pt x="273928" y="44672"/>
                </a:cubicBezTo>
                <a:lnTo>
                  <a:pt x="273928" y="223008"/>
                </a:lnTo>
                <a:cubicBezTo>
                  <a:pt x="273928" y="247643"/>
                  <a:pt x="253890" y="267681"/>
                  <a:pt x="229255" y="267681"/>
                </a:cubicBezTo>
                <a:lnTo>
                  <a:pt x="44672" y="267681"/>
                </a:lnTo>
                <a:cubicBezTo>
                  <a:pt x="20037" y="267681"/>
                  <a:pt x="0" y="247643"/>
                  <a:pt x="0" y="223008"/>
                </a:cubicBezTo>
                <a:lnTo>
                  <a:pt x="0" y="44672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97F4824A-B4C8-494E-A6DC-B70DBF18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097" y="2522683"/>
            <a:ext cx="273928" cy="267562"/>
          </a:xfrm>
          <a:custGeom xmlns:a="http://schemas.openxmlformats.org/drawingml/2006/main">
            <a:pathLst>
              <a:path w="273928" h="267562">
                <a:moveTo>
                  <a:pt x="0" y="44554"/>
                </a:moveTo>
                <a:cubicBezTo>
                  <a:pt x="0" y="19920"/>
                  <a:pt x="20037" y="0"/>
                  <a:pt x="44672" y="0"/>
                </a:cubicBezTo>
                <a:lnTo>
                  <a:pt x="229255" y="0"/>
                </a:lnTo>
                <a:cubicBezTo>
                  <a:pt x="253890" y="0"/>
                  <a:pt x="273928" y="19920"/>
                  <a:pt x="273928" y="44554"/>
                </a:cubicBezTo>
                <a:lnTo>
                  <a:pt x="273928" y="223008"/>
                </a:lnTo>
                <a:cubicBezTo>
                  <a:pt x="273928" y="247642"/>
                  <a:pt x="253890" y="267562"/>
                  <a:pt x="229255" y="267562"/>
                </a:cubicBezTo>
                <a:lnTo>
                  <a:pt x="44672" y="267562"/>
                </a:lnTo>
                <a:cubicBezTo>
                  <a:pt x="20037" y="267562"/>
                  <a:pt x="0" y="247642"/>
                  <a:pt x="0" y="223008"/>
                </a:cubicBezTo>
                <a:lnTo>
                  <a:pt x="0" y="44554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A3CE9335-A38C-4353-86D6-B15E74F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281" y="1174850"/>
            <a:ext cx="273809" cy="267563"/>
          </a:xfrm>
          <a:custGeom xmlns:a="http://schemas.openxmlformats.org/drawingml/2006/main">
            <a:pathLst>
              <a:path w="273809" h="267563">
                <a:moveTo>
                  <a:pt x="0" y="44555"/>
                </a:moveTo>
                <a:cubicBezTo>
                  <a:pt x="0" y="19920"/>
                  <a:pt x="19920" y="0"/>
                  <a:pt x="44554" y="0"/>
                </a:cubicBezTo>
                <a:lnTo>
                  <a:pt x="229255" y="0"/>
                </a:lnTo>
                <a:cubicBezTo>
                  <a:pt x="253889" y="0"/>
                  <a:pt x="273809" y="19920"/>
                  <a:pt x="273809" y="44555"/>
                </a:cubicBezTo>
                <a:lnTo>
                  <a:pt x="273809" y="223008"/>
                </a:lnTo>
                <a:cubicBezTo>
                  <a:pt x="273809" y="247643"/>
                  <a:pt x="253889" y="267563"/>
                  <a:pt x="229255" y="267563"/>
                </a:cubicBezTo>
                <a:lnTo>
                  <a:pt x="44554" y="267563"/>
                </a:lnTo>
                <a:cubicBezTo>
                  <a:pt x="19920" y="267563"/>
                  <a:pt x="0" y="247643"/>
                  <a:pt x="0" y="223008"/>
                </a:cubicBezTo>
                <a:lnTo>
                  <a:pt x="0" y="44555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1F0A2551-6E75-498E-AB5D-6508939F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281" y="1511838"/>
            <a:ext cx="273809" cy="267563"/>
          </a:xfrm>
          <a:custGeom xmlns:a="http://schemas.openxmlformats.org/drawingml/2006/main">
            <a:pathLst>
              <a:path w="273809" h="267563">
                <a:moveTo>
                  <a:pt x="0" y="44555"/>
                </a:moveTo>
                <a:cubicBezTo>
                  <a:pt x="0" y="19920"/>
                  <a:pt x="19920" y="0"/>
                  <a:pt x="44554" y="0"/>
                </a:cubicBezTo>
                <a:lnTo>
                  <a:pt x="229255" y="0"/>
                </a:lnTo>
                <a:cubicBezTo>
                  <a:pt x="253889" y="0"/>
                  <a:pt x="273809" y="19920"/>
                  <a:pt x="273809" y="44555"/>
                </a:cubicBezTo>
                <a:lnTo>
                  <a:pt x="273809" y="223008"/>
                </a:lnTo>
                <a:cubicBezTo>
                  <a:pt x="273809" y="247643"/>
                  <a:pt x="253889" y="267563"/>
                  <a:pt x="229255" y="267563"/>
                </a:cubicBezTo>
                <a:lnTo>
                  <a:pt x="44554" y="267563"/>
                </a:lnTo>
                <a:cubicBezTo>
                  <a:pt x="19920" y="267563"/>
                  <a:pt x="0" y="247643"/>
                  <a:pt x="0" y="223008"/>
                </a:cubicBezTo>
                <a:lnTo>
                  <a:pt x="0" y="44555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CB0FC76D-2E21-43F5-90F7-1017B43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281" y="1848707"/>
            <a:ext cx="273809" cy="267681"/>
          </a:xfrm>
          <a:custGeom xmlns:a="http://schemas.openxmlformats.org/drawingml/2006/main">
            <a:pathLst>
              <a:path w="273809" h="267681">
                <a:moveTo>
                  <a:pt x="0" y="44673"/>
                </a:moveTo>
                <a:cubicBezTo>
                  <a:pt x="0" y="20038"/>
                  <a:pt x="19920" y="0"/>
                  <a:pt x="44554" y="0"/>
                </a:cubicBezTo>
                <a:lnTo>
                  <a:pt x="229255" y="0"/>
                </a:lnTo>
                <a:cubicBezTo>
                  <a:pt x="253889" y="0"/>
                  <a:pt x="273809" y="20038"/>
                  <a:pt x="273809" y="44673"/>
                </a:cubicBezTo>
                <a:lnTo>
                  <a:pt x="273809" y="223008"/>
                </a:lnTo>
                <a:cubicBezTo>
                  <a:pt x="273809" y="247643"/>
                  <a:pt x="253889" y="267681"/>
                  <a:pt x="229255" y="267681"/>
                </a:cubicBezTo>
                <a:lnTo>
                  <a:pt x="44554" y="267681"/>
                </a:lnTo>
                <a:cubicBezTo>
                  <a:pt x="19920" y="267681"/>
                  <a:pt x="0" y="247643"/>
                  <a:pt x="0" y="223008"/>
                </a:cubicBezTo>
                <a:lnTo>
                  <a:pt x="0" y="44673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0A5C27BC-28B8-4AD2-9C7F-DCD4551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281" y="2185694"/>
            <a:ext cx="273809" cy="267681"/>
          </a:xfrm>
          <a:custGeom xmlns:a="http://schemas.openxmlformats.org/drawingml/2006/main">
            <a:pathLst>
              <a:path w="273809" h="267681">
                <a:moveTo>
                  <a:pt x="0" y="44672"/>
                </a:moveTo>
                <a:cubicBezTo>
                  <a:pt x="0" y="20038"/>
                  <a:pt x="19920" y="0"/>
                  <a:pt x="44554" y="0"/>
                </a:cubicBezTo>
                <a:lnTo>
                  <a:pt x="229255" y="0"/>
                </a:lnTo>
                <a:cubicBezTo>
                  <a:pt x="253889" y="0"/>
                  <a:pt x="273809" y="20038"/>
                  <a:pt x="273809" y="44672"/>
                </a:cubicBezTo>
                <a:lnTo>
                  <a:pt x="273809" y="223008"/>
                </a:lnTo>
                <a:cubicBezTo>
                  <a:pt x="273809" y="247643"/>
                  <a:pt x="253889" y="267681"/>
                  <a:pt x="229255" y="267681"/>
                </a:cubicBezTo>
                <a:lnTo>
                  <a:pt x="44554" y="267681"/>
                </a:lnTo>
                <a:cubicBezTo>
                  <a:pt x="19920" y="267681"/>
                  <a:pt x="0" y="247643"/>
                  <a:pt x="0" y="223008"/>
                </a:cubicBezTo>
                <a:lnTo>
                  <a:pt x="0" y="44672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4B789F80-A567-4771-944B-F3997978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281" y="2522683"/>
            <a:ext cx="273809" cy="267562"/>
          </a:xfrm>
          <a:custGeom xmlns:a="http://schemas.openxmlformats.org/drawingml/2006/main">
            <a:pathLst>
              <a:path w="273809" h="267562">
                <a:moveTo>
                  <a:pt x="0" y="44554"/>
                </a:moveTo>
                <a:cubicBezTo>
                  <a:pt x="0" y="19920"/>
                  <a:pt x="19920" y="0"/>
                  <a:pt x="44554" y="0"/>
                </a:cubicBezTo>
                <a:lnTo>
                  <a:pt x="229255" y="0"/>
                </a:lnTo>
                <a:cubicBezTo>
                  <a:pt x="253889" y="0"/>
                  <a:pt x="273809" y="19920"/>
                  <a:pt x="273809" y="44554"/>
                </a:cubicBezTo>
                <a:lnTo>
                  <a:pt x="273809" y="223008"/>
                </a:lnTo>
                <a:cubicBezTo>
                  <a:pt x="273809" y="247642"/>
                  <a:pt x="253889" y="267562"/>
                  <a:pt x="229255" y="267562"/>
                </a:cubicBezTo>
                <a:lnTo>
                  <a:pt x="44554" y="267562"/>
                </a:lnTo>
                <a:cubicBezTo>
                  <a:pt x="19920" y="267562"/>
                  <a:pt x="0" y="247642"/>
                  <a:pt x="0" y="223008"/>
                </a:cubicBezTo>
                <a:lnTo>
                  <a:pt x="0" y="44554"/>
                </a:lnTo>
              </a:path>
            </a:pathLst>
          </a:custGeom>
          <a:solidFill xmlns:a="http://schemas.openxmlformats.org/drawingml/2006/main">
            <a:srgbClr val="C0C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1BC1AC87-0497-480A-A1B8-9A9AEC94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890" y="4110850"/>
            <a:ext cx="1988332" cy="1070133"/>
          </a:xfrm>
          <a:custGeom xmlns:a="http://schemas.openxmlformats.org/drawingml/2006/main">
            <a:pathLst>
              <a:path w="1988332" h="1070133">
                <a:moveTo>
                  <a:pt x="0" y="178336"/>
                </a:moveTo>
                <a:cubicBezTo>
                  <a:pt x="0" y="79797"/>
                  <a:pt x="79797" y="0"/>
                  <a:pt x="178336" y="0"/>
                </a:cubicBezTo>
                <a:lnTo>
                  <a:pt x="1809995" y="0"/>
                </a:lnTo>
                <a:cubicBezTo>
                  <a:pt x="1908535" y="0"/>
                  <a:pt x="1988332" y="79797"/>
                  <a:pt x="1988332" y="178336"/>
                </a:cubicBezTo>
                <a:lnTo>
                  <a:pt x="1988332" y="891797"/>
                </a:lnTo>
                <a:cubicBezTo>
                  <a:pt x="1988332" y="990335"/>
                  <a:pt x="1908535" y="1070133"/>
                  <a:pt x="1809995" y="1070133"/>
                </a:cubicBezTo>
                <a:lnTo>
                  <a:pt x="178336" y="1070133"/>
                </a:lnTo>
                <a:cubicBezTo>
                  <a:pt x="79797" y="1070133"/>
                  <a:pt x="0" y="990335"/>
                  <a:pt x="0" y="891797"/>
                </a:cubicBezTo>
                <a:lnTo>
                  <a:pt x="0" y="178336"/>
                </a:lnTo>
              </a:path>
            </a:pathLst>
          </a:custGeom>
          <a:solidFill xmlns:a="http://schemas.openxmlformats.org/drawingml/2006/main">
            <a:srgbClr val="FBF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4944B498-D05E-4E69-8028-E3C0BEB5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0600" y="5226403"/>
            <a:ext cx="1218322" cy="165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Residual Learning</a:t>
            </a:r>
          </a:p>
        </p:txBody>
      </p:sp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7384CB5-FFB1-4018-9A82-EA65E4A59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71cdbd05349ef"/>
          <a:srcRect xmlns:a="http://schemas.openxmlformats.org/drawingml/2006/main" l="0" t="190" r="0" b="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1306" y="655684"/>
            <a:ext cx="1219591" cy="835291"/>
          </a:xfrm>
          <a:prstGeom xmlns:a="http://schemas.openxmlformats.org/drawingml/2006/main" prst="rect">
            <a:avLst/>
          </a:prstGeom>
        </p:spPr>
      </p:pic>
      <p:sp>
        <p:nvSpPr>
          <p:cNvPr id="168" name="lodestar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8B08657C-C5AA-4235-B2EB-FA6BA04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306" y="655684"/>
            <a:ext cx="1219591" cy="83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455DDB6C-41F1-4ADF-80E6-BD9B5FE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465" y="646915"/>
            <a:ext cx="1237271" cy="852900"/>
          </a:xfrm>
          <a:custGeom xmlns:a="http://schemas.openxmlformats.org/drawingml/2006/main">
            <a:pathLst>
              <a:path w="1237271" h="852900">
                <a:moveTo>
                  <a:pt x="147690" y="0"/>
                </a:moveTo>
                <a:lnTo>
                  <a:pt x="1089699" y="0"/>
                </a:lnTo>
                <a:lnTo>
                  <a:pt x="1119049" y="2947"/>
                </a:lnTo>
                <a:lnTo>
                  <a:pt x="1146865" y="11551"/>
                </a:lnTo>
                <a:lnTo>
                  <a:pt x="1172090" y="25224"/>
                </a:lnTo>
                <a:lnTo>
                  <a:pt x="1194013" y="43258"/>
                </a:lnTo>
                <a:lnTo>
                  <a:pt x="1212047" y="65181"/>
                </a:lnTo>
                <a:lnTo>
                  <a:pt x="1225720" y="90406"/>
                </a:lnTo>
                <a:lnTo>
                  <a:pt x="1234324" y="118222"/>
                </a:lnTo>
                <a:lnTo>
                  <a:pt x="1237271" y="147572"/>
                </a:lnTo>
                <a:lnTo>
                  <a:pt x="1237271" y="705328"/>
                </a:lnTo>
                <a:lnTo>
                  <a:pt x="1234324" y="734678"/>
                </a:lnTo>
                <a:lnTo>
                  <a:pt x="1225720" y="762495"/>
                </a:lnTo>
                <a:lnTo>
                  <a:pt x="1212047" y="787719"/>
                </a:lnTo>
                <a:lnTo>
                  <a:pt x="1194013" y="809642"/>
                </a:lnTo>
                <a:lnTo>
                  <a:pt x="1172090" y="827676"/>
                </a:lnTo>
                <a:lnTo>
                  <a:pt x="1146865" y="841349"/>
                </a:lnTo>
                <a:lnTo>
                  <a:pt x="1119049" y="849954"/>
                </a:lnTo>
                <a:lnTo>
                  <a:pt x="1089699" y="852900"/>
                </a:lnTo>
                <a:lnTo>
                  <a:pt x="147690" y="852900"/>
                </a:lnTo>
                <a:lnTo>
                  <a:pt x="118223" y="849954"/>
                </a:lnTo>
                <a:lnTo>
                  <a:pt x="90406" y="841349"/>
                </a:lnTo>
                <a:lnTo>
                  <a:pt x="65300" y="827676"/>
                </a:lnTo>
                <a:lnTo>
                  <a:pt x="43376" y="809642"/>
                </a:lnTo>
                <a:lnTo>
                  <a:pt x="25342" y="787719"/>
                </a:lnTo>
                <a:lnTo>
                  <a:pt x="11669" y="762495"/>
                </a:lnTo>
                <a:lnTo>
                  <a:pt x="2947" y="734678"/>
                </a:lnTo>
                <a:lnTo>
                  <a:pt x="0" y="705328"/>
                </a:lnTo>
                <a:lnTo>
                  <a:pt x="0" y="147572"/>
                </a:lnTo>
                <a:lnTo>
                  <a:pt x="2947" y="118222"/>
                </a:lnTo>
                <a:lnTo>
                  <a:pt x="11669" y="90406"/>
                </a:lnTo>
                <a:lnTo>
                  <a:pt x="25342" y="65181"/>
                </a:lnTo>
                <a:lnTo>
                  <a:pt x="43376" y="43258"/>
                </a:lnTo>
                <a:lnTo>
                  <a:pt x="65300" y="25224"/>
                </a:lnTo>
                <a:lnTo>
                  <a:pt x="90406" y="11551"/>
                </a:lnTo>
                <a:lnTo>
                  <a:pt x="118223" y="2947"/>
                </a:lnTo>
                <a:lnTo>
                  <a:pt x="1476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sp>
        <p:nvSpPr>
          <p:cNvPr id="170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55C13F88-0726-4674-B96A-D82DB6B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5719" y="855738"/>
            <a:ext cx="379630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</a:t>
            </a:r>
          </a:p>
        </p:txBody>
      </p:sp>
      <p:sp>
        <p:nvSpPr>
          <p:cNvPr id="171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A677DA1F-EB56-471A-B790-1A67726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032" y="1641847"/>
            <a:ext cx="732674" cy="312588"/>
          </a:xfrm>
          <a:custGeom xmlns:a="http://schemas.openxmlformats.org/drawingml/2006/main">
            <a:pathLst>
              <a:path w="732674" h="312588">
                <a:moveTo>
                  <a:pt x="0" y="312588"/>
                </a:moveTo>
                <a:lnTo>
                  <a:pt x="732674" y="312588"/>
                </a:lnTo>
                <a:lnTo>
                  <a:pt x="73267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F25DCB4A-E1C0-4427-B9EB-A6BE987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1759" y="1779047"/>
            <a:ext cx="537718" cy="141443"/>
          </a:xfrm>
          <a:custGeom xmlns:a="http://schemas.openxmlformats.org/drawingml/2006/main">
            <a:pathLst>
              <a:path w="537718" h="141443">
                <a:moveTo>
                  <a:pt x="0" y="0"/>
                </a:moveTo>
                <a:lnTo>
                  <a:pt x="360915" y="0"/>
                </a:lnTo>
                <a:lnTo>
                  <a:pt x="360915" y="70721"/>
                </a:lnTo>
                <a:lnTo>
                  <a:pt x="0" y="70721"/>
                </a:lnTo>
                <a:close/>
                <a:moveTo>
                  <a:pt x="325554" y="-70722"/>
                </a:moveTo>
                <a:lnTo>
                  <a:pt x="537718" y="35360"/>
                </a:lnTo>
                <a:lnTo>
                  <a:pt x="325554" y="141443"/>
                </a:lnTo>
                <a:lnTo>
                  <a:pt x="325554" y="-70722"/>
                </a:lnTo>
              </a:path>
            </a:pathLst>
          </a:custGeom>
          <a:solidFill xmlns:a="http://schemas.openxmlformats.org/drawingml/2006/main">
            <a:srgbClr val="EFD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1BFBD077-697F-4DBF-AA19-E28C2BD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4032" y="2184988"/>
            <a:ext cx="732674" cy="311174"/>
          </a:xfrm>
          <a:custGeom xmlns:a="http://schemas.openxmlformats.org/drawingml/2006/main">
            <a:pathLst>
              <a:path w="732674" h="311174">
                <a:moveTo>
                  <a:pt x="0" y="311174"/>
                </a:moveTo>
                <a:lnTo>
                  <a:pt x="732674" y="311174"/>
                </a:lnTo>
                <a:lnTo>
                  <a:pt x="73267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00077672-23CE-4F50-A346-0640957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6606" y="2321362"/>
            <a:ext cx="461457" cy="141443"/>
          </a:xfrm>
          <a:custGeom xmlns:a="http://schemas.openxmlformats.org/drawingml/2006/main">
            <a:pathLst>
              <a:path w="461457" h="141443">
                <a:moveTo>
                  <a:pt x="0" y="0"/>
                </a:moveTo>
                <a:lnTo>
                  <a:pt x="70722" y="0"/>
                </a:lnTo>
                <a:lnTo>
                  <a:pt x="70722" y="70721"/>
                </a:lnTo>
                <a:lnTo>
                  <a:pt x="0" y="70721"/>
                </a:lnTo>
                <a:close/>
                <a:moveTo>
                  <a:pt x="141443" y="0"/>
                </a:moveTo>
                <a:lnTo>
                  <a:pt x="212165" y="0"/>
                </a:lnTo>
                <a:lnTo>
                  <a:pt x="212165" y="70721"/>
                </a:lnTo>
                <a:lnTo>
                  <a:pt x="141443" y="70721"/>
                </a:lnTo>
                <a:close/>
                <a:moveTo>
                  <a:pt x="282885" y="0"/>
                </a:moveTo>
                <a:lnTo>
                  <a:pt x="284654" y="0"/>
                </a:lnTo>
                <a:lnTo>
                  <a:pt x="284654" y="70721"/>
                </a:lnTo>
                <a:lnTo>
                  <a:pt x="282885" y="70721"/>
                </a:lnTo>
                <a:close/>
                <a:moveTo>
                  <a:pt x="249294" y="-70722"/>
                </a:moveTo>
                <a:lnTo>
                  <a:pt x="461457" y="35361"/>
                </a:lnTo>
                <a:lnTo>
                  <a:pt x="249294" y="141443"/>
                </a:lnTo>
                <a:lnTo>
                  <a:pt x="249294" y="-70722"/>
                </a:lnTo>
              </a:path>
            </a:pathLst>
          </a:custGeom>
          <a:solidFill xmlns:a="http://schemas.openxmlformats.org/drawingml/2006/main">
            <a:srgbClr val="F6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3ECD07D5-3D5D-402B-9D2E-41C8A35D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2848" y="2807336"/>
            <a:ext cx="395215" cy="141443"/>
          </a:xfrm>
          <a:custGeom xmlns:a="http://schemas.openxmlformats.org/drawingml/2006/main">
            <a:pathLst>
              <a:path w="395215" h="141443">
                <a:moveTo>
                  <a:pt x="0" y="0"/>
                </a:moveTo>
                <a:lnTo>
                  <a:pt x="70721" y="0"/>
                </a:lnTo>
                <a:lnTo>
                  <a:pt x="70721" y="70722"/>
                </a:lnTo>
                <a:lnTo>
                  <a:pt x="0" y="70722"/>
                </a:lnTo>
                <a:close/>
                <a:moveTo>
                  <a:pt x="141442" y="0"/>
                </a:moveTo>
                <a:lnTo>
                  <a:pt x="212164" y="0"/>
                </a:lnTo>
                <a:lnTo>
                  <a:pt x="212164" y="70722"/>
                </a:lnTo>
                <a:lnTo>
                  <a:pt x="141442" y="70722"/>
                </a:lnTo>
                <a:close/>
                <a:moveTo>
                  <a:pt x="183051" y="-70722"/>
                </a:moveTo>
                <a:lnTo>
                  <a:pt x="395215" y="35361"/>
                </a:lnTo>
                <a:lnTo>
                  <a:pt x="183051" y="141443"/>
                </a:lnTo>
                <a:lnTo>
                  <a:pt x="183051" y="-70722"/>
                </a:lnTo>
              </a:path>
            </a:pathLst>
          </a:custGeom>
          <a:solidFill xmlns:a="http://schemas.openxmlformats.org/drawingml/2006/main">
            <a:srgbClr val="F6E2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3F6360-2AE9-44BC-A9C7-EFA4125B1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9374224aa4a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1891" y="2020324"/>
            <a:ext cx="153018" cy="153018"/>
          </a:xfrm>
          <a:prstGeom xmlns:a="http://schemas.openxmlformats.org/drawingml/2006/main" prst="rect">
            <a:avLst/>
          </a:prstGeom>
        </p:spPr>
      </p:pic>
      <p:sp>
        <p:nvSpPr>
          <p:cNvPr id="177" name="lodestar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112456C2-3F45-4F91-961A-25D575B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91" y="2020324"/>
            <a:ext cx="153018" cy="153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21255305-E497-4574-A62D-DE7D54C5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5917" y="658716"/>
            <a:ext cx="1972612" cy="188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Routing Transformer</a:t>
            </a:r>
          </a:p>
        </p:txBody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CBBE37-4583-4F30-AB0D-09DD5BAD3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1df802b094b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6621" y="4655393"/>
            <a:ext cx="389334" cy="389333"/>
          </a:xfrm>
          <a:prstGeom xmlns:a="http://schemas.openxmlformats.org/drawingml/2006/main" prst="rect">
            <a:avLst/>
          </a:prstGeom>
        </p:spPr>
      </p:pic>
      <p:sp>
        <p:nvSpPr>
          <p:cNvPr id="180" name="lodestar-source-component-33">
            <a:extLst xmlns:a="http://schemas.openxmlformats.org/drawingml/2006/main">
              <a:ext uri="{FF2B5EF4-FFF2-40B4-BE49-F238E27FC236}">
                <a16:creationId xmlns:a16="http://schemas.microsoft.com/office/drawing/2014/main" id="{46A16C6F-453B-4754-ACA6-AFFB4E3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1" y="4655393"/>
            <a:ext cx="389334" cy="38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E7763D4C-1421-4B24-AD31-3D71B81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4626" y="4294725"/>
            <a:ext cx="95" cy="360679"/>
          </a:xfrm>
          <a:custGeom xmlns:a="http://schemas.openxmlformats.org/drawingml/2006/main">
            <a:pathLst>
              <a:path w="95" h="360679">
                <a:moveTo>
                  <a:pt x="0" y="3606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182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5B2B4991-8AE4-455E-97D2-EB9F44C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444" y="4328436"/>
            <a:ext cx="438237" cy="95"/>
          </a:xfrm>
          <a:custGeom xmlns:a="http://schemas.openxmlformats.org/drawingml/2006/main">
            <a:pathLst>
              <a:path w="438237" h="95">
                <a:moveTo>
                  <a:pt x="0" y="0"/>
                </a:moveTo>
                <a:lnTo>
                  <a:pt x="4382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183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F3541417-F949-4ECD-B47D-C82879D3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687" y="4718464"/>
            <a:ext cx="263201" cy="263202"/>
          </a:xfrm>
          <a:custGeom xmlns:a="http://schemas.openxmlformats.org/drawingml/2006/main">
            <a:pathLst>
              <a:path w="263201" h="263202">
                <a:moveTo>
                  <a:pt x="0" y="131660"/>
                </a:moveTo>
                <a:cubicBezTo>
                  <a:pt x="0" y="58935"/>
                  <a:pt x="58934" y="0"/>
                  <a:pt x="131659" y="0"/>
                </a:cubicBezTo>
                <a:cubicBezTo>
                  <a:pt x="204267" y="0"/>
                  <a:pt x="263201" y="58935"/>
                  <a:pt x="263201" y="131660"/>
                </a:cubicBezTo>
                <a:cubicBezTo>
                  <a:pt x="263201" y="204267"/>
                  <a:pt x="204267" y="263202"/>
                  <a:pt x="131659" y="263202"/>
                </a:cubicBezTo>
                <a:cubicBezTo>
                  <a:pt x="58934" y="263202"/>
                  <a:pt x="0" y="204267"/>
                  <a:pt x="0" y="13166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041">
            <a:solidFill>
              <a:srgbClr val="B6C4CA"/>
            </a:solidFill>
            <a:prstDash val="solid"/>
          </a:ln>
        </p:spPr>
      </p:sp>
      <p:sp>
        <p:nvSpPr>
          <p:cNvPr id="184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9FDAF083-EBD3-447B-9FC9-6B8C99B9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687" y="4850124"/>
            <a:ext cx="263201" cy="95"/>
          </a:xfrm>
          <a:custGeom xmlns:a="http://schemas.openxmlformats.org/drawingml/2006/main">
            <a:pathLst>
              <a:path w="263201" h="95">
                <a:moveTo>
                  <a:pt x="0" y="0"/>
                </a:moveTo>
                <a:lnTo>
                  <a:pt x="2632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041">
            <a:solidFill>
              <a:srgbClr val="B6C4CA"/>
            </a:solidFill>
            <a:prstDash val="solid"/>
          </a:ln>
        </p:spPr>
      </p:sp>
      <p:sp>
        <p:nvSpPr>
          <p:cNvPr id="185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43370079-A9B6-4486-8E80-0666E8E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1346" y="4718464"/>
            <a:ext cx="95" cy="263202"/>
          </a:xfrm>
          <a:custGeom xmlns:a="http://schemas.openxmlformats.org/drawingml/2006/main">
            <a:pathLst>
              <a:path w="95" h="263202">
                <a:moveTo>
                  <a:pt x="0" y="0"/>
                </a:moveTo>
                <a:lnTo>
                  <a:pt x="0" y="263202"/>
                </a:lnTo>
              </a:path>
            </a:pathLst>
          </a:custGeom>
          <a:noFill xmlns:a="http://schemas.openxmlformats.org/drawingml/2006/main"/>
          <a:ln xmlns:a="http://schemas.openxmlformats.org/drawingml/2006/main" w="53041">
            <a:solidFill>
              <a:srgbClr val="B6C4CA"/>
            </a:solidFill>
            <a:prstDash val="solid"/>
          </a:ln>
        </p:spPr>
      </p:sp>
      <p:sp>
        <p:nvSpPr>
          <p:cNvPr id="186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5889A393-831A-472E-97B3-93F5D7F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060" y="4850124"/>
            <a:ext cx="802334" cy="95"/>
          </a:xfrm>
          <a:custGeom xmlns:a="http://schemas.openxmlformats.org/drawingml/2006/main">
            <a:pathLst>
              <a:path w="802334" h="95">
                <a:moveTo>
                  <a:pt x="0" y="0"/>
                </a:moveTo>
                <a:lnTo>
                  <a:pt x="802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187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8C2F31C4-B1B1-4DC5-83B2-2048C999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918" y="4328436"/>
            <a:ext cx="444838" cy="95"/>
          </a:xfrm>
          <a:custGeom xmlns:a="http://schemas.openxmlformats.org/drawingml/2006/main">
            <a:pathLst>
              <a:path w="444838" h="95">
                <a:moveTo>
                  <a:pt x="0" y="0"/>
                </a:moveTo>
                <a:lnTo>
                  <a:pt x="444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188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2CAFD23C-ED2F-4AF7-A053-67AFDA9C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985" y="4306512"/>
            <a:ext cx="95" cy="357850"/>
          </a:xfrm>
          <a:custGeom xmlns:a="http://schemas.openxmlformats.org/drawingml/2006/main">
            <a:pathLst>
              <a:path w="95" h="357850">
                <a:moveTo>
                  <a:pt x="0" y="357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189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464BA0E9-35E3-408B-BC3F-6795E09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031" y="4427806"/>
            <a:ext cx="499468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Rollout</a:t>
            </a:r>
          </a:p>
        </p:txBody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E1A0F36-A843-476C-8F55-D972FBA35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77b5c92a14c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24" y="4143959"/>
            <a:ext cx="389334" cy="389333"/>
          </a:xfrm>
          <a:prstGeom xmlns:a="http://schemas.openxmlformats.org/drawingml/2006/main" prst="rect">
            <a:avLst/>
          </a:prstGeom>
        </p:spPr>
      </p:pic>
      <p:sp>
        <p:nvSpPr>
          <p:cNvPr id="191" name="lodestar-source-component-34">
            <a:extLst xmlns:a="http://schemas.openxmlformats.org/drawingml/2006/main">
              <a:ext uri="{FF2B5EF4-FFF2-40B4-BE49-F238E27FC236}">
                <a16:creationId xmlns:a16="http://schemas.microsoft.com/office/drawing/2014/main" id="{F43D99DB-18CE-4D72-848D-B8F3A692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24" y="4143959"/>
            <a:ext cx="389334" cy="38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EB62F60B-C04E-477F-9098-37F78E0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6058" y="1800970"/>
            <a:ext cx="95" cy="213461"/>
          </a:xfrm>
          <a:custGeom xmlns:a="http://schemas.openxmlformats.org/drawingml/2006/main">
            <a:pathLst>
              <a:path w="95" h="213461">
                <a:moveTo>
                  <a:pt x="0" y="0"/>
                </a:moveTo>
                <a:lnTo>
                  <a:pt x="0" y="213461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EFD4BD"/>
            </a:solidFill>
            <a:prstDash val="solid"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5595E32-B982-46A9-96B0-5FD71C846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94f6f72884a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1891" y="1414478"/>
            <a:ext cx="153018" cy="153017"/>
          </a:xfrm>
          <a:prstGeom xmlns:a="http://schemas.openxmlformats.org/drawingml/2006/main" prst="rect">
            <a:avLst/>
          </a:prstGeom>
        </p:spPr>
      </p:pic>
      <p:sp>
        <p:nvSpPr>
          <p:cNvPr id="194" name="lodestar-source-component-35">
            <a:extLst xmlns:a="http://schemas.openxmlformats.org/drawingml/2006/main">
              <a:ext uri="{FF2B5EF4-FFF2-40B4-BE49-F238E27FC236}">
                <a16:creationId xmlns:a16="http://schemas.microsoft.com/office/drawing/2014/main" id="{491E39B2-1B35-4D1C-AEF1-DA1ADF4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91" y="1414478"/>
            <a:ext cx="153018" cy="153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9336966A-F75B-44E4-8360-A5222187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486" y="1142908"/>
            <a:ext cx="55410" cy="55399"/>
          </a:xfrm>
          <a:custGeom xmlns:a="http://schemas.openxmlformats.org/drawingml/2006/main">
            <a:pathLst>
              <a:path w="55410" h="55399">
                <a:moveTo>
                  <a:pt x="0" y="27699"/>
                </a:moveTo>
                <a:cubicBezTo>
                  <a:pt x="0" y="12494"/>
                  <a:pt x="12412" y="0"/>
                  <a:pt x="27711" y="0"/>
                </a:cubicBezTo>
                <a:cubicBezTo>
                  <a:pt x="43010" y="0"/>
                  <a:pt x="55410" y="12494"/>
                  <a:pt x="55410" y="27699"/>
                </a:cubicBezTo>
                <a:cubicBezTo>
                  <a:pt x="55410" y="43022"/>
                  <a:pt x="43010" y="55399"/>
                  <a:pt x="27711" y="55399"/>
                </a:cubicBezTo>
                <a:cubicBezTo>
                  <a:pt x="12412" y="55399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196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CF1E12C1-FEFD-4BE3-AB76-470FFCA7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1424" y="1163299"/>
            <a:ext cx="55399" cy="55399"/>
          </a:xfrm>
          <a:custGeom xmlns:a="http://schemas.openxmlformats.org/drawingml/2006/main">
            <a:pathLst>
              <a:path w="55399" h="55399">
                <a:moveTo>
                  <a:pt x="0" y="27699"/>
                </a:moveTo>
                <a:cubicBezTo>
                  <a:pt x="0" y="12376"/>
                  <a:pt x="12495" y="0"/>
                  <a:pt x="27699" y="0"/>
                </a:cubicBezTo>
                <a:cubicBezTo>
                  <a:pt x="43023" y="0"/>
                  <a:pt x="55399" y="12376"/>
                  <a:pt x="55399" y="27699"/>
                </a:cubicBezTo>
                <a:cubicBezTo>
                  <a:pt x="55399" y="43022"/>
                  <a:pt x="43023" y="55399"/>
                  <a:pt x="27699" y="55399"/>
                </a:cubicBezTo>
                <a:cubicBezTo>
                  <a:pt x="12495" y="55399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197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528E0420-6E9C-4C4A-A6A9-2A4E289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181" y="999579"/>
            <a:ext cx="55398" cy="55398"/>
          </a:xfrm>
          <a:custGeom xmlns:a="http://schemas.openxmlformats.org/drawingml/2006/main">
            <a:pathLst>
              <a:path w="55398" h="55398">
                <a:moveTo>
                  <a:pt x="0" y="27699"/>
                </a:moveTo>
                <a:cubicBezTo>
                  <a:pt x="0" y="12376"/>
                  <a:pt x="12495" y="0"/>
                  <a:pt x="27699" y="0"/>
                </a:cubicBezTo>
                <a:cubicBezTo>
                  <a:pt x="43022" y="0"/>
                  <a:pt x="55398" y="12376"/>
                  <a:pt x="55398" y="27699"/>
                </a:cubicBezTo>
                <a:cubicBezTo>
                  <a:pt x="55398" y="43022"/>
                  <a:pt x="43022" y="55398"/>
                  <a:pt x="27699" y="55398"/>
                </a:cubicBezTo>
                <a:cubicBezTo>
                  <a:pt x="12495" y="55398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198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CFF9535B-A9E9-4127-A7A7-660A353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45" y="1062049"/>
            <a:ext cx="55399" cy="55516"/>
          </a:xfrm>
          <a:custGeom xmlns:a="http://schemas.openxmlformats.org/drawingml/2006/main">
            <a:pathLst>
              <a:path w="55399" h="55516">
                <a:moveTo>
                  <a:pt x="0" y="27817"/>
                </a:moveTo>
                <a:cubicBezTo>
                  <a:pt x="0" y="12494"/>
                  <a:pt x="12400" y="0"/>
                  <a:pt x="27699" y="0"/>
                </a:cubicBezTo>
                <a:cubicBezTo>
                  <a:pt x="42999" y="0"/>
                  <a:pt x="55399" y="12494"/>
                  <a:pt x="55399" y="27817"/>
                </a:cubicBezTo>
                <a:cubicBezTo>
                  <a:pt x="55399" y="43022"/>
                  <a:pt x="42999" y="55516"/>
                  <a:pt x="27699" y="55516"/>
                </a:cubicBezTo>
                <a:cubicBezTo>
                  <a:pt x="12400" y="55516"/>
                  <a:pt x="0" y="43022"/>
                  <a:pt x="0" y="27817"/>
                </a:cubicBez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19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517BE995-F424-4CD4-9B4F-801CCE4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5601" y="1133006"/>
            <a:ext cx="55399" cy="55399"/>
          </a:xfrm>
          <a:custGeom xmlns:a="http://schemas.openxmlformats.org/drawingml/2006/main">
            <a:pathLst>
              <a:path w="55399" h="55399">
                <a:moveTo>
                  <a:pt x="0" y="27699"/>
                </a:moveTo>
                <a:cubicBezTo>
                  <a:pt x="0" y="12376"/>
                  <a:pt x="12376" y="0"/>
                  <a:pt x="27699" y="0"/>
                </a:cubicBezTo>
                <a:cubicBezTo>
                  <a:pt x="43022" y="0"/>
                  <a:pt x="55399" y="12376"/>
                  <a:pt x="55399" y="27699"/>
                </a:cubicBezTo>
                <a:cubicBezTo>
                  <a:pt x="55399" y="43023"/>
                  <a:pt x="43022" y="55399"/>
                  <a:pt x="27699" y="55399"/>
                </a:cubicBezTo>
                <a:cubicBezTo>
                  <a:pt x="12376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0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A0B52B04-48E5-4EBD-B49A-C9F7C30A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647" y="1034350"/>
            <a:ext cx="55399" cy="55517"/>
          </a:xfrm>
          <a:custGeom xmlns:a="http://schemas.openxmlformats.org/drawingml/2006/main">
            <a:pathLst>
              <a:path w="55399" h="55517">
                <a:moveTo>
                  <a:pt x="0" y="27699"/>
                </a:moveTo>
                <a:cubicBezTo>
                  <a:pt x="0" y="12494"/>
                  <a:pt x="12376" y="0"/>
                  <a:pt x="27699" y="0"/>
                </a:cubicBezTo>
                <a:cubicBezTo>
                  <a:pt x="42904" y="0"/>
                  <a:pt x="55399" y="12494"/>
                  <a:pt x="55399" y="27699"/>
                </a:cubicBezTo>
                <a:cubicBezTo>
                  <a:pt x="55399" y="43022"/>
                  <a:pt x="42904" y="55517"/>
                  <a:pt x="27699" y="55517"/>
                </a:cubicBezTo>
                <a:cubicBezTo>
                  <a:pt x="12376" y="55517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3B7D2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1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BFDABD5D-310E-462A-8D51-D22E30A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85" y="945477"/>
            <a:ext cx="55399" cy="55398"/>
          </a:xfrm>
          <a:custGeom xmlns:a="http://schemas.openxmlformats.org/drawingml/2006/main">
            <a:pathLst>
              <a:path w="55399" h="55398">
                <a:moveTo>
                  <a:pt x="0" y="27699"/>
                </a:moveTo>
                <a:cubicBezTo>
                  <a:pt x="0" y="12376"/>
                  <a:pt x="12400" y="0"/>
                  <a:pt x="27699" y="0"/>
                </a:cubicBezTo>
                <a:cubicBezTo>
                  <a:pt x="42999" y="0"/>
                  <a:pt x="55399" y="12376"/>
                  <a:pt x="55399" y="27699"/>
                </a:cubicBezTo>
                <a:cubicBezTo>
                  <a:pt x="55399" y="43022"/>
                  <a:pt x="42999" y="55398"/>
                  <a:pt x="27699" y="55398"/>
                </a:cubicBezTo>
                <a:cubicBezTo>
                  <a:pt x="12400" y="55398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2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FD56D767-273E-4CCE-BC9B-00E707F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3149" y="1124166"/>
            <a:ext cx="55398" cy="55399"/>
          </a:xfrm>
          <a:custGeom xmlns:a="http://schemas.openxmlformats.org/drawingml/2006/main">
            <a:pathLst>
              <a:path w="55398" h="55399">
                <a:moveTo>
                  <a:pt x="0" y="27699"/>
                </a:moveTo>
                <a:cubicBezTo>
                  <a:pt x="0" y="12376"/>
                  <a:pt x="12494" y="0"/>
                  <a:pt x="27699" y="0"/>
                </a:cubicBezTo>
                <a:cubicBezTo>
                  <a:pt x="43022" y="0"/>
                  <a:pt x="55398" y="12376"/>
                  <a:pt x="55398" y="27699"/>
                </a:cubicBezTo>
                <a:cubicBezTo>
                  <a:pt x="55398" y="43023"/>
                  <a:pt x="43022" y="55399"/>
                  <a:pt x="27699" y="55399"/>
                </a:cubicBezTo>
                <a:cubicBezTo>
                  <a:pt x="12494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3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B191B461-6506-4A93-8F6A-E278961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0666" y="1124166"/>
            <a:ext cx="55398" cy="55399"/>
          </a:xfrm>
          <a:custGeom xmlns:a="http://schemas.openxmlformats.org/drawingml/2006/main">
            <a:pathLst>
              <a:path w="55398" h="55399">
                <a:moveTo>
                  <a:pt x="0" y="27699"/>
                </a:moveTo>
                <a:cubicBezTo>
                  <a:pt x="0" y="12376"/>
                  <a:pt x="12376" y="0"/>
                  <a:pt x="27699" y="0"/>
                </a:cubicBezTo>
                <a:cubicBezTo>
                  <a:pt x="43022" y="0"/>
                  <a:pt x="55398" y="12376"/>
                  <a:pt x="55398" y="27699"/>
                </a:cubicBezTo>
                <a:cubicBezTo>
                  <a:pt x="55398" y="43023"/>
                  <a:pt x="43022" y="55399"/>
                  <a:pt x="27699" y="55399"/>
                </a:cubicBezTo>
                <a:cubicBezTo>
                  <a:pt x="12376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4E95D9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4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00E4F6A2-9FEB-40E8-BF59-894A5EC8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070" y="1017966"/>
            <a:ext cx="55399" cy="55398"/>
          </a:xfrm>
          <a:custGeom xmlns:a="http://schemas.openxmlformats.org/drawingml/2006/main">
            <a:pathLst>
              <a:path w="55399" h="55398">
                <a:moveTo>
                  <a:pt x="0" y="27699"/>
                </a:moveTo>
                <a:cubicBezTo>
                  <a:pt x="0" y="12376"/>
                  <a:pt x="12400" y="0"/>
                  <a:pt x="27699" y="0"/>
                </a:cubicBezTo>
                <a:cubicBezTo>
                  <a:pt x="42999" y="0"/>
                  <a:pt x="55399" y="12376"/>
                  <a:pt x="55399" y="27699"/>
                </a:cubicBezTo>
                <a:cubicBezTo>
                  <a:pt x="55399" y="43022"/>
                  <a:pt x="42999" y="55398"/>
                  <a:pt x="27699" y="55398"/>
                </a:cubicBezTo>
                <a:cubicBezTo>
                  <a:pt x="12400" y="55398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99663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5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6A2EC3F7-2299-4585-B19C-332604C6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3616" y="1044251"/>
            <a:ext cx="55399" cy="55399"/>
          </a:xfrm>
          <a:custGeom xmlns:a="http://schemas.openxmlformats.org/drawingml/2006/main">
            <a:pathLst>
              <a:path w="55399" h="55399">
                <a:moveTo>
                  <a:pt x="0" y="27699"/>
                </a:moveTo>
                <a:cubicBezTo>
                  <a:pt x="0" y="12376"/>
                  <a:pt x="12494" y="0"/>
                  <a:pt x="27699" y="0"/>
                </a:cubicBezTo>
                <a:cubicBezTo>
                  <a:pt x="43022" y="0"/>
                  <a:pt x="55399" y="12376"/>
                  <a:pt x="55399" y="27699"/>
                </a:cubicBezTo>
                <a:cubicBezTo>
                  <a:pt x="55399" y="43023"/>
                  <a:pt x="43022" y="55399"/>
                  <a:pt x="27699" y="55399"/>
                </a:cubicBezTo>
                <a:cubicBezTo>
                  <a:pt x="12494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99663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6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A90B02BA-C800-47A8-98CC-1FEDB39C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6112" y="1210447"/>
            <a:ext cx="55398" cy="55516"/>
          </a:xfrm>
          <a:custGeom xmlns:a="http://schemas.openxmlformats.org/drawingml/2006/main">
            <a:pathLst>
              <a:path w="55398" h="55516">
                <a:moveTo>
                  <a:pt x="0" y="27699"/>
                </a:moveTo>
                <a:cubicBezTo>
                  <a:pt x="0" y="12494"/>
                  <a:pt x="12376" y="0"/>
                  <a:pt x="27699" y="0"/>
                </a:cubicBezTo>
                <a:cubicBezTo>
                  <a:pt x="43022" y="0"/>
                  <a:pt x="55398" y="12494"/>
                  <a:pt x="55398" y="27699"/>
                </a:cubicBezTo>
                <a:cubicBezTo>
                  <a:pt x="55398" y="43022"/>
                  <a:pt x="43022" y="55516"/>
                  <a:pt x="27699" y="55516"/>
                </a:cubicBezTo>
                <a:cubicBezTo>
                  <a:pt x="12376" y="55516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996633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7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7E3DBF35-4B9A-4CEB-AB1E-14C58B8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272" y="1127113"/>
            <a:ext cx="55410" cy="55399"/>
          </a:xfrm>
          <a:custGeom xmlns:a="http://schemas.openxmlformats.org/drawingml/2006/main">
            <a:pathLst>
              <a:path w="55410" h="55399">
                <a:moveTo>
                  <a:pt x="0" y="27699"/>
                </a:moveTo>
                <a:cubicBezTo>
                  <a:pt x="0" y="12377"/>
                  <a:pt x="12400" y="0"/>
                  <a:pt x="27699" y="0"/>
                </a:cubicBezTo>
                <a:cubicBezTo>
                  <a:pt x="42999" y="0"/>
                  <a:pt x="55410" y="12377"/>
                  <a:pt x="55410" y="27699"/>
                </a:cubicBezTo>
                <a:cubicBezTo>
                  <a:pt x="55410" y="43023"/>
                  <a:pt x="42999" y="55399"/>
                  <a:pt x="27699" y="55399"/>
                </a:cubicBezTo>
                <a:cubicBezTo>
                  <a:pt x="12400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FFCCFF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8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BA89FFAC-9AC7-49DD-B236-7313CF11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9472" y="955378"/>
            <a:ext cx="55398" cy="55398"/>
          </a:xfrm>
          <a:custGeom xmlns:a="http://schemas.openxmlformats.org/drawingml/2006/main">
            <a:pathLst>
              <a:path w="55398" h="55398">
                <a:moveTo>
                  <a:pt x="0" y="27699"/>
                </a:moveTo>
                <a:cubicBezTo>
                  <a:pt x="0" y="12376"/>
                  <a:pt x="12376" y="0"/>
                  <a:pt x="27699" y="0"/>
                </a:cubicBezTo>
                <a:cubicBezTo>
                  <a:pt x="43022" y="0"/>
                  <a:pt x="55398" y="12376"/>
                  <a:pt x="55398" y="27699"/>
                </a:cubicBezTo>
                <a:cubicBezTo>
                  <a:pt x="55398" y="43022"/>
                  <a:pt x="43022" y="55398"/>
                  <a:pt x="27699" y="55398"/>
                </a:cubicBezTo>
                <a:cubicBezTo>
                  <a:pt x="12376" y="55398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FFCCFF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09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AFE9B472-6F58-489A-A074-3B3B0BC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160" y="1230956"/>
            <a:ext cx="55399" cy="55399"/>
          </a:xfrm>
          <a:custGeom xmlns:a="http://schemas.openxmlformats.org/drawingml/2006/main">
            <a:pathLst>
              <a:path w="55399" h="55399">
                <a:moveTo>
                  <a:pt x="0" y="27699"/>
                </a:moveTo>
                <a:cubicBezTo>
                  <a:pt x="0" y="12376"/>
                  <a:pt x="12400" y="0"/>
                  <a:pt x="27699" y="0"/>
                </a:cubicBezTo>
                <a:cubicBezTo>
                  <a:pt x="42999" y="0"/>
                  <a:pt x="55399" y="12376"/>
                  <a:pt x="55399" y="27699"/>
                </a:cubicBezTo>
                <a:cubicBezTo>
                  <a:pt x="55399" y="43023"/>
                  <a:pt x="42999" y="55399"/>
                  <a:pt x="27699" y="55399"/>
                </a:cubicBezTo>
                <a:cubicBezTo>
                  <a:pt x="12400" y="55399"/>
                  <a:pt x="0" y="43023"/>
                  <a:pt x="0" y="27699"/>
                </a:cubicBezTo>
              </a:path>
            </a:pathLst>
          </a:custGeom>
          <a:solidFill xmlns:a="http://schemas.openxmlformats.org/drawingml/2006/main">
            <a:srgbClr val="FF9999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10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A0E133AB-6E81-4A97-B679-B7BC1850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9453" y="964336"/>
            <a:ext cx="55399" cy="55399"/>
          </a:xfrm>
          <a:custGeom xmlns:a="http://schemas.openxmlformats.org/drawingml/2006/main">
            <a:pathLst>
              <a:path w="55399" h="55399">
                <a:moveTo>
                  <a:pt x="0" y="27699"/>
                </a:moveTo>
                <a:cubicBezTo>
                  <a:pt x="0" y="12376"/>
                  <a:pt x="12495" y="0"/>
                  <a:pt x="27699" y="0"/>
                </a:cubicBezTo>
                <a:cubicBezTo>
                  <a:pt x="43023" y="0"/>
                  <a:pt x="55399" y="12376"/>
                  <a:pt x="55399" y="27699"/>
                </a:cubicBezTo>
                <a:cubicBezTo>
                  <a:pt x="55399" y="43022"/>
                  <a:pt x="43023" y="55399"/>
                  <a:pt x="27699" y="55399"/>
                </a:cubicBezTo>
                <a:cubicBezTo>
                  <a:pt x="12495" y="55399"/>
                  <a:pt x="0" y="43022"/>
                  <a:pt x="0" y="27699"/>
                </a:cubicBezTo>
              </a:path>
            </a:pathLst>
          </a:custGeom>
          <a:solidFill xmlns:a="http://schemas.openxmlformats.org/drawingml/2006/main">
            <a:srgbClr val="FF9999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sp>
        <p:nvSpPr>
          <p:cNvPr id="211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2C97A8EB-207B-44A5-BA9B-D014E5EA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114" y="945830"/>
            <a:ext cx="55516" cy="55399"/>
          </a:xfrm>
          <a:custGeom xmlns:a="http://schemas.openxmlformats.org/drawingml/2006/main">
            <a:pathLst>
              <a:path w="55516" h="55399">
                <a:moveTo>
                  <a:pt x="0" y="27699"/>
                </a:moveTo>
                <a:cubicBezTo>
                  <a:pt x="0" y="12376"/>
                  <a:pt x="12494" y="0"/>
                  <a:pt x="27699" y="0"/>
                </a:cubicBezTo>
                <a:cubicBezTo>
                  <a:pt x="43021" y="0"/>
                  <a:pt x="55516" y="12376"/>
                  <a:pt x="55516" y="27699"/>
                </a:cubicBezTo>
                <a:cubicBezTo>
                  <a:pt x="55516" y="42904"/>
                  <a:pt x="43021" y="55399"/>
                  <a:pt x="27699" y="55399"/>
                </a:cubicBezTo>
                <a:cubicBezTo>
                  <a:pt x="12494" y="55399"/>
                  <a:pt x="0" y="42904"/>
                  <a:pt x="0" y="27699"/>
                </a:cubicBezTo>
              </a:path>
            </a:pathLst>
          </a:custGeom>
          <a:solidFill xmlns:a="http://schemas.openxmlformats.org/drawingml/2006/main">
            <a:srgbClr val="FFCCFF"/>
          </a:solidFill>
          <a:ln xmlns:a="http://schemas.openxmlformats.org/drawingml/2006/main" w="11787">
            <a:solidFill>
              <a:srgbClr val="042433"/>
            </a:solidFill>
            <a:prstDash val="solid"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31DD47F-074B-4B1F-90CD-ACB21ED37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bdc3f546c4e59"/>
          <a:srcRect xmlns:a="http://schemas.openxmlformats.org/drawingml/2006/main" l="0" t="355" r="0" b="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381" y="2331050"/>
            <a:ext cx="731755" cy="500095"/>
          </a:xfrm>
          <a:prstGeom xmlns:a="http://schemas.openxmlformats.org/drawingml/2006/main" prst="rect">
            <a:avLst/>
          </a:prstGeom>
        </p:spPr>
      </p:pic>
      <p:sp>
        <p:nvSpPr>
          <p:cNvPr id="213" name="lodestar-source-component-36">
            <a:extLst xmlns:a="http://schemas.openxmlformats.org/drawingml/2006/main">
              <a:ext uri="{FF2B5EF4-FFF2-40B4-BE49-F238E27FC236}">
                <a16:creationId xmlns:a16="http://schemas.microsoft.com/office/drawing/2014/main" id="{496D6434-2E8F-4CF8-87FA-115E1F4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4381" y="2331050"/>
            <a:ext cx="731755" cy="50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FCA38ABA-043C-450A-B155-B7C99A72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5541" y="2322187"/>
            <a:ext cx="749412" cy="518859"/>
          </a:xfrm>
          <a:custGeom xmlns:a="http://schemas.openxmlformats.org/drawingml/2006/main">
            <a:pathLst>
              <a:path w="749412" h="518859">
                <a:moveTo>
                  <a:pt x="91937" y="0"/>
                </a:moveTo>
                <a:lnTo>
                  <a:pt x="657473" y="0"/>
                </a:lnTo>
                <a:lnTo>
                  <a:pt x="675625" y="1886"/>
                </a:lnTo>
                <a:lnTo>
                  <a:pt x="693069" y="7190"/>
                </a:lnTo>
                <a:lnTo>
                  <a:pt x="708747" y="15794"/>
                </a:lnTo>
                <a:lnTo>
                  <a:pt x="722419" y="26992"/>
                </a:lnTo>
                <a:lnTo>
                  <a:pt x="733617" y="40665"/>
                </a:lnTo>
                <a:lnTo>
                  <a:pt x="742221" y="56459"/>
                </a:lnTo>
                <a:lnTo>
                  <a:pt x="747643" y="73786"/>
                </a:lnTo>
                <a:lnTo>
                  <a:pt x="749412" y="91938"/>
                </a:lnTo>
                <a:lnTo>
                  <a:pt x="749412" y="426922"/>
                </a:lnTo>
                <a:lnTo>
                  <a:pt x="747643" y="445073"/>
                </a:lnTo>
                <a:lnTo>
                  <a:pt x="742221" y="462400"/>
                </a:lnTo>
                <a:lnTo>
                  <a:pt x="733617" y="478195"/>
                </a:lnTo>
                <a:lnTo>
                  <a:pt x="722419" y="491868"/>
                </a:lnTo>
                <a:lnTo>
                  <a:pt x="708747" y="503065"/>
                </a:lnTo>
                <a:lnTo>
                  <a:pt x="693069" y="511669"/>
                </a:lnTo>
                <a:lnTo>
                  <a:pt x="675625" y="516974"/>
                </a:lnTo>
                <a:lnTo>
                  <a:pt x="657473" y="518859"/>
                </a:lnTo>
                <a:lnTo>
                  <a:pt x="91937" y="518859"/>
                </a:lnTo>
                <a:lnTo>
                  <a:pt x="73786" y="516974"/>
                </a:lnTo>
                <a:lnTo>
                  <a:pt x="56341" y="511669"/>
                </a:lnTo>
                <a:lnTo>
                  <a:pt x="40665" y="503065"/>
                </a:lnTo>
                <a:lnTo>
                  <a:pt x="26991" y="491868"/>
                </a:lnTo>
                <a:lnTo>
                  <a:pt x="15677" y="478195"/>
                </a:lnTo>
                <a:lnTo>
                  <a:pt x="7190" y="462400"/>
                </a:lnTo>
                <a:lnTo>
                  <a:pt x="1768" y="445073"/>
                </a:lnTo>
                <a:lnTo>
                  <a:pt x="0" y="426922"/>
                </a:lnTo>
                <a:lnTo>
                  <a:pt x="0" y="91938"/>
                </a:lnTo>
                <a:lnTo>
                  <a:pt x="1768" y="73786"/>
                </a:lnTo>
                <a:lnTo>
                  <a:pt x="7190" y="56459"/>
                </a:lnTo>
                <a:lnTo>
                  <a:pt x="15677" y="40665"/>
                </a:lnTo>
                <a:lnTo>
                  <a:pt x="26991" y="26992"/>
                </a:lnTo>
                <a:lnTo>
                  <a:pt x="40665" y="15794"/>
                </a:lnTo>
                <a:lnTo>
                  <a:pt x="56341" y="7190"/>
                </a:lnTo>
                <a:lnTo>
                  <a:pt x="73786" y="1886"/>
                </a:lnTo>
                <a:lnTo>
                  <a:pt x="91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B8AD7D8-0261-4D62-9FB2-E551627BA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f0fda09584cc3"/>
          <a:srcRect xmlns:a="http://schemas.openxmlformats.org/drawingml/2006/main" l="0" t="355" r="0" b="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0515" y="2372659"/>
            <a:ext cx="731755" cy="500095"/>
          </a:xfrm>
          <a:prstGeom xmlns:a="http://schemas.openxmlformats.org/drawingml/2006/main" prst="rect">
            <a:avLst/>
          </a:prstGeom>
        </p:spPr>
      </p:pic>
      <p:sp>
        <p:nvSpPr>
          <p:cNvPr id="216" name="lodestar-source-component-37">
            <a:extLst xmlns:a="http://schemas.openxmlformats.org/drawingml/2006/main">
              <a:ext uri="{FF2B5EF4-FFF2-40B4-BE49-F238E27FC236}">
                <a16:creationId xmlns:a16="http://schemas.microsoft.com/office/drawing/2014/main" id="{11535487-1331-4C77-9741-E4C6976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0515" y="2372659"/>
            <a:ext cx="731755" cy="50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BBBA1D0A-521A-4284-971A-4F800D1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1675" y="2363913"/>
            <a:ext cx="749529" cy="518741"/>
          </a:xfrm>
          <a:custGeom xmlns:a="http://schemas.openxmlformats.org/drawingml/2006/main">
            <a:pathLst>
              <a:path w="749529" h="518741">
                <a:moveTo>
                  <a:pt x="91937" y="0"/>
                </a:moveTo>
                <a:lnTo>
                  <a:pt x="657591" y="0"/>
                </a:lnTo>
                <a:lnTo>
                  <a:pt x="675743" y="1768"/>
                </a:lnTo>
                <a:lnTo>
                  <a:pt x="693069" y="7190"/>
                </a:lnTo>
                <a:lnTo>
                  <a:pt x="708746" y="15677"/>
                </a:lnTo>
                <a:lnTo>
                  <a:pt x="722419" y="26992"/>
                </a:lnTo>
                <a:lnTo>
                  <a:pt x="733734" y="40665"/>
                </a:lnTo>
                <a:lnTo>
                  <a:pt x="742221" y="56342"/>
                </a:lnTo>
                <a:lnTo>
                  <a:pt x="747643" y="73668"/>
                </a:lnTo>
                <a:lnTo>
                  <a:pt x="749529" y="91820"/>
                </a:lnTo>
                <a:lnTo>
                  <a:pt x="749529" y="426921"/>
                </a:lnTo>
                <a:lnTo>
                  <a:pt x="747643" y="445073"/>
                </a:lnTo>
                <a:lnTo>
                  <a:pt x="742221" y="462400"/>
                </a:lnTo>
                <a:lnTo>
                  <a:pt x="733734" y="478077"/>
                </a:lnTo>
                <a:lnTo>
                  <a:pt x="722419" y="491750"/>
                </a:lnTo>
                <a:lnTo>
                  <a:pt x="708746" y="503065"/>
                </a:lnTo>
                <a:lnTo>
                  <a:pt x="693069" y="511551"/>
                </a:lnTo>
                <a:lnTo>
                  <a:pt x="675743" y="516974"/>
                </a:lnTo>
                <a:lnTo>
                  <a:pt x="657591" y="518741"/>
                </a:lnTo>
                <a:lnTo>
                  <a:pt x="91937" y="518741"/>
                </a:lnTo>
                <a:lnTo>
                  <a:pt x="73785" y="516974"/>
                </a:lnTo>
                <a:lnTo>
                  <a:pt x="56459" y="511551"/>
                </a:lnTo>
                <a:lnTo>
                  <a:pt x="40782" y="503065"/>
                </a:lnTo>
                <a:lnTo>
                  <a:pt x="27110" y="491750"/>
                </a:lnTo>
                <a:lnTo>
                  <a:pt x="15794" y="478077"/>
                </a:lnTo>
                <a:lnTo>
                  <a:pt x="7308" y="462400"/>
                </a:lnTo>
                <a:lnTo>
                  <a:pt x="1885" y="445073"/>
                </a:lnTo>
                <a:lnTo>
                  <a:pt x="0" y="426921"/>
                </a:lnTo>
                <a:lnTo>
                  <a:pt x="0" y="91820"/>
                </a:lnTo>
                <a:lnTo>
                  <a:pt x="1885" y="73668"/>
                </a:lnTo>
                <a:lnTo>
                  <a:pt x="7308" y="56342"/>
                </a:lnTo>
                <a:lnTo>
                  <a:pt x="15794" y="40665"/>
                </a:lnTo>
                <a:lnTo>
                  <a:pt x="27110" y="26992"/>
                </a:lnTo>
                <a:lnTo>
                  <a:pt x="40782" y="15677"/>
                </a:lnTo>
                <a:lnTo>
                  <a:pt x="56459" y="7190"/>
                </a:lnTo>
                <a:lnTo>
                  <a:pt x="73785" y="1768"/>
                </a:lnTo>
                <a:lnTo>
                  <a:pt x="91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pic>
        <p:nvPic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B0ADDA2-19D9-4BF7-B7AE-10F0912F3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aeeb0e02e4ffa"/>
          <a:srcRect xmlns:a="http://schemas.openxmlformats.org/drawingml/2006/main" l="0" t="355" r="0" b="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417" y="2417095"/>
            <a:ext cx="731755" cy="500095"/>
          </a:xfrm>
          <a:prstGeom xmlns:a="http://schemas.openxmlformats.org/drawingml/2006/main" prst="rect">
            <a:avLst/>
          </a:prstGeom>
        </p:spPr>
      </p:pic>
      <p:sp>
        <p:nvSpPr>
          <p:cNvPr id="219" name="lodestar-source-component-38">
            <a:extLst xmlns:a="http://schemas.openxmlformats.org/drawingml/2006/main">
              <a:ext uri="{FF2B5EF4-FFF2-40B4-BE49-F238E27FC236}">
                <a16:creationId xmlns:a16="http://schemas.microsoft.com/office/drawing/2014/main" id="{6AB80FCF-298D-45A1-BFD3-7605E82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417" y="2417095"/>
            <a:ext cx="731755" cy="50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64798E72-3AF5-4A69-806C-6AE7351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9577" y="2408231"/>
            <a:ext cx="749411" cy="518860"/>
          </a:xfrm>
          <a:custGeom xmlns:a="http://schemas.openxmlformats.org/drawingml/2006/main">
            <a:pathLst>
              <a:path w="749411" h="518860">
                <a:moveTo>
                  <a:pt x="91937" y="0"/>
                </a:moveTo>
                <a:lnTo>
                  <a:pt x="657474" y="0"/>
                </a:lnTo>
                <a:lnTo>
                  <a:pt x="675625" y="1886"/>
                </a:lnTo>
                <a:lnTo>
                  <a:pt x="692952" y="7308"/>
                </a:lnTo>
                <a:lnTo>
                  <a:pt x="708746" y="15794"/>
                </a:lnTo>
                <a:lnTo>
                  <a:pt x="722420" y="27110"/>
                </a:lnTo>
                <a:lnTo>
                  <a:pt x="733617" y="40783"/>
                </a:lnTo>
                <a:lnTo>
                  <a:pt x="742221" y="56459"/>
                </a:lnTo>
                <a:lnTo>
                  <a:pt x="747526" y="73786"/>
                </a:lnTo>
                <a:lnTo>
                  <a:pt x="749411" y="91938"/>
                </a:lnTo>
                <a:lnTo>
                  <a:pt x="749411" y="427040"/>
                </a:lnTo>
                <a:lnTo>
                  <a:pt x="747526" y="445192"/>
                </a:lnTo>
                <a:lnTo>
                  <a:pt x="742221" y="462519"/>
                </a:lnTo>
                <a:lnTo>
                  <a:pt x="733617" y="478195"/>
                </a:lnTo>
                <a:lnTo>
                  <a:pt x="722420" y="491868"/>
                </a:lnTo>
                <a:lnTo>
                  <a:pt x="708746" y="503183"/>
                </a:lnTo>
                <a:lnTo>
                  <a:pt x="692952" y="511669"/>
                </a:lnTo>
                <a:lnTo>
                  <a:pt x="675625" y="517092"/>
                </a:lnTo>
                <a:lnTo>
                  <a:pt x="657474" y="518860"/>
                </a:lnTo>
                <a:lnTo>
                  <a:pt x="91937" y="518860"/>
                </a:lnTo>
                <a:lnTo>
                  <a:pt x="73786" y="517092"/>
                </a:lnTo>
                <a:lnTo>
                  <a:pt x="56342" y="511669"/>
                </a:lnTo>
                <a:lnTo>
                  <a:pt x="40665" y="503183"/>
                </a:lnTo>
                <a:lnTo>
                  <a:pt x="26992" y="491868"/>
                </a:lnTo>
                <a:lnTo>
                  <a:pt x="15677" y="478195"/>
                </a:lnTo>
                <a:lnTo>
                  <a:pt x="7190" y="462519"/>
                </a:lnTo>
                <a:lnTo>
                  <a:pt x="1768" y="445192"/>
                </a:lnTo>
                <a:lnTo>
                  <a:pt x="0" y="427040"/>
                </a:lnTo>
                <a:lnTo>
                  <a:pt x="0" y="91938"/>
                </a:lnTo>
                <a:lnTo>
                  <a:pt x="1768" y="73786"/>
                </a:lnTo>
                <a:lnTo>
                  <a:pt x="7190" y="56459"/>
                </a:lnTo>
                <a:lnTo>
                  <a:pt x="15677" y="40783"/>
                </a:lnTo>
                <a:lnTo>
                  <a:pt x="26992" y="27110"/>
                </a:lnTo>
                <a:lnTo>
                  <a:pt x="40665" y="15794"/>
                </a:lnTo>
                <a:lnTo>
                  <a:pt x="56342" y="7308"/>
                </a:lnTo>
                <a:lnTo>
                  <a:pt x="73786" y="1886"/>
                </a:lnTo>
                <a:lnTo>
                  <a:pt x="91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680">
            <a:solidFill>
              <a:srgbClr val="00B0F0"/>
            </a:solidFill>
            <a:prstDash val="solid"/>
          </a:ln>
        </p:spPr>
      </p:sp>
      <p:sp>
        <p:nvSpPr>
          <p:cNvPr id="221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D87F114C-C1A6-495A-AAB8-64D7FE1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349" y="3073423"/>
            <a:ext cx="929049" cy="1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Segment</a:t>
            </a:r>
          </a:p>
        </p:txBody>
      </p:sp>
      <p:sp>
        <p:nvSpPr>
          <p:cNvPr id="222" name="lodestar-section-circle-1">
            <a:extLst xmlns:a="http://schemas.openxmlformats.org/drawingml/2006/main">
              <a:ext uri="{FF2B5EF4-FFF2-40B4-BE49-F238E27FC236}">
                <a16:creationId xmlns:a16="http://schemas.microsoft.com/office/drawing/2014/main" id="{0FCC9F3A-C7E2-459E-9FAA-A444162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279" y="93414"/>
            <a:ext cx="337565" cy="337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3" name="lodestar-section-number-1">
            <a:extLst xmlns:a="http://schemas.openxmlformats.org/drawingml/2006/main">
              <a:ext uri="{FF2B5EF4-FFF2-40B4-BE49-F238E27FC236}">
                <a16:creationId xmlns:a16="http://schemas.microsoft.com/office/drawing/2014/main" id="{156CCC3D-C28C-49F2-BB11-B9D24EB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279" y="110292"/>
            <a:ext cx="337565" cy="303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9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9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9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4" name="lodestar-section-circle-2">
            <a:extLst xmlns:a="http://schemas.openxmlformats.org/drawingml/2006/main">
              <a:ext uri="{FF2B5EF4-FFF2-40B4-BE49-F238E27FC236}">
                <a16:creationId xmlns:a16="http://schemas.microsoft.com/office/drawing/2014/main" id="{4AF9576D-D4E0-4DB3-93C4-EF2913BE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279" y="3409493"/>
            <a:ext cx="340795" cy="340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5" name="lodestar-section-number-2">
            <a:extLst xmlns:a="http://schemas.openxmlformats.org/drawingml/2006/main">
              <a:ext uri="{FF2B5EF4-FFF2-40B4-BE49-F238E27FC236}">
                <a16:creationId xmlns:a16="http://schemas.microsoft.com/office/drawing/2014/main" id="{A0540316-1146-4E71-A7E0-AD654E24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279" y="3426533"/>
            <a:ext cx="340795" cy="30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6" name="lodestar-section-circle-3">
            <a:extLst xmlns:a="http://schemas.openxmlformats.org/drawingml/2006/main">
              <a:ext uri="{FF2B5EF4-FFF2-40B4-BE49-F238E27FC236}">
                <a16:creationId xmlns:a16="http://schemas.microsoft.com/office/drawing/2014/main" id="{07996FDD-94C7-4F26-A2A7-432B546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7357" y="92930"/>
            <a:ext cx="337459" cy="337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7" name="lodestar-section-number-3">
            <a:extLst xmlns:a="http://schemas.openxmlformats.org/drawingml/2006/main">
              <a:ext uri="{FF2B5EF4-FFF2-40B4-BE49-F238E27FC236}">
                <a16:creationId xmlns:a16="http://schemas.microsoft.com/office/drawing/2014/main" id="{2B71B25B-271F-4451-8DF3-B0E711A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7357" y="109803"/>
            <a:ext cx="337459" cy="303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9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9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9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8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42773B15-4F4A-4200-945E-8EBABA1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351" y="4850124"/>
            <a:ext cx="162894" cy="95"/>
          </a:xfrm>
          <a:custGeom xmlns:a="http://schemas.openxmlformats.org/drawingml/2006/main">
            <a:pathLst>
              <a:path w="162894" h="95">
                <a:moveTo>
                  <a:pt x="0" y="0"/>
                </a:moveTo>
                <a:lnTo>
                  <a:pt x="16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sp>
        <p:nvSpPr>
          <p:cNvPr id="229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213E3E7A-DAE4-42A6-BC5C-738A4B3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8832" y="4850124"/>
            <a:ext cx="127651" cy="95"/>
          </a:xfrm>
          <a:custGeom xmlns:a="http://schemas.openxmlformats.org/drawingml/2006/main">
            <a:pathLst>
              <a:path w="127651" h="95">
                <a:moveTo>
                  <a:pt x="0" y="0"/>
                </a:moveTo>
                <a:lnTo>
                  <a:pt x="1276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1">
            <a:solidFill>
              <a:srgbClr val="B6C4CA"/>
            </a:solidFill>
            <a:prstDash val="solid"/>
          </a:ln>
        </p:spPr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5EA4AE9-20B9-4C2D-8677-3E1E7F2AE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feab4b1f84d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0084" y="2385542"/>
            <a:ext cx="401874" cy="401874"/>
          </a:xfrm>
          <a:prstGeom xmlns:a="http://schemas.openxmlformats.org/drawingml/2006/main" prst="rect">
            <a:avLst/>
          </a:prstGeom>
        </p:spPr>
      </p:pic>
      <p:sp>
        <p:nvSpPr>
          <p:cNvPr id="231" name="lodestar-source-component-42">
            <a:extLst xmlns:a="http://schemas.openxmlformats.org/drawingml/2006/main">
              <a:ext uri="{FF2B5EF4-FFF2-40B4-BE49-F238E27FC236}">
                <a16:creationId xmlns:a16="http://schemas.microsoft.com/office/drawing/2014/main" id="{3ED01F18-7CA0-498B-988A-6A85D9F0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0084" y="2385542"/>
            <a:ext cx="401874" cy="40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26BEDAE3-CBF9-4255-90FB-9D7AFEB3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5079" y="1511609"/>
            <a:ext cx="549034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Current </a:t>
            </a:r>
          </a:p>
        </p:txBody>
      </p:sp>
      <p:sp>
        <p:nvSpPr>
          <p:cNvPr id="233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E6C8FEDC-3AC7-4EC8-808E-F0B7AE3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633" y="1512280"/>
            <a:ext cx="420063" cy="16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</a:t>
            </a:r>
          </a:p>
        </p:txBody>
      </p:sp>
      <p:sp>
        <p:nvSpPr>
          <p:cNvPr id="234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4AC09F65-05C4-4C12-ACCD-BBA43536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463" y="5224006"/>
            <a:ext cx="94056" cy="78542"/>
          </a:xfrm>
          <a:custGeom xmlns:a="http://schemas.openxmlformats.org/drawingml/2006/main">
            <a:pathLst>
              <a:path w="94056" h="78542">
                <a:moveTo>
                  <a:pt x="52281" y="41049"/>
                </a:moveTo>
                <a:cubicBezTo>
                  <a:pt x="53196" y="36739"/>
                  <a:pt x="54503" y="31540"/>
                  <a:pt x="56199" y="25454"/>
                </a:cubicBezTo>
                <a:cubicBezTo>
                  <a:pt x="57896" y="19366"/>
                  <a:pt x="59365" y="14679"/>
                  <a:pt x="60603" y="11394"/>
                </a:cubicBezTo>
                <a:lnTo>
                  <a:pt x="60200" y="10666"/>
                </a:lnTo>
                <a:lnTo>
                  <a:pt x="36443" y="10666"/>
                </a:lnTo>
                <a:lnTo>
                  <a:pt x="26504" y="56644"/>
                </a:lnTo>
                <a:cubicBezTo>
                  <a:pt x="25696" y="60253"/>
                  <a:pt x="24754" y="64145"/>
                  <a:pt x="23676" y="68320"/>
                </a:cubicBezTo>
                <a:cubicBezTo>
                  <a:pt x="22599" y="72495"/>
                  <a:pt x="21763" y="75471"/>
                  <a:pt x="21171" y="77249"/>
                </a:cubicBezTo>
                <a:lnTo>
                  <a:pt x="4040" y="77249"/>
                </a:lnTo>
                <a:lnTo>
                  <a:pt x="4849" y="73290"/>
                </a:lnTo>
                <a:cubicBezTo>
                  <a:pt x="10559" y="67633"/>
                  <a:pt x="15838" y="54382"/>
                  <a:pt x="20687" y="33534"/>
                </a:cubicBezTo>
                <a:lnTo>
                  <a:pt x="26019" y="10666"/>
                </a:lnTo>
                <a:lnTo>
                  <a:pt x="23433" y="10666"/>
                </a:lnTo>
                <a:cubicBezTo>
                  <a:pt x="19609" y="10666"/>
                  <a:pt x="16377" y="11313"/>
                  <a:pt x="13737" y="12606"/>
                </a:cubicBezTo>
                <a:cubicBezTo>
                  <a:pt x="11098" y="13898"/>
                  <a:pt x="8215" y="16484"/>
                  <a:pt x="5091" y="20363"/>
                </a:cubicBezTo>
                <a:lnTo>
                  <a:pt x="0" y="16080"/>
                </a:lnTo>
                <a:cubicBezTo>
                  <a:pt x="2801" y="12686"/>
                  <a:pt x="5091" y="10100"/>
                  <a:pt x="6868" y="8323"/>
                </a:cubicBezTo>
                <a:cubicBezTo>
                  <a:pt x="8646" y="6545"/>
                  <a:pt x="10519" y="5037"/>
                  <a:pt x="12484" y="3798"/>
                </a:cubicBezTo>
                <a:cubicBezTo>
                  <a:pt x="14451" y="2559"/>
                  <a:pt x="16659" y="1616"/>
                  <a:pt x="19111" y="970"/>
                </a:cubicBezTo>
                <a:cubicBezTo>
                  <a:pt x="21561" y="323"/>
                  <a:pt x="24430" y="0"/>
                  <a:pt x="27716" y="0"/>
                </a:cubicBezTo>
                <a:lnTo>
                  <a:pt x="94056" y="0"/>
                </a:lnTo>
                <a:lnTo>
                  <a:pt x="91713" y="10666"/>
                </a:lnTo>
                <a:lnTo>
                  <a:pt x="72482" y="10666"/>
                </a:lnTo>
                <a:lnTo>
                  <a:pt x="63351" y="51149"/>
                </a:lnTo>
                <a:cubicBezTo>
                  <a:pt x="62166" y="56428"/>
                  <a:pt x="61573" y="60414"/>
                  <a:pt x="61573" y="63108"/>
                </a:cubicBezTo>
                <a:cubicBezTo>
                  <a:pt x="61573" y="65263"/>
                  <a:pt x="61924" y="66826"/>
                  <a:pt x="62624" y="67795"/>
                </a:cubicBezTo>
                <a:cubicBezTo>
                  <a:pt x="63324" y="68765"/>
                  <a:pt x="64428" y="69249"/>
                  <a:pt x="65937" y="69249"/>
                </a:cubicBezTo>
                <a:cubicBezTo>
                  <a:pt x="69169" y="69249"/>
                  <a:pt x="72967" y="66664"/>
                  <a:pt x="77330" y="61492"/>
                </a:cubicBezTo>
                <a:lnTo>
                  <a:pt x="82017" y="65856"/>
                </a:lnTo>
                <a:cubicBezTo>
                  <a:pt x="77923" y="70327"/>
                  <a:pt x="74192" y="73559"/>
                  <a:pt x="70825" y="75552"/>
                </a:cubicBezTo>
                <a:cubicBezTo>
                  <a:pt x="67458" y="77546"/>
                  <a:pt x="63863" y="78542"/>
                  <a:pt x="60038" y="78542"/>
                </a:cubicBezTo>
                <a:cubicBezTo>
                  <a:pt x="56375" y="78542"/>
                  <a:pt x="53493" y="77289"/>
                  <a:pt x="51392" y="74785"/>
                </a:cubicBezTo>
                <a:cubicBezTo>
                  <a:pt x="49291" y="72279"/>
                  <a:pt x="48240" y="68981"/>
                  <a:pt x="48240" y="64886"/>
                </a:cubicBezTo>
                <a:cubicBezTo>
                  <a:pt x="48240" y="61277"/>
                  <a:pt x="48995" y="56052"/>
                  <a:pt x="50503" y="49210"/>
                </a:cubicBezTo>
                <a:lnTo>
                  <a:pt x="52281" y="410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407D476D-7120-474E-8CFF-B1AD2858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2628" y="5276498"/>
            <a:ext cx="69917" cy="59761"/>
          </a:xfrm>
          <a:custGeom xmlns:a="http://schemas.openxmlformats.org/drawingml/2006/main">
            <a:pathLst>
              <a:path w="69917" h="59761">
                <a:moveTo>
                  <a:pt x="68038" y="9099"/>
                </a:moveTo>
                <a:lnTo>
                  <a:pt x="47491" y="9099"/>
                </a:lnTo>
                <a:cubicBezTo>
                  <a:pt x="47491" y="9333"/>
                  <a:pt x="47414" y="9530"/>
                  <a:pt x="47257" y="9686"/>
                </a:cubicBezTo>
                <a:cubicBezTo>
                  <a:pt x="49371" y="12269"/>
                  <a:pt x="50965" y="14998"/>
                  <a:pt x="52042" y="17875"/>
                </a:cubicBezTo>
                <a:cubicBezTo>
                  <a:pt x="53118" y="20752"/>
                  <a:pt x="53656" y="23853"/>
                  <a:pt x="53656" y="27180"/>
                </a:cubicBezTo>
                <a:cubicBezTo>
                  <a:pt x="53695" y="31798"/>
                  <a:pt x="52942" y="36093"/>
                  <a:pt x="51395" y="40065"/>
                </a:cubicBezTo>
                <a:cubicBezTo>
                  <a:pt x="49849" y="44038"/>
                  <a:pt x="47678" y="47482"/>
                  <a:pt x="44880" y="50397"/>
                </a:cubicBezTo>
                <a:cubicBezTo>
                  <a:pt x="42081" y="53313"/>
                  <a:pt x="38745" y="55602"/>
                  <a:pt x="34870" y="57266"/>
                </a:cubicBezTo>
                <a:cubicBezTo>
                  <a:pt x="30996" y="58929"/>
                  <a:pt x="26750" y="59761"/>
                  <a:pt x="22131" y="59761"/>
                </a:cubicBezTo>
                <a:cubicBezTo>
                  <a:pt x="14852" y="59761"/>
                  <a:pt x="9344" y="57931"/>
                  <a:pt x="5606" y="54271"/>
                </a:cubicBezTo>
                <a:cubicBezTo>
                  <a:pt x="1869" y="50612"/>
                  <a:pt x="0" y="45378"/>
                  <a:pt x="0" y="38569"/>
                </a:cubicBezTo>
                <a:cubicBezTo>
                  <a:pt x="0" y="32893"/>
                  <a:pt x="988" y="27699"/>
                  <a:pt x="2964" y="22983"/>
                </a:cubicBezTo>
                <a:cubicBezTo>
                  <a:pt x="4941" y="18267"/>
                  <a:pt x="7984" y="14206"/>
                  <a:pt x="12093" y="10801"/>
                </a:cubicBezTo>
                <a:cubicBezTo>
                  <a:pt x="16202" y="7397"/>
                  <a:pt x="21417" y="4745"/>
                  <a:pt x="27738" y="2847"/>
                </a:cubicBezTo>
                <a:cubicBezTo>
                  <a:pt x="34058" y="949"/>
                  <a:pt x="41543" y="0"/>
                  <a:pt x="50192" y="0"/>
                </a:cubicBezTo>
                <a:lnTo>
                  <a:pt x="69917" y="0"/>
                </a:lnTo>
                <a:lnTo>
                  <a:pt x="68038" y="9099"/>
                </a:lnTo>
                <a:moveTo>
                  <a:pt x="39332" y="9333"/>
                </a:moveTo>
                <a:cubicBezTo>
                  <a:pt x="35144" y="9451"/>
                  <a:pt x="31290" y="10420"/>
                  <a:pt x="27767" y="12240"/>
                </a:cubicBezTo>
                <a:cubicBezTo>
                  <a:pt x="24244" y="14059"/>
                  <a:pt x="21211" y="16456"/>
                  <a:pt x="18668" y="19431"/>
                </a:cubicBezTo>
                <a:cubicBezTo>
                  <a:pt x="16124" y="22405"/>
                  <a:pt x="14138" y="25819"/>
                  <a:pt x="12709" y="29675"/>
                </a:cubicBezTo>
                <a:cubicBezTo>
                  <a:pt x="11281" y="33530"/>
                  <a:pt x="10567" y="37532"/>
                  <a:pt x="10567" y="41680"/>
                </a:cubicBezTo>
                <a:cubicBezTo>
                  <a:pt x="10567" y="43871"/>
                  <a:pt x="10840" y="45759"/>
                  <a:pt x="11389" y="47345"/>
                </a:cubicBezTo>
                <a:cubicBezTo>
                  <a:pt x="11936" y="48929"/>
                  <a:pt x="12690" y="50231"/>
                  <a:pt x="13648" y="51249"/>
                </a:cubicBezTo>
                <a:cubicBezTo>
                  <a:pt x="14608" y="52266"/>
                  <a:pt x="15753" y="53010"/>
                  <a:pt x="17082" y="53480"/>
                </a:cubicBezTo>
                <a:cubicBezTo>
                  <a:pt x="18413" y="53949"/>
                  <a:pt x="19842" y="54183"/>
                  <a:pt x="21368" y="54183"/>
                </a:cubicBezTo>
                <a:cubicBezTo>
                  <a:pt x="23599" y="54183"/>
                  <a:pt x="25663" y="53753"/>
                  <a:pt x="27562" y="52892"/>
                </a:cubicBezTo>
                <a:cubicBezTo>
                  <a:pt x="29459" y="52031"/>
                  <a:pt x="31191" y="50848"/>
                  <a:pt x="32756" y="49341"/>
                </a:cubicBezTo>
                <a:cubicBezTo>
                  <a:pt x="34323" y="47834"/>
                  <a:pt x="35702" y="46072"/>
                  <a:pt x="36895" y="44057"/>
                </a:cubicBezTo>
                <a:cubicBezTo>
                  <a:pt x="38089" y="42042"/>
                  <a:pt x="39097" y="39889"/>
                  <a:pt x="39918" y="37600"/>
                </a:cubicBezTo>
                <a:cubicBezTo>
                  <a:pt x="40741" y="35311"/>
                  <a:pt x="41357" y="32933"/>
                  <a:pt x="41768" y="30467"/>
                </a:cubicBezTo>
                <a:cubicBezTo>
                  <a:pt x="42179" y="28001"/>
                  <a:pt x="42385" y="25575"/>
                  <a:pt x="42385" y="23188"/>
                </a:cubicBezTo>
                <a:cubicBezTo>
                  <a:pt x="42385" y="20566"/>
                  <a:pt x="42130" y="18070"/>
                  <a:pt x="41622" y="15703"/>
                </a:cubicBezTo>
                <a:cubicBezTo>
                  <a:pt x="41112" y="13335"/>
                  <a:pt x="40349" y="11212"/>
                  <a:pt x="39332" y="93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F3486E9E-1A62-4954-9E2C-9FCF9586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2395" y="5290175"/>
            <a:ext cx="25671" cy="71502"/>
          </a:xfrm>
          <a:custGeom xmlns:a="http://schemas.openxmlformats.org/drawingml/2006/main">
            <a:pathLst>
              <a:path w="25671" h="71502">
                <a:moveTo>
                  <a:pt x="22963" y="0"/>
                </a:moveTo>
                <a:lnTo>
                  <a:pt x="20546" y="11023"/>
                </a:lnTo>
                <a:lnTo>
                  <a:pt x="9959" y="11023"/>
                </a:lnTo>
                <a:lnTo>
                  <a:pt x="12425" y="0"/>
                </a:lnTo>
                <a:lnTo>
                  <a:pt x="22963" y="0"/>
                </a:lnTo>
                <a:moveTo>
                  <a:pt x="11264" y="53035"/>
                </a:moveTo>
                <a:cubicBezTo>
                  <a:pt x="10781" y="55259"/>
                  <a:pt x="10443" y="56902"/>
                  <a:pt x="10249" y="57965"/>
                </a:cubicBezTo>
                <a:cubicBezTo>
                  <a:pt x="10055" y="59029"/>
                  <a:pt x="9959" y="60029"/>
                  <a:pt x="9959" y="60963"/>
                </a:cubicBezTo>
                <a:cubicBezTo>
                  <a:pt x="9959" y="63252"/>
                  <a:pt x="11023" y="64396"/>
                  <a:pt x="13149" y="64396"/>
                </a:cubicBezTo>
                <a:cubicBezTo>
                  <a:pt x="14472" y="64396"/>
                  <a:pt x="15808" y="63880"/>
                  <a:pt x="17163" y="62849"/>
                </a:cubicBezTo>
                <a:cubicBezTo>
                  <a:pt x="18516" y="61817"/>
                  <a:pt x="20143" y="60286"/>
                  <a:pt x="22045" y="58256"/>
                </a:cubicBezTo>
                <a:lnTo>
                  <a:pt x="25671" y="61785"/>
                </a:lnTo>
                <a:cubicBezTo>
                  <a:pt x="22287" y="65169"/>
                  <a:pt x="19337" y="67635"/>
                  <a:pt x="16824" y="69182"/>
                </a:cubicBezTo>
                <a:cubicBezTo>
                  <a:pt x="14310" y="70729"/>
                  <a:pt x="11684" y="71502"/>
                  <a:pt x="8944" y="71502"/>
                </a:cubicBezTo>
                <a:cubicBezTo>
                  <a:pt x="6300" y="71502"/>
                  <a:pt x="4149" y="70592"/>
                  <a:pt x="2490" y="68771"/>
                </a:cubicBezTo>
                <a:cubicBezTo>
                  <a:pt x="830" y="66950"/>
                  <a:pt x="0" y="64670"/>
                  <a:pt x="0" y="61930"/>
                </a:cubicBezTo>
                <a:cubicBezTo>
                  <a:pt x="0" y="59320"/>
                  <a:pt x="500" y="55694"/>
                  <a:pt x="1499" y="51053"/>
                </a:cubicBezTo>
                <a:lnTo>
                  <a:pt x="5221" y="34567"/>
                </a:lnTo>
                <a:cubicBezTo>
                  <a:pt x="5640" y="32697"/>
                  <a:pt x="5914" y="31279"/>
                  <a:pt x="6043" y="30312"/>
                </a:cubicBezTo>
                <a:cubicBezTo>
                  <a:pt x="6172" y="29346"/>
                  <a:pt x="6236" y="28491"/>
                  <a:pt x="6236" y="27750"/>
                </a:cubicBezTo>
                <a:cubicBezTo>
                  <a:pt x="6236" y="26590"/>
                  <a:pt x="5737" y="25768"/>
                  <a:pt x="4738" y="25285"/>
                </a:cubicBezTo>
                <a:cubicBezTo>
                  <a:pt x="3738" y="24801"/>
                  <a:pt x="2176" y="24511"/>
                  <a:pt x="48" y="24414"/>
                </a:cubicBezTo>
                <a:lnTo>
                  <a:pt x="773" y="20692"/>
                </a:lnTo>
                <a:lnTo>
                  <a:pt x="14407" y="20063"/>
                </a:lnTo>
                <a:lnTo>
                  <a:pt x="18467" y="20063"/>
                </a:lnTo>
                <a:lnTo>
                  <a:pt x="11264" y="530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0D84252-7E52-41CA-9AB2-D78E098B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880" y="2879232"/>
            <a:ext cx="81775" cy="79916"/>
          </a:xfrm>
          <a:custGeom xmlns:a="http://schemas.openxmlformats.org/drawingml/2006/main">
            <a:pathLst>
              <a:path w="81775" h="79916">
                <a:moveTo>
                  <a:pt x="60927" y="5333"/>
                </a:moveTo>
                <a:lnTo>
                  <a:pt x="68361" y="0"/>
                </a:lnTo>
                <a:lnTo>
                  <a:pt x="73533" y="1293"/>
                </a:lnTo>
                <a:lnTo>
                  <a:pt x="61654" y="52523"/>
                </a:lnTo>
                <a:cubicBezTo>
                  <a:pt x="60469" y="57641"/>
                  <a:pt x="59877" y="61627"/>
                  <a:pt x="59877" y="64482"/>
                </a:cubicBezTo>
                <a:cubicBezTo>
                  <a:pt x="59877" y="66637"/>
                  <a:pt x="60227" y="68199"/>
                  <a:pt x="60927" y="69169"/>
                </a:cubicBezTo>
                <a:cubicBezTo>
                  <a:pt x="61628" y="70139"/>
                  <a:pt x="62732" y="70623"/>
                  <a:pt x="64241" y="70623"/>
                </a:cubicBezTo>
                <a:cubicBezTo>
                  <a:pt x="65856" y="70623"/>
                  <a:pt x="67580" y="69963"/>
                  <a:pt x="69412" y="68644"/>
                </a:cubicBezTo>
                <a:cubicBezTo>
                  <a:pt x="71243" y="67324"/>
                  <a:pt x="73829" y="64806"/>
                  <a:pt x="77169" y="61089"/>
                </a:cubicBezTo>
                <a:lnTo>
                  <a:pt x="81775" y="65614"/>
                </a:lnTo>
                <a:cubicBezTo>
                  <a:pt x="76926" y="70785"/>
                  <a:pt x="72792" y="74462"/>
                  <a:pt x="69372" y="76644"/>
                </a:cubicBezTo>
                <a:cubicBezTo>
                  <a:pt x="65951" y="78825"/>
                  <a:pt x="62247" y="79916"/>
                  <a:pt x="58261" y="79916"/>
                </a:cubicBezTo>
                <a:cubicBezTo>
                  <a:pt x="54921" y="79916"/>
                  <a:pt x="52254" y="78811"/>
                  <a:pt x="50261" y="76603"/>
                </a:cubicBezTo>
                <a:cubicBezTo>
                  <a:pt x="48267" y="74394"/>
                  <a:pt x="47272" y="71458"/>
                  <a:pt x="47272" y="67795"/>
                </a:cubicBezTo>
                <a:cubicBezTo>
                  <a:pt x="47272" y="64832"/>
                  <a:pt x="47891" y="61681"/>
                  <a:pt x="49130" y="58341"/>
                </a:cubicBezTo>
                <a:lnTo>
                  <a:pt x="48079" y="58018"/>
                </a:lnTo>
                <a:cubicBezTo>
                  <a:pt x="42908" y="65560"/>
                  <a:pt x="38005" y="71081"/>
                  <a:pt x="33373" y="74583"/>
                </a:cubicBezTo>
                <a:cubicBezTo>
                  <a:pt x="28740" y="78085"/>
                  <a:pt x="23838" y="79835"/>
                  <a:pt x="18666" y="79835"/>
                </a:cubicBezTo>
                <a:cubicBezTo>
                  <a:pt x="12741" y="79835"/>
                  <a:pt x="8148" y="77600"/>
                  <a:pt x="4890" y="73128"/>
                </a:cubicBezTo>
                <a:cubicBezTo>
                  <a:pt x="1630" y="68657"/>
                  <a:pt x="0" y="62381"/>
                  <a:pt x="0" y="54301"/>
                </a:cubicBezTo>
                <a:cubicBezTo>
                  <a:pt x="0" y="45035"/>
                  <a:pt x="1818" y="36133"/>
                  <a:pt x="5455" y="27595"/>
                </a:cubicBezTo>
                <a:cubicBezTo>
                  <a:pt x="9091" y="19057"/>
                  <a:pt x="14088" y="12323"/>
                  <a:pt x="20444" y="7394"/>
                </a:cubicBezTo>
                <a:cubicBezTo>
                  <a:pt x="26800" y="2465"/>
                  <a:pt x="33885" y="0"/>
                  <a:pt x="41696" y="0"/>
                </a:cubicBezTo>
                <a:cubicBezTo>
                  <a:pt x="45197" y="0"/>
                  <a:pt x="48470" y="391"/>
                  <a:pt x="51513" y="1172"/>
                </a:cubicBezTo>
                <a:cubicBezTo>
                  <a:pt x="54557" y="1953"/>
                  <a:pt x="57695" y="3340"/>
                  <a:pt x="60927" y="5333"/>
                </a:cubicBezTo>
                <a:moveTo>
                  <a:pt x="53816" y="29413"/>
                </a:moveTo>
                <a:cubicBezTo>
                  <a:pt x="54301" y="27204"/>
                  <a:pt x="54625" y="25292"/>
                  <a:pt x="54786" y="23676"/>
                </a:cubicBezTo>
                <a:cubicBezTo>
                  <a:pt x="54947" y="22060"/>
                  <a:pt x="55028" y="20309"/>
                  <a:pt x="55028" y="18424"/>
                </a:cubicBezTo>
                <a:cubicBezTo>
                  <a:pt x="55028" y="14276"/>
                  <a:pt x="54140" y="11232"/>
                  <a:pt x="52362" y="9292"/>
                </a:cubicBezTo>
                <a:cubicBezTo>
                  <a:pt x="50584" y="7353"/>
                  <a:pt x="47567" y="6384"/>
                  <a:pt x="43312" y="6384"/>
                </a:cubicBezTo>
                <a:cubicBezTo>
                  <a:pt x="37763" y="6384"/>
                  <a:pt x="32780" y="8619"/>
                  <a:pt x="28363" y="13091"/>
                </a:cubicBezTo>
                <a:cubicBezTo>
                  <a:pt x="23945" y="17562"/>
                  <a:pt x="20498" y="23555"/>
                  <a:pt x="18020" y="31069"/>
                </a:cubicBezTo>
                <a:cubicBezTo>
                  <a:pt x="15541" y="38584"/>
                  <a:pt x="14303" y="46086"/>
                  <a:pt x="14303" y="53574"/>
                </a:cubicBezTo>
                <a:cubicBezTo>
                  <a:pt x="14303" y="59176"/>
                  <a:pt x="15071" y="63365"/>
                  <a:pt x="16605" y="66139"/>
                </a:cubicBezTo>
                <a:cubicBezTo>
                  <a:pt x="18141" y="68913"/>
                  <a:pt x="20714" y="70300"/>
                  <a:pt x="24323" y="70300"/>
                </a:cubicBezTo>
                <a:cubicBezTo>
                  <a:pt x="27878" y="70300"/>
                  <a:pt x="31366" y="68765"/>
                  <a:pt x="34787" y="65694"/>
                </a:cubicBezTo>
                <a:cubicBezTo>
                  <a:pt x="38208" y="62624"/>
                  <a:pt x="41736" y="58247"/>
                  <a:pt x="45372" y="52564"/>
                </a:cubicBezTo>
                <a:cubicBezTo>
                  <a:pt x="49009" y="46880"/>
                  <a:pt x="51581" y="40322"/>
                  <a:pt x="53089" y="32888"/>
                </a:cubicBezTo>
                <a:lnTo>
                  <a:pt x="53816" y="294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FE1DDB7C-7779-41E1-A9B1-1472C2F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0669" y="2918186"/>
            <a:ext cx="42678" cy="74671"/>
          </a:xfrm>
          <a:custGeom xmlns:a="http://schemas.openxmlformats.org/drawingml/2006/main">
            <a:pathLst>
              <a:path w="42678" h="74671">
                <a:moveTo>
                  <a:pt x="36984" y="62285"/>
                </a:moveTo>
                <a:cubicBezTo>
                  <a:pt x="34988" y="64516"/>
                  <a:pt x="33090" y="66414"/>
                  <a:pt x="31290" y="67979"/>
                </a:cubicBezTo>
                <a:cubicBezTo>
                  <a:pt x="29489" y="69545"/>
                  <a:pt x="27728" y="70827"/>
                  <a:pt x="26006" y="71825"/>
                </a:cubicBezTo>
                <a:cubicBezTo>
                  <a:pt x="24285" y="72822"/>
                  <a:pt x="22581" y="73547"/>
                  <a:pt x="20899" y="73997"/>
                </a:cubicBezTo>
                <a:cubicBezTo>
                  <a:pt x="19216" y="74446"/>
                  <a:pt x="17494" y="74671"/>
                  <a:pt x="15733" y="74671"/>
                </a:cubicBezTo>
                <a:cubicBezTo>
                  <a:pt x="11076" y="74671"/>
                  <a:pt x="7602" y="73576"/>
                  <a:pt x="5313" y="71384"/>
                </a:cubicBezTo>
                <a:cubicBezTo>
                  <a:pt x="3023" y="69192"/>
                  <a:pt x="1878" y="65964"/>
                  <a:pt x="1878" y="61698"/>
                </a:cubicBezTo>
                <a:cubicBezTo>
                  <a:pt x="1878" y="60250"/>
                  <a:pt x="1987" y="58655"/>
                  <a:pt x="2202" y="56914"/>
                </a:cubicBezTo>
                <a:cubicBezTo>
                  <a:pt x="2416" y="55172"/>
                  <a:pt x="2720" y="53480"/>
                  <a:pt x="3111" y="51836"/>
                </a:cubicBezTo>
                <a:lnTo>
                  <a:pt x="10097" y="21427"/>
                </a:lnTo>
                <a:lnTo>
                  <a:pt x="0" y="21427"/>
                </a:lnTo>
                <a:lnTo>
                  <a:pt x="1175" y="16907"/>
                </a:lnTo>
                <a:cubicBezTo>
                  <a:pt x="3522" y="16907"/>
                  <a:pt x="5352" y="16682"/>
                  <a:pt x="6663" y="16232"/>
                </a:cubicBezTo>
                <a:cubicBezTo>
                  <a:pt x="7974" y="15781"/>
                  <a:pt x="9080" y="15165"/>
                  <a:pt x="9980" y="14383"/>
                </a:cubicBezTo>
                <a:cubicBezTo>
                  <a:pt x="10567" y="13834"/>
                  <a:pt x="11134" y="13160"/>
                  <a:pt x="11683" y="12357"/>
                </a:cubicBezTo>
                <a:cubicBezTo>
                  <a:pt x="12230" y="11555"/>
                  <a:pt x="12778" y="10586"/>
                  <a:pt x="13326" y="9451"/>
                </a:cubicBezTo>
                <a:cubicBezTo>
                  <a:pt x="13874" y="8316"/>
                  <a:pt x="14431" y="6976"/>
                  <a:pt x="14999" y="5430"/>
                </a:cubicBezTo>
                <a:cubicBezTo>
                  <a:pt x="15567" y="3884"/>
                  <a:pt x="16202" y="2074"/>
                  <a:pt x="16907" y="0"/>
                </a:cubicBezTo>
                <a:lnTo>
                  <a:pt x="26065" y="0"/>
                </a:lnTo>
                <a:lnTo>
                  <a:pt x="22718" y="14911"/>
                </a:lnTo>
                <a:lnTo>
                  <a:pt x="42678" y="14911"/>
                </a:lnTo>
                <a:lnTo>
                  <a:pt x="41328" y="21427"/>
                </a:lnTo>
                <a:lnTo>
                  <a:pt x="21427" y="21427"/>
                </a:lnTo>
                <a:lnTo>
                  <a:pt x="15439" y="46024"/>
                </a:lnTo>
                <a:cubicBezTo>
                  <a:pt x="15048" y="47668"/>
                  <a:pt x="14725" y="49145"/>
                  <a:pt x="14471" y="50456"/>
                </a:cubicBezTo>
                <a:cubicBezTo>
                  <a:pt x="14216" y="51767"/>
                  <a:pt x="14011" y="52951"/>
                  <a:pt x="13854" y="54008"/>
                </a:cubicBezTo>
                <a:cubicBezTo>
                  <a:pt x="13698" y="55065"/>
                  <a:pt x="13590" y="56023"/>
                  <a:pt x="13531" y="56884"/>
                </a:cubicBezTo>
                <a:cubicBezTo>
                  <a:pt x="13473" y="57745"/>
                  <a:pt x="13443" y="58547"/>
                  <a:pt x="13443" y="59291"/>
                </a:cubicBezTo>
                <a:cubicBezTo>
                  <a:pt x="13443" y="61639"/>
                  <a:pt x="13933" y="63479"/>
                  <a:pt x="14911" y="64809"/>
                </a:cubicBezTo>
                <a:cubicBezTo>
                  <a:pt x="15889" y="66140"/>
                  <a:pt x="17494" y="66805"/>
                  <a:pt x="19725" y="66805"/>
                </a:cubicBezTo>
                <a:cubicBezTo>
                  <a:pt x="21603" y="66805"/>
                  <a:pt x="23599" y="66111"/>
                  <a:pt x="25713" y="64721"/>
                </a:cubicBezTo>
                <a:cubicBezTo>
                  <a:pt x="27826" y="63332"/>
                  <a:pt x="30233" y="61150"/>
                  <a:pt x="32933" y="58176"/>
                </a:cubicBezTo>
                <a:lnTo>
                  <a:pt x="36984" y="622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6CA39979-CE26-4D41-A4EA-81C0014E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4581" y="1098426"/>
            <a:ext cx="94056" cy="78542"/>
          </a:xfrm>
          <a:custGeom xmlns:a="http://schemas.openxmlformats.org/drawingml/2006/main">
            <a:pathLst>
              <a:path w="94056" h="78542">
                <a:moveTo>
                  <a:pt x="52281" y="41049"/>
                </a:moveTo>
                <a:cubicBezTo>
                  <a:pt x="53196" y="36739"/>
                  <a:pt x="54503" y="31541"/>
                  <a:pt x="56199" y="25454"/>
                </a:cubicBezTo>
                <a:cubicBezTo>
                  <a:pt x="57896" y="19366"/>
                  <a:pt x="59365" y="14680"/>
                  <a:pt x="60603" y="11394"/>
                </a:cubicBezTo>
                <a:lnTo>
                  <a:pt x="60200" y="10666"/>
                </a:lnTo>
                <a:lnTo>
                  <a:pt x="36443" y="10666"/>
                </a:lnTo>
                <a:lnTo>
                  <a:pt x="26504" y="56644"/>
                </a:lnTo>
                <a:cubicBezTo>
                  <a:pt x="25696" y="60254"/>
                  <a:pt x="24754" y="64146"/>
                  <a:pt x="23676" y="68320"/>
                </a:cubicBezTo>
                <a:cubicBezTo>
                  <a:pt x="22599" y="72496"/>
                  <a:pt x="21763" y="75472"/>
                  <a:pt x="21171" y="77249"/>
                </a:cubicBezTo>
                <a:lnTo>
                  <a:pt x="4040" y="77249"/>
                </a:lnTo>
                <a:lnTo>
                  <a:pt x="4849" y="73290"/>
                </a:lnTo>
                <a:cubicBezTo>
                  <a:pt x="10559" y="67634"/>
                  <a:pt x="15838" y="54382"/>
                  <a:pt x="20687" y="33534"/>
                </a:cubicBezTo>
                <a:lnTo>
                  <a:pt x="26019" y="10666"/>
                </a:lnTo>
                <a:lnTo>
                  <a:pt x="23433" y="10666"/>
                </a:lnTo>
                <a:cubicBezTo>
                  <a:pt x="19609" y="10666"/>
                  <a:pt x="16377" y="11313"/>
                  <a:pt x="13737" y="12606"/>
                </a:cubicBezTo>
                <a:cubicBezTo>
                  <a:pt x="11098" y="13899"/>
                  <a:pt x="8215" y="16484"/>
                  <a:pt x="5091" y="20363"/>
                </a:cubicBezTo>
                <a:lnTo>
                  <a:pt x="0" y="16080"/>
                </a:lnTo>
                <a:cubicBezTo>
                  <a:pt x="2801" y="12686"/>
                  <a:pt x="5091" y="10101"/>
                  <a:pt x="6868" y="8323"/>
                </a:cubicBezTo>
                <a:cubicBezTo>
                  <a:pt x="8646" y="6545"/>
                  <a:pt x="10519" y="5037"/>
                  <a:pt x="12484" y="3798"/>
                </a:cubicBezTo>
                <a:cubicBezTo>
                  <a:pt x="14451" y="2559"/>
                  <a:pt x="16659" y="1616"/>
                  <a:pt x="19111" y="970"/>
                </a:cubicBezTo>
                <a:cubicBezTo>
                  <a:pt x="21561" y="323"/>
                  <a:pt x="24430" y="0"/>
                  <a:pt x="27716" y="0"/>
                </a:cubicBezTo>
                <a:lnTo>
                  <a:pt x="94056" y="0"/>
                </a:lnTo>
                <a:lnTo>
                  <a:pt x="91713" y="10666"/>
                </a:lnTo>
                <a:lnTo>
                  <a:pt x="72482" y="10666"/>
                </a:lnTo>
                <a:lnTo>
                  <a:pt x="63351" y="51149"/>
                </a:lnTo>
                <a:cubicBezTo>
                  <a:pt x="62166" y="56429"/>
                  <a:pt x="61573" y="60415"/>
                  <a:pt x="61573" y="63109"/>
                </a:cubicBezTo>
                <a:cubicBezTo>
                  <a:pt x="61573" y="65263"/>
                  <a:pt x="61924" y="66826"/>
                  <a:pt x="62624" y="67795"/>
                </a:cubicBezTo>
                <a:cubicBezTo>
                  <a:pt x="63324" y="68765"/>
                  <a:pt x="64428" y="69250"/>
                  <a:pt x="65937" y="69250"/>
                </a:cubicBezTo>
                <a:cubicBezTo>
                  <a:pt x="69169" y="69250"/>
                  <a:pt x="72967" y="66664"/>
                  <a:pt x="77330" y="61493"/>
                </a:cubicBezTo>
                <a:lnTo>
                  <a:pt x="82017" y="65856"/>
                </a:lnTo>
                <a:cubicBezTo>
                  <a:pt x="77923" y="70327"/>
                  <a:pt x="74192" y="73559"/>
                  <a:pt x="70825" y="75552"/>
                </a:cubicBezTo>
                <a:cubicBezTo>
                  <a:pt x="67458" y="77546"/>
                  <a:pt x="63863" y="78542"/>
                  <a:pt x="60038" y="78542"/>
                </a:cubicBezTo>
                <a:cubicBezTo>
                  <a:pt x="56375" y="78542"/>
                  <a:pt x="53493" y="77290"/>
                  <a:pt x="51392" y="74785"/>
                </a:cubicBezTo>
                <a:cubicBezTo>
                  <a:pt x="49291" y="72280"/>
                  <a:pt x="48240" y="68980"/>
                  <a:pt x="48240" y="64886"/>
                </a:cubicBezTo>
                <a:cubicBezTo>
                  <a:pt x="48240" y="61277"/>
                  <a:pt x="48995" y="56052"/>
                  <a:pt x="50503" y="49210"/>
                </a:cubicBezTo>
                <a:lnTo>
                  <a:pt x="52281" y="410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C9D8630C-2429-47C6-8F91-C980969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511" y="1150917"/>
            <a:ext cx="69917" cy="59761"/>
          </a:xfrm>
          <a:custGeom xmlns:a="http://schemas.openxmlformats.org/drawingml/2006/main">
            <a:pathLst>
              <a:path w="69917" h="59761">
                <a:moveTo>
                  <a:pt x="68038" y="9099"/>
                </a:moveTo>
                <a:lnTo>
                  <a:pt x="47491" y="9099"/>
                </a:lnTo>
                <a:cubicBezTo>
                  <a:pt x="47491" y="9334"/>
                  <a:pt x="47414" y="9530"/>
                  <a:pt x="47257" y="9686"/>
                </a:cubicBezTo>
                <a:cubicBezTo>
                  <a:pt x="49371" y="12269"/>
                  <a:pt x="50965" y="14999"/>
                  <a:pt x="52042" y="17875"/>
                </a:cubicBezTo>
                <a:cubicBezTo>
                  <a:pt x="53118" y="20752"/>
                  <a:pt x="53656" y="23853"/>
                  <a:pt x="53656" y="27180"/>
                </a:cubicBezTo>
                <a:cubicBezTo>
                  <a:pt x="53695" y="31798"/>
                  <a:pt x="52942" y="36093"/>
                  <a:pt x="51395" y="40066"/>
                </a:cubicBezTo>
                <a:cubicBezTo>
                  <a:pt x="49849" y="44038"/>
                  <a:pt x="47678" y="47482"/>
                  <a:pt x="44880" y="50398"/>
                </a:cubicBezTo>
                <a:cubicBezTo>
                  <a:pt x="42081" y="53313"/>
                  <a:pt x="38745" y="55603"/>
                  <a:pt x="34870" y="57266"/>
                </a:cubicBezTo>
                <a:cubicBezTo>
                  <a:pt x="30996" y="58929"/>
                  <a:pt x="26750" y="59761"/>
                  <a:pt x="22131" y="59761"/>
                </a:cubicBezTo>
                <a:cubicBezTo>
                  <a:pt x="14852" y="59761"/>
                  <a:pt x="9344" y="57931"/>
                  <a:pt x="5606" y="54272"/>
                </a:cubicBezTo>
                <a:cubicBezTo>
                  <a:pt x="1869" y="50613"/>
                  <a:pt x="0" y="45378"/>
                  <a:pt x="0" y="38569"/>
                </a:cubicBezTo>
                <a:cubicBezTo>
                  <a:pt x="0" y="32894"/>
                  <a:pt x="988" y="27699"/>
                  <a:pt x="2964" y="22983"/>
                </a:cubicBezTo>
                <a:cubicBezTo>
                  <a:pt x="4941" y="18267"/>
                  <a:pt x="7984" y="14206"/>
                  <a:pt x="12093" y="10802"/>
                </a:cubicBezTo>
                <a:cubicBezTo>
                  <a:pt x="16202" y="7397"/>
                  <a:pt x="21417" y="4745"/>
                  <a:pt x="27738" y="2847"/>
                </a:cubicBezTo>
                <a:cubicBezTo>
                  <a:pt x="34058" y="949"/>
                  <a:pt x="41543" y="0"/>
                  <a:pt x="50192" y="0"/>
                </a:cubicBezTo>
                <a:lnTo>
                  <a:pt x="69917" y="0"/>
                </a:lnTo>
                <a:lnTo>
                  <a:pt x="68038" y="9099"/>
                </a:lnTo>
                <a:moveTo>
                  <a:pt x="39332" y="9334"/>
                </a:moveTo>
                <a:cubicBezTo>
                  <a:pt x="35144" y="9451"/>
                  <a:pt x="31290" y="10420"/>
                  <a:pt x="27767" y="12240"/>
                </a:cubicBezTo>
                <a:cubicBezTo>
                  <a:pt x="24244" y="14059"/>
                  <a:pt x="21211" y="16457"/>
                  <a:pt x="18668" y="19431"/>
                </a:cubicBezTo>
                <a:cubicBezTo>
                  <a:pt x="16124" y="22405"/>
                  <a:pt x="14138" y="25820"/>
                  <a:pt x="12709" y="29675"/>
                </a:cubicBezTo>
                <a:cubicBezTo>
                  <a:pt x="11281" y="33530"/>
                  <a:pt x="10567" y="37532"/>
                  <a:pt x="10567" y="41680"/>
                </a:cubicBezTo>
                <a:cubicBezTo>
                  <a:pt x="10567" y="43872"/>
                  <a:pt x="10840" y="45760"/>
                  <a:pt x="11389" y="47345"/>
                </a:cubicBezTo>
                <a:cubicBezTo>
                  <a:pt x="11936" y="48930"/>
                  <a:pt x="12690" y="50231"/>
                  <a:pt x="13648" y="51249"/>
                </a:cubicBezTo>
                <a:cubicBezTo>
                  <a:pt x="14608" y="52266"/>
                  <a:pt x="15753" y="53010"/>
                  <a:pt x="17082" y="53480"/>
                </a:cubicBezTo>
                <a:cubicBezTo>
                  <a:pt x="18413" y="53949"/>
                  <a:pt x="19842" y="54184"/>
                  <a:pt x="21368" y="54184"/>
                </a:cubicBezTo>
                <a:cubicBezTo>
                  <a:pt x="23599" y="54184"/>
                  <a:pt x="25663" y="53753"/>
                  <a:pt x="27562" y="52892"/>
                </a:cubicBezTo>
                <a:cubicBezTo>
                  <a:pt x="29459" y="52032"/>
                  <a:pt x="31191" y="50848"/>
                  <a:pt x="32756" y="49341"/>
                </a:cubicBezTo>
                <a:cubicBezTo>
                  <a:pt x="34323" y="47834"/>
                  <a:pt x="35702" y="46073"/>
                  <a:pt x="36895" y="44057"/>
                </a:cubicBezTo>
                <a:cubicBezTo>
                  <a:pt x="38089" y="42042"/>
                  <a:pt x="39097" y="39889"/>
                  <a:pt x="39918" y="37600"/>
                </a:cubicBezTo>
                <a:cubicBezTo>
                  <a:pt x="40741" y="35311"/>
                  <a:pt x="41357" y="32933"/>
                  <a:pt x="41768" y="30467"/>
                </a:cubicBezTo>
                <a:cubicBezTo>
                  <a:pt x="42179" y="28002"/>
                  <a:pt x="42385" y="25575"/>
                  <a:pt x="42385" y="23188"/>
                </a:cubicBezTo>
                <a:cubicBezTo>
                  <a:pt x="42385" y="20566"/>
                  <a:pt x="42130" y="18071"/>
                  <a:pt x="41622" y="15703"/>
                </a:cubicBezTo>
                <a:cubicBezTo>
                  <a:pt x="41112" y="13335"/>
                  <a:pt x="40349" y="11212"/>
                  <a:pt x="39332" y="93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A5873EFF-5029-46F4-803C-A37E76C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8966" y="1174251"/>
            <a:ext cx="42688" cy="59416"/>
          </a:xfrm>
          <a:custGeom xmlns:a="http://schemas.openxmlformats.org/drawingml/2006/main">
            <a:pathLst>
              <a:path w="42688" h="59416">
                <a:moveTo>
                  <a:pt x="27604" y="46846"/>
                </a:moveTo>
                <a:cubicBezTo>
                  <a:pt x="27604" y="48876"/>
                  <a:pt x="27781" y="50327"/>
                  <a:pt x="28136" y="51197"/>
                </a:cubicBezTo>
                <a:cubicBezTo>
                  <a:pt x="28491" y="52067"/>
                  <a:pt x="29055" y="52752"/>
                  <a:pt x="29828" y="53252"/>
                </a:cubicBezTo>
                <a:cubicBezTo>
                  <a:pt x="30602" y="53751"/>
                  <a:pt x="31924" y="54138"/>
                  <a:pt x="33792" y="54412"/>
                </a:cubicBezTo>
                <a:cubicBezTo>
                  <a:pt x="35662" y="54686"/>
                  <a:pt x="38627" y="54855"/>
                  <a:pt x="42688" y="54920"/>
                </a:cubicBezTo>
                <a:lnTo>
                  <a:pt x="42688" y="59416"/>
                </a:lnTo>
                <a:lnTo>
                  <a:pt x="2610" y="59416"/>
                </a:lnTo>
                <a:lnTo>
                  <a:pt x="2610" y="54920"/>
                </a:lnTo>
                <a:cubicBezTo>
                  <a:pt x="6542" y="54823"/>
                  <a:pt x="9419" y="54646"/>
                  <a:pt x="11240" y="54388"/>
                </a:cubicBezTo>
                <a:cubicBezTo>
                  <a:pt x="13061" y="54130"/>
                  <a:pt x="14398" y="53751"/>
                  <a:pt x="15253" y="53252"/>
                </a:cubicBezTo>
                <a:cubicBezTo>
                  <a:pt x="16107" y="52752"/>
                  <a:pt x="16735" y="52067"/>
                  <a:pt x="17138" y="51197"/>
                </a:cubicBezTo>
                <a:cubicBezTo>
                  <a:pt x="17541" y="50327"/>
                  <a:pt x="17743" y="48876"/>
                  <a:pt x="17743" y="46846"/>
                </a:cubicBezTo>
                <a:lnTo>
                  <a:pt x="17743" y="14793"/>
                </a:lnTo>
                <a:cubicBezTo>
                  <a:pt x="17743" y="13633"/>
                  <a:pt x="17509" y="12795"/>
                  <a:pt x="17041" y="12279"/>
                </a:cubicBezTo>
                <a:cubicBezTo>
                  <a:pt x="16574" y="11764"/>
                  <a:pt x="15905" y="11506"/>
                  <a:pt x="15035" y="11506"/>
                </a:cubicBezTo>
                <a:cubicBezTo>
                  <a:pt x="14068" y="11506"/>
                  <a:pt x="12553" y="12030"/>
                  <a:pt x="10491" y="13077"/>
                </a:cubicBezTo>
                <a:cubicBezTo>
                  <a:pt x="8428" y="14125"/>
                  <a:pt x="5785" y="15664"/>
                  <a:pt x="2562" y="17694"/>
                </a:cubicBezTo>
                <a:lnTo>
                  <a:pt x="0" y="12811"/>
                </a:lnTo>
                <a:lnTo>
                  <a:pt x="24704" y="0"/>
                </a:lnTo>
                <a:lnTo>
                  <a:pt x="27895" y="0"/>
                </a:lnTo>
                <a:cubicBezTo>
                  <a:pt x="27830" y="677"/>
                  <a:pt x="27766" y="2320"/>
                  <a:pt x="27701" y="4931"/>
                </a:cubicBezTo>
                <a:cubicBezTo>
                  <a:pt x="27637" y="7542"/>
                  <a:pt x="27604" y="10168"/>
                  <a:pt x="27604" y="12811"/>
                </a:cubicBezTo>
                <a:lnTo>
                  <a:pt x="27604" y="46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509A1830-17B9-4F53-9DC2-C9A58AC7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659" y="1765315"/>
            <a:ext cx="94217" cy="78676"/>
          </a:xfrm>
          <a:custGeom xmlns:a="http://schemas.openxmlformats.org/drawingml/2006/main">
            <a:pathLst>
              <a:path w="94217" h="78676">
                <a:moveTo>
                  <a:pt x="52369" y="41119"/>
                </a:moveTo>
                <a:cubicBezTo>
                  <a:pt x="53287" y="36802"/>
                  <a:pt x="54596" y="31594"/>
                  <a:pt x="56295" y="25497"/>
                </a:cubicBezTo>
                <a:cubicBezTo>
                  <a:pt x="57995" y="19399"/>
                  <a:pt x="59466" y="14704"/>
                  <a:pt x="60707" y="11413"/>
                </a:cubicBezTo>
                <a:lnTo>
                  <a:pt x="60302" y="10684"/>
                </a:lnTo>
                <a:lnTo>
                  <a:pt x="36505" y="10684"/>
                </a:lnTo>
                <a:lnTo>
                  <a:pt x="26549" y="56741"/>
                </a:lnTo>
                <a:cubicBezTo>
                  <a:pt x="25740" y="60356"/>
                  <a:pt x="24796" y="64255"/>
                  <a:pt x="23716" y="68437"/>
                </a:cubicBezTo>
                <a:cubicBezTo>
                  <a:pt x="22636" y="72619"/>
                  <a:pt x="21800" y="75601"/>
                  <a:pt x="21207" y="77381"/>
                </a:cubicBezTo>
                <a:lnTo>
                  <a:pt x="4047" y="77381"/>
                </a:lnTo>
                <a:lnTo>
                  <a:pt x="4856" y="73415"/>
                </a:lnTo>
                <a:cubicBezTo>
                  <a:pt x="10576" y="67749"/>
                  <a:pt x="15864" y="54475"/>
                  <a:pt x="20721" y="33591"/>
                </a:cubicBezTo>
                <a:lnTo>
                  <a:pt x="26064" y="10684"/>
                </a:lnTo>
                <a:lnTo>
                  <a:pt x="23474" y="10684"/>
                </a:lnTo>
                <a:cubicBezTo>
                  <a:pt x="19642" y="10684"/>
                  <a:pt x="16404" y="11332"/>
                  <a:pt x="13760" y="12627"/>
                </a:cubicBezTo>
                <a:cubicBezTo>
                  <a:pt x="11116" y="13922"/>
                  <a:pt x="8229" y="16512"/>
                  <a:pt x="5099" y="20397"/>
                </a:cubicBezTo>
                <a:lnTo>
                  <a:pt x="0" y="16107"/>
                </a:lnTo>
                <a:cubicBezTo>
                  <a:pt x="2805" y="12708"/>
                  <a:pt x="5099" y="10118"/>
                  <a:pt x="6880" y="8337"/>
                </a:cubicBezTo>
                <a:cubicBezTo>
                  <a:pt x="8660" y="6556"/>
                  <a:pt x="10536" y="5045"/>
                  <a:pt x="12505" y="3804"/>
                </a:cubicBezTo>
                <a:cubicBezTo>
                  <a:pt x="14475" y="2563"/>
                  <a:pt x="16687" y="1619"/>
                  <a:pt x="19143" y="971"/>
                </a:cubicBezTo>
                <a:cubicBezTo>
                  <a:pt x="21598" y="324"/>
                  <a:pt x="24471" y="0"/>
                  <a:pt x="27763" y="0"/>
                </a:cubicBezTo>
                <a:lnTo>
                  <a:pt x="94217" y="0"/>
                </a:lnTo>
                <a:lnTo>
                  <a:pt x="91870" y="10684"/>
                </a:lnTo>
                <a:lnTo>
                  <a:pt x="72605" y="10684"/>
                </a:lnTo>
                <a:lnTo>
                  <a:pt x="63459" y="51237"/>
                </a:lnTo>
                <a:cubicBezTo>
                  <a:pt x="62271" y="56525"/>
                  <a:pt x="61679" y="60518"/>
                  <a:pt x="61679" y="63216"/>
                </a:cubicBezTo>
                <a:cubicBezTo>
                  <a:pt x="61679" y="65375"/>
                  <a:pt x="62029" y="66940"/>
                  <a:pt x="62730" y="67911"/>
                </a:cubicBezTo>
                <a:cubicBezTo>
                  <a:pt x="63432" y="68882"/>
                  <a:pt x="64538" y="69368"/>
                  <a:pt x="66049" y="69368"/>
                </a:cubicBezTo>
                <a:cubicBezTo>
                  <a:pt x="69287" y="69368"/>
                  <a:pt x="73091" y="66778"/>
                  <a:pt x="77462" y="61597"/>
                </a:cubicBezTo>
                <a:lnTo>
                  <a:pt x="82157" y="65969"/>
                </a:lnTo>
                <a:cubicBezTo>
                  <a:pt x="78055" y="70447"/>
                  <a:pt x="74319" y="73685"/>
                  <a:pt x="70947" y="75682"/>
                </a:cubicBezTo>
                <a:cubicBezTo>
                  <a:pt x="67573" y="77678"/>
                  <a:pt x="63972" y="78676"/>
                  <a:pt x="60140" y="78676"/>
                </a:cubicBezTo>
                <a:cubicBezTo>
                  <a:pt x="56471" y="78676"/>
                  <a:pt x="53584" y="77422"/>
                  <a:pt x="51479" y="74913"/>
                </a:cubicBezTo>
                <a:cubicBezTo>
                  <a:pt x="49375" y="72403"/>
                  <a:pt x="48322" y="69098"/>
                  <a:pt x="48322" y="64997"/>
                </a:cubicBezTo>
                <a:cubicBezTo>
                  <a:pt x="48322" y="61382"/>
                  <a:pt x="49078" y="56147"/>
                  <a:pt x="50589" y="49294"/>
                </a:cubicBezTo>
                <a:lnTo>
                  <a:pt x="52369" y="411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A7E9C3E0-64E1-4A75-AD6E-8E330B5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3600" y="1817800"/>
            <a:ext cx="70081" cy="59902"/>
          </a:xfrm>
          <a:custGeom xmlns:a="http://schemas.openxmlformats.org/drawingml/2006/main">
            <a:pathLst>
              <a:path w="70081" h="59902">
                <a:moveTo>
                  <a:pt x="68199" y="9121"/>
                </a:moveTo>
                <a:lnTo>
                  <a:pt x="47604" y="9121"/>
                </a:lnTo>
                <a:cubicBezTo>
                  <a:pt x="47604" y="9356"/>
                  <a:pt x="47525" y="9552"/>
                  <a:pt x="47368" y="9709"/>
                </a:cubicBezTo>
                <a:cubicBezTo>
                  <a:pt x="49487" y="12298"/>
                  <a:pt x="51085" y="15034"/>
                  <a:pt x="52164" y="17918"/>
                </a:cubicBezTo>
                <a:cubicBezTo>
                  <a:pt x="53242" y="20801"/>
                  <a:pt x="53782" y="23910"/>
                  <a:pt x="53782" y="27244"/>
                </a:cubicBezTo>
                <a:cubicBezTo>
                  <a:pt x="53821" y="31873"/>
                  <a:pt x="53066" y="36178"/>
                  <a:pt x="51517" y="40160"/>
                </a:cubicBezTo>
                <a:cubicBezTo>
                  <a:pt x="49967" y="44142"/>
                  <a:pt x="47790" y="47594"/>
                  <a:pt x="44985" y="50516"/>
                </a:cubicBezTo>
                <a:cubicBezTo>
                  <a:pt x="42181" y="53439"/>
                  <a:pt x="38836" y="55734"/>
                  <a:pt x="34952" y="57401"/>
                </a:cubicBezTo>
                <a:cubicBezTo>
                  <a:pt x="31069" y="59068"/>
                  <a:pt x="26813" y="59902"/>
                  <a:pt x="22184" y="59902"/>
                </a:cubicBezTo>
                <a:cubicBezTo>
                  <a:pt x="14887" y="59902"/>
                  <a:pt x="9366" y="58068"/>
                  <a:pt x="5619" y="54400"/>
                </a:cubicBezTo>
                <a:cubicBezTo>
                  <a:pt x="1873" y="50732"/>
                  <a:pt x="0" y="45486"/>
                  <a:pt x="0" y="38660"/>
                </a:cubicBezTo>
                <a:cubicBezTo>
                  <a:pt x="0" y="32971"/>
                  <a:pt x="991" y="27764"/>
                  <a:pt x="2972" y="23037"/>
                </a:cubicBezTo>
                <a:cubicBezTo>
                  <a:pt x="4952" y="18310"/>
                  <a:pt x="8003" y="14240"/>
                  <a:pt x="12121" y="10827"/>
                </a:cubicBezTo>
                <a:cubicBezTo>
                  <a:pt x="16241" y="7415"/>
                  <a:pt x="21468" y="4757"/>
                  <a:pt x="27803" y="2854"/>
                </a:cubicBezTo>
                <a:cubicBezTo>
                  <a:pt x="34139" y="951"/>
                  <a:pt x="41641" y="0"/>
                  <a:pt x="50311" y="0"/>
                </a:cubicBezTo>
                <a:lnTo>
                  <a:pt x="70081" y="0"/>
                </a:lnTo>
                <a:lnTo>
                  <a:pt x="68199" y="9121"/>
                </a:lnTo>
                <a:moveTo>
                  <a:pt x="39425" y="9356"/>
                </a:moveTo>
                <a:cubicBezTo>
                  <a:pt x="35227" y="9474"/>
                  <a:pt x="31363" y="10445"/>
                  <a:pt x="27833" y="12269"/>
                </a:cubicBezTo>
                <a:cubicBezTo>
                  <a:pt x="24302" y="14093"/>
                  <a:pt x="21262" y="16496"/>
                  <a:pt x="18712" y="19477"/>
                </a:cubicBezTo>
                <a:cubicBezTo>
                  <a:pt x="16162" y="22459"/>
                  <a:pt x="14172" y="25881"/>
                  <a:pt x="12740" y="29745"/>
                </a:cubicBezTo>
                <a:cubicBezTo>
                  <a:pt x="11308" y="33609"/>
                  <a:pt x="10592" y="37620"/>
                  <a:pt x="10592" y="41778"/>
                </a:cubicBezTo>
                <a:cubicBezTo>
                  <a:pt x="10592" y="43975"/>
                  <a:pt x="10866" y="45868"/>
                  <a:pt x="11416" y="47456"/>
                </a:cubicBezTo>
                <a:cubicBezTo>
                  <a:pt x="11964" y="49045"/>
                  <a:pt x="12720" y="50350"/>
                  <a:pt x="13681" y="51370"/>
                </a:cubicBezTo>
                <a:cubicBezTo>
                  <a:pt x="14642" y="52390"/>
                  <a:pt x="15789" y="53135"/>
                  <a:pt x="17123" y="53606"/>
                </a:cubicBezTo>
                <a:cubicBezTo>
                  <a:pt x="18457" y="54076"/>
                  <a:pt x="19889" y="54312"/>
                  <a:pt x="21419" y="54312"/>
                </a:cubicBezTo>
                <a:cubicBezTo>
                  <a:pt x="23655" y="54312"/>
                  <a:pt x="25724" y="53880"/>
                  <a:pt x="27627" y="53017"/>
                </a:cubicBezTo>
                <a:cubicBezTo>
                  <a:pt x="29529" y="52154"/>
                  <a:pt x="31265" y="50968"/>
                  <a:pt x="32834" y="49457"/>
                </a:cubicBezTo>
                <a:cubicBezTo>
                  <a:pt x="34404" y="47947"/>
                  <a:pt x="35786" y="46181"/>
                  <a:pt x="36982" y="44161"/>
                </a:cubicBezTo>
                <a:cubicBezTo>
                  <a:pt x="38179" y="42141"/>
                  <a:pt x="39189" y="39983"/>
                  <a:pt x="40013" y="37689"/>
                </a:cubicBezTo>
                <a:cubicBezTo>
                  <a:pt x="40837" y="35394"/>
                  <a:pt x="41455" y="33011"/>
                  <a:pt x="41867" y="30539"/>
                </a:cubicBezTo>
                <a:cubicBezTo>
                  <a:pt x="42278" y="28068"/>
                  <a:pt x="42484" y="25636"/>
                  <a:pt x="42484" y="23243"/>
                </a:cubicBezTo>
                <a:cubicBezTo>
                  <a:pt x="42484" y="20615"/>
                  <a:pt x="42229" y="18114"/>
                  <a:pt x="41719" y="15741"/>
                </a:cubicBezTo>
                <a:cubicBezTo>
                  <a:pt x="41209" y="13367"/>
                  <a:pt x="40444" y="11239"/>
                  <a:pt x="39425" y="93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E10AAE4E-2631-4A09-A937-427C1C9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3352" y="1831851"/>
            <a:ext cx="25671" cy="71502"/>
          </a:xfrm>
          <a:custGeom xmlns:a="http://schemas.openxmlformats.org/drawingml/2006/main">
            <a:pathLst>
              <a:path w="25671" h="71502">
                <a:moveTo>
                  <a:pt x="22963" y="0"/>
                </a:moveTo>
                <a:lnTo>
                  <a:pt x="20546" y="11023"/>
                </a:lnTo>
                <a:lnTo>
                  <a:pt x="9959" y="11023"/>
                </a:lnTo>
                <a:lnTo>
                  <a:pt x="12425" y="0"/>
                </a:lnTo>
                <a:lnTo>
                  <a:pt x="22963" y="0"/>
                </a:lnTo>
                <a:moveTo>
                  <a:pt x="11264" y="53034"/>
                </a:moveTo>
                <a:cubicBezTo>
                  <a:pt x="10781" y="55258"/>
                  <a:pt x="10443" y="56901"/>
                  <a:pt x="10249" y="57965"/>
                </a:cubicBezTo>
                <a:cubicBezTo>
                  <a:pt x="10055" y="59029"/>
                  <a:pt x="9959" y="60028"/>
                  <a:pt x="9959" y="60963"/>
                </a:cubicBezTo>
                <a:cubicBezTo>
                  <a:pt x="9959" y="63251"/>
                  <a:pt x="11023" y="64395"/>
                  <a:pt x="13149" y="64395"/>
                </a:cubicBezTo>
                <a:cubicBezTo>
                  <a:pt x="14472" y="64395"/>
                  <a:pt x="15808" y="63880"/>
                  <a:pt x="17163" y="62848"/>
                </a:cubicBezTo>
                <a:cubicBezTo>
                  <a:pt x="18516" y="61817"/>
                  <a:pt x="20143" y="60286"/>
                  <a:pt x="22045" y="58255"/>
                </a:cubicBezTo>
                <a:lnTo>
                  <a:pt x="25671" y="61784"/>
                </a:lnTo>
                <a:cubicBezTo>
                  <a:pt x="22287" y="65168"/>
                  <a:pt x="19337" y="67634"/>
                  <a:pt x="16824" y="69181"/>
                </a:cubicBezTo>
                <a:cubicBezTo>
                  <a:pt x="14310" y="70728"/>
                  <a:pt x="11684" y="71502"/>
                  <a:pt x="8944" y="71502"/>
                </a:cubicBezTo>
                <a:cubicBezTo>
                  <a:pt x="6300" y="71502"/>
                  <a:pt x="4149" y="70591"/>
                  <a:pt x="2490" y="68770"/>
                </a:cubicBezTo>
                <a:cubicBezTo>
                  <a:pt x="830" y="66949"/>
                  <a:pt x="0" y="64669"/>
                  <a:pt x="0" y="61930"/>
                </a:cubicBezTo>
                <a:cubicBezTo>
                  <a:pt x="0" y="59319"/>
                  <a:pt x="500" y="55693"/>
                  <a:pt x="1499" y="51052"/>
                </a:cubicBezTo>
                <a:lnTo>
                  <a:pt x="5221" y="34566"/>
                </a:lnTo>
                <a:cubicBezTo>
                  <a:pt x="5640" y="32697"/>
                  <a:pt x="5914" y="31279"/>
                  <a:pt x="6043" y="30312"/>
                </a:cubicBezTo>
                <a:cubicBezTo>
                  <a:pt x="6172" y="29345"/>
                  <a:pt x="6236" y="28491"/>
                  <a:pt x="6236" y="27750"/>
                </a:cubicBezTo>
                <a:cubicBezTo>
                  <a:pt x="6236" y="26589"/>
                  <a:pt x="5737" y="25767"/>
                  <a:pt x="4738" y="25284"/>
                </a:cubicBezTo>
                <a:cubicBezTo>
                  <a:pt x="3738" y="24801"/>
                  <a:pt x="2176" y="24511"/>
                  <a:pt x="48" y="24414"/>
                </a:cubicBezTo>
                <a:lnTo>
                  <a:pt x="773" y="20691"/>
                </a:lnTo>
                <a:lnTo>
                  <a:pt x="14407" y="20063"/>
                </a:lnTo>
                <a:lnTo>
                  <a:pt x="18467" y="20063"/>
                </a:lnTo>
                <a:lnTo>
                  <a:pt x="11264" y="530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AA3E3542-6654-47B9-ADC6-123CC8FF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4680" y="2307998"/>
            <a:ext cx="94056" cy="78542"/>
          </a:xfrm>
          <a:custGeom xmlns:a="http://schemas.openxmlformats.org/drawingml/2006/main">
            <a:pathLst>
              <a:path w="94056" h="78542">
                <a:moveTo>
                  <a:pt x="52281" y="41049"/>
                </a:moveTo>
                <a:cubicBezTo>
                  <a:pt x="53197" y="36739"/>
                  <a:pt x="54503" y="31541"/>
                  <a:pt x="56199" y="25454"/>
                </a:cubicBezTo>
                <a:cubicBezTo>
                  <a:pt x="57896" y="19366"/>
                  <a:pt x="59365" y="14679"/>
                  <a:pt x="60604" y="11393"/>
                </a:cubicBezTo>
                <a:lnTo>
                  <a:pt x="60200" y="10666"/>
                </a:lnTo>
                <a:lnTo>
                  <a:pt x="36443" y="10666"/>
                </a:lnTo>
                <a:lnTo>
                  <a:pt x="26504" y="56644"/>
                </a:lnTo>
                <a:cubicBezTo>
                  <a:pt x="25696" y="60253"/>
                  <a:pt x="24754" y="64146"/>
                  <a:pt x="23676" y="68320"/>
                </a:cubicBezTo>
                <a:cubicBezTo>
                  <a:pt x="22599" y="72495"/>
                  <a:pt x="21763" y="75472"/>
                  <a:pt x="21171" y="77249"/>
                </a:cubicBezTo>
                <a:lnTo>
                  <a:pt x="4040" y="77249"/>
                </a:lnTo>
                <a:lnTo>
                  <a:pt x="4849" y="73290"/>
                </a:lnTo>
                <a:cubicBezTo>
                  <a:pt x="10559" y="67633"/>
                  <a:pt x="15838" y="54381"/>
                  <a:pt x="20687" y="33534"/>
                </a:cubicBezTo>
                <a:lnTo>
                  <a:pt x="26019" y="10666"/>
                </a:lnTo>
                <a:lnTo>
                  <a:pt x="23433" y="10666"/>
                </a:lnTo>
                <a:cubicBezTo>
                  <a:pt x="19609" y="10666"/>
                  <a:pt x="16377" y="11313"/>
                  <a:pt x="13737" y="12605"/>
                </a:cubicBezTo>
                <a:cubicBezTo>
                  <a:pt x="11098" y="13898"/>
                  <a:pt x="8215" y="16484"/>
                  <a:pt x="5091" y="20363"/>
                </a:cubicBezTo>
                <a:lnTo>
                  <a:pt x="0" y="16080"/>
                </a:lnTo>
                <a:cubicBezTo>
                  <a:pt x="2801" y="12686"/>
                  <a:pt x="5091" y="10100"/>
                  <a:pt x="6868" y="8323"/>
                </a:cubicBezTo>
                <a:cubicBezTo>
                  <a:pt x="8646" y="6545"/>
                  <a:pt x="10519" y="5036"/>
                  <a:pt x="12484" y="3798"/>
                </a:cubicBezTo>
                <a:cubicBezTo>
                  <a:pt x="14451" y="2559"/>
                  <a:pt x="16659" y="1616"/>
                  <a:pt x="19111" y="970"/>
                </a:cubicBezTo>
                <a:cubicBezTo>
                  <a:pt x="21561" y="323"/>
                  <a:pt x="24430" y="0"/>
                  <a:pt x="27716" y="0"/>
                </a:cubicBezTo>
                <a:lnTo>
                  <a:pt x="94056" y="0"/>
                </a:lnTo>
                <a:lnTo>
                  <a:pt x="91713" y="10666"/>
                </a:lnTo>
                <a:lnTo>
                  <a:pt x="72482" y="10666"/>
                </a:lnTo>
                <a:lnTo>
                  <a:pt x="63351" y="51149"/>
                </a:lnTo>
                <a:cubicBezTo>
                  <a:pt x="62166" y="56428"/>
                  <a:pt x="61573" y="60415"/>
                  <a:pt x="61573" y="63108"/>
                </a:cubicBezTo>
                <a:cubicBezTo>
                  <a:pt x="61573" y="65263"/>
                  <a:pt x="61924" y="66825"/>
                  <a:pt x="62624" y="67795"/>
                </a:cubicBezTo>
                <a:cubicBezTo>
                  <a:pt x="63324" y="68765"/>
                  <a:pt x="64428" y="69250"/>
                  <a:pt x="65937" y="69250"/>
                </a:cubicBezTo>
                <a:cubicBezTo>
                  <a:pt x="69169" y="69250"/>
                  <a:pt x="72967" y="66664"/>
                  <a:pt x="77330" y="61492"/>
                </a:cubicBezTo>
                <a:lnTo>
                  <a:pt x="82017" y="65856"/>
                </a:lnTo>
                <a:cubicBezTo>
                  <a:pt x="77923" y="70327"/>
                  <a:pt x="74192" y="73559"/>
                  <a:pt x="70825" y="75552"/>
                </a:cubicBezTo>
                <a:cubicBezTo>
                  <a:pt x="67458" y="77546"/>
                  <a:pt x="63863" y="78542"/>
                  <a:pt x="60038" y="78542"/>
                </a:cubicBezTo>
                <a:cubicBezTo>
                  <a:pt x="56375" y="78542"/>
                  <a:pt x="53493" y="77290"/>
                  <a:pt x="51392" y="74785"/>
                </a:cubicBezTo>
                <a:cubicBezTo>
                  <a:pt x="49291" y="72280"/>
                  <a:pt x="48240" y="68980"/>
                  <a:pt x="48240" y="64886"/>
                </a:cubicBezTo>
                <a:cubicBezTo>
                  <a:pt x="48240" y="61277"/>
                  <a:pt x="48995" y="56051"/>
                  <a:pt x="50503" y="49210"/>
                </a:cubicBezTo>
                <a:lnTo>
                  <a:pt x="52281" y="410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166EEF4A-65CC-4680-8A6B-27F25E8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6611" y="2360489"/>
            <a:ext cx="69917" cy="59761"/>
          </a:xfrm>
          <a:custGeom xmlns:a="http://schemas.openxmlformats.org/drawingml/2006/main">
            <a:pathLst>
              <a:path w="69917" h="59761">
                <a:moveTo>
                  <a:pt x="68038" y="9099"/>
                </a:moveTo>
                <a:lnTo>
                  <a:pt x="47491" y="9099"/>
                </a:lnTo>
                <a:cubicBezTo>
                  <a:pt x="47491" y="9334"/>
                  <a:pt x="47414" y="9530"/>
                  <a:pt x="47257" y="9686"/>
                </a:cubicBezTo>
                <a:cubicBezTo>
                  <a:pt x="49371" y="12269"/>
                  <a:pt x="50965" y="14999"/>
                  <a:pt x="52042" y="17876"/>
                </a:cubicBezTo>
                <a:cubicBezTo>
                  <a:pt x="53118" y="20752"/>
                  <a:pt x="53656" y="23854"/>
                  <a:pt x="53656" y="27180"/>
                </a:cubicBezTo>
                <a:cubicBezTo>
                  <a:pt x="53695" y="31798"/>
                  <a:pt x="52942" y="36093"/>
                  <a:pt x="51395" y="40066"/>
                </a:cubicBezTo>
                <a:cubicBezTo>
                  <a:pt x="49849" y="44038"/>
                  <a:pt x="47678" y="47482"/>
                  <a:pt x="44880" y="50398"/>
                </a:cubicBezTo>
                <a:cubicBezTo>
                  <a:pt x="42081" y="53313"/>
                  <a:pt x="38745" y="55603"/>
                  <a:pt x="34870" y="57266"/>
                </a:cubicBezTo>
                <a:cubicBezTo>
                  <a:pt x="30996" y="58929"/>
                  <a:pt x="26750" y="59761"/>
                  <a:pt x="22131" y="59761"/>
                </a:cubicBezTo>
                <a:cubicBezTo>
                  <a:pt x="14852" y="59761"/>
                  <a:pt x="9344" y="57931"/>
                  <a:pt x="5606" y="54272"/>
                </a:cubicBezTo>
                <a:cubicBezTo>
                  <a:pt x="1869" y="50613"/>
                  <a:pt x="0" y="45378"/>
                  <a:pt x="0" y="38569"/>
                </a:cubicBezTo>
                <a:cubicBezTo>
                  <a:pt x="0" y="32894"/>
                  <a:pt x="988" y="27699"/>
                  <a:pt x="2964" y="22983"/>
                </a:cubicBezTo>
                <a:cubicBezTo>
                  <a:pt x="4941" y="18267"/>
                  <a:pt x="7984" y="14206"/>
                  <a:pt x="12093" y="10802"/>
                </a:cubicBezTo>
                <a:cubicBezTo>
                  <a:pt x="16202" y="7397"/>
                  <a:pt x="21417" y="4745"/>
                  <a:pt x="27738" y="2847"/>
                </a:cubicBezTo>
                <a:cubicBezTo>
                  <a:pt x="34058" y="949"/>
                  <a:pt x="41543" y="0"/>
                  <a:pt x="50192" y="0"/>
                </a:cubicBezTo>
                <a:lnTo>
                  <a:pt x="69917" y="0"/>
                </a:lnTo>
                <a:lnTo>
                  <a:pt x="68038" y="9099"/>
                </a:lnTo>
                <a:moveTo>
                  <a:pt x="39332" y="9334"/>
                </a:moveTo>
                <a:cubicBezTo>
                  <a:pt x="35144" y="9452"/>
                  <a:pt x="31290" y="10420"/>
                  <a:pt x="27767" y="12240"/>
                </a:cubicBezTo>
                <a:cubicBezTo>
                  <a:pt x="24244" y="14060"/>
                  <a:pt x="21211" y="16457"/>
                  <a:pt x="18668" y="19431"/>
                </a:cubicBezTo>
                <a:cubicBezTo>
                  <a:pt x="16124" y="22406"/>
                  <a:pt x="14138" y="25820"/>
                  <a:pt x="12709" y="29675"/>
                </a:cubicBezTo>
                <a:cubicBezTo>
                  <a:pt x="11281" y="33530"/>
                  <a:pt x="10567" y="37532"/>
                  <a:pt x="10567" y="41680"/>
                </a:cubicBezTo>
                <a:cubicBezTo>
                  <a:pt x="10567" y="43872"/>
                  <a:pt x="10840" y="45760"/>
                  <a:pt x="11389" y="47345"/>
                </a:cubicBezTo>
                <a:cubicBezTo>
                  <a:pt x="11936" y="48930"/>
                  <a:pt x="12690" y="50231"/>
                  <a:pt x="13648" y="51249"/>
                </a:cubicBezTo>
                <a:cubicBezTo>
                  <a:pt x="14608" y="52267"/>
                  <a:pt x="15753" y="53010"/>
                  <a:pt x="17082" y="53480"/>
                </a:cubicBezTo>
                <a:cubicBezTo>
                  <a:pt x="18413" y="53949"/>
                  <a:pt x="19842" y="54184"/>
                  <a:pt x="21368" y="54184"/>
                </a:cubicBezTo>
                <a:cubicBezTo>
                  <a:pt x="23599" y="54184"/>
                  <a:pt x="25663" y="53754"/>
                  <a:pt x="27562" y="52893"/>
                </a:cubicBezTo>
                <a:cubicBezTo>
                  <a:pt x="29459" y="52032"/>
                  <a:pt x="31191" y="50848"/>
                  <a:pt x="32757" y="49341"/>
                </a:cubicBezTo>
                <a:cubicBezTo>
                  <a:pt x="34323" y="47834"/>
                  <a:pt x="35702" y="46073"/>
                  <a:pt x="36895" y="44058"/>
                </a:cubicBezTo>
                <a:cubicBezTo>
                  <a:pt x="38089" y="42042"/>
                  <a:pt x="39097" y="39890"/>
                  <a:pt x="39918" y="37600"/>
                </a:cubicBezTo>
                <a:cubicBezTo>
                  <a:pt x="40741" y="35311"/>
                  <a:pt x="41357" y="32933"/>
                  <a:pt x="41768" y="30468"/>
                </a:cubicBezTo>
                <a:cubicBezTo>
                  <a:pt x="42179" y="28002"/>
                  <a:pt x="42385" y="25576"/>
                  <a:pt x="42385" y="23188"/>
                </a:cubicBezTo>
                <a:cubicBezTo>
                  <a:pt x="42385" y="20566"/>
                  <a:pt x="42130" y="18071"/>
                  <a:pt x="41622" y="15704"/>
                </a:cubicBezTo>
                <a:cubicBezTo>
                  <a:pt x="41112" y="13336"/>
                  <a:pt x="40349" y="11213"/>
                  <a:pt x="39332" y="93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4F526133-3AE8-4685-8282-822B997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3796" y="2377247"/>
            <a:ext cx="74354" cy="65991"/>
          </a:xfrm>
          <a:custGeom xmlns:a="http://schemas.openxmlformats.org/drawingml/2006/main">
            <a:pathLst>
              <a:path w="74354" h="65991">
                <a:moveTo>
                  <a:pt x="24075" y="29249"/>
                </a:moveTo>
                <a:lnTo>
                  <a:pt x="25236" y="29249"/>
                </a:lnTo>
                <a:cubicBezTo>
                  <a:pt x="27137" y="29249"/>
                  <a:pt x="28781" y="28959"/>
                  <a:pt x="30167" y="28378"/>
                </a:cubicBezTo>
                <a:cubicBezTo>
                  <a:pt x="31747" y="27702"/>
                  <a:pt x="34018" y="26122"/>
                  <a:pt x="36983" y="23641"/>
                </a:cubicBezTo>
                <a:cubicBezTo>
                  <a:pt x="41012" y="20353"/>
                  <a:pt x="44525" y="17292"/>
                  <a:pt x="47523" y="14455"/>
                </a:cubicBezTo>
                <a:cubicBezTo>
                  <a:pt x="50005" y="12006"/>
                  <a:pt x="51648" y="10072"/>
                  <a:pt x="52454" y="8654"/>
                </a:cubicBezTo>
                <a:cubicBezTo>
                  <a:pt x="52937" y="7752"/>
                  <a:pt x="53179" y="6897"/>
                  <a:pt x="53179" y="6092"/>
                </a:cubicBezTo>
                <a:cubicBezTo>
                  <a:pt x="53179" y="5318"/>
                  <a:pt x="52857" y="4714"/>
                  <a:pt x="52213" y="4279"/>
                </a:cubicBezTo>
                <a:cubicBezTo>
                  <a:pt x="51567" y="3844"/>
                  <a:pt x="50407" y="3610"/>
                  <a:pt x="48731" y="3578"/>
                </a:cubicBezTo>
                <a:lnTo>
                  <a:pt x="49505" y="0"/>
                </a:lnTo>
                <a:lnTo>
                  <a:pt x="74354" y="0"/>
                </a:lnTo>
                <a:lnTo>
                  <a:pt x="73532" y="3578"/>
                </a:lnTo>
                <a:cubicBezTo>
                  <a:pt x="72340" y="3739"/>
                  <a:pt x="71187" y="4093"/>
                  <a:pt x="70075" y="4641"/>
                </a:cubicBezTo>
                <a:cubicBezTo>
                  <a:pt x="68964" y="5189"/>
                  <a:pt x="67771" y="5939"/>
                  <a:pt x="66498" y="6889"/>
                </a:cubicBezTo>
                <a:cubicBezTo>
                  <a:pt x="65225" y="7840"/>
                  <a:pt x="63138" y="9589"/>
                  <a:pt x="60237" y="12135"/>
                </a:cubicBezTo>
                <a:lnTo>
                  <a:pt x="39691" y="29829"/>
                </a:lnTo>
                <a:lnTo>
                  <a:pt x="51970" y="53470"/>
                </a:lnTo>
                <a:cubicBezTo>
                  <a:pt x="53292" y="56015"/>
                  <a:pt x="54380" y="57812"/>
                  <a:pt x="55234" y="58860"/>
                </a:cubicBezTo>
                <a:cubicBezTo>
                  <a:pt x="56088" y="59907"/>
                  <a:pt x="57095" y="60737"/>
                  <a:pt x="58255" y="61350"/>
                </a:cubicBezTo>
                <a:cubicBezTo>
                  <a:pt x="59416" y="61962"/>
                  <a:pt x="60866" y="62316"/>
                  <a:pt x="62606" y="62413"/>
                </a:cubicBezTo>
                <a:lnTo>
                  <a:pt x="61736" y="65991"/>
                </a:lnTo>
                <a:lnTo>
                  <a:pt x="39062" y="65991"/>
                </a:lnTo>
                <a:lnTo>
                  <a:pt x="39932" y="62413"/>
                </a:lnTo>
                <a:cubicBezTo>
                  <a:pt x="41867" y="62316"/>
                  <a:pt x="42834" y="61704"/>
                  <a:pt x="42834" y="60576"/>
                </a:cubicBezTo>
                <a:cubicBezTo>
                  <a:pt x="42834" y="59964"/>
                  <a:pt x="42688" y="59247"/>
                  <a:pt x="42399" y="58425"/>
                </a:cubicBezTo>
                <a:cubicBezTo>
                  <a:pt x="42108" y="57603"/>
                  <a:pt x="41415" y="56112"/>
                  <a:pt x="40320" y="53953"/>
                </a:cubicBezTo>
                <a:lnTo>
                  <a:pt x="33116" y="39884"/>
                </a:lnTo>
                <a:cubicBezTo>
                  <a:pt x="32214" y="38144"/>
                  <a:pt x="31456" y="36920"/>
                  <a:pt x="30844" y="36211"/>
                </a:cubicBezTo>
                <a:cubicBezTo>
                  <a:pt x="30232" y="35501"/>
                  <a:pt x="29595" y="35010"/>
                  <a:pt x="28934" y="34736"/>
                </a:cubicBezTo>
                <a:cubicBezTo>
                  <a:pt x="28273" y="34462"/>
                  <a:pt x="27250" y="34325"/>
                  <a:pt x="25865" y="34325"/>
                </a:cubicBezTo>
                <a:lnTo>
                  <a:pt x="22963" y="34325"/>
                </a:lnTo>
                <a:lnTo>
                  <a:pt x="19145" y="51777"/>
                </a:lnTo>
                <a:cubicBezTo>
                  <a:pt x="18758" y="53582"/>
                  <a:pt x="18499" y="54912"/>
                  <a:pt x="18371" y="55766"/>
                </a:cubicBezTo>
                <a:cubicBezTo>
                  <a:pt x="18242" y="56620"/>
                  <a:pt x="18178" y="57466"/>
                  <a:pt x="18178" y="58304"/>
                </a:cubicBezTo>
                <a:cubicBezTo>
                  <a:pt x="18178" y="59722"/>
                  <a:pt x="18613" y="60753"/>
                  <a:pt x="19483" y="61398"/>
                </a:cubicBezTo>
                <a:cubicBezTo>
                  <a:pt x="20353" y="62043"/>
                  <a:pt x="21900" y="62381"/>
                  <a:pt x="24124" y="62413"/>
                </a:cubicBezTo>
                <a:lnTo>
                  <a:pt x="23351" y="65991"/>
                </a:lnTo>
                <a:lnTo>
                  <a:pt x="0" y="65991"/>
                </a:lnTo>
                <a:lnTo>
                  <a:pt x="821" y="62413"/>
                </a:lnTo>
                <a:cubicBezTo>
                  <a:pt x="2498" y="62156"/>
                  <a:pt x="3706" y="61736"/>
                  <a:pt x="4447" y="61156"/>
                </a:cubicBezTo>
                <a:cubicBezTo>
                  <a:pt x="5189" y="60576"/>
                  <a:pt x="5825" y="59634"/>
                  <a:pt x="6357" y="58328"/>
                </a:cubicBezTo>
                <a:cubicBezTo>
                  <a:pt x="6889" y="57023"/>
                  <a:pt x="7558" y="54630"/>
                  <a:pt x="8364" y="51149"/>
                </a:cubicBezTo>
                <a:lnTo>
                  <a:pt x="16534" y="14213"/>
                </a:lnTo>
                <a:cubicBezTo>
                  <a:pt x="17146" y="11345"/>
                  <a:pt x="17452" y="9202"/>
                  <a:pt x="17452" y="7784"/>
                </a:cubicBezTo>
                <a:cubicBezTo>
                  <a:pt x="17452" y="6784"/>
                  <a:pt x="17300" y="6003"/>
                  <a:pt x="16993" y="5439"/>
                </a:cubicBezTo>
                <a:cubicBezTo>
                  <a:pt x="16686" y="4875"/>
                  <a:pt x="16099" y="4432"/>
                  <a:pt x="15228" y="4109"/>
                </a:cubicBezTo>
                <a:cubicBezTo>
                  <a:pt x="14358" y="3787"/>
                  <a:pt x="13117" y="3610"/>
                  <a:pt x="11506" y="3578"/>
                </a:cubicBezTo>
                <a:lnTo>
                  <a:pt x="12328" y="0"/>
                </a:lnTo>
                <a:lnTo>
                  <a:pt x="35533" y="0"/>
                </a:lnTo>
                <a:lnTo>
                  <a:pt x="34760" y="3481"/>
                </a:lnTo>
                <a:cubicBezTo>
                  <a:pt x="33116" y="3739"/>
                  <a:pt x="31924" y="4166"/>
                  <a:pt x="31182" y="4762"/>
                </a:cubicBezTo>
                <a:cubicBezTo>
                  <a:pt x="30441" y="5358"/>
                  <a:pt x="29797" y="6341"/>
                  <a:pt x="29248" y="7711"/>
                </a:cubicBezTo>
                <a:cubicBezTo>
                  <a:pt x="28701" y="9081"/>
                  <a:pt x="28056" y="11425"/>
                  <a:pt x="27315" y="14745"/>
                </a:cubicBezTo>
                <a:lnTo>
                  <a:pt x="24075" y="292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3516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2026-10-09T21:37:54.2720000Z</dcterms:created>
  <dcterms:modified xsi:type="dcterms:W3CDTF">2026-10-09T21:37:54.2720000Z</dcterms:modified>
</coreProperties>
</file>