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0a03ee53c4c49" /><Relationship Type="http://schemas.openxmlformats.org/officeDocument/2006/relationships/extended-properties" Target="/docProps/app.xml" Id="Rc3f2a4a34bfd4bf5" /><Relationship Type="http://schemas.openxmlformats.org/officeDocument/2006/relationships/officeDocument" Target="/ppt/presentation.xml" Id="Rb5b0071927cf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ed1e183660438a"/>
  </p:sldMasterIdLst>
  <p:notesMasterIdLst>
    <p:notesMasterId xmlns:r="http://schemas.openxmlformats.org/officeDocument/2006/relationships" r:id="R517a229c59734324"/>
  </p:notesMasterIdLst>
  <p:sldIdLst>
    <p:sldId xmlns:r="http://schemas.openxmlformats.org/officeDocument/2006/relationships" id="256" r:id="R981eec1bc73b4501"/>
  </p:sldIdLst>
  <p:sldSz cx="14658975" cy="7115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84bfe978544ba6" /><Relationship Type="http://schemas.openxmlformats.org/officeDocument/2006/relationships/slideMaster" Target="/ppt/slideMasters/slideMaster1.xml" Id="Rb5ed1e183660438a" /><Relationship Type="http://schemas.openxmlformats.org/officeDocument/2006/relationships/notesMaster" Target="/ppt/notesMasters/notesMaster1.xml" Id="R517a229c59734324" /><Relationship Type="http://schemas.openxmlformats.org/officeDocument/2006/relationships/presProps" Target="/ppt/presProps.xml" Id="R971db5fcf7c2453a" /><Relationship Type="http://schemas.openxmlformats.org/officeDocument/2006/relationships/tableStyles" Target="/ppt/tableStyles.xml" Id="R8a9c4305fb5e4f21" /><Relationship Type="http://schemas.openxmlformats.org/officeDocument/2006/relationships/slide" Target="/ppt/slides/slide1.xml" Id="R981eec1bc73b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f1127d1f9541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37aded6bc41fb" /><Relationship Type="http://schemas.openxmlformats.org/officeDocument/2006/relationships/notesMaster" Target="/ppt/notesMasters/notesMaster1.xml" Id="R09c16742d21a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"From Reaction to Anticipation: Proactive Failure Recovery through Agentic Task Graph for Robotic Manipulation (AgentChord)",</a:t>
            </a:r>
          </a:p>
          <a:p xmlns:a="http://schemas.openxmlformats.org/drawingml/2006/main">
            <a:r>
              <a:t>  "paper_url": "https://arxiv.org/pdf/2605.11951v1",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"Original task-graph structuring, recovery orchestration and execution compilation architecture. Native graphs, flow arrows and mathematical labels; ordinary prose remains live text with Arial substituted for unavailable source Chalkboard. Nineteen original interface icons/robot observations remain separate raster objects.",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"56a1a3c839b5850c82f072eea2cbc0f5c7b2da4da864a5b16f8e821d188d6757",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48,</a:t>
            </a:r>
          </a:p>
          <a:p xmlns:a="http://schemas.openxmlformats.org/drawingml/2006/main">
            <a:r>
              <a:t>    54,</a:t>
            </a:r>
          </a:p>
          <a:p xmlns:a="http://schemas.openxmlformats.org/drawingml/2006/main">
            <a:r>
              <a:t>    561,</a:t>
            </a:r>
          </a:p>
          <a:p xmlns:a="http://schemas.openxmlformats.org/drawingml/2006/main">
            <a:r>
              <a:t>    303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"DejaVuMath"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2",</a:t>
            </a:r>
          </a:p>
          <a:p xmlns:a="http://schemas.openxmlformats.org/drawingml/2006/main">
            <a:r>
              <a:t>    "path partially intersects raster inset: 163"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"path_repairs": "Reviewed arrow compounds split to preserve open heads without fill-parity seams; two lower execution braces redrawn as equivalent native stroked polylines.",</a:t>
            </a:r>
          </a:p>
          <a:p xmlns:a="http://schemas.openxmlformats.org/drawingml/2006/main">
            <a:r>
              <a:t>  "text_repairs": "Live ordinary labels use fitted Arial instead of unavailable Chalkboard; mathematical source glyphs remain native vector outlines. This changes letterform style but preserves source wording, placement, color, diagram geometry and photographs."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84383299148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97fd1b88747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8d0177ab242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497fe018d4f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d78aa1e2c40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a8c582b0f49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A72EBD-FB40-4D51-8560-C14ADE5C1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5898" y="2687955"/>
            <a:ext cx="11727180" cy="1027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27A7B7-AF13-4444-AEA7-2C20BC7480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98846" y="3913346"/>
            <a:ext cx="10261283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DAAA62-871D-417E-8E78-68C46A045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65898" y="2964656"/>
            <a:ext cx="11727180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A8A7C1-AB14-49FA-BD44-46E94E70C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4567" y="553403"/>
            <a:ext cx="13009840" cy="869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288D0F-A836-4EEE-991D-4CD41B28A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4567" y="1976438"/>
            <a:ext cx="13009840" cy="442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17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1pPr>
            <a:lvl2pPr marL="55340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2pPr>
            <a:lvl3pPr marL="86963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3pPr>
            <a:lvl4pPr marL="118586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4pPr>
            <a:lvl5pPr marL="150209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5pPr>
            <a:lvl6pPr marL="181832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6pPr>
            <a:lvl7pPr marL="213455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7pPr>
            <a:lvl8pPr marL="245078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8pPr>
            <a:lvl9pPr marL="276701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0AA6B2-6DCE-4BC9-B671-961ACA4BF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4567" y="553403"/>
            <a:ext cx="13009840" cy="869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6E076A-B595-46F6-9C48-1E50E39B2E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4567" y="1976438"/>
            <a:ext cx="6046827" cy="442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17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1pPr>
            <a:lvl2pPr marL="55340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2pPr>
            <a:lvl3pPr marL="86963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3pPr>
            <a:lvl4pPr marL="118586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4pPr>
            <a:lvl5pPr marL="150209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5pPr>
            <a:lvl6pPr marL="181832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6pPr>
            <a:lvl7pPr marL="213455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7pPr>
            <a:lvl8pPr marL="245078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8pPr>
            <a:lvl9pPr marL="276701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1DFB36-9132-4E76-B8AB-C00CCA50F6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787580" y="1976438"/>
            <a:ext cx="6046827" cy="442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17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1pPr>
            <a:lvl2pPr marL="55340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2pPr>
            <a:lvl3pPr marL="86963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3pPr>
            <a:lvl4pPr marL="118586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4pPr>
            <a:lvl5pPr marL="150209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5pPr>
            <a:lvl6pPr marL="181832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6pPr>
            <a:lvl7pPr marL="213455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7pPr>
            <a:lvl8pPr marL="245078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8pPr>
            <a:lvl9pPr marL="276701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55F34B-A52E-4875-AADD-B6C6C211F0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4567" y="553403"/>
            <a:ext cx="13009840" cy="869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C48A5F-1B67-48EF-ADA0-B1E344155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4567" y="1976438"/>
            <a:ext cx="6046827" cy="442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717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1pPr>
            <a:lvl2pPr marL="55340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2pPr>
            <a:lvl3pPr marL="86963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3pPr>
            <a:lvl4pPr marL="118586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4pPr>
            <a:lvl5pPr marL="150209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5pPr>
            <a:lvl6pPr marL="181832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6pPr>
            <a:lvl7pPr marL="213455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7pPr>
            <a:lvl8pPr marL="245078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8pPr>
            <a:lvl9pPr marL="2767013" indent="-237173">
              <a:lnSpc>
                <a:spcPct val="110000"/>
              </a:lnSpc>
              <a:spcBef>
                <a:spcPts val="0"/>
              </a:spcBef>
              <a:spcAft>
                <a:spcPts val="12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b09f673db54a3d" /><Relationship Type="http://schemas.openxmlformats.org/officeDocument/2006/relationships/slideLayout" Target="/ppt/slideLayouts/slideLayout1.xml" Id="R6d490dee7a9b41da" /><Relationship Type="http://schemas.openxmlformats.org/officeDocument/2006/relationships/slideLayout" Target="/ppt/slideLayouts/slideLayout2.xml" Id="Re141a553f09d4ecd" /><Relationship Type="http://schemas.openxmlformats.org/officeDocument/2006/relationships/slideLayout" Target="/ppt/slideLayouts/slideLayout3.xml" Id="Rf01d9fad3c034c1c" /><Relationship Type="http://schemas.openxmlformats.org/officeDocument/2006/relationships/slideLayout" Target="/ppt/slideLayouts/slideLayout4.xml" Id="R30ee6ad2afbc4034" /><Relationship Type="http://schemas.openxmlformats.org/officeDocument/2006/relationships/slideLayout" Target="/ppt/slideLayouts/slideLayout5.xml" Id="R41c86cfcc75e499d" /><Relationship Type="http://schemas.openxmlformats.org/officeDocument/2006/relationships/slideLayout" Target="/ppt/slideLayouts/slideLayout6.xml" Id="Re990a19e8f3f45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90dee7a9b41da"/>
    <p:sldLayoutId xmlns:r="http://schemas.openxmlformats.org/officeDocument/2006/relationships" id="2147483650" r:id="Re141a553f09d4ecd"/>
    <p:sldLayoutId xmlns:r="http://schemas.openxmlformats.org/officeDocument/2006/relationships" id="2147483651" r:id="Rf01d9fad3c034c1c"/>
    <p:sldLayoutId xmlns:r="http://schemas.openxmlformats.org/officeDocument/2006/relationships" id="2147483652" r:id="R30ee6ad2afbc4034"/>
    <p:sldLayoutId xmlns:r="http://schemas.openxmlformats.org/officeDocument/2006/relationships" id="2147483653" r:id="R41c86cfcc75e499d"/>
    <p:sldLayoutId xmlns:r="http://schemas.openxmlformats.org/officeDocument/2006/relationships" id="2147483654" r:id="Re990a19e8f3f45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d14315b2d45d0" /><Relationship Type="http://schemas.openxmlformats.org/officeDocument/2006/relationships/image" Target="/ppt/media/image.png" Id="R9096a316de6d4d65" /><Relationship Type="http://schemas.openxmlformats.org/officeDocument/2006/relationships/image" Target="/ppt/media/image2.png" Id="R11e9261c73da439a" /><Relationship Type="http://schemas.openxmlformats.org/officeDocument/2006/relationships/image" Target="/ppt/media/image3.png" Id="Rdf110222a1c74aab" /><Relationship Type="http://schemas.openxmlformats.org/officeDocument/2006/relationships/image" Target="/ppt/media/image4.png" Id="R6a9179ceeb0e4e26" /><Relationship Type="http://schemas.openxmlformats.org/officeDocument/2006/relationships/image" Target="/ppt/media/image5.png" Id="Rec4ceac6ac6e48fa" /><Relationship Type="http://schemas.openxmlformats.org/officeDocument/2006/relationships/image" Target="/ppt/media/image6.png" Id="R29713087e5794049" /><Relationship Type="http://schemas.openxmlformats.org/officeDocument/2006/relationships/image" Target="/ppt/media/image7.png" Id="Ra25d5bcff28d4e97" /><Relationship Type="http://schemas.openxmlformats.org/officeDocument/2006/relationships/image" Target="/ppt/media/image8.png" Id="R6fe776e49b6e4811" /><Relationship Type="http://schemas.openxmlformats.org/officeDocument/2006/relationships/image" Target="/ppt/media/image9.png" Id="Rc7fa02b82dc04669" /><Relationship Type="http://schemas.openxmlformats.org/officeDocument/2006/relationships/image" Target="/ppt/media/image10.png" Id="Rbfa5deb0c7134b96" /><Relationship Type="http://schemas.openxmlformats.org/officeDocument/2006/relationships/image" Target="/ppt/media/image11.png" Id="Rc14b537097934929" /><Relationship Type="http://schemas.openxmlformats.org/officeDocument/2006/relationships/image" Target="/ppt/media/image12.png" Id="Rd4e5253ddd934ba4" /><Relationship Type="http://schemas.openxmlformats.org/officeDocument/2006/relationships/image" Target="/ppt/media/image13.png" Id="Rad69a2ed241441ac" /><Relationship Type="http://schemas.openxmlformats.org/officeDocument/2006/relationships/image" Target="/ppt/media/image14.png" Id="R1cf8930bd8654e72" /><Relationship Type="http://schemas.openxmlformats.org/officeDocument/2006/relationships/image" Target="/ppt/media/image15.png" Id="R9e13c1eb78594a37" /><Relationship Type="http://schemas.openxmlformats.org/officeDocument/2006/relationships/image" Target="/ppt/media/image16.png" Id="R977528b5abf04a5c" /><Relationship Type="http://schemas.openxmlformats.org/officeDocument/2006/relationships/image" Target="/ppt/media/image17.png" Id="R1bb635cdb1154459" /><Relationship Type="http://schemas.openxmlformats.org/officeDocument/2006/relationships/image" Target="/ppt/media/image18.png" Id="Rdf48e8dc47cb483c" /><Relationship Type="http://schemas.openxmlformats.org/officeDocument/2006/relationships/image" Target="/ppt/media/image19.png" Id="R0380e138d4674a29" /><Relationship Type="http://schemas.openxmlformats.org/officeDocument/2006/relationships/notesSlide" Target="/ppt/notesSlides/notesSlide1.xml" Id="R83db731053064c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pdf-path-1">
            <a:extLst xmlns:a="http://schemas.openxmlformats.org/drawingml/2006/main">
              <a:ext uri="{FF2B5EF4-FFF2-40B4-BE49-F238E27FC236}">
                <a16:creationId xmlns:a16="http://schemas.microsoft.com/office/drawing/2014/main" id="{BE87D6BB-7D2D-4630-9864-E8B97A0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930" y="70436"/>
            <a:ext cx="3498225" cy="5378484"/>
          </a:xfrm>
          <a:custGeom xmlns:a="http://schemas.openxmlformats.org/drawingml/2006/main">
            <a:pathLst>
              <a:path w="3498225" h="5378484">
                <a:moveTo>
                  <a:pt x="0" y="196719"/>
                </a:moveTo>
                <a:cubicBezTo>
                  <a:pt x="167" y="88148"/>
                  <a:pt x="88315" y="0"/>
                  <a:pt x="196219" y="501"/>
                </a:cubicBezTo>
                <a:lnTo>
                  <a:pt x="3301673" y="501"/>
                </a:lnTo>
                <a:cubicBezTo>
                  <a:pt x="3410077" y="0"/>
                  <a:pt x="3498225" y="88148"/>
                  <a:pt x="3497891" y="196719"/>
                </a:cubicBezTo>
                <a:lnTo>
                  <a:pt x="3497891" y="5180263"/>
                </a:lnTo>
                <a:cubicBezTo>
                  <a:pt x="3498225" y="5289501"/>
                  <a:pt x="3410077" y="5377649"/>
                  <a:pt x="3301673" y="5378484"/>
                </a:cubicBezTo>
                <a:lnTo>
                  <a:pt x="196219" y="5378484"/>
                </a:lnTo>
                <a:cubicBezTo>
                  <a:pt x="88315" y="5377649"/>
                  <a:pt x="167" y="5289501"/>
                  <a:pt x="0" y="5180263"/>
                </a:cubicBezTo>
                <a:lnTo>
                  <a:pt x="0" y="196719"/>
                </a:lnTo>
              </a:path>
            </a:pathLst>
          </a:custGeom>
          <a:solidFill xmlns:a="http://schemas.openxmlformats.org/drawingml/2006/main">
            <a:srgbClr val="91ACE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2">
            <a:extLst xmlns:a="http://schemas.openxmlformats.org/drawingml/2006/main">
              <a:ext uri="{FF2B5EF4-FFF2-40B4-BE49-F238E27FC236}">
                <a16:creationId xmlns:a16="http://schemas.microsoft.com/office/drawing/2014/main" id="{1BD4BE0E-569F-4D62-B4E1-08EEF7D9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78" y="70436"/>
            <a:ext cx="3498893" cy="5376815"/>
          </a:xfrm>
          <a:custGeom xmlns:a="http://schemas.openxmlformats.org/drawingml/2006/main">
            <a:pathLst>
              <a:path w="3498893" h="5376815">
                <a:moveTo>
                  <a:pt x="1001" y="220746"/>
                </a:moveTo>
                <a:cubicBezTo>
                  <a:pt x="0" y="98610"/>
                  <a:pt x="98610" y="0"/>
                  <a:pt x="219244" y="501"/>
                </a:cubicBezTo>
                <a:lnTo>
                  <a:pt x="3278648" y="501"/>
                </a:lnTo>
                <a:cubicBezTo>
                  <a:pt x="3399449" y="0"/>
                  <a:pt x="3498058" y="98610"/>
                  <a:pt x="3498893" y="220746"/>
                </a:cubicBezTo>
                <a:lnTo>
                  <a:pt x="3498893" y="5156236"/>
                </a:lnTo>
                <a:cubicBezTo>
                  <a:pt x="3498058" y="5278205"/>
                  <a:pt x="3399449" y="5376815"/>
                  <a:pt x="3278648" y="5376481"/>
                </a:cubicBezTo>
                <a:lnTo>
                  <a:pt x="219244" y="5376481"/>
                </a:lnTo>
                <a:cubicBezTo>
                  <a:pt x="98610" y="5376815"/>
                  <a:pt x="0" y="5278205"/>
                  <a:pt x="1001" y="5156236"/>
                </a:cubicBezTo>
                <a:lnTo>
                  <a:pt x="1001" y="220746"/>
                </a:lnTo>
              </a:path>
            </a:pathLst>
          </a:custGeom>
          <a:solidFill xmlns:a="http://schemas.openxmlformats.org/drawingml/2006/main">
            <a:srgbClr val="FFC00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3">
            <a:extLst xmlns:a="http://schemas.openxmlformats.org/drawingml/2006/main">
              <a:ext uri="{FF2B5EF4-FFF2-40B4-BE49-F238E27FC236}">
                <a16:creationId xmlns:a16="http://schemas.microsoft.com/office/drawing/2014/main" id="{C7D79098-8E5D-4129-BEDF-BAF45CF3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316" y="639569"/>
            <a:ext cx="3200394" cy="1235374"/>
          </a:xfrm>
          <a:custGeom xmlns:a="http://schemas.openxmlformats.org/drawingml/2006/main">
            <a:pathLst>
              <a:path w="3200394" h="1235374">
                <a:moveTo>
                  <a:pt x="834" y="206230"/>
                </a:moveTo>
                <a:cubicBezTo>
                  <a:pt x="0" y="92737"/>
                  <a:pt x="92069" y="668"/>
                  <a:pt x="205061" y="0"/>
                </a:cubicBezTo>
                <a:lnTo>
                  <a:pt x="2994164" y="0"/>
                </a:lnTo>
                <a:cubicBezTo>
                  <a:pt x="3108157" y="668"/>
                  <a:pt x="3200226" y="92737"/>
                  <a:pt x="3200394" y="206230"/>
                </a:cubicBezTo>
                <a:lnTo>
                  <a:pt x="3200394" y="1029145"/>
                </a:lnTo>
                <a:cubicBezTo>
                  <a:pt x="3200226" y="1142471"/>
                  <a:pt x="3108157" y="1234540"/>
                  <a:pt x="2994164" y="1235374"/>
                </a:cubicBezTo>
                <a:lnTo>
                  <a:pt x="205061" y="1235374"/>
                </a:lnTo>
                <a:cubicBezTo>
                  <a:pt x="92069" y="1234540"/>
                  <a:pt x="0" y="1142471"/>
                  <a:pt x="834" y="1029145"/>
                </a:cubicBezTo>
                <a:lnTo>
                  <a:pt x="834" y="20623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FCA98-CD5E-4BE9-8EEE-1CE6461AC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6a316de6d4d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333" y="713652"/>
            <a:ext cx="390434" cy="390434"/>
          </a:xfrm>
          <a:prstGeom xmlns:a="http://schemas.openxmlformats.org/drawingml/2006/main" prst="rect">
            <a:avLst/>
          </a:prstGeom>
        </p:spPr>
      </p:pic>
      <p:sp>
        <p:nvSpPr>
          <p:cNvPr id="5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830DEBE2-A885-4136-82AD-FAD1D8D7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333" y="713652"/>
            <a:ext cx="390434" cy="390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9B9DCDBC-A75A-4A7F-B578-36597023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578" y="1264746"/>
            <a:ext cx="2494239" cy="20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Pour water from bottle to </a:t>
            </a:r>
          </a:p>
        </p:txBody>
      </p:sp>
      <p:sp>
        <p:nvSpPr>
          <p:cNvPr id="7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91769299-EF93-4EBB-A881-EA1F79F6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578" y="1505013"/>
            <a:ext cx="1854402" cy="20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cup using dual arms.</a:t>
            </a:r>
          </a:p>
        </p:txBody>
      </p:sp>
      <p:sp>
        <p:nvSpPr>
          <p:cNvPr id="8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ACD4847B-DD0D-4BA8-9362-72DDCD2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037" y="820417"/>
            <a:ext cx="1741478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Instruction</a:t>
            </a:r>
          </a:p>
        </p:txBody>
      </p:sp>
      <p:sp>
        <p:nvSpPr>
          <p:cNvPr id="9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32E3495A-245F-40A7-9C68-2589F38B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342" y="269380"/>
            <a:ext cx="2252897" cy="2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 Interfaces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3EBEF-535B-42D3-B527-F5BD31063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9261c73da439a"/>
          <a:srcRect xmlns:a="http://schemas.openxmlformats.org/drawingml/2006/main" l="0" t="421" r="0" b="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465" y="4406927"/>
            <a:ext cx="389467" cy="422971"/>
          </a:xfrm>
          <a:prstGeom xmlns:a="http://schemas.openxmlformats.org/drawingml/2006/main" prst="rect">
            <a:avLst/>
          </a:prstGeom>
        </p:spPr>
      </p:pic>
      <p:sp>
        <p:nvSpPr>
          <p:cNvPr id="11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2748897A-1258-42C1-8A48-AEB0A085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465" y="4406927"/>
            <a:ext cx="389467" cy="422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AF826-AB32-467F-B1EB-1BEA3B0A6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10222a1c74aab"/>
          <a:srcRect xmlns:a="http://schemas.openxmlformats.org/drawingml/2006/main" l="0" t="421" r="0" b="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586" y="4493690"/>
            <a:ext cx="389466" cy="422971"/>
          </a:xfrm>
          <a:prstGeom xmlns:a="http://schemas.openxmlformats.org/drawingml/2006/main" prst="rect">
            <a:avLst/>
          </a:prstGeom>
        </p:spPr>
      </p:pic>
      <p:sp>
        <p:nvSpPr>
          <p:cNvPr id="13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82936253-0A4C-4B07-94B1-AAEC2D7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586" y="4493690"/>
            <a:ext cx="389466" cy="422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B5EC4-DE90-4B59-8DB5-27DA69685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179ceeb0e4e26"/>
          <a:srcRect xmlns:a="http://schemas.openxmlformats.org/drawingml/2006/main" l="672" t="0" r="6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738" y="4562934"/>
            <a:ext cx="389466" cy="422971"/>
          </a:xfrm>
          <a:prstGeom xmlns:a="http://schemas.openxmlformats.org/drawingml/2006/main" prst="rect">
            <a:avLst/>
          </a:prstGeom>
        </p:spPr>
      </p:pic>
      <p:sp>
        <p:nvSpPr>
          <p:cNvPr id="15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F4857B24-1EFF-4F99-9155-341ED4E5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738" y="4562934"/>
            <a:ext cx="389466" cy="422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A53A845B-351A-4276-B8E1-7BDEDBF0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919" y="5036109"/>
            <a:ext cx="392171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</a:t>
            </a:r>
          </a:p>
        </p:txBody>
      </p:sp>
      <p:sp>
        <p:nvSpPr>
          <p:cNvPr id="17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69EAE4FD-646D-416D-ACA5-E3E92C96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631" y="5236332"/>
            <a:ext cx="546980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18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F3A68CE3-C917-409B-A68F-16F376AB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068" y="5036109"/>
            <a:ext cx="584576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Proprio.</a:t>
            </a:r>
          </a:p>
        </p:txBody>
      </p:sp>
      <p:sp>
        <p:nvSpPr>
          <p:cNvPr id="19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DF755B95-01DF-4840-8902-999BD988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134" y="5236332"/>
            <a:ext cx="464590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4E679-3DEF-4BBB-98CF-22153DE006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ceac6ac6e48fa"/>
          <a:srcRect xmlns:a="http://schemas.openxmlformats.org/drawingml/2006/main" l="0" t="1020" r="0" b="1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990" y="4475837"/>
            <a:ext cx="450501" cy="450501"/>
          </a:xfrm>
          <a:prstGeom xmlns:a="http://schemas.openxmlformats.org/drawingml/2006/main" prst="rect">
            <a:avLst/>
          </a:prstGeom>
        </p:spPr>
      </p:pic>
      <p:sp>
        <p:nvSpPr>
          <p:cNvPr id="21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4FC3DDDE-FE19-4A23-A49B-5C01786B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990" y="4475837"/>
            <a:ext cx="450501" cy="450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379A2-1AA8-4EB3-9F2B-CB3FD67EB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13087e57940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25704" y="4397750"/>
            <a:ext cx="580646" cy="580646"/>
          </a:xfrm>
          <a:prstGeom xmlns:a="http://schemas.openxmlformats.org/drawingml/2006/main" prst="rect">
            <a:avLst/>
          </a:prstGeom>
        </p:spPr>
      </p:pic>
      <p:sp>
        <p:nvSpPr>
          <p:cNvPr id="23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D2C348FD-5474-42FC-8399-2369381D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5704" y="4397750"/>
            <a:ext cx="580646" cy="580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35C9825D-26B0-4B36-BC87-BA9B21C8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7406" y="5044452"/>
            <a:ext cx="863529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 </a:t>
            </a:r>
          </a:p>
        </p:txBody>
      </p:sp>
      <p:sp>
        <p:nvSpPr>
          <p:cNvPr id="25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BFBDFC48-3F46-4B7D-9188-C388F8DB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1722" y="5244674"/>
            <a:ext cx="531147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Module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22782-B865-4B16-A87B-63D4A8E614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d5bcff28d4e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3870" y="4427784"/>
            <a:ext cx="522581" cy="522581"/>
          </a:xfrm>
          <a:prstGeom xmlns:a="http://schemas.openxmlformats.org/drawingml/2006/main" prst="rect">
            <a:avLst/>
          </a:prstGeom>
        </p:spPr>
      </p:pic>
      <p:sp>
        <p:nvSpPr>
          <p:cNvPr id="27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F6E73365-BE53-48E5-9C11-009CE9E1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3870" y="4427784"/>
            <a:ext cx="522581" cy="5225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83D360A4-C543-459D-B10E-061751BF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0121" y="5036109"/>
            <a:ext cx="762574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Geometric</a:t>
            </a:r>
          </a:p>
        </p:txBody>
      </p:sp>
      <p:sp>
        <p:nvSpPr>
          <p:cNvPr id="29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A0631C1A-00B3-45CF-9D35-1F695DF7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4326" y="5236332"/>
            <a:ext cx="694738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Functions</a:t>
            </a:r>
          </a:p>
        </p:txBody>
      </p:sp>
      <p:sp>
        <p:nvSpPr>
          <p:cNvPr id="30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C8FFB3A3-4274-438F-B7F1-25BE593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332" y="251861"/>
            <a:ext cx="2856452" cy="2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Structuring Agent</a:t>
            </a:r>
          </a:p>
        </p:txBody>
      </p:sp>
      <p:sp>
        <p:nvSpPr>
          <p:cNvPr id="31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6F05F4D3-45FD-4D5F-A162-8E81CE0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4294" y="685267"/>
            <a:ext cx="2738406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Synthesize directed task </a:t>
            </a:r>
          </a:p>
        </p:txBody>
      </p:sp>
      <p:sp>
        <p:nvSpPr>
          <p:cNvPr id="32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D09C84E1-A321-4A6A-B002-383650BC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2772" y="975590"/>
            <a:ext cx="691129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graph </a:t>
            </a:r>
          </a:p>
        </p:txBody>
      </p:sp>
      <p:sp>
        <p:nvSpPr>
          <p:cNvPr id="33" name="pdf-path-30">
            <a:extLst xmlns:a="http://schemas.openxmlformats.org/drawingml/2006/main">
              <a:ext uri="{FF2B5EF4-FFF2-40B4-BE49-F238E27FC236}">
                <a16:creationId xmlns:a16="http://schemas.microsoft.com/office/drawing/2014/main" id="{4B1332E8-FFFA-4290-B318-7CDA42E4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751" y="5071416"/>
            <a:ext cx="412960" cy="37542"/>
          </a:xfrm>
          <a:custGeom xmlns:a="http://schemas.openxmlformats.org/drawingml/2006/main">
            <a:pathLst>
              <a:path w="412960" h="37542">
                <a:moveTo>
                  <a:pt x="0" y="0"/>
                </a:moveTo>
                <a:lnTo>
                  <a:pt x="150167" y="0"/>
                </a:lnTo>
                <a:lnTo>
                  <a:pt x="150167" y="37542"/>
                </a:lnTo>
                <a:lnTo>
                  <a:pt x="0" y="37542"/>
                </a:lnTo>
                <a:lnTo>
                  <a:pt x="0" y="0"/>
                </a:lnTo>
                <a:moveTo>
                  <a:pt x="262793" y="0"/>
                </a:moveTo>
                <a:lnTo>
                  <a:pt x="412960" y="0"/>
                </a:lnTo>
                <a:lnTo>
                  <a:pt x="412960" y="37542"/>
                </a:lnTo>
                <a:lnTo>
                  <a:pt x="262793" y="37542"/>
                </a:lnTo>
                <a:lnTo>
                  <a:pt x="262793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081C7734-A0BB-455C-A6DF-2E121E6E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2326" y="4684051"/>
            <a:ext cx="2017919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Possible semantic sub-goal</a:t>
            </a:r>
          </a:p>
        </p:txBody>
      </p:sp>
      <p:sp>
        <p:nvSpPr>
          <p:cNvPr id="35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C7517B47-9C27-41EF-9628-49E1FA1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2326" y="4997733"/>
            <a:ext cx="1221990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 edges</a:t>
            </a:r>
          </a:p>
        </p:txBody>
      </p:sp>
      <p:sp>
        <p:nvSpPr>
          <p:cNvPr id="36" name="pdf-path-34">
            <a:extLst xmlns:a="http://schemas.openxmlformats.org/drawingml/2006/main">
              <a:ext uri="{FF2B5EF4-FFF2-40B4-BE49-F238E27FC236}">
                <a16:creationId xmlns:a16="http://schemas.microsoft.com/office/drawing/2014/main" id="{EC097E72-6DA1-433D-A20B-EEE763BB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883" y="1545410"/>
            <a:ext cx="537231" cy="537131"/>
          </a:xfrm>
          <a:custGeom xmlns:a="http://schemas.openxmlformats.org/drawingml/2006/main">
            <a:pathLst>
              <a:path w="537231" h="537131">
                <a:moveTo>
                  <a:pt x="83" y="275340"/>
                </a:moveTo>
                <a:lnTo>
                  <a:pt x="0" y="268632"/>
                </a:lnTo>
                <a:lnTo>
                  <a:pt x="83" y="261708"/>
                </a:lnTo>
                <a:lnTo>
                  <a:pt x="351" y="254717"/>
                </a:lnTo>
                <a:lnTo>
                  <a:pt x="1385" y="241185"/>
                </a:lnTo>
                <a:lnTo>
                  <a:pt x="3087" y="227737"/>
                </a:lnTo>
                <a:lnTo>
                  <a:pt x="5456" y="214505"/>
                </a:lnTo>
                <a:lnTo>
                  <a:pt x="8460" y="201508"/>
                </a:lnTo>
                <a:lnTo>
                  <a:pt x="12080" y="188760"/>
                </a:lnTo>
                <a:lnTo>
                  <a:pt x="16302" y="176263"/>
                </a:lnTo>
                <a:lnTo>
                  <a:pt x="18354" y="171057"/>
                </a:lnTo>
                <a:lnTo>
                  <a:pt x="49405" y="183287"/>
                </a:lnTo>
                <a:lnTo>
                  <a:pt x="47503" y="188126"/>
                </a:lnTo>
                <a:lnTo>
                  <a:pt x="47769" y="187358"/>
                </a:lnTo>
                <a:lnTo>
                  <a:pt x="43816" y="199055"/>
                </a:lnTo>
                <a:lnTo>
                  <a:pt x="44066" y="198271"/>
                </a:lnTo>
                <a:lnTo>
                  <a:pt x="40661" y="210217"/>
                </a:lnTo>
                <a:lnTo>
                  <a:pt x="40879" y="209416"/>
                </a:lnTo>
                <a:lnTo>
                  <a:pt x="38058" y="221613"/>
                </a:lnTo>
                <a:lnTo>
                  <a:pt x="38226" y="220796"/>
                </a:lnTo>
                <a:lnTo>
                  <a:pt x="36007" y="233193"/>
                </a:lnTo>
                <a:lnTo>
                  <a:pt x="36140" y="232359"/>
                </a:lnTo>
                <a:lnTo>
                  <a:pt x="34538" y="244973"/>
                </a:lnTo>
                <a:lnTo>
                  <a:pt x="34622" y="244138"/>
                </a:lnTo>
                <a:lnTo>
                  <a:pt x="33655" y="256936"/>
                </a:lnTo>
                <a:lnTo>
                  <a:pt x="33688" y="256302"/>
                </a:lnTo>
                <a:lnTo>
                  <a:pt x="33437" y="262759"/>
                </a:lnTo>
                <a:lnTo>
                  <a:pt x="33454" y="262342"/>
                </a:lnTo>
                <a:lnTo>
                  <a:pt x="33370" y="268849"/>
                </a:lnTo>
                <a:lnTo>
                  <a:pt x="33370" y="268415"/>
                </a:lnTo>
                <a:lnTo>
                  <a:pt x="33454" y="274923"/>
                </a:lnTo>
                <a:lnTo>
                  <a:pt x="83" y="275340"/>
                </a:lnTo>
                <a:moveTo>
                  <a:pt x="33537" y="138654"/>
                </a:moveTo>
                <a:lnTo>
                  <a:pt x="38894" y="129327"/>
                </a:lnTo>
                <a:lnTo>
                  <a:pt x="45885" y="118432"/>
                </a:lnTo>
                <a:lnTo>
                  <a:pt x="53376" y="107887"/>
                </a:lnTo>
                <a:lnTo>
                  <a:pt x="61351" y="97742"/>
                </a:lnTo>
                <a:lnTo>
                  <a:pt x="69777" y="87998"/>
                </a:lnTo>
                <a:lnTo>
                  <a:pt x="78671" y="78671"/>
                </a:lnTo>
                <a:lnTo>
                  <a:pt x="87998" y="69778"/>
                </a:lnTo>
                <a:lnTo>
                  <a:pt x="97743" y="61352"/>
                </a:lnTo>
                <a:lnTo>
                  <a:pt x="102014" y="57998"/>
                </a:lnTo>
                <a:lnTo>
                  <a:pt x="122620" y="84244"/>
                </a:lnTo>
                <a:lnTo>
                  <a:pt x="118682" y="87331"/>
                </a:lnTo>
                <a:lnTo>
                  <a:pt x="119299" y="86830"/>
                </a:lnTo>
                <a:lnTo>
                  <a:pt x="110156" y="94755"/>
                </a:lnTo>
                <a:lnTo>
                  <a:pt x="110740" y="94205"/>
                </a:lnTo>
                <a:lnTo>
                  <a:pt x="101996" y="102548"/>
                </a:lnTo>
                <a:lnTo>
                  <a:pt x="102548" y="101997"/>
                </a:lnTo>
                <a:lnTo>
                  <a:pt x="94205" y="110740"/>
                </a:lnTo>
                <a:lnTo>
                  <a:pt x="94756" y="110156"/>
                </a:lnTo>
                <a:lnTo>
                  <a:pt x="86830" y="119299"/>
                </a:lnTo>
                <a:lnTo>
                  <a:pt x="87330" y="118682"/>
                </a:lnTo>
                <a:lnTo>
                  <a:pt x="79855" y="128193"/>
                </a:lnTo>
                <a:lnTo>
                  <a:pt x="80339" y="127558"/>
                </a:lnTo>
                <a:lnTo>
                  <a:pt x="73315" y="137436"/>
                </a:lnTo>
                <a:lnTo>
                  <a:pt x="73766" y="136769"/>
                </a:lnTo>
                <a:lnTo>
                  <a:pt x="67208" y="146997"/>
                </a:lnTo>
                <a:lnTo>
                  <a:pt x="67625" y="146313"/>
                </a:lnTo>
                <a:lnTo>
                  <a:pt x="62469" y="155290"/>
                </a:lnTo>
                <a:lnTo>
                  <a:pt x="33537" y="138654"/>
                </a:lnTo>
                <a:moveTo>
                  <a:pt x="131429" y="37692"/>
                </a:moveTo>
                <a:lnTo>
                  <a:pt x="140573" y="32419"/>
                </a:lnTo>
                <a:lnTo>
                  <a:pt x="152153" y="26496"/>
                </a:lnTo>
                <a:lnTo>
                  <a:pt x="164066" y="21107"/>
                </a:lnTo>
                <a:lnTo>
                  <a:pt x="176263" y="16301"/>
                </a:lnTo>
                <a:lnTo>
                  <a:pt x="188760" y="12080"/>
                </a:lnTo>
                <a:lnTo>
                  <a:pt x="201507" y="8460"/>
                </a:lnTo>
                <a:lnTo>
                  <a:pt x="214505" y="5456"/>
                </a:lnTo>
                <a:lnTo>
                  <a:pt x="227737" y="3087"/>
                </a:lnTo>
                <a:lnTo>
                  <a:pt x="231441" y="2620"/>
                </a:lnTo>
                <a:lnTo>
                  <a:pt x="235645" y="35723"/>
                </a:lnTo>
                <a:lnTo>
                  <a:pt x="232358" y="36140"/>
                </a:lnTo>
                <a:lnTo>
                  <a:pt x="233193" y="36007"/>
                </a:lnTo>
                <a:lnTo>
                  <a:pt x="220796" y="38226"/>
                </a:lnTo>
                <a:lnTo>
                  <a:pt x="221613" y="38059"/>
                </a:lnTo>
                <a:lnTo>
                  <a:pt x="209417" y="40879"/>
                </a:lnTo>
                <a:lnTo>
                  <a:pt x="210217" y="40662"/>
                </a:lnTo>
                <a:lnTo>
                  <a:pt x="198270" y="44066"/>
                </a:lnTo>
                <a:lnTo>
                  <a:pt x="199055" y="43816"/>
                </a:lnTo>
                <a:lnTo>
                  <a:pt x="187359" y="47786"/>
                </a:lnTo>
                <a:lnTo>
                  <a:pt x="188126" y="47503"/>
                </a:lnTo>
                <a:lnTo>
                  <a:pt x="176680" y="52008"/>
                </a:lnTo>
                <a:lnTo>
                  <a:pt x="177431" y="51691"/>
                </a:lnTo>
                <a:lnTo>
                  <a:pt x="166268" y="56730"/>
                </a:lnTo>
                <a:lnTo>
                  <a:pt x="167003" y="56380"/>
                </a:lnTo>
                <a:lnTo>
                  <a:pt x="156140" y="61952"/>
                </a:lnTo>
                <a:lnTo>
                  <a:pt x="156858" y="61552"/>
                </a:lnTo>
                <a:lnTo>
                  <a:pt x="148065" y="66624"/>
                </a:lnTo>
                <a:lnTo>
                  <a:pt x="131429" y="37692"/>
                </a:lnTo>
                <a:moveTo>
                  <a:pt x="266580" y="17"/>
                </a:moveTo>
                <a:lnTo>
                  <a:pt x="268632" y="0"/>
                </a:lnTo>
                <a:lnTo>
                  <a:pt x="275557" y="83"/>
                </a:lnTo>
                <a:lnTo>
                  <a:pt x="282548" y="351"/>
                </a:lnTo>
                <a:lnTo>
                  <a:pt x="296079" y="1385"/>
                </a:lnTo>
                <a:lnTo>
                  <a:pt x="309528" y="3087"/>
                </a:lnTo>
                <a:lnTo>
                  <a:pt x="322759" y="5456"/>
                </a:lnTo>
                <a:lnTo>
                  <a:pt x="335757" y="8460"/>
                </a:lnTo>
                <a:lnTo>
                  <a:pt x="348505" y="12080"/>
                </a:lnTo>
                <a:lnTo>
                  <a:pt x="361002" y="16301"/>
                </a:lnTo>
                <a:lnTo>
                  <a:pt x="370562" y="20073"/>
                </a:lnTo>
                <a:lnTo>
                  <a:pt x="358315" y="51107"/>
                </a:lnTo>
                <a:lnTo>
                  <a:pt x="349139" y="47503"/>
                </a:lnTo>
                <a:lnTo>
                  <a:pt x="349906" y="47786"/>
                </a:lnTo>
                <a:lnTo>
                  <a:pt x="338209" y="43816"/>
                </a:lnTo>
                <a:lnTo>
                  <a:pt x="338994" y="44066"/>
                </a:lnTo>
                <a:lnTo>
                  <a:pt x="327047" y="40662"/>
                </a:lnTo>
                <a:lnTo>
                  <a:pt x="327848" y="40879"/>
                </a:lnTo>
                <a:lnTo>
                  <a:pt x="315651" y="38059"/>
                </a:lnTo>
                <a:lnTo>
                  <a:pt x="316468" y="38226"/>
                </a:lnTo>
                <a:lnTo>
                  <a:pt x="304072" y="36007"/>
                </a:lnTo>
                <a:lnTo>
                  <a:pt x="304906" y="36140"/>
                </a:lnTo>
                <a:lnTo>
                  <a:pt x="292292" y="34538"/>
                </a:lnTo>
                <a:lnTo>
                  <a:pt x="293127" y="34622"/>
                </a:lnTo>
                <a:lnTo>
                  <a:pt x="280329" y="33654"/>
                </a:lnTo>
                <a:lnTo>
                  <a:pt x="280963" y="33688"/>
                </a:lnTo>
                <a:lnTo>
                  <a:pt x="274506" y="33437"/>
                </a:lnTo>
                <a:lnTo>
                  <a:pt x="274923" y="33454"/>
                </a:lnTo>
                <a:lnTo>
                  <a:pt x="268415" y="33371"/>
                </a:lnTo>
                <a:lnTo>
                  <a:pt x="268849" y="33371"/>
                </a:lnTo>
                <a:lnTo>
                  <a:pt x="267014" y="33387"/>
                </a:lnTo>
                <a:lnTo>
                  <a:pt x="266580" y="17"/>
                </a:lnTo>
                <a:moveTo>
                  <a:pt x="402664" y="35857"/>
                </a:moveTo>
                <a:lnTo>
                  <a:pt x="407937" y="38893"/>
                </a:lnTo>
                <a:lnTo>
                  <a:pt x="418833" y="45885"/>
                </a:lnTo>
                <a:lnTo>
                  <a:pt x="429378" y="53376"/>
                </a:lnTo>
                <a:lnTo>
                  <a:pt x="439522" y="61352"/>
                </a:lnTo>
                <a:lnTo>
                  <a:pt x="449266" y="69778"/>
                </a:lnTo>
                <a:lnTo>
                  <a:pt x="458594" y="78671"/>
                </a:lnTo>
                <a:lnTo>
                  <a:pt x="467470" y="87998"/>
                </a:lnTo>
                <a:lnTo>
                  <a:pt x="475913" y="97742"/>
                </a:lnTo>
                <a:lnTo>
                  <a:pt x="482153" y="105684"/>
                </a:lnTo>
                <a:lnTo>
                  <a:pt x="455907" y="126291"/>
                </a:lnTo>
                <a:lnTo>
                  <a:pt x="449933" y="118682"/>
                </a:lnTo>
                <a:lnTo>
                  <a:pt x="450435" y="119299"/>
                </a:lnTo>
                <a:lnTo>
                  <a:pt x="442509" y="110156"/>
                </a:lnTo>
                <a:lnTo>
                  <a:pt x="443060" y="110740"/>
                </a:lnTo>
                <a:lnTo>
                  <a:pt x="434717" y="101997"/>
                </a:lnTo>
                <a:lnTo>
                  <a:pt x="435267" y="102548"/>
                </a:lnTo>
                <a:lnTo>
                  <a:pt x="426524" y="94205"/>
                </a:lnTo>
                <a:lnTo>
                  <a:pt x="427109" y="94755"/>
                </a:lnTo>
                <a:lnTo>
                  <a:pt x="417965" y="86830"/>
                </a:lnTo>
                <a:lnTo>
                  <a:pt x="418582" y="87331"/>
                </a:lnTo>
                <a:lnTo>
                  <a:pt x="409072" y="79856"/>
                </a:lnTo>
                <a:lnTo>
                  <a:pt x="409706" y="80340"/>
                </a:lnTo>
                <a:lnTo>
                  <a:pt x="399829" y="73315"/>
                </a:lnTo>
                <a:lnTo>
                  <a:pt x="400496" y="73765"/>
                </a:lnTo>
                <a:lnTo>
                  <a:pt x="390267" y="67208"/>
                </a:lnTo>
                <a:lnTo>
                  <a:pt x="390952" y="67625"/>
                </a:lnTo>
                <a:lnTo>
                  <a:pt x="386029" y="64789"/>
                </a:lnTo>
                <a:lnTo>
                  <a:pt x="402664" y="35857"/>
                </a:lnTo>
                <a:moveTo>
                  <a:pt x="501909" y="135467"/>
                </a:moveTo>
                <a:lnTo>
                  <a:pt x="504828" y="140573"/>
                </a:lnTo>
                <a:lnTo>
                  <a:pt x="510769" y="152153"/>
                </a:lnTo>
                <a:lnTo>
                  <a:pt x="516158" y="164066"/>
                </a:lnTo>
                <a:lnTo>
                  <a:pt x="520963" y="176263"/>
                </a:lnTo>
                <a:lnTo>
                  <a:pt x="525184" y="188760"/>
                </a:lnTo>
                <a:lnTo>
                  <a:pt x="528805" y="201508"/>
                </a:lnTo>
                <a:lnTo>
                  <a:pt x="531808" y="214505"/>
                </a:lnTo>
                <a:lnTo>
                  <a:pt x="534178" y="227737"/>
                </a:lnTo>
                <a:lnTo>
                  <a:pt x="535229" y="236079"/>
                </a:lnTo>
                <a:lnTo>
                  <a:pt x="502126" y="240284"/>
                </a:lnTo>
                <a:lnTo>
                  <a:pt x="501125" y="232359"/>
                </a:lnTo>
                <a:lnTo>
                  <a:pt x="501258" y="233193"/>
                </a:lnTo>
                <a:lnTo>
                  <a:pt x="499039" y="220796"/>
                </a:lnTo>
                <a:lnTo>
                  <a:pt x="499205" y="221613"/>
                </a:lnTo>
                <a:lnTo>
                  <a:pt x="496386" y="209416"/>
                </a:lnTo>
                <a:lnTo>
                  <a:pt x="496603" y="210217"/>
                </a:lnTo>
                <a:lnTo>
                  <a:pt x="493199" y="198271"/>
                </a:lnTo>
                <a:lnTo>
                  <a:pt x="493449" y="199055"/>
                </a:lnTo>
                <a:lnTo>
                  <a:pt x="489478" y="187358"/>
                </a:lnTo>
                <a:lnTo>
                  <a:pt x="489762" y="188126"/>
                </a:lnTo>
                <a:lnTo>
                  <a:pt x="485256" y="176680"/>
                </a:lnTo>
                <a:lnTo>
                  <a:pt x="485574" y="177431"/>
                </a:lnTo>
                <a:lnTo>
                  <a:pt x="480535" y="166268"/>
                </a:lnTo>
                <a:lnTo>
                  <a:pt x="480885" y="167003"/>
                </a:lnTo>
                <a:lnTo>
                  <a:pt x="475312" y="156140"/>
                </a:lnTo>
                <a:lnTo>
                  <a:pt x="475713" y="156858"/>
                </a:lnTo>
                <a:lnTo>
                  <a:pt x="472976" y="152102"/>
                </a:lnTo>
                <a:lnTo>
                  <a:pt x="501909" y="135467"/>
                </a:lnTo>
                <a:moveTo>
                  <a:pt x="537231" y="271686"/>
                </a:moveTo>
                <a:lnTo>
                  <a:pt x="537181" y="275557"/>
                </a:lnTo>
                <a:lnTo>
                  <a:pt x="536914" y="282548"/>
                </a:lnTo>
                <a:lnTo>
                  <a:pt x="535879" y="296080"/>
                </a:lnTo>
                <a:lnTo>
                  <a:pt x="534178" y="309528"/>
                </a:lnTo>
                <a:lnTo>
                  <a:pt x="531808" y="322759"/>
                </a:lnTo>
                <a:lnTo>
                  <a:pt x="528805" y="335757"/>
                </a:lnTo>
                <a:lnTo>
                  <a:pt x="525184" y="348505"/>
                </a:lnTo>
                <a:lnTo>
                  <a:pt x="520963" y="361002"/>
                </a:lnTo>
                <a:lnTo>
                  <a:pt x="516158" y="373199"/>
                </a:lnTo>
                <a:lnTo>
                  <a:pt x="515056" y="375618"/>
                </a:lnTo>
                <a:lnTo>
                  <a:pt x="484656" y="361869"/>
                </a:lnTo>
                <a:lnTo>
                  <a:pt x="485574" y="359834"/>
                </a:lnTo>
                <a:lnTo>
                  <a:pt x="485256" y="360585"/>
                </a:lnTo>
                <a:lnTo>
                  <a:pt x="489762" y="349139"/>
                </a:lnTo>
                <a:lnTo>
                  <a:pt x="489478" y="349906"/>
                </a:lnTo>
                <a:lnTo>
                  <a:pt x="493449" y="338210"/>
                </a:lnTo>
                <a:lnTo>
                  <a:pt x="493199" y="338994"/>
                </a:lnTo>
                <a:lnTo>
                  <a:pt x="496603" y="327047"/>
                </a:lnTo>
                <a:lnTo>
                  <a:pt x="496386" y="327848"/>
                </a:lnTo>
                <a:lnTo>
                  <a:pt x="499205" y="315651"/>
                </a:lnTo>
                <a:lnTo>
                  <a:pt x="499039" y="316469"/>
                </a:lnTo>
                <a:lnTo>
                  <a:pt x="501258" y="304072"/>
                </a:lnTo>
                <a:lnTo>
                  <a:pt x="501125" y="304906"/>
                </a:lnTo>
                <a:lnTo>
                  <a:pt x="502726" y="292292"/>
                </a:lnTo>
                <a:lnTo>
                  <a:pt x="502643" y="293126"/>
                </a:lnTo>
                <a:lnTo>
                  <a:pt x="503610" y="280329"/>
                </a:lnTo>
                <a:lnTo>
                  <a:pt x="503577" y="280963"/>
                </a:lnTo>
                <a:lnTo>
                  <a:pt x="503827" y="274505"/>
                </a:lnTo>
                <a:lnTo>
                  <a:pt x="503811" y="274923"/>
                </a:lnTo>
                <a:lnTo>
                  <a:pt x="503861" y="271252"/>
                </a:lnTo>
                <a:lnTo>
                  <a:pt x="537231" y="271686"/>
                </a:lnTo>
                <a:moveTo>
                  <a:pt x="499072" y="406719"/>
                </a:moveTo>
                <a:lnTo>
                  <a:pt x="498371" y="407937"/>
                </a:lnTo>
                <a:lnTo>
                  <a:pt x="491380" y="418833"/>
                </a:lnTo>
                <a:lnTo>
                  <a:pt x="483888" y="429378"/>
                </a:lnTo>
                <a:lnTo>
                  <a:pt x="475913" y="439522"/>
                </a:lnTo>
                <a:lnTo>
                  <a:pt x="467470" y="449267"/>
                </a:lnTo>
                <a:lnTo>
                  <a:pt x="458594" y="458594"/>
                </a:lnTo>
                <a:lnTo>
                  <a:pt x="449266" y="467487"/>
                </a:lnTo>
                <a:lnTo>
                  <a:pt x="439522" y="475913"/>
                </a:lnTo>
                <a:lnTo>
                  <a:pt x="429378" y="483889"/>
                </a:lnTo>
                <a:lnTo>
                  <a:pt x="427209" y="485424"/>
                </a:lnTo>
                <a:lnTo>
                  <a:pt x="407870" y="458226"/>
                </a:lnTo>
                <a:lnTo>
                  <a:pt x="409706" y="456925"/>
                </a:lnTo>
                <a:lnTo>
                  <a:pt x="409072" y="457409"/>
                </a:lnTo>
                <a:lnTo>
                  <a:pt x="418582" y="449934"/>
                </a:lnTo>
                <a:lnTo>
                  <a:pt x="417965" y="450434"/>
                </a:lnTo>
                <a:lnTo>
                  <a:pt x="427109" y="442509"/>
                </a:lnTo>
                <a:lnTo>
                  <a:pt x="426524" y="443060"/>
                </a:lnTo>
                <a:lnTo>
                  <a:pt x="435267" y="434717"/>
                </a:lnTo>
                <a:lnTo>
                  <a:pt x="434717" y="435268"/>
                </a:lnTo>
                <a:lnTo>
                  <a:pt x="443060" y="426525"/>
                </a:lnTo>
                <a:lnTo>
                  <a:pt x="442509" y="427109"/>
                </a:lnTo>
                <a:lnTo>
                  <a:pt x="450435" y="417965"/>
                </a:lnTo>
                <a:lnTo>
                  <a:pt x="449933" y="418582"/>
                </a:lnTo>
                <a:lnTo>
                  <a:pt x="457409" y="409072"/>
                </a:lnTo>
                <a:lnTo>
                  <a:pt x="456925" y="409706"/>
                </a:lnTo>
                <a:lnTo>
                  <a:pt x="463950" y="399828"/>
                </a:lnTo>
                <a:lnTo>
                  <a:pt x="463499" y="400496"/>
                </a:lnTo>
                <a:lnTo>
                  <a:pt x="470056" y="390268"/>
                </a:lnTo>
                <a:lnTo>
                  <a:pt x="469639" y="390952"/>
                </a:lnTo>
                <a:lnTo>
                  <a:pt x="470140" y="390084"/>
                </a:lnTo>
                <a:lnTo>
                  <a:pt x="499072" y="406719"/>
                </a:lnTo>
                <a:moveTo>
                  <a:pt x="397743" y="504228"/>
                </a:moveTo>
                <a:lnTo>
                  <a:pt x="396692" y="504845"/>
                </a:lnTo>
                <a:lnTo>
                  <a:pt x="385112" y="510768"/>
                </a:lnTo>
                <a:lnTo>
                  <a:pt x="373198" y="516158"/>
                </a:lnTo>
                <a:lnTo>
                  <a:pt x="361002" y="520963"/>
                </a:lnTo>
                <a:lnTo>
                  <a:pt x="348505" y="525184"/>
                </a:lnTo>
                <a:lnTo>
                  <a:pt x="335757" y="528805"/>
                </a:lnTo>
                <a:lnTo>
                  <a:pt x="322759" y="531808"/>
                </a:lnTo>
                <a:lnTo>
                  <a:pt x="309528" y="534178"/>
                </a:lnTo>
                <a:lnTo>
                  <a:pt x="296563" y="535829"/>
                </a:lnTo>
                <a:lnTo>
                  <a:pt x="292342" y="502726"/>
                </a:lnTo>
                <a:lnTo>
                  <a:pt x="304906" y="501124"/>
                </a:lnTo>
                <a:lnTo>
                  <a:pt x="304072" y="501258"/>
                </a:lnTo>
                <a:lnTo>
                  <a:pt x="316468" y="499039"/>
                </a:lnTo>
                <a:lnTo>
                  <a:pt x="315651" y="499206"/>
                </a:lnTo>
                <a:lnTo>
                  <a:pt x="327848" y="496386"/>
                </a:lnTo>
                <a:lnTo>
                  <a:pt x="327047" y="496602"/>
                </a:lnTo>
                <a:lnTo>
                  <a:pt x="338994" y="493199"/>
                </a:lnTo>
                <a:lnTo>
                  <a:pt x="338209" y="493449"/>
                </a:lnTo>
                <a:lnTo>
                  <a:pt x="349906" y="489478"/>
                </a:lnTo>
                <a:lnTo>
                  <a:pt x="349139" y="489762"/>
                </a:lnTo>
                <a:lnTo>
                  <a:pt x="360585" y="485257"/>
                </a:lnTo>
                <a:lnTo>
                  <a:pt x="359833" y="485574"/>
                </a:lnTo>
                <a:lnTo>
                  <a:pt x="370996" y="480535"/>
                </a:lnTo>
                <a:lnTo>
                  <a:pt x="370262" y="480885"/>
                </a:lnTo>
                <a:lnTo>
                  <a:pt x="381124" y="475312"/>
                </a:lnTo>
                <a:lnTo>
                  <a:pt x="380406" y="475713"/>
                </a:lnTo>
                <a:lnTo>
                  <a:pt x="381107" y="475295"/>
                </a:lnTo>
                <a:lnTo>
                  <a:pt x="397743" y="504228"/>
                </a:lnTo>
                <a:moveTo>
                  <a:pt x="260490" y="537131"/>
                </a:moveTo>
                <a:lnTo>
                  <a:pt x="254717" y="536914"/>
                </a:lnTo>
                <a:lnTo>
                  <a:pt x="241185" y="535880"/>
                </a:lnTo>
                <a:lnTo>
                  <a:pt x="227737" y="534178"/>
                </a:lnTo>
                <a:lnTo>
                  <a:pt x="214505" y="531808"/>
                </a:lnTo>
                <a:lnTo>
                  <a:pt x="201507" y="528805"/>
                </a:lnTo>
                <a:lnTo>
                  <a:pt x="188760" y="525184"/>
                </a:lnTo>
                <a:lnTo>
                  <a:pt x="176263" y="520963"/>
                </a:lnTo>
                <a:lnTo>
                  <a:pt x="164066" y="516158"/>
                </a:lnTo>
                <a:lnTo>
                  <a:pt x="157392" y="513138"/>
                </a:lnTo>
                <a:lnTo>
                  <a:pt x="171140" y="482737"/>
                </a:lnTo>
                <a:lnTo>
                  <a:pt x="177431" y="485574"/>
                </a:lnTo>
                <a:lnTo>
                  <a:pt x="176680" y="485257"/>
                </a:lnTo>
                <a:lnTo>
                  <a:pt x="188126" y="489762"/>
                </a:lnTo>
                <a:lnTo>
                  <a:pt x="187359" y="489478"/>
                </a:lnTo>
                <a:lnTo>
                  <a:pt x="199055" y="493449"/>
                </a:lnTo>
                <a:lnTo>
                  <a:pt x="198270" y="493199"/>
                </a:lnTo>
                <a:lnTo>
                  <a:pt x="210217" y="496602"/>
                </a:lnTo>
                <a:lnTo>
                  <a:pt x="209417" y="496386"/>
                </a:lnTo>
                <a:lnTo>
                  <a:pt x="221613" y="499206"/>
                </a:lnTo>
                <a:lnTo>
                  <a:pt x="220796" y="499039"/>
                </a:lnTo>
                <a:lnTo>
                  <a:pt x="233193" y="501258"/>
                </a:lnTo>
                <a:lnTo>
                  <a:pt x="232358" y="501124"/>
                </a:lnTo>
                <a:lnTo>
                  <a:pt x="244973" y="502726"/>
                </a:lnTo>
                <a:lnTo>
                  <a:pt x="244138" y="502643"/>
                </a:lnTo>
                <a:lnTo>
                  <a:pt x="256936" y="503610"/>
                </a:lnTo>
                <a:lnTo>
                  <a:pt x="256302" y="503577"/>
                </a:lnTo>
                <a:lnTo>
                  <a:pt x="261758" y="503777"/>
                </a:lnTo>
                <a:lnTo>
                  <a:pt x="260490" y="537131"/>
                </a:lnTo>
                <a:moveTo>
                  <a:pt x="125907" y="496186"/>
                </a:moveTo>
                <a:lnTo>
                  <a:pt x="118415" y="491380"/>
                </a:lnTo>
                <a:lnTo>
                  <a:pt x="107886" y="483889"/>
                </a:lnTo>
                <a:lnTo>
                  <a:pt x="97743" y="475913"/>
                </a:lnTo>
                <a:lnTo>
                  <a:pt x="87998" y="467487"/>
                </a:lnTo>
                <a:lnTo>
                  <a:pt x="78671" y="458594"/>
                </a:lnTo>
                <a:lnTo>
                  <a:pt x="69777" y="449267"/>
                </a:lnTo>
                <a:lnTo>
                  <a:pt x="61351" y="439522"/>
                </a:lnTo>
                <a:lnTo>
                  <a:pt x="53376" y="429378"/>
                </a:lnTo>
                <a:lnTo>
                  <a:pt x="49122" y="423405"/>
                </a:lnTo>
                <a:lnTo>
                  <a:pt x="76318" y="404066"/>
                </a:lnTo>
                <a:lnTo>
                  <a:pt x="80339" y="409706"/>
                </a:lnTo>
                <a:lnTo>
                  <a:pt x="79855" y="409072"/>
                </a:lnTo>
                <a:lnTo>
                  <a:pt x="87330" y="418582"/>
                </a:lnTo>
                <a:lnTo>
                  <a:pt x="86830" y="417965"/>
                </a:lnTo>
                <a:lnTo>
                  <a:pt x="94756" y="427109"/>
                </a:lnTo>
                <a:lnTo>
                  <a:pt x="94205" y="426525"/>
                </a:lnTo>
                <a:lnTo>
                  <a:pt x="102548" y="435268"/>
                </a:lnTo>
                <a:lnTo>
                  <a:pt x="101996" y="434717"/>
                </a:lnTo>
                <a:lnTo>
                  <a:pt x="110740" y="443060"/>
                </a:lnTo>
                <a:lnTo>
                  <a:pt x="110156" y="442509"/>
                </a:lnTo>
                <a:lnTo>
                  <a:pt x="119299" y="450434"/>
                </a:lnTo>
                <a:lnTo>
                  <a:pt x="118682" y="449934"/>
                </a:lnTo>
                <a:lnTo>
                  <a:pt x="128192" y="457409"/>
                </a:lnTo>
                <a:lnTo>
                  <a:pt x="127558" y="456925"/>
                </a:lnTo>
                <a:lnTo>
                  <a:pt x="137436" y="463950"/>
                </a:lnTo>
                <a:lnTo>
                  <a:pt x="136769" y="463499"/>
                </a:lnTo>
                <a:lnTo>
                  <a:pt x="143910" y="468087"/>
                </a:lnTo>
                <a:lnTo>
                  <a:pt x="125907" y="496186"/>
                </a:lnTo>
                <a:moveTo>
                  <a:pt x="30484" y="392887"/>
                </a:moveTo>
                <a:lnTo>
                  <a:pt x="26496" y="385112"/>
                </a:lnTo>
                <a:lnTo>
                  <a:pt x="21107" y="373199"/>
                </a:lnTo>
                <a:lnTo>
                  <a:pt x="16302" y="361002"/>
                </a:lnTo>
                <a:lnTo>
                  <a:pt x="12080" y="348505"/>
                </a:lnTo>
                <a:lnTo>
                  <a:pt x="8460" y="335757"/>
                </a:lnTo>
                <a:lnTo>
                  <a:pt x="5456" y="322759"/>
                </a:lnTo>
                <a:lnTo>
                  <a:pt x="3087" y="309528"/>
                </a:lnTo>
                <a:lnTo>
                  <a:pt x="1385" y="296080"/>
                </a:lnTo>
                <a:lnTo>
                  <a:pt x="1001" y="291057"/>
                </a:lnTo>
                <a:lnTo>
                  <a:pt x="34271" y="288538"/>
                </a:lnTo>
                <a:lnTo>
                  <a:pt x="34622" y="293126"/>
                </a:lnTo>
                <a:lnTo>
                  <a:pt x="34538" y="292292"/>
                </a:lnTo>
                <a:lnTo>
                  <a:pt x="36140" y="304906"/>
                </a:lnTo>
                <a:lnTo>
                  <a:pt x="36007" y="304072"/>
                </a:lnTo>
                <a:lnTo>
                  <a:pt x="38226" y="316469"/>
                </a:lnTo>
                <a:lnTo>
                  <a:pt x="38058" y="315651"/>
                </a:lnTo>
                <a:lnTo>
                  <a:pt x="40879" y="327848"/>
                </a:lnTo>
                <a:lnTo>
                  <a:pt x="40661" y="327047"/>
                </a:lnTo>
                <a:lnTo>
                  <a:pt x="44066" y="338994"/>
                </a:lnTo>
                <a:lnTo>
                  <a:pt x="43816" y="338210"/>
                </a:lnTo>
                <a:lnTo>
                  <a:pt x="47769" y="349906"/>
                </a:lnTo>
                <a:lnTo>
                  <a:pt x="47503" y="349139"/>
                </a:lnTo>
                <a:lnTo>
                  <a:pt x="52008" y="360585"/>
                </a:lnTo>
                <a:lnTo>
                  <a:pt x="51691" y="359834"/>
                </a:lnTo>
                <a:lnTo>
                  <a:pt x="56730" y="370996"/>
                </a:lnTo>
                <a:lnTo>
                  <a:pt x="56380" y="370262"/>
                </a:lnTo>
                <a:lnTo>
                  <a:pt x="60184" y="377687"/>
                </a:lnTo>
                <a:lnTo>
                  <a:pt x="30484" y="392887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3D91F42C-01B5-4EBA-8FA0-8C2D542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7043" y="2534844"/>
            <a:ext cx="537231" cy="537131"/>
          </a:xfrm>
          <a:custGeom xmlns:a="http://schemas.openxmlformats.org/drawingml/2006/main">
            <a:pathLst>
              <a:path w="537231" h="537131">
                <a:moveTo>
                  <a:pt x="84" y="275340"/>
                </a:moveTo>
                <a:lnTo>
                  <a:pt x="0" y="268632"/>
                </a:lnTo>
                <a:lnTo>
                  <a:pt x="84" y="261708"/>
                </a:lnTo>
                <a:lnTo>
                  <a:pt x="351" y="254717"/>
                </a:lnTo>
                <a:lnTo>
                  <a:pt x="1386" y="241185"/>
                </a:lnTo>
                <a:lnTo>
                  <a:pt x="3087" y="227737"/>
                </a:lnTo>
                <a:lnTo>
                  <a:pt x="5456" y="214505"/>
                </a:lnTo>
                <a:lnTo>
                  <a:pt x="8460" y="201507"/>
                </a:lnTo>
                <a:lnTo>
                  <a:pt x="12080" y="188760"/>
                </a:lnTo>
                <a:lnTo>
                  <a:pt x="16302" y="176263"/>
                </a:lnTo>
                <a:lnTo>
                  <a:pt x="18354" y="171057"/>
                </a:lnTo>
                <a:lnTo>
                  <a:pt x="49405" y="183287"/>
                </a:lnTo>
                <a:lnTo>
                  <a:pt x="47503" y="188126"/>
                </a:lnTo>
                <a:lnTo>
                  <a:pt x="47770" y="187359"/>
                </a:lnTo>
                <a:lnTo>
                  <a:pt x="43816" y="199054"/>
                </a:lnTo>
                <a:lnTo>
                  <a:pt x="44066" y="198270"/>
                </a:lnTo>
                <a:lnTo>
                  <a:pt x="40662" y="210217"/>
                </a:lnTo>
                <a:lnTo>
                  <a:pt x="40879" y="209416"/>
                </a:lnTo>
                <a:lnTo>
                  <a:pt x="38059" y="221613"/>
                </a:lnTo>
                <a:lnTo>
                  <a:pt x="38226" y="220796"/>
                </a:lnTo>
                <a:lnTo>
                  <a:pt x="36007" y="233193"/>
                </a:lnTo>
                <a:lnTo>
                  <a:pt x="36140" y="232358"/>
                </a:lnTo>
                <a:lnTo>
                  <a:pt x="34539" y="244973"/>
                </a:lnTo>
                <a:lnTo>
                  <a:pt x="34622" y="244138"/>
                </a:lnTo>
                <a:lnTo>
                  <a:pt x="33655" y="256936"/>
                </a:lnTo>
                <a:lnTo>
                  <a:pt x="33688" y="256302"/>
                </a:lnTo>
                <a:lnTo>
                  <a:pt x="33437" y="262759"/>
                </a:lnTo>
                <a:lnTo>
                  <a:pt x="33454" y="262342"/>
                </a:lnTo>
                <a:lnTo>
                  <a:pt x="33371" y="268849"/>
                </a:lnTo>
                <a:lnTo>
                  <a:pt x="33371" y="268415"/>
                </a:lnTo>
                <a:lnTo>
                  <a:pt x="33454" y="274922"/>
                </a:lnTo>
                <a:lnTo>
                  <a:pt x="84" y="275340"/>
                </a:lnTo>
                <a:moveTo>
                  <a:pt x="33537" y="138654"/>
                </a:moveTo>
                <a:lnTo>
                  <a:pt x="38894" y="129327"/>
                </a:lnTo>
                <a:lnTo>
                  <a:pt x="45885" y="118415"/>
                </a:lnTo>
                <a:lnTo>
                  <a:pt x="53377" y="107887"/>
                </a:lnTo>
                <a:lnTo>
                  <a:pt x="61352" y="97742"/>
                </a:lnTo>
                <a:lnTo>
                  <a:pt x="69778" y="87998"/>
                </a:lnTo>
                <a:lnTo>
                  <a:pt x="78671" y="78671"/>
                </a:lnTo>
                <a:lnTo>
                  <a:pt x="87998" y="69777"/>
                </a:lnTo>
                <a:lnTo>
                  <a:pt x="97743" y="61351"/>
                </a:lnTo>
                <a:lnTo>
                  <a:pt x="102014" y="57998"/>
                </a:lnTo>
                <a:lnTo>
                  <a:pt x="122620" y="84243"/>
                </a:lnTo>
                <a:lnTo>
                  <a:pt x="118683" y="87330"/>
                </a:lnTo>
                <a:lnTo>
                  <a:pt x="119299" y="86830"/>
                </a:lnTo>
                <a:lnTo>
                  <a:pt x="110156" y="94755"/>
                </a:lnTo>
                <a:lnTo>
                  <a:pt x="110740" y="94205"/>
                </a:lnTo>
                <a:lnTo>
                  <a:pt x="101997" y="102548"/>
                </a:lnTo>
                <a:lnTo>
                  <a:pt x="102548" y="101996"/>
                </a:lnTo>
                <a:lnTo>
                  <a:pt x="94205" y="110739"/>
                </a:lnTo>
                <a:lnTo>
                  <a:pt x="94756" y="110156"/>
                </a:lnTo>
                <a:lnTo>
                  <a:pt x="86830" y="119299"/>
                </a:lnTo>
                <a:lnTo>
                  <a:pt x="87331" y="118682"/>
                </a:lnTo>
                <a:lnTo>
                  <a:pt x="79855" y="128192"/>
                </a:lnTo>
                <a:lnTo>
                  <a:pt x="80340" y="127558"/>
                </a:lnTo>
                <a:lnTo>
                  <a:pt x="73315" y="137436"/>
                </a:lnTo>
                <a:lnTo>
                  <a:pt x="73766" y="136769"/>
                </a:lnTo>
                <a:lnTo>
                  <a:pt x="67208" y="146997"/>
                </a:lnTo>
                <a:lnTo>
                  <a:pt x="67626" y="146313"/>
                </a:lnTo>
                <a:lnTo>
                  <a:pt x="62469" y="155289"/>
                </a:lnTo>
                <a:lnTo>
                  <a:pt x="33537" y="138654"/>
                </a:lnTo>
                <a:moveTo>
                  <a:pt x="131429" y="37692"/>
                </a:moveTo>
                <a:lnTo>
                  <a:pt x="140573" y="32419"/>
                </a:lnTo>
                <a:lnTo>
                  <a:pt x="152153" y="26496"/>
                </a:lnTo>
                <a:lnTo>
                  <a:pt x="164066" y="21107"/>
                </a:lnTo>
                <a:lnTo>
                  <a:pt x="176263" y="16301"/>
                </a:lnTo>
                <a:lnTo>
                  <a:pt x="188760" y="12080"/>
                </a:lnTo>
                <a:lnTo>
                  <a:pt x="201507" y="8460"/>
                </a:lnTo>
                <a:lnTo>
                  <a:pt x="214505" y="5456"/>
                </a:lnTo>
                <a:lnTo>
                  <a:pt x="227737" y="3087"/>
                </a:lnTo>
                <a:lnTo>
                  <a:pt x="231441" y="2620"/>
                </a:lnTo>
                <a:lnTo>
                  <a:pt x="235645" y="35723"/>
                </a:lnTo>
                <a:lnTo>
                  <a:pt x="232358" y="36140"/>
                </a:lnTo>
                <a:lnTo>
                  <a:pt x="233193" y="36007"/>
                </a:lnTo>
                <a:lnTo>
                  <a:pt x="220796" y="38226"/>
                </a:lnTo>
                <a:lnTo>
                  <a:pt x="221613" y="38059"/>
                </a:lnTo>
                <a:lnTo>
                  <a:pt x="209417" y="40879"/>
                </a:lnTo>
                <a:lnTo>
                  <a:pt x="210217" y="40662"/>
                </a:lnTo>
                <a:lnTo>
                  <a:pt x="198270" y="44065"/>
                </a:lnTo>
                <a:lnTo>
                  <a:pt x="199055" y="43815"/>
                </a:lnTo>
                <a:lnTo>
                  <a:pt x="187359" y="47769"/>
                </a:lnTo>
                <a:lnTo>
                  <a:pt x="188126" y="47503"/>
                </a:lnTo>
                <a:lnTo>
                  <a:pt x="176680" y="52008"/>
                </a:lnTo>
                <a:lnTo>
                  <a:pt x="177431" y="51691"/>
                </a:lnTo>
                <a:lnTo>
                  <a:pt x="166268" y="56730"/>
                </a:lnTo>
                <a:lnTo>
                  <a:pt x="167003" y="56379"/>
                </a:lnTo>
                <a:lnTo>
                  <a:pt x="156140" y="61952"/>
                </a:lnTo>
                <a:lnTo>
                  <a:pt x="156858" y="61552"/>
                </a:lnTo>
                <a:lnTo>
                  <a:pt x="148065" y="66624"/>
                </a:lnTo>
                <a:lnTo>
                  <a:pt x="131429" y="37692"/>
                </a:lnTo>
                <a:moveTo>
                  <a:pt x="266580" y="17"/>
                </a:moveTo>
                <a:lnTo>
                  <a:pt x="268633" y="0"/>
                </a:lnTo>
                <a:lnTo>
                  <a:pt x="275557" y="83"/>
                </a:lnTo>
                <a:lnTo>
                  <a:pt x="282548" y="351"/>
                </a:lnTo>
                <a:lnTo>
                  <a:pt x="296079" y="1385"/>
                </a:lnTo>
                <a:lnTo>
                  <a:pt x="309528" y="3087"/>
                </a:lnTo>
                <a:lnTo>
                  <a:pt x="322759" y="5456"/>
                </a:lnTo>
                <a:lnTo>
                  <a:pt x="335757" y="8460"/>
                </a:lnTo>
                <a:lnTo>
                  <a:pt x="348505" y="12080"/>
                </a:lnTo>
                <a:lnTo>
                  <a:pt x="361002" y="16301"/>
                </a:lnTo>
                <a:lnTo>
                  <a:pt x="370562" y="20073"/>
                </a:lnTo>
                <a:lnTo>
                  <a:pt x="358316" y="51107"/>
                </a:lnTo>
                <a:lnTo>
                  <a:pt x="349139" y="47503"/>
                </a:lnTo>
                <a:lnTo>
                  <a:pt x="349907" y="47769"/>
                </a:lnTo>
                <a:lnTo>
                  <a:pt x="338210" y="43815"/>
                </a:lnTo>
                <a:lnTo>
                  <a:pt x="338994" y="44065"/>
                </a:lnTo>
                <a:lnTo>
                  <a:pt x="327047" y="40662"/>
                </a:lnTo>
                <a:lnTo>
                  <a:pt x="327849" y="40879"/>
                </a:lnTo>
                <a:lnTo>
                  <a:pt x="315651" y="38059"/>
                </a:lnTo>
                <a:lnTo>
                  <a:pt x="316468" y="38226"/>
                </a:lnTo>
                <a:lnTo>
                  <a:pt x="304072" y="36007"/>
                </a:lnTo>
                <a:lnTo>
                  <a:pt x="304906" y="36140"/>
                </a:lnTo>
                <a:lnTo>
                  <a:pt x="292292" y="34538"/>
                </a:lnTo>
                <a:lnTo>
                  <a:pt x="293127" y="34622"/>
                </a:lnTo>
                <a:lnTo>
                  <a:pt x="280329" y="33654"/>
                </a:lnTo>
                <a:lnTo>
                  <a:pt x="280963" y="33687"/>
                </a:lnTo>
                <a:lnTo>
                  <a:pt x="274506" y="33437"/>
                </a:lnTo>
                <a:lnTo>
                  <a:pt x="274923" y="33454"/>
                </a:lnTo>
                <a:lnTo>
                  <a:pt x="268416" y="33370"/>
                </a:lnTo>
                <a:lnTo>
                  <a:pt x="268850" y="33370"/>
                </a:lnTo>
                <a:lnTo>
                  <a:pt x="267014" y="33387"/>
                </a:lnTo>
                <a:lnTo>
                  <a:pt x="266580" y="17"/>
                </a:lnTo>
                <a:moveTo>
                  <a:pt x="402665" y="35857"/>
                </a:moveTo>
                <a:lnTo>
                  <a:pt x="407938" y="38893"/>
                </a:lnTo>
                <a:lnTo>
                  <a:pt x="418833" y="45884"/>
                </a:lnTo>
                <a:lnTo>
                  <a:pt x="429378" y="53376"/>
                </a:lnTo>
                <a:lnTo>
                  <a:pt x="439522" y="61351"/>
                </a:lnTo>
                <a:lnTo>
                  <a:pt x="449267" y="69777"/>
                </a:lnTo>
                <a:lnTo>
                  <a:pt x="458594" y="78671"/>
                </a:lnTo>
                <a:lnTo>
                  <a:pt x="467470" y="87998"/>
                </a:lnTo>
                <a:lnTo>
                  <a:pt x="475913" y="97742"/>
                </a:lnTo>
                <a:lnTo>
                  <a:pt x="482153" y="105684"/>
                </a:lnTo>
                <a:lnTo>
                  <a:pt x="455908" y="126291"/>
                </a:lnTo>
                <a:lnTo>
                  <a:pt x="449934" y="118682"/>
                </a:lnTo>
                <a:lnTo>
                  <a:pt x="450435" y="119299"/>
                </a:lnTo>
                <a:lnTo>
                  <a:pt x="442510" y="110156"/>
                </a:lnTo>
                <a:lnTo>
                  <a:pt x="443060" y="110739"/>
                </a:lnTo>
                <a:lnTo>
                  <a:pt x="434717" y="101996"/>
                </a:lnTo>
                <a:lnTo>
                  <a:pt x="435268" y="102548"/>
                </a:lnTo>
                <a:lnTo>
                  <a:pt x="426524" y="94205"/>
                </a:lnTo>
                <a:lnTo>
                  <a:pt x="427109" y="94755"/>
                </a:lnTo>
                <a:lnTo>
                  <a:pt x="417965" y="86830"/>
                </a:lnTo>
                <a:lnTo>
                  <a:pt x="418583" y="87330"/>
                </a:lnTo>
                <a:lnTo>
                  <a:pt x="409072" y="79855"/>
                </a:lnTo>
                <a:lnTo>
                  <a:pt x="409706" y="80339"/>
                </a:lnTo>
                <a:lnTo>
                  <a:pt x="399829" y="73315"/>
                </a:lnTo>
                <a:lnTo>
                  <a:pt x="400496" y="73765"/>
                </a:lnTo>
                <a:lnTo>
                  <a:pt x="390267" y="67208"/>
                </a:lnTo>
                <a:lnTo>
                  <a:pt x="390952" y="67625"/>
                </a:lnTo>
                <a:lnTo>
                  <a:pt x="386029" y="64789"/>
                </a:lnTo>
                <a:lnTo>
                  <a:pt x="402665" y="35857"/>
                </a:lnTo>
                <a:moveTo>
                  <a:pt x="501909" y="135467"/>
                </a:moveTo>
                <a:lnTo>
                  <a:pt x="504828" y="140573"/>
                </a:lnTo>
                <a:lnTo>
                  <a:pt x="510769" y="152153"/>
                </a:lnTo>
                <a:lnTo>
                  <a:pt x="516158" y="164066"/>
                </a:lnTo>
                <a:lnTo>
                  <a:pt x="520963" y="176263"/>
                </a:lnTo>
                <a:lnTo>
                  <a:pt x="525184" y="188760"/>
                </a:lnTo>
                <a:lnTo>
                  <a:pt x="528805" y="201507"/>
                </a:lnTo>
                <a:lnTo>
                  <a:pt x="531808" y="214505"/>
                </a:lnTo>
                <a:lnTo>
                  <a:pt x="534178" y="227737"/>
                </a:lnTo>
                <a:lnTo>
                  <a:pt x="535229" y="236079"/>
                </a:lnTo>
                <a:lnTo>
                  <a:pt x="502126" y="240284"/>
                </a:lnTo>
                <a:lnTo>
                  <a:pt x="501125" y="232358"/>
                </a:lnTo>
                <a:lnTo>
                  <a:pt x="501258" y="233193"/>
                </a:lnTo>
                <a:lnTo>
                  <a:pt x="499039" y="220796"/>
                </a:lnTo>
                <a:lnTo>
                  <a:pt x="499206" y="221613"/>
                </a:lnTo>
                <a:lnTo>
                  <a:pt x="496386" y="209416"/>
                </a:lnTo>
                <a:lnTo>
                  <a:pt x="496603" y="210217"/>
                </a:lnTo>
                <a:lnTo>
                  <a:pt x="493199" y="198270"/>
                </a:lnTo>
                <a:lnTo>
                  <a:pt x="493450" y="199054"/>
                </a:lnTo>
                <a:lnTo>
                  <a:pt x="489479" y="187359"/>
                </a:lnTo>
                <a:lnTo>
                  <a:pt x="489762" y="188126"/>
                </a:lnTo>
                <a:lnTo>
                  <a:pt x="485257" y="176680"/>
                </a:lnTo>
                <a:lnTo>
                  <a:pt x="485574" y="177430"/>
                </a:lnTo>
                <a:lnTo>
                  <a:pt x="480535" y="166268"/>
                </a:lnTo>
                <a:lnTo>
                  <a:pt x="480885" y="167003"/>
                </a:lnTo>
                <a:lnTo>
                  <a:pt x="475312" y="156140"/>
                </a:lnTo>
                <a:lnTo>
                  <a:pt x="475713" y="156858"/>
                </a:lnTo>
                <a:lnTo>
                  <a:pt x="472976" y="152102"/>
                </a:lnTo>
                <a:lnTo>
                  <a:pt x="501909" y="135467"/>
                </a:lnTo>
                <a:moveTo>
                  <a:pt x="537231" y="271685"/>
                </a:moveTo>
                <a:lnTo>
                  <a:pt x="537182" y="275557"/>
                </a:lnTo>
                <a:lnTo>
                  <a:pt x="536914" y="282547"/>
                </a:lnTo>
                <a:lnTo>
                  <a:pt x="535880" y="296079"/>
                </a:lnTo>
                <a:lnTo>
                  <a:pt x="534178" y="309527"/>
                </a:lnTo>
                <a:lnTo>
                  <a:pt x="531808" y="322759"/>
                </a:lnTo>
                <a:lnTo>
                  <a:pt x="528805" y="335757"/>
                </a:lnTo>
                <a:lnTo>
                  <a:pt x="525184" y="348504"/>
                </a:lnTo>
                <a:lnTo>
                  <a:pt x="520963" y="361002"/>
                </a:lnTo>
                <a:lnTo>
                  <a:pt x="516158" y="373199"/>
                </a:lnTo>
                <a:lnTo>
                  <a:pt x="515056" y="375618"/>
                </a:lnTo>
                <a:lnTo>
                  <a:pt x="484656" y="361869"/>
                </a:lnTo>
                <a:lnTo>
                  <a:pt x="485574" y="359833"/>
                </a:lnTo>
                <a:lnTo>
                  <a:pt x="485257" y="360584"/>
                </a:lnTo>
                <a:lnTo>
                  <a:pt x="489762" y="349139"/>
                </a:lnTo>
                <a:lnTo>
                  <a:pt x="489479" y="349906"/>
                </a:lnTo>
                <a:lnTo>
                  <a:pt x="493450" y="338209"/>
                </a:lnTo>
                <a:lnTo>
                  <a:pt x="493199" y="338994"/>
                </a:lnTo>
                <a:lnTo>
                  <a:pt x="496603" y="327047"/>
                </a:lnTo>
                <a:lnTo>
                  <a:pt x="496386" y="327848"/>
                </a:lnTo>
                <a:lnTo>
                  <a:pt x="499206" y="315651"/>
                </a:lnTo>
                <a:lnTo>
                  <a:pt x="499039" y="316468"/>
                </a:lnTo>
                <a:lnTo>
                  <a:pt x="501258" y="304072"/>
                </a:lnTo>
                <a:lnTo>
                  <a:pt x="501125" y="304906"/>
                </a:lnTo>
                <a:lnTo>
                  <a:pt x="502727" y="292292"/>
                </a:lnTo>
                <a:lnTo>
                  <a:pt x="502643" y="293126"/>
                </a:lnTo>
                <a:lnTo>
                  <a:pt x="503610" y="280329"/>
                </a:lnTo>
                <a:lnTo>
                  <a:pt x="503577" y="280963"/>
                </a:lnTo>
                <a:lnTo>
                  <a:pt x="503827" y="274505"/>
                </a:lnTo>
                <a:lnTo>
                  <a:pt x="503811" y="274922"/>
                </a:lnTo>
                <a:lnTo>
                  <a:pt x="503861" y="271251"/>
                </a:lnTo>
                <a:lnTo>
                  <a:pt x="537231" y="271685"/>
                </a:lnTo>
                <a:moveTo>
                  <a:pt x="499072" y="406719"/>
                </a:moveTo>
                <a:lnTo>
                  <a:pt x="498372" y="407937"/>
                </a:lnTo>
                <a:lnTo>
                  <a:pt x="491380" y="418832"/>
                </a:lnTo>
                <a:lnTo>
                  <a:pt x="483889" y="429378"/>
                </a:lnTo>
                <a:lnTo>
                  <a:pt x="475913" y="439522"/>
                </a:lnTo>
                <a:lnTo>
                  <a:pt x="467470" y="449266"/>
                </a:lnTo>
                <a:lnTo>
                  <a:pt x="458594" y="458594"/>
                </a:lnTo>
                <a:lnTo>
                  <a:pt x="449267" y="467487"/>
                </a:lnTo>
                <a:lnTo>
                  <a:pt x="439522" y="475913"/>
                </a:lnTo>
                <a:lnTo>
                  <a:pt x="429378" y="483888"/>
                </a:lnTo>
                <a:lnTo>
                  <a:pt x="427209" y="485424"/>
                </a:lnTo>
                <a:lnTo>
                  <a:pt x="407871" y="458226"/>
                </a:lnTo>
                <a:lnTo>
                  <a:pt x="409706" y="456925"/>
                </a:lnTo>
                <a:lnTo>
                  <a:pt x="409072" y="457409"/>
                </a:lnTo>
                <a:lnTo>
                  <a:pt x="418583" y="449934"/>
                </a:lnTo>
                <a:lnTo>
                  <a:pt x="417965" y="450435"/>
                </a:lnTo>
                <a:lnTo>
                  <a:pt x="427109" y="442509"/>
                </a:lnTo>
                <a:lnTo>
                  <a:pt x="426524" y="443059"/>
                </a:lnTo>
                <a:lnTo>
                  <a:pt x="435268" y="434717"/>
                </a:lnTo>
                <a:lnTo>
                  <a:pt x="434717" y="435267"/>
                </a:lnTo>
                <a:lnTo>
                  <a:pt x="443060" y="426524"/>
                </a:lnTo>
                <a:lnTo>
                  <a:pt x="442510" y="427109"/>
                </a:lnTo>
                <a:lnTo>
                  <a:pt x="450435" y="417965"/>
                </a:lnTo>
                <a:lnTo>
                  <a:pt x="449934" y="418582"/>
                </a:lnTo>
                <a:lnTo>
                  <a:pt x="457409" y="409072"/>
                </a:lnTo>
                <a:lnTo>
                  <a:pt x="456925" y="409706"/>
                </a:lnTo>
                <a:lnTo>
                  <a:pt x="463950" y="399828"/>
                </a:lnTo>
                <a:lnTo>
                  <a:pt x="463500" y="400496"/>
                </a:lnTo>
                <a:lnTo>
                  <a:pt x="470056" y="390267"/>
                </a:lnTo>
                <a:lnTo>
                  <a:pt x="469640" y="390952"/>
                </a:lnTo>
                <a:lnTo>
                  <a:pt x="470140" y="390084"/>
                </a:lnTo>
                <a:lnTo>
                  <a:pt x="499072" y="406719"/>
                </a:lnTo>
                <a:moveTo>
                  <a:pt x="397743" y="504227"/>
                </a:moveTo>
                <a:lnTo>
                  <a:pt x="396692" y="504828"/>
                </a:lnTo>
                <a:lnTo>
                  <a:pt x="385112" y="510768"/>
                </a:lnTo>
                <a:lnTo>
                  <a:pt x="373199" y="516158"/>
                </a:lnTo>
                <a:lnTo>
                  <a:pt x="361002" y="520963"/>
                </a:lnTo>
                <a:lnTo>
                  <a:pt x="348505" y="525184"/>
                </a:lnTo>
                <a:lnTo>
                  <a:pt x="335757" y="528805"/>
                </a:lnTo>
                <a:lnTo>
                  <a:pt x="322759" y="531808"/>
                </a:lnTo>
                <a:lnTo>
                  <a:pt x="309528" y="534178"/>
                </a:lnTo>
                <a:lnTo>
                  <a:pt x="296563" y="535829"/>
                </a:lnTo>
                <a:lnTo>
                  <a:pt x="292342" y="502726"/>
                </a:lnTo>
                <a:lnTo>
                  <a:pt x="304906" y="501124"/>
                </a:lnTo>
                <a:lnTo>
                  <a:pt x="304072" y="501257"/>
                </a:lnTo>
                <a:lnTo>
                  <a:pt x="316468" y="499038"/>
                </a:lnTo>
                <a:lnTo>
                  <a:pt x="315651" y="499205"/>
                </a:lnTo>
                <a:lnTo>
                  <a:pt x="327849" y="496386"/>
                </a:lnTo>
                <a:lnTo>
                  <a:pt x="327047" y="496602"/>
                </a:lnTo>
                <a:lnTo>
                  <a:pt x="338994" y="493199"/>
                </a:lnTo>
                <a:lnTo>
                  <a:pt x="338210" y="493449"/>
                </a:lnTo>
                <a:lnTo>
                  <a:pt x="349907" y="489478"/>
                </a:lnTo>
                <a:lnTo>
                  <a:pt x="349139" y="489761"/>
                </a:lnTo>
                <a:lnTo>
                  <a:pt x="360585" y="485256"/>
                </a:lnTo>
                <a:lnTo>
                  <a:pt x="359833" y="485574"/>
                </a:lnTo>
                <a:lnTo>
                  <a:pt x="370996" y="480534"/>
                </a:lnTo>
                <a:lnTo>
                  <a:pt x="370262" y="480885"/>
                </a:lnTo>
                <a:lnTo>
                  <a:pt x="381124" y="475312"/>
                </a:lnTo>
                <a:lnTo>
                  <a:pt x="380406" y="475713"/>
                </a:lnTo>
                <a:lnTo>
                  <a:pt x="381108" y="475295"/>
                </a:lnTo>
                <a:lnTo>
                  <a:pt x="397743" y="504227"/>
                </a:lnTo>
                <a:moveTo>
                  <a:pt x="260490" y="537131"/>
                </a:moveTo>
                <a:lnTo>
                  <a:pt x="254717" y="536914"/>
                </a:lnTo>
                <a:lnTo>
                  <a:pt x="241185" y="535880"/>
                </a:lnTo>
                <a:lnTo>
                  <a:pt x="227737" y="534178"/>
                </a:lnTo>
                <a:lnTo>
                  <a:pt x="214505" y="531808"/>
                </a:lnTo>
                <a:lnTo>
                  <a:pt x="201507" y="528805"/>
                </a:lnTo>
                <a:lnTo>
                  <a:pt x="188760" y="525184"/>
                </a:lnTo>
                <a:lnTo>
                  <a:pt x="176263" y="520963"/>
                </a:lnTo>
                <a:lnTo>
                  <a:pt x="164066" y="516158"/>
                </a:lnTo>
                <a:lnTo>
                  <a:pt x="157392" y="513137"/>
                </a:lnTo>
                <a:lnTo>
                  <a:pt x="171140" y="482737"/>
                </a:lnTo>
                <a:lnTo>
                  <a:pt x="177431" y="485574"/>
                </a:lnTo>
                <a:lnTo>
                  <a:pt x="176680" y="485256"/>
                </a:lnTo>
                <a:lnTo>
                  <a:pt x="188126" y="489761"/>
                </a:lnTo>
                <a:lnTo>
                  <a:pt x="187359" y="489478"/>
                </a:lnTo>
                <a:lnTo>
                  <a:pt x="199055" y="493449"/>
                </a:lnTo>
                <a:lnTo>
                  <a:pt x="198270" y="493199"/>
                </a:lnTo>
                <a:lnTo>
                  <a:pt x="210217" y="496602"/>
                </a:lnTo>
                <a:lnTo>
                  <a:pt x="209417" y="496386"/>
                </a:lnTo>
                <a:lnTo>
                  <a:pt x="221613" y="499205"/>
                </a:lnTo>
                <a:lnTo>
                  <a:pt x="220796" y="499038"/>
                </a:lnTo>
                <a:lnTo>
                  <a:pt x="233193" y="501257"/>
                </a:lnTo>
                <a:lnTo>
                  <a:pt x="232358" y="501124"/>
                </a:lnTo>
                <a:lnTo>
                  <a:pt x="244973" y="502726"/>
                </a:lnTo>
                <a:lnTo>
                  <a:pt x="244138" y="502642"/>
                </a:lnTo>
                <a:lnTo>
                  <a:pt x="256936" y="503610"/>
                </a:lnTo>
                <a:lnTo>
                  <a:pt x="256302" y="503577"/>
                </a:lnTo>
                <a:lnTo>
                  <a:pt x="261758" y="503777"/>
                </a:lnTo>
                <a:lnTo>
                  <a:pt x="260490" y="537131"/>
                </a:lnTo>
                <a:moveTo>
                  <a:pt x="125907" y="496185"/>
                </a:moveTo>
                <a:lnTo>
                  <a:pt x="118415" y="491380"/>
                </a:lnTo>
                <a:lnTo>
                  <a:pt x="107887" y="483888"/>
                </a:lnTo>
                <a:lnTo>
                  <a:pt x="97743" y="475913"/>
                </a:lnTo>
                <a:lnTo>
                  <a:pt x="87998" y="467487"/>
                </a:lnTo>
                <a:lnTo>
                  <a:pt x="78671" y="458594"/>
                </a:lnTo>
                <a:lnTo>
                  <a:pt x="69778" y="449266"/>
                </a:lnTo>
                <a:lnTo>
                  <a:pt x="61352" y="439522"/>
                </a:lnTo>
                <a:lnTo>
                  <a:pt x="53377" y="429378"/>
                </a:lnTo>
                <a:lnTo>
                  <a:pt x="49122" y="423404"/>
                </a:lnTo>
                <a:lnTo>
                  <a:pt x="76318" y="404066"/>
                </a:lnTo>
                <a:lnTo>
                  <a:pt x="80340" y="409706"/>
                </a:lnTo>
                <a:lnTo>
                  <a:pt x="79855" y="409072"/>
                </a:lnTo>
                <a:lnTo>
                  <a:pt x="87331" y="418582"/>
                </a:lnTo>
                <a:lnTo>
                  <a:pt x="86830" y="417965"/>
                </a:lnTo>
                <a:lnTo>
                  <a:pt x="94756" y="427109"/>
                </a:lnTo>
                <a:lnTo>
                  <a:pt x="94205" y="426524"/>
                </a:lnTo>
                <a:lnTo>
                  <a:pt x="102548" y="435267"/>
                </a:lnTo>
                <a:lnTo>
                  <a:pt x="101997" y="434717"/>
                </a:lnTo>
                <a:lnTo>
                  <a:pt x="110740" y="443059"/>
                </a:lnTo>
                <a:lnTo>
                  <a:pt x="110156" y="442509"/>
                </a:lnTo>
                <a:lnTo>
                  <a:pt x="119299" y="450435"/>
                </a:lnTo>
                <a:lnTo>
                  <a:pt x="118683" y="449934"/>
                </a:lnTo>
                <a:lnTo>
                  <a:pt x="128192" y="457409"/>
                </a:lnTo>
                <a:lnTo>
                  <a:pt x="127558" y="456925"/>
                </a:lnTo>
                <a:lnTo>
                  <a:pt x="137437" y="463950"/>
                </a:lnTo>
                <a:lnTo>
                  <a:pt x="136769" y="463499"/>
                </a:lnTo>
                <a:lnTo>
                  <a:pt x="143910" y="468087"/>
                </a:lnTo>
                <a:lnTo>
                  <a:pt x="125907" y="496185"/>
                </a:lnTo>
                <a:moveTo>
                  <a:pt x="30484" y="392887"/>
                </a:moveTo>
                <a:lnTo>
                  <a:pt x="26496" y="385112"/>
                </a:lnTo>
                <a:lnTo>
                  <a:pt x="21107" y="373199"/>
                </a:lnTo>
                <a:lnTo>
                  <a:pt x="16302" y="361002"/>
                </a:lnTo>
                <a:lnTo>
                  <a:pt x="12080" y="348504"/>
                </a:lnTo>
                <a:lnTo>
                  <a:pt x="8460" y="335757"/>
                </a:lnTo>
                <a:lnTo>
                  <a:pt x="5456" y="322759"/>
                </a:lnTo>
                <a:lnTo>
                  <a:pt x="3087" y="309527"/>
                </a:lnTo>
                <a:lnTo>
                  <a:pt x="1386" y="296079"/>
                </a:lnTo>
                <a:lnTo>
                  <a:pt x="1001" y="291057"/>
                </a:lnTo>
                <a:lnTo>
                  <a:pt x="34271" y="288538"/>
                </a:lnTo>
                <a:lnTo>
                  <a:pt x="34622" y="293126"/>
                </a:lnTo>
                <a:lnTo>
                  <a:pt x="34539" y="292292"/>
                </a:lnTo>
                <a:lnTo>
                  <a:pt x="36140" y="304906"/>
                </a:lnTo>
                <a:lnTo>
                  <a:pt x="36007" y="304072"/>
                </a:lnTo>
                <a:lnTo>
                  <a:pt x="38226" y="316468"/>
                </a:lnTo>
                <a:lnTo>
                  <a:pt x="38059" y="315651"/>
                </a:lnTo>
                <a:lnTo>
                  <a:pt x="40879" y="327848"/>
                </a:lnTo>
                <a:lnTo>
                  <a:pt x="40662" y="327047"/>
                </a:lnTo>
                <a:lnTo>
                  <a:pt x="44066" y="338994"/>
                </a:lnTo>
                <a:lnTo>
                  <a:pt x="43816" y="338209"/>
                </a:lnTo>
                <a:lnTo>
                  <a:pt x="47770" y="349906"/>
                </a:lnTo>
                <a:lnTo>
                  <a:pt x="47503" y="349139"/>
                </a:lnTo>
                <a:lnTo>
                  <a:pt x="52008" y="360584"/>
                </a:lnTo>
                <a:lnTo>
                  <a:pt x="51691" y="359833"/>
                </a:lnTo>
                <a:lnTo>
                  <a:pt x="56730" y="370996"/>
                </a:lnTo>
                <a:lnTo>
                  <a:pt x="56380" y="370262"/>
                </a:lnTo>
                <a:lnTo>
                  <a:pt x="60184" y="377687"/>
                </a:lnTo>
                <a:lnTo>
                  <a:pt x="30484" y="39288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40-part-0">
            <a:extLst xmlns:a="http://schemas.openxmlformats.org/drawingml/2006/main">
              <a:ext uri="{FF2B5EF4-FFF2-40B4-BE49-F238E27FC236}">
                <a16:creationId xmlns:a16="http://schemas.microsoft.com/office/drawing/2014/main" id="{59B2F8AD-153E-4CEA-812E-C96401D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2277" y="2065789"/>
            <a:ext cx="150017" cy="485740"/>
          </a:xfrm>
          <a:custGeom xmlns:a="http://schemas.openxmlformats.org/drawingml/2006/main">
            <a:pathLst>
              <a:path w="150017" h="485740">
                <a:moveTo>
                  <a:pt x="119082" y="344650"/>
                </a:moveTo>
                <a:lnTo>
                  <a:pt x="59483" y="444044"/>
                </a:lnTo>
                <a:lnTo>
                  <a:pt x="88315" y="444394"/>
                </a:lnTo>
                <a:lnTo>
                  <a:pt x="31118" y="343582"/>
                </a:lnTo>
                <a:lnTo>
                  <a:pt x="29083" y="340746"/>
                </a:lnTo>
                <a:lnTo>
                  <a:pt x="26513" y="338393"/>
                </a:lnTo>
                <a:lnTo>
                  <a:pt x="23509" y="336625"/>
                </a:lnTo>
                <a:lnTo>
                  <a:pt x="20206" y="335523"/>
                </a:lnTo>
                <a:lnTo>
                  <a:pt x="16735" y="335139"/>
                </a:lnTo>
                <a:lnTo>
                  <a:pt x="13265" y="335473"/>
                </a:lnTo>
                <a:lnTo>
                  <a:pt x="9928" y="336524"/>
                </a:lnTo>
                <a:lnTo>
                  <a:pt x="6907" y="338243"/>
                </a:lnTo>
                <a:lnTo>
                  <a:pt x="4289" y="340562"/>
                </a:lnTo>
                <a:lnTo>
                  <a:pt x="2219" y="343365"/>
                </a:lnTo>
                <a:lnTo>
                  <a:pt x="784" y="346552"/>
                </a:lnTo>
                <a:lnTo>
                  <a:pt x="34" y="349956"/>
                </a:lnTo>
                <a:lnTo>
                  <a:pt x="0" y="353443"/>
                </a:lnTo>
                <a:lnTo>
                  <a:pt x="700" y="356864"/>
                </a:lnTo>
                <a:lnTo>
                  <a:pt x="2086" y="360050"/>
                </a:lnTo>
                <a:lnTo>
                  <a:pt x="73399" y="485740"/>
                </a:lnTo>
                <a:lnTo>
                  <a:pt x="147698" y="361802"/>
                </a:lnTo>
                <a:lnTo>
                  <a:pt x="149182" y="358649"/>
                </a:lnTo>
                <a:lnTo>
                  <a:pt x="149950" y="355245"/>
                </a:lnTo>
                <a:lnTo>
                  <a:pt x="150017" y="351758"/>
                </a:lnTo>
                <a:lnTo>
                  <a:pt x="149350" y="348337"/>
                </a:lnTo>
                <a:lnTo>
                  <a:pt x="147982" y="345117"/>
                </a:lnTo>
                <a:lnTo>
                  <a:pt x="145979" y="342264"/>
                </a:lnTo>
                <a:lnTo>
                  <a:pt x="143426" y="339895"/>
                </a:lnTo>
                <a:lnTo>
                  <a:pt x="140439" y="338093"/>
                </a:lnTo>
                <a:lnTo>
                  <a:pt x="137136" y="336958"/>
                </a:lnTo>
                <a:lnTo>
                  <a:pt x="133665" y="336541"/>
                </a:lnTo>
                <a:lnTo>
                  <a:pt x="130195" y="336858"/>
                </a:lnTo>
                <a:lnTo>
                  <a:pt x="126857" y="337876"/>
                </a:lnTo>
                <a:lnTo>
                  <a:pt x="123804" y="339561"/>
                </a:lnTo>
                <a:lnTo>
                  <a:pt x="121185" y="341864"/>
                </a:lnTo>
                <a:lnTo>
                  <a:pt x="119082" y="34465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40-part-1">
            <a:extLst xmlns:a="http://schemas.openxmlformats.org/drawingml/2006/main">
              <a:ext uri="{FF2B5EF4-FFF2-40B4-BE49-F238E27FC236}">
                <a16:creationId xmlns:a16="http://schemas.microsoft.com/office/drawing/2014/main" id="{91B90A41-7F36-42A0-8FD0-30686378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2277" y="2065789"/>
            <a:ext cx="150017" cy="485740"/>
          </a:xfrm>
          <a:custGeom xmlns:a="http://schemas.openxmlformats.org/drawingml/2006/main">
            <a:pathLst>
              <a:path w="150017" h="485740">
                <a:moveTo>
                  <a:pt x="62553" y="0"/>
                </a:moveTo>
                <a:lnTo>
                  <a:pt x="60951" y="133465"/>
                </a:lnTo>
                <a:lnTo>
                  <a:pt x="94322" y="133866"/>
                </a:lnTo>
                <a:lnTo>
                  <a:pt x="95924" y="400"/>
                </a:lnTo>
                <a:lnTo>
                  <a:pt x="62553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40-part-2">
            <a:extLst xmlns:a="http://schemas.openxmlformats.org/drawingml/2006/main">
              <a:ext uri="{FF2B5EF4-FFF2-40B4-BE49-F238E27FC236}">
                <a16:creationId xmlns:a16="http://schemas.microsoft.com/office/drawing/2014/main" id="{24E5CE9D-5EE8-407E-9184-AA30EED4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2277" y="2065789"/>
            <a:ext cx="150017" cy="485740"/>
          </a:xfrm>
          <a:custGeom xmlns:a="http://schemas.openxmlformats.org/drawingml/2006/main">
            <a:pathLst>
              <a:path w="150017" h="485740">
                <a:moveTo>
                  <a:pt x="59750" y="233577"/>
                </a:moveTo>
                <a:lnTo>
                  <a:pt x="58132" y="367042"/>
                </a:lnTo>
                <a:lnTo>
                  <a:pt x="91502" y="367442"/>
                </a:lnTo>
                <a:lnTo>
                  <a:pt x="93120" y="233977"/>
                </a:lnTo>
                <a:lnTo>
                  <a:pt x="59750" y="23357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07DB5816-5920-4878-9293-0C6BB6B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8816" y="2128976"/>
            <a:ext cx="541435" cy="541302"/>
          </a:xfrm>
          <a:custGeom xmlns:a="http://schemas.openxmlformats.org/drawingml/2006/main">
            <a:pathLst>
              <a:path w="541435" h="541302">
                <a:moveTo>
                  <a:pt x="83" y="277459"/>
                </a:moveTo>
                <a:lnTo>
                  <a:pt x="0" y="270718"/>
                </a:lnTo>
                <a:lnTo>
                  <a:pt x="83" y="263743"/>
                </a:lnTo>
                <a:lnTo>
                  <a:pt x="350" y="256685"/>
                </a:lnTo>
                <a:lnTo>
                  <a:pt x="1385" y="243054"/>
                </a:lnTo>
                <a:lnTo>
                  <a:pt x="3104" y="229505"/>
                </a:lnTo>
                <a:lnTo>
                  <a:pt x="5489" y="216174"/>
                </a:lnTo>
                <a:lnTo>
                  <a:pt x="8508" y="203076"/>
                </a:lnTo>
                <a:lnTo>
                  <a:pt x="12163" y="190229"/>
                </a:lnTo>
                <a:lnTo>
                  <a:pt x="16418" y="177631"/>
                </a:lnTo>
                <a:lnTo>
                  <a:pt x="21273" y="165334"/>
                </a:lnTo>
                <a:lnTo>
                  <a:pt x="23692" y="159978"/>
                </a:lnTo>
                <a:lnTo>
                  <a:pt x="57897" y="175445"/>
                </a:lnTo>
                <a:lnTo>
                  <a:pt x="55678" y="180384"/>
                </a:lnTo>
                <a:lnTo>
                  <a:pt x="56029" y="179533"/>
                </a:lnTo>
                <a:lnTo>
                  <a:pt x="51524" y="190979"/>
                </a:lnTo>
                <a:lnTo>
                  <a:pt x="51841" y="190112"/>
                </a:lnTo>
                <a:lnTo>
                  <a:pt x="47870" y="201808"/>
                </a:lnTo>
                <a:lnTo>
                  <a:pt x="48153" y="200923"/>
                </a:lnTo>
                <a:lnTo>
                  <a:pt x="44766" y="212887"/>
                </a:lnTo>
                <a:lnTo>
                  <a:pt x="45000" y="211969"/>
                </a:lnTo>
                <a:lnTo>
                  <a:pt x="42180" y="224166"/>
                </a:lnTo>
                <a:lnTo>
                  <a:pt x="42364" y="223248"/>
                </a:lnTo>
                <a:lnTo>
                  <a:pt x="40144" y="235646"/>
                </a:lnTo>
                <a:lnTo>
                  <a:pt x="40294" y="234711"/>
                </a:lnTo>
                <a:lnTo>
                  <a:pt x="38692" y="247325"/>
                </a:lnTo>
                <a:lnTo>
                  <a:pt x="38793" y="246374"/>
                </a:lnTo>
                <a:lnTo>
                  <a:pt x="37808" y="259172"/>
                </a:lnTo>
                <a:lnTo>
                  <a:pt x="37858" y="258471"/>
                </a:lnTo>
                <a:lnTo>
                  <a:pt x="37608" y="264928"/>
                </a:lnTo>
                <a:lnTo>
                  <a:pt x="37625" y="264444"/>
                </a:lnTo>
                <a:lnTo>
                  <a:pt x="37541" y="270951"/>
                </a:lnTo>
                <a:lnTo>
                  <a:pt x="37541" y="270484"/>
                </a:lnTo>
                <a:lnTo>
                  <a:pt x="37625" y="276991"/>
                </a:lnTo>
                <a:lnTo>
                  <a:pt x="83" y="277459"/>
                </a:lnTo>
                <a:moveTo>
                  <a:pt x="42864" y="124622"/>
                </a:moveTo>
                <a:lnTo>
                  <a:pt x="46235" y="119350"/>
                </a:lnTo>
                <a:lnTo>
                  <a:pt x="53793" y="108721"/>
                </a:lnTo>
                <a:lnTo>
                  <a:pt x="61818" y="98510"/>
                </a:lnTo>
                <a:lnTo>
                  <a:pt x="70328" y="88682"/>
                </a:lnTo>
                <a:lnTo>
                  <a:pt x="79288" y="79288"/>
                </a:lnTo>
                <a:lnTo>
                  <a:pt x="88682" y="70328"/>
                </a:lnTo>
                <a:lnTo>
                  <a:pt x="98509" y="61819"/>
                </a:lnTo>
                <a:lnTo>
                  <a:pt x="108721" y="53794"/>
                </a:lnTo>
                <a:lnTo>
                  <a:pt x="119349" y="46235"/>
                </a:lnTo>
                <a:lnTo>
                  <a:pt x="128125" y="40612"/>
                </a:lnTo>
                <a:lnTo>
                  <a:pt x="148398" y="72214"/>
                </a:lnTo>
                <a:lnTo>
                  <a:pt x="139989" y="77603"/>
                </a:lnTo>
                <a:lnTo>
                  <a:pt x="140723" y="77102"/>
                </a:lnTo>
                <a:lnTo>
                  <a:pt x="130845" y="84127"/>
                </a:lnTo>
                <a:lnTo>
                  <a:pt x="131579" y="83576"/>
                </a:lnTo>
                <a:lnTo>
                  <a:pt x="122052" y="91068"/>
                </a:lnTo>
                <a:lnTo>
                  <a:pt x="122753" y="90484"/>
                </a:lnTo>
                <a:lnTo>
                  <a:pt x="113609" y="98410"/>
                </a:lnTo>
                <a:lnTo>
                  <a:pt x="114260" y="97809"/>
                </a:lnTo>
                <a:lnTo>
                  <a:pt x="105517" y="106152"/>
                </a:lnTo>
                <a:lnTo>
                  <a:pt x="106151" y="105517"/>
                </a:lnTo>
                <a:lnTo>
                  <a:pt x="97809" y="114260"/>
                </a:lnTo>
                <a:lnTo>
                  <a:pt x="98409" y="113609"/>
                </a:lnTo>
                <a:lnTo>
                  <a:pt x="90484" y="122753"/>
                </a:lnTo>
                <a:lnTo>
                  <a:pt x="91068" y="122052"/>
                </a:lnTo>
                <a:lnTo>
                  <a:pt x="83576" y="131579"/>
                </a:lnTo>
                <a:lnTo>
                  <a:pt x="84127" y="130846"/>
                </a:lnTo>
                <a:lnTo>
                  <a:pt x="77102" y="140723"/>
                </a:lnTo>
                <a:lnTo>
                  <a:pt x="77603" y="139989"/>
                </a:lnTo>
                <a:lnTo>
                  <a:pt x="74465" y="144878"/>
                </a:lnTo>
                <a:lnTo>
                  <a:pt x="42864" y="124622"/>
                </a:lnTo>
                <a:moveTo>
                  <a:pt x="163799" y="21975"/>
                </a:moveTo>
                <a:lnTo>
                  <a:pt x="165334" y="21273"/>
                </a:lnTo>
                <a:lnTo>
                  <a:pt x="177630" y="16418"/>
                </a:lnTo>
                <a:lnTo>
                  <a:pt x="190228" y="12163"/>
                </a:lnTo>
                <a:lnTo>
                  <a:pt x="203075" y="8526"/>
                </a:lnTo>
                <a:lnTo>
                  <a:pt x="216173" y="5489"/>
                </a:lnTo>
                <a:lnTo>
                  <a:pt x="229505" y="3120"/>
                </a:lnTo>
                <a:lnTo>
                  <a:pt x="243053" y="1385"/>
                </a:lnTo>
                <a:lnTo>
                  <a:pt x="256685" y="351"/>
                </a:lnTo>
                <a:lnTo>
                  <a:pt x="263743" y="83"/>
                </a:lnTo>
                <a:lnTo>
                  <a:pt x="270718" y="0"/>
                </a:lnTo>
                <a:lnTo>
                  <a:pt x="277692" y="83"/>
                </a:lnTo>
                <a:lnTo>
                  <a:pt x="282114" y="250"/>
                </a:lnTo>
                <a:lnTo>
                  <a:pt x="280678" y="37775"/>
                </a:lnTo>
                <a:lnTo>
                  <a:pt x="276507" y="37608"/>
                </a:lnTo>
                <a:lnTo>
                  <a:pt x="276975" y="37625"/>
                </a:lnTo>
                <a:lnTo>
                  <a:pt x="270484" y="37542"/>
                </a:lnTo>
                <a:lnTo>
                  <a:pt x="270951" y="37542"/>
                </a:lnTo>
                <a:lnTo>
                  <a:pt x="264443" y="37625"/>
                </a:lnTo>
                <a:lnTo>
                  <a:pt x="264927" y="37608"/>
                </a:lnTo>
                <a:lnTo>
                  <a:pt x="258471" y="37859"/>
                </a:lnTo>
                <a:lnTo>
                  <a:pt x="259171" y="37809"/>
                </a:lnTo>
                <a:lnTo>
                  <a:pt x="246374" y="38793"/>
                </a:lnTo>
                <a:lnTo>
                  <a:pt x="247324" y="38693"/>
                </a:lnTo>
                <a:lnTo>
                  <a:pt x="234710" y="40295"/>
                </a:lnTo>
                <a:lnTo>
                  <a:pt x="235645" y="40144"/>
                </a:lnTo>
                <a:lnTo>
                  <a:pt x="223248" y="42364"/>
                </a:lnTo>
                <a:lnTo>
                  <a:pt x="224166" y="42181"/>
                </a:lnTo>
                <a:lnTo>
                  <a:pt x="211968" y="45000"/>
                </a:lnTo>
                <a:lnTo>
                  <a:pt x="212887" y="44767"/>
                </a:lnTo>
                <a:lnTo>
                  <a:pt x="200923" y="48153"/>
                </a:lnTo>
                <a:lnTo>
                  <a:pt x="201807" y="47886"/>
                </a:lnTo>
                <a:lnTo>
                  <a:pt x="190111" y="51841"/>
                </a:lnTo>
                <a:lnTo>
                  <a:pt x="190978" y="51524"/>
                </a:lnTo>
                <a:lnTo>
                  <a:pt x="179532" y="56029"/>
                </a:lnTo>
                <a:lnTo>
                  <a:pt x="180384" y="55678"/>
                </a:lnTo>
                <a:lnTo>
                  <a:pt x="179249" y="56179"/>
                </a:lnTo>
                <a:lnTo>
                  <a:pt x="163799" y="21975"/>
                </a:lnTo>
                <a:moveTo>
                  <a:pt x="321941" y="4905"/>
                </a:moveTo>
                <a:lnTo>
                  <a:pt x="325261" y="5489"/>
                </a:lnTo>
                <a:lnTo>
                  <a:pt x="338359" y="8526"/>
                </a:lnTo>
                <a:lnTo>
                  <a:pt x="351207" y="12163"/>
                </a:lnTo>
                <a:lnTo>
                  <a:pt x="363805" y="16418"/>
                </a:lnTo>
                <a:lnTo>
                  <a:pt x="376101" y="21273"/>
                </a:lnTo>
                <a:lnTo>
                  <a:pt x="388098" y="26697"/>
                </a:lnTo>
                <a:lnTo>
                  <a:pt x="399778" y="32687"/>
                </a:lnTo>
                <a:lnTo>
                  <a:pt x="411107" y="39194"/>
                </a:lnTo>
                <a:lnTo>
                  <a:pt x="422086" y="46235"/>
                </a:lnTo>
                <a:lnTo>
                  <a:pt x="431730" y="53092"/>
                </a:lnTo>
                <a:lnTo>
                  <a:pt x="409972" y="83693"/>
                </a:lnTo>
                <a:lnTo>
                  <a:pt x="400712" y="77102"/>
                </a:lnTo>
                <a:lnTo>
                  <a:pt x="401446" y="77603"/>
                </a:lnTo>
                <a:lnTo>
                  <a:pt x="391235" y="71046"/>
                </a:lnTo>
                <a:lnTo>
                  <a:pt x="392002" y="71513"/>
                </a:lnTo>
                <a:lnTo>
                  <a:pt x="381457" y="65456"/>
                </a:lnTo>
                <a:lnTo>
                  <a:pt x="382259" y="65890"/>
                </a:lnTo>
                <a:lnTo>
                  <a:pt x="371397" y="60317"/>
                </a:lnTo>
                <a:lnTo>
                  <a:pt x="372214" y="60718"/>
                </a:lnTo>
                <a:lnTo>
                  <a:pt x="361052" y="55678"/>
                </a:lnTo>
                <a:lnTo>
                  <a:pt x="361903" y="56029"/>
                </a:lnTo>
                <a:lnTo>
                  <a:pt x="350456" y="51524"/>
                </a:lnTo>
                <a:lnTo>
                  <a:pt x="351324" y="51841"/>
                </a:lnTo>
                <a:lnTo>
                  <a:pt x="339627" y="47886"/>
                </a:lnTo>
                <a:lnTo>
                  <a:pt x="340511" y="48153"/>
                </a:lnTo>
                <a:lnTo>
                  <a:pt x="328548" y="44767"/>
                </a:lnTo>
                <a:lnTo>
                  <a:pt x="329466" y="45000"/>
                </a:lnTo>
                <a:lnTo>
                  <a:pt x="317269" y="42181"/>
                </a:lnTo>
                <a:lnTo>
                  <a:pt x="318187" y="42364"/>
                </a:lnTo>
                <a:lnTo>
                  <a:pt x="315351" y="41863"/>
                </a:lnTo>
                <a:lnTo>
                  <a:pt x="321941" y="4905"/>
                </a:lnTo>
                <a:moveTo>
                  <a:pt x="462798" y="79972"/>
                </a:moveTo>
                <a:lnTo>
                  <a:pt x="471106" y="88682"/>
                </a:lnTo>
                <a:lnTo>
                  <a:pt x="479617" y="98510"/>
                </a:lnTo>
                <a:lnTo>
                  <a:pt x="487642" y="108721"/>
                </a:lnTo>
                <a:lnTo>
                  <a:pt x="495200" y="119350"/>
                </a:lnTo>
                <a:lnTo>
                  <a:pt x="502242" y="130328"/>
                </a:lnTo>
                <a:lnTo>
                  <a:pt x="508749" y="141658"/>
                </a:lnTo>
                <a:lnTo>
                  <a:pt x="514739" y="153337"/>
                </a:lnTo>
                <a:lnTo>
                  <a:pt x="520161" y="165334"/>
                </a:lnTo>
                <a:lnTo>
                  <a:pt x="525000" y="177631"/>
                </a:lnTo>
                <a:lnTo>
                  <a:pt x="526335" y="181535"/>
                </a:lnTo>
                <a:lnTo>
                  <a:pt x="490762" y="193565"/>
                </a:lnTo>
                <a:lnTo>
                  <a:pt x="489595" y="190112"/>
                </a:lnTo>
                <a:lnTo>
                  <a:pt x="489911" y="190979"/>
                </a:lnTo>
                <a:lnTo>
                  <a:pt x="485406" y="179533"/>
                </a:lnTo>
                <a:lnTo>
                  <a:pt x="485757" y="180384"/>
                </a:lnTo>
                <a:lnTo>
                  <a:pt x="480718" y="169222"/>
                </a:lnTo>
                <a:lnTo>
                  <a:pt x="481118" y="170039"/>
                </a:lnTo>
                <a:lnTo>
                  <a:pt x="475545" y="159177"/>
                </a:lnTo>
                <a:lnTo>
                  <a:pt x="475979" y="159978"/>
                </a:lnTo>
                <a:lnTo>
                  <a:pt x="469922" y="149433"/>
                </a:lnTo>
                <a:lnTo>
                  <a:pt x="470390" y="150201"/>
                </a:lnTo>
                <a:lnTo>
                  <a:pt x="463832" y="139989"/>
                </a:lnTo>
                <a:lnTo>
                  <a:pt x="464332" y="140723"/>
                </a:lnTo>
                <a:lnTo>
                  <a:pt x="457308" y="130846"/>
                </a:lnTo>
                <a:lnTo>
                  <a:pt x="457858" y="131579"/>
                </a:lnTo>
                <a:lnTo>
                  <a:pt x="450368" y="122052"/>
                </a:lnTo>
                <a:lnTo>
                  <a:pt x="450952" y="122753"/>
                </a:lnTo>
                <a:lnTo>
                  <a:pt x="443026" y="113609"/>
                </a:lnTo>
                <a:lnTo>
                  <a:pt x="443626" y="114260"/>
                </a:lnTo>
                <a:lnTo>
                  <a:pt x="435634" y="105884"/>
                </a:lnTo>
                <a:lnTo>
                  <a:pt x="462798" y="79972"/>
                </a:lnTo>
                <a:moveTo>
                  <a:pt x="536713" y="220479"/>
                </a:moveTo>
                <a:lnTo>
                  <a:pt x="538315" y="229505"/>
                </a:lnTo>
                <a:lnTo>
                  <a:pt x="540051" y="243054"/>
                </a:lnTo>
                <a:lnTo>
                  <a:pt x="541085" y="256685"/>
                </a:lnTo>
                <a:lnTo>
                  <a:pt x="541352" y="263743"/>
                </a:lnTo>
                <a:lnTo>
                  <a:pt x="541435" y="270718"/>
                </a:lnTo>
                <a:lnTo>
                  <a:pt x="541352" y="277692"/>
                </a:lnTo>
                <a:lnTo>
                  <a:pt x="541085" y="284750"/>
                </a:lnTo>
                <a:lnTo>
                  <a:pt x="540051" y="298382"/>
                </a:lnTo>
                <a:lnTo>
                  <a:pt x="538315" y="311914"/>
                </a:lnTo>
                <a:lnTo>
                  <a:pt x="535946" y="325262"/>
                </a:lnTo>
                <a:lnTo>
                  <a:pt x="532909" y="338360"/>
                </a:lnTo>
                <a:lnTo>
                  <a:pt x="532308" y="340529"/>
                </a:lnTo>
                <a:lnTo>
                  <a:pt x="496185" y="330268"/>
                </a:lnTo>
                <a:lnTo>
                  <a:pt x="496669" y="328549"/>
                </a:lnTo>
                <a:lnTo>
                  <a:pt x="496435" y="329466"/>
                </a:lnTo>
                <a:lnTo>
                  <a:pt x="499255" y="317270"/>
                </a:lnTo>
                <a:lnTo>
                  <a:pt x="499071" y="318187"/>
                </a:lnTo>
                <a:lnTo>
                  <a:pt x="501291" y="305790"/>
                </a:lnTo>
                <a:lnTo>
                  <a:pt x="501140" y="306724"/>
                </a:lnTo>
                <a:lnTo>
                  <a:pt x="502742" y="294111"/>
                </a:lnTo>
                <a:lnTo>
                  <a:pt x="502642" y="295062"/>
                </a:lnTo>
                <a:lnTo>
                  <a:pt x="503627" y="282264"/>
                </a:lnTo>
                <a:lnTo>
                  <a:pt x="503577" y="282965"/>
                </a:lnTo>
                <a:lnTo>
                  <a:pt x="503826" y="276507"/>
                </a:lnTo>
                <a:lnTo>
                  <a:pt x="503811" y="276991"/>
                </a:lnTo>
                <a:lnTo>
                  <a:pt x="503893" y="270484"/>
                </a:lnTo>
                <a:lnTo>
                  <a:pt x="503893" y="270951"/>
                </a:lnTo>
                <a:lnTo>
                  <a:pt x="503811" y="264444"/>
                </a:lnTo>
                <a:lnTo>
                  <a:pt x="503826" y="264928"/>
                </a:lnTo>
                <a:lnTo>
                  <a:pt x="503577" y="258471"/>
                </a:lnTo>
                <a:lnTo>
                  <a:pt x="503627" y="259172"/>
                </a:lnTo>
                <a:lnTo>
                  <a:pt x="502642" y="246374"/>
                </a:lnTo>
                <a:lnTo>
                  <a:pt x="502742" y="247325"/>
                </a:lnTo>
                <a:lnTo>
                  <a:pt x="501140" y="234711"/>
                </a:lnTo>
                <a:lnTo>
                  <a:pt x="501291" y="235646"/>
                </a:lnTo>
                <a:lnTo>
                  <a:pt x="499756" y="227086"/>
                </a:lnTo>
                <a:lnTo>
                  <a:pt x="536713" y="220479"/>
                </a:lnTo>
                <a:moveTo>
                  <a:pt x="519044" y="378554"/>
                </a:moveTo>
                <a:lnTo>
                  <a:pt x="514739" y="388099"/>
                </a:lnTo>
                <a:lnTo>
                  <a:pt x="508749" y="399778"/>
                </a:lnTo>
                <a:lnTo>
                  <a:pt x="502242" y="411107"/>
                </a:lnTo>
                <a:lnTo>
                  <a:pt x="495200" y="422086"/>
                </a:lnTo>
                <a:lnTo>
                  <a:pt x="487642" y="432698"/>
                </a:lnTo>
                <a:lnTo>
                  <a:pt x="479617" y="442926"/>
                </a:lnTo>
                <a:lnTo>
                  <a:pt x="471106" y="452753"/>
                </a:lnTo>
                <a:lnTo>
                  <a:pt x="462147" y="462148"/>
                </a:lnTo>
                <a:lnTo>
                  <a:pt x="452753" y="471107"/>
                </a:lnTo>
                <a:lnTo>
                  <a:pt x="448181" y="475062"/>
                </a:lnTo>
                <a:lnTo>
                  <a:pt x="423605" y="446697"/>
                </a:lnTo>
                <a:lnTo>
                  <a:pt x="427825" y="443026"/>
                </a:lnTo>
                <a:lnTo>
                  <a:pt x="427175" y="443627"/>
                </a:lnTo>
                <a:lnTo>
                  <a:pt x="435918" y="435284"/>
                </a:lnTo>
                <a:lnTo>
                  <a:pt x="435284" y="435918"/>
                </a:lnTo>
                <a:lnTo>
                  <a:pt x="443626" y="427175"/>
                </a:lnTo>
                <a:lnTo>
                  <a:pt x="443026" y="427826"/>
                </a:lnTo>
                <a:lnTo>
                  <a:pt x="450952" y="418682"/>
                </a:lnTo>
                <a:lnTo>
                  <a:pt x="450368" y="419383"/>
                </a:lnTo>
                <a:lnTo>
                  <a:pt x="457858" y="409856"/>
                </a:lnTo>
                <a:lnTo>
                  <a:pt x="457308" y="410590"/>
                </a:lnTo>
                <a:lnTo>
                  <a:pt x="464332" y="400712"/>
                </a:lnTo>
                <a:lnTo>
                  <a:pt x="463832" y="401447"/>
                </a:lnTo>
                <a:lnTo>
                  <a:pt x="470390" y="391235"/>
                </a:lnTo>
                <a:lnTo>
                  <a:pt x="469922" y="392003"/>
                </a:lnTo>
                <a:lnTo>
                  <a:pt x="475979" y="381458"/>
                </a:lnTo>
                <a:lnTo>
                  <a:pt x="475545" y="382259"/>
                </a:lnTo>
                <a:lnTo>
                  <a:pt x="481118" y="371397"/>
                </a:lnTo>
                <a:lnTo>
                  <a:pt x="480718" y="372214"/>
                </a:lnTo>
                <a:lnTo>
                  <a:pt x="484838" y="363087"/>
                </a:lnTo>
                <a:lnTo>
                  <a:pt x="519044" y="378554"/>
                </a:lnTo>
                <a:moveTo>
                  <a:pt x="415979" y="499122"/>
                </a:moveTo>
                <a:lnTo>
                  <a:pt x="411107" y="502242"/>
                </a:lnTo>
                <a:lnTo>
                  <a:pt x="399778" y="508749"/>
                </a:lnTo>
                <a:lnTo>
                  <a:pt x="388098" y="514739"/>
                </a:lnTo>
                <a:lnTo>
                  <a:pt x="376101" y="520162"/>
                </a:lnTo>
                <a:lnTo>
                  <a:pt x="363805" y="525001"/>
                </a:lnTo>
                <a:lnTo>
                  <a:pt x="351207" y="529272"/>
                </a:lnTo>
                <a:lnTo>
                  <a:pt x="338359" y="532910"/>
                </a:lnTo>
                <a:lnTo>
                  <a:pt x="325261" y="535946"/>
                </a:lnTo>
                <a:lnTo>
                  <a:pt x="311913" y="538315"/>
                </a:lnTo>
                <a:lnTo>
                  <a:pt x="303036" y="539450"/>
                </a:lnTo>
                <a:lnTo>
                  <a:pt x="298315" y="502209"/>
                </a:lnTo>
                <a:lnTo>
                  <a:pt x="306724" y="501141"/>
                </a:lnTo>
                <a:lnTo>
                  <a:pt x="305789" y="501291"/>
                </a:lnTo>
                <a:lnTo>
                  <a:pt x="318187" y="499072"/>
                </a:lnTo>
                <a:lnTo>
                  <a:pt x="317269" y="499255"/>
                </a:lnTo>
                <a:lnTo>
                  <a:pt x="329466" y="496436"/>
                </a:lnTo>
                <a:lnTo>
                  <a:pt x="328548" y="496669"/>
                </a:lnTo>
                <a:lnTo>
                  <a:pt x="340511" y="493282"/>
                </a:lnTo>
                <a:lnTo>
                  <a:pt x="339627" y="493549"/>
                </a:lnTo>
                <a:lnTo>
                  <a:pt x="351324" y="489595"/>
                </a:lnTo>
                <a:lnTo>
                  <a:pt x="350456" y="489912"/>
                </a:lnTo>
                <a:lnTo>
                  <a:pt x="361903" y="485407"/>
                </a:lnTo>
                <a:lnTo>
                  <a:pt x="361052" y="485757"/>
                </a:lnTo>
                <a:lnTo>
                  <a:pt x="372214" y="480718"/>
                </a:lnTo>
                <a:lnTo>
                  <a:pt x="371397" y="481118"/>
                </a:lnTo>
                <a:lnTo>
                  <a:pt x="382259" y="475546"/>
                </a:lnTo>
                <a:lnTo>
                  <a:pt x="381457" y="475979"/>
                </a:lnTo>
                <a:lnTo>
                  <a:pt x="392002" y="469923"/>
                </a:lnTo>
                <a:lnTo>
                  <a:pt x="391235" y="470390"/>
                </a:lnTo>
                <a:lnTo>
                  <a:pt x="395706" y="467520"/>
                </a:lnTo>
                <a:lnTo>
                  <a:pt x="415979" y="499122"/>
                </a:lnTo>
                <a:moveTo>
                  <a:pt x="262492" y="541302"/>
                </a:moveTo>
                <a:lnTo>
                  <a:pt x="256685" y="541085"/>
                </a:lnTo>
                <a:lnTo>
                  <a:pt x="243053" y="540051"/>
                </a:lnTo>
                <a:lnTo>
                  <a:pt x="229505" y="538315"/>
                </a:lnTo>
                <a:lnTo>
                  <a:pt x="216173" y="535946"/>
                </a:lnTo>
                <a:lnTo>
                  <a:pt x="203075" y="532910"/>
                </a:lnTo>
                <a:lnTo>
                  <a:pt x="190228" y="529272"/>
                </a:lnTo>
                <a:lnTo>
                  <a:pt x="177630" y="525001"/>
                </a:lnTo>
                <a:lnTo>
                  <a:pt x="165334" y="520162"/>
                </a:lnTo>
                <a:lnTo>
                  <a:pt x="153337" y="514739"/>
                </a:lnTo>
                <a:lnTo>
                  <a:pt x="146546" y="511252"/>
                </a:lnTo>
                <a:lnTo>
                  <a:pt x="163665" y="477848"/>
                </a:lnTo>
                <a:lnTo>
                  <a:pt x="170038" y="481118"/>
                </a:lnTo>
                <a:lnTo>
                  <a:pt x="169221" y="480718"/>
                </a:lnTo>
                <a:lnTo>
                  <a:pt x="180384" y="485757"/>
                </a:lnTo>
                <a:lnTo>
                  <a:pt x="179532" y="485407"/>
                </a:lnTo>
                <a:lnTo>
                  <a:pt x="190978" y="489912"/>
                </a:lnTo>
                <a:lnTo>
                  <a:pt x="190111" y="489595"/>
                </a:lnTo>
                <a:lnTo>
                  <a:pt x="201807" y="493549"/>
                </a:lnTo>
                <a:lnTo>
                  <a:pt x="200923" y="493282"/>
                </a:lnTo>
                <a:lnTo>
                  <a:pt x="212887" y="496669"/>
                </a:lnTo>
                <a:lnTo>
                  <a:pt x="211968" y="496436"/>
                </a:lnTo>
                <a:lnTo>
                  <a:pt x="224166" y="499255"/>
                </a:lnTo>
                <a:lnTo>
                  <a:pt x="223248" y="499072"/>
                </a:lnTo>
                <a:lnTo>
                  <a:pt x="235645" y="501291"/>
                </a:lnTo>
                <a:lnTo>
                  <a:pt x="234710" y="501141"/>
                </a:lnTo>
                <a:lnTo>
                  <a:pt x="247324" y="502743"/>
                </a:lnTo>
                <a:lnTo>
                  <a:pt x="246374" y="502643"/>
                </a:lnTo>
                <a:lnTo>
                  <a:pt x="259171" y="503627"/>
                </a:lnTo>
                <a:lnTo>
                  <a:pt x="258471" y="503577"/>
                </a:lnTo>
                <a:lnTo>
                  <a:pt x="263926" y="503794"/>
                </a:lnTo>
                <a:lnTo>
                  <a:pt x="262492" y="541302"/>
                </a:lnTo>
                <a:moveTo>
                  <a:pt x="112291" y="490179"/>
                </a:moveTo>
                <a:lnTo>
                  <a:pt x="108721" y="487642"/>
                </a:lnTo>
                <a:lnTo>
                  <a:pt x="98509" y="479617"/>
                </a:lnTo>
                <a:lnTo>
                  <a:pt x="88682" y="471107"/>
                </a:lnTo>
                <a:lnTo>
                  <a:pt x="79288" y="462148"/>
                </a:lnTo>
                <a:lnTo>
                  <a:pt x="70328" y="452753"/>
                </a:lnTo>
                <a:lnTo>
                  <a:pt x="61818" y="442926"/>
                </a:lnTo>
                <a:lnTo>
                  <a:pt x="53793" y="432698"/>
                </a:lnTo>
                <a:lnTo>
                  <a:pt x="46235" y="422086"/>
                </a:lnTo>
                <a:lnTo>
                  <a:pt x="39193" y="411107"/>
                </a:lnTo>
                <a:lnTo>
                  <a:pt x="33053" y="400428"/>
                </a:lnTo>
                <a:lnTo>
                  <a:pt x="65606" y="381725"/>
                </a:lnTo>
                <a:lnTo>
                  <a:pt x="71512" y="392003"/>
                </a:lnTo>
                <a:lnTo>
                  <a:pt x="71045" y="391235"/>
                </a:lnTo>
                <a:lnTo>
                  <a:pt x="77603" y="401447"/>
                </a:lnTo>
                <a:lnTo>
                  <a:pt x="77102" y="400712"/>
                </a:lnTo>
                <a:lnTo>
                  <a:pt x="84127" y="410590"/>
                </a:lnTo>
                <a:lnTo>
                  <a:pt x="83576" y="409856"/>
                </a:lnTo>
                <a:lnTo>
                  <a:pt x="91068" y="419383"/>
                </a:lnTo>
                <a:lnTo>
                  <a:pt x="90484" y="418682"/>
                </a:lnTo>
                <a:lnTo>
                  <a:pt x="98409" y="427826"/>
                </a:lnTo>
                <a:lnTo>
                  <a:pt x="97809" y="427175"/>
                </a:lnTo>
                <a:lnTo>
                  <a:pt x="106151" y="435918"/>
                </a:lnTo>
                <a:lnTo>
                  <a:pt x="105517" y="435284"/>
                </a:lnTo>
                <a:lnTo>
                  <a:pt x="114260" y="443627"/>
                </a:lnTo>
                <a:lnTo>
                  <a:pt x="113609" y="443026"/>
                </a:lnTo>
                <a:lnTo>
                  <a:pt x="122753" y="450952"/>
                </a:lnTo>
                <a:lnTo>
                  <a:pt x="122052" y="450368"/>
                </a:lnTo>
                <a:lnTo>
                  <a:pt x="131579" y="457859"/>
                </a:lnTo>
                <a:lnTo>
                  <a:pt x="130845" y="457309"/>
                </a:lnTo>
                <a:lnTo>
                  <a:pt x="134049" y="459595"/>
                </a:lnTo>
                <a:lnTo>
                  <a:pt x="112291" y="490179"/>
                </a:lnTo>
                <a:moveTo>
                  <a:pt x="16118" y="362904"/>
                </a:moveTo>
                <a:lnTo>
                  <a:pt x="12163" y="351207"/>
                </a:lnTo>
                <a:lnTo>
                  <a:pt x="8508" y="338360"/>
                </a:lnTo>
                <a:lnTo>
                  <a:pt x="5489" y="325262"/>
                </a:lnTo>
                <a:lnTo>
                  <a:pt x="3104" y="311914"/>
                </a:lnTo>
                <a:lnTo>
                  <a:pt x="1385" y="298382"/>
                </a:lnTo>
                <a:lnTo>
                  <a:pt x="350" y="284750"/>
                </a:lnTo>
                <a:lnTo>
                  <a:pt x="99" y="277926"/>
                </a:lnTo>
                <a:lnTo>
                  <a:pt x="37608" y="276507"/>
                </a:lnTo>
                <a:lnTo>
                  <a:pt x="37858" y="282965"/>
                </a:lnTo>
                <a:lnTo>
                  <a:pt x="37808" y="282264"/>
                </a:lnTo>
                <a:lnTo>
                  <a:pt x="38793" y="295062"/>
                </a:lnTo>
                <a:lnTo>
                  <a:pt x="38692" y="294111"/>
                </a:lnTo>
                <a:lnTo>
                  <a:pt x="40294" y="306724"/>
                </a:lnTo>
                <a:lnTo>
                  <a:pt x="40144" y="305790"/>
                </a:lnTo>
                <a:lnTo>
                  <a:pt x="42364" y="318187"/>
                </a:lnTo>
                <a:lnTo>
                  <a:pt x="42180" y="317270"/>
                </a:lnTo>
                <a:lnTo>
                  <a:pt x="45000" y="329466"/>
                </a:lnTo>
                <a:lnTo>
                  <a:pt x="44766" y="328549"/>
                </a:lnTo>
                <a:lnTo>
                  <a:pt x="48153" y="340512"/>
                </a:lnTo>
                <a:lnTo>
                  <a:pt x="47870" y="339628"/>
                </a:lnTo>
                <a:lnTo>
                  <a:pt x="51690" y="350874"/>
                </a:lnTo>
                <a:lnTo>
                  <a:pt x="16118" y="36290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44">
            <a:extLst xmlns:a="http://schemas.openxmlformats.org/drawingml/2006/main">
              <a:ext uri="{FF2B5EF4-FFF2-40B4-BE49-F238E27FC236}">
                <a16:creationId xmlns:a16="http://schemas.microsoft.com/office/drawing/2014/main" id="{070ACAD8-4A94-4354-9ED2-F941ABFC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7695" y="2112291"/>
            <a:ext cx="541436" cy="541302"/>
          </a:xfrm>
          <a:custGeom xmlns:a="http://schemas.openxmlformats.org/drawingml/2006/main">
            <a:pathLst>
              <a:path w="541436" h="541302">
                <a:moveTo>
                  <a:pt x="84" y="277459"/>
                </a:moveTo>
                <a:lnTo>
                  <a:pt x="0" y="270718"/>
                </a:lnTo>
                <a:lnTo>
                  <a:pt x="84" y="263743"/>
                </a:lnTo>
                <a:lnTo>
                  <a:pt x="351" y="256685"/>
                </a:lnTo>
                <a:lnTo>
                  <a:pt x="1385" y="243054"/>
                </a:lnTo>
                <a:lnTo>
                  <a:pt x="3120" y="229505"/>
                </a:lnTo>
                <a:lnTo>
                  <a:pt x="5489" y="216174"/>
                </a:lnTo>
                <a:lnTo>
                  <a:pt x="8509" y="203076"/>
                </a:lnTo>
                <a:lnTo>
                  <a:pt x="12163" y="190228"/>
                </a:lnTo>
                <a:lnTo>
                  <a:pt x="16419" y="177631"/>
                </a:lnTo>
                <a:lnTo>
                  <a:pt x="21274" y="165334"/>
                </a:lnTo>
                <a:lnTo>
                  <a:pt x="23693" y="159978"/>
                </a:lnTo>
                <a:lnTo>
                  <a:pt x="57897" y="175445"/>
                </a:lnTo>
                <a:lnTo>
                  <a:pt x="55679" y="180384"/>
                </a:lnTo>
                <a:lnTo>
                  <a:pt x="56029" y="179533"/>
                </a:lnTo>
                <a:lnTo>
                  <a:pt x="51524" y="190979"/>
                </a:lnTo>
                <a:lnTo>
                  <a:pt x="51841" y="190111"/>
                </a:lnTo>
                <a:lnTo>
                  <a:pt x="47870" y="201808"/>
                </a:lnTo>
                <a:lnTo>
                  <a:pt x="48154" y="200924"/>
                </a:lnTo>
                <a:lnTo>
                  <a:pt x="44767" y="212887"/>
                </a:lnTo>
                <a:lnTo>
                  <a:pt x="45001" y="211969"/>
                </a:lnTo>
                <a:lnTo>
                  <a:pt x="42181" y="224166"/>
                </a:lnTo>
                <a:lnTo>
                  <a:pt x="42364" y="223248"/>
                </a:lnTo>
                <a:lnTo>
                  <a:pt x="40144" y="235646"/>
                </a:lnTo>
                <a:lnTo>
                  <a:pt x="40295" y="234711"/>
                </a:lnTo>
                <a:lnTo>
                  <a:pt x="38693" y="247325"/>
                </a:lnTo>
                <a:lnTo>
                  <a:pt x="38794" y="246374"/>
                </a:lnTo>
                <a:lnTo>
                  <a:pt x="37809" y="259172"/>
                </a:lnTo>
                <a:lnTo>
                  <a:pt x="37859" y="258471"/>
                </a:lnTo>
                <a:lnTo>
                  <a:pt x="37608" y="264928"/>
                </a:lnTo>
                <a:lnTo>
                  <a:pt x="37625" y="264444"/>
                </a:lnTo>
                <a:lnTo>
                  <a:pt x="37541" y="270951"/>
                </a:lnTo>
                <a:lnTo>
                  <a:pt x="37541" y="270485"/>
                </a:lnTo>
                <a:lnTo>
                  <a:pt x="37625" y="276992"/>
                </a:lnTo>
                <a:lnTo>
                  <a:pt x="84" y="277459"/>
                </a:lnTo>
                <a:moveTo>
                  <a:pt x="42864" y="124622"/>
                </a:moveTo>
                <a:lnTo>
                  <a:pt x="46236" y="119350"/>
                </a:lnTo>
                <a:lnTo>
                  <a:pt x="53794" y="108721"/>
                </a:lnTo>
                <a:lnTo>
                  <a:pt x="61819" y="98510"/>
                </a:lnTo>
                <a:lnTo>
                  <a:pt x="70328" y="88682"/>
                </a:lnTo>
                <a:lnTo>
                  <a:pt x="79288" y="79288"/>
                </a:lnTo>
                <a:lnTo>
                  <a:pt x="88682" y="70328"/>
                </a:lnTo>
                <a:lnTo>
                  <a:pt x="98510" y="61818"/>
                </a:lnTo>
                <a:lnTo>
                  <a:pt x="108722" y="53793"/>
                </a:lnTo>
                <a:lnTo>
                  <a:pt x="119350" y="46235"/>
                </a:lnTo>
                <a:lnTo>
                  <a:pt x="128126" y="40612"/>
                </a:lnTo>
                <a:lnTo>
                  <a:pt x="148399" y="72213"/>
                </a:lnTo>
                <a:lnTo>
                  <a:pt x="139989" y="77603"/>
                </a:lnTo>
                <a:lnTo>
                  <a:pt x="140724" y="77102"/>
                </a:lnTo>
                <a:lnTo>
                  <a:pt x="130846" y="84127"/>
                </a:lnTo>
                <a:lnTo>
                  <a:pt x="131580" y="83576"/>
                </a:lnTo>
                <a:lnTo>
                  <a:pt x="122052" y="91068"/>
                </a:lnTo>
                <a:lnTo>
                  <a:pt x="122754" y="90484"/>
                </a:lnTo>
                <a:lnTo>
                  <a:pt x="113610" y="98409"/>
                </a:lnTo>
                <a:lnTo>
                  <a:pt x="114261" y="97809"/>
                </a:lnTo>
                <a:lnTo>
                  <a:pt x="105518" y="106151"/>
                </a:lnTo>
                <a:lnTo>
                  <a:pt x="106152" y="105517"/>
                </a:lnTo>
                <a:lnTo>
                  <a:pt x="97809" y="114260"/>
                </a:lnTo>
                <a:lnTo>
                  <a:pt x="98410" y="113610"/>
                </a:lnTo>
                <a:lnTo>
                  <a:pt x="90484" y="122753"/>
                </a:lnTo>
                <a:lnTo>
                  <a:pt x="91068" y="122052"/>
                </a:lnTo>
                <a:lnTo>
                  <a:pt x="83576" y="131579"/>
                </a:lnTo>
                <a:lnTo>
                  <a:pt x="84127" y="130846"/>
                </a:lnTo>
                <a:lnTo>
                  <a:pt x="77102" y="140723"/>
                </a:lnTo>
                <a:lnTo>
                  <a:pt x="77603" y="139989"/>
                </a:lnTo>
                <a:lnTo>
                  <a:pt x="74466" y="144878"/>
                </a:lnTo>
                <a:lnTo>
                  <a:pt x="42864" y="124622"/>
                </a:lnTo>
                <a:moveTo>
                  <a:pt x="163799" y="21975"/>
                </a:moveTo>
                <a:lnTo>
                  <a:pt x="165334" y="21274"/>
                </a:lnTo>
                <a:lnTo>
                  <a:pt x="177631" y="16418"/>
                </a:lnTo>
                <a:lnTo>
                  <a:pt x="190229" y="12164"/>
                </a:lnTo>
                <a:lnTo>
                  <a:pt x="203076" y="8526"/>
                </a:lnTo>
                <a:lnTo>
                  <a:pt x="216174" y="5489"/>
                </a:lnTo>
                <a:lnTo>
                  <a:pt x="229522" y="3120"/>
                </a:lnTo>
                <a:lnTo>
                  <a:pt x="243054" y="1385"/>
                </a:lnTo>
                <a:lnTo>
                  <a:pt x="256686" y="350"/>
                </a:lnTo>
                <a:lnTo>
                  <a:pt x="263743" y="83"/>
                </a:lnTo>
                <a:lnTo>
                  <a:pt x="270718" y="0"/>
                </a:lnTo>
                <a:lnTo>
                  <a:pt x="277692" y="83"/>
                </a:lnTo>
                <a:lnTo>
                  <a:pt x="282114" y="250"/>
                </a:lnTo>
                <a:lnTo>
                  <a:pt x="280679" y="37775"/>
                </a:lnTo>
                <a:lnTo>
                  <a:pt x="276508" y="37608"/>
                </a:lnTo>
                <a:lnTo>
                  <a:pt x="276975" y="37625"/>
                </a:lnTo>
                <a:lnTo>
                  <a:pt x="270484" y="37542"/>
                </a:lnTo>
                <a:lnTo>
                  <a:pt x="270951" y="37542"/>
                </a:lnTo>
                <a:lnTo>
                  <a:pt x="264444" y="37625"/>
                </a:lnTo>
                <a:lnTo>
                  <a:pt x="264928" y="37608"/>
                </a:lnTo>
                <a:lnTo>
                  <a:pt x="258471" y="37859"/>
                </a:lnTo>
                <a:lnTo>
                  <a:pt x="259172" y="37809"/>
                </a:lnTo>
                <a:lnTo>
                  <a:pt x="246375" y="38793"/>
                </a:lnTo>
                <a:lnTo>
                  <a:pt x="247325" y="38693"/>
                </a:lnTo>
                <a:lnTo>
                  <a:pt x="234711" y="40295"/>
                </a:lnTo>
                <a:lnTo>
                  <a:pt x="235646" y="40145"/>
                </a:lnTo>
                <a:lnTo>
                  <a:pt x="223248" y="42364"/>
                </a:lnTo>
                <a:lnTo>
                  <a:pt x="224166" y="42180"/>
                </a:lnTo>
                <a:lnTo>
                  <a:pt x="211969" y="45000"/>
                </a:lnTo>
                <a:lnTo>
                  <a:pt x="212887" y="44767"/>
                </a:lnTo>
                <a:lnTo>
                  <a:pt x="200924" y="48154"/>
                </a:lnTo>
                <a:lnTo>
                  <a:pt x="201807" y="47887"/>
                </a:lnTo>
                <a:lnTo>
                  <a:pt x="190112" y="51841"/>
                </a:lnTo>
                <a:lnTo>
                  <a:pt x="190979" y="51524"/>
                </a:lnTo>
                <a:lnTo>
                  <a:pt x="179533" y="56029"/>
                </a:lnTo>
                <a:lnTo>
                  <a:pt x="180384" y="55678"/>
                </a:lnTo>
                <a:lnTo>
                  <a:pt x="179250" y="56179"/>
                </a:lnTo>
                <a:lnTo>
                  <a:pt x="163799" y="21975"/>
                </a:lnTo>
                <a:moveTo>
                  <a:pt x="321941" y="4906"/>
                </a:moveTo>
                <a:lnTo>
                  <a:pt x="325262" y="5489"/>
                </a:lnTo>
                <a:lnTo>
                  <a:pt x="338360" y="8526"/>
                </a:lnTo>
                <a:lnTo>
                  <a:pt x="351208" y="12164"/>
                </a:lnTo>
                <a:lnTo>
                  <a:pt x="363805" y="16418"/>
                </a:lnTo>
                <a:lnTo>
                  <a:pt x="376102" y="21274"/>
                </a:lnTo>
                <a:lnTo>
                  <a:pt x="388099" y="26696"/>
                </a:lnTo>
                <a:lnTo>
                  <a:pt x="399779" y="32686"/>
                </a:lnTo>
                <a:lnTo>
                  <a:pt x="411107" y="39193"/>
                </a:lnTo>
                <a:lnTo>
                  <a:pt x="422086" y="46235"/>
                </a:lnTo>
                <a:lnTo>
                  <a:pt x="431730" y="53092"/>
                </a:lnTo>
                <a:lnTo>
                  <a:pt x="409973" y="83693"/>
                </a:lnTo>
                <a:lnTo>
                  <a:pt x="400713" y="77102"/>
                </a:lnTo>
                <a:lnTo>
                  <a:pt x="401446" y="77603"/>
                </a:lnTo>
                <a:lnTo>
                  <a:pt x="391235" y="71046"/>
                </a:lnTo>
                <a:lnTo>
                  <a:pt x="392003" y="71513"/>
                </a:lnTo>
                <a:lnTo>
                  <a:pt x="381457" y="65456"/>
                </a:lnTo>
                <a:lnTo>
                  <a:pt x="382259" y="65890"/>
                </a:lnTo>
                <a:lnTo>
                  <a:pt x="371397" y="60317"/>
                </a:lnTo>
                <a:lnTo>
                  <a:pt x="372214" y="60718"/>
                </a:lnTo>
                <a:lnTo>
                  <a:pt x="361052" y="55678"/>
                </a:lnTo>
                <a:lnTo>
                  <a:pt x="361903" y="56029"/>
                </a:lnTo>
                <a:lnTo>
                  <a:pt x="350456" y="51524"/>
                </a:lnTo>
                <a:lnTo>
                  <a:pt x="351324" y="51841"/>
                </a:lnTo>
                <a:lnTo>
                  <a:pt x="339628" y="47887"/>
                </a:lnTo>
                <a:lnTo>
                  <a:pt x="340512" y="48154"/>
                </a:lnTo>
                <a:lnTo>
                  <a:pt x="328549" y="44767"/>
                </a:lnTo>
                <a:lnTo>
                  <a:pt x="329466" y="45000"/>
                </a:lnTo>
                <a:lnTo>
                  <a:pt x="317270" y="42180"/>
                </a:lnTo>
                <a:lnTo>
                  <a:pt x="318187" y="42364"/>
                </a:lnTo>
                <a:lnTo>
                  <a:pt x="315351" y="41863"/>
                </a:lnTo>
                <a:lnTo>
                  <a:pt x="321941" y="4906"/>
                </a:lnTo>
                <a:moveTo>
                  <a:pt x="462798" y="79973"/>
                </a:moveTo>
                <a:lnTo>
                  <a:pt x="471107" y="88682"/>
                </a:lnTo>
                <a:lnTo>
                  <a:pt x="479618" y="98510"/>
                </a:lnTo>
                <a:lnTo>
                  <a:pt x="487643" y="108721"/>
                </a:lnTo>
                <a:lnTo>
                  <a:pt x="495201" y="119350"/>
                </a:lnTo>
                <a:lnTo>
                  <a:pt x="502243" y="130328"/>
                </a:lnTo>
                <a:lnTo>
                  <a:pt x="508749" y="141657"/>
                </a:lnTo>
                <a:lnTo>
                  <a:pt x="514739" y="153337"/>
                </a:lnTo>
                <a:lnTo>
                  <a:pt x="520162" y="165334"/>
                </a:lnTo>
                <a:lnTo>
                  <a:pt x="525001" y="177631"/>
                </a:lnTo>
                <a:lnTo>
                  <a:pt x="526335" y="181535"/>
                </a:lnTo>
                <a:lnTo>
                  <a:pt x="490763" y="193565"/>
                </a:lnTo>
                <a:lnTo>
                  <a:pt x="489595" y="190111"/>
                </a:lnTo>
                <a:lnTo>
                  <a:pt x="489912" y="190979"/>
                </a:lnTo>
                <a:lnTo>
                  <a:pt x="485407" y="179533"/>
                </a:lnTo>
                <a:lnTo>
                  <a:pt x="485757" y="180384"/>
                </a:lnTo>
                <a:lnTo>
                  <a:pt x="480718" y="169222"/>
                </a:lnTo>
                <a:lnTo>
                  <a:pt x="481119" y="170039"/>
                </a:lnTo>
                <a:lnTo>
                  <a:pt x="475546" y="159177"/>
                </a:lnTo>
                <a:lnTo>
                  <a:pt x="475979" y="159978"/>
                </a:lnTo>
                <a:lnTo>
                  <a:pt x="469923" y="149433"/>
                </a:lnTo>
                <a:lnTo>
                  <a:pt x="470390" y="150201"/>
                </a:lnTo>
                <a:lnTo>
                  <a:pt x="463833" y="139989"/>
                </a:lnTo>
                <a:lnTo>
                  <a:pt x="464333" y="140723"/>
                </a:lnTo>
                <a:lnTo>
                  <a:pt x="457309" y="130846"/>
                </a:lnTo>
                <a:lnTo>
                  <a:pt x="457859" y="131579"/>
                </a:lnTo>
                <a:lnTo>
                  <a:pt x="450368" y="122052"/>
                </a:lnTo>
                <a:lnTo>
                  <a:pt x="450952" y="122753"/>
                </a:lnTo>
                <a:lnTo>
                  <a:pt x="443026" y="113610"/>
                </a:lnTo>
                <a:lnTo>
                  <a:pt x="443627" y="114260"/>
                </a:lnTo>
                <a:lnTo>
                  <a:pt x="435634" y="105884"/>
                </a:lnTo>
                <a:lnTo>
                  <a:pt x="462798" y="79973"/>
                </a:lnTo>
                <a:moveTo>
                  <a:pt x="536714" y="220478"/>
                </a:moveTo>
                <a:lnTo>
                  <a:pt x="538315" y="229505"/>
                </a:lnTo>
                <a:lnTo>
                  <a:pt x="540051" y="243054"/>
                </a:lnTo>
                <a:lnTo>
                  <a:pt x="541086" y="256685"/>
                </a:lnTo>
                <a:lnTo>
                  <a:pt x="541353" y="263743"/>
                </a:lnTo>
                <a:lnTo>
                  <a:pt x="541436" y="270718"/>
                </a:lnTo>
                <a:lnTo>
                  <a:pt x="541353" y="277692"/>
                </a:lnTo>
                <a:lnTo>
                  <a:pt x="541086" y="284750"/>
                </a:lnTo>
                <a:lnTo>
                  <a:pt x="540051" y="298382"/>
                </a:lnTo>
                <a:lnTo>
                  <a:pt x="538315" y="311913"/>
                </a:lnTo>
                <a:lnTo>
                  <a:pt x="535946" y="325262"/>
                </a:lnTo>
                <a:lnTo>
                  <a:pt x="532910" y="338360"/>
                </a:lnTo>
                <a:lnTo>
                  <a:pt x="532309" y="340528"/>
                </a:lnTo>
                <a:lnTo>
                  <a:pt x="496185" y="330267"/>
                </a:lnTo>
                <a:lnTo>
                  <a:pt x="496669" y="328549"/>
                </a:lnTo>
                <a:lnTo>
                  <a:pt x="496436" y="329466"/>
                </a:lnTo>
                <a:lnTo>
                  <a:pt x="499255" y="317269"/>
                </a:lnTo>
                <a:lnTo>
                  <a:pt x="499072" y="318187"/>
                </a:lnTo>
                <a:lnTo>
                  <a:pt x="501291" y="305790"/>
                </a:lnTo>
                <a:lnTo>
                  <a:pt x="501141" y="306725"/>
                </a:lnTo>
                <a:lnTo>
                  <a:pt x="502743" y="294111"/>
                </a:lnTo>
                <a:lnTo>
                  <a:pt x="502643" y="295061"/>
                </a:lnTo>
                <a:lnTo>
                  <a:pt x="503627" y="282264"/>
                </a:lnTo>
                <a:lnTo>
                  <a:pt x="503577" y="282965"/>
                </a:lnTo>
                <a:lnTo>
                  <a:pt x="503827" y="276508"/>
                </a:lnTo>
                <a:lnTo>
                  <a:pt x="503811" y="276992"/>
                </a:lnTo>
                <a:lnTo>
                  <a:pt x="503894" y="270485"/>
                </a:lnTo>
                <a:lnTo>
                  <a:pt x="503894" y="270951"/>
                </a:lnTo>
                <a:lnTo>
                  <a:pt x="503811" y="264444"/>
                </a:lnTo>
                <a:lnTo>
                  <a:pt x="503827" y="264928"/>
                </a:lnTo>
                <a:lnTo>
                  <a:pt x="503577" y="258471"/>
                </a:lnTo>
                <a:lnTo>
                  <a:pt x="503627" y="259172"/>
                </a:lnTo>
                <a:lnTo>
                  <a:pt x="502643" y="246374"/>
                </a:lnTo>
                <a:lnTo>
                  <a:pt x="502743" y="247325"/>
                </a:lnTo>
                <a:lnTo>
                  <a:pt x="501141" y="234711"/>
                </a:lnTo>
                <a:lnTo>
                  <a:pt x="501291" y="235646"/>
                </a:lnTo>
                <a:lnTo>
                  <a:pt x="499756" y="227086"/>
                </a:lnTo>
                <a:lnTo>
                  <a:pt x="536714" y="220478"/>
                </a:lnTo>
                <a:moveTo>
                  <a:pt x="519044" y="378554"/>
                </a:moveTo>
                <a:lnTo>
                  <a:pt x="514739" y="388098"/>
                </a:lnTo>
                <a:lnTo>
                  <a:pt x="508749" y="399778"/>
                </a:lnTo>
                <a:lnTo>
                  <a:pt x="502243" y="411107"/>
                </a:lnTo>
                <a:lnTo>
                  <a:pt x="495201" y="422086"/>
                </a:lnTo>
                <a:lnTo>
                  <a:pt x="487643" y="432698"/>
                </a:lnTo>
                <a:lnTo>
                  <a:pt x="479618" y="442926"/>
                </a:lnTo>
                <a:lnTo>
                  <a:pt x="471107" y="452754"/>
                </a:lnTo>
                <a:lnTo>
                  <a:pt x="462147" y="462148"/>
                </a:lnTo>
                <a:lnTo>
                  <a:pt x="452753" y="471108"/>
                </a:lnTo>
                <a:lnTo>
                  <a:pt x="448182" y="475062"/>
                </a:lnTo>
                <a:lnTo>
                  <a:pt x="423605" y="446697"/>
                </a:lnTo>
                <a:lnTo>
                  <a:pt x="427826" y="443026"/>
                </a:lnTo>
                <a:lnTo>
                  <a:pt x="427176" y="443627"/>
                </a:lnTo>
                <a:lnTo>
                  <a:pt x="435919" y="435284"/>
                </a:lnTo>
                <a:lnTo>
                  <a:pt x="435285" y="435918"/>
                </a:lnTo>
                <a:lnTo>
                  <a:pt x="443627" y="427175"/>
                </a:lnTo>
                <a:lnTo>
                  <a:pt x="443026" y="427826"/>
                </a:lnTo>
                <a:lnTo>
                  <a:pt x="450952" y="418682"/>
                </a:lnTo>
                <a:lnTo>
                  <a:pt x="450368" y="419383"/>
                </a:lnTo>
                <a:lnTo>
                  <a:pt x="457859" y="409856"/>
                </a:lnTo>
                <a:lnTo>
                  <a:pt x="457309" y="410590"/>
                </a:lnTo>
                <a:lnTo>
                  <a:pt x="464333" y="400712"/>
                </a:lnTo>
                <a:lnTo>
                  <a:pt x="463833" y="401447"/>
                </a:lnTo>
                <a:lnTo>
                  <a:pt x="470390" y="391235"/>
                </a:lnTo>
                <a:lnTo>
                  <a:pt x="469923" y="392002"/>
                </a:lnTo>
                <a:lnTo>
                  <a:pt x="475979" y="381458"/>
                </a:lnTo>
                <a:lnTo>
                  <a:pt x="475546" y="382258"/>
                </a:lnTo>
                <a:lnTo>
                  <a:pt x="481119" y="371396"/>
                </a:lnTo>
                <a:lnTo>
                  <a:pt x="480718" y="372214"/>
                </a:lnTo>
                <a:lnTo>
                  <a:pt x="484839" y="363087"/>
                </a:lnTo>
                <a:lnTo>
                  <a:pt x="519044" y="378554"/>
                </a:lnTo>
                <a:moveTo>
                  <a:pt x="415980" y="499122"/>
                </a:moveTo>
                <a:lnTo>
                  <a:pt x="411107" y="502242"/>
                </a:lnTo>
                <a:lnTo>
                  <a:pt x="399779" y="508749"/>
                </a:lnTo>
                <a:lnTo>
                  <a:pt x="388099" y="514739"/>
                </a:lnTo>
                <a:lnTo>
                  <a:pt x="376102" y="520162"/>
                </a:lnTo>
                <a:lnTo>
                  <a:pt x="363805" y="525001"/>
                </a:lnTo>
                <a:lnTo>
                  <a:pt x="351208" y="529272"/>
                </a:lnTo>
                <a:lnTo>
                  <a:pt x="338360" y="532909"/>
                </a:lnTo>
                <a:lnTo>
                  <a:pt x="325262" y="535946"/>
                </a:lnTo>
                <a:lnTo>
                  <a:pt x="311914" y="538316"/>
                </a:lnTo>
                <a:lnTo>
                  <a:pt x="303037" y="539450"/>
                </a:lnTo>
                <a:lnTo>
                  <a:pt x="298315" y="502209"/>
                </a:lnTo>
                <a:lnTo>
                  <a:pt x="306725" y="501141"/>
                </a:lnTo>
                <a:lnTo>
                  <a:pt x="305790" y="501291"/>
                </a:lnTo>
                <a:lnTo>
                  <a:pt x="318187" y="499072"/>
                </a:lnTo>
                <a:lnTo>
                  <a:pt x="317270" y="499255"/>
                </a:lnTo>
                <a:lnTo>
                  <a:pt x="329466" y="496435"/>
                </a:lnTo>
                <a:lnTo>
                  <a:pt x="328549" y="496669"/>
                </a:lnTo>
                <a:lnTo>
                  <a:pt x="340512" y="493282"/>
                </a:lnTo>
                <a:lnTo>
                  <a:pt x="339628" y="493549"/>
                </a:lnTo>
                <a:lnTo>
                  <a:pt x="351324" y="489595"/>
                </a:lnTo>
                <a:lnTo>
                  <a:pt x="350456" y="489912"/>
                </a:lnTo>
                <a:lnTo>
                  <a:pt x="361903" y="485407"/>
                </a:lnTo>
                <a:lnTo>
                  <a:pt x="361052" y="485757"/>
                </a:lnTo>
                <a:lnTo>
                  <a:pt x="372214" y="480718"/>
                </a:lnTo>
                <a:lnTo>
                  <a:pt x="371397" y="481119"/>
                </a:lnTo>
                <a:lnTo>
                  <a:pt x="382259" y="475546"/>
                </a:lnTo>
                <a:lnTo>
                  <a:pt x="381457" y="475979"/>
                </a:lnTo>
                <a:lnTo>
                  <a:pt x="392003" y="469923"/>
                </a:lnTo>
                <a:lnTo>
                  <a:pt x="391235" y="470390"/>
                </a:lnTo>
                <a:lnTo>
                  <a:pt x="395707" y="467520"/>
                </a:lnTo>
                <a:lnTo>
                  <a:pt x="415980" y="499122"/>
                </a:lnTo>
                <a:moveTo>
                  <a:pt x="262493" y="541302"/>
                </a:moveTo>
                <a:lnTo>
                  <a:pt x="256686" y="541085"/>
                </a:lnTo>
                <a:lnTo>
                  <a:pt x="243054" y="540050"/>
                </a:lnTo>
                <a:lnTo>
                  <a:pt x="229522" y="538316"/>
                </a:lnTo>
                <a:lnTo>
                  <a:pt x="216174" y="535946"/>
                </a:lnTo>
                <a:lnTo>
                  <a:pt x="203076" y="532909"/>
                </a:lnTo>
                <a:lnTo>
                  <a:pt x="190229" y="529272"/>
                </a:lnTo>
                <a:lnTo>
                  <a:pt x="177631" y="525001"/>
                </a:lnTo>
                <a:lnTo>
                  <a:pt x="165334" y="520162"/>
                </a:lnTo>
                <a:lnTo>
                  <a:pt x="153337" y="514739"/>
                </a:lnTo>
                <a:lnTo>
                  <a:pt x="146546" y="511252"/>
                </a:lnTo>
                <a:lnTo>
                  <a:pt x="163665" y="477848"/>
                </a:lnTo>
                <a:lnTo>
                  <a:pt x="170039" y="481119"/>
                </a:lnTo>
                <a:lnTo>
                  <a:pt x="169221" y="480718"/>
                </a:lnTo>
                <a:lnTo>
                  <a:pt x="180384" y="485757"/>
                </a:lnTo>
                <a:lnTo>
                  <a:pt x="179533" y="485407"/>
                </a:lnTo>
                <a:lnTo>
                  <a:pt x="190979" y="489912"/>
                </a:lnTo>
                <a:lnTo>
                  <a:pt x="190112" y="489595"/>
                </a:lnTo>
                <a:lnTo>
                  <a:pt x="201807" y="493549"/>
                </a:lnTo>
                <a:lnTo>
                  <a:pt x="200924" y="493282"/>
                </a:lnTo>
                <a:lnTo>
                  <a:pt x="212887" y="496669"/>
                </a:lnTo>
                <a:lnTo>
                  <a:pt x="211969" y="496435"/>
                </a:lnTo>
                <a:lnTo>
                  <a:pt x="224166" y="499255"/>
                </a:lnTo>
                <a:lnTo>
                  <a:pt x="223248" y="499072"/>
                </a:lnTo>
                <a:lnTo>
                  <a:pt x="235646" y="501291"/>
                </a:lnTo>
                <a:lnTo>
                  <a:pt x="234711" y="501141"/>
                </a:lnTo>
                <a:lnTo>
                  <a:pt x="247325" y="502743"/>
                </a:lnTo>
                <a:lnTo>
                  <a:pt x="246375" y="502642"/>
                </a:lnTo>
                <a:lnTo>
                  <a:pt x="259172" y="503627"/>
                </a:lnTo>
                <a:lnTo>
                  <a:pt x="258471" y="503577"/>
                </a:lnTo>
                <a:lnTo>
                  <a:pt x="263927" y="503794"/>
                </a:lnTo>
                <a:lnTo>
                  <a:pt x="262493" y="541302"/>
                </a:lnTo>
                <a:moveTo>
                  <a:pt x="112292" y="490178"/>
                </a:moveTo>
                <a:lnTo>
                  <a:pt x="108722" y="487642"/>
                </a:lnTo>
                <a:lnTo>
                  <a:pt x="98510" y="479617"/>
                </a:lnTo>
                <a:lnTo>
                  <a:pt x="88682" y="471108"/>
                </a:lnTo>
                <a:lnTo>
                  <a:pt x="79288" y="462148"/>
                </a:lnTo>
                <a:lnTo>
                  <a:pt x="70328" y="452754"/>
                </a:lnTo>
                <a:lnTo>
                  <a:pt x="61819" y="442926"/>
                </a:lnTo>
                <a:lnTo>
                  <a:pt x="53794" y="432698"/>
                </a:lnTo>
                <a:lnTo>
                  <a:pt x="46236" y="422086"/>
                </a:lnTo>
                <a:lnTo>
                  <a:pt x="39194" y="411107"/>
                </a:lnTo>
                <a:lnTo>
                  <a:pt x="33054" y="400429"/>
                </a:lnTo>
                <a:lnTo>
                  <a:pt x="65606" y="381725"/>
                </a:lnTo>
                <a:lnTo>
                  <a:pt x="71513" y="392002"/>
                </a:lnTo>
                <a:lnTo>
                  <a:pt x="71046" y="391235"/>
                </a:lnTo>
                <a:lnTo>
                  <a:pt x="77603" y="401447"/>
                </a:lnTo>
                <a:lnTo>
                  <a:pt x="77102" y="400712"/>
                </a:lnTo>
                <a:lnTo>
                  <a:pt x="84127" y="410590"/>
                </a:lnTo>
                <a:lnTo>
                  <a:pt x="83576" y="409856"/>
                </a:lnTo>
                <a:lnTo>
                  <a:pt x="91068" y="419383"/>
                </a:lnTo>
                <a:lnTo>
                  <a:pt x="90484" y="418682"/>
                </a:lnTo>
                <a:lnTo>
                  <a:pt x="98410" y="427826"/>
                </a:lnTo>
                <a:lnTo>
                  <a:pt x="97809" y="427175"/>
                </a:lnTo>
                <a:lnTo>
                  <a:pt x="106152" y="435918"/>
                </a:lnTo>
                <a:lnTo>
                  <a:pt x="105518" y="435284"/>
                </a:lnTo>
                <a:lnTo>
                  <a:pt x="114261" y="443627"/>
                </a:lnTo>
                <a:lnTo>
                  <a:pt x="113610" y="443026"/>
                </a:lnTo>
                <a:lnTo>
                  <a:pt x="122754" y="450951"/>
                </a:lnTo>
                <a:lnTo>
                  <a:pt x="122052" y="450368"/>
                </a:lnTo>
                <a:lnTo>
                  <a:pt x="131580" y="457859"/>
                </a:lnTo>
                <a:lnTo>
                  <a:pt x="130846" y="457309"/>
                </a:lnTo>
                <a:lnTo>
                  <a:pt x="134049" y="459595"/>
                </a:lnTo>
                <a:lnTo>
                  <a:pt x="112292" y="490178"/>
                </a:lnTo>
                <a:moveTo>
                  <a:pt x="16118" y="362904"/>
                </a:moveTo>
                <a:lnTo>
                  <a:pt x="12163" y="351207"/>
                </a:lnTo>
                <a:lnTo>
                  <a:pt x="8509" y="338360"/>
                </a:lnTo>
                <a:lnTo>
                  <a:pt x="5489" y="325262"/>
                </a:lnTo>
                <a:lnTo>
                  <a:pt x="3120" y="311913"/>
                </a:lnTo>
                <a:lnTo>
                  <a:pt x="1385" y="298382"/>
                </a:lnTo>
                <a:lnTo>
                  <a:pt x="351" y="284750"/>
                </a:lnTo>
                <a:lnTo>
                  <a:pt x="100" y="277926"/>
                </a:lnTo>
                <a:lnTo>
                  <a:pt x="37608" y="276508"/>
                </a:lnTo>
                <a:lnTo>
                  <a:pt x="37859" y="282965"/>
                </a:lnTo>
                <a:lnTo>
                  <a:pt x="37809" y="282264"/>
                </a:lnTo>
                <a:lnTo>
                  <a:pt x="38794" y="295061"/>
                </a:lnTo>
                <a:lnTo>
                  <a:pt x="38693" y="294111"/>
                </a:lnTo>
                <a:lnTo>
                  <a:pt x="40295" y="306725"/>
                </a:lnTo>
                <a:lnTo>
                  <a:pt x="40144" y="305790"/>
                </a:lnTo>
                <a:lnTo>
                  <a:pt x="42364" y="318187"/>
                </a:lnTo>
                <a:lnTo>
                  <a:pt x="42181" y="317269"/>
                </a:lnTo>
                <a:lnTo>
                  <a:pt x="45001" y="329466"/>
                </a:lnTo>
                <a:lnTo>
                  <a:pt x="44767" y="328549"/>
                </a:lnTo>
                <a:lnTo>
                  <a:pt x="48154" y="340512"/>
                </a:lnTo>
                <a:lnTo>
                  <a:pt x="47870" y="339628"/>
                </a:lnTo>
                <a:lnTo>
                  <a:pt x="51691" y="350873"/>
                </a:lnTo>
                <a:lnTo>
                  <a:pt x="16118" y="36290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47-part-0">
            <a:extLst xmlns:a="http://schemas.openxmlformats.org/drawingml/2006/main">
              <a:ext uri="{FF2B5EF4-FFF2-40B4-BE49-F238E27FC236}">
                <a16:creationId xmlns:a16="http://schemas.microsoft.com/office/drawing/2014/main" id="{F22008E6-710B-4C5E-B198-292FC74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534" y="1798709"/>
            <a:ext cx="786591" cy="366958"/>
          </a:xfrm>
          <a:custGeom xmlns:a="http://schemas.openxmlformats.org/drawingml/2006/main">
            <a:pathLst>
              <a:path w="786591" h="366958">
                <a:moveTo>
                  <a:pt x="147513" y="333771"/>
                </a:moveTo>
                <a:lnTo>
                  <a:pt x="32503" y="319455"/>
                </a:lnTo>
                <a:lnTo>
                  <a:pt x="43849" y="345951"/>
                </a:lnTo>
                <a:lnTo>
                  <a:pt x="112909" y="252898"/>
                </a:lnTo>
                <a:lnTo>
                  <a:pt x="114694" y="249895"/>
                </a:lnTo>
                <a:lnTo>
                  <a:pt x="115796" y="246574"/>
                </a:lnTo>
                <a:lnTo>
                  <a:pt x="116196" y="243120"/>
                </a:lnTo>
                <a:lnTo>
                  <a:pt x="115878" y="239650"/>
                </a:lnTo>
                <a:lnTo>
                  <a:pt x="114828" y="236313"/>
                </a:lnTo>
                <a:lnTo>
                  <a:pt x="113109" y="233276"/>
                </a:lnTo>
                <a:lnTo>
                  <a:pt x="110807" y="230657"/>
                </a:lnTo>
                <a:lnTo>
                  <a:pt x="108003" y="228588"/>
                </a:lnTo>
                <a:lnTo>
                  <a:pt x="104833" y="227136"/>
                </a:lnTo>
                <a:lnTo>
                  <a:pt x="101429" y="226368"/>
                </a:lnTo>
                <a:lnTo>
                  <a:pt x="97942" y="226335"/>
                </a:lnTo>
                <a:lnTo>
                  <a:pt x="94521" y="227019"/>
                </a:lnTo>
                <a:lnTo>
                  <a:pt x="91318" y="228404"/>
                </a:lnTo>
                <a:lnTo>
                  <a:pt x="88482" y="230440"/>
                </a:lnTo>
                <a:lnTo>
                  <a:pt x="86112" y="233009"/>
                </a:lnTo>
                <a:lnTo>
                  <a:pt x="0" y="349038"/>
                </a:lnTo>
                <a:lnTo>
                  <a:pt x="143393" y="366891"/>
                </a:lnTo>
                <a:lnTo>
                  <a:pt x="146879" y="366958"/>
                </a:lnTo>
                <a:lnTo>
                  <a:pt x="150300" y="366291"/>
                </a:lnTo>
                <a:lnTo>
                  <a:pt x="153520" y="364939"/>
                </a:lnTo>
                <a:lnTo>
                  <a:pt x="156390" y="362937"/>
                </a:lnTo>
                <a:lnTo>
                  <a:pt x="158759" y="360384"/>
                </a:lnTo>
                <a:lnTo>
                  <a:pt x="160562" y="357397"/>
                </a:lnTo>
                <a:lnTo>
                  <a:pt x="161713" y="354111"/>
                </a:lnTo>
                <a:lnTo>
                  <a:pt x="162147" y="350640"/>
                </a:lnTo>
                <a:lnTo>
                  <a:pt x="161846" y="347170"/>
                </a:lnTo>
                <a:lnTo>
                  <a:pt x="160829" y="343832"/>
                </a:lnTo>
                <a:lnTo>
                  <a:pt x="159144" y="340779"/>
                </a:lnTo>
                <a:lnTo>
                  <a:pt x="156857" y="338143"/>
                </a:lnTo>
                <a:lnTo>
                  <a:pt x="154071" y="336040"/>
                </a:lnTo>
                <a:lnTo>
                  <a:pt x="150918" y="334555"/>
                </a:lnTo>
                <a:lnTo>
                  <a:pt x="147513" y="333771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7-part-1">
            <a:extLst xmlns:a="http://schemas.openxmlformats.org/drawingml/2006/main">
              <a:ext uri="{FF2B5EF4-FFF2-40B4-BE49-F238E27FC236}">
                <a16:creationId xmlns:a16="http://schemas.microsoft.com/office/drawing/2014/main" id="{E44FBEB6-0537-46CC-99D7-8519B7AB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534" y="1798709"/>
            <a:ext cx="786591" cy="366958"/>
          </a:xfrm>
          <a:custGeom xmlns:a="http://schemas.openxmlformats.org/drawingml/2006/main">
            <a:pathLst>
              <a:path w="786591" h="366958">
                <a:moveTo>
                  <a:pt x="773477" y="0"/>
                </a:moveTo>
                <a:lnTo>
                  <a:pt x="650740" y="52492"/>
                </a:lnTo>
                <a:lnTo>
                  <a:pt x="663872" y="83176"/>
                </a:lnTo>
                <a:lnTo>
                  <a:pt x="786591" y="30667"/>
                </a:lnTo>
                <a:lnTo>
                  <a:pt x="773477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47-part-2">
            <a:extLst xmlns:a="http://schemas.openxmlformats.org/drawingml/2006/main">
              <a:ext uri="{FF2B5EF4-FFF2-40B4-BE49-F238E27FC236}">
                <a16:creationId xmlns:a16="http://schemas.microsoft.com/office/drawing/2014/main" id="{872E3F35-3008-43C1-8EE0-7F7C5205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534" y="1798709"/>
            <a:ext cx="786591" cy="366958"/>
          </a:xfrm>
          <a:custGeom xmlns:a="http://schemas.openxmlformats.org/drawingml/2006/main">
            <a:pathLst>
              <a:path w="786591" h="366958">
                <a:moveTo>
                  <a:pt x="558705" y="91869"/>
                </a:moveTo>
                <a:lnTo>
                  <a:pt x="435984" y="144377"/>
                </a:lnTo>
                <a:lnTo>
                  <a:pt x="449116" y="175061"/>
                </a:lnTo>
                <a:lnTo>
                  <a:pt x="571836" y="122553"/>
                </a:lnTo>
                <a:lnTo>
                  <a:pt x="558705" y="91869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7-part-3">
            <a:extLst xmlns:a="http://schemas.openxmlformats.org/drawingml/2006/main">
              <a:ext uri="{FF2B5EF4-FFF2-40B4-BE49-F238E27FC236}">
                <a16:creationId xmlns:a16="http://schemas.microsoft.com/office/drawing/2014/main" id="{16275117-14B8-498F-9A8F-BA5E00DC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534" y="1798709"/>
            <a:ext cx="786591" cy="366958"/>
          </a:xfrm>
          <a:custGeom xmlns:a="http://schemas.openxmlformats.org/drawingml/2006/main">
            <a:pathLst>
              <a:path w="786591" h="366958">
                <a:moveTo>
                  <a:pt x="343932" y="183754"/>
                </a:moveTo>
                <a:lnTo>
                  <a:pt x="221212" y="236246"/>
                </a:lnTo>
                <a:lnTo>
                  <a:pt x="234343" y="266930"/>
                </a:lnTo>
                <a:lnTo>
                  <a:pt x="357064" y="214439"/>
                </a:lnTo>
                <a:lnTo>
                  <a:pt x="343932" y="18375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47-part-4">
            <a:extLst xmlns:a="http://schemas.openxmlformats.org/drawingml/2006/main">
              <a:ext uri="{FF2B5EF4-FFF2-40B4-BE49-F238E27FC236}">
                <a16:creationId xmlns:a16="http://schemas.microsoft.com/office/drawing/2014/main" id="{A754B7E2-66A3-4F3C-B8F9-035D8FF7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9534" y="1798709"/>
            <a:ext cx="786591" cy="366958"/>
          </a:xfrm>
          <a:custGeom xmlns:a="http://schemas.openxmlformats.org/drawingml/2006/main">
            <a:pathLst>
              <a:path w="786591" h="366958">
                <a:moveTo>
                  <a:pt x="129176" y="275623"/>
                </a:moveTo>
                <a:lnTo>
                  <a:pt x="23876" y="320673"/>
                </a:lnTo>
                <a:lnTo>
                  <a:pt x="37008" y="351358"/>
                </a:lnTo>
                <a:lnTo>
                  <a:pt x="142308" y="306307"/>
                </a:lnTo>
                <a:lnTo>
                  <a:pt x="129176" y="27562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48-part-0">
            <a:extLst xmlns:a="http://schemas.openxmlformats.org/drawingml/2006/main">
              <a:ext uri="{FF2B5EF4-FFF2-40B4-BE49-F238E27FC236}">
                <a16:creationId xmlns:a16="http://schemas.microsoft.com/office/drawing/2014/main" id="{6A8991B4-045D-4AA4-87CC-16C00F11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621" y="1798826"/>
            <a:ext cx="711792" cy="347453"/>
          </a:xfrm>
          <a:custGeom xmlns:a="http://schemas.openxmlformats.org/drawingml/2006/main">
            <a:pathLst>
              <a:path w="711792" h="347453">
                <a:moveTo>
                  <a:pt x="564579" y="314266"/>
                </a:moveTo>
                <a:lnTo>
                  <a:pt x="679840" y="302069"/>
                </a:lnTo>
                <a:lnTo>
                  <a:pt x="668010" y="328349"/>
                </a:lnTo>
                <a:lnTo>
                  <a:pt x="600669" y="234027"/>
                </a:lnTo>
                <a:lnTo>
                  <a:pt x="598933" y="230990"/>
                </a:lnTo>
                <a:lnTo>
                  <a:pt x="597882" y="227670"/>
                </a:lnTo>
                <a:lnTo>
                  <a:pt x="597549" y="224199"/>
                </a:lnTo>
                <a:lnTo>
                  <a:pt x="597949" y="220729"/>
                </a:lnTo>
                <a:lnTo>
                  <a:pt x="599050" y="217425"/>
                </a:lnTo>
                <a:lnTo>
                  <a:pt x="600819" y="214422"/>
                </a:lnTo>
                <a:lnTo>
                  <a:pt x="603172" y="211836"/>
                </a:lnTo>
                <a:lnTo>
                  <a:pt x="606007" y="209817"/>
                </a:lnTo>
                <a:lnTo>
                  <a:pt x="609211" y="208432"/>
                </a:lnTo>
                <a:lnTo>
                  <a:pt x="612632" y="207731"/>
                </a:lnTo>
                <a:lnTo>
                  <a:pt x="616119" y="207748"/>
                </a:lnTo>
                <a:lnTo>
                  <a:pt x="619523" y="208515"/>
                </a:lnTo>
                <a:lnTo>
                  <a:pt x="622693" y="209950"/>
                </a:lnTo>
                <a:lnTo>
                  <a:pt x="625513" y="212019"/>
                </a:lnTo>
                <a:lnTo>
                  <a:pt x="627815" y="214639"/>
                </a:lnTo>
                <a:lnTo>
                  <a:pt x="711792" y="332236"/>
                </a:lnTo>
                <a:lnTo>
                  <a:pt x="568099" y="347453"/>
                </a:lnTo>
                <a:lnTo>
                  <a:pt x="564612" y="347453"/>
                </a:lnTo>
                <a:lnTo>
                  <a:pt x="561192" y="346736"/>
                </a:lnTo>
                <a:lnTo>
                  <a:pt x="558004" y="345318"/>
                </a:lnTo>
                <a:lnTo>
                  <a:pt x="555185" y="343265"/>
                </a:lnTo>
                <a:lnTo>
                  <a:pt x="552849" y="340679"/>
                </a:lnTo>
                <a:lnTo>
                  <a:pt x="551097" y="337659"/>
                </a:lnTo>
                <a:lnTo>
                  <a:pt x="550012" y="334339"/>
                </a:lnTo>
                <a:lnTo>
                  <a:pt x="549645" y="330868"/>
                </a:lnTo>
                <a:lnTo>
                  <a:pt x="550012" y="327398"/>
                </a:lnTo>
                <a:lnTo>
                  <a:pt x="551080" y="324077"/>
                </a:lnTo>
                <a:lnTo>
                  <a:pt x="552832" y="321057"/>
                </a:lnTo>
                <a:lnTo>
                  <a:pt x="555168" y="318471"/>
                </a:lnTo>
                <a:lnTo>
                  <a:pt x="557988" y="316419"/>
                </a:lnTo>
                <a:lnTo>
                  <a:pt x="561174" y="314984"/>
                </a:lnTo>
                <a:lnTo>
                  <a:pt x="564579" y="31426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48-part-1">
            <a:extLst xmlns:a="http://schemas.openxmlformats.org/drawingml/2006/main">
              <a:ext uri="{FF2B5EF4-FFF2-40B4-BE49-F238E27FC236}">
                <a16:creationId xmlns:a16="http://schemas.microsoft.com/office/drawing/2014/main" id="{8BF8B07B-5D4F-486B-9BCC-9BC5A9C9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621" y="1798826"/>
            <a:ext cx="711792" cy="347453"/>
          </a:xfrm>
          <a:custGeom xmlns:a="http://schemas.openxmlformats.org/drawingml/2006/main">
            <a:pathLst>
              <a:path w="711792" h="347453">
                <a:moveTo>
                  <a:pt x="13682" y="0"/>
                </a:moveTo>
                <a:lnTo>
                  <a:pt x="135417" y="54744"/>
                </a:lnTo>
                <a:lnTo>
                  <a:pt x="121736" y="85178"/>
                </a:lnTo>
                <a:lnTo>
                  <a:pt x="0" y="30434"/>
                </a:lnTo>
                <a:lnTo>
                  <a:pt x="13682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48-part-2">
            <a:extLst xmlns:a="http://schemas.openxmlformats.org/drawingml/2006/main">
              <a:ext uri="{FF2B5EF4-FFF2-40B4-BE49-F238E27FC236}">
                <a16:creationId xmlns:a16="http://schemas.microsoft.com/office/drawing/2014/main" id="{FFAD64C8-BB95-4C6C-81DD-C56C5DB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621" y="1798826"/>
            <a:ext cx="711792" cy="347453"/>
          </a:xfrm>
          <a:custGeom xmlns:a="http://schemas.openxmlformats.org/drawingml/2006/main">
            <a:pathLst>
              <a:path w="711792" h="347453">
                <a:moveTo>
                  <a:pt x="226719" y="95806"/>
                </a:moveTo>
                <a:lnTo>
                  <a:pt x="348471" y="150551"/>
                </a:lnTo>
                <a:lnTo>
                  <a:pt x="334773" y="180985"/>
                </a:lnTo>
                <a:lnTo>
                  <a:pt x="213038" y="126240"/>
                </a:lnTo>
                <a:lnTo>
                  <a:pt x="226719" y="9580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path-48-part-3">
            <a:extLst xmlns:a="http://schemas.openxmlformats.org/drawingml/2006/main">
              <a:ext uri="{FF2B5EF4-FFF2-40B4-BE49-F238E27FC236}">
                <a16:creationId xmlns:a16="http://schemas.microsoft.com/office/drawing/2014/main" id="{AC38A8F7-D800-4077-847B-BD70123E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621" y="1798826"/>
            <a:ext cx="711792" cy="347453"/>
          </a:xfrm>
          <a:custGeom xmlns:a="http://schemas.openxmlformats.org/drawingml/2006/main">
            <a:pathLst>
              <a:path w="711792" h="347453">
                <a:moveTo>
                  <a:pt x="439772" y="191613"/>
                </a:moveTo>
                <a:lnTo>
                  <a:pt x="561508" y="246357"/>
                </a:lnTo>
                <a:lnTo>
                  <a:pt x="547827" y="276791"/>
                </a:lnTo>
                <a:lnTo>
                  <a:pt x="426074" y="222047"/>
                </a:lnTo>
                <a:lnTo>
                  <a:pt x="439772" y="19161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48-part-4">
            <a:extLst xmlns:a="http://schemas.openxmlformats.org/drawingml/2006/main">
              <a:ext uri="{FF2B5EF4-FFF2-40B4-BE49-F238E27FC236}">
                <a16:creationId xmlns:a16="http://schemas.microsoft.com/office/drawing/2014/main" id="{87B066B5-2EA1-4571-A1E3-20C67010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621" y="1798826"/>
            <a:ext cx="711792" cy="347453"/>
          </a:xfrm>
          <a:custGeom xmlns:a="http://schemas.openxmlformats.org/drawingml/2006/main">
            <a:pathLst>
              <a:path w="711792" h="347453">
                <a:moveTo>
                  <a:pt x="652810" y="287420"/>
                </a:moveTo>
                <a:lnTo>
                  <a:pt x="688433" y="303437"/>
                </a:lnTo>
                <a:lnTo>
                  <a:pt x="674751" y="333872"/>
                </a:lnTo>
                <a:lnTo>
                  <a:pt x="639128" y="317854"/>
                </a:lnTo>
                <a:lnTo>
                  <a:pt x="652810" y="28742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49-part-0">
            <a:extLst xmlns:a="http://schemas.openxmlformats.org/drawingml/2006/main">
              <a:ext uri="{FF2B5EF4-FFF2-40B4-BE49-F238E27FC236}">
                <a16:creationId xmlns:a16="http://schemas.microsoft.com/office/drawing/2014/main" id="{0855B859-6EC3-41DF-8B50-8190E085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330" y="2635273"/>
            <a:ext cx="777398" cy="216491"/>
          </a:xfrm>
          <a:custGeom xmlns:a="http://schemas.openxmlformats.org/drawingml/2006/main">
            <a:pathLst>
              <a:path w="777398" h="216491">
                <a:moveTo>
                  <a:pt x="629951" y="184105"/>
                </a:moveTo>
                <a:lnTo>
                  <a:pt x="739423" y="146062"/>
                </a:lnTo>
                <a:lnTo>
                  <a:pt x="733883" y="174360"/>
                </a:lnTo>
                <a:lnTo>
                  <a:pt x="646886" y="97775"/>
                </a:lnTo>
                <a:lnTo>
                  <a:pt x="644517" y="95222"/>
                </a:lnTo>
                <a:lnTo>
                  <a:pt x="642732" y="92219"/>
                </a:lnTo>
                <a:lnTo>
                  <a:pt x="641614" y="88915"/>
                </a:lnTo>
                <a:lnTo>
                  <a:pt x="641213" y="85445"/>
                </a:lnTo>
                <a:lnTo>
                  <a:pt x="641547" y="81974"/>
                </a:lnTo>
                <a:lnTo>
                  <a:pt x="642581" y="78637"/>
                </a:lnTo>
                <a:lnTo>
                  <a:pt x="644300" y="75601"/>
                </a:lnTo>
                <a:lnTo>
                  <a:pt x="646603" y="72981"/>
                </a:lnTo>
                <a:lnTo>
                  <a:pt x="649389" y="70895"/>
                </a:lnTo>
                <a:lnTo>
                  <a:pt x="652560" y="69444"/>
                </a:lnTo>
                <a:lnTo>
                  <a:pt x="655963" y="68676"/>
                </a:lnTo>
                <a:lnTo>
                  <a:pt x="659467" y="68643"/>
                </a:lnTo>
                <a:lnTo>
                  <a:pt x="662871" y="69327"/>
                </a:lnTo>
                <a:lnTo>
                  <a:pt x="666074" y="70712"/>
                </a:lnTo>
                <a:lnTo>
                  <a:pt x="668928" y="72731"/>
                </a:lnTo>
                <a:lnTo>
                  <a:pt x="777398" y="168203"/>
                </a:lnTo>
                <a:lnTo>
                  <a:pt x="640896" y="215623"/>
                </a:lnTo>
                <a:lnTo>
                  <a:pt x="637509" y="216424"/>
                </a:lnTo>
                <a:lnTo>
                  <a:pt x="634022" y="216491"/>
                </a:lnTo>
                <a:lnTo>
                  <a:pt x="630585" y="215840"/>
                </a:lnTo>
                <a:lnTo>
                  <a:pt x="627381" y="214489"/>
                </a:lnTo>
                <a:lnTo>
                  <a:pt x="624511" y="212486"/>
                </a:lnTo>
                <a:lnTo>
                  <a:pt x="622125" y="209950"/>
                </a:lnTo>
                <a:lnTo>
                  <a:pt x="620324" y="206964"/>
                </a:lnTo>
                <a:lnTo>
                  <a:pt x="619172" y="203676"/>
                </a:lnTo>
                <a:lnTo>
                  <a:pt x="618738" y="200206"/>
                </a:lnTo>
                <a:lnTo>
                  <a:pt x="619038" y="196736"/>
                </a:lnTo>
                <a:lnTo>
                  <a:pt x="620039" y="193398"/>
                </a:lnTo>
                <a:lnTo>
                  <a:pt x="621725" y="190345"/>
                </a:lnTo>
                <a:lnTo>
                  <a:pt x="624011" y="187692"/>
                </a:lnTo>
                <a:lnTo>
                  <a:pt x="626797" y="185590"/>
                </a:lnTo>
                <a:lnTo>
                  <a:pt x="629951" y="18410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49-part-1">
            <a:extLst xmlns:a="http://schemas.openxmlformats.org/drawingml/2006/main">
              <a:ext uri="{FF2B5EF4-FFF2-40B4-BE49-F238E27FC236}">
                <a16:creationId xmlns:a16="http://schemas.microsoft.com/office/drawing/2014/main" id="{90AFA7BE-D083-4110-8164-02B5A12D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330" y="2635273"/>
            <a:ext cx="777398" cy="216491"/>
          </a:xfrm>
          <a:custGeom xmlns:a="http://schemas.openxmlformats.org/drawingml/2006/main">
            <a:pathLst>
              <a:path w="777398" h="216491">
                <a:moveTo>
                  <a:pt x="6407" y="0"/>
                </a:moveTo>
                <a:lnTo>
                  <a:pt x="137403" y="25679"/>
                </a:lnTo>
                <a:lnTo>
                  <a:pt x="130979" y="58431"/>
                </a:lnTo>
                <a:lnTo>
                  <a:pt x="0" y="32736"/>
                </a:lnTo>
                <a:lnTo>
                  <a:pt x="6407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49-part-2">
            <a:extLst xmlns:a="http://schemas.openxmlformats.org/drawingml/2006/main">
              <a:ext uri="{FF2B5EF4-FFF2-40B4-BE49-F238E27FC236}">
                <a16:creationId xmlns:a16="http://schemas.microsoft.com/office/drawing/2014/main" id="{D94C4360-A3D2-41FC-B064-431EB4D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330" y="2635273"/>
            <a:ext cx="777398" cy="216491"/>
          </a:xfrm>
          <a:custGeom xmlns:a="http://schemas.openxmlformats.org/drawingml/2006/main">
            <a:pathLst>
              <a:path w="777398" h="216491">
                <a:moveTo>
                  <a:pt x="235645" y="44950"/>
                </a:moveTo>
                <a:lnTo>
                  <a:pt x="366624" y="70645"/>
                </a:lnTo>
                <a:lnTo>
                  <a:pt x="360200" y="103381"/>
                </a:lnTo>
                <a:lnTo>
                  <a:pt x="229222" y="77703"/>
                </a:lnTo>
                <a:lnTo>
                  <a:pt x="235645" y="4495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49-part-3">
            <a:extLst xmlns:a="http://schemas.openxmlformats.org/drawingml/2006/main">
              <a:ext uri="{FF2B5EF4-FFF2-40B4-BE49-F238E27FC236}">
                <a16:creationId xmlns:a16="http://schemas.microsoft.com/office/drawing/2014/main" id="{677AD394-3B0A-4808-8B8F-20306FF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330" y="2635273"/>
            <a:ext cx="777398" cy="216491"/>
          </a:xfrm>
          <a:custGeom xmlns:a="http://schemas.openxmlformats.org/drawingml/2006/main">
            <a:pathLst>
              <a:path w="777398" h="216491">
                <a:moveTo>
                  <a:pt x="464867" y="89900"/>
                </a:moveTo>
                <a:lnTo>
                  <a:pt x="595846" y="115595"/>
                </a:lnTo>
                <a:lnTo>
                  <a:pt x="589439" y="148348"/>
                </a:lnTo>
                <a:lnTo>
                  <a:pt x="458444" y="122653"/>
                </a:lnTo>
                <a:lnTo>
                  <a:pt x="464867" y="8990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49-part-4">
            <a:extLst xmlns:a="http://schemas.openxmlformats.org/drawingml/2006/main">
              <a:ext uri="{FF2B5EF4-FFF2-40B4-BE49-F238E27FC236}">
                <a16:creationId xmlns:a16="http://schemas.microsoft.com/office/drawing/2014/main" id="{38ED7FB1-8B06-416B-AB89-2CF70246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6330" y="2635273"/>
            <a:ext cx="777398" cy="216491"/>
          </a:xfrm>
          <a:custGeom xmlns:a="http://schemas.openxmlformats.org/drawingml/2006/main">
            <a:pathLst>
              <a:path w="777398" h="216491">
                <a:moveTo>
                  <a:pt x="694089" y="134866"/>
                </a:moveTo>
                <a:lnTo>
                  <a:pt x="748115" y="145461"/>
                </a:lnTo>
                <a:lnTo>
                  <a:pt x="741692" y="178198"/>
                </a:lnTo>
                <a:lnTo>
                  <a:pt x="687664" y="167603"/>
                </a:lnTo>
                <a:lnTo>
                  <a:pt x="694089" y="13486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50-part-0">
            <a:extLst xmlns:a="http://schemas.openxmlformats.org/drawingml/2006/main">
              <a:ext uri="{FF2B5EF4-FFF2-40B4-BE49-F238E27FC236}">
                <a16:creationId xmlns:a16="http://schemas.microsoft.com/office/drawing/2014/main" id="{8B3F1FB5-32AD-471D-80E5-C922A06C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7622" y="2618721"/>
            <a:ext cx="714645" cy="227470"/>
          </a:xfrm>
          <a:custGeom xmlns:a="http://schemas.openxmlformats.org/drawingml/2006/main">
            <a:pathLst>
              <a:path w="714645" h="227470">
                <a:moveTo>
                  <a:pt x="147965" y="194884"/>
                </a:moveTo>
                <a:lnTo>
                  <a:pt x="37075" y="161146"/>
                </a:lnTo>
                <a:lnTo>
                  <a:pt x="43732" y="189194"/>
                </a:lnTo>
                <a:lnTo>
                  <a:pt x="127659" y="109288"/>
                </a:lnTo>
                <a:lnTo>
                  <a:pt x="129929" y="106619"/>
                </a:lnTo>
                <a:lnTo>
                  <a:pt x="131580" y="103565"/>
                </a:lnTo>
                <a:lnTo>
                  <a:pt x="132565" y="100211"/>
                </a:lnTo>
                <a:lnTo>
                  <a:pt x="132831" y="96741"/>
                </a:lnTo>
                <a:lnTo>
                  <a:pt x="132381" y="93271"/>
                </a:lnTo>
                <a:lnTo>
                  <a:pt x="131213" y="89984"/>
                </a:lnTo>
                <a:lnTo>
                  <a:pt x="129378" y="87014"/>
                </a:lnTo>
                <a:lnTo>
                  <a:pt x="126975" y="84495"/>
                </a:lnTo>
                <a:lnTo>
                  <a:pt x="124105" y="82525"/>
                </a:lnTo>
                <a:lnTo>
                  <a:pt x="120868" y="81190"/>
                </a:lnTo>
                <a:lnTo>
                  <a:pt x="117447" y="80556"/>
                </a:lnTo>
                <a:lnTo>
                  <a:pt x="113961" y="80657"/>
                </a:lnTo>
                <a:lnTo>
                  <a:pt x="110556" y="81475"/>
                </a:lnTo>
                <a:lnTo>
                  <a:pt x="107420" y="82992"/>
                </a:lnTo>
                <a:lnTo>
                  <a:pt x="104650" y="85112"/>
                </a:lnTo>
                <a:lnTo>
                  <a:pt x="0" y="184756"/>
                </a:lnTo>
                <a:lnTo>
                  <a:pt x="138254" y="226803"/>
                </a:lnTo>
                <a:lnTo>
                  <a:pt x="141674" y="227470"/>
                </a:lnTo>
                <a:lnTo>
                  <a:pt x="145161" y="227403"/>
                </a:lnTo>
                <a:lnTo>
                  <a:pt x="148566" y="226619"/>
                </a:lnTo>
                <a:lnTo>
                  <a:pt x="151719" y="225134"/>
                </a:lnTo>
                <a:lnTo>
                  <a:pt x="154505" y="223032"/>
                </a:lnTo>
                <a:lnTo>
                  <a:pt x="156791" y="220395"/>
                </a:lnTo>
                <a:lnTo>
                  <a:pt x="158477" y="217342"/>
                </a:lnTo>
                <a:lnTo>
                  <a:pt x="159494" y="214005"/>
                </a:lnTo>
                <a:lnTo>
                  <a:pt x="159779" y="210535"/>
                </a:lnTo>
                <a:lnTo>
                  <a:pt x="159361" y="207064"/>
                </a:lnTo>
                <a:lnTo>
                  <a:pt x="158210" y="203777"/>
                </a:lnTo>
                <a:lnTo>
                  <a:pt x="156408" y="200790"/>
                </a:lnTo>
                <a:lnTo>
                  <a:pt x="154039" y="198237"/>
                </a:lnTo>
                <a:lnTo>
                  <a:pt x="151168" y="196235"/>
                </a:lnTo>
                <a:lnTo>
                  <a:pt x="147965" y="19488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50-part-1">
            <a:extLst xmlns:a="http://schemas.openxmlformats.org/drawingml/2006/main">
              <a:ext uri="{FF2B5EF4-FFF2-40B4-BE49-F238E27FC236}">
                <a16:creationId xmlns:a16="http://schemas.microsoft.com/office/drawing/2014/main" id="{0CFE348C-98F2-4A37-98ED-27F6E64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7622" y="2618721"/>
            <a:ext cx="714645" cy="227470"/>
          </a:xfrm>
          <a:custGeom xmlns:a="http://schemas.openxmlformats.org/drawingml/2006/main">
            <a:pathLst>
              <a:path w="714645" h="227470">
                <a:moveTo>
                  <a:pt x="706937" y="0"/>
                </a:moveTo>
                <a:lnTo>
                  <a:pt x="577059" y="30801"/>
                </a:lnTo>
                <a:lnTo>
                  <a:pt x="584751" y="63271"/>
                </a:lnTo>
                <a:lnTo>
                  <a:pt x="714645" y="32470"/>
                </a:lnTo>
                <a:lnTo>
                  <a:pt x="706937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50-part-2">
            <a:extLst xmlns:a="http://schemas.openxmlformats.org/drawingml/2006/main">
              <a:ext uri="{FF2B5EF4-FFF2-40B4-BE49-F238E27FC236}">
                <a16:creationId xmlns:a16="http://schemas.microsoft.com/office/drawing/2014/main" id="{2F4C7107-5B0D-4B08-B382-E01F081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7622" y="2618721"/>
            <a:ext cx="714645" cy="227470"/>
          </a:xfrm>
          <a:custGeom xmlns:a="http://schemas.openxmlformats.org/drawingml/2006/main">
            <a:pathLst>
              <a:path w="714645" h="227470">
                <a:moveTo>
                  <a:pt x="479651" y="53894"/>
                </a:moveTo>
                <a:lnTo>
                  <a:pt x="349773" y="84678"/>
                </a:lnTo>
                <a:lnTo>
                  <a:pt x="357465" y="117147"/>
                </a:lnTo>
                <a:lnTo>
                  <a:pt x="487342" y="86363"/>
                </a:lnTo>
                <a:lnTo>
                  <a:pt x="479651" y="5389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50-part-3">
            <a:extLst xmlns:a="http://schemas.openxmlformats.org/drawingml/2006/main">
              <a:ext uri="{FF2B5EF4-FFF2-40B4-BE49-F238E27FC236}">
                <a16:creationId xmlns:a16="http://schemas.microsoft.com/office/drawing/2014/main" id="{EA332A0D-1CA2-4959-A400-3605E15A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7622" y="2618721"/>
            <a:ext cx="714645" cy="227470"/>
          </a:xfrm>
          <a:custGeom xmlns:a="http://schemas.openxmlformats.org/drawingml/2006/main">
            <a:pathLst>
              <a:path w="714645" h="227470">
                <a:moveTo>
                  <a:pt x="252364" y="107770"/>
                </a:moveTo>
                <a:lnTo>
                  <a:pt x="122470" y="138571"/>
                </a:lnTo>
                <a:lnTo>
                  <a:pt x="130178" y="171041"/>
                </a:lnTo>
                <a:lnTo>
                  <a:pt x="260056" y="140240"/>
                </a:lnTo>
                <a:lnTo>
                  <a:pt x="252364" y="10777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51">
            <a:extLst xmlns:a="http://schemas.openxmlformats.org/drawingml/2006/main">
              <a:ext uri="{FF2B5EF4-FFF2-40B4-BE49-F238E27FC236}">
                <a16:creationId xmlns:a16="http://schemas.microsoft.com/office/drawing/2014/main" id="{FF55AB03-2D7D-4834-94ED-0D5B0615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883" y="3609373"/>
            <a:ext cx="537231" cy="537131"/>
          </a:xfrm>
          <a:custGeom xmlns:a="http://schemas.openxmlformats.org/drawingml/2006/main">
            <a:pathLst>
              <a:path w="537231" h="537131">
                <a:moveTo>
                  <a:pt x="83" y="275340"/>
                </a:moveTo>
                <a:lnTo>
                  <a:pt x="0" y="268632"/>
                </a:lnTo>
                <a:lnTo>
                  <a:pt x="83" y="261707"/>
                </a:lnTo>
                <a:lnTo>
                  <a:pt x="351" y="254717"/>
                </a:lnTo>
                <a:lnTo>
                  <a:pt x="1385" y="241185"/>
                </a:lnTo>
                <a:lnTo>
                  <a:pt x="3087" y="227737"/>
                </a:lnTo>
                <a:lnTo>
                  <a:pt x="5456" y="214505"/>
                </a:lnTo>
                <a:lnTo>
                  <a:pt x="8460" y="201507"/>
                </a:lnTo>
                <a:lnTo>
                  <a:pt x="12080" y="188760"/>
                </a:lnTo>
                <a:lnTo>
                  <a:pt x="16302" y="176263"/>
                </a:lnTo>
                <a:lnTo>
                  <a:pt x="18354" y="171057"/>
                </a:lnTo>
                <a:lnTo>
                  <a:pt x="49405" y="183287"/>
                </a:lnTo>
                <a:lnTo>
                  <a:pt x="47503" y="188126"/>
                </a:lnTo>
                <a:lnTo>
                  <a:pt x="47769" y="187358"/>
                </a:lnTo>
                <a:lnTo>
                  <a:pt x="43816" y="199055"/>
                </a:lnTo>
                <a:lnTo>
                  <a:pt x="44066" y="198270"/>
                </a:lnTo>
                <a:lnTo>
                  <a:pt x="40661" y="210217"/>
                </a:lnTo>
                <a:lnTo>
                  <a:pt x="40879" y="209416"/>
                </a:lnTo>
                <a:lnTo>
                  <a:pt x="38058" y="221613"/>
                </a:lnTo>
                <a:lnTo>
                  <a:pt x="38226" y="220795"/>
                </a:lnTo>
                <a:lnTo>
                  <a:pt x="36007" y="233193"/>
                </a:lnTo>
                <a:lnTo>
                  <a:pt x="36140" y="232358"/>
                </a:lnTo>
                <a:lnTo>
                  <a:pt x="34538" y="244973"/>
                </a:lnTo>
                <a:lnTo>
                  <a:pt x="34622" y="244138"/>
                </a:lnTo>
                <a:lnTo>
                  <a:pt x="33655" y="256936"/>
                </a:lnTo>
                <a:lnTo>
                  <a:pt x="33688" y="256302"/>
                </a:lnTo>
                <a:lnTo>
                  <a:pt x="33437" y="262759"/>
                </a:lnTo>
                <a:lnTo>
                  <a:pt x="33454" y="262342"/>
                </a:lnTo>
                <a:lnTo>
                  <a:pt x="33370" y="268849"/>
                </a:lnTo>
                <a:lnTo>
                  <a:pt x="33370" y="268415"/>
                </a:lnTo>
                <a:lnTo>
                  <a:pt x="33454" y="274922"/>
                </a:lnTo>
                <a:lnTo>
                  <a:pt x="83" y="275340"/>
                </a:lnTo>
                <a:moveTo>
                  <a:pt x="33537" y="138654"/>
                </a:moveTo>
                <a:lnTo>
                  <a:pt x="38894" y="129327"/>
                </a:lnTo>
                <a:lnTo>
                  <a:pt x="45885" y="118432"/>
                </a:lnTo>
                <a:lnTo>
                  <a:pt x="53376" y="107887"/>
                </a:lnTo>
                <a:lnTo>
                  <a:pt x="61351" y="97742"/>
                </a:lnTo>
                <a:lnTo>
                  <a:pt x="69777" y="87998"/>
                </a:lnTo>
                <a:lnTo>
                  <a:pt x="78671" y="78671"/>
                </a:lnTo>
                <a:lnTo>
                  <a:pt x="87998" y="69778"/>
                </a:lnTo>
                <a:lnTo>
                  <a:pt x="97743" y="61351"/>
                </a:lnTo>
                <a:lnTo>
                  <a:pt x="102014" y="57998"/>
                </a:lnTo>
                <a:lnTo>
                  <a:pt x="122620" y="84243"/>
                </a:lnTo>
                <a:lnTo>
                  <a:pt x="118682" y="87330"/>
                </a:lnTo>
                <a:lnTo>
                  <a:pt x="119299" y="86830"/>
                </a:lnTo>
                <a:lnTo>
                  <a:pt x="110156" y="94755"/>
                </a:lnTo>
                <a:lnTo>
                  <a:pt x="110740" y="94205"/>
                </a:lnTo>
                <a:lnTo>
                  <a:pt x="101996" y="102547"/>
                </a:lnTo>
                <a:lnTo>
                  <a:pt x="102548" y="101997"/>
                </a:lnTo>
                <a:lnTo>
                  <a:pt x="94205" y="110740"/>
                </a:lnTo>
                <a:lnTo>
                  <a:pt x="94756" y="110156"/>
                </a:lnTo>
                <a:lnTo>
                  <a:pt x="86830" y="119299"/>
                </a:lnTo>
                <a:lnTo>
                  <a:pt x="87330" y="118682"/>
                </a:lnTo>
                <a:lnTo>
                  <a:pt x="79855" y="128192"/>
                </a:lnTo>
                <a:lnTo>
                  <a:pt x="80339" y="127558"/>
                </a:lnTo>
                <a:lnTo>
                  <a:pt x="73315" y="137436"/>
                </a:lnTo>
                <a:lnTo>
                  <a:pt x="73766" y="136769"/>
                </a:lnTo>
                <a:lnTo>
                  <a:pt x="67208" y="146997"/>
                </a:lnTo>
                <a:lnTo>
                  <a:pt x="67625" y="146313"/>
                </a:lnTo>
                <a:lnTo>
                  <a:pt x="62469" y="155289"/>
                </a:lnTo>
                <a:lnTo>
                  <a:pt x="33537" y="138654"/>
                </a:lnTo>
                <a:moveTo>
                  <a:pt x="131429" y="37692"/>
                </a:moveTo>
                <a:lnTo>
                  <a:pt x="140573" y="32419"/>
                </a:lnTo>
                <a:lnTo>
                  <a:pt x="152153" y="26496"/>
                </a:lnTo>
                <a:lnTo>
                  <a:pt x="164066" y="21106"/>
                </a:lnTo>
                <a:lnTo>
                  <a:pt x="176263" y="16301"/>
                </a:lnTo>
                <a:lnTo>
                  <a:pt x="188760" y="12080"/>
                </a:lnTo>
                <a:lnTo>
                  <a:pt x="201507" y="8459"/>
                </a:lnTo>
                <a:lnTo>
                  <a:pt x="214505" y="5456"/>
                </a:lnTo>
                <a:lnTo>
                  <a:pt x="227737" y="3087"/>
                </a:lnTo>
                <a:lnTo>
                  <a:pt x="231441" y="2619"/>
                </a:lnTo>
                <a:lnTo>
                  <a:pt x="235645" y="35723"/>
                </a:lnTo>
                <a:lnTo>
                  <a:pt x="232358" y="36140"/>
                </a:lnTo>
                <a:lnTo>
                  <a:pt x="233193" y="36007"/>
                </a:lnTo>
                <a:lnTo>
                  <a:pt x="220796" y="38226"/>
                </a:lnTo>
                <a:lnTo>
                  <a:pt x="221613" y="38059"/>
                </a:lnTo>
                <a:lnTo>
                  <a:pt x="209417" y="40879"/>
                </a:lnTo>
                <a:lnTo>
                  <a:pt x="210217" y="40661"/>
                </a:lnTo>
                <a:lnTo>
                  <a:pt x="198270" y="44065"/>
                </a:lnTo>
                <a:lnTo>
                  <a:pt x="199055" y="43815"/>
                </a:lnTo>
                <a:lnTo>
                  <a:pt x="187359" y="47786"/>
                </a:lnTo>
                <a:lnTo>
                  <a:pt x="188126" y="47503"/>
                </a:lnTo>
                <a:lnTo>
                  <a:pt x="176680" y="52008"/>
                </a:lnTo>
                <a:lnTo>
                  <a:pt x="177431" y="51691"/>
                </a:lnTo>
                <a:lnTo>
                  <a:pt x="166268" y="56730"/>
                </a:lnTo>
                <a:lnTo>
                  <a:pt x="167003" y="56379"/>
                </a:lnTo>
                <a:lnTo>
                  <a:pt x="156140" y="61952"/>
                </a:lnTo>
                <a:lnTo>
                  <a:pt x="156858" y="61552"/>
                </a:lnTo>
                <a:lnTo>
                  <a:pt x="148065" y="66624"/>
                </a:lnTo>
                <a:lnTo>
                  <a:pt x="131429" y="37692"/>
                </a:lnTo>
                <a:moveTo>
                  <a:pt x="266580" y="17"/>
                </a:moveTo>
                <a:lnTo>
                  <a:pt x="268632" y="0"/>
                </a:lnTo>
                <a:lnTo>
                  <a:pt x="275557" y="83"/>
                </a:lnTo>
                <a:lnTo>
                  <a:pt x="282548" y="350"/>
                </a:lnTo>
                <a:lnTo>
                  <a:pt x="296079" y="1385"/>
                </a:lnTo>
                <a:lnTo>
                  <a:pt x="309528" y="3087"/>
                </a:lnTo>
                <a:lnTo>
                  <a:pt x="322759" y="5456"/>
                </a:lnTo>
                <a:lnTo>
                  <a:pt x="335757" y="8459"/>
                </a:lnTo>
                <a:lnTo>
                  <a:pt x="348505" y="12080"/>
                </a:lnTo>
                <a:lnTo>
                  <a:pt x="361002" y="16301"/>
                </a:lnTo>
                <a:lnTo>
                  <a:pt x="370562" y="20072"/>
                </a:lnTo>
                <a:lnTo>
                  <a:pt x="358315" y="51107"/>
                </a:lnTo>
                <a:lnTo>
                  <a:pt x="349139" y="47503"/>
                </a:lnTo>
                <a:lnTo>
                  <a:pt x="349906" y="47786"/>
                </a:lnTo>
                <a:lnTo>
                  <a:pt x="338209" y="43815"/>
                </a:lnTo>
                <a:lnTo>
                  <a:pt x="338994" y="44065"/>
                </a:lnTo>
                <a:lnTo>
                  <a:pt x="327047" y="40661"/>
                </a:lnTo>
                <a:lnTo>
                  <a:pt x="327848" y="40879"/>
                </a:lnTo>
                <a:lnTo>
                  <a:pt x="315651" y="38059"/>
                </a:lnTo>
                <a:lnTo>
                  <a:pt x="316468" y="38226"/>
                </a:lnTo>
                <a:lnTo>
                  <a:pt x="304072" y="36007"/>
                </a:lnTo>
                <a:lnTo>
                  <a:pt x="304906" y="36140"/>
                </a:lnTo>
                <a:lnTo>
                  <a:pt x="292292" y="34538"/>
                </a:lnTo>
                <a:lnTo>
                  <a:pt x="293127" y="34622"/>
                </a:lnTo>
                <a:lnTo>
                  <a:pt x="280329" y="33654"/>
                </a:lnTo>
                <a:lnTo>
                  <a:pt x="280963" y="33687"/>
                </a:lnTo>
                <a:lnTo>
                  <a:pt x="274506" y="33437"/>
                </a:lnTo>
                <a:lnTo>
                  <a:pt x="274923" y="33454"/>
                </a:lnTo>
                <a:lnTo>
                  <a:pt x="268415" y="33370"/>
                </a:lnTo>
                <a:lnTo>
                  <a:pt x="268849" y="33370"/>
                </a:lnTo>
                <a:lnTo>
                  <a:pt x="267014" y="33387"/>
                </a:lnTo>
                <a:lnTo>
                  <a:pt x="266580" y="17"/>
                </a:lnTo>
                <a:moveTo>
                  <a:pt x="402664" y="35857"/>
                </a:moveTo>
                <a:lnTo>
                  <a:pt x="407937" y="38893"/>
                </a:lnTo>
                <a:lnTo>
                  <a:pt x="418833" y="45884"/>
                </a:lnTo>
                <a:lnTo>
                  <a:pt x="429378" y="53376"/>
                </a:lnTo>
                <a:lnTo>
                  <a:pt x="439522" y="61351"/>
                </a:lnTo>
                <a:lnTo>
                  <a:pt x="449266" y="69778"/>
                </a:lnTo>
                <a:lnTo>
                  <a:pt x="458594" y="78671"/>
                </a:lnTo>
                <a:lnTo>
                  <a:pt x="467470" y="87998"/>
                </a:lnTo>
                <a:lnTo>
                  <a:pt x="475913" y="97742"/>
                </a:lnTo>
                <a:lnTo>
                  <a:pt x="482153" y="105684"/>
                </a:lnTo>
                <a:lnTo>
                  <a:pt x="455907" y="126290"/>
                </a:lnTo>
                <a:lnTo>
                  <a:pt x="449933" y="118682"/>
                </a:lnTo>
                <a:lnTo>
                  <a:pt x="450435" y="119299"/>
                </a:lnTo>
                <a:lnTo>
                  <a:pt x="442509" y="110156"/>
                </a:lnTo>
                <a:lnTo>
                  <a:pt x="443060" y="110740"/>
                </a:lnTo>
                <a:lnTo>
                  <a:pt x="434717" y="101997"/>
                </a:lnTo>
                <a:lnTo>
                  <a:pt x="435267" y="102547"/>
                </a:lnTo>
                <a:lnTo>
                  <a:pt x="426524" y="94205"/>
                </a:lnTo>
                <a:lnTo>
                  <a:pt x="427109" y="94755"/>
                </a:lnTo>
                <a:lnTo>
                  <a:pt x="417965" y="86830"/>
                </a:lnTo>
                <a:lnTo>
                  <a:pt x="418582" y="87330"/>
                </a:lnTo>
                <a:lnTo>
                  <a:pt x="409072" y="79855"/>
                </a:lnTo>
                <a:lnTo>
                  <a:pt x="409706" y="80339"/>
                </a:lnTo>
                <a:lnTo>
                  <a:pt x="399829" y="73315"/>
                </a:lnTo>
                <a:lnTo>
                  <a:pt x="400496" y="73765"/>
                </a:lnTo>
                <a:lnTo>
                  <a:pt x="390267" y="67208"/>
                </a:lnTo>
                <a:lnTo>
                  <a:pt x="390952" y="67625"/>
                </a:lnTo>
                <a:lnTo>
                  <a:pt x="386029" y="64789"/>
                </a:lnTo>
                <a:lnTo>
                  <a:pt x="402664" y="35857"/>
                </a:lnTo>
                <a:moveTo>
                  <a:pt x="501909" y="135467"/>
                </a:moveTo>
                <a:lnTo>
                  <a:pt x="504828" y="140573"/>
                </a:lnTo>
                <a:lnTo>
                  <a:pt x="510769" y="152153"/>
                </a:lnTo>
                <a:lnTo>
                  <a:pt x="516158" y="164066"/>
                </a:lnTo>
                <a:lnTo>
                  <a:pt x="520963" y="176263"/>
                </a:lnTo>
                <a:lnTo>
                  <a:pt x="525184" y="188760"/>
                </a:lnTo>
                <a:lnTo>
                  <a:pt x="528805" y="201507"/>
                </a:lnTo>
                <a:lnTo>
                  <a:pt x="531808" y="214505"/>
                </a:lnTo>
                <a:lnTo>
                  <a:pt x="534178" y="227737"/>
                </a:lnTo>
                <a:lnTo>
                  <a:pt x="535229" y="236079"/>
                </a:lnTo>
                <a:lnTo>
                  <a:pt x="502126" y="240284"/>
                </a:lnTo>
                <a:lnTo>
                  <a:pt x="501125" y="232358"/>
                </a:lnTo>
                <a:lnTo>
                  <a:pt x="501258" y="233193"/>
                </a:lnTo>
                <a:lnTo>
                  <a:pt x="499039" y="220795"/>
                </a:lnTo>
                <a:lnTo>
                  <a:pt x="499205" y="221613"/>
                </a:lnTo>
                <a:lnTo>
                  <a:pt x="496386" y="209416"/>
                </a:lnTo>
                <a:lnTo>
                  <a:pt x="496603" y="210217"/>
                </a:lnTo>
                <a:lnTo>
                  <a:pt x="493199" y="198270"/>
                </a:lnTo>
                <a:lnTo>
                  <a:pt x="493449" y="199055"/>
                </a:lnTo>
                <a:lnTo>
                  <a:pt x="489478" y="187358"/>
                </a:lnTo>
                <a:lnTo>
                  <a:pt x="489762" y="188126"/>
                </a:lnTo>
                <a:lnTo>
                  <a:pt x="485256" y="176680"/>
                </a:lnTo>
                <a:lnTo>
                  <a:pt x="485574" y="177430"/>
                </a:lnTo>
                <a:lnTo>
                  <a:pt x="480535" y="166268"/>
                </a:lnTo>
                <a:lnTo>
                  <a:pt x="480885" y="167002"/>
                </a:lnTo>
                <a:lnTo>
                  <a:pt x="475312" y="156140"/>
                </a:lnTo>
                <a:lnTo>
                  <a:pt x="475713" y="156858"/>
                </a:lnTo>
                <a:lnTo>
                  <a:pt x="472976" y="152102"/>
                </a:lnTo>
                <a:lnTo>
                  <a:pt x="501909" y="135467"/>
                </a:lnTo>
                <a:moveTo>
                  <a:pt x="537231" y="271685"/>
                </a:moveTo>
                <a:lnTo>
                  <a:pt x="537181" y="275556"/>
                </a:lnTo>
                <a:lnTo>
                  <a:pt x="536914" y="282547"/>
                </a:lnTo>
                <a:lnTo>
                  <a:pt x="535879" y="296079"/>
                </a:lnTo>
                <a:lnTo>
                  <a:pt x="534178" y="309527"/>
                </a:lnTo>
                <a:lnTo>
                  <a:pt x="531808" y="322759"/>
                </a:lnTo>
                <a:lnTo>
                  <a:pt x="528805" y="335757"/>
                </a:lnTo>
                <a:lnTo>
                  <a:pt x="525184" y="348504"/>
                </a:lnTo>
                <a:lnTo>
                  <a:pt x="520963" y="361001"/>
                </a:lnTo>
                <a:lnTo>
                  <a:pt x="516158" y="373198"/>
                </a:lnTo>
                <a:lnTo>
                  <a:pt x="515056" y="375618"/>
                </a:lnTo>
                <a:lnTo>
                  <a:pt x="484656" y="361869"/>
                </a:lnTo>
                <a:lnTo>
                  <a:pt x="485574" y="359834"/>
                </a:lnTo>
                <a:lnTo>
                  <a:pt x="485256" y="360585"/>
                </a:lnTo>
                <a:lnTo>
                  <a:pt x="489762" y="349138"/>
                </a:lnTo>
                <a:lnTo>
                  <a:pt x="489478" y="349906"/>
                </a:lnTo>
                <a:lnTo>
                  <a:pt x="493449" y="338209"/>
                </a:lnTo>
                <a:lnTo>
                  <a:pt x="493199" y="338994"/>
                </a:lnTo>
                <a:lnTo>
                  <a:pt x="496603" y="327047"/>
                </a:lnTo>
                <a:lnTo>
                  <a:pt x="496386" y="327848"/>
                </a:lnTo>
                <a:lnTo>
                  <a:pt x="499205" y="315651"/>
                </a:lnTo>
                <a:lnTo>
                  <a:pt x="499039" y="316468"/>
                </a:lnTo>
                <a:lnTo>
                  <a:pt x="501258" y="304072"/>
                </a:lnTo>
                <a:lnTo>
                  <a:pt x="501125" y="304906"/>
                </a:lnTo>
                <a:lnTo>
                  <a:pt x="502726" y="292292"/>
                </a:lnTo>
                <a:lnTo>
                  <a:pt x="502643" y="293126"/>
                </a:lnTo>
                <a:lnTo>
                  <a:pt x="503610" y="280329"/>
                </a:lnTo>
                <a:lnTo>
                  <a:pt x="503577" y="280963"/>
                </a:lnTo>
                <a:lnTo>
                  <a:pt x="503827" y="274505"/>
                </a:lnTo>
                <a:lnTo>
                  <a:pt x="503811" y="274922"/>
                </a:lnTo>
                <a:lnTo>
                  <a:pt x="503861" y="271251"/>
                </a:lnTo>
                <a:lnTo>
                  <a:pt x="537231" y="271685"/>
                </a:lnTo>
                <a:moveTo>
                  <a:pt x="499072" y="406719"/>
                </a:moveTo>
                <a:lnTo>
                  <a:pt x="498371" y="407937"/>
                </a:lnTo>
                <a:lnTo>
                  <a:pt x="491380" y="418832"/>
                </a:lnTo>
                <a:lnTo>
                  <a:pt x="483888" y="429378"/>
                </a:lnTo>
                <a:lnTo>
                  <a:pt x="475913" y="439522"/>
                </a:lnTo>
                <a:lnTo>
                  <a:pt x="467470" y="449267"/>
                </a:lnTo>
                <a:lnTo>
                  <a:pt x="458594" y="458593"/>
                </a:lnTo>
                <a:lnTo>
                  <a:pt x="449266" y="467487"/>
                </a:lnTo>
                <a:lnTo>
                  <a:pt x="439522" y="475913"/>
                </a:lnTo>
                <a:lnTo>
                  <a:pt x="429378" y="483888"/>
                </a:lnTo>
                <a:lnTo>
                  <a:pt x="427209" y="485423"/>
                </a:lnTo>
                <a:lnTo>
                  <a:pt x="407870" y="458226"/>
                </a:lnTo>
                <a:lnTo>
                  <a:pt x="409706" y="456925"/>
                </a:lnTo>
                <a:lnTo>
                  <a:pt x="409072" y="457409"/>
                </a:lnTo>
                <a:lnTo>
                  <a:pt x="418582" y="449934"/>
                </a:lnTo>
                <a:lnTo>
                  <a:pt x="417965" y="450434"/>
                </a:lnTo>
                <a:lnTo>
                  <a:pt x="427109" y="442509"/>
                </a:lnTo>
                <a:lnTo>
                  <a:pt x="426524" y="443059"/>
                </a:lnTo>
                <a:lnTo>
                  <a:pt x="435267" y="434717"/>
                </a:lnTo>
                <a:lnTo>
                  <a:pt x="434717" y="435267"/>
                </a:lnTo>
                <a:lnTo>
                  <a:pt x="443060" y="426524"/>
                </a:lnTo>
                <a:lnTo>
                  <a:pt x="442509" y="427109"/>
                </a:lnTo>
                <a:lnTo>
                  <a:pt x="450435" y="417965"/>
                </a:lnTo>
                <a:lnTo>
                  <a:pt x="449933" y="418582"/>
                </a:lnTo>
                <a:lnTo>
                  <a:pt x="457409" y="409072"/>
                </a:lnTo>
                <a:lnTo>
                  <a:pt x="456925" y="409706"/>
                </a:lnTo>
                <a:lnTo>
                  <a:pt x="463950" y="399828"/>
                </a:lnTo>
                <a:lnTo>
                  <a:pt x="463499" y="400496"/>
                </a:lnTo>
                <a:lnTo>
                  <a:pt x="470056" y="390267"/>
                </a:lnTo>
                <a:lnTo>
                  <a:pt x="469639" y="390952"/>
                </a:lnTo>
                <a:lnTo>
                  <a:pt x="470140" y="390084"/>
                </a:lnTo>
                <a:lnTo>
                  <a:pt x="499072" y="406719"/>
                </a:lnTo>
                <a:moveTo>
                  <a:pt x="397743" y="504227"/>
                </a:moveTo>
                <a:lnTo>
                  <a:pt x="396692" y="504845"/>
                </a:lnTo>
                <a:lnTo>
                  <a:pt x="385112" y="510768"/>
                </a:lnTo>
                <a:lnTo>
                  <a:pt x="373198" y="516157"/>
                </a:lnTo>
                <a:lnTo>
                  <a:pt x="361002" y="520963"/>
                </a:lnTo>
                <a:lnTo>
                  <a:pt x="348505" y="525184"/>
                </a:lnTo>
                <a:lnTo>
                  <a:pt x="335757" y="528805"/>
                </a:lnTo>
                <a:lnTo>
                  <a:pt x="322759" y="531808"/>
                </a:lnTo>
                <a:lnTo>
                  <a:pt x="309528" y="534178"/>
                </a:lnTo>
                <a:lnTo>
                  <a:pt x="296563" y="535829"/>
                </a:lnTo>
                <a:lnTo>
                  <a:pt x="292342" y="502726"/>
                </a:lnTo>
                <a:lnTo>
                  <a:pt x="304906" y="501124"/>
                </a:lnTo>
                <a:lnTo>
                  <a:pt x="304072" y="501258"/>
                </a:lnTo>
                <a:lnTo>
                  <a:pt x="316468" y="499038"/>
                </a:lnTo>
                <a:lnTo>
                  <a:pt x="315651" y="499205"/>
                </a:lnTo>
                <a:lnTo>
                  <a:pt x="327848" y="496385"/>
                </a:lnTo>
                <a:lnTo>
                  <a:pt x="327047" y="496602"/>
                </a:lnTo>
                <a:lnTo>
                  <a:pt x="338994" y="493199"/>
                </a:lnTo>
                <a:lnTo>
                  <a:pt x="338209" y="493449"/>
                </a:lnTo>
                <a:lnTo>
                  <a:pt x="349906" y="489478"/>
                </a:lnTo>
                <a:lnTo>
                  <a:pt x="349139" y="489761"/>
                </a:lnTo>
                <a:lnTo>
                  <a:pt x="360585" y="485257"/>
                </a:lnTo>
                <a:lnTo>
                  <a:pt x="359833" y="485574"/>
                </a:lnTo>
                <a:lnTo>
                  <a:pt x="370996" y="480534"/>
                </a:lnTo>
                <a:lnTo>
                  <a:pt x="370262" y="480885"/>
                </a:lnTo>
                <a:lnTo>
                  <a:pt x="381124" y="475312"/>
                </a:lnTo>
                <a:lnTo>
                  <a:pt x="380406" y="475713"/>
                </a:lnTo>
                <a:lnTo>
                  <a:pt x="381107" y="475295"/>
                </a:lnTo>
                <a:lnTo>
                  <a:pt x="397743" y="504227"/>
                </a:lnTo>
                <a:moveTo>
                  <a:pt x="260490" y="537131"/>
                </a:moveTo>
                <a:lnTo>
                  <a:pt x="254717" y="536914"/>
                </a:lnTo>
                <a:lnTo>
                  <a:pt x="241185" y="535879"/>
                </a:lnTo>
                <a:lnTo>
                  <a:pt x="227737" y="534178"/>
                </a:lnTo>
                <a:lnTo>
                  <a:pt x="214505" y="531808"/>
                </a:lnTo>
                <a:lnTo>
                  <a:pt x="201507" y="528805"/>
                </a:lnTo>
                <a:lnTo>
                  <a:pt x="188760" y="525184"/>
                </a:lnTo>
                <a:lnTo>
                  <a:pt x="176263" y="520963"/>
                </a:lnTo>
                <a:lnTo>
                  <a:pt x="164066" y="516157"/>
                </a:lnTo>
                <a:lnTo>
                  <a:pt x="157392" y="513137"/>
                </a:lnTo>
                <a:lnTo>
                  <a:pt x="171140" y="482737"/>
                </a:lnTo>
                <a:lnTo>
                  <a:pt x="177431" y="485574"/>
                </a:lnTo>
                <a:lnTo>
                  <a:pt x="176680" y="485257"/>
                </a:lnTo>
                <a:lnTo>
                  <a:pt x="188126" y="489761"/>
                </a:lnTo>
                <a:lnTo>
                  <a:pt x="187359" y="489478"/>
                </a:lnTo>
                <a:lnTo>
                  <a:pt x="199055" y="493449"/>
                </a:lnTo>
                <a:lnTo>
                  <a:pt x="198270" y="493199"/>
                </a:lnTo>
                <a:lnTo>
                  <a:pt x="210217" y="496602"/>
                </a:lnTo>
                <a:lnTo>
                  <a:pt x="209417" y="496385"/>
                </a:lnTo>
                <a:lnTo>
                  <a:pt x="221613" y="499205"/>
                </a:lnTo>
                <a:lnTo>
                  <a:pt x="220796" y="499038"/>
                </a:lnTo>
                <a:lnTo>
                  <a:pt x="233193" y="501258"/>
                </a:lnTo>
                <a:lnTo>
                  <a:pt x="232358" y="501124"/>
                </a:lnTo>
                <a:lnTo>
                  <a:pt x="244973" y="502726"/>
                </a:lnTo>
                <a:lnTo>
                  <a:pt x="244138" y="502642"/>
                </a:lnTo>
                <a:lnTo>
                  <a:pt x="256936" y="503610"/>
                </a:lnTo>
                <a:lnTo>
                  <a:pt x="256302" y="503577"/>
                </a:lnTo>
                <a:lnTo>
                  <a:pt x="261758" y="503777"/>
                </a:lnTo>
                <a:lnTo>
                  <a:pt x="260490" y="537131"/>
                </a:lnTo>
                <a:moveTo>
                  <a:pt x="125907" y="496185"/>
                </a:moveTo>
                <a:lnTo>
                  <a:pt x="118415" y="491380"/>
                </a:lnTo>
                <a:lnTo>
                  <a:pt x="107886" y="483888"/>
                </a:lnTo>
                <a:lnTo>
                  <a:pt x="97743" y="475913"/>
                </a:lnTo>
                <a:lnTo>
                  <a:pt x="87998" y="467487"/>
                </a:lnTo>
                <a:lnTo>
                  <a:pt x="78671" y="458593"/>
                </a:lnTo>
                <a:lnTo>
                  <a:pt x="69777" y="449267"/>
                </a:lnTo>
                <a:lnTo>
                  <a:pt x="61351" y="439522"/>
                </a:lnTo>
                <a:lnTo>
                  <a:pt x="53376" y="429378"/>
                </a:lnTo>
                <a:lnTo>
                  <a:pt x="49122" y="423404"/>
                </a:lnTo>
                <a:lnTo>
                  <a:pt x="76318" y="404066"/>
                </a:lnTo>
                <a:lnTo>
                  <a:pt x="80339" y="409706"/>
                </a:lnTo>
                <a:lnTo>
                  <a:pt x="79855" y="409072"/>
                </a:lnTo>
                <a:lnTo>
                  <a:pt x="87330" y="418582"/>
                </a:lnTo>
                <a:lnTo>
                  <a:pt x="86830" y="417965"/>
                </a:lnTo>
                <a:lnTo>
                  <a:pt x="94756" y="427109"/>
                </a:lnTo>
                <a:lnTo>
                  <a:pt x="94205" y="426524"/>
                </a:lnTo>
                <a:lnTo>
                  <a:pt x="102548" y="435267"/>
                </a:lnTo>
                <a:lnTo>
                  <a:pt x="101996" y="434717"/>
                </a:lnTo>
                <a:lnTo>
                  <a:pt x="110740" y="443059"/>
                </a:lnTo>
                <a:lnTo>
                  <a:pt x="110156" y="442509"/>
                </a:lnTo>
                <a:lnTo>
                  <a:pt x="119299" y="450434"/>
                </a:lnTo>
                <a:lnTo>
                  <a:pt x="118682" y="449934"/>
                </a:lnTo>
                <a:lnTo>
                  <a:pt x="128192" y="457409"/>
                </a:lnTo>
                <a:lnTo>
                  <a:pt x="127558" y="456925"/>
                </a:lnTo>
                <a:lnTo>
                  <a:pt x="137436" y="463949"/>
                </a:lnTo>
                <a:lnTo>
                  <a:pt x="136769" y="463499"/>
                </a:lnTo>
                <a:lnTo>
                  <a:pt x="143910" y="468087"/>
                </a:lnTo>
                <a:lnTo>
                  <a:pt x="125907" y="496185"/>
                </a:lnTo>
                <a:moveTo>
                  <a:pt x="30484" y="392887"/>
                </a:moveTo>
                <a:lnTo>
                  <a:pt x="26496" y="385112"/>
                </a:lnTo>
                <a:lnTo>
                  <a:pt x="21107" y="373198"/>
                </a:lnTo>
                <a:lnTo>
                  <a:pt x="16302" y="361001"/>
                </a:lnTo>
                <a:lnTo>
                  <a:pt x="12080" y="348504"/>
                </a:lnTo>
                <a:lnTo>
                  <a:pt x="8460" y="335757"/>
                </a:lnTo>
                <a:lnTo>
                  <a:pt x="5456" y="322759"/>
                </a:lnTo>
                <a:lnTo>
                  <a:pt x="3087" y="309527"/>
                </a:lnTo>
                <a:lnTo>
                  <a:pt x="1385" y="296079"/>
                </a:lnTo>
                <a:lnTo>
                  <a:pt x="1001" y="291057"/>
                </a:lnTo>
                <a:lnTo>
                  <a:pt x="34271" y="288537"/>
                </a:lnTo>
                <a:lnTo>
                  <a:pt x="34622" y="293126"/>
                </a:lnTo>
                <a:lnTo>
                  <a:pt x="34538" y="292292"/>
                </a:lnTo>
                <a:lnTo>
                  <a:pt x="36140" y="304906"/>
                </a:lnTo>
                <a:lnTo>
                  <a:pt x="36007" y="304072"/>
                </a:lnTo>
                <a:lnTo>
                  <a:pt x="38226" y="316468"/>
                </a:lnTo>
                <a:lnTo>
                  <a:pt x="38058" y="315651"/>
                </a:lnTo>
                <a:lnTo>
                  <a:pt x="40879" y="327848"/>
                </a:lnTo>
                <a:lnTo>
                  <a:pt x="40661" y="327047"/>
                </a:lnTo>
                <a:lnTo>
                  <a:pt x="44066" y="338994"/>
                </a:lnTo>
                <a:lnTo>
                  <a:pt x="43816" y="338209"/>
                </a:lnTo>
                <a:lnTo>
                  <a:pt x="47769" y="349906"/>
                </a:lnTo>
                <a:lnTo>
                  <a:pt x="47503" y="349138"/>
                </a:lnTo>
                <a:lnTo>
                  <a:pt x="52008" y="360585"/>
                </a:lnTo>
                <a:lnTo>
                  <a:pt x="51691" y="359834"/>
                </a:lnTo>
                <a:lnTo>
                  <a:pt x="56730" y="370996"/>
                </a:lnTo>
                <a:lnTo>
                  <a:pt x="56380" y="370262"/>
                </a:lnTo>
                <a:lnTo>
                  <a:pt x="60184" y="377687"/>
                </a:lnTo>
                <a:lnTo>
                  <a:pt x="30484" y="39288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54">
            <a:extLst xmlns:a="http://schemas.openxmlformats.org/drawingml/2006/main">
              <a:ext uri="{FF2B5EF4-FFF2-40B4-BE49-F238E27FC236}">
                <a16:creationId xmlns:a16="http://schemas.microsoft.com/office/drawing/2014/main" id="{085E9587-854D-4172-81FE-DD8B6893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3952" y="3609373"/>
            <a:ext cx="537231" cy="537131"/>
          </a:xfrm>
          <a:custGeom xmlns:a="http://schemas.openxmlformats.org/drawingml/2006/main">
            <a:pathLst>
              <a:path w="537231" h="537131">
                <a:moveTo>
                  <a:pt x="84" y="275340"/>
                </a:moveTo>
                <a:lnTo>
                  <a:pt x="0" y="268632"/>
                </a:lnTo>
                <a:lnTo>
                  <a:pt x="84" y="261707"/>
                </a:lnTo>
                <a:lnTo>
                  <a:pt x="351" y="254717"/>
                </a:lnTo>
                <a:lnTo>
                  <a:pt x="1385" y="241185"/>
                </a:lnTo>
                <a:lnTo>
                  <a:pt x="3087" y="227737"/>
                </a:lnTo>
                <a:lnTo>
                  <a:pt x="5456" y="214505"/>
                </a:lnTo>
                <a:lnTo>
                  <a:pt x="8460" y="201507"/>
                </a:lnTo>
                <a:lnTo>
                  <a:pt x="12080" y="188760"/>
                </a:lnTo>
                <a:lnTo>
                  <a:pt x="16302" y="176263"/>
                </a:lnTo>
                <a:lnTo>
                  <a:pt x="18354" y="171057"/>
                </a:lnTo>
                <a:lnTo>
                  <a:pt x="49405" y="183287"/>
                </a:lnTo>
                <a:lnTo>
                  <a:pt x="47503" y="188126"/>
                </a:lnTo>
                <a:lnTo>
                  <a:pt x="47770" y="187358"/>
                </a:lnTo>
                <a:lnTo>
                  <a:pt x="43816" y="199055"/>
                </a:lnTo>
                <a:lnTo>
                  <a:pt x="44066" y="198270"/>
                </a:lnTo>
                <a:lnTo>
                  <a:pt x="40662" y="210217"/>
                </a:lnTo>
                <a:lnTo>
                  <a:pt x="40879" y="209416"/>
                </a:lnTo>
                <a:lnTo>
                  <a:pt x="38059" y="221613"/>
                </a:lnTo>
                <a:lnTo>
                  <a:pt x="38226" y="220795"/>
                </a:lnTo>
                <a:lnTo>
                  <a:pt x="36007" y="233193"/>
                </a:lnTo>
                <a:lnTo>
                  <a:pt x="36141" y="232358"/>
                </a:lnTo>
                <a:lnTo>
                  <a:pt x="34539" y="244973"/>
                </a:lnTo>
                <a:lnTo>
                  <a:pt x="34622" y="244138"/>
                </a:lnTo>
                <a:lnTo>
                  <a:pt x="33654" y="256936"/>
                </a:lnTo>
                <a:lnTo>
                  <a:pt x="33688" y="256302"/>
                </a:lnTo>
                <a:lnTo>
                  <a:pt x="33437" y="262759"/>
                </a:lnTo>
                <a:lnTo>
                  <a:pt x="33454" y="262342"/>
                </a:lnTo>
                <a:lnTo>
                  <a:pt x="33370" y="268849"/>
                </a:lnTo>
                <a:lnTo>
                  <a:pt x="33370" y="268415"/>
                </a:lnTo>
                <a:lnTo>
                  <a:pt x="33454" y="274922"/>
                </a:lnTo>
                <a:lnTo>
                  <a:pt x="84" y="275340"/>
                </a:lnTo>
                <a:moveTo>
                  <a:pt x="33538" y="138654"/>
                </a:moveTo>
                <a:lnTo>
                  <a:pt x="38894" y="129327"/>
                </a:lnTo>
                <a:lnTo>
                  <a:pt x="45884" y="118432"/>
                </a:lnTo>
                <a:lnTo>
                  <a:pt x="53376" y="107887"/>
                </a:lnTo>
                <a:lnTo>
                  <a:pt x="61351" y="97742"/>
                </a:lnTo>
                <a:lnTo>
                  <a:pt x="69778" y="87998"/>
                </a:lnTo>
                <a:lnTo>
                  <a:pt x="78671" y="78671"/>
                </a:lnTo>
                <a:lnTo>
                  <a:pt x="87998" y="69778"/>
                </a:lnTo>
                <a:lnTo>
                  <a:pt x="97742" y="61351"/>
                </a:lnTo>
                <a:lnTo>
                  <a:pt x="102014" y="57998"/>
                </a:lnTo>
                <a:lnTo>
                  <a:pt x="122620" y="84243"/>
                </a:lnTo>
                <a:lnTo>
                  <a:pt x="118682" y="87330"/>
                </a:lnTo>
                <a:lnTo>
                  <a:pt x="119299" y="86830"/>
                </a:lnTo>
                <a:lnTo>
                  <a:pt x="110156" y="94755"/>
                </a:lnTo>
                <a:lnTo>
                  <a:pt x="110740" y="94205"/>
                </a:lnTo>
                <a:lnTo>
                  <a:pt x="101997" y="102547"/>
                </a:lnTo>
                <a:lnTo>
                  <a:pt x="102548" y="101997"/>
                </a:lnTo>
                <a:lnTo>
                  <a:pt x="94206" y="110740"/>
                </a:lnTo>
                <a:lnTo>
                  <a:pt x="94756" y="110156"/>
                </a:lnTo>
                <a:lnTo>
                  <a:pt x="86830" y="119299"/>
                </a:lnTo>
                <a:lnTo>
                  <a:pt x="87330" y="118682"/>
                </a:lnTo>
                <a:lnTo>
                  <a:pt x="79855" y="128192"/>
                </a:lnTo>
                <a:lnTo>
                  <a:pt x="80339" y="127558"/>
                </a:lnTo>
                <a:lnTo>
                  <a:pt x="73315" y="137436"/>
                </a:lnTo>
                <a:lnTo>
                  <a:pt x="73766" y="136769"/>
                </a:lnTo>
                <a:lnTo>
                  <a:pt x="67208" y="146997"/>
                </a:lnTo>
                <a:lnTo>
                  <a:pt x="67626" y="146313"/>
                </a:lnTo>
                <a:lnTo>
                  <a:pt x="62469" y="155289"/>
                </a:lnTo>
                <a:lnTo>
                  <a:pt x="33538" y="138654"/>
                </a:lnTo>
                <a:moveTo>
                  <a:pt x="131429" y="37692"/>
                </a:moveTo>
                <a:lnTo>
                  <a:pt x="140574" y="32419"/>
                </a:lnTo>
                <a:lnTo>
                  <a:pt x="152153" y="26496"/>
                </a:lnTo>
                <a:lnTo>
                  <a:pt x="164066" y="21106"/>
                </a:lnTo>
                <a:lnTo>
                  <a:pt x="176263" y="16301"/>
                </a:lnTo>
                <a:lnTo>
                  <a:pt x="188760" y="12080"/>
                </a:lnTo>
                <a:lnTo>
                  <a:pt x="201508" y="8459"/>
                </a:lnTo>
                <a:lnTo>
                  <a:pt x="214505" y="5456"/>
                </a:lnTo>
                <a:lnTo>
                  <a:pt x="227737" y="3087"/>
                </a:lnTo>
                <a:lnTo>
                  <a:pt x="231441" y="2619"/>
                </a:lnTo>
                <a:lnTo>
                  <a:pt x="235646" y="35723"/>
                </a:lnTo>
                <a:lnTo>
                  <a:pt x="232358" y="36140"/>
                </a:lnTo>
                <a:lnTo>
                  <a:pt x="233193" y="36007"/>
                </a:lnTo>
                <a:lnTo>
                  <a:pt x="220795" y="38226"/>
                </a:lnTo>
                <a:lnTo>
                  <a:pt x="221613" y="38059"/>
                </a:lnTo>
                <a:lnTo>
                  <a:pt x="209417" y="40879"/>
                </a:lnTo>
                <a:lnTo>
                  <a:pt x="210217" y="40661"/>
                </a:lnTo>
                <a:lnTo>
                  <a:pt x="198271" y="44065"/>
                </a:lnTo>
                <a:lnTo>
                  <a:pt x="199055" y="43815"/>
                </a:lnTo>
                <a:lnTo>
                  <a:pt x="187359" y="47786"/>
                </a:lnTo>
                <a:lnTo>
                  <a:pt x="188126" y="47503"/>
                </a:lnTo>
                <a:lnTo>
                  <a:pt x="176680" y="52008"/>
                </a:lnTo>
                <a:lnTo>
                  <a:pt x="177430" y="51691"/>
                </a:lnTo>
                <a:lnTo>
                  <a:pt x="166268" y="56730"/>
                </a:lnTo>
                <a:lnTo>
                  <a:pt x="167003" y="56379"/>
                </a:lnTo>
                <a:lnTo>
                  <a:pt x="156140" y="61952"/>
                </a:lnTo>
                <a:lnTo>
                  <a:pt x="156858" y="61552"/>
                </a:lnTo>
                <a:lnTo>
                  <a:pt x="148065" y="66624"/>
                </a:lnTo>
                <a:lnTo>
                  <a:pt x="131429" y="37692"/>
                </a:lnTo>
                <a:moveTo>
                  <a:pt x="266580" y="17"/>
                </a:moveTo>
                <a:lnTo>
                  <a:pt x="268632" y="0"/>
                </a:lnTo>
                <a:lnTo>
                  <a:pt x="275557" y="83"/>
                </a:lnTo>
                <a:lnTo>
                  <a:pt x="282548" y="350"/>
                </a:lnTo>
                <a:lnTo>
                  <a:pt x="296080" y="1385"/>
                </a:lnTo>
                <a:lnTo>
                  <a:pt x="309528" y="3087"/>
                </a:lnTo>
                <a:lnTo>
                  <a:pt x="322759" y="5456"/>
                </a:lnTo>
                <a:lnTo>
                  <a:pt x="335757" y="8459"/>
                </a:lnTo>
                <a:lnTo>
                  <a:pt x="348505" y="12080"/>
                </a:lnTo>
                <a:lnTo>
                  <a:pt x="361002" y="16301"/>
                </a:lnTo>
                <a:lnTo>
                  <a:pt x="370563" y="20072"/>
                </a:lnTo>
                <a:lnTo>
                  <a:pt x="358315" y="51107"/>
                </a:lnTo>
                <a:lnTo>
                  <a:pt x="349139" y="47503"/>
                </a:lnTo>
                <a:lnTo>
                  <a:pt x="349906" y="47786"/>
                </a:lnTo>
                <a:lnTo>
                  <a:pt x="338210" y="43815"/>
                </a:lnTo>
                <a:lnTo>
                  <a:pt x="338994" y="44065"/>
                </a:lnTo>
                <a:lnTo>
                  <a:pt x="327047" y="40661"/>
                </a:lnTo>
                <a:lnTo>
                  <a:pt x="327849" y="40879"/>
                </a:lnTo>
                <a:lnTo>
                  <a:pt x="315651" y="38059"/>
                </a:lnTo>
                <a:lnTo>
                  <a:pt x="316469" y="38226"/>
                </a:lnTo>
                <a:lnTo>
                  <a:pt x="304072" y="36007"/>
                </a:lnTo>
                <a:lnTo>
                  <a:pt x="304906" y="36140"/>
                </a:lnTo>
                <a:lnTo>
                  <a:pt x="292292" y="34538"/>
                </a:lnTo>
                <a:lnTo>
                  <a:pt x="293127" y="34622"/>
                </a:lnTo>
                <a:lnTo>
                  <a:pt x="280329" y="33654"/>
                </a:lnTo>
                <a:lnTo>
                  <a:pt x="280963" y="33687"/>
                </a:lnTo>
                <a:lnTo>
                  <a:pt x="274506" y="33437"/>
                </a:lnTo>
                <a:lnTo>
                  <a:pt x="274923" y="33454"/>
                </a:lnTo>
                <a:lnTo>
                  <a:pt x="268416" y="33370"/>
                </a:lnTo>
                <a:lnTo>
                  <a:pt x="268849" y="33370"/>
                </a:lnTo>
                <a:lnTo>
                  <a:pt x="267014" y="33387"/>
                </a:lnTo>
                <a:lnTo>
                  <a:pt x="266580" y="17"/>
                </a:lnTo>
                <a:moveTo>
                  <a:pt x="402665" y="35857"/>
                </a:moveTo>
                <a:lnTo>
                  <a:pt x="407938" y="38893"/>
                </a:lnTo>
                <a:lnTo>
                  <a:pt x="418833" y="45884"/>
                </a:lnTo>
                <a:lnTo>
                  <a:pt x="429378" y="53376"/>
                </a:lnTo>
                <a:lnTo>
                  <a:pt x="439523" y="61351"/>
                </a:lnTo>
                <a:lnTo>
                  <a:pt x="449267" y="69778"/>
                </a:lnTo>
                <a:lnTo>
                  <a:pt x="458594" y="78671"/>
                </a:lnTo>
                <a:lnTo>
                  <a:pt x="467487" y="87998"/>
                </a:lnTo>
                <a:lnTo>
                  <a:pt x="475913" y="97742"/>
                </a:lnTo>
                <a:lnTo>
                  <a:pt x="482153" y="105684"/>
                </a:lnTo>
                <a:lnTo>
                  <a:pt x="455908" y="126290"/>
                </a:lnTo>
                <a:lnTo>
                  <a:pt x="449934" y="118682"/>
                </a:lnTo>
                <a:lnTo>
                  <a:pt x="450435" y="119299"/>
                </a:lnTo>
                <a:lnTo>
                  <a:pt x="442510" y="110156"/>
                </a:lnTo>
                <a:lnTo>
                  <a:pt x="443060" y="110740"/>
                </a:lnTo>
                <a:lnTo>
                  <a:pt x="434717" y="101997"/>
                </a:lnTo>
                <a:lnTo>
                  <a:pt x="435267" y="102547"/>
                </a:lnTo>
                <a:lnTo>
                  <a:pt x="426525" y="94205"/>
                </a:lnTo>
                <a:lnTo>
                  <a:pt x="427109" y="94755"/>
                </a:lnTo>
                <a:lnTo>
                  <a:pt x="417965" y="86830"/>
                </a:lnTo>
                <a:lnTo>
                  <a:pt x="418583" y="87330"/>
                </a:lnTo>
                <a:lnTo>
                  <a:pt x="409072" y="79855"/>
                </a:lnTo>
                <a:lnTo>
                  <a:pt x="409706" y="80339"/>
                </a:lnTo>
                <a:lnTo>
                  <a:pt x="399829" y="73315"/>
                </a:lnTo>
                <a:lnTo>
                  <a:pt x="400496" y="73765"/>
                </a:lnTo>
                <a:lnTo>
                  <a:pt x="390267" y="67208"/>
                </a:lnTo>
                <a:lnTo>
                  <a:pt x="390952" y="67625"/>
                </a:lnTo>
                <a:lnTo>
                  <a:pt x="386029" y="64789"/>
                </a:lnTo>
                <a:lnTo>
                  <a:pt x="402665" y="35857"/>
                </a:lnTo>
                <a:moveTo>
                  <a:pt x="501909" y="135467"/>
                </a:moveTo>
                <a:lnTo>
                  <a:pt x="504828" y="140573"/>
                </a:lnTo>
                <a:lnTo>
                  <a:pt x="510769" y="152153"/>
                </a:lnTo>
                <a:lnTo>
                  <a:pt x="516158" y="164066"/>
                </a:lnTo>
                <a:lnTo>
                  <a:pt x="520964" y="176263"/>
                </a:lnTo>
                <a:lnTo>
                  <a:pt x="525184" y="188760"/>
                </a:lnTo>
                <a:lnTo>
                  <a:pt x="528805" y="201507"/>
                </a:lnTo>
                <a:lnTo>
                  <a:pt x="531808" y="214505"/>
                </a:lnTo>
                <a:lnTo>
                  <a:pt x="534178" y="227737"/>
                </a:lnTo>
                <a:lnTo>
                  <a:pt x="535228" y="236079"/>
                </a:lnTo>
                <a:lnTo>
                  <a:pt x="502126" y="240284"/>
                </a:lnTo>
                <a:lnTo>
                  <a:pt x="501125" y="232358"/>
                </a:lnTo>
                <a:lnTo>
                  <a:pt x="501258" y="233193"/>
                </a:lnTo>
                <a:lnTo>
                  <a:pt x="499039" y="220795"/>
                </a:lnTo>
                <a:lnTo>
                  <a:pt x="499205" y="221613"/>
                </a:lnTo>
                <a:lnTo>
                  <a:pt x="496386" y="209416"/>
                </a:lnTo>
                <a:lnTo>
                  <a:pt x="496602" y="210217"/>
                </a:lnTo>
                <a:lnTo>
                  <a:pt x="493199" y="198270"/>
                </a:lnTo>
                <a:lnTo>
                  <a:pt x="493449" y="199055"/>
                </a:lnTo>
                <a:lnTo>
                  <a:pt x="489478" y="187358"/>
                </a:lnTo>
                <a:lnTo>
                  <a:pt x="489762" y="188126"/>
                </a:lnTo>
                <a:lnTo>
                  <a:pt x="485257" y="176680"/>
                </a:lnTo>
                <a:lnTo>
                  <a:pt x="485574" y="177430"/>
                </a:lnTo>
                <a:lnTo>
                  <a:pt x="480535" y="166268"/>
                </a:lnTo>
                <a:lnTo>
                  <a:pt x="480885" y="167002"/>
                </a:lnTo>
                <a:lnTo>
                  <a:pt x="475312" y="156140"/>
                </a:lnTo>
                <a:lnTo>
                  <a:pt x="475713" y="156858"/>
                </a:lnTo>
                <a:lnTo>
                  <a:pt x="472976" y="152102"/>
                </a:lnTo>
                <a:lnTo>
                  <a:pt x="501909" y="135467"/>
                </a:lnTo>
                <a:moveTo>
                  <a:pt x="537231" y="271685"/>
                </a:moveTo>
                <a:lnTo>
                  <a:pt x="537181" y="275556"/>
                </a:lnTo>
                <a:lnTo>
                  <a:pt x="536914" y="282547"/>
                </a:lnTo>
                <a:lnTo>
                  <a:pt x="535880" y="296079"/>
                </a:lnTo>
                <a:lnTo>
                  <a:pt x="534178" y="309527"/>
                </a:lnTo>
                <a:lnTo>
                  <a:pt x="531808" y="322759"/>
                </a:lnTo>
                <a:lnTo>
                  <a:pt x="528805" y="335757"/>
                </a:lnTo>
                <a:lnTo>
                  <a:pt x="525184" y="348504"/>
                </a:lnTo>
                <a:lnTo>
                  <a:pt x="520964" y="361001"/>
                </a:lnTo>
                <a:lnTo>
                  <a:pt x="516158" y="373198"/>
                </a:lnTo>
                <a:lnTo>
                  <a:pt x="515056" y="375618"/>
                </a:lnTo>
                <a:lnTo>
                  <a:pt x="484656" y="361869"/>
                </a:lnTo>
                <a:lnTo>
                  <a:pt x="485574" y="359834"/>
                </a:lnTo>
                <a:lnTo>
                  <a:pt x="485257" y="360585"/>
                </a:lnTo>
                <a:lnTo>
                  <a:pt x="489762" y="349138"/>
                </a:lnTo>
                <a:lnTo>
                  <a:pt x="489478" y="349906"/>
                </a:lnTo>
                <a:lnTo>
                  <a:pt x="493449" y="338209"/>
                </a:lnTo>
                <a:lnTo>
                  <a:pt x="493199" y="338994"/>
                </a:lnTo>
                <a:lnTo>
                  <a:pt x="496602" y="327047"/>
                </a:lnTo>
                <a:lnTo>
                  <a:pt x="496386" y="327848"/>
                </a:lnTo>
                <a:lnTo>
                  <a:pt x="499205" y="315651"/>
                </a:lnTo>
                <a:lnTo>
                  <a:pt x="499039" y="316468"/>
                </a:lnTo>
                <a:lnTo>
                  <a:pt x="501258" y="304072"/>
                </a:lnTo>
                <a:lnTo>
                  <a:pt x="501125" y="304906"/>
                </a:lnTo>
                <a:lnTo>
                  <a:pt x="502726" y="292292"/>
                </a:lnTo>
                <a:lnTo>
                  <a:pt x="502643" y="293126"/>
                </a:lnTo>
                <a:lnTo>
                  <a:pt x="503611" y="280329"/>
                </a:lnTo>
                <a:lnTo>
                  <a:pt x="503577" y="280963"/>
                </a:lnTo>
                <a:lnTo>
                  <a:pt x="503827" y="274505"/>
                </a:lnTo>
                <a:lnTo>
                  <a:pt x="503811" y="274922"/>
                </a:lnTo>
                <a:lnTo>
                  <a:pt x="503860" y="271251"/>
                </a:lnTo>
                <a:lnTo>
                  <a:pt x="537231" y="271685"/>
                </a:lnTo>
                <a:moveTo>
                  <a:pt x="499072" y="406719"/>
                </a:moveTo>
                <a:lnTo>
                  <a:pt x="498372" y="407937"/>
                </a:lnTo>
                <a:lnTo>
                  <a:pt x="491380" y="418832"/>
                </a:lnTo>
                <a:lnTo>
                  <a:pt x="483889" y="429378"/>
                </a:lnTo>
                <a:lnTo>
                  <a:pt x="475913" y="439522"/>
                </a:lnTo>
                <a:lnTo>
                  <a:pt x="467487" y="449267"/>
                </a:lnTo>
                <a:lnTo>
                  <a:pt x="458594" y="458593"/>
                </a:lnTo>
                <a:lnTo>
                  <a:pt x="449267" y="467487"/>
                </a:lnTo>
                <a:lnTo>
                  <a:pt x="439523" y="475913"/>
                </a:lnTo>
                <a:lnTo>
                  <a:pt x="429378" y="483888"/>
                </a:lnTo>
                <a:lnTo>
                  <a:pt x="427209" y="485423"/>
                </a:lnTo>
                <a:lnTo>
                  <a:pt x="407870" y="458226"/>
                </a:lnTo>
                <a:lnTo>
                  <a:pt x="409706" y="456925"/>
                </a:lnTo>
                <a:lnTo>
                  <a:pt x="409072" y="457409"/>
                </a:lnTo>
                <a:lnTo>
                  <a:pt x="418583" y="449934"/>
                </a:lnTo>
                <a:lnTo>
                  <a:pt x="417965" y="450434"/>
                </a:lnTo>
                <a:lnTo>
                  <a:pt x="427109" y="442509"/>
                </a:lnTo>
                <a:lnTo>
                  <a:pt x="426525" y="443059"/>
                </a:lnTo>
                <a:lnTo>
                  <a:pt x="435267" y="434717"/>
                </a:lnTo>
                <a:lnTo>
                  <a:pt x="434717" y="435267"/>
                </a:lnTo>
                <a:lnTo>
                  <a:pt x="443060" y="426524"/>
                </a:lnTo>
                <a:lnTo>
                  <a:pt x="442510" y="427109"/>
                </a:lnTo>
                <a:lnTo>
                  <a:pt x="450435" y="417965"/>
                </a:lnTo>
                <a:lnTo>
                  <a:pt x="449934" y="418582"/>
                </a:lnTo>
                <a:lnTo>
                  <a:pt x="457409" y="409072"/>
                </a:lnTo>
                <a:lnTo>
                  <a:pt x="456925" y="409706"/>
                </a:lnTo>
                <a:lnTo>
                  <a:pt x="463950" y="399828"/>
                </a:lnTo>
                <a:lnTo>
                  <a:pt x="463500" y="400496"/>
                </a:lnTo>
                <a:lnTo>
                  <a:pt x="470056" y="390267"/>
                </a:lnTo>
                <a:lnTo>
                  <a:pt x="469639" y="390952"/>
                </a:lnTo>
                <a:lnTo>
                  <a:pt x="470139" y="390084"/>
                </a:lnTo>
                <a:lnTo>
                  <a:pt x="499072" y="406719"/>
                </a:lnTo>
                <a:moveTo>
                  <a:pt x="397743" y="504227"/>
                </a:moveTo>
                <a:lnTo>
                  <a:pt x="396692" y="504845"/>
                </a:lnTo>
                <a:lnTo>
                  <a:pt x="385112" y="510768"/>
                </a:lnTo>
                <a:lnTo>
                  <a:pt x="373198" y="516157"/>
                </a:lnTo>
                <a:lnTo>
                  <a:pt x="361002" y="520963"/>
                </a:lnTo>
                <a:lnTo>
                  <a:pt x="348505" y="525184"/>
                </a:lnTo>
                <a:lnTo>
                  <a:pt x="335757" y="528805"/>
                </a:lnTo>
                <a:lnTo>
                  <a:pt x="322759" y="531808"/>
                </a:lnTo>
                <a:lnTo>
                  <a:pt x="309528" y="534178"/>
                </a:lnTo>
                <a:lnTo>
                  <a:pt x="296563" y="535829"/>
                </a:lnTo>
                <a:lnTo>
                  <a:pt x="292343" y="502726"/>
                </a:lnTo>
                <a:lnTo>
                  <a:pt x="304906" y="501124"/>
                </a:lnTo>
                <a:lnTo>
                  <a:pt x="304072" y="501258"/>
                </a:lnTo>
                <a:lnTo>
                  <a:pt x="316469" y="499038"/>
                </a:lnTo>
                <a:lnTo>
                  <a:pt x="315651" y="499205"/>
                </a:lnTo>
                <a:lnTo>
                  <a:pt x="327849" y="496385"/>
                </a:lnTo>
                <a:lnTo>
                  <a:pt x="327047" y="496602"/>
                </a:lnTo>
                <a:lnTo>
                  <a:pt x="338994" y="493199"/>
                </a:lnTo>
                <a:lnTo>
                  <a:pt x="338210" y="493449"/>
                </a:lnTo>
                <a:lnTo>
                  <a:pt x="349906" y="489478"/>
                </a:lnTo>
                <a:lnTo>
                  <a:pt x="349139" y="489761"/>
                </a:lnTo>
                <a:lnTo>
                  <a:pt x="360585" y="485257"/>
                </a:lnTo>
                <a:lnTo>
                  <a:pt x="359834" y="485574"/>
                </a:lnTo>
                <a:lnTo>
                  <a:pt x="370996" y="480534"/>
                </a:lnTo>
                <a:lnTo>
                  <a:pt x="370262" y="480885"/>
                </a:lnTo>
                <a:lnTo>
                  <a:pt x="381124" y="475312"/>
                </a:lnTo>
                <a:lnTo>
                  <a:pt x="380406" y="475713"/>
                </a:lnTo>
                <a:lnTo>
                  <a:pt x="381108" y="475295"/>
                </a:lnTo>
                <a:lnTo>
                  <a:pt x="397743" y="504227"/>
                </a:lnTo>
                <a:moveTo>
                  <a:pt x="260490" y="537131"/>
                </a:moveTo>
                <a:lnTo>
                  <a:pt x="254717" y="536914"/>
                </a:lnTo>
                <a:lnTo>
                  <a:pt x="241185" y="535879"/>
                </a:lnTo>
                <a:lnTo>
                  <a:pt x="227737" y="534178"/>
                </a:lnTo>
                <a:lnTo>
                  <a:pt x="214505" y="531808"/>
                </a:lnTo>
                <a:lnTo>
                  <a:pt x="201508" y="528805"/>
                </a:lnTo>
                <a:lnTo>
                  <a:pt x="188760" y="525184"/>
                </a:lnTo>
                <a:lnTo>
                  <a:pt x="176263" y="520963"/>
                </a:lnTo>
                <a:lnTo>
                  <a:pt x="164066" y="516157"/>
                </a:lnTo>
                <a:lnTo>
                  <a:pt x="157392" y="513137"/>
                </a:lnTo>
                <a:lnTo>
                  <a:pt x="171140" y="482737"/>
                </a:lnTo>
                <a:lnTo>
                  <a:pt x="177430" y="485574"/>
                </a:lnTo>
                <a:lnTo>
                  <a:pt x="176680" y="485257"/>
                </a:lnTo>
                <a:lnTo>
                  <a:pt x="188126" y="489761"/>
                </a:lnTo>
                <a:lnTo>
                  <a:pt x="187359" y="489478"/>
                </a:lnTo>
                <a:lnTo>
                  <a:pt x="199055" y="493449"/>
                </a:lnTo>
                <a:lnTo>
                  <a:pt x="198271" y="493199"/>
                </a:lnTo>
                <a:lnTo>
                  <a:pt x="210217" y="496602"/>
                </a:lnTo>
                <a:lnTo>
                  <a:pt x="209417" y="496385"/>
                </a:lnTo>
                <a:lnTo>
                  <a:pt x="221613" y="499205"/>
                </a:lnTo>
                <a:lnTo>
                  <a:pt x="220795" y="499038"/>
                </a:lnTo>
                <a:lnTo>
                  <a:pt x="233193" y="501258"/>
                </a:lnTo>
                <a:lnTo>
                  <a:pt x="232358" y="501124"/>
                </a:lnTo>
                <a:lnTo>
                  <a:pt x="244973" y="502726"/>
                </a:lnTo>
                <a:lnTo>
                  <a:pt x="244139" y="502642"/>
                </a:lnTo>
                <a:lnTo>
                  <a:pt x="256936" y="503610"/>
                </a:lnTo>
                <a:lnTo>
                  <a:pt x="256302" y="503577"/>
                </a:lnTo>
                <a:lnTo>
                  <a:pt x="261758" y="503777"/>
                </a:lnTo>
                <a:lnTo>
                  <a:pt x="260490" y="537131"/>
                </a:lnTo>
                <a:moveTo>
                  <a:pt x="125907" y="496185"/>
                </a:moveTo>
                <a:lnTo>
                  <a:pt x="118415" y="491380"/>
                </a:lnTo>
                <a:lnTo>
                  <a:pt x="107887" y="483888"/>
                </a:lnTo>
                <a:lnTo>
                  <a:pt x="97742" y="475913"/>
                </a:lnTo>
                <a:lnTo>
                  <a:pt x="87998" y="467487"/>
                </a:lnTo>
                <a:lnTo>
                  <a:pt x="78671" y="458593"/>
                </a:lnTo>
                <a:lnTo>
                  <a:pt x="69778" y="449267"/>
                </a:lnTo>
                <a:lnTo>
                  <a:pt x="61351" y="439522"/>
                </a:lnTo>
                <a:lnTo>
                  <a:pt x="53376" y="429378"/>
                </a:lnTo>
                <a:lnTo>
                  <a:pt x="49121" y="423404"/>
                </a:lnTo>
                <a:lnTo>
                  <a:pt x="76318" y="404066"/>
                </a:lnTo>
                <a:lnTo>
                  <a:pt x="80339" y="409706"/>
                </a:lnTo>
                <a:lnTo>
                  <a:pt x="79855" y="409072"/>
                </a:lnTo>
                <a:lnTo>
                  <a:pt x="87330" y="418582"/>
                </a:lnTo>
                <a:lnTo>
                  <a:pt x="86830" y="417965"/>
                </a:lnTo>
                <a:lnTo>
                  <a:pt x="94756" y="427109"/>
                </a:lnTo>
                <a:lnTo>
                  <a:pt x="94206" y="426524"/>
                </a:lnTo>
                <a:lnTo>
                  <a:pt x="102548" y="435267"/>
                </a:lnTo>
                <a:lnTo>
                  <a:pt x="101997" y="434717"/>
                </a:lnTo>
                <a:lnTo>
                  <a:pt x="110740" y="443059"/>
                </a:lnTo>
                <a:lnTo>
                  <a:pt x="110156" y="442509"/>
                </a:lnTo>
                <a:lnTo>
                  <a:pt x="119299" y="450434"/>
                </a:lnTo>
                <a:lnTo>
                  <a:pt x="118682" y="449934"/>
                </a:lnTo>
                <a:lnTo>
                  <a:pt x="128192" y="457409"/>
                </a:lnTo>
                <a:lnTo>
                  <a:pt x="127558" y="456925"/>
                </a:lnTo>
                <a:lnTo>
                  <a:pt x="137436" y="463949"/>
                </a:lnTo>
                <a:lnTo>
                  <a:pt x="136769" y="463499"/>
                </a:lnTo>
                <a:lnTo>
                  <a:pt x="143910" y="468087"/>
                </a:lnTo>
                <a:lnTo>
                  <a:pt x="125907" y="496185"/>
                </a:lnTo>
                <a:moveTo>
                  <a:pt x="30485" y="392887"/>
                </a:moveTo>
                <a:lnTo>
                  <a:pt x="26496" y="385112"/>
                </a:lnTo>
                <a:lnTo>
                  <a:pt x="21107" y="373198"/>
                </a:lnTo>
                <a:lnTo>
                  <a:pt x="16302" y="361001"/>
                </a:lnTo>
                <a:lnTo>
                  <a:pt x="12080" y="348504"/>
                </a:lnTo>
                <a:lnTo>
                  <a:pt x="8460" y="335757"/>
                </a:lnTo>
                <a:lnTo>
                  <a:pt x="5456" y="322759"/>
                </a:lnTo>
                <a:lnTo>
                  <a:pt x="3087" y="309527"/>
                </a:lnTo>
                <a:lnTo>
                  <a:pt x="1385" y="296079"/>
                </a:lnTo>
                <a:lnTo>
                  <a:pt x="1001" y="291057"/>
                </a:lnTo>
                <a:lnTo>
                  <a:pt x="34272" y="288537"/>
                </a:lnTo>
                <a:lnTo>
                  <a:pt x="34622" y="293126"/>
                </a:lnTo>
                <a:lnTo>
                  <a:pt x="34539" y="292292"/>
                </a:lnTo>
                <a:lnTo>
                  <a:pt x="36141" y="304906"/>
                </a:lnTo>
                <a:lnTo>
                  <a:pt x="36007" y="304072"/>
                </a:lnTo>
                <a:lnTo>
                  <a:pt x="38226" y="316468"/>
                </a:lnTo>
                <a:lnTo>
                  <a:pt x="38059" y="315651"/>
                </a:lnTo>
                <a:lnTo>
                  <a:pt x="40879" y="327848"/>
                </a:lnTo>
                <a:lnTo>
                  <a:pt x="40662" y="327047"/>
                </a:lnTo>
                <a:lnTo>
                  <a:pt x="44066" y="338994"/>
                </a:lnTo>
                <a:lnTo>
                  <a:pt x="43816" y="338209"/>
                </a:lnTo>
                <a:lnTo>
                  <a:pt x="47770" y="349906"/>
                </a:lnTo>
                <a:lnTo>
                  <a:pt x="47503" y="349138"/>
                </a:lnTo>
                <a:lnTo>
                  <a:pt x="52008" y="360585"/>
                </a:lnTo>
                <a:lnTo>
                  <a:pt x="51691" y="359834"/>
                </a:lnTo>
                <a:lnTo>
                  <a:pt x="56731" y="370996"/>
                </a:lnTo>
                <a:lnTo>
                  <a:pt x="56379" y="370262"/>
                </a:lnTo>
                <a:lnTo>
                  <a:pt x="60184" y="377687"/>
                </a:lnTo>
                <a:lnTo>
                  <a:pt x="30485" y="39288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57-part-0">
            <a:extLst xmlns:a="http://schemas.openxmlformats.org/drawingml/2006/main">
              <a:ext uri="{FF2B5EF4-FFF2-40B4-BE49-F238E27FC236}">
                <a16:creationId xmlns:a16="http://schemas.microsoft.com/office/drawing/2014/main" id="{3FB5D87A-3A6B-4EE1-B733-534D0A44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147" y="3054422"/>
            <a:ext cx="150000" cy="571636"/>
          </a:xfrm>
          <a:custGeom xmlns:a="http://schemas.openxmlformats.org/drawingml/2006/main">
            <a:pathLst>
              <a:path w="150000" h="571636">
                <a:moveTo>
                  <a:pt x="30935" y="430462"/>
                </a:moveTo>
                <a:lnTo>
                  <a:pt x="90350" y="529973"/>
                </a:lnTo>
                <a:lnTo>
                  <a:pt x="61535" y="530256"/>
                </a:lnTo>
                <a:lnTo>
                  <a:pt x="118899" y="429561"/>
                </a:lnTo>
                <a:lnTo>
                  <a:pt x="120934" y="426725"/>
                </a:lnTo>
                <a:lnTo>
                  <a:pt x="123521" y="424372"/>
                </a:lnTo>
                <a:lnTo>
                  <a:pt x="126524" y="422620"/>
                </a:lnTo>
                <a:lnTo>
                  <a:pt x="129845" y="421519"/>
                </a:lnTo>
                <a:lnTo>
                  <a:pt x="133298" y="421135"/>
                </a:lnTo>
                <a:lnTo>
                  <a:pt x="136786" y="421486"/>
                </a:lnTo>
                <a:lnTo>
                  <a:pt x="140106" y="422537"/>
                </a:lnTo>
                <a:lnTo>
                  <a:pt x="143126" y="424272"/>
                </a:lnTo>
                <a:lnTo>
                  <a:pt x="145746" y="426591"/>
                </a:lnTo>
                <a:lnTo>
                  <a:pt x="147798" y="429394"/>
                </a:lnTo>
                <a:lnTo>
                  <a:pt x="149250" y="432581"/>
                </a:lnTo>
                <a:lnTo>
                  <a:pt x="149984" y="435985"/>
                </a:lnTo>
                <a:lnTo>
                  <a:pt x="150000" y="439472"/>
                </a:lnTo>
                <a:lnTo>
                  <a:pt x="149299" y="442892"/>
                </a:lnTo>
                <a:lnTo>
                  <a:pt x="147898" y="446080"/>
                </a:lnTo>
                <a:lnTo>
                  <a:pt x="76368" y="571636"/>
                </a:lnTo>
                <a:lnTo>
                  <a:pt x="2286" y="447565"/>
                </a:lnTo>
                <a:lnTo>
                  <a:pt x="818" y="444395"/>
                </a:lnTo>
                <a:lnTo>
                  <a:pt x="51" y="441007"/>
                </a:lnTo>
                <a:lnTo>
                  <a:pt x="0" y="437520"/>
                </a:lnTo>
                <a:lnTo>
                  <a:pt x="667" y="434100"/>
                </a:lnTo>
                <a:lnTo>
                  <a:pt x="2035" y="430879"/>
                </a:lnTo>
                <a:lnTo>
                  <a:pt x="4055" y="428026"/>
                </a:lnTo>
                <a:lnTo>
                  <a:pt x="6607" y="425657"/>
                </a:lnTo>
                <a:lnTo>
                  <a:pt x="9594" y="423872"/>
                </a:lnTo>
                <a:lnTo>
                  <a:pt x="12897" y="422754"/>
                </a:lnTo>
                <a:lnTo>
                  <a:pt x="16368" y="422337"/>
                </a:lnTo>
                <a:lnTo>
                  <a:pt x="19839" y="422637"/>
                </a:lnTo>
                <a:lnTo>
                  <a:pt x="23176" y="423671"/>
                </a:lnTo>
                <a:lnTo>
                  <a:pt x="26213" y="425373"/>
                </a:lnTo>
                <a:lnTo>
                  <a:pt x="28849" y="427676"/>
                </a:lnTo>
                <a:lnTo>
                  <a:pt x="30935" y="43046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57-part-1">
            <a:extLst xmlns:a="http://schemas.openxmlformats.org/drawingml/2006/main">
              <a:ext uri="{FF2B5EF4-FFF2-40B4-BE49-F238E27FC236}">
                <a16:creationId xmlns:a16="http://schemas.microsoft.com/office/drawing/2014/main" id="{8E30261A-CC7C-4E6C-AAF2-0CCFBBA2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147" y="3054422"/>
            <a:ext cx="150000" cy="571636"/>
          </a:xfrm>
          <a:custGeom xmlns:a="http://schemas.openxmlformats.org/drawingml/2006/main">
            <a:pathLst>
              <a:path w="150000" h="571636">
                <a:moveTo>
                  <a:pt x="87214" y="0"/>
                </a:moveTo>
                <a:lnTo>
                  <a:pt x="88582" y="133465"/>
                </a:lnTo>
                <a:lnTo>
                  <a:pt x="55211" y="133815"/>
                </a:lnTo>
                <a:lnTo>
                  <a:pt x="53843" y="334"/>
                </a:lnTo>
                <a:lnTo>
                  <a:pt x="87214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57-part-2">
            <a:extLst xmlns:a="http://schemas.openxmlformats.org/drawingml/2006/main">
              <a:ext uri="{FF2B5EF4-FFF2-40B4-BE49-F238E27FC236}">
                <a16:creationId xmlns:a16="http://schemas.microsoft.com/office/drawing/2014/main" id="{52A5EF9B-C864-41D7-B932-E8D3D19A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147" y="3054422"/>
            <a:ext cx="150000" cy="571636"/>
          </a:xfrm>
          <a:custGeom xmlns:a="http://schemas.openxmlformats.org/drawingml/2006/main">
            <a:pathLst>
              <a:path w="150000" h="571636">
                <a:moveTo>
                  <a:pt x="89599" y="233577"/>
                </a:moveTo>
                <a:lnTo>
                  <a:pt x="90968" y="367058"/>
                </a:lnTo>
                <a:lnTo>
                  <a:pt x="57597" y="367392"/>
                </a:lnTo>
                <a:lnTo>
                  <a:pt x="56229" y="233910"/>
                </a:lnTo>
                <a:lnTo>
                  <a:pt x="89599" y="23357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57-part-3">
            <a:extLst xmlns:a="http://schemas.openxmlformats.org/drawingml/2006/main">
              <a:ext uri="{FF2B5EF4-FFF2-40B4-BE49-F238E27FC236}">
                <a16:creationId xmlns:a16="http://schemas.microsoft.com/office/drawing/2014/main" id="{960CC523-3BC5-4599-A1DD-01B53274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5147" y="3054422"/>
            <a:ext cx="150000" cy="571636"/>
          </a:xfrm>
          <a:custGeom xmlns:a="http://schemas.openxmlformats.org/drawingml/2006/main">
            <a:pathLst>
              <a:path w="150000" h="571636">
                <a:moveTo>
                  <a:pt x="91985" y="467153"/>
                </a:moveTo>
                <a:lnTo>
                  <a:pt x="92720" y="538349"/>
                </a:lnTo>
                <a:lnTo>
                  <a:pt x="59349" y="538699"/>
                </a:lnTo>
                <a:lnTo>
                  <a:pt x="58615" y="467503"/>
                </a:lnTo>
                <a:lnTo>
                  <a:pt x="91985" y="46715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58-part-0">
            <a:extLst xmlns:a="http://schemas.openxmlformats.org/drawingml/2006/main">
              <a:ext uri="{FF2B5EF4-FFF2-40B4-BE49-F238E27FC236}">
                <a16:creationId xmlns:a16="http://schemas.microsoft.com/office/drawing/2014/main" id="{580C1FA7-0F8D-4385-B3E8-6A0A873C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3462" y="3803005"/>
            <a:ext cx="457176" cy="150000"/>
          </a:xfrm>
          <a:custGeom xmlns:a="http://schemas.openxmlformats.org/drawingml/2006/main">
            <a:pathLst>
              <a:path w="457176" h="150000">
                <a:moveTo>
                  <a:pt x="315535" y="118983"/>
                </a:moveTo>
                <a:lnTo>
                  <a:pt x="415646" y="60585"/>
                </a:lnTo>
                <a:lnTo>
                  <a:pt x="415646" y="89416"/>
                </a:lnTo>
                <a:lnTo>
                  <a:pt x="315535" y="31018"/>
                </a:lnTo>
                <a:lnTo>
                  <a:pt x="312732" y="28949"/>
                </a:lnTo>
                <a:lnTo>
                  <a:pt x="310412" y="26347"/>
                </a:lnTo>
                <a:lnTo>
                  <a:pt x="308677" y="23326"/>
                </a:lnTo>
                <a:lnTo>
                  <a:pt x="307609" y="20006"/>
                </a:lnTo>
                <a:lnTo>
                  <a:pt x="307259" y="16536"/>
                </a:lnTo>
                <a:lnTo>
                  <a:pt x="307643" y="13065"/>
                </a:lnTo>
                <a:lnTo>
                  <a:pt x="308743" y="9745"/>
                </a:lnTo>
                <a:lnTo>
                  <a:pt x="310496" y="6741"/>
                </a:lnTo>
                <a:lnTo>
                  <a:pt x="312848" y="4155"/>
                </a:lnTo>
                <a:lnTo>
                  <a:pt x="315668" y="2119"/>
                </a:lnTo>
                <a:lnTo>
                  <a:pt x="318871" y="718"/>
                </a:lnTo>
                <a:lnTo>
                  <a:pt x="322275" y="0"/>
                </a:lnTo>
                <a:lnTo>
                  <a:pt x="325763" y="17"/>
                </a:lnTo>
                <a:lnTo>
                  <a:pt x="329183" y="751"/>
                </a:lnTo>
                <a:lnTo>
                  <a:pt x="332354" y="2186"/>
                </a:lnTo>
                <a:lnTo>
                  <a:pt x="457176" y="75000"/>
                </a:lnTo>
                <a:lnTo>
                  <a:pt x="332354" y="147815"/>
                </a:lnTo>
                <a:lnTo>
                  <a:pt x="329183" y="149250"/>
                </a:lnTo>
                <a:lnTo>
                  <a:pt x="325763" y="149984"/>
                </a:lnTo>
                <a:lnTo>
                  <a:pt x="322275" y="150000"/>
                </a:lnTo>
                <a:lnTo>
                  <a:pt x="318871" y="149283"/>
                </a:lnTo>
                <a:lnTo>
                  <a:pt x="315668" y="147881"/>
                </a:lnTo>
                <a:lnTo>
                  <a:pt x="312848" y="145846"/>
                </a:lnTo>
                <a:lnTo>
                  <a:pt x="310496" y="143260"/>
                </a:lnTo>
                <a:lnTo>
                  <a:pt x="308743" y="140256"/>
                </a:lnTo>
                <a:lnTo>
                  <a:pt x="307643" y="136936"/>
                </a:lnTo>
                <a:lnTo>
                  <a:pt x="307259" y="133465"/>
                </a:lnTo>
                <a:lnTo>
                  <a:pt x="307609" y="129995"/>
                </a:lnTo>
                <a:lnTo>
                  <a:pt x="308677" y="126675"/>
                </a:lnTo>
                <a:lnTo>
                  <a:pt x="310412" y="123654"/>
                </a:lnTo>
                <a:lnTo>
                  <a:pt x="312732" y="121052"/>
                </a:lnTo>
                <a:lnTo>
                  <a:pt x="315535" y="11898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58-part-1">
            <a:extLst xmlns:a="http://schemas.openxmlformats.org/drawingml/2006/main">
              <a:ext uri="{FF2B5EF4-FFF2-40B4-BE49-F238E27FC236}">
                <a16:creationId xmlns:a16="http://schemas.microsoft.com/office/drawing/2014/main" id="{3AEAB380-8624-48E2-ABB7-A919BD2C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3462" y="3803005"/>
            <a:ext cx="457176" cy="150000"/>
          </a:xfrm>
          <a:custGeom xmlns:a="http://schemas.openxmlformats.org/drawingml/2006/main">
            <a:pathLst>
              <a:path w="457176" h="150000">
                <a:moveTo>
                  <a:pt x="0" y="58315"/>
                </a:moveTo>
                <a:lnTo>
                  <a:pt x="133482" y="58315"/>
                </a:lnTo>
                <a:lnTo>
                  <a:pt x="133482" y="91686"/>
                </a:lnTo>
                <a:lnTo>
                  <a:pt x="0" y="91686"/>
                </a:lnTo>
                <a:lnTo>
                  <a:pt x="0" y="5831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58-part-2">
            <a:extLst xmlns:a="http://schemas.openxmlformats.org/drawingml/2006/main">
              <a:ext uri="{FF2B5EF4-FFF2-40B4-BE49-F238E27FC236}">
                <a16:creationId xmlns:a16="http://schemas.microsoft.com/office/drawing/2014/main" id="{B7DE99EB-540B-45D4-B0B8-13222C95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3462" y="3803005"/>
            <a:ext cx="457176" cy="150000"/>
          </a:xfrm>
          <a:custGeom xmlns:a="http://schemas.openxmlformats.org/drawingml/2006/main">
            <a:pathLst>
              <a:path w="457176" h="150000">
                <a:moveTo>
                  <a:pt x="233593" y="58315"/>
                </a:moveTo>
                <a:lnTo>
                  <a:pt x="367075" y="58315"/>
                </a:lnTo>
                <a:lnTo>
                  <a:pt x="367075" y="91686"/>
                </a:lnTo>
                <a:lnTo>
                  <a:pt x="233593" y="91686"/>
                </a:lnTo>
                <a:lnTo>
                  <a:pt x="233593" y="5831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59-part-0">
            <a:extLst xmlns:a="http://schemas.openxmlformats.org/drawingml/2006/main">
              <a:ext uri="{FF2B5EF4-FFF2-40B4-BE49-F238E27FC236}">
                <a16:creationId xmlns:a16="http://schemas.microsoft.com/office/drawing/2014/main" id="{BCD2FA25-F590-4ABD-A93B-FC015DF2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680991" y="1139418"/>
                </a:moveTo>
                <a:lnTo>
                  <a:pt x="783988" y="1192560"/>
                </a:lnTo>
                <a:lnTo>
                  <a:pt x="759678" y="1208027"/>
                </a:lnTo>
                <a:lnTo>
                  <a:pt x="755223" y="1092215"/>
                </a:lnTo>
                <a:lnTo>
                  <a:pt x="755457" y="1088728"/>
                </a:lnTo>
                <a:lnTo>
                  <a:pt x="756392" y="1085374"/>
                </a:lnTo>
                <a:lnTo>
                  <a:pt x="758026" y="1082288"/>
                </a:lnTo>
                <a:lnTo>
                  <a:pt x="760262" y="1079601"/>
                </a:lnTo>
                <a:lnTo>
                  <a:pt x="762998" y="1077449"/>
                </a:lnTo>
                <a:lnTo>
                  <a:pt x="766136" y="1075914"/>
                </a:lnTo>
                <a:lnTo>
                  <a:pt x="769506" y="1075063"/>
                </a:lnTo>
                <a:lnTo>
                  <a:pt x="772993" y="1074912"/>
                </a:lnTo>
                <a:lnTo>
                  <a:pt x="776430" y="1075513"/>
                </a:lnTo>
                <a:lnTo>
                  <a:pt x="779667" y="1076815"/>
                </a:lnTo>
                <a:lnTo>
                  <a:pt x="782570" y="1078750"/>
                </a:lnTo>
                <a:lnTo>
                  <a:pt x="785007" y="1081253"/>
                </a:lnTo>
                <a:lnTo>
                  <a:pt x="786859" y="1084206"/>
                </a:lnTo>
                <a:lnTo>
                  <a:pt x="788060" y="1087476"/>
                </a:lnTo>
                <a:lnTo>
                  <a:pt x="788560" y="1090931"/>
                </a:lnTo>
                <a:lnTo>
                  <a:pt x="794117" y="1235324"/>
                </a:lnTo>
                <a:lnTo>
                  <a:pt x="665690" y="1169084"/>
                </a:lnTo>
                <a:lnTo>
                  <a:pt x="662770" y="1167165"/>
                </a:lnTo>
                <a:lnTo>
                  <a:pt x="660318" y="1164696"/>
                </a:lnTo>
                <a:lnTo>
                  <a:pt x="658432" y="1161759"/>
                </a:lnTo>
                <a:lnTo>
                  <a:pt x="657197" y="1158489"/>
                </a:lnTo>
                <a:lnTo>
                  <a:pt x="656681" y="1155035"/>
                </a:lnTo>
                <a:lnTo>
                  <a:pt x="656881" y="1151564"/>
                </a:lnTo>
                <a:lnTo>
                  <a:pt x="657798" y="1148194"/>
                </a:lnTo>
                <a:lnTo>
                  <a:pt x="659400" y="1145091"/>
                </a:lnTo>
                <a:lnTo>
                  <a:pt x="661603" y="1142404"/>
                </a:lnTo>
                <a:lnTo>
                  <a:pt x="664322" y="1140219"/>
                </a:lnTo>
                <a:lnTo>
                  <a:pt x="667443" y="1138650"/>
                </a:lnTo>
                <a:lnTo>
                  <a:pt x="670813" y="1137766"/>
                </a:lnTo>
                <a:lnTo>
                  <a:pt x="674300" y="1137599"/>
                </a:lnTo>
                <a:lnTo>
                  <a:pt x="677737" y="1138166"/>
                </a:lnTo>
                <a:lnTo>
                  <a:pt x="680991" y="1139418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59-part-1">
            <a:extLst xmlns:a="http://schemas.openxmlformats.org/drawingml/2006/main">
              <a:ext uri="{FF2B5EF4-FFF2-40B4-BE49-F238E27FC236}">
                <a16:creationId xmlns:a16="http://schemas.microsoft.com/office/drawing/2014/main" id="{CC7B8CC8-7E80-4E26-A0F6-DF6A9FE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28164" y="0"/>
                </a:moveTo>
                <a:lnTo>
                  <a:pt x="99794" y="112642"/>
                </a:lnTo>
                <a:lnTo>
                  <a:pt x="71646" y="130545"/>
                </a:lnTo>
                <a:lnTo>
                  <a:pt x="0" y="17920"/>
                </a:lnTo>
                <a:lnTo>
                  <a:pt x="28164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59-part-2">
            <a:extLst xmlns:a="http://schemas.openxmlformats.org/drawingml/2006/main">
              <a:ext uri="{FF2B5EF4-FFF2-40B4-BE49-F238E27FC236}">
                <a16:creationId xmlns:a16="http://schemas.microsoft.com/office/drawing/2014/main" id="{C9A1C62F-99FB-4FA6-B5BA-AECFF4A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153521" y="197103"/>
                </a:moveTo>
                <a:lnTo>
                  <a:pt x="225168" y="309728"/>
                </a:lnTo>
                <a:lnTo>
                  <a:pt x="197003" y="327648"/>
                </a:lnTo>
                <a:lnTo>
                  <a:pt x="125372" y="215022"/>
                </a:lnTo>
                <a:lnTo>
                  <a:pt x="153521" y="19710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59-part-3">
            <a:extLst xmlns:a="http://schemas.openxmlformats.org/drawingml/2006/main">
              <a:ext uri="{FF2B5EF4-FFF2-40B4-BE49-F238E27FC236}">
                <a16:creationId xmlns:a16="http://schemas.microsoft.com/office/drawing/2014/main" id="{B0E525D9-23FC-40AF-898A-5869F6BA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278894" y="394206"/>
                </a:moveTo>
                <a:lnTo>
                  <a:pt x="350540" y="506830"/>
                </a:lnTo>
                <a:lnTo>
                  <a:pt x="322375" y="524750"/>
                </a:lnTo>
                <a:lnTo>
                  <a:pt x="250745" y="412125"/>
                </a:lnTo>
                <a:lnTo>
                  <a:pt x="278894" y="39420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59-part-4">
            <a:extLst xmlns:a="http://schemas.openxmlformats.org/drawingml/2006/main">
              <a:ext uri="{FF2B5EF4-FFF2-40B4-BE49-F238E27FC236}">
                <a16:creationId xmlns:a16="http://schemas.microsoft.com/office/drawing/2014/main" id="{FBF8950B-BDFA-45B3-93A8-07678A67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404266" y="591308"/>
                </a:moveTo>
                <a:lnTo>
                  <a:pt x="475896" y="703933"/>
                </a:lnTo>
                <a:lnTo>
                  <a:pt x="447748" y="721853"/>
                </a:lnTo>
                <a:lnTo>
                  <a:pt x="376102" y="609211"/>
                </a:lnTo>
                <a:lnTo>
                  <a:pt x="404266" y="591308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59-part-5">
            <a:extLst xmlns:a="http://schemas.openxmlformats.org/drawingml/2006/main">
              <a:ext uri="{FF2B5EF4-FFF2-40B4-BE49-F238E27FC236}">
                <a16:creationId xmlns:a16="http://schemas.microsoft.com/office/drawing/2014/main" id="{72A999F2-16AC-49CD-9E80-38AA2ADA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529622" y="788410"/>
                </a:moveTo>
                <a:lnTo>
                  <a:pt x="601269" y="901036"/>
                </a:lnTo>
                <a:lnTo>
                  <a:pt x="573105" y="918956"/>
                </a:lnTo>
                <a:lnTo>
                  <a:pt x="501474" y="806314"/>
                </a:lnTo>
                <a:lnTo>
                  <a:pt x="529622" y="78841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59-part-6">
            <a:extLst xmlns:a="http://schemas.openxmlformats.org/drawingml/2006/main">
              <a:ext uri="{FF2B5EF4-FFF2-40B4-BE49-F238E27FC236}">
                <a16:creationId xmlns:a16="http://schemas.microsoft.com/office/drawing/2014/main" id="{1AD42C7F-A997-4BE7-8D74-568601C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654995" y="985513"/>
                </a:moveTo>
                <a:lnTo>
                  <a:pt x="726642" y="1098138"/>
                </a:lnTo>
                <a:lnTo>
                  <a:pt x="698477" y="1116042"/>
                </a:lnTo>
                <a:lnTo>
                  <a:pt x="626831" y="1003417"/>
                </a:lnTo>
                <a:lnTo>
                  <a:pt x="654995" y="98551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59-part-7">
            <a:extLst xmlns:a="http://schemas.openxmlformats.org/drawingml/2006/main">
              <a:ext uri="{FF2B5EF4-FFF2-40B4-BE49-F238E27FC236}">
                <a16:creationId xmlns:a16="http://schemas.microsoft.com/office/drawing/2014/main" id="{E5E4BCBD-60C1-47DC-9E1C-7212091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452" y="2642681"/>
            <a:ext cx="794117" cy="1235324"/>
          </a:xfrm>
          <a:custGeom xmlns:a="http://schemas.openxmlformats.org/drawingml/2006/main">
            <a:pathLst>
              <a:path w="794117" h="1235324">
                <a:moveTo>
                  <a:pt x="780368" y="1182616"/>
                </a:moveTo>
                <a:lnTo>
                  <a:pt x="790429" y="1198433"/>
                </a:lnTo>
                <a:lnTo>
                  <a:pt x="762264" y="1216336"/>
                </a:lnTo>
                <a:lnTo>
                  <a:pt x="752203" y="1200519"/>
                </a:lnTo>
                <a:lnTo>
                  <a:pt x="780368" y="118261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60">
            <a:extLst xmlns:a="http://schemas.openxmlformats.org/drawingml/2006/main">
              <a:ext uri="{FF2B5EF4-FFF2-40B4-BE49-F238E27FC236}">
                <a16:creationId xmlns:a16="http://schemas.microsoft.com/office/drawing/2014/main" id="{06A12FCE-7136-4B08-B738-64DF34B6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0779" y="4535404"/>
            <a:ext cx="393771" cy="393771"/>
          </a:xfrm>
          <a:custGeom xmlns:a="http://schemas.openxmlformats.org/drawingml/2006/main">
            <a:pathLst>
              <a:path w="393771" h="393771">
                <a:moveTo>
                  <a:pt x="234" y="206579"/>
                </a:moveTo>
                <a:lnTo>
                  <a:pt x="0" y="196885"/>
                </a:lnTo>
                <a:lnTo>
                  <a:pt x="250" y="186774"/>
                </a:lnTo>
                <a:lnTo>
                  <a:pt x="1018" y="176780"/>
                </a:lnTo>
                <a:lnTo>
                  <a:pt x="2269" y="166919"/>
                </a:lnTo>
                <a:lnTo>
                  <a:pt x="3988" y="157224"/>
                </a:lnTo>
                <a:lnTo>
                  <a:pt x="6190" y="147697"/>
                </a:lnTo>
                <a:lnTo>
                  <a:pt x="8842" y="138337"/>
                </a:lnTo>
                <a:lnTo>
                  <a:pt x="11946" y="129193"/>
                </a:lnTo>
                <a:lnTo>
                  <a:pt x="15467" y="120250"/>
                </a:lnTo>
                <a:lnTo>
                  <a:pt x="19421" y="111524"/>
                </a:lnTo>
                <a:lnTo>
                  <a:pt x="23760" y="103031"/>
                </a:lnTo>
                <a:lnTo>
                  <a:pt x="24627" y="101529"/>
                </a:lnTo>
                <a:lnTo>
                  <a:pt x="53559" y="118164"/>
                </a:lnTo>
                <a:lnTo>
                  <a:pt x="52892" y="119316"/>
                </a:lnTo>
                <a:lnTo>
                  <a:pt x="53292" y="118598"/>
                </a:lnTo>
                <a:lnTo>
                  <a:pt x="49304" y="126373"/>
                </a:lnTo>
                <a:lnTo>
                  <a:pt x="49655" y="125640"/>
                </a:lnTo>
                <a:lnTo>
                  <a:pt x="46052" y="133615"/>
                </a:lnTo>
                <a:lnTo>
                  <a:pt x="46368" y="132864"/>
                </a:lnTo>
                <a:lnTo>
                  <a:pt x="43148" y="141040"/>
                </a:lnTo>
                <a:lnTo>
                  <a:pt x="43431" y="140272"/>
                </a:lnTo>
                <a:lnTo>
                  <a:pt x="40595" y="148648"/>
                </a:lnTo>
                <a:lnTo>
                  <a:pt x="40828" y="147864"/>
                </a:lnTo>
                <a:lnTo>
                  <a:pt x="38409" y="156407"/>
                </a:lnTo>
                <a:lnTo>
                  <a:pt x="38610" y="155606"/>
                </a:lnTo>
                <a:lnTo>
                  <a:pt x="36607" y="164316"/>
                </a:lnTo>
                <a:lnTo>
                  <a:pt x="36774" y="163498"/>
                </a:lnTo>
                <a:lnTo>
                  <a:pt x="35189" y="172375"/>
                </a:lnTo>
                <a:lnTo>
                  <a:pt x="35305" y="171540"/>
                </a:lnTo>
                <a:lnTo>
                  <a:pt x="34171" y="180567"/>
                </a:lnTo>
                <a:lnTo>
                  <a:pt x="34255" y="179733"/>
                </a:lnTo>
                <a:lnTo>
                  <a:pt x="33553" y="188876"/>
                </a:lnTo>
                <a:lnTo>
                  <a:pt x="33604" y="188025"/>
                </a:lnTo>
                <a:lnTo>
                  <a:pt x="33370" y="197302"/>
                </a:lnTo>
                <a:lnTo>
                  <a:pt x="33370" y="196468"/>
                </a:lnTo>
                <a:lnTo>
                  <a:pt x="33604" y="205729"/>
                </a:lnTo>
                <a:lnTo>
                  <a:pt x="234" y="206579"/>
                </a:lnTo>
                <a:moveTo>
                  <a:pt x="44699" y="71980"/>
                </a:moveTo>
                <a:lnTo>
                  <a:pt x="44967" y="71629"/>
                </a:lnTo>
                <a:lnTo>
                  <a:pt x="51140" y="64505"/>
                </a:lnTo>
                <a:lnTo>
                  <a:pt x="57664" y="57664"/>
                </a:lnTo>
                <a:lnTo>
                  <a:pt x="64505" y="51140"/>
                </a:lnTo>
                <a:lnTo>
                  <a:pt x="71629" y="44966"/>
                </a:lnTo>
                <a:lnTo>
                  <a:pt x="79071" y="39110"/>
                </a:lnTo>
                <a:lnTo>
                  <a:pt x="86796" y="33637"/>
                </a:lnTo>
                <a:lnTo>
                  <a:pt x="94772" y="28514"/>
                </a:lnTo>
                <a:lnTo>
                  <a:pt x="103031" y="23759"/>
                </a:lnTo>
                <a:lnTo>
                  <a:pt x="111523" y="19422"/>
                </a:lnTo>
                <a:lnTo>
                  <a:pt x="120250" y="15467"/>
                </a:lnTo>
                <a:lnTo>
                  <a:pt x="129194" y="11946"/>
                </a:lnTo>
                <a:lnTo>
                  <a:pt x="133832" y="10378"/>
                </a:lnTo>
                <a:lnTo>
                  <a:pt x="144527" y="41980"/>
                </a:lnTo>
                <a:lnTo>
                  <a:pt x="140273" y="43432"/>
                </a:lnTo>
                <a:lnTo>
                  <a:pt x="141040" y="43148"/>
                </a:lnTo>
                <a:lnTo>
                  <a:pt x="132865" y="46368"/>
                </a:lnTo>
                <a:lnTo>
                  <a:pt x="133615" y="46051"/>
                </a:lnTo>
                <a:lnTo>
                  <a:pt x="125639" y="49655"/>
                </a:lnTo>
                <a:lnTo>
                  <a:pt x="126373" y="49304"/>
                </a:lnTo>
                <a:lnTo>
                  <a:pt x="118598" y="53293"/>
                </a:lnTo>
                <a:lnTo>
                  <a:pt x="119316" y="52892"/>
                </a:lnTo>
                <a:lnTo>
                  <a:pt x="111757" y="57230"/>
                </a:lnTo>
                <a:lnTo>
                  <a:pt x="112442" y="56813"/>
                </a:lnTo>
                <a:lnTo>
                  <a:pt x="105133" y="61501"/>
                </a:lnTo>
                <a:lnTo>
                  <a:pt x="105801" y="61051"/>
                </a:lnTo>
                <a:lnTo>
                  <a:pt x="98743" y="66090"/>
                </a:lnTo>
                <a:lnTo>
                  <a:pt x="99377" y="65606"/>
                </a:lnTo>
                <a:lnTo>
                  <a:pt x="92570" y="70945"/>
                </a:lnTo>
                <a:lnTo>
                  <a:pt x="93186" y="70445"/>
                </a:lnTo>
                <a:lnTo>
                  <a:pt x="86646" y="76101"/>
                </a:lnTo>
                <a:lnTo>
                  <a:pt x="87230" y="75567"/>
                </a:lnTo>
                <a:lnTo>
                  <a:pt x="80973" y="81541"/>
                </a:lnTo>
                <a:lnTo>
                  <a:pt x="81540" y="80973"/>
                </a:lnTo>
                <a:lnTo>
                  <a:pt x="75567" y="87230"/>
                </a:lnTo>
                <a:lnTo>
                  <a:pt x="76101" y="86646"/>
                </a:lnTo>
                <a:lnTo>
                  <a:pt x="70444" y="93187"/>
                </a:lnTo>
                <a:lnTo>
                  <a:pt x="70946" y="92569"/>
                </a:lnTo>
                <a:lnTo>
                  <a:pt x="70712" y="92886"/>
                </a:lnTo>
                <a:lnTo>
                  <a:pt x="70929" y="92603"/>
                </a:lnTo>
                <a:lnTo>
                  <a:pt x="44699" y="71980"/>
                </a:lnTo>
                <a:moveTo>
                  <a:pt x="169488" y="1935"/>
                </a:moveTo>
                <a:lnTo>
                  <a:pt x="176780" y="1017"/>
                </a:lnTo>
                <a:lnTo>
                  <a:pt x="186774" y="250"/>
                </a:lnTo>
                <a:lnTo>
                  <a:pt x="196886" y="0"/>
                </a:lnTo>
                <a:lnTo>
                  <a:pt x="206997" y="250"/>
                </a:lnTo>
                <a:lnTo>
                  <a:pt x="216991" y="1017"/>
                </a:lnTo>
                <a:lnTo>
                  <a:pt x="226852" y="2269"/>
                </a:lnTo>
                <a:lnTo>
                  <a:pt x="236546" y="3987"/>
                </a:lnTo>
                <a:lnTo>
                  <a:pt x="246073" y="6190"/>
                </a:lnTo>
                <a:lnTo>
                  <a:pt x="255434" y="8843"/>
                </a:lnTo>
                <a:lnTo>
                  <a:pt x="264578" y="11946"/>
                </a:lnTo>
                <a:lnTo>
                  <a:pt x="273521" y="15467"/>
                </a:lnTo>
                <a:lnTo>
                  <a:pt x="276357" y="16752"/>
                </a:lnTo>
                <a:lnTo>
                  <a:pt x="262609" y="47169"/>
                </a:lnTo>
                <a:lnTo>
                  <a:pt x="260156" y="46051"/>
                </a:lnTo>
                <a:lnTo>
                  <a:pt x="260906" y="46368"/>
                </a:lnTo>
                <a:lnTo>
                  <a:pt x="252731" y="43148"/>
                </a:lnTo>
                <a:lnTo>
                  <a:pt x="253498" y="43432"/>
                </a:lnTo>
                <a:lnTo>
                  <a:pt x="245123" y="40595"/>
                </a:lnTo>
                <a:lnTo>
                  <a:pt x="245907" y="40828"/>
                </a:lnTo>
                <a:lnTo>
                  <a:pt x="237364" y="38409"/>
                </a:lnTo>
                <a:lnTo>
                  <a:pt x="238165" y="38609"/>
                </a:lnTo>
                <a:lnTo>
                  <a:pt x="229455" y="36607"/>
                </a:lnTo>
                <a:lnTo>
                  <a:pt x="230273" y="36774"/>
                </a:lnTo>
                <a:lnTo>
                  <a:pt x="221396" y="35189"/>
                </a:lnTo>
                <a:lnTo>
                  <a:pt x="222231" y="35306"/>
                </a:lnTo>
                <a:lnTo>
                  <a:pt x="213204" y="34171"/>
                </a:lnTo>
                <a:lnTo>
                  <a:pt x="214038" y="34254"/>
                </a:lnTo>
                <a:lnTo>
                  <a:pt x="204894" y="33553"/>
                </a:lnTo>
                <a:lnTo>
                  <a:pt x="205728" y="33604"/>
                </a:lnTo>
                <a:lnTo>
                  <a:pt x="196468" y="33370"/>
                </a:lnTo>
                <a:lnTo>
                  <a:pt x="197302" y="33370"/>
                </a:lnTo>
                <a:lnTo>
                  <a:pt x="188026" y="33604"/>
                </a:lnTo>
                <a:lnTo>
                  <a:pt x="188877" y="33553"/>
                </a:lnTo>
                <a:lnTo>
                  <a:pt x="179733" y="34254"/>
                </a:lnTo>
                <a:lnTo>
                  <a:pt x="180567" y="34171"/>
                </a:lnTo>
                <a:lnTo>
                  <a:pt x="173693" y="35039"/>
                </a:lnTo>
                <a:lnTo>
                  <a:pt x="169488" y="1935"/>
                </a:lnTo>
                <a:moveTo>
                  <a:pt x="308277" y="34555"/>
                </a:moveTo>
                <a:lnTo>
                  <a:pt x="314700" y="39110"/>
                </a:lnTo>
                <a:lnTo>
                  <a:pt x="322125" y="44966"/>
                </a:lnTo>
                <a:lnTo>
                  <a:pt x="329267" y="51140"/>
                </a:lnTo>
                <a:lnTo>
                  <a:pt x="336107" y="57664"/>
                </a:lnTo>
                <a:lnTo>
                  <a:pt x="342631" y="64505"/>
                </a:lnTo>
                <a:lnTo>
                  <a:pt x="348805" y="71629"/>
                </a:lnTo>
                <a:lnTo>
                  <a:pt x="354645" y="79071"/>
                </a:lnTo>
                <a:lnTo>
                  <a:pt x="360134" y="86796"/>
                </a:lnTo>
                <a:lnTo>
                  <a:pt x="365256" y="94772"/>
                </a:lnTo>
                <a:lnTo>
                  <a:pt x="369994" y="103031"/>
                </a:lnTo>
                <a:lnTo>
                  <a:pt x="374349" y="111524"/>
                </a:lnTo>
                <a:lnTo>
                  <a:pt x="376969" y="117297"/>
                </a:lnTo>
                <a:lnTo>
                  <a:pt x="346552" y="131045"/>
                </a:lnTo>
                <a:lnTo>
                  <a:pt x="344116" y="125640"/>
                </a:lnTo>
                <a:lnTo>
                  <a:pt x="344466" y="126373"/>
                </a:lnTo>
                <a:lnTo>
                  <a:pt x="340478" y="118598"/>
                </a:lnTo>
                <a:lnTo>
                  <a:pt x="340879" y="119316"/>
                </a:lnTo>
                <a:lnTo>
                  <a:pt x="336525" y="111758"/>
                </a:lnTo>
                <a:lnTo>
                  <a:pt x="336958" y="112441"/>
                </a:lnTo>
                <a:lnTo>
                  <a:pt x="332269" y="105134"/>
                </a:lnTo>
                <a:lnTo>
                  <a:pt x="332720" y="105800"/>
                </a:lnTo>
                <a:lnTo>
                  <a:pt x="327681" y="98743"/>
                </a:lnTo>
                <a:lnTo>
                  <a:pt x="328165" y="99377"/>
                </a:lnTo>
                <a:lnTo>
                  <a:pt x="322826" y="92569"/>
                </a:lnTo>
                <a:lnTo>
                  <a:pt x="323326" y="93187"/>
                </a:lnTo>
                <a:lnTo>
                  <a:pt x="317653" y="86646"/>
                </a:lnTo>
                <a:lnTo>
                  <a:pt x="318204" y="87230"/>
                </a:lnTo>
                <a:lnTo>
                  <a:pt x="312230" y="80973"/>
                </a:lnTo>
                <a:lnTo>
                  <a:pt x="312798" y="81541"/>
                </a:lnTo>
                <a:lnTo>
                  <a:pt x="306541" y="75567"/>
                </a:lnTo>
                <a:lnTo>
                  <a:pt x="307125" y="76101"/>
                </a:lnTo>
                <a:lnTo>
                  <a:pt x="300584" y="70445"/>
                </a:lnTo>
                <a:lnTo>
                  <a:pt x="301202" y="70945"/>
                </a:lnTo>
                <a:lnTo>
                  <a:pt x="294395" y="65606"/>
                </a:lnTo>
                <a:lnTo>
                  <a:pt x="295028" y="66090"/>
                </a:lnTo>
                <a:lnTo>
                  <a:pt x="288937" y="61752"/>
                </a:lnTo>
                <a:lnTo>
                  <a:pt x="308277" y="34555"/>
                </a:lnTo>
                <a:moveTo>
                  <a:pt x="388582" y="152019"/>
                </a:moveTo>
                <a:lnTo>
                  <a:pt x="389783" y="157224"/>
                </a:lnTo>
                <a:lnTo>
                  <a:pt x="391501" y="166919"/>
                </a:lnTo>
                <a:lnTo>
                  <a:pt x="392754" y="176780"/>
                </a:lnTo>
                <a:lnTo>
                  <a:pt x="393521" y="186774"/>
                </a:lnTo>
                <a:lnTo>
                  <a:pt x="393771" y="196885"/>
                </a:lnTo>
                <a:lnTo>
                  <a:pt x="393521" y="206997"/>
                </a:lnTo>
                <a:lnTo>
                  <a:pt x="392754" y="216991"/>
                </a:lnTo>
                <a:lnTo>
                  <a:pt x="391501" y="226852"/>
                </a:lnTo>
                <a:lnTo>
                  <a:pt x="389783" y="236546"/>
                </a:lnTo>
                <a:lnTo>
                  <a:pt x="387581" y="246073"/>
                </a:lnTo>
                <a:lnTo>
                  <a:pt x="384928" y="255434"/>
                </a:lnTo>
                <a:lnTo>
                  <a:pt x="383426" y="259822"/>
                </a:lnTo>
                <a:lnTo>
                  <a:pt x="351824" y="249127"/>
                </a:lnTo>
                <a:lnTo>
                  <a:pt x="353176" y="245122"/>
                </a:lnTo>
                <a:lnTo>
                  <a:pt x="352926" y="245907"/>
                </a:lnTo>
                <a:lnTo>
                  <a:pt x="355361" y="237364"/>
                </a:lnTo>
                <a:lnTo>
                  <a:pt x="355162" y="238165"/>
                </a:lnTo>
                <a:lnTo>
                  <a:pt x="357164" y="229455"/>
                </a:lnTo>
                <a:lnTo>
                  <a:pt x="356997" y="230273"/>
                </a:lnTo>
                <a:lnTo>
                  <a:pt x="358582" y="221396"/>
                </a:lnTo>
                <a:lnTo>
                  <a:pt x="358465" y="222230"/>
                </a:lnTo>
                <a:lnTo>
                  <a:pt x="359600" y="213203"/>
                </a:lnTo>
                <a:lnTo>
                  <a:pt x="359517" y="214038"/>
                </a:lnTo>
                <a:lnTo>
                  <a:pt x="360217" y="204894"/>
                </a:lnTo>
                <a:lnTo>
                  <a:pt x="360167" y="205729"/>
                </a:lnTo>
                <a:lnTo>
                  <a:pt x="360401" y="196468"/>
                </a:lnTo>
                <a:lnTo>
                  <a:pt x="360401" y="197302"/>
                </a:lnTo>
                <a:lnTo>
                  <a:pt x="360167" y="188025"/>
                </a:lnTo>
                <a:lnTo>
                  <a:pt x="360217" y="188876"/>
                </a:lnTo>
                <a:lnTo>
                  <a:pt x="359517" y="179733"/>
                </a:lnTo>
                <a:lnTo>
                  <a:pt x="359600" y="180567"/>
                </a:lnTo>
                <a:lnTo>
                  <a:pt x="358465" y="171540"/>
                </a:lnTo>
                <a:lnTo>
                  <a:pt x="358582" y="172375"/>
                </a:lnTo>
                <a:lnTo>
                  <a:pt x="356997" y="163498"/>
                </a:lnTo>
                <a:lnTo>
                  <a:pt x="357164" y="164316"/>
                </a:lnTo>
                <a:lnTo>
                  <a:pt x="356063" y="159510"/>
                </a:lnTo>
                <a:lnTo>
                  <a:pt x="388582" y="152019"/>
                </a:lnTo>
                <a:moveTo>
                  <a:pt x="368560" y="293243"/>
                </a:moveTo>
                <a:lnTo>
                  <a:pt x="365256" y="298999"/>
                </a:lnTo>
                <a:lnTo>
                  <a:pt x="360134" y="306974"/>
                </a:lnTo>
                <a:lnTo>
                  <a:pt x="354645" y="314700"/>
                </a:lnTo>
                <a:lnTo>
                  <a:pt x="348805" y="322125"/>
                </a:lnTo>
                <a:lnTo>
                  <a:pt x="342631" y="329266"/>
                </a:lnTo>
                <a:lnTo>
                  <a:pt x="336107" y="336107"/>
                </a:lnTo>
                <a:lnTo>
                  <a:pt x="329267" y="342631"/>
                </a:lnTo>
                <a:lnTo>
                  <a:pt x="322125" y="348805"/>
                </a:lnTo>
                <a:lnTo>
                  <a:pt x="314700" y="354644"/>
                </a:lnTo>
                <a:lnTo>
                  <a:pt x="306975" y="360134"/>
                </a:lnTo>
                <a:lnTo>
                  <a:pt x="298999" y="365256"/>
                </a:lnTo>
                <a:lnTo>
                  <a:pt x="292342" y="369077"/>
                </a:lnTo>
                <a:lnTo>
                  <a:pt x="275706" y="340145"/>
                </a:lnTo>
                <a:lnTo>
                  <a:pt x="282013" y="336541"/>
                </a:lnTo>
                <a:lnTo>
                  <a:pt x="281312" y="336957"/>
                </a:lnTo>
                <a:lnTo>
                  <a:pt x="288637" y="332269"/>
                </a:lnTo>
                <a:lnTo>
                  <a:pt x="287970" y="332719"/>
                </a:lnTo>
                <a:lnTo>
                  <a:pt x="295028" y="327681"/>
                </a:lnTo>
                <a:lnTo>
                  <a:pt x="294395" y="328165"/>
                </a:lnTo>
                <a:lnTo>
                  <a:pt x="301202" y="322826"/>
                </a:lnTo>
                <a:lnTo>
                  <a:pt x="300584" y="323326"/>
                </a:lnTo>
                <a:lnTo>
                  <a:pt x="307125" y="317653"/>
                </a:lnTo>
                <a:lnTo>
                  <a:pt x="306541" y="318203"/>
                </a:lnTo>
                <a:lnTo>
                  <a:pt x="312798" y="312230"/>
                </a:lnTo>
                <a:lnTo>
                  <a:pt x="312230" y="312798"/>
                </a:lnTo>
                <a:lnTo>
                  <a:pt x="318204" y="306540"/>
                </a:lnTo>
                <a:lnTo>
                  <a:pt x="317653" y="307125"/>
                </a:lnTo>
                <a:lnTo>
                  <a:pt x="323326" y="300584"/>
                </a:lnTo>
                <a:lnTo>
                  <a:pt x="322826" y="301202"/>
                </a:lnTo>
                <a:lnTo>
                  <a:pt x="328165" y="294394"/>
                </a:lnTo>
                <a:lnTo>
                  <a:pt x="327681" y="295028"/>
                </a:lnTo>
                <a:lnTo>
                  <a:pt x="332720" y="287970"/>
                </a:lnTo>
                <a:lnTo>
                  <a:pt x="332269" y="288637"/>
                </a:lnTo>
                <a:lnTo>
                  <a:pt x="336958" y="281313"/>
                </a:lnTo>
                <a:lnTo>
                  <a:pt x="336525" y="282013"/>
                </a:lnTo>
                <a:lnTo>
                  <a:pt x="339644" y="276608"/>
                </a:lnTo>
                <a:lnTo>
                  <a:pt x="368560" y="293243"/>
                </a:lnTo>
                <a:moveTo>
                  <a:pt x="258855" y="383760"/>
                </a:moveTo>
                <a:lnTo>
                  <a:pt x="255434" y="384928"/>
                </a:lnTo>
                <a:lnTo>
                  <a:pt x="246073" y="387581"/>
                </a:lnTo>
                <a:lnTo>
                  <a:pt x="236546" y="389783"/>
                </a:lnTo>
                <a:lnTo>
                  <a:pt x="226852" y="391502"/>
                </a:lnTo>
                <a:lnTo>
                  <a:pt x="216991" y="392753"/>
                </a:lnTo>
                <a:lnTo>
                  <a:pt x="206997" y="393521"/>
                </a:lnTo>
                <a:lnTo>
                  <a:pt x="196886" y="393771"/>
                </a:lnTo>
                <a:lnTo>
                  <a:pt x="186774" y="393521"/>
                </a:lnTo>
                <a:lnTo>
                  <a:pt x="176780" y="392753"/>
                </a:lnTo>
                <a:lnTo>
                  <a:pt x="166919" y="391502"/>
                </a:lnTo>
                <a:lnTo>
                  <a:pt x="157224" y="389783"/>
                </a:lnTo>
                <a:lnTo>
                  <a:pt x="151017" y="388349"/>
                </a:lnTo>
                <a:lnTo>
                  <a:pt x="158510" y="355829"/>
                </a:lnTo>
                <a:lnTo>
                  <a:pt x="164316" y="357164"/>
                </a:lnTo>
                <a:lnTo>
                  <a:pt x="163499" y="356997"/>
                </a:lnTo>
                <a:lnTo>
                  <a:pt x="172374" y="358582"/>
                </a:lnTo>
                <a:lnTo>
                  <a:pt x="171541" y="358465"/>
                </a:lnTo>
                <a:lnTo>
                  <a:pt x="180567" y="359600"/>
                </a:lnTo>
                <a:lnTo>
                  <a:pt x="179733" y="359516"/>
                </a:lnTo>
                <a:lnTo>
                  <a:pt x="188877" y="360217"/>
                </a:lnTo>
                <a:lnTo>
                  <a:pt x="188026" y="360167"/>
                </a:lnTo>
                <a:lnTo>
                  <a:pt x="197302" y="360401"/>
                </a:lnTo>
                <a:lnTo>
                  <a:pt x="196468" y="360401"/>
                </a:lnTo>
                <a:lnTo>
                  <a:pt x="205728" y="360167"/>
                </a:lnTo>
                <a:lnTo>
                  <a:pt x="204894" y="360217"/>
                </a:lnTo>
                <a:lnTo>
                  <a:pt x="214038" y="359516"/>
                </a:lnTo>
                <a:lnTo>
                  <a:pt x="213204" y="359600"/>
                </a:lnTo>
                <a:lnTo>
                  <a:pt x="222231" y="358465"/>
                </a:lnTo>
                <a:lnTo>
                  <a:pt x="221396" y="358582"/>
                </a:lnTo>
                <a:lnTo>
                  <a:pt x="230273" y="356997"/>
                </a:lnTo>
                <a:lnTo>
                  <a:pt x="229455" y="357164"/>
                </a:lnTo>
                <a:lnTo>
                  <a:pt x="238165" y="355161"/>
                </a:lnTo>
                <a:lnTo>
                  <a:pt x="237364" y="355361"/>
                </a:lnTo>
                <a:lnTo>
                  <a:pt x="245907" y="352925"/>
                </a:lnTo>
                <a:lnTo>
                  <a:pt x="245123" y="353176"/>
                </a:lnTo>
                <a:lnTo>
                  <a:pt x="248159" y="352158"/>
                </a:lnTo>
                <a:lnTo>
                  <a:pt x="258855" y="383760"/>
                </a:lnTo>
                <a:moveTo>
                  <a:pt x="116362" y="376535"/>
                </a:moveTo>
                <a:lnTo>
                  <a:pt x="111523" y="374349"/>
                </a:lnTo>
                <a:lnTo>
                  <a:pt x="103031" y="369995"/>
                </a:lnTo>
                <a:lnTo>
                  <a:pt x="94772" y="365256"/>
                </a:lnTo>
                <a:lnTo>
                  <a:pt x="86796" y="360134"/>
                </a:lnTo>
                <a:lnTo>
                  <a:pt x="79071" y="354644"/>
                </a:lnTo>
                <a:lnTo>
                  <a:pt x="71629" y="348805"/>
                </a:lnTo>
                <a:lnTo>
                  <a:pt x="64505" y="342631"/>
                </a:lnTo>
                <a:lnTo>
                  <a:pt x="57664" y="336107"/>
                </a:lnTo>
                <a:lnTo>
                  <a:pt x="51140" y="329266"/>
                </a:lnTo>
                <a:lnTo>
                  <a:pt x="44967" y="322125"/>
                </a:lnTo>
                <a:lnTo>
                  <a:pt x="39110" y="314700"/>
                </a:lnTo>
                <a:lnTo>
                  <a:pt x="33955" y="307442"/>
                </a:lnTo>
                <a:lnTo>
                  <a:pt x="61151" y="288104"/>
                </a:lnTo>
                <a:lnTo>
                  <a:pt x="66090" y="295028"/>
                </a:lnTo>
                <a:lnTo>
                  <a:pt x="65606" y="294394"/>
                </a:lnTo>
                <a:lnTo>
                  <a:pt x="70946" y="301202"/>
                </a:lnTo>
                <a:lnTo>
                  <a:pt x="70444" y="300584"/>
                </a:lnTo>
                <a:lnTo>
                  <a:pt x="76101" y="307125"/>
                </a:lnTo>
                <a:lnTo>
                  <a:pt x="75567" y="306540"/>
                </a:lnTo>
                <a:lnTo>
                  <a:pt x="81540" y="312798"/>
                </a:lnTo>
                <a:lnTo>
                  <a:pt x="80973" y="312230"/>
                </a:lnTo>
                <a:lnTo>
                  <a:pt x="87230" y="318203"/>
                </a:lnTo>
                <a:lnTo>
                  <a:pt x="86646" y="317653"/>
                </a:lnTo>
                <a:lnTo>
                  <a:pt x="93186" y="323326"/>
                </a:lnTo>
                <a:lnTo>
                  <a:pt x="92570" y="322826"/>
                </a:lnTo>
                <a:lnTo>
                  <a:pt x="99377" y="328165"/>
                </a:lnTo>
                <a:lnTo>
                  <a:pt x="98743" y="327681"/>
                </a:lnTo>
                <a:lnTo>
                  <a:pt x="105801" y="332719"/>
                </a:lnTo>
                <a:lnTo>
                  <a:pt x="105133" y="332269"/>
                </a:lnTo>
                <a:lnTo>
                  <a:pt x="112442" y="336957"/>
                </a:lnTo>
                <a:lnTo>
                  <a:pt x="111757" y="336541"/>
                </a:lnTo>
                <a:lnTo>
                  <a:pt x="119316" y="340879"/>
                </a:lnTo>
                <a:lnTo>
                  <a:pt x="118598" y="340478"/>
                </a:lnTo>
                <a:lnTo>
                  <a:pt x="126373" y="344466"/>
                </a:lnTo>
                <a:lnTo>
                  <a:pt x="125639" y="344116"/>
                </a:lnTo>
                <a:lnTo>
                  <a:pt x="130094" y="346135"/>
                </a:lnTo>
                <a:lnTo>
                  <a:pt x="116362" y="376535"/>
                </a:lnTo>
                <a:moveTo>
                  <a:pt x="16335" y="275423"/>
                </a:moveTo>
                <a:lnTo>
                  <a:pt x="15467" y="273521"/>
                </a:lnTo>
                <a:lnTo>
                  <a:pt x="11946" y="264577"/>
                </a:lnTo>
                <a:lnTo>
                  <a:pt x="8842" y="255434"/>
                </a:lnTo>
                <a:lnTo>
                  <a:pt x="6190" y="246073"/>
                </a:lnTo>
                <a:lnTo>
                  <a:pt x="3988" y="236546"/>
                </a:lnTo>
                <a:lnTo>
                  <a:pt x="2269" y="226852"/>
                </a:lnTo>
                <a:lnTo>
                  <a:pt x="1018" y="216991"/>
                </a:lnTo>
                <a:lnTo>
                  <a:pt x="283" y="207430"/>
                </a:lnTo>
                <a:lnTo>
                  <a:pt x="33553" y="204894"/>
                </a:lnTo>
                <a:lnTo>
                  <a:pt x="34255" y="214038"/>
                </a:lnTo>
                <a:lnTo>
                  <a:pt x="34171" y="213203"/>
                </a:lnTo>
                <a:lnTo>
                  <a:pt x="35305" y="222230"/>
                </a:lnTo>
                <a:lnTo>
                  <a:pt x="35189" y="221396"/>
                </a:lnTo>
                <a:lnTo>
                  <a:pt x="36774" y="230273"/>
                </a:lnTo>
                <a:lnTo>
                  <a:pt x="36607" y="229455"/>
                </a:lnTo>
                <a:lnTo>
                  <a:pt x="38610" y="238165"/>
                </a:lnTo>
                <a:lnTo>
                  <a:pt x="38409" y="237364"/>
                </a:lnTo>
                <a:lnTo>
                  <a:pt x="40828" y="245907"/>
                </a:lnTo>
                <a:lnTo>
                  <a:pt x="40595" y="245122"/>
                </a:lnTo>
                <a:lnTo>
                  <a:pt x="43431" y="253498"/>
                </a:lnTo>
                <a:lnTo>
                  <a:pt x="43148" y="252731"/>
                </a:lnTo>
                <a:lnTo>
                  <a:pt x="46368" y="260906"/>
                </a:lnTo>
                <a:lnTo>
                  <a:pt x="46052" y="260156"/>
                </a:lnTo>
                <a:lnTo>
                  <a:pt x="46735" y="261674"/>
                </a:lnTo>
                <a:lnTo>
                  <a:pt x="16335" y="27542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63">
            <a:extLst xmlns:a="http://schemas.openxmlformats.org/drawingml/2006/main">
              <a:ext uri="{FF2B5EF4-FFF2-40B4-BE49-F238E27FC236}">
                <a16:creationId xmlns:a16="http://schemas.microsoft.com/office/drawing/2014/main" id="{DFCDA6D1-9A7B-48F3-9AFA-0242093C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4515" y="70436"/>
            <a:ext cx="3518580" cy="5376815"/>
          </a:xfrm>
          <a:custGeom xmlns:a="http://schemas.openxmlformats.org/drawingml/2006/main">
            <a:pathLst>
              <a:path w="3518580" h="5376815">
                <a:moveTo>
                  <a:pt x="667" y="188710"/>
                </a:moveTo>
                <a:cubicBezTo>
                  <a:pt x="0" y="84878"/>
                  <a:pt x="84877" y="0"/>
                  <a:pt x="188877" y="501"/>
                </a:cubicBezTo>
                <a:lnTo>
                  <a:pt x="3328369" y="501"/>
                </a:lnTo>
                <a:cubicBezTo>
                  <a:pt x="3433202" y="0"/>
                  <a:pt x="3518080" y="84878"/>
                  <a:pt x="3518580" y="188710"/>
                </a:cubicBezTo>
                <a:lnTo>
                  <a:pt x="3518580" y="5186269"/>
                </a:lnTo>
                <a:cubicBezTo>
                  <a:pt x="3518080" y="5291937"/>
                  <a:pt x="3433202" y="5376815"/>
                  <a:pt x="3328369" y="5376481"/>
                </a:cubicBezTo>
                <a:lnTo>
                  <a:pt x="188877" y="5376481"/>
                </a:lnTo>
                <a:cubicBezTo>
                  <a:pt x="84877" y="5376815"/>
                  <a:pt x="0" y="5291937"/>
                  <a:pt x="667" y="5186269"/>
                </a:cubicBezTo>
                <a:lnTo>
                  <a:pt x="667" y="188710"/>
                </a:lnTo>
              </a:path>
            </a:pathLst>
          </a:custGeom>
          <a:solidFill xmlns:a="http://schemas.openxmlformats.org/drawingml/2006/main">
            <a:srgbClr val="92D050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5FB40AD8-EED6-4489-880C-7A8F14F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9456" y="656067"/>
            <a:ext cx="1577114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Compile graph </a:t>
            </a:r>
          </a:p>
        </p:txBody>
      </p:sp>
      <p:sp>
        <p:nvSpPr>
          <p:cNvPr id="82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B8C4A771-13FC-4C03-AE11-A2C19DA8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2338" y="656067"/>
            <a:ext cx="381617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via </a:t>
            </a:r>
          </a:p>
        </p:txBody>
      </p:sp>
      <p:sp>
        <p:nvSpPr>
          <p:cNvPr id="83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C9DCA3A9-7836-40B1-B25B-49C8F9B0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0355" y="938882"/>
            <a:ext cx="2012318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constrained solvers</a:t>
            </a:r>
          </a:p>
        </p:txBody>
      </p:sp>
      <p:sp>
        <p:nvSpPr>
          <p:cNvPr id="84" name="pdf-path-70">
            <a:extLst xmlns:a="http://schemas.openxmlformats.org/drawingml/2006/main">
              <a:ext uri="{FF2B5EF4-FFF2-40B4-BE49-F238E27FC236}">
                <a16:creationId xmlns:a16="http://schemas.microsoft.com/office/drawing/2014/main" id="{D8B7B0A7-9F41-4326-A818-685063C4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0402" y="1286789"/>
            <a:ext cx="562291" cy="562292"/>
          </a:xfrm>
          <a:custGeom xmlns:a="http://schemas.openxmlformats.org/drawingml/2006/main">
            <a:pathLst>
              <a:path w="562291" h="562292">
                <a:moveTo>
                  <a:pt x="84" y="273905"/>
                </a:moveTo>
                <a:lnTo>
                  <a:pt x="367" y="266697"/>
                </a:lnTo>
                <a:lnTo>
                  <a:pt x="817" y="259539"/>
                </a:lnTo>
                <a:lnTo>
                  <a:pt x="1451" y="252314"/>
                </a:lnTo>
                <a:lnTo>
                  <a:pt x="3237" y="238349"/>
                </a:lnTo>
                <a:lnTo>
                  <a:pt x="5707" y="224500"/>
                </a:lnTo>
                <a:lnTo>
                  <a:pt x="8842" y="210901"/>
                </a:lnTo>
                <a:lnTo>
                  <a:pt x="12631" y="197553"/>
                </a:lnTo>
                <a:lnTo>
                  <a:pt x="17052" y="184472"/>
                </a:lnTo>
                <a:lnTo>
                  <a:pt x="22091" y="171708"/>
                </a:lnTo>
                <a:lnTo>
                  <a:pt x="27731" y="159244"/>
                </a:lnTo>
                <a:lnTo>
                  <a:pt x="33938" y="147114"/>
                </a:lnTo>
                <a:lnTo>
                  <a:pt x="40712" y="135351"/>
                </a:lnTo>
                <a:lnTo>
                  <a:pt x="48020" y="123938"/>
                </a:lnTo>
                <a:lnTo>
                  <a:pt x="55862" y="112926"/>
                </a:lnTo>
                <a:lnTo>
                  <a:pt x="64204" y="102297"/>
                </a:lnTo>
                <a:lnTo>
                  <a:pt x="73031" y="92102"/>
                </a:lnTo>
                <a:lnTo>
                  <a:pt x="82341" y="82341"/>
                </a:lnTo>
                <a:lnTo>
                  <a:pt x="92102" y="73031"/>
                </a:lnTo>
                <a:lnTo>
                  <a:pt x="102297" y="64205"/>
                </a:lnTo>
                <a:lnTo>
                  <a:pt x="112926" y="55862"/>
                </a:lnTo>
                <a:lnTo>
                  <a:pt x="123938" y="48020"/>
                </a:lnTo>
                <a:lnTo>
                  <a:pt x="135351" y="40712"/>
                </a:lnTo>
                <a:lnTo>
                  <a:pt x="147131" y="33938"/>
                </a:lnTo>
                <a:lnTo>
                  <a:pt x="159243" y="27731"/>
                </a:lnTo>
                <a:lnTo>
                  <a:pt x="171707" y="22091"/>
                </a:lnTo>
                <a:lnTo>
                  <a:pt x="184471" y="17052"/>
                </a:lnTo>
                <a:lnTo>
                  <a:pt x="197553" y="12631"/>
                </a:lnTo>
                <a:lnTo>
                  <a:pt x="210901" y="8843"/>
                </a:lnTo>
                <a:lnTo>
                  <a:pt x="224499" y="5706"/>
                </a:lnTo>
                <a:lnTo>
                  <a:pt x="238349" y="3237"/>
                </a:lnTo>
                <a:lnTo>
                  <a:pt x="252313" y="1452"/>
                </a:lnTo>
                <a:lnTo>
                  <a:pt x="259539" y="818"/>
                </a:lnTo>
                <a:lnTo>
                  <a:pt x="266696" y="367"/>
                </a:lnTo>
                <a:lnTo>
                  <a:pt x="273904" y="83"/>
                </a:lnTo>
                <a:lnTo>
                  <a:pt x="281146" y="0"/>
                </a:lnTo>
                <a:lnTo>
                  <a:pt x="288388" y="83"/>
                </a:lnTo>
                <a:lnTo>
                  <a:pt x="295595" y="367"/>
                </a:lnTo>
                <a:lnTo>
                  <a:pt x="302753" y="818"/>
                </a:lnTo>
                <a:lnTo>
                  <a:pt x="309979" y="1452"/>
                </a:lnTo>
                <a:lnTo>
                  <a:pt x="323944" y="3237"/>
                </a:lnTo>
                <a:lnTo>
                  <a:pt x="337792" y="5706"/>
                </a:lnTo>
                <a:lnTo>
                  <a:pt x="351391" y="8843"/>
                </a:lnTo>
                <a:lnTo>
                  <a:pt x="364739" y="12631"/>
                </a:lnTo>
                <a:lnTo>
                  <a:pt x="377820" y="17052"/>
                </a:lnTo>
                <a:lnTo>
                  <a:pt x="390585" y="22091"/>
                </a:lnTo>
                <a:lnTo>
                  <a:pt x="403049" y="27731"/>
                </a:lnTo>
                <a:lnTo>
                  <a:pt x="415179" y="33938"/>
                </a:lnTo>
                <a:lnTo>
                  <a:pt x="426941" y="40712"/>
                </a:lnTo>
                <a:lnTo>
                  <a:pt x="438354" y="48020"/>
                </a:lnTo>
                <a:lnTo>
                  <a:pt x="449366" y="55862"/>
                </a:lnTo>
                <a:lnTo>
                  <a:pt x="459995" y="64205"/>
                </a:lnTo>
                <a:lnTo>
                  <a:pt x="470190" y="73031"/>
                </a:lnTo>
                <a:lnTo>
                  <a:pt x="479950" y="82341"/>
                </a:lnTo>
                <a:lnTo>
                  <a:pt x="489261" y="92102"/>
                </a:lnTo>
                <a:lnTo>
                  <a:pt x="498087" y="102297"/>
                </a:lnTo>
                <a:lnTo>
                  <a:pt x="506430" y="112926"/>
                </a:lnTo>
                <a:lnTo>
                  <a:pt x="514272" y="123938"/>
                </a:lnTo>
                <a:lnTo>
                  <a:pt x="521579" y="135351"/>
                </a:lnTo>
                <a:lnTo>
                  <a:pt x="528354" y="147114"/>
                </a:lnTo>
                <a:lnTo>
                  <a:pt x="534561" y="159244"/>
                </a:lnTo>
                <a:lnTo>
                  <a:pt x="540201" y="171708"/>
                </a:lnTo>
                <a:lnTo>
                  <a:pt x="545239" y="184472"/>
                </a:lnTo>
                <a:lnTo>
                  <a:pt x="549662" y="197553"/>
                </a:lnTo>
                <a:lnTo>
                  <a:pt x="553449" y="210901"/>
                </a:lnTo>
                <a:lnTo>
                  <a:pt x="556586" y="224500"/>
                </a:lnTo>
                <a:lnTo>
                  <a:pt x="559055" y="238349"/>
                </a:lnTo>
                <a:lnTo>
                  <a:pt x="560840" y="252314"/>
                </a:lnTo>
                <a:lnTo>
                  <a:pt x="561475" y="259539"/>
                </a:lnTo>
                <a:lnTo>
                  <a:pt x="561925" y="266697"/>
                </a:lnTo>
                <a:lnTo>
                  <a:pt x="562208" y="273905"/>
                </a:lnTo>
                <a:lnTo>
                  <a:pt x="562291" y="281146"/>
                </a:lnTo>
                <a:lnTo>
                  <a:pt x="562208" y="288387"/>
                </a:lnTo>
                <a:lnTo>
                  <a:pt x="561925" y="295595"/>
                </a:lnTo>
                <a:lnTo>
                  <a:pt x="561475" y="302753"/>
                </a:lnTo>
                <a:lnTo>
                  <a:pt x="560840" y="309978"/>
                </a:lnTo>
                <a:lnTo>
                  <a:pt x="559055" y="323944"/>
                </a:lnTo>
                <a:lnTo>
                  <a:pt x="556586" y="337792"/>
                </a:lnTo>
                <a:lnTo>
                  <a:pt x="553449" y="351391"/>
                </a:lnTo>
                <a:lnTo>
                  <a:pt x="549662" y="364739"/>
                </a:lnTo>
                <a:lnTo>
                  <a:pt x="545239" y="377820"/>
                </a:lnTo>
                <a:lnTo>
                  <a:pt x="540201" y="390584"/>
                </a:lnTo>
                <a:lnTo>
                  <a:pt x="534561" y="403048"/>
                </a:lnTo>
                <a:lnTo>
                  <a:pt x="528354" y="415162"/>
                </a:lnTo>
                <a:lnTo>
                  <a:pt x="521579" y="426942"/>
                </a:lnTo>
                <a:lnTo>
                  <a:pt x="514272" y="438354"/>
                </a:lnTo>
                <a:lnTo>
                  <a:pt x="506430" y="449366"/>
                </a:lnTo>
                <a:lnTo>
                  <a:pt x="498087" y="459995"/>
                </a:lnTo>
                <a:lnTo>
                  <a:pt x="489261" y="470190"/>
                </a:lnTo>
                <a:lnTo>
                  <a:pt x="479950" y="479950"/>
                </a:lnTo>
                <a:lnTo>
                  <a:pt x="470190" y="489261"/>
                </a:lnTo>
                <a:lnTo>
                  <a:pt x="459995" y="498087"/>
                </a:lnTo>
                <a:lnTo>
                  <a:pt x="449366" y="506430"/>
                </a:lnTo>
                <a:lnTo>
                  <a:pt x="438354" y="514272"/>
                </a:lnTo>
                <a:lnTo>
                  <a:pt x="426941" y="521580"/>
                </a:lnTo>
                <a:lnTo>
                  <a:pt x="415179" y="528354"/>
                </a:lnTo>
                <a:lnTo>
                  <a:pt x="403049" y="534561"/>
                </a:lnTo>
                <a:lnTo>
                  <a:pt x="390585" y="540201"/>
                </a:lnTo>
                <a:lnTo>
                  <a:pt x="377820" y="545240"/>
                </a:lnTo>
                <a:lnTo>
                  <a:pt x="364739" y="549662"/>
                </a:lnTo>
                <a:lnTo>
                  <a:pt x="351391" y="553449"/>
                </a:lnTo>
                <a:lnTo>
                  <a:pt x="337792" y="556586"/>
                </a:lnTo>
                <a:lnTo>
                  <a:pt x="323944" y="559055"/>
                </a:lnTo>
                <a:lnTo>
                  <a:pt x="309979" y="560840"/>
                </a:lnTo>
                <a:lnTo>
                  <a:pt x="302753" y="561475"/>
                </a:lnTo>
                <a:lnTo>
                  <a:pt x="295595" y="561925"/>
                </a:lnTo>
                <a:lnTo>
                  <a:pt x="288388" y="562209"/>
                </a:lnTo>
                <a:lnTo>
                  <a:pt x="281146" y="562292"/>
                </a:lnTo>
                <a:lnTo>
                  <a:pt x="273904" y="562209"/>
                </a:lnTo>
                <a:lnTo>
                  <a:pt x="266696" y="561925"/>
                </a:lnTo>
                <a:lnTo>
                  <a:pt x="259539" y="561475"/>
                </a:lnTo>
                <a:lnTo>
                  <a:pt x="252313" y="560840"/>
                </a:lnTo>
                <a:lnTo>
                  <a:pt x="238349" y="559055"/>
                </a:lnTo>
                <a:lnTo>
                  <a:pt x="224499" y="556586"/>
                </a:lnTo>
                <a:lnTo>
                  <a:pt x="210901" y="553449"/>
                </a:lnTo>
                <a:lnTo>
                  <a:pt x="197553" y="549662"/>
                </a:lnTo>
                <a:lnTo>
                  <a:pt x="184471" y="545240"/>
                </a:lnTo>
                <a:lnTo>
                  <a:pt x="171707" y="540201"/>
                </a:lnTo>
                <a:lnTo>
                  <a:pt x="159243" y="534561"/>
                </a:lnTo>
                <a:lnTo>
                  <a:pt x="147131" y="528354"/>
                </a:lnTo>
                <a:lnTo>
                  <a:pt x="135351" y="521580"/>
                </a:lnTo>
                <a:lnTo>
                  <a:pt x="123938" y="514272"/>
                </a:lnTo>
                <a:lnTo>
                  <a:pt x="112926" y="506430"/>
                </a:lnTo>
                <a:lnTo>
                  <a:pt x="102297" y="498087"/>
                </a:lnTo>
                <a:lnTo>
                  <a:pt x="92102" y="489261"/>
                </a:lnTo>
                <a:lnTo>
                  <a:pt x="82341" y="479950"/>
                </a:lnTo>
                <a:lnTo>
                  <a:pt x="73031" y="470190"/>
                </a:lnTo>
                <a:lnTo>
                  <a:pt x="64204" y="459995"/>
                </a:lnTo>
                <a:lnTo>
                  <a:pt x="55862" y="449366"/>
                </a:lnTo>
                <a:lnTo>
                  <a:pt x="48020" y="438354"/>
                </a:lnTo>
                <a:lnTo>
                  <a:pt x="40712" y="426942"/>
                </a:lnTo>
                <a:lnTo>
                  <a:pt x="33938" y="415162"/>
                </a:lnTo>
                <a:lnTo>
                  <a:pt x="27731" y="403048"/>
                </a:lnTo>
                <a:lnTo>
                  <a:pt x="22091" y="390584"/>
                </a:lnTo>
                <a:lnTo>
                  <a:pt x="17052" y="377820"/>
                </a:lnTo>
                <a:lnTo>
                  <a:pt x="12631" y="364739"/>
                </a:lnTo>
                <a:lnTo>
                  <a:pt x="8842" y="351391"/>
                </a:lnTo>
                <a:lnTo>
                  <a:pt x="5707" y="337792"/>
                </a:lnTo>
                <a:lnTo>
                  <a:pt x="3237" y="323944"/>
                </a:lnTo>
                <a:lnTo>
                  <a:pt x="1451" y="309978"/>
                </a:lnTo>
                <a:lnTo>
                  <a:pt x="817" y="302753"/>
                </a:lnTo>
                <a:lnTo>
                  <a:pt x="367" y="295595"/>
                </a:lnTo>
                <a:lnTo>
                  <a:pt x="84" y="288387"/>
                </a:lnTo>
                <a:lnTo>
                  <a:pt x="0" y="281146"/>
                </a:lnTo>
                <a:lnTo>
                  <a:pt x="84" y="273905"/>
                </a:lnTo>
                <a:moveTo>
                  <a:pt x="33370" y="281363"/>
                </a:moveTo>
                <a:lnTo>
                  <a:pt x="33370" y="280929"/>
                </a:lnTo>
                <a:lnTo>
                  <a:pt x="33454" y="287754"/>
                </a:lnTo>
                <a:lnTo>
                  <a:pt x="33437" y="287336"/>
                </a:lnTo>
                <a:lnTo>
                  <a:pt x="33703" y="294127"/>
                </a:lnTo>
                <a:lnTo>
                  <a:pt x="33688" y="293693"/>
                </a:lnTo>
                <a:lnTo>
                  <a:pt x="34104" y="300434"/>
                </a:lnTo>
                <a:lnTo>
                  <a:pt x="34071" y="300017"/>
                </a:lnTo>
                <a:lnTo>
                  <a:pt x="34672" y="306708"/>
                </a:lnTo>
                <a:lnTo>
                  <a:pt x="34605" y="306090"/>
                </a:lnTo>
                <a:lnTo>
                  <a:pt x="36290" y="319322"/>
                </a:lnTo>
                <a:lnTo>
                  <a:pt x="36157" y="318488"/>
                </a:lnTo>
                <a:lnTo>
                  <a:pt x="38476" y="331519"/>
                </a:lnTo>
                <a:lnTo>
                  <a:pt x="38309" y="330684"/>
                </a:lnTo>
                <a:lnTo>
                  <a:pt x="41262" y="343482"/>
                </a:lnTo>
                <a:lnTo>
                  <a:pt x="41063" y="342681"/>
                </a:lnTo>
                <a:lnTo>
                  <a:pt x="44633" y="355228"/>
                </a:lnTo>
                <a:lnTo>
                  <a:pt x="44382" y="354444"/>
                </a:lnTo>
                <a:lnTo>
                  <a:pt x="48538" y="366725"/>
                </a:lnTo>
                <a:lnTo>
                  <a:pt x="48253" y="365957"/>
                </a:lnTo>
                <a:lnTo>
                  <a:pt x="52992" y="377970"/>
                </a:lnTo>
                <a:lnTo>
                  <a:pt x="52676" y="377220"/>
                </a:lnTo>
                <a:lnTo>
                  <a:pt x="57964" y="388933"/>
                </a:lnTo>
                <a:lnTo>
                  <a:pt x="57614" y="388199"/>
                </a:lnTo>
                <a:lnTo>
                  <a:pt x="63454" y="399594"/>
                </a:lnTo>
                <a:lnTo>
                  <a:pt x="63069" y="398894"/>
                </a:lnTo>
                <a:lnTo>
                  <a:pt x="69444" y="409956"/>
                </a:lnTo>
                <a:lnTo>
                  <a:pt x="69026" y="409272"/>
                </a:lnTo>
                <a:lnTo>
                  <a:pt x="75901" y="420001"/>
                </a:lnTo>
                <a:lnTo>
                  <a:pt x="75451" y="419333"/>
                </a:lnTo>
                <a:lnTo>
                  <a:pt x="82825" y="429711"/>
                </a:lnTo>
                <a:lnTo>
                  <a:pt x="82341" y="429061"/>
                </a:lnTo>
                <a:lnTo>
                  <a:pt x="90200" y="439055"/>
                </a:lnTo>
                <a:lnTo>
                  <a:pt x="89683" y="438438"/>
                </a:lnTo>
                <a:lnTo>
                  <a:pt x="97992" y="448032"/>
                </a:lnTo>
                <a:lnTo>
                  <a:pt x="97458" y="447448"/>
                </a:lnTo>
                <a:lnTo>
                  <a:pt x="106218" y="456641"/>
                </a:lnTo>
                <a:lnTo>
                  <a:pt x="105650" y="456074"/>
                </a:lnTo>
                <a:lnTo>
                  <a:pt x="114844" y="464834"/>
                </a:lnTo>
                <a:lnTo>
                  <a:pt x="114260" y="464300"/>
                </a:lnTo>
                <a:lnTo>
                  <a:pt x="123854" y="472609"/>
                </a:lnTo>
                <a:lnTo>
                  <a:pt x="123237" y="472092"/>
                </a:lnTo>
                <a:lnTo>
                  <a:pt x="133231" y="479950"/>
                </a:lnTo>
                <a:lnTo>
                  <a:pt x="132581" y="479467"/>
                </a:lnTo>
                <a:lnTo>
                  <a:pt x="142959" y="486842"/>
                </a:lnTo>
                <a:lnTo>
                  <a:pt x="142291" y="486391"/>
                </a:lnTo>
                <a:lnTo>
                  <a:pt x="153019" y="493265"/>
                </a:lnTo>
                <a:lnTo>
                  <a:pt x="152337" y="492848"/>
                </a:lnTo>
                <a:lnTo>
                  <a:pt x="163398" y="499222"/>
                </a:lnTo>
                <a:lnTo>
                  <a:pt x="162697" y="498838"/>
                </a:lnTo>
                <a:lnTo>
                  <a:pt x="174093" y="504678"/>
                </a:lnTo>
                <a:lnTo>
                  <a:pt x="173359" y="504328"/>
                </a:lnTo>
                <a:lnTo>
                  <a:pt x="185072" y="509617"/>
                </a:lnTo>
                <a:lnTo>
                  <a:pt x="184322" y="509300"/>
                </a:lnTo>
                <a:lnTo>
                  <a:pt x="196335" y="514038"/>
                </a:lnTo>
                <a:lnTo>
                  <a:pt x="195567" y="513755"/>
                </a:lnTo>
                <a:lnTo>
                  <a:pt x="207847" y="517909"/>
                </a:lnTo>
                <a:lnTo>
                  <a:pt x="207063" y="517659"/>
                </a:lnTo>
                <a:lnTo>
                  <a:pt x="219611" y="521230"/>
                </a:lnTo>
                <a:lnTo>
                  <a:pt x="218810" y="521030"/>
                </a:lnTo>
                <a:lnTo>
                  <a:pt x="231608" y="523983"/>
                </a:lnTo>
                <a:lnTo>
                  <a:pt x="230790" y="523816"/>
                </a:lnTo>
                <a:lnTo>
                  <a:pt x="243805" y="526135"/>
                </a:lnTo>
                <a:lnTo>
                  <a:pt x="242969" y="526002"/>
                </a:lnTo>
                <a:lnTo>
                  <a:pt x="256202" y="527687"/>
                </a:lnTo>
                <a:lnTo>
                  <a:pt x="255584" y="527620"/>
                </a:lnTo>
                <a:lnTo>
                  <a:pt x="262276" y="528221"/>
                </a:lnTo>
                <a:lnTo>
                  <a:pt x="261858" y="528188"/>
                </a:lnTo>
                <a:lnTo>
                  <a:pt x="268599" y="528605"/>
                </a:lnTo>
                <a:lnTo>
                  <a:pt x="268164" y="528588"/>
                </a:lnTo>
                <a:lnTo>
                  <a:pt x="274956" y="528855"/>
                </a:lnTo>
                <a:lnTo>
                  <a:pt x="274538" y="528838"/>
                </a:lnTo>
                <a:lnTo>
                  <a:pt x="281363" y="528922"/>
                </a:lnTo>
                <a:lnTo>
                  <a:pt x="280929" y="528922"/>
                </a:lnTo>
                <a:lnTo>
                  <a:pt x="287753" y="528838"/>
                </a:lnTo>
                <a:lnTo>
                  <a:pt x="287335" y="528855"/>
                </a:lnTo>
                <a:lnTo>
                  <a:pt x="294127" y="528588"/>
                </a:lnTo>
                <a:lnTo>
                  <a:pt x="293693" y="528605"/>
                </a:lnTo>
                <a:lnTo>
                  <a:pt x="300434" y="528188"/>
                </a:lnTo>
                <a:lnTo>
                  <a:pt x="300017" y="528221"/>
                </a:lnTo>
                <a:lnTo>
                  <a:pt x="306708" y="527620"/>
                </a:lnTo>
                <a:lnTo>
                  <a:pt x="306090" y="527687"/>
                </a:lnTo>
                <a:lnTo>
                  <a:pt x="319322" y="526002"/>
                </a:lnTo>
                <a:lnTo>
                  <a:pt x="318487" y="526135"/>
                </a:lnTo>
                <a:lnTo>
                  <a:pt x="331518" y="523816"/>
                </a:lnTo>
                <a:lnTo>
                  <a:pt x="330684" y="523983"/>
                </a:lnTo>
                <a:lnTo>
                  <a:pt x="343483" y="521030"/>
                </a:lnTo>
                <a:lnTo>
                  <a:pt x="342681" y="521230"/>
                </a:lnTo>
                <a:lnTo>
                  <a:pt x="355228" y="517659"/>
                </a:lnTo>
                <a:lnTo>
                  <a:pt x="354444" y="517909"/>
                </a:lnTo>
                <a:lnTo>
                  <a:pt x="366725" y="513755"/>
                </a:lnTo>
                <a:lnTo>
                  <a:pt x="365957" y="514038"/>
                </a:lnTo>
                <a:lnTo>
                  <a:pt x="377970" y="509300"/>
                </a:lnTo>
                <a:lnTo>
                  <a:pt x="377219" y="509617"/>
                </a:lnTo>
                <a:lnTo>
                  <a:pt x="388933" y="504328"/>
                </a:lnTo>
                <a:lnTo>
                  <a:pt x="388199" y="504678"/>
                </a:lnTo>
                <a:lnTo>
                  <a:pt x="399594" y="498838"/>
                </a:lnTo>
                <a:lnTo>
                  <a:pt x="398894" y="499222"/>
                </a:lnTo>
                <a:lnTo>
                  <a:pt x="409956" y="492848"/>
                </a:lnTo>
                <a:lnTo>
                  <a:pt x="409272" y="493265"/>
                </a:lnTo>
                <a:lnTo>
                  <a:pt x="420001" y="486391"/>
                </a:lnTo>
                <a:lnTo>
                  <a:pt x="419333" y="486842"/>
                </a:lnTo>
                <a:lnTo>
                  <a:pt x="429711" y="479467"/>
                </a:lnTo>
                <a:lnTo>
                  <a:pt x="429060" y="479950"/>
                </a:lnTo>
                <a:lnTo>
                  <a:pt x="439055" y="472092"/>
                </a:lnTo>
                <a:lnTo>
                  <a:pt x="438437" y="472609"/>
                </a:lnTo>
                <a:lnTo>
                  <a:pt x="448031" y="464300"/>
                </a:lnTo>
                <a:lnTo>
                  <a:pt x="447447" y="464834"/>
                </a:lnTo>
                <a:lnTo>
                  <a:pt x="456641" y="456074"/>
                </a:lnTo>
                <a:lnTo>
                  <a:pt x="456074" y="456641"/>
                </a:lnTo>
                <a:lnTo>
                  <a:pt x="464833" y="447448"/>
                </a:lnTo>
                <a:lnTo>
                  <a:pt x="464299" y="448032"/>
                </a:lnTo>
                <a:lnTo>
                  <a:pt x="472608" y="438438"/>
                </a:lnTo>
                <a:lnTo>
                  <a:pt x="472091" y="439055"/>
                </a:lnTo>
                <a:lnTo>
                  <a:pt x="479950" y="429061"/>
                </a:lnTo>
                <a:lnTo>
                  <a:pt x="479467" y="429711"/>
                </a:lnTo>
                <a:lnTo>
                  <a:pt x="486842" y="419333"/>
                </a:lnTo>
                <a:lnTo>
                  <a:pt x="486392" y="420001"/>
                </a:lnTo>
                <a:lnTo>
                  <a:pt x="493282" y="409272"/>
                </a:lnTo>
                <a:lnTo>
                  <a:pt x="492848" y="409956"/>
                </a:lnTo>
                <a:lnTo>
                  <a:pt x="499222" y="398894"/>
                </a:lnTo>
                <a:lnTo>
                  <a:pt x="498838" y="399594"/>
                </a:lnTo>
                <a:lnTo>
                  <a:pt x="504677" y="388199"/>
                </a:lnTo>
                <a:lnTo>
                  <a:pt x="504327" y="388933"/>
                </a:lnTo>
                <a:lnTo>
                  <a:pt x="509617" y="377220"/>
                </a:lnTo>
                <a:lnTo>
                  <a:pt x="509300" y="377970"/>
                </a:lnTo>
                <a:lnTo>
                  <a:pt x="514039" y="365957"/>
                </a:lnTo>
                <a:lnTo>
                  <a:pt x="513754" y="366725"/>
                </a:lnTo>
                <a:lnTo>
                  <a:pt x="517910" y="354444"/>
                </a:lnTo>
                <a:lnTo>
                  <a:pt x="517659" y="355228"/>
                </a:lnTo>
                <a:lnTo>
                  <a:pt x="521230" y="342681"/>
                </a:lnTo>
                <a:lnTo>
                  <a:pt x="521030" y="343482"/>
                </a:lnTo>
                <a:lnTo>
                  <a:pt x="523983" y="330684"/>
                </a:lnTo>
                <a:lnTo>
                  <a:pt x="523816" y="331519"/>
                </a:lnTo>
                <a:lnTo>
                  <a:pt x="526135" y="318488"/>
                </a:lnTo>
                <a:lnTo>
                  <a:pt x="526001" y="319322"/>
                </a:lnTo>
                <a:lnTo>
                  <a:pt x="527687" y="306090"/>
                </a:lnTo>
                <a:lnTo>
                  <a:pt x="527620" y="306708"/>
                </a:lnTo>
                <a:lnTo>
                  <a:pt x="528221" y="300017"/>
                </a:lnTo>
                <a:lnTo>
                  <a:pt x="528188" y="300434"/>
                </a:lnTo>
                <a:lnTo>
                  <a:pt x="528604" y="293693"/>
                </a:lnTo>
                <a:lnTo>
                  <a:pt x="528588" y="294127"/>
                </a:lnTo>
                <a:lnTo>
                  <a:pt x="528855" y="287336"/>
                </a:lnTo>
                <a:lnTo>
                  <a:pt x="528837" y="287754"/>
                </a:lnTo>
                <a:lnTo>
                  <a:pt x="528921" y="280929"/>
                </a:lnTo>
                <a:lnTo>
                  <a:pt x="528921" y="281363"/>
                </a:lnTo>
                <a:lnTo>
                  <a:pt x="528837" y="274539"/>
                </a:lnTo>
                <a:lnTo>
                  <a:pt x="528855" y="274956"/>
                </a:lnTo>
                <a:lnTo>
                  <a:pt x="528588" y="268165"/>
                </a:lnTo>
                <a:lnTo>
                  <a:pt x="528604" y="268599"/>
                </a:lnTo>
                <a:lnTo>
                  <a:pt x="528188" y="261858"/>
                </a:lnTo>
                <a:lnTo>
                  <a:pt x="528221" y="262275"/>
                </a:lnTo>
                <a:lnTo>
                  <a:pt x="527620" y="255584"/>
                </a:lnTo>
                <a:lnTo>
                  <a:pt x="527687" y="256202"/>
                </a:lnTo>
                <a:lnTo>
                  <a:pt x="526001" y="242970"/>
                </a:lnTo>
                <a:lnTo>
                  <a:pt x="526135" y="243804"/>
                </a:lnTo>
                <a:lnTo>
                  <a:pt x="523816" y="230773"/>
                </a:lnTo>
                <a:lnTo>
                  <a:pt x="523983" y="231608"/>
                </a:lnTo>
                <a:lnTo>
                  <a:pt x="521030" y="218810"/>
                </a:lnTo>
                <a:lnTo>
                  <a:pt x="521230" y="219611"/>
                </a:lnTo>
                <a:lnTo>
                  <a:pt x="517659" y="207064"/>
                </a:lnTo>
                <a:lnTo>
                  <a:pt x="517910" y="207848"/>
                </a:lnTo>
                <a:lnTo>
                  <a:pt x="513754" y="195568"/>
                </a:lnTo>
                <a:lnTo>
                  <a:pt x="514039" y="196335"/>
                </a:lnTo>
                <a:lnTo>
                  <a:pt x="509300" y="184322"/>
                </a:lnTo>
                <a:lnTo>
                  <a:pt x="509617" y="185073"/>
                </a:lnTo>
                <a:lnTo>
                  <a:pt x="504327" y="173359"/>
                </a:lnTo>
                <a:lnTo>
                  <a:pt x="504677" y="174094"/>
                </a:lnTo>
                <a:lnTo>
                  <a:pt x="498838" y="162698"/>
                </a:lnTo>
                <a:lnTo>
                  <a:pt x="499222" y="163398"/>
                </a:lnTo>
                <a:lnTo>
                  <a:pt x="492848" y="152336"/>
                </a:lnTo>
                <a:lnTo>
                  <a:pt x="493282" y="153020"/>
                </a:lnTo>
                <a:lnTo>
                  <a:pt x="486392" y="142292"/>
                </a:lnTo>
                <a:lnTo>
                  <a:pt x="486842" y="142959"/>
                </a:lnTo>
                <a:lnTo>
                  <a:pt x="479467" y="132581"/>
                </a:lnTo>
                <a:lnTo>
                  <a:pt x="479950" y="133232"/>
                </a:lnTo>
                <a:lnTo>
                  <a:pt x="472091" y="123237"/>
                </a:lnTo>
                <a:lnTo>
                  <a:pt x="472608" y="123854"/>
                </a:lnTo>
                <a:lnTo>
                  <a:pt x="464299" y="114260"/>
                </a:lnTo>
                <a:lnTo>
                  <a:pt x="464833" y="114844"/>
                </a:lnTo>
                <a:lnTo>
                  <a:pt x="456074" y="105651"/>
                </a:lnTo>
                <a:lnTo>
                  <a:pt x="456641" y="106218"/>
                </a:lnTo>
                <a:lnTo>
                  <a:pt x="447447" y="97458"/>
                </a:lnTo>
                <a:lnTo>
                  <a:pt x="448031" y="97992"/>
                </a:lnTo>
                <a:lnTo>
                  <a:pt x="438437" y="89683"/>
                </a:lnTo>
                <a:lnTo>
                  <a:pt x="439055" y="90200"/>
                </a:lnTo>
                <a:lnTo>
                  <a:pt x="429060" y="82341"/>
                </a:lnTo>
                <a:lnTo>
                  <a:pt x="429711" y="82825"/>
                </a:lnTo>
                <a:lnTo>
                  <a:pt x="419333" y="75451"/>
                </a:lnTo>
                <a:lnTo>
                  <a:pt x="420001" y="75901"/>
                </a:lnTo>
                <a:lnTo>
                  <a:pt x="409272" y="69027"/>
                </a:lnTo>
                <a:lnTo>
                  <a:pt x="409956" y="69444"/>
                </a:lnTo>
                <a:lnTo>
                  <a:pt x="398894" y="63070"/>
                </a:lnTo>
                <a:lnTo>
                  <a:pt x="399594" y="63454"/>
                </a:lnTo>
                <a:lnTo>
                  <a:pt x="388199" y="57614"/>
                </a:lnTo>
                <a:lnTo>
                  <a:pt x="388933" y="57964"/>
                </a:lnTo>
                <a:lnTo>
                  <a:pt x="377219" y="52675"/>
                </a:lnTo>
                <a:lnTo>
                  <a:pt x="377970" y="52992"/>
                </a:lnTo>
                <a:lnTo>
                  <a:pt x="365957" y="48253"/>
                </a:lnTo>
                <a:lnTo>
                  <a:pt x="366725" y="48537"/>
                </a:lnTo>
                <a:lnTo>
                  <a:pt x="354444" y="44383"/>
                </a:lnTo>
                <a:lnTo>
                  <a:pt x="355228" y="44633"/>
                </a:lnTo>
                <a:lnTo>
                  <a:pt x="342681" y="41062"/>
                </a:lnTo>
                <a:lnTo>
                  <a:pt x="343483" y="41263"/>
                </a:lnTo>
                <a:lnTo>
                  <a:pt x="330684" y="38309"/>
                </a:lnTo>
                <a:lnTo>
                  <a:pt x="331518" y="38476"/>
                </a:lnTo>
                <a:lnTo>
                  <a:pt x="318487" y="36157"/>
                </a:lnTo>
                <a:lnTo>
                  <a:pt x="319322" y="36290"/>
                </a:lnTo>
                <a:lnTo>
                  <a:pt x="306090" y="34605"/>
                </a:lnTo>
                <a:lnTo>
                  <a:pt x="306708" y="34672"/>
                </a:lnTo>
                <a:lnTo>
                  <a:pt x="300017" y="34071"/>
                </a:lnTo>
                <a:lnTo>
                  <a:pt x="300434" y="34105"/>
                </a:lnTo>
                <a:lnTo>
                  <a:pt x="293693" y="33687"/>
                </a:lnTo>
                <a:lnTo>
                  <a:pt x="294127" y="33704"/>
                </a:lnTo>
                <a:lnTo>
                  <a:pt x="287335" y="33437"/>
                </a:lnTo>
                <a:lnTo>
                  <a:pt x="287753" y="33454"/>
                </a:lnTo>
                <a:lnTo>
                  <a:pt x="280929" y="33370"/>
                </a:lnTo>
                <a:lnTo>
                  <a:pt x="281363" y="33370"/>
                </a:lnTo>
                <a:lnTo>
                  <a:pt x="274538" y="33454"/>
                </a:lnTo>
                <a:lnTo>
                  <a:pt x="274956" y="33437"/>
                </a:lnTo>
                <a:lnTo>
                  <a:pt x="268164" y="33704"/>
                </a:lnTo>
                <a:lnTo>
                  <a:pt x="268599" y="33687"/>
                </a:lnTo>
                <a:lnTo>
                  <a:pt x="261858" y="34105"/>
                </a:lnTo>
                <a:lnTo>
                  <a:pt x="262276" y="34071"/>
                </a:lnTo>
                <a:lnTo>
                  <a:pt x="255584" y="34672"/>
                </a:lnTo>
                <a:lnTo>
                  <a:pt x="256202" y="34605"/>
                </a:lnTo>
                <a:lnTo>
                  <a:pt x="242969" y="36290"/>
                </a:lnTo>
                <a:lnTo>
                  <a:pt x="243805" y="36157"/>
                </a:lnTo>
                <a:lnTo>
                  <a:pt x="230790" y="38476"/>
                </a:lnTo>
                <a:lnTo>
                  <a:pt x="231608" y="38309"/>
                </a:lnTo>
                <a:lnTo>
                  <a:pt x="218810" y="41263"/>
                </a:lnTo>
                <a:lnTo>
                  <a:pt x="219611" y="41062"/>
                </a:lnTo>
                <a:lnTo>
                  <a:pt x="207063" y="44633"/>
                </a:lnTo>
                <a:lnTo>
                  <a:pt x="207847" y="44383"/>
                </a:lnTo>
                <a:lnTo>
                  <a:pt x="195567" y="48537"/>
                </a:lnTo>
                <a:lnTo>
                  <a:pt x="196335" y="48253"/>
                </a:lnTo>
                <a:lnTo>
                  <a:pt x="184322" y="52992"/>
                </a:lnTo>
                <a:lnTo>
                  <a:pt x="185072" y="52675"/>
                </a:lnTo>
                <a:lnTo>
                  <a:pt x="173359" y="57964"/>
                </a:lnTo>
                <a:lnTo>
                  <a:pt x="174093" y="57614"/>
                </a:lnTo>
                <a:lnTo>
                  <a:pt x="162697" y="63454"/>
                </a:lnTo>
                <a:lnTo>
                  <a:pt x="163398" y="63070"/>
                </a:lnTo>
                <a:lnTo>
                  <a:pt x="152337" y="69444"/>
                </a:lnTo>
                <a:lnTo>
                  <a:pt x="153019" y="69027"/>
                </a:lnTo>
                <a:lnTo>
                  <a:pt x="142291" y="75901"/>
                </a:lnTo>
                <a:lnTo>
                  <a:pt x="142959" y="75451"/>
                </a:lnTo>
                <a:lnTo>
                  <a:pt x="132581" y="82825"/>
                </a:lnTo>
                <a:lnTo>
                  <a:pt x="133231" y="82341"/>
                </a:lnTo>
                <a:lnTo>
                  <a:pt x="123237" y="90200"/>
                </a:lnTo>
                <a:lnTo>
                  <a:pt x="123854" y="89683"/>
                </a:lnTo>
                <a:lnTo>
                  <a:pt x="114260" y="97992"/>
                </a:lnTo>
                <a:lnTo>
                  <a:pt x="114844" y="97458"/>
                </a:lnTo>
                <a:lnTo>
                  <a:pt x="105650" y="106218"/>
                </a:lnTo>
                <a:lnTo>
                  <a:pt x="106218" y="105651"/>
                </a:lnTo>
                <a:lnTo>
                  <a:pt x="97458" y="114844"/>
                </a:lnTo>
                <a:lnTo>
                  <a:pt x="97992" y="114260"/>
                </a:lnTo>
                <a:lnTo>
                  <a:pt x="89683" y="123854"/>
                </a:lnTo>
                <a:lnTo>
                  <a:pt x="90200" y="123237"/>
                </a:lnTo>
                <a:lnTo>
                  <a:pt x="82341" y="133232"/>
                </a:lnTo>
                <a:lnTo>
                  <a:pt x="82825" y="132581"/>
                </a:lnTo>
                <a:lnTo>
                  <a:pt x="75451" y="142959"/>
                </a:lnTo>
                <a:lnTo>
                  <a:pt x="75901" y="142292"/>
                </a:lnTo>
                <a:lnTo>
                  <a:pt x="69026" y="153020"/>
                </a:lnTo>
                <a:lnTo>
                  <a:pt x="69444" y="152336"/>
                </a:lnTo>
                <a:lnTo>
                  <a:pt x="63069" y="163398"/>
                </a:lnTo>
                <a:lnTo>
                  <a:pt x="63454" y="162698"/>
                </a:lnTo>
                <a:lnTo>
                  <a:pt x="57614" y="174094"/>
                </a:lnTo>
                <a:lnTo>
                  <a:pt x="57964" y="173359"/>
                </a:lnTo>
                <a:lnTo>
                  <a:pt x="52676" y="185073"/>
                </a:lnTo>
                <a:lnTo>
                  <a:pt x="52992" y="184322"/>
                </a:lnTo>
                <a:lnTo>
                  <a:pt x="48253" y="196335"/>
                </a:lnTo>
                <a:lnTo>
                  <a:pt x="48538" y="195568"/>
                </a:lnTo>
                <a:lnTo>
                  <a:pt x="44382" y="207848"/>
                </a:lnTo>
                <a:lnTo>
                  <a:pt x="44633" y="207064"/>
                </a:lnTo>
                <a:lnTo>
                  <a:pt x="41063" y="219611"/>
                </a:lnTo>
                <a:lnTo>
                  <a:pt x="41262" y="218810"/>
                </a:lnTo>
                <a:lnTo>
                  <a:pt x="38309" y="231608"/>
                </a:lnTo>
                <a:lnTo>
                  <a:pt x="38476" y="230773"/>
                </a:lnTo>
                <a:lnTo>
                  <a:pt x="36157" y="243804"/>
                </a:lnTo>
                <a:lnTo>
                  <a:pt x="36290" y="242970"/>
                </a:lnTo>
                <a:lnTo>
                  <a:pt x="34605" y="256202"/>
                </a:lnTo>
                <a:lnTo>
                  <a:pt x="34672" y="255584"/>
                </a:lnTo>
                <a:lnTo>
                  <a:pt x="34071" y="262275"/>
                </a:lnTo>
                <a:lnTo>
                  <a:pt x="34104" y="261858"/>
                </a:lnTo>
                <a:lnTo>
                  <a:pt x="33688" y="268599"/>
                </a:lnTo>
                <a:lnTo>
                  <a:pt x="33703" y="268165"/>
                </a:lnTo>
                <a:lnTo>
                  <a:pt x="33437" y="274956"/>
                </a:lnTo>
                <a:lnTo>
                  <a:pt x="33454" y="274539"/>
                </a:lnTo>
                <a:lnTo>
                  <a:pt x="33370" y="281363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73">
            <a:extLst xmlns:a="http://schemas.openxmlformats.org/drawingml/2006/main">
              <a:ext uri="{FF2B5EF4-FFF2-40B4-BE49-F238E27FC236}">
                <a16:creationId xmlns:a16="http://schemas.microsoft.com/office/drawing/2014/main" id="{2E03D912-CFCB-4A91-9AE0-139C1AF5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4562" y="2389683"/>
            <a:ext cx="562292" cy="562292"/>
          </a:xfrm>
          <a:custGeom xmlns:a="http://schemas.openxmlformats.org/drawingml/2006/main">
            <a:pathLst>
              <a:path w="562292" h="562292">
                <a:moveTo>
                  <a:pt x="84" y="273905"/>
                </a:moveTo>
                <a:lnTo>
                  <a:pt x="367" y="266697"/>
                </a:lnTo>
                <a:lnTo>
                  <a:pt x="818" y="259539"/>
                </a:lnTo>
                <a:lnTo>
                  <a:pt x="1452" y="252314"/>
                </a:lnTo>
                <a:lnTo>
                  <a:pt x="3237" y="238349"/>
                </a:lnTo>
                <a:lnTo>
                  <a:pt x="5707" y="224500"/>
                </a:lnTo>
                <a:lnTo>
                  <a:pt x="8843" y="210901"/>
                </a:lnTo>
                <a:lnTo>
                  <a:pt x="12631" y="197553"/>
                </a:lnTo>
                <a:lnTo>
                  <a:pt x="17053" y="184472"/>
                </a:lnTo>
                <a:lnTo>
                  <a:pt x="22091" y="171708"/>
                </a:lnTo>
                <a:lnTo>
                  <a:pt x="27731" y="159244"/>
                </a:lnTo>
                <a:lnTo>
                  <a:pt x="33937" y="147114"/>
                </a:lnTo>
                <a:lnTo>
                  <a:pt x="40712" y="135351"/>
                </a:lnTo>
                <a:lnTo>
                  <a:pt x="48020" y="123938"/>
                </a:lnTo>
                <a:lnTo>
                  <a:pt x="55862" y="112926"/>
                </a:lnTo>
                <a:lnTo>
                  <a:pt x="64205" y="102297"/>
                </a:lnTo>
                <a:lnTo>
                  <a:pt x="73032" y="92102"/>
                </a:lnTo>
                <a:lnTo>
                  <a:pt x="82341" y="82341"/>
                </a:lnTo>
                <a:lnTo>
                  <a:pt x="92102" y="73031"/>
                </a:lnTo>
                <a:lnTo>
                  <a:pt x="102297" y="64205"/>
                </a:lnTo>
                <a:lnTo>
                  <a:pt x="112926" y="55862"/>
                </a:lnTo>
                <a:lnTo>
                  <a:pt x="123939" y="48020"/>
                </a:lnTo>
                <a:lnTo>
                  <a:pt x="135350" y="40712"/>
                </a:lnTo>
                <a:lnTo>
                  <a:pt x="147114" y="33938"/>
                </a:lnTo>
                <a:lnTo>
                  <a:pt x="159244" y="27731"/>
                </a:lnTo>
                <a:lnTo>
                  <a:pt x="171708" y="22091"/>
                </a:lnTo>
                <a:lnTo>
                  <a:pt x="184472" y="17052"/>
                </a:lnTo>
                <a:lnTo>
                  <a:pt x="197554" y="12631"/>
                </a:lnTo>
                <a:lnTo>
                  <a:pt x="210901" y="8843"/>
                </a:lnTo>
                <a:lnTo>
                  <a:pt x="224500" y="5706"/>
                </a:lnTo>
                <a:lnTo>
                  <a:pt x="238349" y="3237"/>
                </a:lnTo>
                <a:lnTo>
                  <a:pt x="252314" y="1452"/>
                </a:lnTo>
                <a:lnTo>
                  <a:pt x="259538" y="818"/>
                </a:lnTo>
                <a:lnTo>
                  <a:pt x="266697" y="367"/>
                </a:lnTo>
                <a:lnTo>
                  <a:pt x="273905" y="83"/>
                </a:lnTo>
                <a:lnTo>
                  <a:pt x="281147" y="0"/>
                </a:lnTo>
                <a:lnTo>
                  <a:pt x="288387" y="83"/>
                </a:lnTo>
                <a:lnTo>
                  <a:pt x="295595" y="367"/>
                </a:lnTo>
                <a:lnTo>
                  <a:pt x="302754" y="818"/>
                </a:lnTo>
                <a:lnTo>
                  <a:pt x="309978" y="1452"/>
                </a:lnTo>
                <a:lnTo>
                  <a:pt x="323944" y="3237"/>
                </a:lnTo>
                <a:lnTo>
                  <a:pt x="337792" y="5706"/>
                </a:lnTo>
                <a:lnTo>
                  <a:pt x="351391" y="8843"/>
                </a:lnTo>
                <a:lnTo>
                  <a:pt x="364738" y="12631"/>
                </a:lnTo>
                <a:lnTo>
                  <a:pt x="377820" y="17052"/>
                </a:lnTo>
                <a:lnTo>
                  <a:pt x="390584" y="22091"/>
                </a:lnTo>
                <a:lnTo>
                  <a:pt x="403048" y="27731"/>
                </a:lnTo>
                <a:lnTo>
                  <a:pt x="415162" y="33938"/>
                </a:lnTo>
                <a:lnTo>
                  <a:pt x="426942" y="40712"/>
                </a:lnTo>
                <a:lnTo>
                  <a:pt x="438354" y="48020"/>
                </a:lnTo>
                <a:lnTo>
                  <a:pt x="449366" y="55862"/>
                </a:lnTo>
                <a:lnTo>
                  <a:pt x="459996" y="64205"/>
                </a:lnTo>
                <a:lnTo>
                  <a:pt x="470189" y="73031"/>
                </a:lnTo>
                <a:lnTo>
                  <a:pt x="479951" y="82341"/>
                </a:lnTo>
                <a:lnTo>
                  <a:pt x="489261" y="92102"/>
                </a:lnTo>
                <a:lnTo>
                  <a:pt x="498087" y="102297"/>
                </a:lnTo>
                <a:lnTo>
                  <a:pt x="506429" y="112926"/>
                </a:lnTo>
                <a:lnTo>
                  <a:pt x="514272" y="123938"/>
                </a:lnTo>
                <a:lnTo>
                  <a:pt x="521580" y="135351"/>
                </a:lnTo>
                <a:lnTo>
                  <a:pt x="528354" y="147114"/>
                </a:lnTo>
                <a:lnTo>
                  <a:pt x="534561" y="159244"/>
                </a:lnTo>
                <a:lnTo>
                  <a:pt x="540202" y="171708"/>
                </a:lnTo>
                <a:lnTo>
                  <a:pt x="545240" y="184472"/>
                </a:lnTo>
                <a:lnTo>
                  <a:pt x="549662" y="197553"/>
                </a:lnTo>
                <a:lnTo>
                  <a:pt x="553449" y="210901"/>
                </a:lnTo>
                <a:lnTo>
                  <a:pt x="556586" y="224500"/>
                </a:lnTo>
                <a:lnTo>
                  <a:pt x="559056" y="238349"/>
                </a:lnTo>
                <a:lnTo>
                  <a:pt x="560841" y="252314"/>
                </a:lnTo>
                <a:lnTo>
                  <a:pt x="561474" y="259539"/>
                </a:lnTo>
                <a:lnTo>
                  <a:pt x="561926" y="266697"/>
                </a:lnTo>
                <a:lnTo>
                  <a:pt x="562208" y="273905"/>
                </a:lnTo>
                <a:lnTo>
                  <a:pt x="562292" y="281146"/>
                </a:lnTo>
                <a:lnTo>
                  <a:pt x="562208" y="288387"/>
                </a:lnTo>
                <a:lnTo>
                  <a:pt x="561926" y="295595"/>
                </a:lnTo>
                <a:lnTo>
                  <a:pt x="561474" y="302753"/>
                </a:lnTo>
                <a:lnTo>
                  <a:pt x="560841" y="309978"/>
                </a:lnTo>
                <a:lnTo>
                  <a:pt x="559056" y="323944"/>
                </a:lnTo>
                <a:lnTo>
                  <a:pt x="556586" y="337792"/>
                </a:lnTo>
                <a:lnTo>
                  <a:pt x="553449" y="351391"/>
                </a:lnTo>
                <a:lnTo>
                  <a:pt x="549662" y="364739"/>
                </a:lnTo>
                <a:lnTo>
                  <a:pt x="545240" y="377820"/>
                </a:lnTo>
                <a:lnTo>
                  <a:pt x="540202" y="390584"/>
                </a:lnTo>
                <a:lnTo>
                  <a:pt x="534561" y="403048"/>
                </a:lnTo>
                <a:lnTo>
                  <a:pt x="528354" y="415162"/>
                </a:lnTo>
                <a:lnTo>
                  <a:pt x="521580" y="426942"/>
                </a:lnTo>
                <a:lnTo>
                  <a:pt x="514272" y="438354"/>
                </a:lnTo>
                <a:lnTo>
                  <a:pt x="506429" y="449366"/>
                </a:lnTo>
                <a:lnTo>
                  <a:pt x="498087" y="459995"/>
                </a:lnTo>
                <a:lnTo>
                  <a:pt x="489261" y="470190"/>
                </a:lnTo>
                <a:lnTo>
                  <a:pt x="479951" y="479951"/>
                </a:lnTo>
                <a:lnTo>
                  <a:pt x="470189" y="489261"/>
                </a:lnTo>
                <a:lnTo>
                  <a:pt x="459996" y="498087"/>
                </a:lnTo>
                <a:lnTo>
                  <a:pt x="449366" y="506430"/>
                </a:lnTo>
                <a:lnTo>
                  <a:pt x="438354" y="514272"/>
                </a:lnTo>
                <a:lnTo>
                  <a:pt x="426942" y="521580"/>
                </a:lnTo>
                <a:lnTo>
                  <a:pt x="415162" y="528355"/>
                </a:lnTo>
                <a:lnTo>
                  <a:pt x="403048" y="534561"/>
                </a:lnTo>
                <a:lnTo>
                  <a:pt x="390584" y="540201"/>
                </a:lnTo>
                <a:lnTo>
                  <a:pt x="377820" y="545240"/>
                </a:lnTo>
                <a:lnTo>
                  <a:pt x="364738" y="549662"/>
                </a:lnTo>
                <a:lnTo>
                  <a:pt x="351391" y="553449"/>
                </a:lnTo>
                <a:lnTo>
                  <a:pt x="337792" y="556586"/>
                </a:lnTo>
                <a:lnTo>
                  <a:pt x="323944" y="559055"/>
                </a:lnTo>
                <a:lnTo>
                  <a:pt x="309978" y="560840"/>
                </a:lnTo>
                <a:lnTo>
                  <a:pt x="302754" y="561475"/>
                </a:lnTo>
                <a:lnTo>
                  <a:pt x="295595" y="561925"/>
                </a:lnTo>
                <a:lnTo>
                  <a:pt x="288387" y="562208"/>
                </a:lnTo>
                <a:lnTo>
                  <a:pt x="281147" y="562292"/>
                </a:lnTo>
                <a:lnTo>
                  <a:pt x="273905" y="562208"/>
                </a:lnTo>
                <a:lnTo>
                  <a:pt x="266697" y="561925"/>
                </a:lnTo>
                <a:lnTo>
                  <a:pt x="259538" y="561475"/>
                </a:lnTo>
                <a:lnTo>
                  <a:pt x="252314" y="560840"/>
                </a:lnTo>
                <a:lnTo>
                  <a:pt x="238349" y="559055"/>
                </a:lnTo>
                <a:lnTo>
                  <a:pt x="224500" y="556586"/>
                </a:lnTo>
                <a:lnTo>
                  <a:pt x="210901" y="553449"/>
                </a:lnTo>
                <a:lnTo>
                  <a:pt x="197554" y="549662"/>
                </a:lnTo>
                <a:lnTo>
                  <a:pt x="184472" y="545240"/>
                </a:lnTo>
                <a:lnTo>
                  <a:pt x="171708" y="540201"/>
                </a:lnTo>
                <a:lnTo>
                  <a:pt x="159244" y="534561"/>
                </a:lnTo>
                <a:lnTo>
                  <a:pt x="147114" y="528355"/>
                </a:lnTo>
                <a:lnTo>
                  <a:pt x="135350" y="521580"/>
                </a:lnTo>
                <a:lnTo>
                  <a:pt x="123939" y="514272"/>
                </a:lnTo>
                <a:lnTo>
                  <a:pt x="112926" y="506430"/>
                </a:lnTo>
                <a:lnTo>
                  <a:pt x="102297" y="498087"/>
                </a:lnTo>
                <a:lnTo>
                  <a:pt x="92102" y="489261"/>
                </a:lnTo>
                <a:lnTo>
                  <a:pt x="82341" y="479951"/>
                </a:lnTo>
                <a:lnTo>
                  <a:pt x="73032" y="470190"/>
                </a:lnTo>
                <a:lnTo>
                  <a:pt x="64205" y="459995"/>
                </a:lnTo>
                <a:lnTo>
                  <a:pt x="55862" y="449366"/>
                </a:lnTo>
                <a:lnTo>
                  <a:pt x="48020" y="438354"/>
                </a:lnTo>
                <a:lnTo>
                  <a:pt x="40712" y="426942"/>
                </a:lnTo>
                <a:lnTo>
                  <a:pt x="33937" y="415162"/>
                </a:lnTo>
                <a:lnTo>
                  <a:pt x="27731" y="403048"/>
                </a:lnTo>
                <a:lnTo>
                  <a:pt x="22091" y="390584"/>
                </a:lnTo>
                <a:lnTo>
                  <a:pt x="17053" y="377820"/>
                </a:lnTo>
                <a:lnTo>
                  <a:pt x="12631" y="364739"/>
                </a:lnTo>
                <a:lnTo>
                  <a:pt x="8843" y="351391"/>
                </a:lnTo>
                <a:lnTo>
                  <a:pt x="5707" y="337792"/>
                </a:lnTo>
                <a:lnTo>
                  <a:pt x="3237" y="323944"/>
                </a:lnTo>
                <a:lnTo>
                  <a:pt x="1452" y="309978"/>
                </a:lnTo>
                <a:lnTo>
                  <a:pt x="818" y="302753"/>
                </a:lnTo>
                <a:lnTo>
                  <a:pt x="367" y="295595"/>
                </a:lnTo>
                <a:lnTo>
                  <a:pt x="84" y="288387"/>
                </a:lnTo>
                <a:lnTo>
                  <a:pt x="0" y="281146"/>
                </a:lnTo>
                <a:lnTo>
                  <a:pt x="84" y="273905"/>
                </a:lnTo>
                <a:moveTo>
                  <a:pt x="33370" y="281363"/>
                </a:moveTo>
                <a:lnTo>
                  <a:pt x="33370" y="280929"/>
                </a:lnTo>
                <a:lnTo>
                  <a:pt x="33454" y="287753"/>
                </a:lnTo>
                <a:lnTo>
                  <a:pt x="33437" y="287336"/>
                </a:lnTo>
                <a:lnTo>
                  <a:pt x="33704" y="294127"/>
                </a:lnTo>
                <a:lnTo>
                  <a:pt x="33687" y="293693"/>
                </a:lnTo>
                <a:lnTo>
                  <a:pt x="34105" y="300434"/>
                </a:lnTo>
                <a:lnTo>
                  <a:pt x="34071" y="300017"/>
                </a:lnTo>
                <a:lnTo>
                  <a:pt x="34671" y="306708"/>
                </a:lnTo>
                <a:lnTo>
                  <a:pt x="34605" y="306090"/>
                </a:lnTo>
                <a:lnTo>
                  <a:pt x="36290" y="319322"/>
                </a:lnTo>
                <a:lnTo>
                  <a:pt x="36157" y="318488"/>
                </a:lnTo>
                <a:lnTo>
                  <a:pt x="38476" y="331519"/>
                </a:lnTo>
                <a:lnTo>
                  <a:pt x="38310" y="330684"/>
                </a:lnTo>
                <a:lnTo>
                  <a:pt x="41263" y="343482"/>
                </a:lnTo>
                <a:lnTo>
                  <a:pt x="41062" y="342681"/>
                </a:lnTo>
                <a:lnTo>
                  <a:pt x="44633" y="355228"/>
                </a:lnTo>
                <a:lnTo>
                  <a:pt x="44383" y="354444"/>
                </a:lnTo>
                <a:lnTo>
                  <a:pt x="48537" y="366724"/>
                </a:lnTo>
                <a:lnTo>
                  <a:pt x="48254" y="365957"/>
                </a:lnTo>
                <a:lnTo>
                  <a:pt x="52992" y="377970"/>
                </a:lnTo>
                <a:lnTo>
                  <a:pt x="52675" y="377219"/>
                </a:lnTo>
                <a:lnTo>
                  <a:pt x="57964" y="388932"/>
                </a:lnTo>
                <a:lnTo>
                  <a:pt x="57614" y="388198"/>
                </a:lnTo>
                <a:lnTo>
                  <a:pt x="63454" y="399594"/>
                </a:lnTo>
                <a:lnTo>
                  <a:pt x="63070" y="398894"/>
                </a:lnTo>
                <a:lnTo>
                  <a:pt x="69443" y="409956"/>
                </a:lnTo>
                <a:lnTo>
                  <a:pt x="69027" y="409272"/>
                </a:lnTo>
                <a:lnTo>
                  <a:pt x="75901" y="420001"/>
                </a:lnTo>
                <a:lnTo>
                  <a:pt x="75451" y="419333"/>
                </a:lnTo>
                <a:lnTo>
                  <a:pt x="82825" y="429712"/>
                </a:lnTo>
                <a:lnTo>
                  <a:pt x="82341" y="429061"/>
                </a:lnTo>
                <a:lnTo>
                  <a:pt x="90200" y="439055"/>
                </a:lnTo>
                <a:lnTo>
                  <a:pt x="89683" y="438438"/>
                </a:lnTo>
                <a:lnTo>
                  <a:pt x="97992" y="448031"/>
                </a:lnTo>
                <a:lnTo>
                  <a:pt x="97458" y="447448"/>
                </a:lnTo>
                <a:lnTo>
                  <a:pt x="106219" y="456641"/>
                </a:lnTo>
                <a:lnTo>
                  <a:pt x="105651" y="456074"/>
                </a:lnTo>
                <a:lnTo>
                  <a:pt x="114844" y="464834"/>
                </a:lnTo>
                <a:lnTo>
                  <a:pt x="114261" y="464300"/>
                </a:lnTo>
                <a:lnTo>
                  <a:pt x="123855" y="472609"/>
                </a:lnTo>
                <a:lnTo>
                  <a:pt x="123237" y="472092"/>
                </a:lnTo>
                <a:lnTo>
                  <a:pt x="133231" y="479951"/>
                </a:lnTo>
                <a:lnTo>
                  <a:pt x="132581" y="479467"/>
                </a:lnTo>
                <a:lnTo>
                  <a:pt x="142959" y="486842"/>
                </a:lnTo>
                <a:lnTo>
                  <a:pt x="142292" y="486391"/>
                </a:lnTo>
                <a:lnTo>
                  <a:pt x="153020" y="493265"/>
                </a:lnTo>
                <a:lnTo>
                  <a:pt x="152336" y="492848"/>
                </a:lnTo>
                <a:lnTo>
                  <a:pt x="163398" y="499222"/>
                </a:lnTo>
                <a:lnTo>
                  <a:pt x="162698" y="498838"/>
                </a:lnTo>
                <a:lnTo>
                  <a:pt x="174094" y="504678"/>
                </a:lnTo>
                <a:lnTo>
                  <a:pt x="173360" y="504328"/>
                </a:lnTo>
                <a:lnTo>
                  <a:pt x="185073" y="509617"/>
                </a:lnTo>
                <a:lnTo>
                  <a:pt x="184321" y="509300"/>
                </a:lnTo>
                <a:lnTo>
                  <a:pt x="196335" y="514039"/>
                </a:lnTo>
                <a:lnTo>
                  <a:pt x="195567" y="513755"/>
                </a:lnTo>
                <a:lnTo>
                  <a:pt x="207848" y="517910"/>
                </a:lnTo>
                <a:lnTo>
                  <a:pt x="207064" y="517659"/>
                </a:lnTo>
                <a:lnTo>
                  <a:pt x="219610" y="521230"/>
                </a:lnTo>
                <a:lnTo>
                  <a:pt x="218810" y="521029"/>
                </a:lnTo>
                <a:lnTo>
                  <a:pt x="231609" y="523983"/>
                </a:lnTo>
                <a:lnTo>
                  <a:pt x="230773" y="523816"/>
                </a:lnTo>
                <a:lnTo>
                  <a:pt x="243804" y="526135"/>
                </a:lnTo>
                <a:lnTo>
                  <a:pt x="242970" y="526002"/>
                </a:lnTo>
                <a:lnTo>
                  <a:pt x="256202" y="527687"/>
                </a:lnTo>
                <a:lnTo>
                  <a:pt x="255584" y="527620"/>
                </a:lnTo>
                <a:lnTo>
                  <a:pt x="262275" y="528221"/>
                </a:lnTo>
                <a:lnTo>
                  <a:pt x="261858" y="528188"/>
                </a:lnTo>
                <a:lnTo>
                  <a:pt x="268599" y="528605"/>
                </a:lnTo>
                <a:lnTo>
                  <a:pt x="268165" y="528588"/>
                </a:lnTo>
                <a:lnTo>
                  <a:pt x="274956" y="528855"/>
                </a:lnTo>
                <a:lnTo>
                  <a:pt x="274539" y="528838"/>
                </a:lnTo>
                <a:lnTo>
                  <a:pt x="281364" y="528922"/>
                </a:lnTo>
                <a:lnTo>
                  <a:pt x="280929" y="528922"/>
                </a:lnTo>
                <a:lnTo>
                  <a:pt x="287754" y="528838"/>
                </a:lnTo>
                <a:lnTo>
                  <a:pt x="287336" y="528855"/>
                </a:lnTo>
                <a:lnTo>
                  <a:pt x="294127" y="528588"/>
                </a:lnTo>
                <a:lnTo>
                  <a:pt x="293693" y="528605"/>
                </a:lnTo>
                <a:lnTo>
                  <a:pt x="300435" y="528188"/>
                </a:lnTo>
                <a:lnTo>
                  <a:pt x="300017" y="528221"/>
                </a:lnTo>
                <a:lnTo>
                  <a:pt x="306708" y="527620"/>
                </a:lnTo>
                <a:lnTo>
                  <a:pt x="306074" y="527687"/>
                </a:lnTo>
                <a:lnTo>
                  <a:pt x="319322" y="526002"/>
                </a:lnTo>
                <a:lnTo>
                  <a:pt x="318487" y="526135"/>
                </a:lnTo>
                <a:lnTo>
                  <a:pt x="331519" y="523816"/>
                </a:lnTo>
                <a:lnTo>
                  <a:pt x="330684" y="523983"/>
                </a:lnTo>
                <a:lnTo>
                  <a:pt x="343482" y="521029"/>
                </a:lnTo>
                <a:lnTo>
                  <a:pt x="342681" y="521230"/>
                </a:lnTo>
                <a:lnTo>
                  <a:pt x="355229" y="517659"/>
                </a:lnTo>
                <a:lnTo>
                  <a:pt x="354445" y="517910"/>
                </a:lnTo>
                <a:lnTo>
                  <a:pt x="366724" y="513755"/>
                </a:lnTo>
                <a:lnTo>
                  <a:pt x="365957" y="514039"/>
                </a:lnTo>
                <a:lnTo>
                  <a:pt x="377971" y="509300"/>
                </a:lnTo>
                <a:lnTo>
                  <a:pt x="377220" y="509617"/>
                </a:lnTo>
                <a:lnTo>
                  <a:pt x="388932" y="504328"/>
                </a:lnTo>
                <a:lnTo>
                  <a:pt x="388198" y="504678"/>
                </a:lnTo>
                <a:lnTo>
                  <a:pt x="399595" y="498838"/>
                </a:lnTo>
                <a:lnTo>
                  <a:pt x="398894" y="499222"/>
                </a:lnTo>
                <a:lnTo>
                  <a:pt x="409956" y="492848"/>
                </a:lnTo>
                <a:lnTo>
                  <a:pt x="409272" y="493265"/>
                </a:lnTo>
                <a:lnTo>
                  <a:pt x="420001" y="486391"/>
                </a:lnTo>
                <a:lnTo>
                  <a:pt x="419333" y="486842"/>
                </a:lnTo>
                <a:lnTo>
                  <a:pt x="429712" y="479467"/>
                </a:lnTo>
                <a:lnTo>
                  <a:pt x="429061" y="479951"/>
                </a:lnTo>
                <a:lnTo>
                  <a:pt x="439055" y="472092"/>
                </a:lnTo>
                <a:lnTo>
                  <a:pt x="438438" y="472609"/>
                </a:lnTo>
                <a:lnTo>
                  <a:pt x="448031" y="464300"/>
                </a:lnTo>
                <a:lnTo>
                  <a:pt x="447448" y="464834"/>
                </a:lnTo>
                <a:lnTo>
                  <a:pt x="456642" y="456074"/>
                </a:lnTo>
                <a:lnTo>
                  <a:pt x="456073" y="456641"/>
                </a:lnTo>
                <a:lnTo>
                  <a:pt x="464834" y="447448"/>
                </a:lnTo>
                <a:lnTo>
                  <a:pt x="464300" y="448031"/>
                </a:lnTo>
                <a:lnTo>
                  <a:pt x="472609" y="438438"/>
                </a:lnTo>
                <a:lnTo>
                  <a:pt x="472092" y="439055"/>
                </a:lnTo>
                <a:lnTo>
                  <a:pt x="479951" y="429061"/>
                </a:lnTo>
                <a:lnTo>
                  <a:pt x="479467" y="429712"/>
                </a:lnTo>
                <a:lnTo>
                  <a:pt x="486842" y="419333"/>
                </a:lnTo>
                <a:lnTo>
                  <a:pt x="486391" y="420001"/>
                </a:lnTo>
                <a:lnTo>
                  <a:pt x="493265" y="409272"/>
                </a:lnTo>
                <a:lnTo>
                  <a:pt x="492848" y="409956"/>
                </a:lnTo>
                <a:lnTo>
                  <a:pt x="499222" y="398894"/>
                </a:lnTo>
                <a:lnTo>
                  <a:pt x="498839" y="399594"/>
                </a:lnTo>
                <a:lnTo>
                  <a:pt x="504678" y="388198"/>
                </a:lnTo>
                <a:lnTo>
                  <a:pt x="504328" y="388932"/>
                </a:lnTo>
                <a:lnTo>
                  <a:pt x="509617" y="377219"/>
                </a:lnTo>
                <a:lnTo>
                  <a:pt x="509299" y="377970"/>
                </a:lnTo>
                <a:lnTo>
                  <a:pt x="514038" y="365957"/>
                </a:lnTo>
                <a:lnTo>
                  <a:pt x="513755" y="366724"/>
                </a:lnTo>
                <a:lnTo>
                  <a:pt x="517910" y="354444"/>
                </a:lnTo>
                <a:lnTo>
                  <a:pt x="517659" y="355228"/>
                </a:lnTo>
                <a:lnTo>
                  <a:pt x="521230" y="342681"/>
                </a:lnTo>
                <a:lnTo>
                  <a:pt x="521029" y="343482"/>
                </a:lnTo>
                <a:lnTo>
                  <a:pt x="523983" y="330684"/>
                </a:lnTo>
                <a:lnTo>
                  <a:pt x="523815" y="331519"/>
                </a:lnTo>
                <a:lnTo>
                  <a:pt x="526136" y="318488"/>
                </a:lnTo>
                <a:lnTo>
                  <a:pt x="526002" y="319322"/>
                </a:lnTo>
                <a:lnTo>
                  <a:pt x="527688" y="306090"/>
                </a:lnTo>
                <a:lnTo>
                  <a:pt x="527620" y="306708"/>
                </a:lnTo>
                <a:lnTo>
                  <a:pt x="528221" y="300017"/>
                </a:lnTo>
                <a:lnTo>
                  <a:pt x="528188" y="300434"/>
                </a:lnTo>
                <a:lnTo>
                  <a:pt x="528605" y="293693"/>
                </a:lnTo>
                <a:lnTo>
                  <a:pt x="528588" y="294127"/>
                </a:lnTo>
                <a:lnTo>
                  <a:pt x="528855" y="287336"/>
                </a:lnTo>
                <a:lnTo>
                  <a:pt x="528838" y="287753"/>
                </a:lnTo>
                <a:lnTo>
                  <a:pt x="528922" y="280929"/>
                </a:lnTo>
                <a:lnTo>
                  <a:pt x="528922" y="281363"/>
                </a:lnTo>
                <a:lnTo>
                  <a:pt x="528838" y="274539"/>
                </a:lnTo>
                <a:lnTo>
                  <a:pt x="528855" y="274956"/>
                </a:lnTo>
                <a:lnTo>
                  <a:pt x="528588" y="268165"/>
                </a:lnTo>
                <a:lnTo>
                  <a:pt x="528605" y="268599"/>
                </a:lnTo>
                <a:lnTo>
                  <a:pt x="528188" y="261858"/>
                </a:lnTo>
                <a:lnTo>
                  <a:pt x="528221" y="262275"/>
                </a:lnTo>
                <a:lnTo>
                  <a:pt x="527620" y="255584"/>
                </a:lnTo>
                <a:lnTo>
                  <a:pt x="527688" y="256202"/>
                </a:lnTo>
                <a:lnTo>
                  <a:pt x="526002" y="242970"/>
                </a:lnTo>
                <a:lnTo>
                  <a:pt x="526136" y="243805"/>
                </a:lnTo>
                <a:lnTo>
                  <a:pt x="523815" y="230773"/>
                </a:lnTo>
                <a:lnTo>
                  <a:pt x="523983" y="231608"/>
                </a:lnTo>
                <a:lnTo>
                  <a:pt x="521029" y="218810"/>
                </a:lnTo>
                <a:lnTo>
                  <a:pt x="521230" y="219611"/>
                </a:lnTo>
                <a:lnTo>
                  <a:pt x="517659" y="207063"/>
                </a:lnTo>
                <a:lnTo>
                  <a:pt x="517910" y="207848"/>
                </a:lnTo>
                <a:lnTo>
                  <a:pt x="513755" y="195567"/>
                </a:lnTo>
                <a:lnTo>
                  <a:pt x="514038" y="196335"/>
                </a:lnTo>
                <a:lnTo>
                  <a:pt x="509299" y="184322"/>
                </a:lnTo>
                <a:lnTo>
                  <a:pt x="509617" y="185073"/>
                </a:lnTo>
                <a:lnTo>
                  <a:pt x="504328" y="173360"/>
                </a:lnTo>
                <a:lnTo>
                  <a:pt x="504678" y="174094"/>
                </a:lnTo>
                <a:lnTo>
                  <a:pt x="498839" y="162697"/>
                </a:lnTo>
                <a:lnTo>
                  <a:pt x="499222" y="163398"/>
                </a:lnTo>
                <a:lnTo>
                  <a:pt x="492848" y="152336"/>
                </a:lnTo>
                <a:lnTo>
                  <a:pt x="493265" y="153020"/>
                </a:lnTo>
                <a:lnTo>
                  <a:pt x="486391" y="142292"/>
                </a:lnTo>
                <a:lnTo>
                  <a:pt x="486842" y="142959"/>
                </a:lnTo>
                <a:lnTo>
                  <a:pt x="479467" y="132581"/>
                </a:lnTo>
                <a:lnTo>
                  <a:pt x="479951" y="133232"/>
                </a:lnTo>
                <a:lnTo>
                  <a:pt x="472092" y="123237"/>
                </a:lnTo>
                <a:lnTo>
                  <a:pt x="472609" y="123854"/>
                </a:lnTo>
                <a:lnTo>
                  <a:pt x="464300" y="114260"/>
                </a:lnTo>
                <a:lnTo>
                  <a:pt x="464834" y="114844"/>
                </a:lnTo>
                <a:lnTo>
                  <a:pt x="456073" y="105651"/>
                </a:lnTo>
                <a:lnTo>
                  <a:pt x="456642" y="106218"/>
                </a:lnTo>
                <a:lnTo>
                  <a:pt x="447448" y="97458"/>
                </a:lnTo>
                <a:lnTo>
                  <a:pt x="448031" y="97992"/>
                </a:lnTo>
                <a:lnTo>
                  <a:pt x="438438" y="89683"/>
                </a:lnTo>
                <a:lnTo>
                  <a:pt x="439055" y="90200"/>
                </a:lnTo>
                <a:lnTo>
                  <a:pt x="429061" y="82341"/>
                </a:lnTo>
                <a:lnTo>
                  <a:pt x="429712" y="82825"/>
                </a:lnTo>
                <a:lnTo>
                  <a:pt x="419333" y="75451"/>
                </a:lnTo>
                <a:lnTo>
                  <a:pt x="420001" y="75901"/>
                </a:lnTo>
                <a:lnTo>
                  <a:pt x="409272" y="69027"/>
                </a:lnTo>
                <a:lnTo>
                  <a:pt x="409956" y="69444"/>
                </a:lnTo>
                <a:lnTo>
                  <a:pt x="398894" y="63070"/>
                </a:lnTo>
                <a:lnTo>
                  <a:pt x="399595" y="63454"/>
                </a:lnTo>
                <a:lnTo>
                  <a:pt x="388198" y="57614"/>
                </a:lnTo>
                <a:lnTo>
                  <a:pt x="388932" y="57964"/>
                </a:lnTo>
                <a:lnTo>
                  <a:pt x="377220" y="52676"/>
                </a:lnTo>
                <a:lnTo>
                  <a:pt x="377971" y="52992"/>
                </a:lnTo>
                <a:lnTo>
                  <a:pt x="365957" y="48253"/>
                </a:lnTo>
                <a:lnTo>
                  <a:pt x="366724" y="48537"/>
                </a:lnTo>
                <a:lnTo>
                  <a:pt x="354445" y="44382"/>
                </a:lnTo>
                <a:lnTo>
                  <a:pt x="355229" y="44633"/>
                </a:lnTo>
                <a:lnTo>
                  <a:pt x="342681" y="41063"/>
                </a:lnTo>
                <a:lnTo>
                  <a:pt x="343482" y="41262"/>
                </a:lnTo>
                <a:lnTo>
                  <a:pt x="330684" y="38309"/>
                </a:lnTo>
                <a:lnTo>
                  <a:pt x="331519" y="38476"/>
                </a:lnTo>
                <a:lnTo>
                  <a:pt x="318487" y="36157"/>
                </a:lnTo>
                <a:lnTo>
                  <a:pt x="319322" y="36290"/>
                </a:lnTo>
                <a:lnTo>
                  <a:pt x="306074" y="34605"/>
                </a:lnTo>
                <a:lnTo>
                  <a:pt x="306708" y="34671"/>
                </a:lnTo>
                <a:lnTo>
                  <a:pt x="300017" y="34071"/>
                </a:lnTo>
                <a:lnTo>
                  <a:pt x="300435" y="34105"/>
                </a:lnTo>
                <a:lnTo>
                  <a:pt x="293693" y="33688"/>
                </a:lnTo>
                <a:lnTo>
                  <a:pt x="294127" y="33704"/>
                </a:lnTo>
                <a:lnTo>
                  <a:pt x="287336" y="33437"/>
                </a:lnTo>
                <a:lnTo>
                  <a:pt x="287754" y="33454"/>
                </a:lnTo>
                <a:lnTo>
                  <a:pt x="280929" y="33370"/>
                </a:lnTo>
                <a:lnTo>
                  <a:pt x="281364" y="33370"/>
                </a:lnTo>
                <a:lnTo>
                  <a:pt x="274539" y="33454"/>
                </a:lnTo>
                <a:lnTo>
                  <a:pt x="274956" y="33437"/>
                </a:lnTo>
                <a:lnTo>
                  <a:pt x="268165" y="33704"/>
                </a:lnTo>
                <a:lnTo>
                  <a:pt x="268599" y="33688"/>
                </a:lnTo>
                <a:lnTo>
                  <a:pt x="261858" y="34105"/>
                </a:lnTo>
                <a:lnTo>
                  <a:pt x="262275" y="34071"/>
                </a:lnTo>
                <a:lnTo>
                  <a:pt x="255584" y="34671"/>
                </a:lnTo>
                <a:lnTo>
                  <a:pt x="256202" y="34605"/>
                </a:lnTo>
                <a:lnTo>
                  <a:pt x="242970" y="36290"/>
                </a:lnTo>
                <a:lnTo>
                  <a:pt x="243804" y="36157"/>
                </a:lnTo>
                <a:lnTo>
                  <a:pt x="230773" y="38476"/>
                </a:lnTo>
                <a:lnTo>
                  <a:pt x="231609" y="38309"/>
                </a:lnTo>
                <a:lnTo>
                  <a:pt x="218810" y="41262"/>
                </a:lnTo>
                <a:lnTo>
                  <a:pt x="219610" y="41063"/>
                </a:lnTo>
                <a:lnTo>
                  <a:pt x="207064" y="44633"/>
                </a:lnTo>
                <a:lnTo>
                  <a:pt x="207848" y="44382"/>
                </a:lnTo>
                <a:lnTo>
                  <a:pt x="195567" y="48537"/>
                </a:lnTo>
                <a:lnTo>
                  <a:pt x="196335" y="48253"/>
                </a:lnTo>
                <a:lnTo>
                  <a:pt x="184321" y="52992"/>
                </a:lnTo>
                <a:lnTo>
                  <a:pt x="185073" y="52676"/>
                </a:lnTo>
                <a:lnTo>
                  <a:pt x="173360" y="57964"/>
                </a:lnTo>
                <a:lnTo>
                  <a:pt x="174094" y="57614"/>
                </a:lnTo>
                <a:lnTo>
                  <a:pt x="162698" y="63454"/>
                </a:lnTo>
                <a:lnTo>
                  <a:pt x="163398" y="63070"/>
                </a:lnTo>
                <a:lnTo>
                  <a:pt x="152336" y="69444"/>
                </a:lnTo>
                <a:lnTo>
                  <a:pt x="153020" y="69027"/>
                </a:lnTo>
                <a:lnTo>
                  <a:pt x="142292" y="75901"/>
                </a:lnTo>
                <a:lnTo>
                  <a:pt x="142959" y="75451"/>
                </a:lnTo>
                <a:lnTo>
                  <a:pt x="132581" y="82825"/>
                </a:lnTo>
                <a:lnTo>
                  <a:pt x="133231" y="82341"/>
                </a:lnTo>
                <a:lnTo>
                  <a:pt x="123237" y="90200"/>
                </a:lnTo>
                <a:lnTo>
                  <a:pt x="123855" y="89683"/>
                </a:lnTo>
                <a:lnTo>
                  <a:pt x="114261" y="97992"/>
                </a:lnTo>
                <a:lnTo>
                  <a:pt x="114844" y="97458"/>
                </a:lnTo>
                <a:lnTo>
                  <a:pt x="105651" y="106218"/>
                </a:lnTo>
                <a:lnTo>
                  <a:pt x="106219" y="105651"/>
                </a:lnTo>
                <a:lnTo>
                  <a:pt x="97458" y="114844"/>
                </a:lnTo>
                <a:lnTo>
                  <a:pt x="97992" y="114260"/>
                </a:lnTo>
                <a:lnTo>
                  <a:pt x="89683" y="123854"/>
                </a:lnTo>
                <a:lnTo>
                  <a:pt x="90200" y="123237"/>
                </a:lnTo>
                <a:lnTo>
                  <a:pt x="82341" y="133232"/>
                </a:lnTo>
                <a:lnTo>
                  <a:pt x="82825" y="132581"/>
                </a:lnTo>
                <a:lnTo>
                  <a:pt x="75451" y="142959"/>
                </a:lnTo>
                <a:lnTo>
                  <a:pt x="75901" y="142292"/>
                </a:lnTo>
                <a:lnTo>
                  <a:pt x="69027" y="153020"/>
                </a:lnTo>
                <a:lnTo>
                  <a:pt x="69443" y="152336"/>
                </a:lnTo>
                <a:lnTo>
                  <a:pt x="63070" y="163398"/>
                </a:lnTo>
                <a:lnTo>
                  <a:pt x="63454" y="162697"/>
                </a:lnTo>
                <a:lnTo>
                  <a:pt x="57614" y="174094"/>
                </a:lnTo>
                <a:lnTo>
                  <a:pt x="57964" y="173360"/>
                </a:lnTo>
                <a:lnTo>
                  <a:pt x="52675" y="185073"/>
                </a:lnTo>
                <a:lnTo>
                  <a:pt x="52992" y="184322"/>
                </a:lnTo>
                <a:lnTo>
                  <a:pt x="48254" y="196335"/>
                </a:lnTo>
                <a:lnTo>
                  <a:pt x="48537" y="195567"/>
                </a:lnTo>
                <a:lnTo>
                  <a:pt x="44383" y="207848"/>
                </a:lnTo>
                <a:lnTo>
                  <a:pt x="44633" y="207063"/>
                </a:lnTo>
                <a:lnTo>
                  <a:pt x="41062" y="219611"/>
                </a:lnTo>
                <a:lnTo>
                  <a:pt x="41263" y="218810"/>
                </a:lnTo>
                <a:lnTo>
                  <a:pt x="38310" y="231608"/>
                </a:lnTo>
                <a:lnTo>
                  <a:pt x="38476" y="230773"/>
                </a:lnTo>
                <a:lnTo>
                  <a:pt x="36157" y="243805"/>
                </a:lnTo>
                <a:lnTo>
                  <a:pt x="36290" y="242970"/>
                </a:lnTo>
                <a:lnTo>
                  <a:pt x="34605" y="256202"/>
                </a:lnTo>
                <a:lnTo>
                  <a:pt x="34671" y="255584"/>
                </a:lnTo>
                <a:lnTo>
                  <a:pt x="34071" y="262275"/>
                </a:lnTo>
                <a:lnTo>
                  <a:pt x="34105" y="261858"/>
                </a:lnTo>
                <a:lnTo>
                  <a:pt x="33687" y="268599"/>
                </a:lnTo>
                <a:lnTo>
                  <a:pt x="33704" y="268165"/>
                </a:lnTo>
                <a:lnTo>
                  <a:pt x="33437" y="274956"/>
                </a:lnTo>
                <a:lnTo>
                  <a:pt x="33454" y="274539"/>
                </a:lnTo>
                <a:lnTo>
                  <a:pt x="33370" y="281363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76-part-0">
            <a:extLst xmlns:a="http://schemas.openxmlformats.org/drawingml/2006/main">
              <a:ext uri="{FF2B5EF4-FFF2-40B4-BE49-F238E27FC236}">
                <a16:creationId xmlns:a16="http://schemas.microsoft.com/office/drawing/2014/main" id="{A22F04B0-AB63-4283-B12B-660944BA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2059" y="1832230"/>
            <a:ext cx="150017" cy="574139"/>
          </a:xfrm>
          <a:custGeom xmlns:a="http://schemas.openxmlformats.org/drawingml/2006/main">
            <a:pathLst>
              <a:path w="150017" h="574139">
                <a:moveTo>
                  <a:pt x="119066" y="432965"/>
                </a:moveTo>
                <a:lnTo>
                  <a:pt x="59667" y="532476"/>
                </a:lnTo>
                <a:lnTo>
                  <a:pt x="88482" y="532759"/>
                </a:lnTo>
                <a:lnTo>
                  <a:pt x="31100" y="432064"/>
                </a:lnTo>
                <a:lnTo>
                  <a:pt x="29066" y="429227"/>
                </a:lnTo>
                <a:lnTo>
                  <a:pt x="26496" y="426892"/>
                </a:lnTo>
                <a:lnTo>
                  <a:pt x="23476" y="425123"/>
                </a:lnTo>
                <a:lnTo>
                  <a:pt x="20173" y="424022"/>
                </a:lnTo>
                <a:lnTo>
                  <a:pt x="16702" y="423638"/>
                </a:lnTo>
                <a:lnTo>
                  <a:pt x="13231" y="423988"/>
                </a:lnTo>
                <a:lnTo>
                  <a:pt x="9912" y="425039"/>
                </a:lnTo>
                <a:lnTo>
                  <a:pt x="6874" y="426775"/>
                </a:lnTo>
                <a:lnTo>
                  <a:pt x="4271" y="429094"/>
                </a:lnTo>
                <a:lnTo>
                  <a:pt x="2202" y="431897"/>
                </a:lnTo>
                <a:lnTo>
                  <a:pt x="767" y="435084"/>
                </a:lnTo>
                <a:lnTo>
                  <a:pt x="17" y="438488"/>
                </a:lnTo>
                <a:lnTo>
                  <a:pt x="0" y="441975"/>
                </a:lnTo>
                <a:lnTo>
                  <a:pt x="718" y="445395"/>
                </a:lnTo>
                <a:lnTo>
                  <a:pt x="2102" y="448582"/>
                </a:lnTo>
                <a:lnTo>
                  <a:pt x="73649" y="574139"/>
                </a:lnTo>
                <a:lnTo>
                  <a:pt x="147731" y="450067"/>
                </a:lnTo>
                <a:lnTo>
                  <a:pt x="149182" y="446897"/>
                </a:lnTo>
                <a:lnTo>
                  <a:pt x="149966" y="443493"/>
                </a:lnTo>
                <a:lnTo>
                  <a:pt x="150017" y="440006"/>
                </a:lnTo>
                <a:lnTo>
                  <a:pt x="149332" y="436586"/>
                </a:lnTo>
                <a:lnTo>
                  <a:pt x="147964" y="433382"/>
                </a:lnTo>
                <a:lnTo>
                  <a:pt x="145963" y="430529"/>
                </a:lnTo>
                <a:lnTo>
                  <a:pt x="143410" y="428160"/>
                </a:lnTo>
                <a:lnTo>
                  <a:pt x="140406" y="426374"/>
                </a:lnTo>
                <a:lnTo>
                  <a:pt x="137103" y="425240"/>
                </a:lnTo>
                <a:lnTo>
                  <a:pt x="133648" y="424822"/>
                </a:lnTo>
                <a:lnTo>
                  <a:pt x="130162" y="425140"/>
                </a:lnTo>
                <a:lnTo>
                  <a:pt x="126842" y="426174"/>
                </a:lnTo>
                <a:lnTo>
                  <a:pt x="123788" y="427876"/>
                </a:lnTo>
                <a:lnTo>
                  <a:pt x="121168" y="430162"/>
                </a:lnTo>
                <a:lnTo>
                  <a:pt x="119066" y="432965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76-part-1">
            <a:extLst xmlns:a="http://schemas.openxmlformats.org/drawingml/2006/main">
              <a:ext uri="{FF2B5EF4-FFF2-40B4-BE49-F238E27FC236}">
                <a16:creationId xmlns:a16="http://schemas.microsoft.com/office/drawing/2014/main" id="{C7E5655C-25B4-4437-A79E-A22C9916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2059" y="1832230"/>
            <a:ext cx="150017" cy="574139"/>
          </a:xfrm>
          <a:custGeom xmlns:a="http://schemas.openxmlformats.org/drawingml/2006/main">
            <a:pathLst>
              <a:path w="150017" h="574139">
                <a:moveTo>
                  <a:pt x="62803" y="0"/>
                </a:moveTo>
                <a:lnTo>
                  <a:pt x="57297" y="540852"/>
                </a:lnTo>
                <a:lnTo>
                  <a:pt x="90667" y="541202"/>
                </a:lnTo>
                <a:lnTo>
                  <a:pt x="96174" y="334"/>
                </a:lnTo>
                <a:lnTo>
                  <a:pt x="62803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77">
            <a:extLst xmlns:a="http://schemas.openxmlformats.org/drawingml/2006/main">
              <a:ext uri="{FF2B5EF4-FFF2-40B4-BE49-F238E27FC236}">
                <a16:creationId xmlns:a16="http://schemas.microsoft.com/office/drawing/2014/main" id="{33519EDF-161E-4827-9FE6-322CA5F6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4610" y="1945639"/>
            <a:ext cx="566464" cy="566263"/>
          </a:xfrm>
          <a:custGeom xmlns:a="http://schemas.openxmlformats.org/drawingml/2006/main">
            <a:pathLst>
              <a:path w="566464" h="566263">
                <a:moveTo>
                  <a:pt x="84" y="290089"/>
                </a:moveTo>
                <a:lnTo>
                  <a:pt x="0" y="283031"/>
                </a:lnTo>
                <a:lnTo>
                  <a:pt x="84" y="275723"/>
                </a:lnTo>
                <a:lnTo>
                  <a:pt x="367" y="268465"/>
                </a:lnTo>
                <a:lnTo>
                  <a:pt x="818" y="261257"/>
                </a:lnTo>
                <a:lnTo>
                  <a:pt x="1469" y="253982"/>
                </a:lnTo>
                <a:lnTo>
                  <a:pt x="3254" y="239917"/>
                </a:lnTo>
                <a:lnTo>
                  <a:pt x="5740" y="225968"/>
                </a:lnTo>
                <a:lnTo>
                  <a:pt x="8911" y="212269"/>
                </a:lnTo>
                <a:lnTo>
                  <a:pt x="12731" y="198821"/>
                </a:lnTo>
                <a:lnTo>
                  <a:pt x="17185" y="185640"/>
                </a:lnTo>
                <a:lnTo>
                  <a:pt x="22258" y="172775"/>
                </a:lnTo>
                <a:lnTo>
                  <a:pt x="22492" y="172275"/>
                </a:lnTo>
                <a:lnTo>
                  <a:pt x="56697" y="187742"/>
                </a:lnTo>
                <a:lnTo>
                  <a:pt x="56847" y="187408"/>
                </a:lnTo>
                <a:lnTo>
                  <a:pt x="56663" y="187826"/>
                </a:lnTo>
                <a:lnTo>
                  <a:pt x="57014" y="186974"/>
                </a:lnTo>
                <a:lnTo>
                  <a:pt x="52275" y="198988"/>
                </a:lnTo>
                <a:lnTo>
                  <a:pt x="52592" y="198120"/>
                </a:lnTo>
                <a:lnTo>
                  <a:pt x="48437" y="210401"/>
                </a:lnTo>
                <a:lnTo>
                  <a:pt x="48721" y="209517"/>
                </a:lnTo>
                <a:lnTo>
                  <a:pt x="45151" y="222064"/>
                </a:lnTo>
                <a:lnTo>
                  <a:pt x="45384" y="221163"/>
                </a:lnTo>
                <a:lnTo>
                  <a:pt x="42430" y="233960"/>
                </a:lnTo>
                <a:lnTo>
                  <a:pt x="42631" y="233026"/>
                </a:lnTo>
                <a:lnTo>
                  <a:pt x="40295" y="246057"/>
                </a:lnTo>
                <a:lnTo>
                  <a:pt x="40445" y="245123"/>
                </a:lnTo>
                <a:lnTo>
                  <a:pt x="38760" y="258354"/>
                </a:lnTo>
                <a:lnTo>
                  <a:pt x="38827" y="257653"/>
                </a:lnTo>
                <a:lnTo>
                  <a:pt x="38242" y="264344"/>
                </a:lnTo>
                <a:lnTo>
                  <a:pt x="38276" y="263877"/>
                </a:lnTo>
                <a:lnTo>
                  <a:pt x="37842" y="270617"/>
                </a:lnTo>
                <a:lnTo>
                  <a:pt x="37875" y="270134"/>
                </a:lnTo>
                <a:lnTo>
                  <a:pt x="37608" y="276925"/>
                </a:lnTo>
                <a:lnTo>
                  <a:pt x="37626" y="276441"/>
                </a:lnTo>
                <a:lnTo>
                  <a:pt x="37542" y="283265"/>
                </a:lnTo>
                <a:lnTo>
                  <a:pt x="37542" y="282798"/>
                </a:lnTo>
                <a:lnTo>
                  <a:pt x="37626" y="289622"/>
                </a:lnTo>
                <a:lnTo>
                  <a:pt x="84" y="290089"/>
                </a:lnTo>
                <a:moveTo>
                  <a:pt x="40378" y="137253"/>
                </a:moveTo>
                <a:lnTo>
                  <a:pt x="41013" y="136151"/>
                </a:lnTo>
                <a:lnTo>
                  <a:pt x="48370" y="124655"/>
                </a:lnTo>
                <a:lnTo>
                  <a:pt x="56280" y="113560"/>
                </a:lnTo>
                <a:lnTo>
                  <a:pt x="64672" y="102864"/>
                </a:lnTo>
                <a:lnTo>
                  <a:pt x="73582" y="92586"/>
                </a:lnTo>
                <a:lnTo>
                  <a:pt x="82959" y="82759"/>
                </a:lnTo>
                <a:lnTo>
                  <a:pt x="92787" y="73381"/>
                </a:lnTo>
                <a:lnTo>
                  <a:pt x="103065" y="64472"/>
                </a:lnTo>
                <a:lnTo>
                  <a:pt x="113760" y="56079"/>
                </a:lnTo>
                <a:lnTo>
                  <a:pt x="122403" y="49922"/>
                </a:lnTo>
                <a:lnTo>
                  <a:pt x="144161" y="80523"/>
                </a:lnTo>
                <a:lnTo>
                  <a:pt x="135885" y="86413"/>
                </a:lnTo>
                <a:lnTo>
                  <a:pt x="136602" y="85862"/>
                </a:lnTo>
                <a:lnTo>
                  <a:pt x="126608" y="93721"/>
                </a:lnTo>
                <a:lnTo>
                  <a:pt x="127309" y="93154"/>
                </a:lnTo>
                <a:lnTo>
                  <a:pt x="117698" y="101463"/>
                </a:lnTo>
                <a:lnTo>
                  <a:pt x="118365" y="100862"/>
                </a:lnTo>
                <a:lnTo>
                  <a:pt x="109189" y="109622"/>
                </a:lnTo>
                <a:lnTo>
                  <a:pt x="109822" y="108988"/>
                </a:lnTo>
                <a:lnTo>
                  <a:pt x="101063" y="118165"/>
                </a:lnTo>
                <a:lnTo>
                  <a:pt x="101664" y="117497"/>
                </a:lnTo>
                <a:lnTo>
                  <a:pt x="93354" y="127108"/>
                </a:lnTo>
                <a:lnTo>
                  <a:pt x="93921" y="126407"/>
                </a:lnTo>
                <a:lnTo>
                  <a:pt x="86062" y="136402"/>
                </a:lnTo>
                <a:lnTo>
                  <a:pt x="86613" y="135684"/>
                </a:lnTo>
                <a:lnTo>
                  <a:pt x="79238" y="146046"/>
                </a:lnTo>
                <a:lnTo>
                  <a:pt x="79739" y="145295"/>
                </a:lnTo>
                <a:lnTo>
                  <a:pt x="72865" y="156023"/>
                </a:lnTo>
                <a:lnTo>
                  <a:pt x="73332" y="155256"/>
                </a:lnTo>
                <a:lnTo>
                  <a:pt x="72931" y="155957"/>
                </a:lnTo>
                <a:lnTo>
                  <a:pt x="40378" y="137253"/>
                </a:lnTo>
                <a:moveTo>
                  <a:pt x="157041" y="29466"/>
                </a:moveTo>
                <a:lnTo>
                  <a:pt x="160428" y="27731"/>
                </a:lnTo>
                <a:lnTo>
                  <a:pt x="172976" y="22058"/>
                </a:lnTo>
                <a:lnTo>
                  <a:pt x="185840" y="16985"/>
                </a:lnTo>
                <a:lnTo>
                  <a:pt x="199021" y="12531"/>
                </a:lnTo>
                <a:lnTo>
                  <a:pt x="212470" y="8710"/>
                </a:lnTo>
                <a:lnTo>
                  <a:pt x="226169" y="5539"/>
                </a:lnTo>
                <a:lnTo>
                  <a:pt x="240117" y="3053"/>
                </a:lnTo>
                <a:lnTo>
                  <a:pt x="254183" y="1268"/>
                </a:lnTo>
                <a:lnTo>
                  <a:pt x="261458" y="617"/>
                </a:lnTo>
                <a:lnTo>
                  <a:pt x="268666" y="167"/>
                </a:lnTo>
                <a:lnTo>
                  <a:pt x="273221" y="0"/>
                </a:lnTo>
                <a:lnTo>
                  <a:pt x="274638" y="37508"/>
                </a:lnTo>
                <a:lnTo>
                  <a:pt x="270334" y="37675"/>
                </a:lnTo>
                <a:lnTo>
                  <a:pt x="270819" y="37642"/>
                </a:lnTo>
                <a:lnTo>
                  <a:pt x="264077" y="38076"/>
                </a:lnTo>
                <a:lnTo>
                  <a:pt x="264545" y="38042"/>
                </a:lnTo>
                <a:lnTo>
                  <a:pt x="257853" y="38626"/>
                </a:lnTo>
                <a:lnTo>
                  <a:pt x="258555" y="38559"/>
                </a:lnTo>
                <a:lnTo>
                  <a:pt x="245323" y="40245"/>
                </a:lnTo>
                <a:lnTo>
                  <a:pt x="246257" y="40094"/>
                </a:lnTo>
                <a:lnTo>
                  <a:pt x="233226" y="42414"/>
                </a:lnTo>
                <a:lnTo>
                  <a:pt x="234161" y="42230"/>
                </a:lnTo>
                <a:lnTo>
                  <a:pt x="221363" y="45183"/>
                </a:lnTo>
                <a:lnTo>
                  <a:pt x="222264" y="44950"/>
                </a:lnTo>
                <a:lnTo>
                  <a:pt x="209717" y="48521"/>
                </a:lnTo>
                <a:lnTo>
                  <a:pt x="210601" y="48237"/>
                </a:lnTo>
                <a:lnTo>
                  <a:pt x="198321" y="52391"/>
                </a:lnTo>
                <a:lnTo>
                  <a:pt x="199189" y="52075"/>
                </a:lnTo>
                <a:lnTo>
                  <a:pt x="187175" y="56813"/>
                </a:lnTo>
                <a:lnTo>
                  <a:pt x="188026" y="56463"/>
                </a:lnTo>
                <a:lnTo>
                  <a:pt x="176313" y="61752"/>
                </a:lnTo>
                <a:lnTo>
                  <a:pt x="177130" y="61351"/>
                </a:lnTo>
                <a:lnTo>
                  <a:pt x="174145" y="62886"/>
                </a:lnTo>
                <a:lnTo>
                  <a:pt x="157041" y="29466"/>
                </a:lnTo>
                <a:moveTo>
                  <a:pt x="313783" y="1468"/>
                </a:moveTo>
                <a:lnTo>
                  <a:pt x="326346" y="3053"/>
                </a:lnTo>
                <a:lnTo>
                  <a:pt x="340295" y="5539"/>
                </a:lnTo>
                <a:lnTo>
                  <a:pt x="354011" y="8710"/>
                </a:lnTo>
                <a:lnTo>
                  <a:pt x="367442" y="12531"/>
                </a:lnTo>
                <a:lnTo>
                  <a:pt x="380624" y="16985"/>
                </a:lnTo>
                <a:lnTo>
                  <a:pt x="393488" y="22058"/>
                </a:lnTo>
                <a:lnTo>
                  <a:pt x="406035" y="27731"/>
                </a:lnTo>
                <a:lnTo>
                  <a:pt x="418249" y="33988"/>
                </a:lnTo>
                <a:lnTo>
                  <a:pt x="426875" y="38943"/>
                </a:lnTo>
                <a:lnTo>
                  <a:pt x="408154" y="71496"/>
                </a:lnTo>
                <a:lnTo>
                  <a:pt x="399929" y="66758"/>
                </a:lnTo>
                <a:lnTo>
                  <a:pt x="400729" y="67192"/>
                </a:lnTo>
                <a:lnTo>
                  <a:pt x="389334" y="61351"/>
                </a:lnTo>
                <a:lnTo>
                  <a:pt x="390151" y="61752"/>
                </a:lnTo>
                <a:lnTo>
                  <a:pt x="378437" y="56463"/>
                </a:lnTo>
                <a:lnTo>
                  <a:pt x="379288" y="56813"/>
                </a:lnTo>
                <a:lnTo>
                  <a:pt x="367275" y="52075"/>
                </a:lnTo>
                <a:lnTo>
                  <a:pt x="368143" y="52391"/>
                </a:lnTo>
                <a:lnTo>
                  <a:pt x="355863" y="48237"/>
                </a:lnTo>
                <a:lnTo>
                  <a:pt x="356747" y="48521"/>
                </a:lnTo>
                <a:lnTo>
                  <a:pt x="344199" y="44950"/>
                </a:lnTo>
                <a:lnTo>
                  <a:pt x="345101" y="45183"/>
                </a:lnTo>
                <a:lnTo>
                  <a:pt x="332304" y="42230"/>
                </a:lnTo>
                <a:lnTo>
                  <a:pt x="333238" y="42414"/>
                </a:lnTo>
                <a:lnTo>
                  <a:pt x="320206" y="40094"/>
                </a:lnTo>
                <a:lnTo>
                  <a:pt x="321141" y="40245"/>
                </a:lnTo>
                <a:lnTo>
                  <a:pt x="309044" y="38710"/>
                </a:lnTo>
                <a:lnTo>
                  <a:pt x="313783" y="1468"/>
                </a:lnTo>
                <a:moveTo>
                  <a:pt x="459963" y="61769"/>
                </a:moveTo>
                <a:lnTo>
                  <a:pt x="463399" y="64472"/>
                </a:lnTo>
                <a:lnTo>
                  <a:pt x="473677" y="73381"/>
                </a:lnTo>
                <a:lnTo>
                  <a:pt x="483504" y="82759"/>
                </a:lnTo>
                <a:lnTo>
                  <a:pt x="492881" y="92586"/>
                </a:lnTo>
                <a:lnTo>
                  <a:pt x="501792" y="102864"/>
                </a:lnTo>
                <a:lnTo>
                  <a:pt x="510184" y="113560"/>
                </a:lnTo>
                <a:lnTo>
                  <a:pt x="518093" y="124655"/>
                </a:lnTo>
                <a:lnTo>
                  <a:pt x="525452" y="136151"/>
                </a:lnTo>
                <a:lnTo>
                  <a:pt x="532276" y="148015"/>
                </a:lnTo>
                <a:lnTo>
                  <a:pt x="535663" y="154622"/>
                </a:lnTo>
                <a:lnTo>
                  <a:pt x="502243" y="171741"/>
                </a:lnTo>
                <a:lnTo>
                  <a:pt x="499073" y="165534"/>
                </a:lnTo>
                <a:lnTo>
                  <a:pt x="499506" y="166335"/>
                </a:lnTo>
                <a:lnTo>
                  <a:pt x="493132" y="155256"/>
                </a:lnTo>
                <a:lnTo>
                  <a:pt x="493600" y="156023"/>
                </a:lnTo>
                <a:lnTo>
                  <a:pt x="486725" y="145295"/>
                </a:lnTo>
                <a:lnTo>
                  <a:pt x="487225" y="146046"/>
                </a:lnTo>
                <a:lnTo>
                  <a:pt x="479850" y="135684"/>
                </a:lnTo>
                <a:lnTo>
                  <a:pt x="480401" y="136402"/>
                </a:lnTo>
                <a:lnTo>
                  <a:pt x="472543" y="126407"/>
                </a:lnTo>
                <a:lnTo>
                  <a:pt x="473109" y="127108"/>
                </a:lnTo>
                <a:lnTo>
                  <a:pt x="464801" y="117497"/>
                </a:lnTo>
                <a:lnTo>
                  <a:pt x="465402" y="118165"/>
                </a:lnTo>
                <a:lnTo>
                  <a:pt x="456641" y="108988"/>
                </a:lnTo>
                <a:lnTo>
                  <a:pt x="457276" y="109622"/>
                </a:lnTo>
                <a:lnTo>
                  <a:pt x="448099" y="100862"/>
                </a:lnTo>
                <a:lnTo>
                  <a:pt x="448767" y="101463"/>
                </a:lnTo>
                <a:lnTo>
                  <a:pt x="439172" y="93154"/>
                </a:lnTo>
                <a:lnTo>
                  <a:pt x="439856" y="93721"/>
                </a:lnTo>
                <a:lnTo>
                  <a:pt x="436770" y="91301"/>
                </a:lnTo>
                <a:lnTo>
                  <a:pt x="459963" y="61769"/>
                </a:lnTo>
                <a:moveTo>
                  <a:pt x="551330" y="191713"/>
                </a:moveTo>
                <a:lnTo>
                  <a:pt x="553733" y="198821"/>
                </a:lnTo>
                <a:lnTo>
                  <a:pt x="557554" y="212269"/>
                </a:lnTo>
                <a:lnTo>
                  <a:pt x="560724" y="225968"/>
                </a:lnTo>
                <a:lnTo>
                  <a:pt x="563210" y="239917"/>
                </a:lnTo>
                <a:lnTo>
                  <a:pt x="564995" y="253982"/>
                </a:lnTo>
                <a:lnTo>
                  <a:pt x="565646" y="261257"/>
                </a:lnTo>
                <a:lnTo>
                  <a:pt x="566097" y="268465"/>
                </a:lnTo>
                <a:lnTo>
                  <a:pt x="566380" y="275723"/>
                </a:lnTo>
                <a:lnTo>
                  <a:pt x="566464" y="283031"/>
                </a:lnTo>
                <a:lnTo>
                  <a:pt x="566380" y="290340"/>
                </a:lnTo>
                <a:lnTo>
                  <a:pt x="566097" y="297598"/>
                </a:lnTo>
                <a:lnTo>
                  <a:pt x="565646" y="304806"/>
                </a:lnTo>
                <a:lnTo>
                  <a:pt x="565145" y="310412"/>
                </a:lnTo>
                <a:lnTo>
                  <a:pt x="527754" y="307091"/>
                </a:lnTo>
                <a:lnTo>
                  <a:pt x="528221" y="301719"/>
                </a:lnTo>
                <a:lnTo>
                  <a:pt x="528188" y="302186"/>
                </a:lnTo>
                <a:lnTo>
                  <a:pt x="528622" y="295445"/>
                </a:lnTo>
                <a:lnTo>
                  <a:pt x="528589" y="295929"/>
                </a:lnTo>
                <a:lnTo>
                  <a:pt x="528855" y="289138"/>
                </a:lnTo>
                <a:lnTo>
                  <a:pt x="528839" y="289622"/>
                </a:lnTo>
                <a:lnTo>
                  <a:pt x="528923" y="282798"/>
                </a:lnTo>
                <a:lnTo>
                  <a:pt x="528923" y="283265"/>
                </a:lnTo>
                <a:lnTo>
                  <a:pt x="528839" y="276441"/>
                </a:lnTo>
                <a:lnTo>
                  <a:pt x="528855" y="276925"/>
                </a:lnTo>
                <a:lnTo>
                  <a:pt x="528589" y="270134"/>
                </a:lnTo>
                <a:lnTo>
                  <a:pt x="528622" y="270617"/>
                </a:lnTo>
                <a:lnTo>
                  <a:pt x="528188" y="263877"/>
                </a:lnTo>
                <a:lnTo>
                  <a:pt x="528221" y="264344"/>
                </a:lnTo>
                <a:lnTo>
                  <a:pt x="527637" y="257653"/>
                </a:lnTo>
                <a:lnTo>
                  <a:pt x="527704" y="258354"/>
                </a:lnTo>
                <a:lnTo>
                  <a:pt x="526019" y="245123"/>
                </a:lnTo>
                <a:lnTo>
                  <a:pt x="526169" y="246057"/>
                </a:lnTo>
                <a:lnTo>
                  <a:pt x="523850" y="233026"/>
                </a:lnTo>
                <a:lnTo>
                  <a:pt x="524033" y="233960"/>
                </a:lnTo>
                <a:lnTo>
                  <a:pt x="521080" y="221163"/>
                </a:lnTo>
                <a:lnTo>
                  <a:pt x="521313" y="222064"/>
                </a:lnTo>
                <a:lnTo>
                  <a:pt x="517742" y="209517"/>
                </a:lnTo>
                <a:lnTo>
                  <a:pt x="518027" y="210401"/>
                </a:lnTo>
                <a:lnTo>
                  <a:pt x="515774" y="203743"/>
                </a:lnTo>
                <a:lnTo>
                  <a:pt x="551330" y="191713"/>
                </a:lnTo>
                <a:moveTo>
                  <a:pt x="558438" y="349956"/>
                </a:moveTo>
                <a:lnTo>
                  <a:pt x="557554" y="353793"/>
                </a:lnTo>
                <a:lnTo>
                  <a:pt x="553733" y="367242"/>
                </a:lnTo>
                <a:lnTo>
                  <a:pt x="549278" y="380423"/>
                </a:lnTo>
                <a:lnTo>
                  <a:pt x="544205" y="393287"/>
                </a:lnTo>
                <a:lnTo>
                  <a:pt x="538533" y="405835"/>
                </a:lnTo>
                <a:lnTo>
                  <a:pt x="532276" y="418048"/>
                </a:lnTo>
                <a:lnTo>
                  <a:pt x="525452" y="429912"/>
                </a:lnTo>
                <a:lnTo>
                  <a:pt x="518093" y="441408"/>
                </a:lnTo>
                <a:lnTo>
                  <a:pt x="510184" y="452503"/>
                </a:lnTo>
                <a:lnTo>
                  <a:pt x="506012" y="457826"/>
                </a:lnTo>
                <a:lnTo>
                  <a:pt x="476496" y="434617"/>
                </a:lnTo>
                <a:lnTo>
                  <a:pt x="480401" y="429661"/>
                </a:lnTo>
                <a:lnTo>
                  <a:pt x="479850" y="430379"/>
                </a:lnTo>
                <a:lnTo>
                  <a:pt x="487225" y="420018"/>
                </a:lnTo>
                <a:lnTo>
                  <a:pt x="486725" y="420768"/>
                </a:lnTo>
                <a:lnTo>
                  <a:pt x="493600" y="410040"/>
                </a:lnTo>
                <a:lnTo>
                  <a:pt x="493132" y="410807"/>
                </a:lnTo>
                <a:lnTo>
                  <a:pt x="499506" y="399728"/>
                </a:lnTo>
                <a:lnTo>
                  <a:pt x="499073" y="400529"/>
                </a:lnTo>
                <a:lnTo>
                  <a:pt x="504912" y="389133"/>
                </a:lnTo>
                <a:lnTo>
                  <a:pt x="504512" y="389950"/>
                </a:lnTo>
                <a:lnTo>
                  <a:pt x="509801" y="378237"/>
                </a:lnTo>
                <a:lnTo>
                  <a:pt x="509450" y="379088"/>
                </a:lnTo>
                <a:lnTo>
                  <a:pt x="514190" y="367075"/>
                </a:lnTo>
                <a:lnTo>
                  <a:pt x="513871" y="367943"/>
                </a:lnTo>
                <a:lnTo>
                  <a:pt x="518027" y="355662"/>
                </a:lnTo>
                <a:lnTo>
                  <a:pt x="517742" y="356547"/>
                </a:lnTo>
                <a:lnTo>
                  <a:pt x="521313" y="343999"/>
                </a:lnTo>
                <a:lnTo>
                  <a:pt x="521080" y="344900"/>
                </a:lnTo>
                <a:lnTo>
                  <a:pt x="521863" y="341513"/>
                </a:lnTo>
                <a:lnTo>
                  <a:pt x="558438" y="349956"/>
                </a:lnTo>
                <a:moveTo>
                  <a:pt x="479017" y="487593"/>
                </a:moveTo>
                <a:lnTo>
                  <a:pt x="473677" y="492681"/>
                </a:lnTo>
                <a:lnTo>
                  <a:pt x="463399" y="501591"/>
                </a:lnTo>
                <a:lnTo>
                  <a:pt x="452703" y="509984"/>
                </a:lnTo>
                <a:lnTo>
                  <a:pt x="441608" y="517893"/>
                </a:lnTo>
                <a:lnTo>
                  <a:pt x="430113" y="525251"/>
                </a:lnTo>
                <a:lnTo>
                  <a:pt x="418249" y="532076"/>
                </a:lnTo>
                <a:lnTo>
                  <a:pt x="406035" y="538332"/>
                </a:lnTo>
                <a:lnTo>
                  <a:pt x="393488" y="544005"/>
                </a:lnTo>
                <a:lnTo>
                  <a:pt x="380624" y="549078"/>
                </a:lnTo>
                <a:lnTo>
                  <a:pt x="376887" y="550346"/>
                </a:lnTo>
                <a:lnTo>
                  <a:pt x="364856" y="514773"/>
                </a:lnTo>
                <a:lnTo>
                  <a:pt x="368143" y="513671"/>
                </a:lnTo>
                <a:lnTo>
                  <a:pt x="367275" y="513989"/>
                </a:lnTo>
                <a:lnTo>
                  <a:pt x="379288" y="509250"/>
                </a:lnTo>
                <a:lnTo>
                  <a:pt x="378437" y="509600"/>
                </a:lnTo>
                <a:lnTo>
                  <a:pt x="390151" y="504311"/>
                </a:lnTo>
                <a:lnTo>
                  <a:pt x="389334" y="504711"/>
                </a:lnTo>
                <a:lnTo>
                  <a:pt x="400729" y="498872"/>
                </a:lnTo>
                <a:lnTo>
                  <a:pt x="399929" y="499305"/>
                </a:lnTo>
                <a:lnTo>
                  <a:pt x="411007" y="492931"/>
                </a:lnTo>
                <a:lnTo>
                  <a:pt x="410240" y="493399"/>
                </a:lnTo>
                <a:lnTo>
                  <a:pt x="420968" y="486525"/>
                </a:lnTo>
                <a:lnTo>
                  <a:pt x="420218" y="487025"/>
                </a:lnTo>
                <a:lnTo>
                  <a:pt x="430579" y="479650"/>
                </a:lnTo>
                <a:lnTo>
                  <a:pt x="429862" y="480200"/>
                </a:lnTo>
                <a:lnTo>
                  <a:pt x="439856" y="472342"/>
                </a:lnTo>
                <a:lnTo>
                  <a:pt x="439172" y="472909"/>
                </a:lnTo>
                <a:lnTo>
                  <a:pt x="448767" y="464600"/>
                </a:lnTo>
                <a:lnTo>
                  <a:pt x="448099" y="465201"/>
                </a:lnTo>
                <a:lnTo>
                  <a:pt x="453121" y="460412"/>
                </a:lnTo>
                <a:lnTo>
                  <a:pt x="479017" y="487593"/>
                </a:lnTo>
                <a:moveTo>
                  <a:pt x="337992" y="560924"/>
                </a:moveTo>
                <a:lnTo>
                  <a:pt x="326346" y="563009"/>
                </a:lnTo>
                <a:lnTo>
                  <a:pt x="312281" y="564795"/>
                </a:lnTo>
                <a:lnTo>
                  <a:pt x="305006" y="565446"/>
                </a:lnTo>
                <a:lnTo>
                  <a:pt x="297797" y="565896"/>
                </a:lnTo>
                <a:lnTo>
                  <a:pt x="290539" y="566180"/>
                </a:lnTo>
                <a:lnTo>
                  <a:pt x="283232" y="566263"/>
                </a:lnTo>
                <a:lnTo>
                  <a:pt x="275924" y="566180"/>
                </a:lnTo>
                <a:lnTo>
                  <a:pt x="268666" y="565896"/>
                </a:lnTo>
                <a:lnTo>
                  <a:pt x="261458" y="565446"/>
                </a:lnTo>
                <a:lnTo>
                  <a:pt x="254183" y="564795"/>
                </a:lnTo>
                <a:lnTo>
                  <a:pt x="240117" y="563009"/>
                </a:lnTo>
                <a:lnTo>
                  <a:pt x="226169" y="560523"/>
                </a:lnTo>
                <a:lnTo>
                  <a:pt x="218727" y="558788"/>
                </a:lnTo>
                <a:lnTo>
                  <a:pt x="227170" y="522214"/>
                </a:lnTo>
                <a:lnTo>
                  <a:pt x="234161" y="523833"/>
                </a:lnTo>
                <a:lnTo>
                  <a:pt x="233226" y="523632"/>
                </a:lnTo>
                <a:lnTo>
                  <a:pt x="246257" y="525968"/>
                </a:lnTo>
                <a:lnTo>
                  <a:pt x="245323" y="525819"/>
                </a:lnTo>
                <a:lnTo>
                  <a:pt x="258555" y="527503"/>
                </a:lnTo>
                <a:lnTo>
                  <a:pt x="257853" y="527437"/>
                </a:lnTo>
                <a:lnTo>
                  <a:pt x="264545" y="528021"/>
                </a:lnTo>
                <a:lnTo>
                  <a:pt x="264077" y="527987"/>
                </a:lnTo>
                <a:lnTo>
                  <a:pt x="270819" y="528421"/>
                </a:lnTo>
                <a:lnTo>
                  <a:pt x="270334" y="528388"/>
                </a:lnTo>
                <a:lnTo>
                  <a:pt x="277126" y="528655"/>
                </a:lnTo>
                <a:lnTo>
                  <a:pt x="276642" y="528638"/>
                </a:lnTo>
                <a:lnTo>
                  <a:pt x="283466" y="528722"/>
                </a:lnTo>
                <a:lnTo>
                  <a:pt x="282999" y="528722"/>
                </a:lnTo>
                <a:lnTo>
                  <a:pt x="289822" y="528638"/>
                </a:lnTo>
                <a:lnTo>
                  <a:pt x="289339" y="528655"/>
                </a:lnTo>
                <a:lnTo>
                  <a:pt x="296130" y="528388"/>
                </a:lnTo>
                <a:lnTo>
                  <a:pt x="295646" y="528421"/>
                </a:lnTo>
                <a:lnTo>
                  <a:pt x="302387" y="527987"/>
                </a:lnTo>
                <a:lnTo>
                  <a:pt x="301919" y="528021"/>
                </a:lnTo>
                <a:lnTo>
                  <a:pt x="308610" y="527437"/>
                </a:lnTo>
                <a:lnTo>
                  <a:pt x="307909" y="527503"/>
                </a:lnTo>
                <a:lnTo>
                  <a:pt x="321141" y="525819"/>
                </a:lnTo>
                <a:lnTo>
                  <a:pt x="320206" y="525968"/>
                </a:lnTo>
                <a:lnTo>
                  <a:pt x="331402" y="523966"/>
                </a:lnTo>
                <a:lnTo>
                  <a:pt x="337992" y="560924"/>
                </a:lnTo>
                <a:moveTo>
                  <a:pt x="180234" y="546858"/>
                </a:moveTo>
                <a:lnTo>
                  <a:pt x="172976" y="544005"/>
                </a:lnTo>
                <a:lnTo>
                  <a:pt x="160428" y="538332"/>
                </a:lnTo>
                <a:lnTo>
                  <a:pt x="148215" y="532076"/>
                </a:lnTo>
                <a:lnTo>
                  <a:pt x="136352" y="525251"/>
                </a:lnTo>
                <a:lnTo>
                  <a:pt x="124855" y="517893"/>
                </a:lnTo>
                <a:lnTo>
                  <a:pt x="113760" y="509984"/>
                </a:lnTo>
                <a:lnTo>
                  <a:pt x="103065" y="501591"/>
                </a:lnTo>
                <a:lnTo>
                  <a:pt x="92787" y="492681"/>
                </a:lnTo>
                <a:lnTo>
                  <a:pt x="82959" y="483304"/>
                </a:lnTo>
                <a:lnTo>
                  <a:pt x="80390" y="480618"/>
                </a:lnTo>
                <a:lnTo>
                  <a:pt x="107553" y="454706"/>
                </a:lnTo>
                <a:lnTo>
                  <a:pt x="109822" y="457075"/>
                </a:lnTo>
                <a:lnTo>
                  <a:pt x="109189" y="456441"/>
                </a:lnTo>
                <a:lnTo>
                  <a:pt x="118365" y="465201"/>
                </a:lnTo>
                <a:lnTo>
                  <a:pt x="117698" y="464600"/>
                </a:lnTo>
                <a:lnTo>
                  <a:pt x="127309" y="472909"/>
                </a:lnTo>
                <a:lnTo>
                  <a:pt x="126608" y="472342"/>
                </a:lnTo>
                <a:lnTo>
                  <a:pt x="136602" y="480200"/>
                </a:lnTo>
                <a:lnTo>
                  <a:pt x="135885" y="479650"/>
                </a:lnTo>
                <a:lnTo>
                  <a:pt x="146246" y="487025"/>
                </a:lnTo>
                <a:lnTo>
                  <a:pt x="145495" y="486525"/>
                </a:lnTo>
                <a:lnTo>
                  <a:pt x="156223" y="493399"/>
                </a:lnTo>
                <a:lnTo>
                  <a:pt x="155457" y="492931"/>
                </a:lnTo>
                <a:lnTo>
                  <a:pt x="166536" y="499305"/>
                </a:lnTo>
                <a:lnTo>
                  <a:pt x="165735" y="498872"/>
                </a:lnTo>
                <a:lnTo>
                  <a:pt x="177130" y="504711"/>
                </a:lnTo>
                <a:lnTo>
                  <a:pt x="176313" y="504311"/>
                </a:lnTo>
                <a:lnTo>
                  <a:pt x="188026" y="509600"/>
                </a:lnTo>
                <a:lnTo>
                  <a:pt x="187175" y="509250"/>
                </a:lnTo>
                <a:lnTo>
                  <a:pt x="194016" y="511936"/>
                </a:lnTo>
                <a:lnTo>
                  <a:pt x="180234" y="546858"/>
                </a:lnTo>
                <a:moveTo>
                  <a:pt x="54427" y="449917"/>
                </a:moveTo>
                <a:lnTo>
                  <a:pt x="48370" y="441408"/>
                </a:lnTo>
                <a:lnTo>
                  <a:pt x="41013" y="429912"/>
                </a:lnTo>
                <a:lnTo>
                  <a:pt x="34188" y="418048"/>
                </a:lnTo>
                <a:lnTo>
                  <a:pt x="27931" y="405835"/>
                </a:lnTo>
                <a:lnTo>
                  <a:pt x="22258" y="393287"/>
                </a:lnTo>
                <a:lnTo>
                  <a:pt x="17185" y="380423"/>
                </a:lnTo>
                <a:lnTo>
                  <a:pt x="12731" y="367242"/>
                </a:lnTo>
                <a:lnTo>
                  <a:pt x="8911" y="353793"/>
                </a:lnTo>
                <a:lnTo>
                  <a:pt x="5991" y="341146"/>
                </a:lnTo>
                <a:lnTo>
                  <a:pt x="42581" y="332704"/>
                </a:lnTo>
                <a:lnTo>
                  <a:pt x="45384" y="344900"/>
                </a:lnTo>
                <a:lnTo>
                  <a:pt x="45151" y="343999"/>
                </a:lnTo>
                <a:lnTo>
                  <a:pt x="48721" y="356547"/>
                </a:lnTo>
                <a:lnTo>
                  <a:pt x="48437" y="355662"/>
                </a:lnTo>
                <a:lnTo>
                  <a:pt x="52592" y="367943"/>
                </a:lnTo>
                <a:lnTo>
                  <a:pt x="52275" y="367075"/>
                </a:lnTo>
                <a:lnTo>
                  <a:pt x="57014" y="379088"/>
                </a:lnTo>
                <a:lnTo>
                  <a:pt x="56663" y="378237"/>
                </a:lnTo>
                <a:lnTo>
                  <a:pt x="61953" y="389950"/>
                </a:lnTo>
                <a:lnTo>
                  <a:pt x="61551" y="389133"/>
                </a:lnTo>
                <a:lnTo>
                  <a:pt x="67392" y="400529"/>
                </a:lnTo>
                <a:lnTo>
                  <a:pt x="66958" y="399728"/>
                </a:lnTo>
                <a:lnTo>
                  <a:pt x="73332" y="410807"/>
                </a:lnTo>
                <a:lnTo>
                  <a:pt x="72865" y="410040"/>
                </a:lnTo>
                <a:lnTo>
                  <a:pt x="79739" y="420768"/>
                </a:lnTo>
                <a:lnTo>
                  <a:pt x="79238" y="420018"/>
                </a:lnTo>
                <a:lnTo>
                  <a:pt x="85028" y="428160"/>
                </a:lnTo>
                <a:lnTo>
                  <a:pt x="54427" y="449917"/>
                </a:lnTo>
                <a:moveTo>
                  <a:pt x="584" y="300934"/>
                </a:moveTo>
                <a:lnTo>
                  <a:pt x="367" y="297598"/>
                </a:lnTo>
                <a:lnTo>
                  <a:pt x="100" y="290573"/>
                </a:lnTo>
                <a:lnTo>
                  <a:pt x="37608" y="289138"/>
                </a:lnTo>
                <a:lnTo>
                  <a:pt x="37875" y="295929"/>
                </a:lnTo>
                <a:lnTo>
                  <a:pt x="37842" y="295445"/>
                </a:lnTo>
                <a:lnTo>
                  <a:pt x="38042" y="298565"/>
                </a:lnTo>
                <a:lnTo>
                  <a:pt x="584" y="30093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80">
            <a:extLst xmlns:a="http://schemas.openxmlformats.org/drawingml/2006/main">
              <a:ext uri="{FF2B5EF4-FFF2-40B4-BE49-F238E27FC236}">
                <a16:creationId xmlns:a16="http://schemas.microsoft.com/office/drawing/2014/main" id="{27BE9040-A5A7-4733-8472-FF0E5359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3602" y="1928119"/>
            <a:ext cx="566461" cy="566263"/>
          </a:xfrm>
          <a:custGeom xmlns:a="http://schemas.openxmlformats.org/drawingml/2006/main">
            <a:pathLst>
              <a:path w="566461" h="566263">
                <a:moveTo>
                  <a:pt x="82" y="290089"/>
                </a:moveTo>
                <a:lnTo>
                  <a:pt x="0" y="283032"/>
                </a:lnTo>
                <a:lnTo>
                  <a:pt x="82" y="275724"/>
                </a:lnTo>
                <a:lnTo>
                  <a:pt x="366" y="268465"/>
                </a:lnTo>
                <a:lnTo>
                  <a:pt x="816" y="261257"/>
                </a:lnTo>
                <a:lnTo>
                  <a:pt x="1467" y="253982"/>
                </a:lnTo>
                <a:lnTo>
                  <a:pt x="3253" y="239917"/>
                </a:lnTo>
                <a:lnTo>
                  <a:pt x="5738" y="225968"/>
                </a:lnTo>
                <a:lnTo>
                  <a:pt x="8909" y="212269"/>
                </a:lnTo>
                <a:lnTo>
                  <a:pt x="12730" y="198822"/>
                </a:lnTo>
                <a:lnTo>
                  <a:pt x="17184" y="185640"/>
                </a:lnTo>
                <a:lnTo>
                  <a:pt x="22258" y="172776"/>
                </a:lnTo>
                <a:lnTo>
                  <a:pt x="22474" y="172275"/>
                </a:lnTo>
                <a:lnTo>
                  <a:pt x="56695" y="187742"/>
                </a:lnTo>
                <a:lnTo>
                  <a:pt x="56845" y="187409"/>
                </a:lnTo>
                <a:lnTo>
                  <a:pt x="56662" y="187826"/>
                </a:lnTo>
                <a:lnTo>
                  <a:pt x="57012" y="186975"/>
                </a:lnTo>
                <a:lnTo>
                  <a:pt x="52274" y="198988"/>
                </a:lnTo>
                <a:lnTo>
                  <a:pt x="52591" y="198120"/>
                </a:lnTo>
                <a:lnTo>
                  <a:pt x="48437" y="210401"/>
                </a:lnTo>
                <a:lnTo>
                  <a:pt x="48719" y="209516"/>
                </a:lnTo>
                <a:lnTo>
                  <a:pt x="45149" y="222064"/>
                </a:lnTo>
                <a:lnTo>
                  <a:pt x="45383" y="221163"/>
                </a:lnTo>
                <a:lnTo>
                  <a:pt x="42430" y="233960"/>
                </a:lnTo>
                <a:lnTo>
                  <a:pt x="42613" y="233026"/>
                </a:lnTo>
                <a:lnTo>
                  <a:pt x="40293" y="246057"/>
                </a:lnTo>
                <a:lnTo>
                  <a:pt x="40443" y="245123"/>
                </a:lnTo>
                <a:lnTo>
                  <a:pt x="38759" y="258354"/>
                </a:lnTo>
                <a:lnTo>
                  <a:pt x="38825" y="257653"/>
                </a:lnTo>
                <a:lnTo>
                  <a:pt x="38242" y="264344"/>
                </a:lnTo>
                <a:lnTo>
                  <a:pt x="38274" y="263877"/>
                </a:lnTo>
                <a:lnTo>
                  <a:pt x="37841" y="270618"/>
                </a:lnTo>
                <a:lnTo>
                  <a:pt x="37874" y="270134"/>
                </a:lnTo>
                <a:lnTo>
                  <a:pt x="37608" y="276925"/>
                </a:lnTo>
                <a:lnTo>
                  <a:pt x="37625" y="276441"/>
                </a:lnTo>
                <a:lnTo>
                  <a:pt x="37541" y="283266"/>
                </a:lnTo>
                <a:lnTo>
                  <a:pt x="37541" y="282798"/>
                </a:lnTo>
                <a:lnTo>
                  <a:pt x="37625" y="289622"/>
                </a:lnTo>
                <a:lnTo>
                  <a:pt x="82" y="290089"/>
                </a:lnTo>
                <a:moveTo>
                  <a:pt x="40377" y="137253"/>
                </a:moveTo>
                <a:lnTo>
                  <a:pt x="41010" y="136152"/>
                </a:lnTo>
                <a:lnTo>
                  <a:pt x="48370" y="124655"/>
                </a:lnTo>
                <a:lnTo>
                  <a:pt x="56278" y="113560"/>
                </a:lnTo>
                <a:lnTo>
                  <a:pt x="64670" y="102865"/>
                </a:lnTo>
                <a:lnTo>
                  <a:pt x="73581" y="92586"/>
                </a:lnTo>
                <a:lnTo>
                  <a:pt x="82957" y="82759"/>
                </a:lnTo>
                <a:lnTo>
                  <a:pt x="92785" y="73382"/>
                </a:lnTo>
                <a:lnTo>
                  <a:pt x="103065" y="64472"/>
                </a:lnTo>
                <a:lnTo>
                  <a:pt x="113759" y="56079"/>
                </a:lnTo>
                <a:lnTo>
                  <a:pt x="122401" y="49922"/>
                </a:lnTo>
                <a:lnTo>
                  <a:pt x="144159" y="80523"/>
                </a:lnTo>
                <a:lnTo>
                  <a:pt x="135883" y="86413"/>
                </a:lnTo>
                <a:lnTo>
                  <a:pt x="136600" y="85862"/>
                </a:lnTo>
                <a:lnTo>
                  <a:pt x="126606" y="93721"/>
                </a:lnTo>
                <a:lnTo>
                  <a:pt x="127290" y="93154"/>
                </a:lnTo>
                <a:lnTo>
                  <a:pt x="117696" y="101463"/>
                </a:lnTo>
                <a:lnTo>
                  <a:pt x="118364" y="100862"/>
                </a:lnTo>
                <a:lnTo>
                  <a:pt x="109186" y="109622"/>
                </a:lnTo>
                <a:lnTo>
                  <a:pt x="109821" y="108988"/>
                </a:lnTo>
                <a:lnTo>
                  <a:pt x="101061" y="118165"/>
                </a:lnTo>
                <a:lnTo>
                  <a:pt x="101662" y="117498"/>
                </a:lnTo>
                <a:lnTo>
                  <a:pt x="93352" y="127108"/>
                </a:lnTo>
                <a:lnTo>
                  <a:pt x="93920" y="126407"/>
                </a:lnTo>
                <a:lnTo>
                  <a:pt x="86062" y="136402"/>
                </a:lnTo>
                <a:lnTo>
                  <a:pt x="86613" y="135684"/>
                </a:lnTo>
                <a:lnTo>
                  <a:pt x="79237" y="146046"/>
                </a:lnTo>
                <a:lnTo>
                  <a:pt x="79738" y="145295"/>
                </a:lnTo>
                <a:lnTo>
                  <a:pt x="72864" y="156024"/>
                </a:lnTo>
                <a:lnTo>
                  <a:pt x="73330" y="155256"/>
                </a:lnTo>
                <a:lnTo>
                  <a:pt x="72930" y="155957"/>
                </a:lnTo>
                <a:lnTo>
                  <a:pt x="40377" y="137253"/>
                </a:lnTo>
                <a:moveTo>
                  <a:pt x="157023" y="29466"/>
                </a:moveTo>
                <a:lnTo>
                  <a:pt x="160427" y="27731"/>
                </a:lnTo>
                <a:lnTo>
                  <a:pt x="172974" y="22058"/>
                </a:lnTo>
                <a:lnTo>
                  <a:pt x="185839" y="16986"/>
                </a:lnTo>
                <a:lnTo>
                  <a:pt x="199020" y="12531"/>
                </a:lnTo>
                <a:lnTo>
                  <a:pt x="212452" y="8710"/>
                </a:lnTo>
                <a:lnTo>
                  <a:pt x="226167" y="5540"/>
                </a:lnTo>
                <a:lnTo>
                  <a:pt x="240116" y="3054"/>
                </a:lnTo>
                <a:lnTo>
                  <a:pt x="254180" y="1268"/>
                </a:lnTo>
                <a:lnTo>
                  <a:pt x="261457" y="617"/>
                </a:lnTo>
                <a:lnTo>
                  <a:pt x="268665" y="167"/>
                </a:lnTo>
                <a:lnTo>
                  <a:pt x="273221" y="0"/>
                </a:lnTo>
                <a:lnTo>
                  <a:pt x="274637" y="37508"/>
                </a:lnTo>
                <a:lnTo>
                  <a:pt x="270332" y="37675"/>
                </a:lnTo>
                <a:lnTo>
                  <a:pt x="270800" y="37642"/>
                </a:lnTo>
                <a:lnTo>
                  <a:pt x="264076" y="38076"/>
                </a:lnTo>
                <a:lnTo>
                  <a:pt x="264544" y="38043"/>
                </a:lnTo>
                <a:lnTo>
                  <a:pt x="257852" y="38626"/>
                </a:lnTo>
                <a:lnTo>
                  <a:pt x="258553" y="38560"/>
                </a:lnTo>
                <a:lnTo>
                  <a:pt x="245322" y="40245"/>
                </a:lnTo>
                <a:lnTo>
                  <a:pt x="246255" y="40095"/>
                </a:lnTo>
                <a:lnTo>
                  <a:pt x="233225" y="42414"/>
                </a:lnTo>
                <a:lnTo>
                  <a:pt x="234160" y="42230"/>
                </a:lnTo>
                <a:lnTo>
                  <a:pt x="221362" y="45184"/>
                </a:lnTo>
                <a:lnTo>
                  <a:pt x="222264" y="44950"/>
                </a:lnTo>
                <a:lnTo>
                  <a:pt x="209715" y="48521"/>
                </a:lnTo>
                <a:lnTo>
                  <a:pt x="210599" y="48237"/>
                </a:lnTo>
                <a:lnTo>
                  <a:pt x="198319" y="52392"/>
                </a:lnTo>
                <a:lnTo>
                  <a:pt x="199188" y="52075"/>
                </a:lnTo>
                <a:lnTo>
                  <a:pt x="187173" y="56813"/>
                </a:lnTo>
                <a:lnTo>
                  <a:pt x="188024" y="56463"/>
                </a:lnTo>
                <a:lnTo>
                  <a:pt x="176311" y="61752"/>
                </a:lnTo>
                <a:lnTo>
                  <a:pt x="177129" y="61352"/>
                </a:lnTo>
                <a:lnTo>
                  <a:pt x="174143" y="62887"/>
                </a:lnTo>
                <a:lnTo>
                  <a:pt x="157023" y="29466"/>
                </a:lnTo>
                <a:moveTo>
                  <a:pt x="313781" y="1469"/>
                </a:moveTo>
                <a:lnTo>
                  <a:pt x="326345" y="3054"/>
                </a:lnTo>
                <a:lnTo>
                  <a:pt x="340294" y="5540"/>
                </a:lnTo>
                <a:lnTo>
                  <a:pt x="353992" y="8710"/>
                </a:lnTo>
                <a:lnTo>
                  <a:pt x="367441" y="12531"/>
                </a:lnTo>
                <a:lnTo>
                  <a:pt x="380623" y="16986"/>
                </a:lnTo>
                <a:lnTo>
                  <a:pt x="393485" y="22058"/>
                </a:lnTo>
                <a:lnTo>
                  <a:pt x="406034" y="27731"/>
                </a:lnTo>
                <a:lnTo>
                  <a:pt x="418248" y="33988"/>
                </a:lnTo>
                <a:lnTo>
                  <a:pt x="426857" y="38944"/>
                </a:lnTo>
                <a:lnTo>
                  <a:pt x="408153" y="71496"/>
                </a:lnTo>
                <a:lnTo>
                  <a:pt x="399928" y="66758"/>
                </a:lnTo>
                <a:lnTo>
                  <a:pt x="400728" y="67192"/>
                </a:lnTo>
                <a:lnTo>
                  <a:pt x="389333" y="61352"/>
                </a:lnTo>
                <a:lnTo>
                  <a:pt x="390151" y="61752"/>
                </a:lnTo>
                <a:lnTo>
                  <a:pt x="378436" y="56463"/>
                </a:lnTo>
                <a:lnTo>
                  <a:pt x="379288" y="56813"/>
                </a:lnTo>
                <a:lnTo>
                  <a:pt x="367274" y="52075"/>
                </a:lnTo>
                <a:lnTo>
                  <a:pt x="368142" y="52392"/>
                </a:lnTo>
                <a:lnTo>
                  <a:pt x="355862" y="48237"/>
                </a:lnTo>
                <a:lnTo>
                  <a:pt x="356746" y="48521"/>
                </a:lnTo>
                <a:lnTo>
                  <a:pt x="344198" y="44950"/>
                </a:lnTo>
                <a:lnTo>
                  <a:pt x="345099" y="45184"/>
                </a:lnTo>
                <a:lnTo>
                  <a:pt x="332301" y="42230"/>
                </a:lnTo>
                <a:lnTo>
                  <a:pt x="333236" y="42414"/>
                </a:lnTo>
                <a:lnTo>
                  <a:pt x="320204" y="40095"/>
                </a:lnTo>
                <a:lnTo>
                  <a:pt x="321139" y="40245"/>
                </a:lnTo>
                <a:lnTo>
                  <a:pt x="309042" y="38710"/>
                </a:lnTo>
                <a:lnTo>
                  <a:pt x="313781" y="1469"/>
                </a:lnTo>
                <a:moveTo>
                  <a:pt x="459961" y="61769"/>
                </a:moveTo>
                <a:lnTo>
                  <a:pt x="463397" y="64472"/>
                </a:lnTo>
                <a:lnTo>
                  <a:pt x="473676" y="73382"/>
                </a:lnTo>
                <a:lnTo>
                  <a:pt x="483502" y="82759"/>
                </a:lnTo>
                <a:lnTo>
                  <a:pt x="492880" y="92586"/>
                </a:lnTo>
                <a:lnTo>
                  <a:pt x="501791" y="102865"/>
                </a:lnTo>
                <a:lnTo>
                  <a:pt x="510183" y="113560"/>
                </a:lnTo>
                <a:lnTo>
                  <a:pt x="518091" y="124655"/>
                </a:lnTo>
                <a:lnTo>
                  <a:pt x="525451" y="136152"/>
                </a:lnTo>
                <a:lnTo>
                  <a:pt x="532274" y="148015"/>
                </a:lnTo>
                <a:lnTo>
                  <a:pt x="535663" y="154622"/>
                </a:lnTo>
                <a:lnTo>
                  <a:pt x="502241" y="171741"/>
                </a:lnTo>
                <a:lnTo>
                  <a:pt x="499070" y="165534"/>
                </a:lnTo>
                <a:lnTo>
                  <a:pt x="499504" y="166335"/>
                </a:lnTo>
                <a:lnTo>
                  <a:pt x="493132" y="155256"/>
                </a:lnTo>
                <a:lnTo>
                  <a:pt x="493597" y="156024"/>
                </a:lnTo>
                <a:lnTo>
                  <a:pt x="486724" y="145295"/>
                </a:lnTo>
                <a:lnTo>
                  <a:pt x="487224" y="146046"/>
                </a:lnTo>
                <a:lnTo>
                  <a:pt x="479849" y="135684"/>
                </a:lnTo>
                <a:lnTo>
                  <a:pt x="480400" y="136402"/>
                </a:lnTo>
                <a:lnTo>
                  <a:pt x="472541" y="126407"/>
                </a:lnTo>
                <a:lnTo>
                  <a:pt x="473108" y="127108"/>
                </a:lnTo>
                <a:lnTo>
                  <a:pt x="464799" y="117498"/>
                </a:lnTo>
                <a:lnTo>
                  <a:pt x="465401" y="118165"/>
                </a:lnTo>
                <a:lnTo>
                  <a:pt x="456640" y="108988"/>
                </a:lnTo>
                <a:lnTo>
                  <a:pt x="457275" y="109622"/>
                </a:lnTo>
                <a:lnTo>
                  <a:pt x="448098" y="100862"/>
                </a:lnTo>
                <a:lnTo>
                  <a:pt x="448766" y="101463"/>
                </a:lnTo>
                <a:lnTo>
                  <a:pt x="439154" y="93154"/>
                </a:lnTo>
                <a:lnTo>
                  <a:pt x="439855" y="93721"/>
                </a:lnTo>
                <a:lnTo>
                  <a:pt x="436768" y="91302"/>
                </a:lnTo>
                <a:lnTo>
                  <a:pt x="459961" y="61769"/>
                </a:lnTo>
                <a:moveTo>
                  <a:pt x="551328" y="191714"/>
                </a:moveTo>
                <a:lnTo>
                  <a:pt x="553731" y="198822"/>
                </a:lnTo>
                <a:lnTo>
                  <a:pt x="557553" y="212269"/>
                </a:lnTo>
                <a:lnTo>
                  <a:pt x="560706" y="225968"/>
                </a:lnTo>
                <a:lnTo>
                  <a:pt x="563209" y="239917"/>
                </a:lnTo>
                <a:lnTo>
                  <a:pt x="564995" y="253982"/>
                </a:lnTo>
                <a:lnTo>
                  <a:pt x="565645" y="261257"/>
                </a:lnTo>
                <a:lnTo>
                  <a:pt x="566095" y="268465"/>
                </a:lnTo>
                <a:lnTo>
                  <a:pt x="566362" y="275724"/>
                </a:lnTo>
                <a:lnTo>
                  <a:pt x="566461" y="283032"/>
                </a:lnTo>
                <a:lnTo>
                  <a:pt x="566362" y="290340"/>
                </a:lnTo>
                <a:lnTo>
                  <a:pt x="566095" y="297598"/>
                </a:lnTo>
                <a:lnTo>
                  <a:pt x="565645" y="304806"/>
                </a:lnTo>
                <a:lnTo>
                  <a:pt x="565145" y="310412"/>
                </a:lnTo>
                <a:lnTo>
                  <a:pt x="527753" y="307091"/>
                </a:lnTo>
                <a:lnTo>
                  <a:pt x="528219" y="301719"/>
                </a:lnTo>
                <a:lnTo>
                  <a:pt x="528188" y="302186"/>
                </a:lnTo>
                <a:lnTo>
                  <a:pt x="528620" y="295445"/>
                </a:lnTo>
                <a:lnTo>
                  <a:pt x="528587" y="295929"/>
                </a:lnTo>
                <a:lnTo>
                  <a:pt x="528854" y="289139"/>
                </a:lnTo>
                <a:lnTo>
                  <a:pt x="528836" y="289622"/>
                </a:lnTo>
                <a:lnTo>
                  <a:pt x="528920" y="282798"/>
                </a:lnTo>
                <a:lnTo>
                  <a:pt x="528920" y="283266"/>
                </a:lnTo>
                <a:lnTo>
                  <a:pt x="528836" y="276441"/>
                </a:lnTo>
                <a:lnTo>
                  <a:pt x="528854" y="276925"/>
                </a:lnTo>
                <a:lnTo>
                  <a:pt x="528587" y="270134"/>
                </a:lnTo>
                <a:lnTo>
                  <a:pt x="528620" y="270618"/>
                </a:lnTo>
                <a:lnTo>
                  <a:pt x="528188" y="263877"/>
                </a:lnTo>
                <a:lnTo>
                  <a:pt x="528219" y="264344"/>
                </a:lnTo>
                <a:lnTo>
                  <a:pt x="527636" y="257653"/>
                </a:lnTo>
                <a:lnTo>
                  <a:pt x="527703" y="258354"/>
                </a:lnTo>
                <a:lnTo>
                  <a:pt x="526018" y="245123"/>
                </a:lnTo>
                <a:lnTo>
                  <a:pt x="526168" y="246057"/>
                </a:lnTo>
                <a:lnTo>
                  <a:pt x="523831" y="233026"/>
                </a:lnTo>
                <a:lnTo>
                  <a:pt x="524031" y="233960"/>
                </a:lnTo>
                <a:lnTo>
                  <a:pt x="521079" y="221163"/>
                </a:lnTo>
                <a:lnTo>
                  <a:pt x="521312" y="222064"/>
                </a:lnTo>
                <a:lnTo>
                  <a:pt x="517742" y="209516"/>
                </a:lnTo>
                <a:lnTo>
                  <a:pt x="518025" y="210401"/>
                </a:lnTo>
                <a:lnTo>
                  <a:pt x="515773" y="203743"/>
                </a:lnTo>
                <a:lnTo>
                  <a:pt x="551328" y="191714"/>
                </a:lnTo>
                <a:moveTo>
                  <a:pt x="558437" y="349956"/>
                </a:moveTo>
                <a:lnTo>
                  <a:pt x="557553" y="353794"/>
                </a:lnTo>
                <a:lnTo>
                  <a:pt x="553731" y="367242"/>
                </a:lnTo>
                <a:lnTo>
                  <a:pt x="549277" y="380423"/>
                </a:lnTo>
                <a:lnTo>
                  <a:pt x="544203" y="393287"/>
                </a:lnTo>
                <a:lnTo>
                  <a:pt x="538532" y="405835"/>
                </a:lnTo>
                <a:lnTo>
                  <a:pt x="532274" y="418049"/>
                </a:lnTo>
                <a:lnTo>
                  <a:pt x="525451" y="429912"/>
                </a:lnTo>
                <a:lnTo>
                  <a:pt x="518091" y="441408"/>
                </a:lnTo>
                <a:lnTo>
                  <a:pt x="510183" y="452504"/>
                </a:lnTo>
                <a:lnTo>
                  <a:pt x="506012" y="457826"/>
                </a:lnTo>
                <a:lnTo>
                  <a:pt x="476496" y="434617"/>
                </a:lnTo>
                <a:lnTo>
                  <a:pt x="480400" y="429661"/>
                </a:lnTo>
                <a:lnTo>
                  <a:pt x="479849" y="430379"/>
                </a:lnTo>
                <a:lnTo>
                  <a:pt x="487224" y="420017"/>
                </a:lnTo>
                <a:lnTo>
                  <a:pt x="486724" y="420768"/>
                </a:lnTo>
                <a:lnTo>
                  <a:pt x="493597" y="410039"/>
                </a:lnTo>
                <a:lnTo>
                  <a:pt x="493132" y="410807"/>
                </a:lnTo>
                <a:lnTo>
                  <a:pt x="499504" y="399728"/>
                </a:lnTo>
                <a:lnTo>
                  <a:pt x="499070" y="400529"/>
                </a:lnTo>
                <a:lnTo>
                  <a:pt x="504911" y="389133"/>
                </a:lnTo>
                <a:lnTo>
                  <a:pt x="504510" y="389951"/>
                </a:lnTo>
                <a:lnTo>
                  <a:pt x="509800" y="378238"/>
                </a:lnTo>
                <a:lnTo>
                  <a:pt x="509449" y="379089"/>
                </a:lnTo>
                <a:lnTo>
                  <a:pt x="514188" y="367075"/>
                </a:lnTo>
                <a:lnTo>
                  <a:pt x="513870" y="367943"/>
                </a:lnTo>
                <a:lnTo>
                  <a:pt x="518025" y="355662"/>
                </a:lnTo>
                <a:lnTo>
                  <a:pt x="517742" y="356547"/>
                </a:lnTo>
                <a:lnTo>
                  <a:pt x="521312" y="344000"/>
                </a:lnTo>
                <a:lnTo>
                  <a:pt x="521079" y="344900"/>
                </a:lnTo>
                <a:lnTo>
                  <a:pt x="521863" y="341513"/>
                </a:lnTo>
                <a:lnTo>
                  <a:pt x="558437" y="349956"/>
                </a:lnTo>
                <a:moveTo>
                  <a:pt x="479015" y="487592"/>
                </a:moveTo>
                <a:lnTo>
                  <a:pt x="473676" y="492682"/>
                </a:lnTo>
                <a:lnTo>
                  <a:pt x="463397" y="501591"/>
                </a:lnTo>
                <a:lnTo>
                  <a:pt x="452702" y="509984"/>
                </a:lnTo>
                <a:lnTo>
                  <a:pt x="441606" y="517893"/>
                </a:lnTo>
                <a:lnTo>
                  <a:pt x="430111" y="525251"/>
                </a:lnTo>
                <a:lnTo>
                  <a:pt x="418248" y="532076"/>
                </a:lnTo>
                <a:lnTo>
                  <a:pt x="406034" y="538332"/>
                </a:lnTo>
                <a:lnTo>
                  <a:pt x="393485" y="544005"/>
                </a:lnTo>
                <a:lnTo>
                  <a:pt x="380623" y="549078"/>
                </a:lnTo>
                <a:lnTo>
                  <a:pt x="376885" y="550346"/>
                </a:lnTo>
                <a:lnTo>
                  <a:pt x="364854" y="514773"/>
                </a:lnTo>
                <a:lnTo>
                  <a:pt x="368142" y="513672"/>
                </a:lnTo>
                <a:lnTo>
                  <a:pt x="367274" y="513989"/>
                </a:lnTo>
                <a:lnTo>
                  <a:pt x="379288" y="509250"/>
                </a:lnTo>
                <a:lnTo>
                  <a:pt x="378436" y="509600"/>
                </a:lnTo>
                <a:lnTo>
                  <a:pt x="390151" y="504311"/>
                </a:lnTo>
                <a:lnTo>
                  <a:pt x="389333" y="504712"/>
                </a:lnTo>
                <a:lnTo>
                  <a:pt x="400728" y="498872"/>
                </a:lnTo>
                <a:lnTo>
                  <a:pt x="399928" y="499306"/>
                </a:lnTo>
                <a:lnTo>
                  <a:pt x="411006" y="492932"/>
                </a:lnTo>
                <a:lnTo>
                  <a:pt x="410239" y="493399"/>
                </a:lnTo>
                <a:lnTo>
                  <a:pt x="420967" y="486525"/>
                </a:lnTo>
                <a:lnTo>
                  <a:pt x="420217" y="487026"/>
                </a:lnTo>
                <a:lnTo>
                  <a:pt x="430578" y="479651"/>
                </a:lnTo>
                <a:lnTo>
                  <a:pt x="429862" y="480201"/>
                </a:lnTo>
                <a:lnTo>
                  <a:pt x="439855" y="472342"/>
                </a:lnTo>
                <a:lnTo>
                  <a:pt x="439154" y="472910"/>
                </a:lnTo>
                <a:lnTo>
                  <a:pt x="448766" y="464600"/>
                </a:lnTo>
                <a:lnTo>
                  <a:pt x="448098" y="465201"/>
                </a:lnTo>
                <a:lnTo>
                  <a:pt x="453119" y="460413"/>
                </a:lnTo>
                <a:lnTo>
                  <a:pt x="479015" y="487592"/>
                </a:lnTo>
                <a:moveTo>
                  <a:pt x="337990" y="560924"/>
                </a:moveTo>
                <a:lnTo>
                  <a:pt x="326345" y="563010"/>
                </a:lnTo>
                <a:lnTo>
                  <a:pt x="312279" y="564795"/>
                </a:lnTo>
                <a:lnTo>
                  <a:pt x="305005" y="565446"/>
                </a:lnTo>
                <a:lnTo>
                  <a:pt x="297796" y="565896"/>
                </a:lnTo>
                <a:lnTo>
                  <a:pt x="290539" y="566180"/>
                </a:lnTo>
                <a:lnTo>
                  <a:pt x="283230" y="566263"/>
                </a:lnTo>
                <a:lnTo>
                  <a:pt x="275922" y="566180"/>
                </a:lnTo>
                <a:lnTo>
                  <a:pt x="268665" y="565896"/>
                </a:lnTo>
                <a:lnTo>
                  <a:pt x="261457" y="565446"/>
                </a:lnTo>
                <a:lnTo>
                  <a:pt x="254180" y="564795"/>
                </a:lnTo>
                <a:lnTo>
                  <a:pt x="240116" y="563010"/>
                </a:lnTo>
                <a:lnTo>
                  <a:pt x="226167" y="560524"/>
                </a:lnTo>
                <a:lnTo>
                  <a:pt x="218725" y="558788"/>
                </a:lnTo>
                <a:lnTo>
                  <a:pt x="227168" y="522214"/>
                </a:lnTo>
                <a:lnTo>
                  <a:pt x="234160" y="523833"/>
                </a:lnTo>
                <a:lnTo>
                  <a:pt x="233225" y="523649"/>
                </a:lnTo>
                <a:lnTo>
                  <a:pt x="246255" y="525969"/>
                </a:lnTo>
                <a:lnTo>
                  <a:pt x="245322" y="525818"/>
                </a:lnTo>
                <a:lnTo>
                  <a:pt x="258553" y="527504"/>
                </a:lnTo>
                <a:lnTo>
                  <a:pt x="257852" y="527437"/>
                </a:lnTo>
                <a:lnTo>
                  <a:pt x="264544" y="528021"/>
                </a:lnTo>
                <a:lnTo>
                  <a:pt x="264076" y="527987"/>
                </a:lnTo>
                <a:lnTo>
                  <a:pt x="270800" y="528421"/>
                </a:lnTo>
                <a:lnTo>
                  <a:pt x="270332" y="528388"/>
                </a:lnTo>
                <a:lnTo>
                  <a:pt x="277124" y="528655"/>
                </a:lnTo>
                <a:lnTo>
                  <a:pt x="276639" y="528638"/>
                </a:lnTo>
                <a:lnTo>
                  <a:pt x="283464" y="528722"/>
                </a:lnTo>
                <a:lnTo>
                  <a:pt x="282998" y="528722"/>
                </a:lnTo>
                <a:lnTo>
                  <a:pt x="289822" y="528638"/>
                </a:lnTo>
                <a:lnTo>
                  <a:pt x="289338" y="528655"/>
                </a:lnTo>
                <a:lnTo>
                  <a:pt x="296129" y="528388"/>
                </a:lnTo>
                <a:lnTo>
                  <a:pt x="295644" y="528421"/>
                </a:lnTo>
                <a:lnTo>
                  <a:pt x="302385" y="527987"/>
                </a:lnTo>
                <a:lnTo>
                  <a:pt x="301918" y="528021"/>
                </a:lnTo>
                <a:lnTo>
                  <a:pt x="308608" y="527437"/>
                </a:lnTo>
                <a:lnTo>
                  <a:pt x="307909" y="527504"/>
                </a:lnTo>
                <a:lnTo>
                  <a:pt x="321139" y="525818"/>
                </a:lnTo>
                <a:lnTo>
                  <a:pt x="320204" y="525969"/>
                </a:lnTo>
                <a:lnTo>
                  <a:pt x="331401" y="523966"/>
                </a:lnTo>
                <a:lnTo>
                  <a:pt x="337990" y="560924"/>
                </a:lnTo>
                <a:moveTo>
                  <a:pt x="180233" y="546859"/>
                </a:moveTo>
                <a:lnTo>
                  <a:pt x="172974" y="544005"/>
                </a:lnTo>
                <a:lnTo>
                  <a:pt x="160427" y="538332"/>
                </a:lnTo>
                <a:lnTo>
                  <a:pt x="148214" y="532076"/>
                </a:lnTo>
                <a:lnTo>
                  <a:pt x="136350" y="525251"/>
                </a:lnTo>
                <a:lnTo>
                  <a:pt x="124855" y="517893"/>
                </a:lnTo>
                <a:lnTo>
                  <a:pt x="113759" y="509984"/>
                </a:lnTo>
                <a:lnTo>
                  <a:pt x="103065" y="501591"/>
                </a:lnTo>
                <a:lnTo>
                  <a:pt x="92785" y="492682"/>
                </a:lnTo>
                <a:lnTo>
                  <a:pt x="82957" y="483305"/>
                </a:lnTo>
                <a:lnTo>
                  <a:pt x="80371" y="480618"/>
                </a:lnTo>
                <a:lnTo>
                  <a:pt x="107552" y="454706"/>
                </a:lnTo>
                <a:lnTo>
                  <a:pt x="109821" y="457075"/>
                </a:lnTo>
                <a:lnTo>
                  <a:pt x="109186" y="456441"/>
                </a:lnTo>
                <a:lnTo>
                  <a:pt x="118364" y="465201"/>
                </a:lnTo>
                <a:lnTo>
                  <a:pt x="117696" y="464600"/>
                </a:lnTo>
                <a:lnTo>
                  <a:pt x="127290" y="472910"/>
                </a:lnTo>
                <a:lnTo>
                  <a:pt x="126606" y="472342"/>
                </a:lnTo>
                <a:lnTo>
                  <a:pt x="136600" y="480201"/>
                </a:lnTo>
                <a:lnTo>
                  <a:pt x="135883" y="479651"/>
                </a:lnTo>
                <a:lnTo>
                  <a:pt x="146245" y="487026"/>
                </a:lnTo>
                <a:lnTo>
                  <a:pt x="145495" y="486525"/>
                </a:lnTo>
                <a:lnTo>
                  <a:pt x="156222" y="493399"/>
                </a:lnTo>
                <a:lnTo>
                  <a:pt x="155455" y="492932"/>
                </a:lnTo>
                <a:lnTo>
                  <a:pt x="166533" y="499306"/>
                </a:lnTo>
                <a:lnTo>
                  <a:pt x="165733" y="498872"/>
                </a:lnTo>
                <a:lnTo>
                  <a:pt x="177129" y="504712"/>
                </a:lnTo>
                <a:lnTo>
                  <a:pt x="176311" y="504311"/>
                </a:lnTo>
                <a:lnTo>
                  <a:pt x="188024" y="509600"/>
                </a:lnTo>
                <a:lnTo>
                  <a:pt x="187173" y="509250"/>
                </a:lnTo>
                <a:lnTo>
                  <a:pt x="193997" y="511936"/>
                </a:lnTo>
                <a:lnTo>
                  <a:pt x="180233" y="546859"/>
                </a:lnTo>
                <a:moveTo>
                  <a:pt x="54426" y="449917"/>
                </a:moveTo>
                <a:lnTo>
                  <a:pt x="48370" y="441408"/>
                </a:lnTo>
                <a:lnTo>
                  <a:pt x="41010" y="429912"/>
                </a:lnTo>
                <a:lnTo>
                  <a:pt x="34186" y="418049"/>
                </a:lnTo>
                <a:lnTo>
                  <a:pt x="27930" y="405835"/>
                </a:lnTo>
                <a:lnTo>
                  <a:pt x="22258" y="393287"/>
                </a:lnTo>
                <a:lnTo>
                  <a:pt x="17184" y="380423"/>
                </a:lnTo>
                <a:lnTo>
                  <a:pt x="12730" y="367242"/>
                </a:lnTo>
                <a:lnTo>
                  <a:pt x="8909" y="353794"/>
                </a:lnTo>
                <a:lnTo>
                  <a:pt x="5989" y="341146"/>
                </a:lnTo>
                <a:lnTo>
                  <a:pt x="42563" y="332704"/>
                </a:lnTo>
                <a:lnTo>
                  <a:pt x="45383" y="344900"/>
                </a:lnTo>
                <a:lnTo>
                  <a:pt x="45149" y="344000"/>
                </a:lnTo>
                <a:lnTo>
                  <a:pt x="48719" y="356547"/>
                </a:lnTo>
                <a:lnTo>
                  <a:pt x="48437" y="355662"/>
                </a:lnTo>
                <a:lnTo>
                  <a:pt x="52591" y="367943"/>
                </a:lnTo>
                <a:lnTo>
                  <a:pt x="52274" y="367075"/>
                </a:lnTo>
                <a:lnTo>
                  <a:pt x="57012" y="379089"/>
                </a:lnTo>
                <a:lnTo>
                  <a:pt x="56662" y="378238"/>
                </a:lnTo>
                <a:lnTo>
                  <a:pt x="61951" y="389951"/>
                </a:lnTo>
                <a:lnTo>
                  <a:pt x="61550" y="389133"/>
                </a:lnTo>
                <a:lnTo>
                  <a:pt x="67391" y="400529"/>
                </a:lnTo>
                <a:lnTo>
                  <a:pt x="66957" y="399728"/>
                </a:lnTo>
                <a:lnTo>
                  <a:pt x="73330" y="410807"/>
                </a:lnTo>
                <a:lnTo>
                  <a:pt x="72864" y="410039"/>
                </a:lnTo>
                <a:lnTo>
                  <a:pt x="79738" y="420768"/>
                </a:lnTo>
                <a:lnTo>
                  <a:pt x="79237" y="420017"/>
                </a:lnTo>
                <a:lnTo>
                  <a:pt x="85026" y="428160"/>
                </a:lnTo>
                <a:lnTo>
                  <a:pt x="54426" y="449917"/>
                </a:lnTo>
                <a:moveTo>
                  <a:pt x="583" y="300935"/>
                </a:moveTo>
                <a:lnTo>
                  <a:pt x="366" y="297598"/>
                </a:lnTo>
                <a:lnTo>
                  <a:pt x="99" y="290573"/>
                </a:lnTo>
                <a:lnTo>
                  <a:pt x="37608" y="289139"/>
                </a:lnTo>
                <a:lnTo>
                  <a:pt x="37874" y="295929"/>
                </a:lnTo>
                <a:lnTo>
                  <a:pt x="37841" y="295445"/>
                </a:lnTo>
                <a:lnTo>
                  <a:pt x="38042" y="298565"/>
                </a:lnTo>
                <a:lnTo>
                  <a:pt x="583" y="30093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83-part-0">
            <a:extLst xmlns:a="http://schemas.openxmlformats.org/drawingml/2006/main">
              <a:ext uri="{FF2B5EF4-FFF2-40B4-BE49-F238E27FC236}">
                <a16:creationId xmlns:a16="http://schemas.microsoft.com/office/drawing/2014/main" id="{14B47B2A-E971-4A78-A3F7-AD402F60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7842" y="1552918"/>
            <a:ext cx="826504" cy="422487"/>
          </a:xfrm>
          <a:custGeom xmlns:a="http://schemas.openxmlformats.org/drawingml/2006/main">
            <a:pathLst>
              <a:path w="826504" h="422487">
                <a:moveTo>
                  <a:pt x="146647" y="389216"/>
                </a:moveTo>
                <a:lnTo>
                  <a:pt x="31101" y="380240"/>
                </a:lnTo>
                <a:lnTo>
                  <a:pt x="43649" y="406185"/>
                </a:lnTo>
                <a:lnTo>
                  <a:pt x="108354" y="310028"/>
                </a:lnTo>
                <a:lnTo>
                  <a:pt x="109990" y="306942"/>
                </a:lnTo>
                <a:lnTo>
                  <a:pt x="110940" y="303588"/>
                </a:lnTo>
                <a:lnTo>
                  <a:pt x="111175" y="300101"/>
                </a:lnTo>
                <a:lnTo>
                  <a:pt x="110691" y="296647"/>
                </a:lnTo>
                <a:lnTo>
                  <a:pt x="109489" y="293376"/>
                </a:lnTo>
                <a:lnTo>
                  <a:pt x="107637" y="290423"/>
                </a:lnTo>
                <a:lnTo>
                  <a:pt x="105218" y="287921"/>
                </a:lnTo>
                <a:lnTo>
                  <a:pt x="102315" y="285968"/>
                </a:lnTo>
                <a:lnTo>
                  <a:pt x="99077" y="284667"/>
                </a:lnTo>
                <a:lnTo>
                  <a:pt x="95640" y="284066"/>
                </a:lnTo>
                <a:lnTo>
                  <a:pt x="92153" y="284183"/>
                </a:lnTo>
                <a:lnTo>
                  <a:pt x="88782" y="285034"/>
                </a:lnTo>
                <a:lnTo>
                  <a:pt x="85646" y="286569"/>
                </a:lnTo>
                <a:lnTo>
                  <a:pt x="82893" y="288721"/>
                </a:lnTo>
                <a:lnTo>
                  <a:pt x="80657" y="291391"/>
                </a:lnTo>
                <a:lnTo>
                  <a:pt x="0" y="411291"/>
                </a:lnTo>
                <a:lnTo>
                  <a:pt x="144078" y="422487"/>
                </a:lnTo>
                <a:lnTo>
                  <a:pt x="147548" y="422387"/>
                </a:lnTo>
                <a:lnTo>
                  <a:pt x="150951" y="421569"/>
                </a:lnTo>
                <a:lnTo>
                  <a:pt x="154088" y="420067"/>
                </a:lnTo>
                <a:lnTo>
                  <a:pt x="156858" y="417948"/>
                </a:lnTo>
                <a:lnTo>
                  <a:pt x="159127" y="415295"/>
                </a:lnTo>
                <a:lnTo>
                  <a:pt x="160779" y="412225"/>
                </a:lnTo>
                <a:lnTo>
                  <a:pt x="161763" y="408872"/>
                </a:lnTo>
                <a:lnTo>
                  <a:pt x="162048" y="405401"/>
                </a:lnTo>
                <a:lnTo>
                  <a:pt x="161580" y="401947"/>
                </a:lnTo>
                <a:lnTo>
                  <a:pt x="160412" y="398660"/>
                </a:lnTo>
                <a:lnTo>
                  <a:pt x="158594" y="395674"/>
                </a:lnTo>
                <a:lnTo>
                  <a:pt x="156191" y="393154"/>
                </a:lnTo>
                <a:lnTo>
                  <a:pt x="153304" y="391185"/>
                </a:lnTo>
                <a:lnTo>
                  <a:pt x="150083" y="389851"/>
                </a:lnTo>
                <a:lnTo>
                  <a:pt x="146647" y="38921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83-part-1">
            <a:extLst xmlns:a="http://schemas.openxmlformats.org/drawingml/2006/main">
              <a:ext uri="{FF2B5EF4-FFF2-40B4-BE49-F238E27FC236}">
                <a16:creationId xmlns:a16="http://schemas.microsoft.com/office/drawing/2014/main" id="{81E331AB-70F6-46B9-A9EA-FA5ACBE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7842" y="1552918"/>
            <a:ext cx="826504" cy="422487"/>
          </a:xfrm>
          <a:custGeom xmlns:a="http://schemas.openxmlformats.org/drawingml/2006/main">
            <a:pathLst>
              <a:path w="826504" h="422487">
                <a:moveTo>
                  <a:pt x="811988" y="0"/>
                </a:moveTo>
                <a:lnTo>
                  <a:pt x="691820" y="58115"/>
                </a:lnTo>
                <a:lnTo>
                  <a:pt x="706352" y="88165"/>
                </a:lnTo>
                <a:lnTo>
                  <a:pt x="826504" y="30033"/>
                </a:lnTo>
                <a:lnTo>
                  <a:pt x="811988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83-part-2">
            <a:extLst xmlns:a="http://schemas.openxmlformats.org/drawingml/2006/main">
              <a:ext uri="{FF2B5EF4-FFF2-40B4-BE49-F238E27FC236}">
                <a16:creationId xmlns:a16="http://schemas.microsoft.com/office/drawing/2014/main" id="{0E8E65A4-DAC4-4645-B96A-F47C50CF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7842" y="1552918"/>
            <a:ext cx="826504" cy="422487"/>
          </a:xfrm>
          <a:custGeom xmlns:a="http://schemas.openxmlformats.org/drawingml/2006/main">
            <a:pathLst>
              <a:path w="826504" h="422487">
                <a:moveTo>
                  <a:pt x="601703" y="101713"/>
                </a:moveTo>
                <a:lnTo>
                  <a:pt x="481535" y="159828"/>
                </a:lnTo>
                <a:lnTo>
                  <a:pt x="496069" y="189878"/>
                </a:lnTo>
                <a:lnTo>
                  <a:pt x="616219" y="131747"/>
                </a:lnTo>
                <a:lnTo>
                  <a:pt x="601703" y="10171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83-part-3">
            <a:extLst xmlns:a="http://schemas.openxmlformats.org/drawingml/2006/main">
              <a:ext uri="{FF2B5EF4-FFF2-40B4-BE49-F238E27FC236}">
                <a16:creationId xmlns:a16="http://schemas.microsoft.com/office/drawing/2014/main" id="{EFF66010-2EEA-446D-8A3E-AE27EBB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7842" y="1552918"/>
            <a:ext cx="826504" cy="422487"/>
          </a:xfrm>
          <a:custGeom xmlns:a="http://schemas.openxmlformats.org/drawingml/2006/main">
            <a:pathLst>
              <a:path w="826504" h="422487">
                <a:moveTo>
                  <a:pt x="391402" y="203426"/>
                </a:moveTo>
                <a:lnTo>
                  <a:pt x="271252" y="261558"/>
                </a:lnTo>
                <a:lnTo>
                  <a:pt x="285785" y="291591"/>
                </a:lnTo>
                <a:lnTo>
                  <a:pt x="405935" y="233477"/>
                </a:lnTo>
                <a:lnTo>
                  <a:pt x="391402" y="20342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83-part-4">
            <a:extLst xmlns:a="http://schemas.openxmlformats.org/drawingml/2006/main">
              <a:ext uri="{FF2B5EF4-FFF2-40B4-BE49-F238E27FC236}">
                <a16:creationId xmlns:a16="http://schemas.microsoft.com/office/drawing/2014/main" id="{FAAEA29A-C7FE-4983-BECB-87E04967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7842" y="1552918"/>
            <a:ext cx="826504" cy="422487"/>
          </a:xfrm>
          <a:custGeom xmlns:a="http://schemas.openxmlformats.org/drawingml/2006/main">
            <a:pathLst>
              <a:path w="826504" h="422487">
                <a:moveTo>
                  <a:pt x="181119" y="305140"/>
                </a:moveTo>
                <a:lnTo>
                  <a:pt x="60968" y="363271"/>
                </a:lnTo>
                <a:lnTo>
                  <a:pt x="75501" y="393305"/>
                </a:lnTo>
                <a:lnTo>
                  <a:pt x="195652" y="335190"/>
                </a:lnTo>
                <a:lnTo>
                  <a:pt x="181119" y="30514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84-part-0">
            <a:extLst xmlns:a="http://schemas.openxmlformats.org/drawingml/2006/main">
              <a:ext uri="{FF2B5EF4-FFF2-40B4-BE49-F238E27FC236}">
                <a16:creationId xmlns:a16="http://schemas.microsoft.com/office/drawing/2014/main" id="{8B2AF06D-EFAB-4637-B9DC-375A1783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417" y="1553085"/>
            <a:ext cx="748414" cy="401614"/>
          </a:xfrm>
          <a:custGeom xmlns:a="http://schemas.openxmlformats.org/drawingml/2006/main">
            <a:pathLst>
              <a:path w="748414" h="401614">
                <a:moveTo>
                  <a:pt x="602286" y="368293"/>
                </a:moveTo>
                <a:lnTo>
                  <a:pt x="717997" y="361869"/>
                </a:lnTo>
                <a:lnTo>
                  <a:pt x="704884" y="387531"/>
                </a:lnTo>
                <a:lnTo>
                  <a:pt x="642331" y="289973"/>
                </a:lnTo>
                <a:lnTo>
                  <a:pt x="640761" y="286852"/>
                </a:lnTo>
                <a:lnTo>
                  <a:pt x="639878" y="283482"/>
                </a:lnTo>
                <a:lnTo>
                  <a:pt x="639728" y="279995"/>
                </a:lnTo>
                <a:lnTo>
                  <a:pt x="640278" y="276541"/>
                </a:lnTo>
                <a:lnTo>
                  <a:pt x="641563" y="273304"/>
                </a:lnTo>
                <a:lnTo>
                  <a:pt x="643466" y="270384"/>
                </a:lnTo>
                <a:lnTo>
                  <a:pt x="645951" y="267931"/>
                </a:lnTo>
                <a:lnTo>
                  <a:pt x="648887" y="266046"/>
                </a:lnTo>
                <a:lnTo>
                  <a:pt x="652158" y="264811"/>
                </a:lnTo>
                <a:lnTo>
                  <a:pt x="655596" y="264294"/>
                </a:lnTo>
                <a:lnTo>
                  <a:pt x="659082" y="264494"/>
                </a:lnTo>
                <a:lnTo>
                  <a:pt x="662454" y="265412"/>
                </a:lnTo>
                <a:lnTo>
                  <a:pt x="665539" y="267014"/>
                </a:lnTo>
                <a:lnTo>
                  <a:pt x="668242" y="269233"/>
                </a:lnTo>
                <a:lnTo>
                  <a:pt x="670428" y="271953"/>
                </a:lnTo>
                <a:lnTo>
                  <a:pt x="748414" y="393605"/>
                </a:lnTo>
                <a:lnTo>
                  <a:pt x="604139" y="401614"/>
                </a:lnTo>
                <a:lnTo>
                  <a:pt x="600651" y="401447"/>
                </a:lnTo>
                <a:lnTo>
                  <a:pt x="597281" y="400546"/>
                </a:lnTo>
                <a:lnTo>
                  <a:pt x="594161" y="398977"/>
                </a:lnTo>
                <a:lnTo>
                  <a:pt x="591440" y="396791"/>
                </a:lnTo>
                <a:lnTo>
                  <a:pt x="589239" y="394089"/>
                </a:lnTo>
                <a:lnTo>
                  <a:pt x="587652" y="390985"/>
                </a:lnTo>
                <a:lnTo>
                  <a:pt x="586735" y="387615"/>
                </a:lnTo>
                <a:lnTo>
                  <a:pt x="586551" y="384127"/>
                </a:lnTo>
                <a:lnTo>
                  <a:pt x="587085" y="380690"/>
                </a:lnTo>
                <a:lnTo>
                  <a:pt x="588320" y="377420"/>
                </a:lnTo>
                <a:lnTo>
                  <a:pt x="590205" y="374500"/>
                </a:lnTo>
                <a:lnTo>
                  <a:pt x="592675" y="372014"/>
                </a:lnTo>
                <a:lnTo>
                  <a:pt x="595594" y="370112"/>
                </a:lnTo>
                <a:lnTo>
                  <a:pt x="598849" y="368844"/>
                </a:lnTo>
                <a:lnTo>
                  <a:pt x="602286" y="36829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84-part-1">
            <a:extLst xmlns:a="http://schemas.openxmlformats.org/drawingml/2006/main">
              <a:ext uri="{FF2B5EF4-FFF2-40B4-BE49-F238E27FC236}">
                <a16:creationId xmlns:a16="http://schemas.microsoft.com/office/drawing/2014/main" id="{523C7D57-70DF-46C2-BC22-EE73E12A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417" y="1553085"/>
            <a:ext cx="748414" cy="401614"/>
          </a:xfrm>
          <a:custGeom xmlns:a="http://schemas.openxmlformats.org/drawingml/2006/main">
            <a:pathLst>
              <a:path w="748414" h="401614">
                <a:moveTo>
                  <a:pt x="15183" y="0"/>
                </a:moveTo>
                <a:lnTo>
                  <a:pt x="134031" y="60751"/>
                </a:lnTo>
                <a:lnTo>
                  <a:pt x="118849" y="90468"/>
                </a:lnTo>
                <a:lnTo>
                  <a:pt x="0" y="29700"/>
                </a:lnTo>
                <a:lnTo>
                  <a:pt x="15183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84-part-2">
            <a:extLst xmlns:a="http://schemas.openxmlformats.org/drawingml/2006/main">
              <a:ext uri="{FF2B5EF4-FFF2-40B4-BE49-F238E27FC236}">
                <a16:creationId xmlns:a16="http://schemas.microsoft.com/office/drawing/2014/main" id="{B729685F-4F0A-4A3A-A201-43D8911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417" y="1553085"/>
            <a:ext cx="748414" cy="401614"/>
          </a:xfrm>
          <a:custGeom xmlns:a="http://schemas.openxmlformats.org/drawingml/2006/main">
            <a:pathLst>
              <a:path w="748414" h="401614">
                <a:moveTo>
                  <a:pt x="223181" y="106335"/>
                </a:moveTo>
                <a:lnTo>
                  <a:pt x="342030" y="167086"/>
                </a:lnTo>
                <a:lnTo>
                  <a:pt x="326828" y="196802"/>
                </a:lnTo>
                <a:lnTo>
                  <a:pt x="207980" y="136035"/>
                </a:lnTo>
                <a:lnTo>
                  <a:pt x="223181" y="10633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84-part-3">
            <a:extLst xmlns:a="http://schemas.openxmlformats.org/drawingml/2006/main">
              <a:ext uri="{FF2B5EF4-FFF2-40B4-BE49-F238E27FC236}">
                <a16:creationId xmlns:a16="http://schemas.microsoft.com/office/drawing/2014/main" id="{4CD6415A-4D4D-4AF0-8E2C-CC004C56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417" y="1553085"/>
            <a:ext cx="748414" cy="401614"/>
          </a:xfrm>
          <a:custGeom xmlns:a="http://schemas.openxmlformats.org/drawingml/2006/main">
            <a:pathLst>
              <a:path w="748414" h="401614">
                <a:moveTo>
                  <a:pt x="431163" y="212670"/>
                </a:moveTo>
                <a:lnTo>
                  <a:pt x="550011" y="273421"/>
                </a:lnTo>
                <a:lnTo>
                  <a:pt x="534812" y="303137"/>
                </a:lnTo>
                <a:lnTo>
                  <a:pt x="415961" y="242370"/>
                </a:lnTo>
                <a:lnTo>
                  <a:pt x="431163" y="21267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84-part-4">
            <a:extLst xmlns:a="http://schemas.openxmlformats.org/drawingml/2006/main">
              <a:ext uri="{FF2B5EF4-FFF2-40B4-BE49-F238E27FC236}">
                <a16:creationId xmlns:a16="http://schemas.microsoft.com/office/drawing/2014/main" id="{D3AD1D19-B507-46C5-AC5E-19B8E71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417" y="1553085"/>
            <a:ext cx="748414" cy="401614"/>
          </a:xfrm>
          <a:custGeom xmlns:a="http://schemas.openxmlformats.org/drawingml/2006/main">
            <a:pathLst>
              <a:path w="748414" h="401614">
                <a:moveTo>
                  <a:pt x="639144" y="319005"/>
                </a:moveTo>
                <a:lnTo>
                  <a:pt x="726524" y="363671"/>
                </a:lnTo>
                <a:lnTo>
                  <a:pt x="711340" y="393388"/>
                </a:lnTo>
                <a:lnTo>
                  <a:pt x="623960" y="348705"/>
                </a:lnTo>
                <a:lnTo>
                  <a:pt x="639144" y="31900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85-part-0">
            <a:extLst xmlns:a="http://schemas.openxmlformats.org/drawingml/2006/main">
              <a:ext uri="{FF2B5EF4-FFF2-40B4-BE49-F238E27FC236}">
                <a16:creationId xmlns:a16="http://schemas.microsoft.com/office/drawing/2014/main" id="{28E28735-6806-463C-909D-ADB711C9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4287" y="2476830"/>
            <a:ext cx="816959" cy="239216"/>
          </a:xfrm>
          <a:custGeom xmlns:a="http://schemas.openxmlformats.org/drawingml/2006/main">
            <a:pathLst>
              <a:path w="816959" h="239216">
                <a:moveTo>
                  <a:pt x="669195" y="206747"/>
                </a:moveTo>
                <a:lnTo>
                  <a:pt x="779468" y="171057"/>
                </a:lnTo>
                <a:lnTo>
                  <a:pt x="773312" y="199221"/>
                </a:lnTo>
                <a:lnTo>
                  <a:pt x="687983" y="120801"/>
                </a:lnTo>
                <a:lnTo>
                  <a:pt x="685664" y="118182"/>
                </a:lnTo>
                <a:lnTo>
                  <a:pt x="683962" y="115145"/>
                </a:lnTo>
                <a:lnTo>
                  <a:pt x="682910" y="111824"/>
                </a:lnTo>
                <a:lnTo>
                  <a:pt x="682576" y="108337"/>
                </a:lnTo>
                <a:lnTo>
                  <a:pt x="682977" y="104883"/>
                </a:lnTo>
                <a:lnTo>
                  <a:pt x="684095" y="101580"/>
                </a:lnTo>
                <a:lnTo>
                  <a:pt x="685864" y="98577"/>
                </a:lnTo>
                <a:lnTo>
                  <a:pt x="688234" y="96007"/>
                </a:lnTo>
                <a:lnTo>
                  <a:pt x="691070" y="93971"/>
                </a:lnTo>
                <a:lnTo>
                  <a:pt x="694274" y="92586"/>
                </a:lnTo>
                <a:lnTo>
                  <a:pt x="697693" y="91902"/>
                </a:lnTo>
                <a:lnTo>
                  <a:pt x="701181" y="91935"/>
                </a:lnTo>
                <a:lnTo>
                  <a:pt x="704585" y="92703"/>
                </a:lnTo>
                <a:lnTo>
                  <a:pt x="707754" y="94155"/>
                </a:lnTo>
                <a:lnTo>
                  <a:pt x="710557" y="96224"/>
                </a:lnTo>
                <a:lnTo>
                  <a:pt x="816959" y="193999"/>
                </a:lnTo>
                <a:lnTo>
                  <a:pt x="679473" y="238499"/>
                </a:lnTo>
                <a:lnTo>
                  <a:pt x="676070" y="239216"/>
                </a:lnTo>
                <a:lnTo>
                  <a:pt x="672582" y="239216"/>
                </a:lnTo>
                <a:lnTo>
                  <a:pt x="669162" y="238482"/>
                </a:lnTo>
                <a:lnTo>
                  <a:pt x="665975" y="237064"/>
                </a:lnTo>
                <a:lnTo>
                  <a:pt x="663155" y="235012"/>
                </a:lnTo>
                <a:lnTo>
                  <a:pt x="660836" y="232409"/>
                </a:lnTo>
                <a:lnTo>
                  <a:pt x="659084" y="229389"/>
                </a:lnTo>
                <a:lnTo>
                  <a:pt x="658016" y="226068"/>
                </a:lnTo>
                <a:lnTo>
                  <a:pt x="657650" y="222598"/>
                </a:lnTo>
                <a:lnTo>
                  <a:pt x="658016" y="219127"/>
                </a:lnTo>
                <a:lnTo>
                  <a:pt x="659101" y="215807"/>
                </a:lnTo>
                <a:lnTo>
                  <a:pt x="660852" y="212787"/>
                </a:lnTo>
                <a:lnTo>
                  <a:pt x="663188" y="210200"/>
                </a:lnTo>
                <a:lnTo>
                  <a:pt x="666008" y="208165"/>
                </a:lnTo>
                <a:lnTo>
                  <a:pt x="669195" y="20674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85-part-1">
            <a:extLst xmlns:a="http://schemas.openxmlformats.org/drawingml/2006/main">
              <a:ext uri="{FF2B5EF4-FFF2-40B4-BE49-F238E27FC236}">
                <a16:creationId xmlns:a16="http://schemas.microsoft.com/office/drawing/2014/main" id="{1CB88FCB-C5BC-42CF-B486-D63B02E6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4287" y="2476830"/>
            <a:ext cx="816959" cy="239216"/>
          </a:xfrm>
          <a:custGeom xmlns:a="http://schemas.openxmlformats.org/drawingml/2006/main">
            <a:pathLst>
              <a:path w="816959" h="239216">
                <a:moveTo>
                  <a:pt x="7109" y="0"/>
                </a:moveTo>
                <a:lnTo>
                  <a:pt x="137520" y="28482"/>
                </a:lnTo>
                <a:lnTo>
                  <a:pt x="130395" y="61084"/>
                </a:lnTo>
                <a:lnTo>
                  <a:pt x="0" y="32603"/>
                </a:lnTo>
                <a:lnTo>
                  <a:pt x="7109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85-part-2">
            <a:extLst xmlns:a="http://schemas.openxmlformats.org/drawingml/2006/main">
              <a:ext uri="{FF2B5EF4-FFF2-40B4-BE49-F238E27FC236}">
                <a16:creationId xmlns:a16="http://schemas.microsoft.com/office/drawing/2014/main" id="{A634B14D-DD3B-486B-869F-2858EF38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4287" y="2476830"/>
            <a:ext cx="816959" cy="239216"/>
          </a:xfrm>
          <a:custGeom xmlns:a="http://schemas.openxmlformats.org/drawingml/2006/main">
            <a:pathLst>
              <a:path w="816959" h="239216">
                <a:moveTo>
                  <a:pt x="235329" y="49856"/>
                </a:moveTo>
                <a:lnTo>
                  <a:pt x="365741" y="78338"/>
                </a:lnTo>
                <a:lnTo>
                  <a:pt x="358617" y="110940"/>
                </a:lnTo>
                <a:lnTo>
                  <a:pt x="228204" y="82458"/>
                </a:lnTo>
                <a:lnTo>
                  <a:pt x="235329" y="4985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85-part-3">
            <a:extLst xmlns:a="http://schemas.openxmlformats.org/drawingml/2006/main">
              <a:ext uri="{FF2B5EF4-FFF2-40B4-BE49-F238E27FC236}">
                <a16:creationId xmlns:a16="http://schemas.microsoft.com/office/drawing/2014/main" id="{6BCBC1CF-633A-4BBD-B953-65184A15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4287" y="2476830"/>
            <a:ext cx="816959" cy="239216"/>
          </a:xfrm>
          <a:custGeom xmlns:a="http://schemas.openxmlformats.org/drawingml/2006/main">
            <a:pathLst>
              <a:path w="816959" h="239216">
                <a:moveTo>
                  <a:pt x="463533" y="99711"/>
                </a:moveTo>
                <a:lnTo>
                  <a:pt x="593945" y="128192"/>
                </a:lnTo>
                <a:lnTo>
                  <a:pt x="586821" y="160796"/>
                </a:lnTo>
                <a:lnTo>
                  <a:pt x="456408" y="132314"/>
                </a:lnTo>
                <a:lnTo>
                  <a:pt x="463533" y="99711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85-part-4">
            <a:extLst xmlns:a="http://schemas.openxmlformats.org/drawingml/2006/main">
              <a:ext uri="{FF2B5EF4-FFF2-40B4-BE49-F238E27FC236}">
                <a16:creationId xmlns:a16="http://schemas.microsoft.com/office/drawing/2014/main" id="{172788B0-B87C-483B-B6D4-6E65DC4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4287" y="2476830"/>
            <a:ext cx="816959" cy="239216"/>
          </a:xfrm>
          <a:custGeom xmlns:a="http://schemas.openxmlformats.org/drawingml/2006/main">
            <a:pathLst>
              <a:path w="816959" h="239216">
                <a:moveTo>
                  <a:pt x="691754" y="149567"/>
                </a:moveTo>
                <a:lnTo>
                  <a:pt x="788177" y="170623"/>
                </a:lnTo>
                <a:lnTo>
                  <a:pt x="781053" y="203226"/>
                </a:lnTo>
                <a:lnTo>
                  <a:pt x="684630" y="182170"/>
                </a:lnTo>
                <a:lnTo>
                  <a:pt x="691754" y="14956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86-part-0">
            <a:extLst xmlns:a="http://schemas.openxmlformats.org/drawingml/2006/main">
              <a:ext uri="{FF2B5EF4-FFF2-40B4-BE49-F238E27FC236}">
                <a16:creationId xmlns:a16="http://schemas.microsoft.com/office/drawing/2014/main" id="{A0DFFEB5-A6B3-41BD-BA56-603D6D89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0168" y="2459477"/>
            <a:ext cx="750886" cy="250795"/>
          </a:xfrm>
          <a:custGeom xmlns:a="http://schemas.openxmlformats.org/drawingml/2006/main">
            <a:pathLst>
              <a:path w="750886" h="250795">
                <a:moveTo>
                  <a:pt x="148149" y="218075"/>
                </a:moveTo>
                <a:lnTo>
                  <a:pt x="36525" y="186908"/>
                </a:lnTo>
                <a:lnTo>
                  <a:pt x="43816" y="214789"/>
                </a:lnTo>
                <a:lnTo>
                  <a:pt x="125907" y="132964"/>
                </a:lnTo>
                <a:lnTo>
                  <a:pt x="128092" y="130261"/>
                </a:lnTo>
                <a:lnTo>
                  <a:pt x="129695" y="127158"/>
                </a:lnTo>
                <a:lnTo>
                  <a:pt x="130595" y="123787"/>
                </a:lnTo>
                <a:lnTo>
                  <a:pt x="130780" y="120300"/>
                </a:lnTo>
                <a:lnTo>
                  <a:pt x="130246" y="116863"/>
                </a:lnTo>
                <a:lnTo>
                  <a:pt x="128994" y="113609"/>
                </a:lnTo>
                <a:lnTo>
                  <a:pt x="127109" y="110673"/>
                </a:lnTo>
                <a:lnTo>
                  <a:pt x="124639" y="108204"/>
                </a:lnTo>
                <a:lnTo>
                  <a:pt x="121719" y="106302"/>
                </a:lnTo>
                <a:lnTo>
                  <a:pt x="118465" y="105050"/>
                </a:lnTo>
                <a:lnTo>
                  <a:pt x="115027" y="104499"/>
                </a:lnTo>
                <a:lnTo>
                  <a:pt x="111541" y="104666"/>
                </a:lnTo>
                <a:lnTo>
                  <a:pt x="108170" y="105567"/>
                </a:lnTo>
                <a:lnTo>
                  <a:pt x="105051" y="107152"/>
                </a:lnTo>
                <a:lnTo>
                  <a:pt x="102346" y="109338"/>
                </a:lnTo>
                <a:lnTo>
                  <a:pt x="0" y="211351"/>
                </a:lnTo>
                <a:lnTo>
                  <a:pt x="139172" y="250228"/>
                </a:lnTo>
                <a:lnTo>
                  <a:pt x="142608" y="250795"/>
                </a:lnTo>
                <a:lnTo>
                  <a:pt x="146096" y="250662"/>
                </a:lnTo>
                <a:lnTo>
                  <a:pt x="149483" y="249794"/>
                </a:lnTo>
                <a:lnTo>
                  <a:pt x="152603" y="248243"/>
                </a:lnTo>
                <a:lnTo>
                  <a:pt x="155340" y="246073"/>
                </a:lnTo>
                <a:lnTo>
                  <a:pt x="157558" y="243387"/>
                </a:lnTo>
                <a:lnTo>
                  <a:pt x="159177" y="240300"/>
                </a:lnTo>
                <a:lnTo>
                  <a:pt x="160112" y="236930"/>
                </a:lnTo>
                <a:lnTo>
                  <a:pt x="160328" y="233459"/>
                </a:lnTo>
                <a:lnTo>
                  <a:pt x="159827" y="230005"/>
                </a:lnTo>
                <a:lnTo>
                  <a:pt x="158610" y="226735"/>
                </a:lnTo>
                <a:lnTo>
                  <a:pt x="156740" y="223782"/>
                </a:lnTo>
                <a:lnTo>
                  <a:pt x="154304" y="221296"/>
                </a:lnTo>
                <a:lnTo>
                  <a:pt x="151402" y="219360"/>
                </a:lnTo>
                <a:lnTo>
                  <a:pt x="148149" y="21807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86-part-1">
            <a:extLst xmlns:a="http://schemas.openxmlformats.org/drawingml/2006/main">
              <a:ext uri="{FF2B5EF4-FFF2-40B4-BE49-F238E27FC236}">
                <a16:creationId xmlns:a16="http://schemas.microsoft.com/office/drawing/2014/main" id="{F0414480-72FF-461C-9FC0-3ABDA1D0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0168" y="2459477"/>
            <a:ext cx="750886" cy="250795"/>
          </a:xfrm>
          <a:custGeom xmlns:a="http://schemas.openxmlformats.org/drawingml/2006/main">
            <a:pathLst>
              <a:path w="750886" h="250795">
                <a:moveTo>
                  <a:pt x="742442" y="0"/>
                </a:moveTo>
                <a:lnTo>
                  <a:pt x="613299" y="33754"/>
                </a:lnTo>
                <a:lnTo>
                  <a:pt x="621742" y="66040"/>
                </a:lnTo>
                <a:lnTo>
                  <a:pt x="750886" y="32269"/>
                </a:lnTo>
                <a:lnTo>
                  <a:pt x="742442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86-part-2">
            <a:extLst xmlns:a="http://schemas.openxmlformats.org/drawingml/2006/main">
              <a:ext uri="{FF2B5EF4-FFF2-40B4-BE49-F238E27FC236}">
                <a16:creationId xmlns:a16="http://schemas.microsoft.com/office/drawing/2014/main" id="{6A909456-4A4A-43A9-B1DE-329B79E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0168" y="2459477"/>
            <a:ext cx="750886" cy="250795"/>
          </a:xfrm>
          <a:custGeom xmlns:a="http://schemas.openxmlformats.org/drawingml/2006/main">
            <a:pathLst>
              <a:path w="750886" h="250795">
                <a:moveTo>
                  <a:pt x="516441" y="59082"/>
                </a:moveTo>
                <a:lnTo>
                  <a:pt x="387315" y="92836"/>
                </a:lnTo>
                <a:lnTo>
                  <a:pt x="395740" y="125122"/>
                </a:lnTo>
                <a:lnTo>
                  <a:pt x="524884" y="91368"/>
                </a:lnTo>
                <a:lnTo>
                  <a:pt x="516441" y="5908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86-part-3">
            <a:extLst xmlns:a="http://schemas.openxmlformats.org/drawingml/2006/main">
              <a:ext uri="{FF2B5EF4-FFF2-40B4-BE49-F238E27FC236}">
                <a16:creationId xmlns:a16="http://schemas.microsoft.com/office/drawing/2014/main" id="{A89C8182-2A0D-46EE-B4B6-9D41D1D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0168" y="2459477"/>
            <a:ext cx="750886" cy="250795"/>
          </a:xfrm>
          <a:custGeom xmlns:a="http://schemas.openxmlformats.org/drawingml/2006/main">
            <a:pathLst>
              <a:path w="750886" h="250795">
                <a:moveTo>
                  <a:pt x="290457" y="118164"/>
                </a:moveTo>
                <a:lnTo>
                  <a:pt x="161313" y="151935"/>
                </a:lnTo>
                <a:lnTo>
                  <a:pt x="169756" y="184221"/>
                </a:lnTo>
                <a:lnTo>
                  <a:pt x="298899" y="150450"/>
                </a:lnTo>
                <a:lnTo>
                  <a:pt x="290457" y="11816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86-part-4">
            <a:extLst xmlns:a="http://schemas.openxmlformats.org/drawingml/2006/main">
              <a:ext uri="{FF2B5EF4-FFF2-40B4-BE49-F238E27FC236}">
                <a16:creationId xmlns:a16="http://schemas.microsoft.com/office/drawing/2014/main" id="{244EAE85-D723-47FE-A8BF-8AFF6229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0168" y="2459477"/>
            <a:ext cx="750886" cy="250795"/>
          </a:xfrm>
          <a:custGeom xmlns:a="http://schemas.openxmlformats.org/drawingml/2006/main">
            <a:pathLst>
              <a:path w="750886" h="250795">
                <a:moveTo>
                  <a:pt x="64455" y="177247"/>
                </a:moveTo>
                <a:lnTo>
                  <a:pt x="27815" y="186824"/>
                </a:lnTo>
                <a:lnTo>
                  <a:pt x="36257" y="219110"/>
                </a:lnTo>
                <a:lnTo>
                  <a:pt x="72898" y="209533"/>
                </a:lnTo>
                <a:lnTo>
                  <a:pt x="64455" y="17724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87">
            <a:extLst xmlns:a="http://schemas.openxmlformats.org/drawingml/2006/main">
              <a:ext uri="{FF2B5EF4-FFF2-40B4-BE49-F238E27FC236}">
                <a16:creationId xmlns:a16="http://schemas.microsoft.com/office/drawing/2014/main" id="{A872F581-E9FE-4F33-B0C4-18C215E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0402" y="3500084"/>
            <a:ext cx="562291" cy="562293"/>
          </a:xfrm>
          <a:custGeom xmlns:a="http://schemas.openxmlformats.org/drawingml/2006/main">
            <a:pathLst>
              <a:path w="562291" h="562293">
                <a:moveTo>
                  <a:pt x="84" y="273905"/>
                </a:moveTo>
                <a:lnTo>
                  <a:pt x="367" y="266697"/>
                </a:lnTo>
                <a:lnTo>
                  <a:pt x="817" y="259539"/>
                </a:lnTo>
                <a:lnTo>
                  <a:pt x="1451" y="252315"/>
                </a:lnTo>
                <a:lnTo>
                  <a:pt x="3237" y="238349"/>
                </a:lnTo>
                <a:lnTo>
                  <a:pt x="5707" y="224500"/>
                </a:lnTo>
                <a:lnTo>
                  <a:pt x="8842" y="210902"/>
                </a:lnTo>
                <a:lnTo>
                  <a:pt x="12631" y="197554"/>
                </a:lnTo>
                <a:lnTo>
                  <a:pt x="17052" y="184472"/>
                </a:lnTo>
                <a:lnTo>
                  <a:pt x="22091" y="171708"/>
                </a:lnTo>
                <a:lnTo>
                  <a:pt x="27731" y="159244"/>
                </a:lnTo>
                <a:lnTo>
                  <a:pt x="33938" y="147114"/>
                </a:lnTo>
                <a:lnTo>
                  <a:pt x="40712" y="135351"/>
                </a:lnTo>
                <a:lnTo>
                  <a:pt x="48020" y="123938"/>
                </a:lnTo>
                <a:lnTo>
                  <a:pt x="55862" y="112926"/>
                </a:lnTo>
                <a:lnTo>
                  <a:pt x="64204" y="102298"/>
                </a:lnTo>
                <a:lnTo>
                  <a:pt x="73031" y="92103"/>
                </a:lnTo>
                <a:lnTo>
                  <a:pt x="82341" y="82342"/>
                </a:lnTo>
                <a:lnTo>
                  <a:pt x="92102" y="73032"/>
                </a:lnTo>
                <a:lnTo>
                  <a:pt x="102297" y="64205"/>
                </a:lnTo>
                <a:lnTo>
                  <a:pt x="112926" y="55862"/>
                </a:lnTo>
                <a:lnTo>
                  <a:pt x="123938" y="48021"/>
                </a:lnTo>
                <a:lnTo>
                  <a:pt x="135351" y="40712"/>
                </a:lnTo>
                <a:lnTo>
                  <a:pt x="147131" y="33938"/>
                </a:lnTo>
                <a:lnTo>
                  <a:pt x="159243" y="27731"/>
                </a:lnTo>
                <a:lnTo>
                  <a:pt x="171707" y="22091"/>
                </a:lnTo>
                <a:lnTo>
                  <a:pt x="184471" y="17053"/>
                </a:lnTo>
                <a:lnTo>
                  <a:pt x="197553" y="12631"/>
                </a:lnTo>
                <a:lnTo>
                  <a:pt x="210901" y="8843"/>
                </a:lnTo>
                <a:lnTo>
                  <a:pt x="224499" y="5707"/>
                </a:lnTo>
                <a:lnTo>
                  <a:pt x="238349" y="3237"/>
                </a:lnTo>
                <a:lnTo>
                  <a:pt x="252313" y="1452"/>
                </a:lnTo>
                <a:lnTo>
                  <a:pt x="259539" y="818"/>
                </a:lnTo>
                <a:lnTo>
                  <a:pt x="266696" y="367"/>
                </a:lnTo>
                <a:lnTo>
                  <a:pt x="273904" y="84"/>
                </a:lnTo>
                <a:lnTo>
                  <a:pt x="281146" y="0"/>
                </a:lnTo>
                <a:lnTo>
                  <a:pt x="288388" y="84"/>
                </a:lnTo>
                <a:lnTo>
                  <a:pt x="295595" y="367"/>
                </a:lnTo>
                <a:lnTo>
                  <a:pt x="302753" y="818"/>
                </a:lnTo>
                <a:lnTo>
                  <a:pt x="309979" y="1452"/>
                </a:lnTo>
                <a:lnTo>
                  <a:pt x="323944" y="3237"/>
                </a:lnTo>
                <a:lnTo>
                  <a:pt x="337792" y="5707"/>
                </a:lnTo>
                <a:lnTo>
                  <a:pt x="351391" y="8843"/>
                </a:lnTo>
                <a:lnTo>
                  <a:pt x="364739" y="12631"/>
                </a:lnTo>
                <a:lnTo>
                  <a:pt x="377820" y="17053"/>
                </a:lnTo>
                <a:lnTo>
                  <a:pt x="390585" y="22091"/>
                </a:lnTo>
                <a:lnTo>
                  <a:pt x="403049" y="27731"/>
                </a:lnTo>
                <a:lnTo>
                  <a:pt x="415179" y="33938"/>
                </a:lnTo>
                <a:lnTo>
                  <a:pt x="426941" y="40712"/>
                </a:lnTo>
                <a:lnTo>
                  <a:pt x="438354" y="48021"/>
                </a:lnTo>
                <a:lnTo>
                  <a:pt x="449366" y="55862"/>
                </a:lnTo>
                <a:lnTo>
                  <a:pt x="459995" y="64205"/>
                </a:lnTo>
                <a:lnTo>
                  <a:pt x="470190" y="73032"/>
                </a:lnTo>
                <a:lnTo>
                  <a:pt x="479950" y="82342"/>
                </a:lnTo>
                <a:lnTo>
                  <a:pt x="489261" y="92103"/>
                </a:lnTo>
                <a:lnTo>
                  <a:pt x="498087" y="102298"/>
                </a:lnTo>
                <a:lnTo>
                  <a:pt x="506430" y="112926"/>
                </a:lnTo>
                <a:lnTo>
                  <a:pt x="514272" y="123938"/>
                </a:lnTo>
                <a:lnTo>
                  <a:pt x="521579" y="135351"/>
                </a:lnTo>
                <a:lnTo>
                  <a:pt x="528354" y="147114"/>
                </a:lnTo>
                <a:lnTo>
                  <a:pt x="534561" y="159244"/>
                </a:lnTo>
                <a:lnTo>
                  <a:pt x="540201" y="171708"/>
                </a:lnTo>
                <a:lnTo>
                  <a:pt x="545239" y="184472"/>
                </a:lnTo>
                <a:lnTo>
                  <a:pt x="549662" y="197554"/>
                </a:lnTo>
                <a:lnTo>
                  <a:pt x="553449" y="210902"/>
                </a:lnTo>
                <a:lnTo>
                  <a:pt x="556586" y="224500"/>
                </a:lnTo>
                <a:lnTo>
                  <a:pt x="559055" y="238349"/>
                </a:lnTo>
                <a:lnTo>
                  <a:pt x="560840" y="252315"/>
                </a:lnTo>
                <a:lnTo>
                  <a:pt x="561475" y="259539"/>
                </a:lnTo>
                <a:lnTo>
                  <a:pt x="561925" y="266697"/>
                </a:lnTo>
                <a:lnTo>
                  <a:pt x="562208" y="273905"/>
                </a:lnTo>
                <a:lnTo>
                  <a:pt x="562291" y="281147"/>
                </a:lnTo>
                <a:lnTo>
                  <a:pt x="562208" y="288388"/>
                </a:lnTo>
                <a:lnTo>
                  <a:pt x="561925" y="295596"/>
                </a:lnTo>
                <a:lnTo>
                  <a:pt x="561475" y="302754"/>
                </a:lnTo>
                <a:lnTo>
                  <a:pt x="560840" y="309979"/>
                </a:lnTo>
                <a:lnTo>
                  <a:pt x="559055" y="323944"/>
                </a:lnTo>
                <a:lnTo>
                  <a:pt x="556586" y="337793"/>
                </a:lnTo>
                <a:lnTo>
                  <a:pt x="553449" y="351391"/>
                </a:lnTo>
                <a:lnTo>
                  <a:pt x="549662" y="364739"/>
                </a:lnTo>
                <a:lnTo>
                  <a:pt x="545239" y="377821"/>
                </a:lnTo>
                <a:lnTo>
                  <a:pt x="540201" y="390585"/>
                </a:lnTo>
                <a:lnTo>
                  <a:pt x="534561" y="403049"/>
                </a:lnTo>
                <a:lnTo>
                  <a:pt x="528354" y="415162"/>
                </a:lnTo>
                <a:lnTo>
                  <a:pt x="521579" y="426942"/>
                </a:lnTo>
                <a:lnTo>
                  <a:pt x="514272" y="438355"/>
                </a:lnTo>
                <a:lnTo>
                  <a:pt x="506430" y="449367"/>
                </a:lnTo>
                <a:lnTo>
                  <a:pt x="498087" y="459995"/>
                </a:lnTo>
                <a:lnTo>
                  <a:pt x="489261" y="470190"/>
                </a:lnTo>
                <a:lnTo>
                  <a:pt x="479950" y="479951"/>
                </a:lnTo>
                <a:lnTo>
                  <a:pt x="470190" y="489261"/>
                </a:lnTo>
                <a:lnTo>
                  <a:pt x="459995" y="498088"/>
                </a:lnTo>
                <a:lnTo>
                  <a:pt x="449366" y="506431"/>
                </a:lnTo>
                <a:lnTo>
                  <a:pt x="438354" y="514272"/>
                </a:lnTo>
                <a:lnTo>
                  <a:pt x="426941" y="521581"/>
                </a:lnTo>
                <a:lnTo>
                  <a:pt x="415179" y="528355"/>
                </a:lnTo>
                <a:lnTo>
                  <a:pt x="403049" y="534562"/>
                </a:lnTo>
                <a:lnTo>
                  <a:pt x="390585" y="540201"/>
                </a:lnTo>
                <a:lnTo>
                  <a:pt x="377820" y="545240"/>
                </a:lnTo>
                <a:lnTo>
                  <a:pt x="364739" y="549662"/>
                </a:lnTo>
                <a:lnTo>
                  <a:pt x="351391" y="553450"/>
                </a:lnTo>
                <a:lnTo>
                  <a:pt x="337792" y="556586"/>
                </a:lnTo>
                <a:lnTo>
                  <a:pt x="323944" y="559056"/>
                </a:lnTo>
                <a:lnTo>
                  <a:pt x="309979" y="560841"/>
                </a:lnTo>
                <a:lnTo>
                  <a:pt x="302753" y="561475"/>
                </a:lnTo>
                <a:lnTo>
                  <a:pt x="295595" y="561925"/>
                </a:lnTo>
                <a:lnTo>
                  <a:pt x="288388" y="562209"/>
                </a:lnTo>
                <a:lnTo>
                  <a:pt x="281146" y="562293"/>
                </a:lnTo>
                <a:lnTo>
                  <a:pt x="273904" y="562209"/>
                </a:lnTo>
                <a:lnTo>
                  <a:pt x="266696" y="561925"/>
                </a:lnTo>
                <a:lnTo>
                  <a:pt x="259539" y="561475"/>
                </a:lnTo>
                <a:lnTo>
                  <a:pt x="252313" y="560841"/>
                </a:lnTo>
                <a:lnTo>
                  <a:pt x="238349" y="559056"/>
                </a:lnTo>
                <a:lnTo>
                  <a:pt x="224499" y="556586"/>
                </a:lnTo>
                <a:lnTo>
                  <a:pt x="210901" y="553450"/>
                </a:lnTo>
                <a:lnTo>
                  <a:pt x="197553" y="549662"/>
                </a:lnTo>
                <a:lnTo>
                  <a:pt x="184471" y="545240"/>
                </a:lnTo>
                <a:lnTo>
                  <a:pt x="171707" y="540201"/>
                </a:lnTo>
                <a:lnTo>
                  <a:pt x="159243" y="534562"/>
                </a:lnTo>
                <a:lnTo>
                  <a:pt x="147131" y="528355"/>
                </a:lnTo>
                <a:lnTo>
                  <a:pt x="135351" y="521581"/>
                </a:lnTo>
                <a:lnTo>
                  <a:pt x="123938" y="514272"/>
                </a:lnTo>
                <a:lnTo>
                  <a:pt x="112926" y="506431"/>
                </a:lnTo>
                <a:lnTo>
                  <a:pt x="102297" y="498088"/>
                </a:lnTo>
                <a:lnTo>
                  <a:pt x="92102" y="489261"/>
                </a:lnTo>
                <a:lnTo>
                  <a:pt x="82341" y="479951"/>
                </a:lnTo>
                <a:lnTo>
                  <a:pt x="73031" y="470190"/>
                </a:lnTo>
                <a:lnTo>
                  <a:pt x="64204" y="459995"/>
                </a:lnTo>
                <a:lnTo>
                  <a:pt x="55862" y="449367"/>
                </a:lnTo>
                <a:lnTo>
                  <a:pt x="48020" y="438355"/>
                </a:lnTo>
                <a:lnTo>
                  <a:pt x="40712" y="426942"/>
                </a:lnTo>
                <a:lnTo>
                  <a:pt x="33938" y="415162"/>
                </a:lnTo>
                <a:lnTo>
                  <a:pt x="27731" y="403049"/>
                </a:lnTo>
                <a:lnTo>
                  <a:pt x="22091" y="390585"/>
                </a:lnTo>
                <a:lnTo>
                  <a:pt x="17052" y="377821"/>
                </a:lnTo>
                <a:lnTo>
                  <a:pt x="12631" y="364739"/>
                </a:lnTo>
                <a:lnTo>
                  <a:pt x="8842" y="351391"/>
                </a:lnTo>
                <a:lnTo>
                  <a:pt x="5707" y="337793"/>
                </a:lnTo>
                <a:lnTo>
                  <a:pt x="3237" y="323944"/>
                </a:lnTo>
                <a:lnTo>
                  <a:pt x="1451" y="309979"/>
                </a:lnTo>
                <a:lnTo>
                  <a:pt x="817" y="302754"/>
                </a:lnTo>
                <a:lnTo>
                  <a:pt x="367" y="295596"/>
                </a:lnTo>
                <a:lnTo>
                  <a:pt x="84" y="288388"/>
                </a:lnTo>
                <a:lnTo>
                  <a:pt x="0" y="281147"/>
                </a:lnTo>
                <a:lnTo>
                  <a:pt x="84" y="273905"/>
                </a:lnTo>
                <a:moveTo>
                  <a:pt x="33370" y="281364"/>
                </a:moveTo>
                <a:lnTo>
                  <a:pt x="33370" y="280930"/>
                </a:lnTo>
                <a:lnTo>
                  <a:pt x="33454" y="287754"/>
                </a:lnTo>
                <a:lnTo>
                  <a:pt x="33437" y="287337"/>
                </a:lnTo>
                <a:lnTo>
                  <a:pt x="33703" y="294128"/>
                </a:lnTo>
                <a:lnTo>
                  <a:pt x="33688" y="293694"/>
                </a:lnTo>
                <a:lnTo>
                  <a:pt x="34104" y="300435"/>
                </a:lnTo>
                <a:lnTo>
                  <a:pt x="34071" y="300017"/>
                </a:lnTo>
                <a:lnTo>
                  <a:pt x="34672" y="306708"/>
                </a:lnTo>
                <a:lnTo>
                  <a:pt x="34605" y="306091"/>
                </a:lnTo>
                <a:lnTo>
                  <a:pt x="36290" y="319322"/>
                </a:lnTo>
                <a:lnTo>
                  <a:pt x="36157" y="318488"/>
                </a:lnTo>
                <a:lnTo>
                  <a:pt x="38476" y="331519"/>
                </a:lnTo>
                <a:lnTo>
                  <a:pt x="38309" y="330685"/>
                </a:lnTo>
                <a:lnTo>
                  <a:pt x="41262" y="343483"/>
                </a:lnTo>
                <a:lnTo>
                  <a:pt x="41063" y="342682"/>
                </a:lnTo>
                <a:lnTo>
                  <a:pt x="44633" y="355229"/>
                </a:lnTo>
                <a:lnTo>
                  <a:pt x="44382" y="354445"/>
                </a:lnTo>
                <a:lnTo>
                  <a:pt x="48538" y="366725"/>
                </a:lnTo>
                <a:lnTo>
                  <a:pt x="48253" y="365958"/>
                </a:lnTo>
                <a:lnTo>
                  <a:pt x="52992" y="377971"/>
                </a:lnTo>
                <a:lnTo>
                  <a:pt x="52676" y="377220"/>
                </a:lnTo>
                <a:lnTo>
                  <a:pt x="57964" y="388933"/>
                </a:lnTo>
                <a:lnTo>
                  <a:pt x="57614" y="388199"/>
                </a:lnTo>
                <a:lnTo>
                  <a:pt x="63454" y="399595"/>
                </a:lnTo>
                <a:lnTo>
                  <a:pt x="63069" y="398894"/>
                </a:lnTo>
                <a:lnTo>
                  <a:pt x="69444" y="409956"/>
                </a:lnTo>
                <a:lnTo>
                  <a:pt x="69026" y="409272"/>
                </a:lnTo>
                <a:lnTo>
                  <a:pt x="75901" y="420001"/>
                </a:lnTo>
                <a:lnTo>
                  <a:pt x="75451" y="419333"/>
                </a:lnTo>
                <a:lnTo>
                  <a:pt x="82825" y="429712"/>
                </a:lnTo>
                <a:lnTo>
                  <a:pt x="82341" y="429061"/>
                </a:lnTo>
                <a:lnTo>
                  <a:pt x="90200" y="439055"/>
                </a:lnTo>
                <a:lnTo>
                  <a:pt x="89683" y="438438"/>
                </a:lnTo>
                <a:lnTo>
                  <a:pt x="97992" y="448032"/>
                </a:lnTo>
                <a:lnTo>
                  <a:pt x="97458" y="447448"/>
                </a:lnTo>
                <a:lnTo>
                  <a:pt x="106218" y="456642"/>
                </a:lnTo>
                <a:lnTo>
                  <a:pt x="105650" y="456074"/>
                </a:lnTo>
                <a:lnTo>
                  <a:pt x="114844" y="464834"/>
                </a:lnTo>
                <a:lnTo>
                  <a:pt x="114260" y="464300"/>
                </a:lnTo>
                <a:lnTo>
                  <a:pt x="123854" y="472610"/>
                </a:lnTo>
                <a:lnTo>
                  <a:pt x="123237" y="472092"/>
                </a:lnTo>
                <a:lnTo>
                  <a:pt x="133231" y="479951"/>
                </a:lnTo>
                <a:lnTo>
                  <a:pt x="132581" y="479467"/>
                </a:lnTo>
                <a:lnTo>
                  <a:pt x="142959" y="486842"/>
                </a:lnTo>
                <a:lnTo>
                  <a:pt x="142291" y="486392"/>
                </a:lnTo>
                <a:lnTo>
                  <a:pt x="153019" y="493266"/>
                </a:lnTo>
                <a:lnTo>
                  <a:pt x="152337" y="492849"/>
                </a:lnTo>
                <a:lnTo>
                  <a:pt x="163398" y="499223"/>
                </a:lnTo>
                <a:lnTo>
                  <a:pt x="162697" y="498839"/>
                </a:lnTo>
                <a:lnTo>
                  <a:pt x="174093" y="504679"/>
                </a:lnTo>
                <a:lnTo>
                  <a:pt x="173359" y="504328"/>
                </a:lnTo>
                <a:lnTo>
                  <a:pt x="185072" y="509617"/>
                </a:lnTo>
                <a:lnTo>
                  <a:pt x="184322" y="509300"/>
                </a:lnTo>
                <a:lnTo>
                  <a:pt x="196335" y="514039"/>
                </a:lnTo>
                <a:lnTo>
                  <a:pt x="195567" y="513755"/>
                </a:lnTo>
                <a:lnTo>
                  <a:pt x="207847" y="517910"/>
                </a:lnTo>
                <a:lnTo>
                  <a:pt x="207063" y="517660"/>
                </a:lnTo>
                <a:lnTo>
                  <a:pt x="219611" y="521230"/>
                </a:lnTo>
                <a:lnTo>
                  <a:pt x="218810" y="521030"/>
                </a:lnTo>
                <a:lnTo>
                  <a:pt x="231608" y="523983"/>
                </a:lnTo>
                <a:lnTo>
                  <a:pt x="230790" y="523816"/>
                </a:lnTo>
                <a:lnTo>
                  <a:pt x="243805" y="526136"/>
                </a:lnTo>
                <a:lnTo>
                  <a:pt x="242969" y="526002"/>
                </a:lnTo>
                <a:lnTo>
                  <a:pt x="256202" y="527687"/>
                </a:lnTo>
                <a:lnTo>
                  <a:pt x="255584" y="527621"/>
                </a:lnTo>
                <a:lnTo>
                  <a:pt x="262276" y="528222"/>
                </a:lnTo>
                <a:lnTo>
                  <a:pt x="261858" y="528188"/>
                </a:lnTo>
                <a:lnTo>
                  <a:pt x="268599" y="528605"/>
                </a:lnTo>
                <a:lnTo>
                  <a:pt x="268164" y="528589"/>
                </a:lnTo>
                <a:lnTo>
                  <a:pt x="274956" y="528856"/>
                </a:lnTo>
                <a:lnTo>
                  <a:pt x="274538" y="528839"/>
                </a:lnTo>
                <a:lnTo>
                  <a:pt x="281363" y="528922"/>
                </a:lnTo>
                <a:lnTo>
                  <a:pt x="280929" y="528922"/>
                </a:lnTo>
                <a:lnTo>
                  <a:pt x="287753" y="528839"/>
                </a:lnTo>
                <a:lnTo>
                  <a:pt x="287335" y="528856"/>
                </a:lnTo>
                <a:lnTo>
                  <a:pt x="294127" y="528589"/>
                </a:lnTo>
                <a:lnTo>
                  <a:pt x="293693" y="528605"/>
                </a:lnTo>
                <a:lnTo>
                  <a:pt x="300434" y="528188"/>
                </a:lnTo>
                <a:lnTo>
                  <a:pt x="300017" y="528222"/>
                </a:lnTo>
                <a:lnTo>
                  <a:pt x="306708" y="527621"/>
                </a:lnTo>
                <a:lnTo>
                  <a:pt x="306090" y="527687"/>
                </a:lnTo>
                <a:lnTo>
                  <a:pt x="319322" y="526002"/>
                </a:lnTo>
                <a:lnTo>
                  <a:pt x="318487" y="526136"/>
                </a:lnTo>
                <a:lnTo>
                  <a:pt x="331518" y="523816"/>
                </a:lnTo>
                <a:lnTo>
                  <a:pt x="330684" y="523983"/>
                </a:lnTo>
                <a:lnTo>
                  <a:pt x="343483" y="521030"/>
                </a:lnTo>
                <a:lnTo>
                  <a:pt x="342681" y="521230"/>
                </a:lnTo>
                <a:lnTo>
                  <a:pt x="355228" y="517660"/>
                </a:lnTo>
                <a:lnTo>
                  <a:pt x="354444" y="517910"/>
                </a:lnTo>
                <a:lnTo>
                  <a:pt x="366725" y="513755"/>
                </a:lnTo>
                <a:lnTo>
                  <a:pt x="365957" y="514039"/>
                </a:lnTo>
                <a:lnTo>
                  <a:pt x="377970" y="509300"/>
                </a:lnTo>
                <a:lnTo>
                  <a:pt x="377219" y="509617"/>
                </a:lnTo>
                <a:lnTo>
                  <a:pt x="388933" y="504328"/>
                </a:lnTo>
                <a:lnTo>
                  <a:pt x="388199" y="504679"/>
                </a:lnTo>
                <a:lnTo>
                  <a:pt x="399594" y="498839"/>
                </a:lnTo>
                <a:lnTo>
                  <a:pt x="398894" y="499223"/>
                </a:lnTo>
                <a:lnTo>
                  <a:pt x="409956" y="492849"/>
                </a:lnTo>
                <a:lnTo>
                  <a:pt x="409272" y="493266"/>
                </a:lnTo>
                <a:lnTo>
                  <a:pt x="420001" y="486392"/>
                </a:lnTo>
                <a:lnTo>
                  <a:pt x="419333" y="486842"/>
                </a:lnTo>
                <a:lnTo>
                  <a:pt x="429711" y="479467"/>
                </a:lnTo>
                <a:lnTo>
                  <a:pt x="429060" y="479951"/>
                </a:lnTo>
                <a:lnTo>
                  <a:pt x="439055" y="472092"/>
                </a:lnTo>
                <a:lnTo>
                  <a:pt x="438437" y="472610"/>
                </a:lnTo>
                <a:lnTo>
                  <a:pt x="448031" y="464300"/>
                </a:lnTo>
                <a:lnTo>
                  <a:pt x="447447" y="464834"/>
                </a:lnTo>
                <a:lnTo>
                  <a:pt x="456641" y="456074"/>
                </a:lnTo>
                <a:lnTo>
                  <a:pt x="456074" y="456642"/>
                </a:lnTo>
                <a:lnTo>
                  <a:pt x="464833" y="447448"/>
                </a:lnTo>
                <a:lnTo>
                  <a:pt x="464299" y="448032"/>
                </a:lnTo>
                <a:lnTo>
                  <a:pt x="472608" y="438438"/>
                </a:lnTo>
                <a:lnTo>
                  <a:pt x="472091" y="439055"/>
                </a:lnTo>
                <a:lnTo>
                  <a:pt x="479950" y="429061"/>
                </a:lnTo>
                <a:lnTo>
                  <a:pt x="479467" y="429712"/>
                </a:lnTo>
                <a:lnTo>
                  <a:pt x="486842" y="419333"/>
                </a:lnTo>
                <a:lnTo>
                  <a:pt x="486392" y="420001"/>
                </a:lnTo>
                <a:lnTo>
                  <a:pt x="493282" y="409272"/>
                </a:lnTo>
                <a:lnTo>
                  <a:pt x="492848" y="409956"/>
                </a:lnTo>
                <a:lnTo>
                  <a:pt x="499222" y="398894"/>
                </a:lnTo>
                <a:lnTo>
                  <a:pt x="498838" y="399595"/>
                </a:lnTo>
                <a:lnTo>
                  <a:pt x="504677" y="388199"/>
                </a:lnTo>
                <a:lnTo>
                  <a:pt x="504327" y="388933"/>
                </a:lnTo>
                <a:lnTo>
                  <a:pt x="509617" y="377220"/>
                </a:lnTo>
                <a:lnTo>
                  <a:pt x="509300" y="377971"/>
                </a:lnTo>
                <a:lnTo>
                  <a:pt x="514039" y="365958"/>
                </a:lnTo>
                <a:lnTo>
                  <a:pt x="513754" y="366725"/>
                </a:lnTo>
                <a:lnTo>
                  <a:pt x="517910" y="354445"/>
                </a:lnTo>
                <a:lnTo>
                  <a:pt x="517659" y="355229"/>
                </a:lnTo>
                <a:lnTo>
                  <a:pt x="521230" y="342682"/>
                </a:lnTo>
                <a:lnTo>
                  <a:pt x="521030" y="343483"/>
                </a:lnTo>
                <a:lnTo>
                  <a:pt x="523983" y="330685"/>
                </a:lnTo>
                <a:lnTo>
                  <a:pt x="523816" y="331519"/>
                </a:lnTo>
                <a:lnTo>
                  <a:pt x="526135" y="318488"/>
                </a:lnTo>
                <a:lnTo>
                  <a:pt x="526001" y="319322"/>
                </a:lnTo>
                <a:lnTo>
                  <a:pt x="527687" y="306091"/>
                </a:lnTo>
                <a:lnTo>
                  <a:pt x="527620" y="306708"/>
                </a:lnTo>
                <a:lnTo>
                  <a:pt x="528221" y="300017"/>
                </a:lnTo>
                <a:lnTo>
                  <a:pt x="528188" y="300435"/>
                </a:lnTo>
                <a:lnTo>
                  <a:pt x="528604" y="293694"/>
                </a:lnTo>
                <a:lnTo>
                  <a:pt x="528588" y="294128"/>
                </a:lnTo>
                <a:lnTo>
                  <a:pt x="528855" y="287337"/>
                </a:lnTo>
                <a:lnTo>
                  <a:pt x="528837" y="287754"/>
                </a:lnTo>
                <a:lnTo>
                  <a:pt x="528921" y="280930"/>
                </a:lnTo>
                <a:lnTo>
                  <a:pt x="528921" y="281364"/>
                </a:lnTo>
                <a:lnTo>
                  <a:pt x="528837" y="274539"/>
                </a:lnTo>
                <a:lnTo>
                  <a:pt x="528855" y="274956"/>
                </a:lnTo>
                <a:lnTo>
                  <a:pt x="528588" y="268165"/>
                </a:lnTo>
                <a:lnTo>
                  <a:pt x="528604" y="268599"/>
                </a:lnTo>
                <a:lnTo>
                  <a:pt x="528188" y="261858"/>
                </a:lnTo>
                <a:lnTo>
                  <a:pt x="528221" y="262276"/>
                </a:lnTo>
                <a:lnTo>
                  <a:pt x="527620" y="255585"/>
                </a:lnTo>
                <a:lnTo>
                  <a:pt x="527687" y="256202"/>
                </a:lnTo>
                <a:lnTo>
                  <a:pt x="526001" y="242971"/>
                </a:lnTo>
                <a:lnTo>
                  <a:pt x="526135" y="243805"/>
                </a:lnTo>
                <a:lnTo>
                  <a:pt x="523816" y="230774"/>
                </a:lnTo>
                <a:lnTo>
                  <a:pt x="523983" y="231608"/>
                </a:lnTo>
                <a:lnTo>
                  <a:pt x="521030" y="218810"/>
                </a:lnTo>
                <a:lnTo>
                  <a:pt x="521230" y="219611"/>
                </a:lnTo>
                <a:lnTo>
                  <a:pt x="517659" y="207064"/>
                </a:lnTo>
                <a:lnTo>
                  <a:pt x="517910" y="207848"/>
                </a:lnTo>
                <a:lnTo>
                  <a:pt x="513754" y="195568"/>
                </a:lnTo>
                <a:lnTo>
                  <a:pt x="514039" y="196336"/>
                </a:lnTo>
                <a:lnTo>
                  <a:pt x="509300" y="184322"/>
                </a:lnTo>
                <a:lnTo>
                  <a:pt x="509617" y="185073"/>
                </a:lnTo>
                <a:lnTo>
                  <a:pt x="504327" y="173360"/>
                </a:lnTo>
                <a:lnTo>
                  <a:pt x="504677" y="174094"/>
                </a:lnTo>
                <a:lnTo>
                  <a:pt x="498838" y="162698"/>
                </a:lnTo>
                <a:lnTo>
                  <a:pt x="499222" y="163399"/>
                </a:lnTo>
                <a:lnTo>
                  <a:pt x="492848" y="152337"/>
                </a:lnTo>
                <a:lnTo>
                  <a:pt x="493282" y="153021"/>
                </a:lnTo>
                <a:lnTo>
                  <a:pt x="486392" y="142292"/>
                </a:lnTo>
                <a:lnTo>
                  <a:pt x="486842" y="142960"/>
                </a:lnTo>
                <a:lnTo>
                  <a:pt x="479467" y="132581"/>
                </a:lnTo>
                <a:lnTo>
                  <a:pt x="479950" y="133232"/>
                </a:lnTo>
                <a:lnTo>
                  <a:pt x="472091" y="123238"/>
                </a:lnTo>
                <a:lnTo>
                  <a:pt x="472608" y="123855"/>
                </a:lnTo>
                <a:lnTo>
                  <a:pt x="464299" y="114261"/>
                </a:lnTo>
                <a:lnTo>
                  <a:pt x="464833" y="114845"/>
                </a:lnTo>
                <a:lnTo>
                  <a:pt x="456074" y="105651"/>
                </a:lnTo>
                <a:lnTo>
                  <a:pt x="456641" y="106219"/>
                </a:lnTo>
                <a:lnTo>
                  <a:pt x="447447" y="97459"/>
                </a:lnTo>
                <a:lnTo>
                  <a:pt x="448031" y="97993"/>
                </a:lnTo>
                <a:lnTo>
                  <a:pt x="438437" y="89684"/>
                </a:lnTo>
                <a:lnTo>
                  <a:pt x="439055" y="90201"/>
                </a:lnTo>
                <a:lnTo>
                  <a:pt x="429060" y="82342"/>
                </a:lnTo>
                <a:lnTo>
                  <a:pt x="429711" y="82826"/>
                </a:lnTo>
                <a:lnTo>
                  <a:pt x="419333" y="75451"/>
                </a:lnTo>
                <a:lnTo>
                  <a:pt x="420001" y="75901"/>
                </a:lnTo>
                <a:lnTo>
                  <a:pt x="409272" y="69027"/>
                </a:lnTo>
                <a:lnTo>
                  <a:pt x="409956" y="69444"/>
                </a:lnTo>
                <a:lnTo>
                  <a:pt x="398894" y="63070"/>
                </a:lnTo>
                <a:lnTo>
                  <a:pt x="399594" y="63454"/>
                </a:lnTo>
                <a:lnTo>
                  <a:pt x="388199" y="57614"/>
                </a:lnTo>
                <a:lnTo>
                  <a:pt x="388933" y="57965"/>
                </a:lnTo>
                <a:lnTo>
                  <a:pt x="377219" y="52676"/>
                </a:lnTo>
                <a:lnTo>
                  <a:pt x="377970" y="52993"/>
                </a:lnTo>
                <a:lnTo>
                  <a:pt x="365957" y="48254"/>
                </a:lnTo>
                <a:lnTo>
                  <a:pt x="366725" y="48538"/>
                </a:lnTo>
                <a:lnTo>
                  <a:pt x="354444" y="44383"/>
                </a:lnTo>
                <a:lnTo>
                  <a:pt x="355228" y="44633"/>
                </a:lnTo>
                <a:lnTo>
                  <a:pt x="342681" y="41063"/>
                </a:lnTo>
                <a:lnTo>
                  <a:pt x="343483" y="41263"/>
                </a:lnTo>
                <a:lnTo>
                  <a:pt x="330684" y="38310"/>
                </a:lnTo>
                <a:lnTo>
                  <a:pt x="331518" y="38477"/>
                </a:lnTo>
                <a:lnTo>
                  <a:pt x="318487" y="36157"/>
                </a:lnTo>
                <a:lnTo>
                  <a:pt x="319322" y="36291"/>
                </a:lnTo>
                <a:lnTo>
                  <a:pt x="306090" y="34606"/>
                </a:lnTo>
                <a:lnTo>
                  <a:pt x="306708" y="34672"/>
                </a:lnTo>
                <a:lnTo>
                  <a:pt x="300017" y="34071"/>
                </a:lnTo>
                <a:lnTo>
                  <a:pt x="300434" y="34105"/>
                </a:lnTo>
                <a:lnTo>
                  <a:pt x="293693" y="33688"/>
                </a:lnTo>
                <a:lnTo>
                  <a:pt x="294127" y="33704"/>
                </a:lnTo>
                <a:lnTo>
                  <a:pt x="287335" y="33438"/>
                </a:lnTo>
                <a:lnTo>
                  <a:pt x="287753" y="33454"/>
                </a:lnTo>
                <a:lnTo>
                  <a:pt x="280929" y="33371"/>
                </a:lnTo>
                <a:lnTo>
                  <a:pt x="281363" y="33371"/>
                </a:lnTo>
                <a:lnTo>
                  <a:pt x="274538" y="33454"/>
                </a:lnTo>
                <a:lnTo>
                  <a:pt x="274956" y="33438"/>
                </a:lnTo>
                <a:lnTo>
                  <a:pt x="268164" y="33704"/>
                </a:lnTo>
                <a:lnTo>
                  <a:pt x="268599" y="33688"/>
                </a:lnTo>
                <a:lnTo>
                  <a:pt x="261858" y="34105"/>
                </a:lnTo>
                <a:lnTo>
                  <a:pt x="262276" y="34071"/>
                </a:lnTo>
                <a:lnTo>
                  <a:pt x="255584" y="34672"/>
                </a:lnTo>
                <a:lnTo>
                  <a:pt x="256202" y="34606"/>
                </a:lnTo>
                <a:lnTo>
                  <a:pt x="242969" y="36291"/>
                </a:lnTo>
                <a:lnTo>
                  <a:pt x="243805" y="36157"/>
                </a:lnTo>
                <a:lnTo>
                  <a:pt x="230790" y="38477"/>
                </a:lnTo>
                <a:lnTo>
                  <a:pt x="231608" y="38310"/>
                </a:lnTo>
                <a:lnTo>
                  <a:pt x="218810" y="41263"/>
                </a:lnTo>
                <a:lnTo>
                  <a:pt x="219611" y="41063"/>
                </a:lnTo>
                <a:lnTo>
                  <a:pt x="207063" y="44633"/>
                </a:lnTo>
                <a:lnTo>
                  <a:pt x="207847" y="44383"/>
                </a:lnTo>
                <a:lnTo>
                  <a:pt x="195567" y="48538"/>
                </a:lnTo>
                <a:lnTo>
                  <a:pt x="196335" y="48254"/>
                </a:lnTo>
                <a:lnTo>
                  <a:pt x="184322" y="52993"/>
                </a:lnTo>
                <a:lnTo>
                  <a:pt x="185072" y="52676"/>
                </a:lnTo>
                <a:lnTo>
                  <a:pt x="173359" y="57965"/>
                </a:lnTo>
                <a:lnTo>
                  <a:pt x="174093" y="57614"/>
                </a:lnTo>
                <a:lnTo>
                  <a:pt x="162697" y="63454"/>
                </a:lnTo>
                <a:lnTo>
                  <a:pt x="163398" y="63070"/>
                </a:lnTo>
                <a:lnTo>
                  <a:pt x="152337" y="69444"/>
                </a:lnTo>
                <a:lnTo>
                  <a:pt x="153019" y="69027"/>
                </a:lnTo>
                <a:lnTo>
                  <a:pt x="142291" y="75901"/>
                </a:lnTo>
                <a:lnTo>
                  <a:pt x="142959" y="75451"/>
                </a:lnTo>
                <a:lnTo>
                  <a:pt x="132581" y="82826"/>
                </a:lnTo>
                <a:lnTo>
                  <a:pt x="133231" y="82342"/>
                </a:lnTo>
                <a:lnTo>
                  <a:pt x="123237" y="90201"/>
                </a:lnTo>
                <a:lnTo>
                  <a:pt x="123854" y="89684"/>
                </a:lnTo>
                <a:lnTo>
                  <a:pt x="114260" y="97993"/>
                </a:lnTo>
                <a:lnTo>
                  <a:pt x="114844" y="97459"/>
                </a:lnTo>
                <a:lnTo>
                  <a:pt x="105650" y="106219"/>
                </a:lnTo>
                <a:lnTo>
                  <a:pt x="106218" y="105651"/>
                </a:lnTo>
                <a:lnTo>
                  <a:pt x="97458" y="114845"/>
                </a:lnTo>
                <a:lnTo>
                  <a:pt x="97992" y="114261"/>
                </a:lnTo>
                <a:lnTo>
                  <a:pt x="89683" y="123855"/>
                </a:lnTo>
                <a:lnTo>
                  <a:pt x="90200" y="123238"/>
                </a:lnTo>
                <a:lnTo>
                  <a:pt x="82341" y="133232"/>
                </a:lnTo>
                <a:lnTo>
                  <a:pt x="82825" y="132581"/>
                </a:lnTo>
                <a:lnTo>
                  <a:pt x="75451" y="142960"/>
                </a:lnTo>
                <a:lnTo>
                  <a:pt x="75901" y="142292"/>
                </a:lnTo>
                <a:lnTo>
                  <a:pt x="69026" y="153021"/>
                </a:lnTo>
                <a:lnTo>
                  <a:pt x="69444" y="152337"/>
                </a:lnTo>
                <a:lnTo>
                  <a:pt x="63069" y="163399"/>
                </a:lnTo>
                <a:lnTo>
                  <a:pt x="63454" y="162698"/>
                </a:lnTo>
                <a:lnTo>
                  <a:pt x="57614" y="174094"/>
                </a:lnTo>
                <a:lnTo>
                  <a:pt x="57964" y="173360"/>
                </a:lnTo>
                <a:lnTo>
                  <a:pt x="52676" y="185073"/>
                </a:lnTo>
                <a:lnTo>
                  <a:pt x="52992" y="184322"/>
                </a:lnTo>
                <a:lnTo>
                  <a:pt x="48253" y="196336"/>
                </a:lnTo>
                <a:lnTo>
                  <a:pt x="48538" y="195568"/>
                </a:lnTo>
                <a:lnTo>
                  <a:pt x="44382" y="207848"/>
                </a:lnTo>
                <a:lnTo>
                  <a:pt x="44633" y="207064"/>
                </a:lnTo>
                <a:lnTo>
                  <a:pt x="41063" y="219611"/>
                </a:lnTo>
                <a:lnTo>
                  <a:pt x="41262" y="218810"/>
                </a:lnTo>
                <a:lnTo>
                  <a:pt x="38309" y="231608"/>
                </a:lnTo>
                <a:lnTo>
                  <a:pt x="38476" y="230774"/>
                </a:lnTo>
                <a:lnTo>
                  <a:pt x="36157" y="243805"/>
                </a:lnTo>
                <a:lnTo>
                  <a:pt x="36290" y="242971"/>
                </a:lnTo>
                <a:lnTo>
                  <a:pt x="34605" y="256202"/>
                </a:lnTo>
                <a:lnTo>
                  <a:pt x="34672" y="255585"/>
                </a:lnTo>
                <a:lnTo>
                  <a:pt x="34071" y="262276"/>
                </a:lnTo>
                <a:lnTo>
                  <a:pt x="34104" y="261858"/>
                </a:lnTo>
                <a:lnTo>
                  <a:pt x="33688" y="268599"/>
                </a:lnTo>
                <a:lnTo>
                  <a:pt x="33703" y="268165"/>
                </a:lnTo>
                <a:lnTo>
                  <a:pt x="33437" y="274956"/>
                </a:lnTo>
                <a:lnTo>
                  <a:pt x="33454" y="274539"/>
                </a:lnTo>
                <a:lnTo>
                  <a:pt x="33370" y="281364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90">
            <a:extLst xmlns:a="http://schemas.openxmlformats.org/drawingml/2006/main">
              <a:ext uri="{FF2B5EF4-FFF2-40B4-BE49-F238E27FC236}">
                <a16:creationId xmlns:a16="http://schemas.microsoft.com/office/drawing/2014/main" id="{56849FDE-75E0-4C45-AD86-90BD27D9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128" y="3497582"/>
            <a:ext cx="562291" cy="562292"/>
          </a:xfrm>
          <a:custGeom xmlns:a="http://schemas.openxmlformats.org/drawingml/2006/main">
            <a:pathLst>
              <a:path w="562291" h="562292">
                <a:moveTo>
                  <a:pt x="84" y="273905"/>
                </a:moveTo>
                <a:lnTo>
                  <a:pt x="366" y="266696"/>
                </a:lnTo>
                <a:lnTo>
                  <a:pt x="818" y="259539"/>
                </a:lnTo>
                <a:lnTo>
                  <a:pt x="1451" y="252314"/>
                </a:lnTo>
                <a:lnTo>
                  <a:pt x="3237" y="238349"/>
                </a:lnTo>
                <a:lnTo>
                  <a:pt x="5705" y="224500"/>
                </a:lnTo>
                <a:lnTo>
                  <a:pt x="8844" y="210901"/>
                </a:lnTo>
                <a:lnTo>
                  <a:pt x="12631" y="197553"/>
                </a:lnTo>
                <a:lnTo>
                  <a:pt x="17052" y="184472"/>
                </a:lnTo>
                <a:lnTo>
                  <a:pt x="22091" y="171708"/>
                </a:lnTo>
                <a:lnTo>
                  <a:pt x="27731" y="159244"/>
                </a:lnTo>
                <a:lnTo>
                  <a:pt x="33938" y="147130"/>
                </a:lnTo>
                <a:lnTo>
                  <a:pt x="40712" y="135351"/>
                </a:lnTo>
                <a:lnTo>
                  <a:pt x="48020" y="123938"/>
                </a:lnTo>
                <a:lnTo>
                  <a:pt x="55863" y="112926"/>
                </a:lnTo>
                <a:lnTo>
                  <a:pt x="64205" y="102297"/>
                </a:lnTo>
                <a:lnTo>
                  <a:pt x="73032" y="92103"/>
                </a:lnTo>
                <a:lnTo>
                  <a:pt x="82341" y="82341"/>
                </a:lnTo>
                <a:lnTo>
                  <a:pt x="92103" y="73031"/>
                </a:lnTo>
                <a:lnTo>
                  <a:pt x="102297" y="64205"/>
                </a:lnTo>
                <a:lnTo>
                  <a:pt x="112926" y="55862"/>
                </a:lnTo>
                <a:lnTo>
                  <a:pt x="123938" y="48020"/>
                </a:lnTo>
                <a:lnTo>
                  <a:pt x="135351" y="40712"/>
                </a:lnTo>
                <a:lnTo>
                  <a:pt x="147113" y="33938"/>
                </a:lnTo>
                <a:lnTo>
                  <a:pt x="159243" y="27731"/>
                </a:lnTo>
                <a:lnTo>
                  <a:pt x="171708" y="22091"/>
                </a:lnTo>
                <a:lnTo>
                  <a:pt x="184471" y="17052"/>
                </a:lnTo>
                <a:lnTo>
                  <a:pt x="197554" y="12631"/>
                </a:lnTo>
                <a:lnTo>
                  <a:pt x="210901" y="8843"/>
                </a:lnTo>
                <a:lnTo>
                  <a:pt x="224500" y="5706"/>
                </a:lnTo>
                <a:lnTo>
                  <a:pt x="238348" y="3237"/>
                </a:lnTo>
                <a:lnTo>
                  <a:pt x="252314" y="1452"/>
                </a:lnTo>
                <a:lnTo>
                  <a:pt x="259538" y="818"/>
                </a:lnTo>
                <a:lnTo>
                  <a:pt x="266696" y="367"/>
                </a:lnTo>
                <a:lnTo>
                  <a:pt x="273904" y="83"/>
                </a:lnTo>
                <a:lnTo>
                  <a:pt x="281146" y="0"/>
                </a:lnTo>
                <a:lnTo>
                  <a:pt x="288387" y="83"/>
                </a:lnTo>
                <a:lnTo>
                  <a:pt x="295595" y="367"/>
                </a:lnTo>
                <a:lnTo>
                  <a:pt x="302753" y="818"/>
                </a:lnTo>
                <a:lnTo>
                  <a:pt x="309979" y="1452"/>
                </a:lnTo>
                <a:lnTo>
                  <a:pt x="323944" y="3237"/>
                </a:lnTo>
                <a:lnTo>
                  <a:pt x="337792" y="5706"/>
                </a:lnTo>
                <a:lnTo>
                  <a:pt x="351390" y="8843"/>
                </a:lnTo>
                <a:lnTo>
                  <a:pt x="364739" y="12631"/>
                </a:lnTo>
                <a:lnTo>
                  <a:pt x="377820" y="17052"/>
                </a:lnTo>
                <a:lnTo>
                  <a:pt x="390585" y="22091"/>
                </a:lnTo>
                <a:lnTo>
                  <a:pt x="403048" y="27731"/>
                </a:lnTo>
                <a:lnTo>
                  <a:pt x="415162" y="33938"/>
                </a:lnTo>
                <a:lnTo>
                  <a:pt x="426942" y="40712"/>
                </a:lnTo>
                <a:lnTo>
                  <a:pt x="438353" y="48020"/>
                </a:lnTo>
                <a:lnTo>
                  <a:pt x="449366" y="55862"/>
                </a:lnTo>
                <a:lnTo>
                  <a:pt x="459994" y="64205"/>
                </a:lnTo>
                <a:lnTo>
                  <a:pt x="470190" y="73031"/>
                </a:lnTo>
                <a:lnTo>
                  <a:pt x="479950" y="82341"/>
                </a:lnTo>
                <a:lnTo>
                  <a:pt x="489261" y="92103"/>
                </a:lnTo>
                <a:lnTo>
                  <a:pt x="498086" y="102297"/>
                </a:lnTo>
                <a:lnTo>
                  <a:pt x="506430" y="112926"/>
                </a:lnTo>
                <a:lnTo>
                  <a:pt x="514272" y="123938"/>
                </a:lnTo>
                <a:lnTo>
                  <a:pt x="521581" y="135351"/>
                </a:lnTo>
                <a:lnTo>
                  <a:pt x="528355" y="147130"/>
                </a:lnTo>
                <a:lnTo>
                  <a:pt x="534562" y="159244"/>
                </a:lnTo>
                <a:lnTo>
                  <a:pt x="540201" y="171708"/>
                </a:lnTo>
                <a:lnTo>
                  <a:pt x="545224" y="184472"/>
                </a:lnTo>
                <a:lnTo>
                  <a:pt x="549661" y="197553"/>
                </a:lnTo>
                <a:lnTo>
                  <a:pt x="553449" y="210901"/>
                </a:lnTo>
                <a:lnTo>
                  <a:pt x="556585" y="224500"/>
                </a:lnTo>
                <a:lnTo>
                  <a:pt x="559054" y="238349"/>
                </a:lnTo>
                <a:lnTo>
                  <a:pt x="560823" y="252314"/>
                </a:lnTo>
                <a:lnTo>
                  <a:pt x="561475" y="259539"/>
                </a:lnTo>
                <a:lnTo>
                  <a:pt x="561925" y="266696"/>
                </a:lnTo>
                <a:lnTo>
                  <a:pt x="562209" y="273905"/>
                </a:lnTo>
                <a:lnTo>
                  <a:pt x="562291" y="281146"/>
                </a:lnTo>
                <a:lnTo>
                  <a:pt x="562209" y="288387"/>
                </a:lnTo>
                <a:lnTo>
                  <a:pt x="561925" y="295595"/>
                </a:lnTo>
                <a:lnTo>
                  <a:pt x="561475" y="302753"/>
                </a:lnTo>
                <a:lnTo>
                  <a:pt x="560823" y="309978"/>
                </a:lnTo>
                <a:lnTo>
                  <a:pt x="559054" y="323944"/>
                </a:lnTo>
                <a:lnTo>
                  <a:pt x="556585" y="337792"/>
                </a:lnTo>
                <a:lnTo>
                  <a:pt x="553449" y="351391"/>
                </a:lnTo>
                <a:lnTo>
                  <a:pt x="549661" y="364739"/>
                </a:lnTo>
                <a:lnTo>
                  <a:pt x="545224" y="377820"/>
                </a:lnTo>
                <a:lnTo>
                  <a:pt x="540201" y="390584"/>
                </a:lnTo>
                <a:lnTo>
                  <a:pt x="534562" y="403049"/>
                </a:lnTo>
                <a:lnTo>
                  <a:pt x="528355" y="415162"/>
                </a:lnTo>
                <a:lnTo>
                  <a:pt x="521581" y="426942"/>
                </a:lnTo>
                <a:lnTo>
                  <a:pt x="514272" y="438354"/>
                </a:lnTo>
                <a:lnTo>
                  <a:pt x="506430" y="449366"/>
                </a:lnTo>
                <a:lnTo>
                  <a:pt x="498086" y="459995"/>
                </a:lnTo>
                <a:lnTo>
                  <a:pt x="489261" y="470189"/>
                </a:lnTo>
                <a:lnTo>
                  <a:pt x="479950" y="479951"/>
                </a:lnTo>
                <a:lnTo>
                  <a:pt x="470190" y="489261"/>
                </a:lnTo>
                <a:lnTo>
                  <a:pt x="459994" y="498087"/>
                </a:lnTo>
                <a:lnTo>
                  <a:pt x="449366" y="506430"/>
                </a:lnTo>
                <a:lnTo>
                  <a:pt x="438353" y="514272"/>
                </a:lnTo>
                <a:lnTo>
                  <a:pt x="426942" y="521580"/>
                </a:lnTo>
                <a:lnTo>
                  <a:pt x="415162" y="528355"/>
                </a:lnTo>
                <a:lnTo>
                  <a:pt x="403048" y="534561"/>
                </a:lnTo>
                <a:lnTo>
                  <a:pt x="390585" y="540201"/>
                </a:lnTo>
                <a:lnTo>
                  <a:pt x="377820" y="545240"/>
                </a:lnTo>
                <a:lnTo>
                  <a:pt x="364739" y="549662"/>
                </a:lnTo>
                <a:lnTo>
                  <a:pt x="351390" y="553449"/>
                </a:lnTo>
                <a:lnTo>
                  <a:pt x="337792" y="556586"/>
                </a:lnTo>
                <a:lnTo>
                  <a:pt x="323944" y="559055"/>
                </a:lnTo>
                <a:lnTo>
                  <a:pt x="309979" y="560841"/>
                </a:lnTo>
                <a:lnTo>
                  <a:pt x="302753" y="561475"/>
                </a:lnTo>
                <a:lnTo>
                  <a:pt x="295595" y="561925"/>
                </a:lnTo>
                <a:lnTo>
                  <a:pt x="288387" y="562209"/>
                </a:lnTo>
                <a:lnTo>
                  <a:pt x="281146" y="562292"/>
                </a:lnTo>
                <a:lnTo>
                  <a:pt x="273904" y="562209"/>
                </a:lnTo>
                <a:lnTo>
                  <a:pt x="266696" y="561925"/>
                </a:lnTo>
                <a:lnTo>
                  <a:pt x="259538" y="561475"/>
                </a:lnTo>
                <a:lnTo>
                  <a:pt x="252314" y="560841"/>
                </a:lnTo>
                <a:lnTo>
                  <a:pt x="238348" y="559055"/>
                </a:lnTo>
                <a:lnTo>
                  <a:pt x="224500" y="556586"/>
                </a:lnTo>
                <a:lnTo>
                  <a:pt x="210901" y="553449"/>
                </a:lnTo>
                <a:lnTo>
                  <a:pt x="197554" y="549662"/>
                </a:lnTo>
                <a:lnTo>
                  <a:pt x="184471" y="545240"/>
                </a:lnTo>
                <a:lnTo>
                  <a:pt x="171708" y="540201"/>
                </a:lnTo>
                <a:lnTo>
                  <a:pt x="159243" y="534561"/>
                </a:lnTo>
                <a:lnTo>
                  <a:pt x="147113" y="528355"/>
                </a:lnTo>
                <a:lnTo>
                  <a:pt x="135351" y="521580"/>
                </a:lnTo>
                <a:lnTo>
                  <a:pt x="123938" y="514272"/>
                </a:lnTo>
                <a:lnTo>
                  <a:pt x="112926" y="506430"/>
                </a:lnTo>
                <a:lnTo>
                  <a:pt x="102297" y="498087"/>
                </a:lnTo>
                <a:lnTo>
                  <a:pt x="92103" y="489261"/>
                </a:lnTo>
                <a:lnTo>
                  <a:pt x="82341" y="479951"/>
                </a:lnTo>
                <a:lnTo>
                  <a:pt x="73032" y="470189"/>
                </a:lnTo>
                <a:lnTo>
                  <a:pt x="64205" y="459995"/>
                </a:lnTo>
                <a:lnTo>
                  <a:pt x="55863" y="449366"/>
                </a:lnTo>
                <a:lnTo>
                  <a:pt x="48020" y="438354"/>
                </a:lnTo>
                <a:lnTo>
                  <a:pt x="40712" y="426942"/>
                </a:lnTo>
                <a:lnTo>
                  <a:pt x="33938" y="415162"/>
                </a:lnTo>
                <a:lnTo>
                  <a:pt x="27731" y="403049"/>
                </a:lnTo>
                <a:lnTo>
                  <a:pt x="22091" y="390584"/>
                </a:lnTo>
                <a:lnTo>
                  <a:pt x="17052" y="377820"/>
                </a:lnTo>
                <a:lnTo>
                  <a:pt x="12631" y="364739"/>
                </a:lnTo>
                <a:lnTo>
                  <a:pt x="8844" y="351391"/>
                </a:lnTo>
                <a:lnTo>
                  <a:pt x="5705" y="337792"/>
                </a:lnTo>
                <a:lnTo>
                  <a:pt x="3237" y="323944"/>
                </a:lnTo>
                <a:lnTo>
                  <a:pt x="1451" y="309978"/>
                </a:lnTo>
                <a:lnTo>
                  <a:pt x="818" y="302753"/>
                </a:lnTo>
                <a:lnTo>
                  <a:pt x="366" y="295595"/>
                </a:lnTo>
                <a:lnTo>
                  <a:pt x="84" y="288387"/>
                </a:lnTo>
                <a:lnTo>
                  <a:pt x="0" y="281146"/>
                </a:lnTo>
                <a:lnTo>
                  <a:pt x="84" y="273905"/>
                </a:lnTo>
                <a:moveTo>
                  <a:pt x="33369" y="281363"/>
                </a:moveTo>
                <a:lnTo>
                  <a:pt x="33369" y="280929"/>
                </a:lnTo>
                <a:lnTo>
                  <a:pt x="33453" y="287754"/>
                </a:lnTo>
                <a:lnTo>
                  <a:pt x="33437" y="287336"/>
                </a:lnTo>
                <a:lnTo>
                  <a:pt x="33704" y="294127"/>
                </a:lnTo>
                <a:lnTo>
                  <a:pt x="33687" y="293693"/>
                </a:lnTo>
                <a:lnTo>
                  <a:pt x="34104" y="300434"/>
                </a:lnTo>
                <a:lnTo>
                  <a:pt x="34071" y="300017"/>
                </a:lnTo>
                <a:lnTo>
                  <a:pt x="34672" y="306708"/>
                </a:lnTo>
                <a:lnTo>
                  <a:pt x="34604" y="306090"/>
                </a:lnTo>
                <a:lnTo>
                  <a:pt x="36289" y="319322"/>
                </a:lnTo>
                <a:lnTo>
                  <a:pt x="36157" y="318488"/>
                </a:lnTo>
                <a:lnTo>
                  <a:pt x="38476" y="331519"/>
                </a:lnTo>
                <a:lnTo>
                  <a:pt x="38309" y="330684"/>
                </a:lnTo>
                <a:lnTo>
                  <a:pt x="41263" y="343482"/>
                </a:lnTo>
                <a:lnTo>
                  <a:pt x="41063" y="342681"/>
                </a:lnTo>
                <a:lnTo>
                  <a:pt x="44617" y="355228"/>
                </a:lnTo>
                <a:lnTo>
                  <a:pt x="44382" y="354444"/>
                </a:lnTo>
                <a:lnTo>
                  <a:pt x="48538" y="366725"/>
                </a:lnTo>
                <a:lnTo>
                  <a:pt x="48253" y="365957"/>
                </a:lnTo>
                <a:lnTo>
                  <a:pt x="52992" y="377970"/>
                </a:lnTo>
                <a:lnTo>
                  <a:pt x="52675" y="377220"/>
                </a:lnTo>
                <a:lnTo>
                  <a:pt x="57964" y="388932"/>
                </a:lnTo>
                <a:lnTo>
                  <a:pt x="57614" y="388199"/>
                </a:lnTo>
                <a:lnTo>
                  <a:pt x="63453" y="399594"/>
                </a:lnTo>
                <a:lnTo>
                  <a:pt x="63071" y="398894"/>
                </a:lnTo>
                <a:lnTo>
                  <a:pt x="69427" y="409956"/>
                </a:lnTo>
                <a:lnTo>
                  <a:pt x="69010" y="409272"/>
                </a:lnTo>
                <a:lnTo>
                  <a:pt x="75901" y="420001"/>
                </a:lnTo>
                <a:lnTo>
                  <a:pt x="75451" y="419333"/>
                </a:lnTo>
                <a:lnTo>
                  <a:pt x="82825" y="429711"/>
                </a:lnTo>
                <a:lnTo>
                  <a:pt x="82341" y="429061"/>
                </a:lnTo>
                <a:lnTo>
                  <a:pt x="90200" y="439055"/>
                </a:lnTo>
                <a:lnTo>
                  <a:pt x="89682" y="438438"/>
                </a:lnTo>
                <a:lnTo>
                  <a:pt x="97991" y="448032"/>
                </a:lnTo>
                <a:lnTo>
                  <a:pt x="97457" y="447448"/>
                </a:lnTo>
                <a:lnTo>
                  <a:pt x="106218" y="456641"/>
                </a:lnTo>
                <a:lnTo>
                  <a:pt x="105649" y="456074"/>
                </a:lnTo>
                <a:lnTo>
                  <a:pt x="114844" y="464833"/>
                </a:lnTo>
                <a:lnTo>
                  <a:pt x="114242" y="464300"/>
                </a:lnTo>
                <a:lnTo>
                  <a:pt x="123854" y="472609"/>
                </a:lnTo>
                <a:lnTo>
                  <a:pt x="123237" y="472092"/>
                </a:lnTo>
                <a:lnTo>
                  <a:pt x="133215" y="479951"/>
                </a:lnTo>
                <a:lnTo>
                  <a:pt x="132580" y="479467"/>
                </a:lnTo>
                <a:lnTo>
                  <a:pt x="142959" y="486842"/>
                </a:lnTo>
                <a:lnTo>
                  <a:pt x="142291" y="486391"/>
                </a:lnTo>
                <a:lnTo>
                  <a:pt x="153020" y="493265"/>
                </a:lnTo>
                <a:lnTo>
                  <a:pt x="152337" y="492848"/>
                </a:lnTo>
                <a:lnTo>
                  <a:pt x="163399" y="499222"/>
                </a:lnTo>
                <a:lnTo>
                  <a:pt x="162696" y="498838"/>
                </a:lnTo>
                <a:lnTo>
                  <a:pt x="174094" y="504678"/>
                </a:lnTo>
                <a:lnTo>
                  <a:pt x="173360" y="504328"/>
                </a:lnTo>
                <a:lnTo>
                  <a:pt x="185071" y="509617"/>
                </a:lnTo>
                <a:lnTo>
                  <a:pt x="184321" y="509300"/>
                </a:lnTo>
                <a:lnTo>
                  <a:pt x="196335" y="514038"/>
                </a:lnTo>
                <a:lnTo>
                  <a:pt x="195567" y="513755"/>
                </a:lnTo>
                <a:lnTo>
                  <a:pt x="207847" y="517909"/>
                </a:lnTo>
                <a:lnTo>
                  <a:pt x="207062" y="517659"/>
                </a:lnTo>
                <a:lnTo>
                  <a:pt x="219611" y="521230"/>
                </a:lnTo>
                <a:lnTo>
                  <a:pt x="218810" y="521030"/>
                </a:lnTo>
                <a:lnTo>
                  <a:pt x="231591" y="523983"/>
                </a:lnTo>
                <a:lnTo>
                  <a:pt x="230773" y="523816"/>
                </a:lnTo>
                <a:lnTo>
                  <a:pt x="243805" y="526135"/>
                </a:lnTo>
                <a:lnTo>
                  <a:pt x="242969" y="526002"/>
                </a:lnTo>
                <a:lnTo>
                  <a:pt x="256202" y="527687"/>
                </a:lnTo>
                <a:lnTo>
                  <a:pt x="255584" y="527620"/>
                </a:lnTo>
                <a:lnTo>
                  <a:pt x="262275" y="528221"/>
                </a:lnTo>
                <a:lnTo>
                  <a:pt x="261858" y="528188"/>
                </a:lnTo>
                <a:lnTo>
                  <a:pt x="268599" y="528605"/>
                </a:lnTo>
                <a:lnTo>
                  <a:pt x="268164" y="528588"/>
                </a:lnTo>
                <a:lnTo>
                  <a:pt x="274956" y="528855"/>
                </a:lnTo>
                <a:lnTo>
                  <a:pt x="274522" y="528839"/>
                </a:lnTo>
                <a:lnTo>
                  <a:pt x="281362" y="528922"/>
                </a:lnTo>
                <a:lnTo>
                  <a:pt x="280928" y="528922"/>
                </a:lnTo>
                <a:lnTo>
                  <a:pt x="287752" y="528839"/>
                </a:lnTo>
                <a:lnTo>
                  <a:pt x="287335" y="528855"/>
                </a:lnTo>
                <a:lnTo>
                  <a:pt x="294127" y="528588"/>
                </a:lnTo>
                <a:lnTo>
                  <a:pt x="293693" y="528605"/>
                </a:lnTo>
                <a:lnTo>
                  <a:pt x="300433" y="528188"/>
                </a:lnTo>
                <a:lnTo>
                  <a:pt x="300017" y="528221"/>
                </a:lnTo>
                <a:lnTo>
                  <a:pt x="306709" y="527620"/>
                </a:lnTo>
                <a:lnTo>
                  <a:pt x="306074" y="527687"/>
                </a:lnTo>
                <a:lnTo>
                  <a:pt x="319322" y="526002"/>
                </a:lnTo>
                <a:lnTo>
                  <a:pt x="318488" y="526135"/>
                </a:lnTo>
                <a:lnTo>
                  <a:pt x="331501" y="523816"/>
                </a:lnTo>
                <a:lnTo>
                  <a:pt x="330684" y="523983"/>
                </a:lnTo>
                <a:lnTo>
                  <a:pt x="343483" y="521030"/>
                </a:lnTo>
                <a:lnTo>
                  <a:pt x="342682" y="521230"/>
                </a:lnTo>
                <a:lnTo>
                  <a:pt x="355227" y="517659"/>
                </a:lnTo>
                <a:lnTo>
                  <a:pt x="354444" y="517909"/>
                </a:lnTo>
                <a:lnTo>
                  <a:pt x="366724" y="513755"/>
                </a:lnTo>
                <a:lnTo>
                  <a:pt x="365957" y="514038"/>
                </a:lnTo>
                <a:lnTo>
                  <a:pt x="377970" y="509300"/>
                </a:lnTo>
                <a:lnTo>
                  <a:pt x="377218" y="509617"/>
                </a:lnTo>
                <a:lnTo>
                  <a:pt x="388931" y="504328"/>
                </a:lnTo>
                <a:lnTo>
                  <a:pt x="388197" y="504678"/>
                </a:lnTo>
                <a:lnTo>
                  <a:pt x="399593" y="498838"/>
                </a:lnTo>
                <a:lnTo>
                  <a:pt x="398894" y="499222"/>
                </a:lnTo>
                <a:lnTo>
                  <a:pt x="409956" y="492848"/>
                </a:lnTo>
                <a:lnTo>
                  <a:pt x="409271" y="493265"/>
                </a:lnTo>
                <a:lnTo>
                  <a:pt x="420001" y="486391"/>
                </a:lnTo>
                <a:lnTo>
                  <a:pt x="419333" y="486842"/>
                </a:lnTo>
                <a:lnTo>
                  <a:pt x="429712" y="479467"/>
                </a:lnTo>
                <a:lnTo>
                  <a:pt x="429061" y="479951"/>
                </a:lnTo>
                <a:lnTo>
                  <a:pt x="439055" y="472092"/>
                </a:lnTo>
                <a:lnTo>
                  <a:pt x="438437" y="472609"/>
                </a:lnTo>
                <a:lnTo>
                  <a:pt x="448031" y="464300"/>
                </a:lnTo>
                <a:lnTo>
                  <a:pt x="447447" y="464833"/>
                </a:lnTo>
                <a:lnTo>
                  <a:pt x="456640" y="456074"/>
                </a:lnTo>
                <a:lnTo>
                  <a:pt x="456073" y="456641"/>
                </a:lnTo>
                <a:lnTo>
                  <a:pt x="464834" y="447448"/>
                </a:lnTo>
                <a:lnTo>
                  <a:pt x="464300" y="448032"/>
                </a:lnTo>
                <a:lnTo>
                  <a:pt x="472609" y="438438"/>
                </a:lnTo>
                <a:lnTo>
                  <a:pt x="472091" y="439055"/>
                </a:lnTo>
                <a:lnTo>
                  <a:pt x="479950" y="429061"/>
                </a:lnTo>
                <a:lnTo>
                  <a:pt x="479467" y="429711"/>
                </a:lnTo>
                <a:lnTo>
                  <a:pt x="486841" y="419333"/>
                </a:lnTo>
                <a:lnTo>
                  <a:pt x="486391" y="420001"/>
                </a:lnTo>
                <a:lnTo>
                  <a:pt x="493264" y="409272"/>
                </a:lnTo>
                <a:lnTo>
                  <a:pt x="492849" y="409956"/>
                </a:lnTo>
                <a:lnTo>
                  <a:pt x="499222" y="398894"/>
                </a:lnTo>
                <a:lnTo>
                  <a:pt x="498838" y="399594"/>
                </a:lnTo>
                <a:lnTo>
                  <a:pt x="504677" y="388199"/>
                </a:lnTo>
                <a:lnTo>
                  <a:pt x="504327" y="388932"/>
                </a:lnTo>
                <a:lnTo>
                  <a:pt x="509617" y="377220"/>
                </a:lnTo>
                <a:lnTo>
                  <a:pt x="509299" y="377970"/>
                </a:lnTo>
                <a:lnTo>
                  <a:pt x="514038" y="365957"/>
                </a:lnTo>
                <a:lnTo>
                  <a:pt x="513755" y="366725"/>
                </a:lnTo>
                <a:lnTo>
                  <a:pt x="517910" y="354444"/>
                </a:lnTo>
                <a:lnTo>
                  <a:pt x="517659" y="355228"/>
                </a:lnTo>
                <a:lnTo>
                  <a:pt x="521230" y="342681"/>
                </a:lnTo>
                <a:lnTo>
                  <a:pt x="521030" y="343482"/>
                </a:lnTo>
                <a:lnTo>
                  <a:pt x="523983" y="330684"/>
                </a:lnTo>
                <a:lnTo>
                  <a:pt x="523799" y="331519"/>
                </a:lnTo>
                <a:lnTo>
                  <a:pt x="526135" y="318488"/>
                </a:lnTo>
                <a:lnTo>
                  <a:pt x="526002" y="319322"/>
                </a:lnTo>
                <a:lnTo>
                  <a:pt x="527687" y="306090"/>
                </a:lnTo>
                <a:lnTo>
                  <a:pt x="527621" y="306708"/>
                </a:lnTo>
                <a:lnTo>
                  <a:pt x="528221" y="300017"/>
                </a:lnTo>
                <a:lnTo>
                  <a:pt x="528188" y="300434"/>
                </a:lnTo>
                <a:lnTo>
                  <a:pt x="528604" y="293693"/>
                </a:lnTo>
                <a:lnTo>
                  <a:pt x="528587" y="294127"/>
                </a:lnTo>
                <a:lnTo>
                  <a:pt x="528838" y="287336"/>
                </a:lnTo>
                <a:lnTo>
                  <a:pt x="528838" y="287754"/>
                </a:lnTo>
                <a:lnTo>
                  <a:pt x="528922" y="280929"/>
                </a:lnTo>
                <a:lnTo>
                  <a:pt x="528922" y="281363"/>
                </a:lnTo>
                <a:lnTo>
                  <a:pt x="528838" y="274539"/>
                </a:lnTo>
                <a:lnTo>
                  <a:pt x="528838" y="274956"/>
                </a:lnTo>
                <a:lnTo>
                  <a:pt x="528587" y="268165"/>
                </a:lnTo>
                <a:lnTo>
                  <a:pt x="528604" y="268599"/>
                </a:lnTo>
                <a:lnTo>
                  <a:pt x="528188" y="261858"/>
                </a:lnTo>
                <a:lnTo>
                  <a:pt x="528221" y="262275"/>
                </a:lnTo>
                <a:lnTo>
                  <a:pt x="527621" y="255584"/>
                </a:lnTo>
                <a:lnTo>
                  <a:pt x="527687" y="256201"/>
                </a:lnTo>
                <a:lnTo>
                  <a:pt x="526002" y="242970"/>
                </a:lnTo>
                <a:lnTo>
                  <a:pt x="526135" y="243804"/>
                </a:lnTo>
                <a:lnTo>
                  <a:pt x="523799" y="230773"/>
                </a:lnTo>
                <a:lnTo>
                  <a:pt x="523983" y="231608"/>
                </a:lnTo>
                <a:lnTo>
                  <a:pt x="521030" y="218810"/>
                </a:lnTo>
                <a:lnTo>
                  <a:pt x="521230" y="219611"/>
                </a:lnTo>
                <a:lnTo>
                  <a:pt x="517659" y="207064"/>
                </a:lnTo>
                <a:lnTo>
                  <a:pt x="517910" y="207848"/>
                </a:lnTo>
                <a:lnTo>
                  <a:pt x="513755" y="195568"/>
                </a:lnTo>
                <a:lnTo>
                  <a:pt x="514038" y="196335"/>
                </a:lnTo>
                <a:lnTo>
                  <a:pt x="509299" y="184322"/>
                </a:lnTo>
                <a:lnTo>
                  <a:pt x="509617" y="185073"/>
                </a:lnTo>
                <a:lnTo>
                  <a:pt x="504327" y="173359"/>
                </a:lnTo>
                <a:lnTo>
                  <a:pt x="504677" y="174094"/>
                </a:lnTo>
                <a:lnTo>
                  <a:pt x="498838" y="162698"/>
                </a:lnTo>
                <a:lnTo>
                  <a:pt x="499222" y="163398"/>
                </a:lnTo>
                <a:lnTo>
                  <a:pt x="492849" y="152336"/>
                </a:lnTo>
                <a:lnTo>
                  <a:pt x="493264" y="153020"/>
                </a:lnTo>
                <a:lnTo>
                  <a:pt x="486391" y="142292"/>
                </a:lnTo>
                <a:lnTo>
                  <a:pt x="486841" y="142959"/>
                </a:lnTo>
                <a:lnTo>
                  <a:pt x="479467" y="132581"/>
                </a:lnTo>
                <a:lnTo>
                  <a:pt x="479950" y="133232"/>
                </a:lnTo>
                <a:lnTo>
                  <a:pt x="472091" y="123237"/>
                </a:lnTo>
                <a:lnTo>
                  <a:pt x="472609" y="123855"/>
                </a:lnTo>
                <a:lnTo>
                  <a:pt x="464300" y="114260"/>
                </a:lnTo>
                <a:lnTo>
                  <a:pt x="464834" y="114844"/>
                </a:lnTo>
                <a:lnTo>
                  <a:pt x="456073" y="105651"/>
                </a:lnTo>
                <a:lnTo>
                  <a:pt x="456640" y="106218"/>
                </a:lnTo>
                <a:lnTo>
                  <a:pt x="447447" y="97458"/>
                </a:lnTo>
                <a:lnTo>
                  <a:pt x="448031" y="97992"/>
                </a:lnTo>
                <a:lnTo>
                  <a:pt x="438437" y="89683"/>
                </a:lnTo>
                <a:lnTo>
                  <a:pt x="439055" y="90200"/>
                </a:lnTo>
                <a:lnTo>
                  <a:pt x="429061" y="82341"/>
                </a:lnTo>
                <a:lnTo>
                  <a:pt x="429712" y="82825"/>
                </a:lnTo>
                <a:lnTo>
                  <a:pt x="419333" y="75451"/>
                </a:lnTo>
                <a:lnTo>
                  <a:pt x="420001" y="75901"/>
                </a:lnTo>
                <a:lnTo>
                  <a:pt x="409271" y="69027"/>
                </a:lnTo>
                <a:lnTo>
                  <a:pt x="409956" y="69444"/>
                </a:lnTo>
                <a:lnTo>
                  <a:pt x="398894" y="63070"/>
                </a:lnTo>
                <a:lnTo>
                  <a:pt x="399593" y="63454"/>
                </a:lnTo>
                <a:lnTo>
                  <a:pt x="388197" y="57614"/>
                </a:lnTo>
                <a:lnTo>
                  <a:pt x="388931" y="57964"/>
                </a:lnTo>
                <a:lnTo>
                  <a:pt x="377218" y="52675"/>
                </a:lnTo>
                <a:lnTo>
                  <a:pt x="377970" y="52992"/>
                </a:lnTo>
                <a:lnTo>
                  <a:pt x="365957" y="48253"/>
                </a:lnTo>
                <a:lnTo>
                  <a:pt x="366724" y="48537"/>
                </a:lnTo>
                <a:lnTo>
                  <a:pt x="354444" y="44383"/>
                </a:lnTo>
                <a:lnTo>
                  <a:pt x="355227" y="44633"/>
                </a:lnTo>
                <a:lnTo>
                  <a:pt x="342682" y="41062"/>
                </a:lnTo>
                <a:lnTo>
                  <a:pt x="343483" y="41263"/>
                </a:lnTo>
                <a:lnTo>
                  <a:pt x="330684" y="38309"/>
                </a:lnTo>
                <a:lnTo>
                  <a:pt x="331501" y="38476"/>
                </a:lnTo>
                <a:lnTo>
                  <a:pt x="318488" y="36157"/>
                </a:lnTo>
                <a:lnTo>
                  <a:pt x="319322" y="36290"/>
                </a:lnTo>
                <a:lnTo>
                  <a:pt x="306074" y="34605"/>
                </a:lnTo>
                <a:lnTo>
                  <a:pt x="306709" y="34672"/>
                </a:lnTo>
                <a:lnTo>
                  <a:pt x="300017" y="34071"/>
                </a:lnTo>
                <a:lnTo>
                  <a:pt x="300433" y="34105"/>
                </a:lnTo>
                <a:lnTo>
                  <a:pt x="293693" y="33687"/>
                </a:lnTo>
                <a:lnTo>
                  <a:pt x="294127" y="33704"/>
                </a:lnTo>
                <a:lnTo>
                  <a:pt x="287335" y="33437"/>
                </a:lnTo>
                <a:lnTo>
                  <a:pt x="287752" y="33454"/>
                </a:lnTo>
                <a:lnTo>
                  <a:pt x="280928" y="33370"/>
                </a:lnTo>
                <a:lnTo>
                  <a:pt x="281362" y="33370"/>
                </a:lnTo>
                <a:lnTo>
                  <a:pt x="274522" y="33454"/>
                </a:lnTo>
                <a:lnTo>
                  <a:pt x="274956" y="33437"/>
                </a:lnTo>
                <a:lnTo>
                  <a:pt x="268164" y="33704"/>
                </a:lnTo>
                <a:lnTo>
                  <a:pt x="268599" y="33687"/>
                </a:lnTo>
                <a:lnTo>
                  <a:pt x="261858" y="34105"/>
                </a:lnTo>
                <a:lnTo>
                  <a:pt x="262275" y="34071"/>
                </a:lnTo>
                <a:lnTo>
                  <a:pt x="255584" y="34672"/>
                </a:lnTo>
                <a:lnTo>
                  <a:pt x="256202" y="34605"/>
                </a:lnTo>
                <a:lnTo>
                  <a:pt x="242969" y="36290"/>
                </a:lnTo>
                <a:lnTo>
                  <a:pt x="243805" y="36157"/>
                </a:lnTo>
                <a:lnTo>
                  <a:pt x="230773" y="38476"/>
                </a:lnTo>
                <a:lnTo>
                  <a:pt x="231591" y="38309"/>
                </a:lnTo>
                <a:lnTo>
                  <a:pt x="218810" y="41263"/>
                </a:lnTo>
                <a:lnTo>
                  <a:pt x="219611" y="41062"/>
                </a:lnTo>
                <a:lnTo>
                  <a:pt x="207062" y="44633"/>
                </a:lnTo>
                <a:lnTo>
                  <a:pt x="207847" y="44383"/>
                </a:lnTo>
                <a:lnTo>
                  <a:pt x="195567" y="48537"/>
                </a:lnTo>
                <a:lnTo>
                  <a:pt x="196335" y="48253"/>
                </a:lnTo>
                <a:lnTo>
                  <a:pt x="184321" y="52992"/>
                </a:lnTo>
                <a:lnTo>
                  <a:pt x="185071" y="52675"/>
                </a:lnTo>
                <a:lnTo>
                  <a:pt x="173360" y="57964"/>
                </a:lnTo>
                <a:lnTo>
                  <a:pt x="174094" y="57614"/>
                </a:lnTo>
                <a:lnTo>
                  <a:pt x="162696" y="63454"/>
                </a:lnTo>
                <a:lnTo>
                  <a:pt x="163399" y="63070"/>
                </a:lnTo>
                <a:lnTo>
                  <a:pt x="152337" y="69444"/>
                </a:lnTo>
                <a:lnTo>
                  <a:pt x="153020" y="69027"/>
                </a:lnTo>
                <a:lnTo>
                  <a:pt x="142291" y="75901"/>
                </a:lnTo>
                <a:lnTo>
                  <a:pt x="142959" y="75451"/>
                </a:lnTo>
                <a:lnTo>
                  <a:pt x="132580" y="82825"/>
                </a:lnTo>
                <a:lnTo>
                  <a:pt x="133215" y="82341"/>
                </a:lnTo>
                <a:lnTo>
                  <a:pt x="123237" y="90200"/>
                </a:lnTo>
                <a:lnTo>
                  <a:pt x="123854" y="89683"/>
                </a:lnTo>
                <a:lnTo>
                  <a:pt x="114242" y="97992"/>
                </a:lnTo>
                <a:lnTo>
                  <a:pt x="114844" y="97458"/>
                </a:lnTo>
                <a:lnTo>
                  <a:pt x="105649" y="106218"/>
                </a:lnTo>
                <a:lnTo>
                  <a:pt x="106218" y="105651"/>
                </a:lnTo>
                <a:lnTo>
                  <a:pt x="97457" y="114844"/>
                </a:lnTo>
                <a:lnTo>
                  <a:pt x="97991" y="114260"/>
                </a:lnTo>
                <a:lnTo>
                  <a:pt x="89682" y="123855"/>
                </a:lnTo>
                <a:lnTo>
                  <a:pt x="90200" y="123237"/>
                </a:lnTo>
                <a:lnTo>
                  <a:pt x="82341" y="133232"/>
                </a:lnTo>
                <a:lnTo>
                  <a:pt x="82825" y="132581"/>
                </a:lnTo>
                <a:lnTo>
                  <a:pt x="75451" y="142959"/>
                </a:lnTo>
                <a:lnTo>
                  <a:pt x="75901" y="142292"/>
                </a:lnTo>
                <a:lnTo>
                  <a:pt x="69010" y="153020"/>
                </a:lnTo>
                <a:lnTo>
                  <a:pt x="69427" y="152336"/>
                </a:lnTo>
                <a:lnTo>
                  <a:pt x="63071" y="163398"/>
                </a:lnTo>
                <a:lnTo>
                  <a:pt x="63453" y="162698"/>
                </a:lnTo>
                <a:lnTo>
                  <a:pt x="57614" y="174094"/>
                </a:lnTo>
                <a:lnTo>
                  <a:pt x="57964" y="173359"/>
                </a:lnTo>
                <a:lnTo>
                  <a:pt x="52675" y="185073"/>
                </a:lnTo>
                <a:lnTo>
                  <a:pt x="52992" y="184322"/>
                </a:lnTo>
                <a:lnTo>
                  <a:pt x="48253" y="196335"/>
                </a:lnTo>
                <a:lnTo>
                  <a:pt x="48538" y="195568"/>
                </a:lnTo>
                <a:lnTo>
                  <a:pt x="44382" y="207848"/>
                </a:lnTo>
                <a:lnTo>
                  <a:pt x="44617" y="207064"/>
                </a:lnTo>
                <a:lnTo>
                  <a:pt x="41063" y="219611"/>
                </a:lnTo>
                <a:lnTo>
                  <a:pt x="41263" y="218810"/>
                </a:lnTo>
                <a:lnTo>
                  <a:pt x="38309" y="231608"/>
                </a:lnTo>
                <a:lnTo>
                  <a:pt x="38476" y="230773"/>
                </a:lnTo>
                <a:lnTo>
                  <a:pt x="36157" y="243804"/>
                </a:lnTo>
                <a:lnTo>
                  <a:pt x="36289" y="242970"/>
                </a:lnTo>
                <a:lnTo>
                  <a:pt x="34604" y="256201"/>
                </a:lnTo>
                <a:lnTo>
                  <a:pt x="34672" y="255584"/>
                </a:lnTo>
                <a:lnTo>
                  <a:pt x="34071" y="262275"/>
                </a:lnTo>
                <a:lnTo>
                  <a:pt x="34104" y="261858"/>
                </a:lnTo>
                <a:lnTo>
                  <a:pt x="33687" y="268599"/>
                </a:lnTo>
                <a:lnTo>
                  <a:pt x="33704" y="268165"/>
                </a:lnTo>
                <a:lnTo>
                  <a:pt x="33437" y="274956"/>
                </a:lnTo>
                <a:lnTo>
                  <a:pt x="33453" y="274539"/>
                </a:lnTo>
                <a:lnTo>
                  <a:pt x="33369" y="281363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93-part-0">
            <a:extLst xmlns:a="http://schemas.openxmlformats.org/drawingml/2006/main">
              <a:ext uri="{FF2B5EF4-FFF2-40B4-BE49-F238E27FC236}">
                <a16:creationId xmlns:a16="http://schemas.microsoft.com/office/drawing/2014/main" id="{354AA761-6645-42AB-B0DF-7CD91297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5196" y="2935123"/>
            <a:ext cx="150017" cy="581647"/>
          </a:xfrm>
          <a:custGeom xmlns:a="http://schemas.openxmlformats.org/drawingml/2006/main">
            <a:pathLst>
              <a:path w="150017" h="581647">
                <a:moveTo>
                  <a:pt x="30951" y="440457"/>
                </a:moveTo>
                <a:lnTo>
                  <a:pt x="90350" y="539984"/>
                </a:lnTo>
                <a:lnTo>
                  <a:pt x="61519" y="540268"/>
                </a:lnTo>
                <a:lnTo>
                  <a:pt x="118916" y="439573"/>
                </a:lnTo>
                <a:lnTo>
                  <a:pt x="120951" y="436752"/>
                </a:lnTo>
                <a:lnTo>
                  <a:pt x="123521" y="434400"/>
                </a:lnTo>
                <a:lnTo>
                  <a:pt x="126541" y="432631"/>
                </a:lnTo>
                <a:lnTo>
                  <a:pt x="129844" y="431547"/>
                </a:lnTo>
                <a:lnTo>
                  <a:pt x="133315" y="431163"/>
                </a:lnTo>
                <a:lnTo>
                  <a:pt x="136786" y="431497"/>
                </a:lnTo>
                <a:lnTo>
                  <a:pt x="140105" y="432564"/>
                </a:lnTo>
                <a:lnTo>
                  <a:pt x="143143" y="434283"/>
                </a:lnTo>
                <a:lnTo>
                  <a:pt x="145746" y="436602"/>
                </a:lnTo>
                <a:lnTo>
                  <a:pt x="147815" y="439423"/>
                </a:lnTo>
                <a:lnTo>
                  <a:pt x="149250" y="442592"/>
                </a:lnTo>
                <a:lnTo>
                  <a:pt x="150000" y="446013"/>
                </a:lnTo>
                <a:lnTo>
                  <a:pt x="150017" y="449500"/>
                </a:lnTo>
                <a:lnTo>
                  <a:pt x="149299" y="452904"/>
                </a:lnTo>
                <a:lnTo>
                  <a:pt x="147898" y="456107"/>
                </a:lnTo>
                <a:lnTo>
                  <a:pt x="76351" y="581647"/>
                </a:lnTo>
                <a:lnTo>
                  <a:pt x="2286" y="457559"/>
                </a:lnTo>
                <a:lnTo>
                  <a:pt x="835" y="454406"/>
                </a:lnTo>
                <a:lnTo>
                  <a:pt x="51" y="451002"/>
                </a:lnTo>
                <a:lnTo>
                  <a:pt x="0" y="447514"/>
                </a:lnTo>
                <a:lnTo>
                  <a:pt x="685" y="444094"/>
                </a:lnTo>
                <a:lnTo>
                  <a:pt x="2052" y="440891"/>
                </a:lnTo>
                <a:lnTo>
                  <a:pt x="4054" y="438037"/>
                </a:lnTo>
                <a:lnTo>
                  <a:pt x="6607" y="435668"/>
                </a:lnTo>
                <a:lnTo>
                  <a:pt x="9611" y="433866"/>
                </a:lnTo>
                <a:lnTo>
                  <a:pt x="12914" y="432748"/>
                </a:lnTo>
                <a:lnTo>
                  <a:pt x="16369" y="432331"/>
                </a:lnTo>
                <a:lnTo>
                  <a:pt x="19855" y="432648"/>
                </a:lnTo>
                <a:lnTo>
                  <a:pt x="23175" y="433682"/>
                </a:lnTo>
                <a:lnTo>
                  <a:pt x="26229" y="435368"/>
                </a:lnTo>
                <a:lnTo>
                  <a:pt x="28849" y="437670"/>
                </a:lnTo>
                <a:lnTo>
                  <a:pt x="30951" y="440457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93-part-1">
            <a:extLst xmlns:a="http://schemas.openxmlformats.org/drawingml/2006/main">
              <a:ext uri="{FF2B5EF4-FFF2-40B4-BE49-F238E27FC236}">
                <a16:creationId xmlns:a16="http://schemas.microsoft.com/office/drawing/2014/main" id="{4965D9AD-25C4-43D6-9663-0D237BC0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5196" y="2935123"/>
            <a:ext cx="150017" cy="581647"/>
          </a:xfrm>
          <a:custGeom xmlns:a="http://schemas.openxmlformats.org/drawingml/2006/main">
            <a:pathLst>
              <a:path w="150017" h="581647">
                <a:moveTo>
                  <a:pt x="87198" y="0"/>
                </a:moveTo>
                <a:lnTo>
                  <a:pt x="92703" y="548360"/>
                </a:lnTo>
                <a:lnTo>
                  <a:pt x="59333" y="548710"/>
                </a:lnTo>
                <a:lnTo>
                  <a:pt x="53827" y="334"/>
                </a:lnTo>
                <a:lnTo>
                  <a:pt x="87198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94-part-0">
            <a:extLst xmlns:a="http://schemas.openxmlformats.org/drawingml/2006/main">
              <a:ext uri="{FF2B5EF4-FFF2-40B4-BE49-F238E27FC236}">
                <a16:creationId xmlns:a16="http://schemas.microsoft.com/office/drawing/2014/main" id="{FB199D0D-3484-4222-BD6F-D728C4F8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5908" y="3704529"/>
            <a:ext cx="423906" cy="150000"/>
          </a:xfrm>
          <a:custGeom xmlns:a="http://schemas.openxmlformats.org/drawingml/2006/main">
            <a:pathLst>
              <a:path w="423906" h="150000">
                <a:moveTo>
                  <a:pt x="282012" y="31051"/>
                </a:moveTo>
                <a:lnTo>
                  <a:pt x="382477" y="88849"/>
                </a:lnTo>
                <a:lnTo>
                  <a:pt x="382292" y="60033"/>
                </a:lnTo>
                <a:lnTo>
                  <a:pt x="282530" y="119016"/>
                </a:lnTo>
                <a:lnTo>
                  <a:pt x="279728" y="121101"/>
                </a:lnTo>
                <a:lnTo>
                  <a:pt x="277426" y="123721"/>
                </a:lnTo>
                <a:lnTo>
                  <a:pt x="275706" y="126758"/>
                </a:lnTo>
                <a:lnTo>
                  <a:pt x="274673" y="130078"/>
                </a:lnTo>
                <a:lnTo>
                  <a:pt x="274338" y="133549"/>
                </a:lnTo>
                <a:lnTo>
                  <a:pt x="274740" y="137019"/>
                </a:lnTo>
                <a:lnTo>
                  <a:pt x="275858" y="140323"/>
                </a:lnTo>
                <a:lnTo>
                  <a:pt x="277624" y="143326"/>
                </a:lnTo>
                <a:lnTo>
                  <a:pt x="279995" y="145896"/>
                </a:lnTo>
                <a:lnTo>
                  <a:pt x="282830" y="147915"/>
                </a:lnTo>
                <a:lnTo>
                  <a:pt x="286034" y="149299"/>
                </a:lnTo>
                <a:lnTo>
                  <a:pt x="289456" y="150000"/>
                </a:lnTo>
                <a:lnTo>
                  <a:pt x="292943" y="149950"/>
                </a:lnTo>
                <a:lnTo>
                  <a:pt x="296345" y="149199"/>
                </a:lnTo>
                <a:lnTo>
                  <a:pt x="299516" y="147748"/>
                </a:lnTo>
                <a:lnTo>
                  <a:pt x="423906" y="74199"/>
                </a:lnTo>
                <a:lnTo>
                  <a:pt x="298667" y="2119"/>
                </a:lnTo>
                <a:lnTo>
                  <a:pt x="295463" y="718"/>
                </a:lnTo>
                <a:lnTo>
                  <a:pt x="292058" y="0"/>
                </a:lnTo>
                <a:lnTo>
                  <a:pt x="288570" y="0"/>
                </a:lnTo>
                <a:lnTo>
                  <a:pt x="285150" y="734"/>
                </a:lnTo>
                <a:lnTo>
                  <a:pt x="281981" y="2152"/>
                </a:lnTo>
                <a:lnTo>
                  <a:pt x="279161" y="4205"/>
                </a:lnTo>
                <a:lnTo>
                  <a:pt x="276824" y="6808"/>
                </a:lnTo>
                <a:lnTo>
                  <a:pt x="275088" y="9828"/>
                </a:lnTo>
                <a:lnTo>
                  <a:pt x="274005" y="13148"/>
                </a:lnTo>
                <a:lnTo>
                  <a:pt x="273655" y="16618"/>
                </a:lnTo>
                <a:lnTo>
                  <a:pt x="274021" y="20089"/>
                </a:lnTo>
                <a:lnTo>
                  <a:pt x="275106" y="23392"/>
                </a:lnTo>
                <a:lnTo>
                  <a:pt x="276859" y="26413"/>
                </a:lnTo>
                <a:lnTo>
                  <a:pt x="279194" y="28999"/>
                </a:lnTo>
                <a:lnTo>
                  <a:pt x="282012" y="31051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94-part-1">
            <a:extLst xmlns:a="http://schemas.openxmlformats.org/drawingml/2006/main">
              <a:ext uri="{FF2B5EF4-FFF2-40B4-BE49-F238E27FC236}">
                <a16:creationId xmlns:a16="http://schemas.microsoft.com/office/drawing/2014/main" id="{DC345032-6A12-4C7C-930A-CB0B1752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5908" y="3704529"/>
            <a:ext cx="423906" cy="150000"/>
          </a:xfrm>
          <a:custGeom xmlns:a="http://schemas.openxmlformats.org/drawingml/2006/main">
            <a:pathLst>
              <a:path w="423906" h="150000">
                <a:moveTo>
                  <a:pt x="201" y="93387"/>
                </a:moveTo>
                <a:lnTo>
                  <a:pt x="390885" y="91085"/>
                </a:lnTo>
                <a:lnTo>
                  <a:pt x="390684" y="57714"/>
                </a:lnTo>
                <a:lnTo>
                  <a:pt x="0" y="60017"/>
                </a:lnTo>
                <a:lnTo>
                  <a:pt x="201" y="93387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95-part-0">
            <a:extLst xmlns:a="http://schemas.openxmlformats.org/drawingml/2006/main">
              <a:ext uri="{FF2B5EF4-FFF2-40B4-BE49-F238E27FC236}">
                <a16:creationId xmlns:a16="http://schemas.microsoft.com/office/drawing/2014/main" id="{DA8BFC93-96DC-4269-B57D-C878F125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720201" y="1201153"/>
                </a:moveTo>
                <a:lnTo>
                  <a:pt x="823199" y="1254295"/>
                </a:lnTo>
                <a:lnTo>
                  <a:pt x="798889" y="1269763"/>
                </a:lnTo>
                <a:lnTo>
                  <a:pt x="794433" y="1153951"/>
                </a:lnTo>
                <a:lnTo>
                  <a:pt x="794667" y="1150463"/>
                </a:lnTo>
                <a:lnTo>
                  <a:pt x="795619" y="1147109"/>
                </a:lnTo>
                <a:lnTo>
                  <a:pt x="797236" y="1144023"/>
                </a:lnTo>
                <a:lnTo>
                  <a:pt x="799472" y="1141337"/>
                </a:lnTo>
                <a:lnTo>
                  <a:pt x="802209" y="1139184"/>
                </a:lnTo>
                <a:lnTo>
                  <a:pt x="805346" y="1137649"/>
                </a:lnTo>
                <a:lnTo>
                  <a:pt x="808733" y="1136798"/>
                </a:lnTo>
                <a:lnTo>
                  <a:pt x="812203" y="1136648"/>
                </a:lnTo>
                <a:lnTo>
                  <a:pt x="815657" y="1137248"/>
                </a:lnTo>
                <a:lnTo>
                  <a:pt x="818893" y="1138550"/>
                </a:lnTo>
                <a:lnTo>
                  <a:pt x="821781" y="1140485"/>
                </a:lnTo>
                <a:lnTo>
                  <a:pt x="824216" y="1142989"/>
                </a:lnTo>
                <a:lnTo>
                  <a:pt x="826069" y="1145941"/>
                </a:lnTo>
                <a:lnTo>
                  <a:pt x="827287" y="1149212"/>
                </a:lnTo>
                <a:lnTo>
                  <a:pt x="827787" y="1152666"/>
                </a:lnTo>
                <a:lnTo>
                  <a:pt x="833327" y="1297060"/>
                </a:lnTo>
                <a:lnTo>
                  <a:pt x="704900" y="1230819"/>
                </a:lnTo>
                <a:lnTo>
                  <a:pt x="701981" y="1228901"/>
                </a:lnTo>
                <a:lnTo>
                  <a:pt x="699528" y="1226415"/>
                </a:lnTo>
                <a:lnTo>
                  <a:pt x="697642" y="1223478"/>
                </a:lnTo>
                <a:lnTo>
                  <a:pt x="696407" y="1220224"/>
                </a:lnTo>
                <a:lnTo>
                  <a:pt x="695891" y="1216771"/>
                </a:lnTo>
                <a:lnTo>
                  <a:pt x="696091" y="1213300"/>
                </a:lnTo>
                <a:lnTo>
                  <a:pt x="697008" y="1209929"/>
                </a:lnTo>
                <a:lnTo>
                  <a:pt x="698610" y="1206826"/>
                </a:lnTo>
                <a:lnTo>
                  <a:pt x="700813" y="1204123"/>
                </a:lnTo>
                <a:lnTo>
                  <a:pt x="703532" y="1201954"/>
                </a:lnTo>
                <a:lnTo>
                  <a:pt x="706652" y="1200385"/>
                </a:lnTo>
                <a:lnTo>
                  <a:pt x="710023" y="1199485"/>
                </a:lnTo>
                <a:lnTo>
                  <a:pt x="713510" y="1199335"/>
                </a:lnTo>
                <a:lnTo>
                  <a:pt x="716947" y="1199885"/>
                </a:lnTo>
                <a:lnTo>
                  <a:pt x="720201" y="120115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95-part-1">
            <a:extLst xmlns:a="http://schemas.openxmlformats.org/drawingml/2006/main">
              <a:ext uri="{FF2B5EF4-FFF2-40B4-BE49-F238E27FC236}">
                <a16:creationId xmlns:a16="http://schemas.microsoft.com/office/drawing/2014/main" id="{9F81CDA5-9D0D-48E7-BFFE-251B0B52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28164" y="0"/>
                </a:moveTo>
                <a:lnTo>
                  <a:pt x="99794" y="112642"/>
                </a:lnTo>
                <a:lnTo>
                  <a:pt x="71646" y="130545"/>
                </a:lnTo>
                <a:lnTo>
                  <a:pt x="0" y="17920"/>
                </a:lnTo>
                <a:lnTo>
                  <a:pt x="28164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95-part-2">
            <a:extLst xmlns:a="http://schemas.openxmlformats.org/drawingml/2006/main">
              <a:ext uri="{FF2B5EF4-FFF2-40B4-BE49-F238E27FC236}">
                <a16:creationId xmlns:a16="http://schemas.microsoft.com/office/drawing/2014/main" id="{6B0F59C6-8FA8-4C66-8F2B-2FEE9ECE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153520" y="197103"/>
                </a:moveTo>
                <a:lnTo>
                  <a:pt x="225150" y="309745"/>
                </a:lnTo>
                <a:lnTo>
                  <a:pt x="197003" y="327648"/>
                </a:lnTo>
                <a:lnTo>
                  <a:pt x="125356" y="215022"/>
                </a:lnTo>
                <a:lnTo>
                  <a:pt x="153520" y="19710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95-part-3">
            <a:extLst xmlns:a="http://schemas.openxmlformats.org/drawingml/2006/main">
              <a:ext uri="{FF2B5EF4-FFF2-40B4-BE49-F238E27FC236}">
                <a16:creationId xmlns:a16="http://schemas.microsoft.com/office/drawing/2014/main" id="{A1ADF293-7B90-4448-80F3-D90F54A3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278877" y="394222"/>
                </a:moveTo>
                <a:lnTo>
                  <a:pt x="350522" y="506847"/>
                </a:lnTo>
                <a:lnTo>
                  <a:pt x="322358" y="524751"/>
                </a:lnTo>
                <a:lnTo>
                  <a:pt x="250728" y="412125"/>
                </a:lnTo>
                <a:lnTo>
                  <a:pt x="278877" y="39422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95-part-4">
            <a:extLst xmlns:a="http://schemas.openxmlformats.org/drawingml/2006/main">
              <a:ext uri="{FF2B5EF4-FFF2-40B4-BE49-F238E27FC236}">
                <a16:creationId xmlns:a16="http://schemas.microsoft.com/office/drawing/2014/main" id="{566ABDA4-BA92-425B-9440-70F315F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404250" y="591325"/>
                </a:moveTo>
                <a:lnTo>
                  <a:pt x="475879" y="703950"/>
                </a:lnTo>
                <a:lnTo>
                  <a:pt x="447715" y="721853"/>
                </a:lnTo>
                <a:lnTo>
                  <a:pt x="376085" y="609228"/>
                </a:lnTo>
                <a:lnTo>
                  <a:pt x="404250" y="59132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95-part-5">
            <a:extLst xmlns:a="http://schemas.openxmlformats.org/drawingml/2006/main">
              <a:ext uri="{FF2B5EF4-FFF2-40B4-BE49-F238E27FC236}">
                <a16:creationId xmlns:a16="http://schemas.microsoft.com/office/drawing/2014/main" id="{B3418AF9-3FB9-4680-83F6-9FDF1FFD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529605" y="788427"/>
                </a:moveTo>
                <a:lnTo>
                  <a:pt x="601235" y="901053"/>
                </a:lnTo>
                <a:lnTo>
                  <a:pt x="573087" y="918973"/>
                </a:lnTo>
                <a:lnTo>
                  <a:pt x="501440" y="806331"/>
                </a:lnTo>
                <a:lnTo>
                  <a:pt x="529605" y="78842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95-part-6">
            <a:extLst xmlns:a="http://schemas.openxmlformats.org/drawingml/2006/main">
              <a:ext uri="{FF2B5EF4-FFF2-40B4-BE49-F238E27FC236}">
                <a16:creationId xmlns:a16="http://schemas.microsoft.com/office/drawing/2014/main" id="{DF55F073-E504-43B9-BCDA-E61D6F6C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654962" y="985530"/>
                </a:moveTo>
                <a:lnTo>
                  <a:pt x="726609" y="1098155"/>
                </a:lnTo>
                <a:lnTo>
                  <a:pt x="698443" y="1116075"/>
                </a:lnTo>
                <a:lnTo>
                  <a:pt x="626813" y="1003433"/>
                </a:lnTo>
                <a:lnTo>
                  <a:pt x="654962" y="98553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95-part-7">
            <a:extLst xmlns:a="http://schemas.openxmlformats.org/drawingml/2006/main">
              <a:ext uri="{FF2B5EF4-FFF2-40B4-BE49-F238E27FC236}">
                <a16:creationId xmlns:a16="http://schemas.microsoft.com/office/drawing/2014/main" id="{B77C6805-B260-4A82-BADA-FD9751CA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3760" y="2484171"/>
            <a:ext cx="833327" cy="1297060"/>
          </a:xfrm>
          <a:custGeom xmlns:a="http://schemas.openxmlformats.org/drawingml/2006/main">
            <a:pathLst>
              <a:path w="833327" h="1297060">
                <a:moveTo>
                  <a:pt x="780334" y="1182632"/>
                </a:moveTo>
                <a:lnTo>
                  <a:pt x="829639" y="1260169"/>
                </a:lnTo>
                <a:lnTo>
                  <a:pt x="801475" y="1278072"/>
                </a:lnTo>
                <a:lnTo>
                  <a:pt x="752170" y="1200552"/>
                </a:lnTo>
                <a:lnTo>
                  <a:pt x="780334" y="118263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96">
            <a:extLst xmlns:a="http://schemas.openxmlformats.org/drawingml/2006/main">
              <a:ext uri="{FF2B5EF4-FFF2-40B4-BE49-F238E27FC236}">
                <a16:creationId xmlns:a16="http://schemas.microsoft.com/office/drawing/2014/main" id="{BBF16FE7-8295-4458-B1C1-84AC3DAA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4727" y="4997167"/>
            <a:ext cx="441325" cy="37542"/>
          </a:xfrm>
          <a:custGeom xmlns:a="http://schemas.openxmlformats.org/drawingml/2006/main">
            <a:pathLst>
              <a:path w="441325" h="37542">
                <a:moveTo>
                  <a:pt x="0" y="0"/>
                </a:moveTo>
                <a:lnTo>
                  <a:pt x="441325" y="0"/>
                </a:lnTo>
                <a:lnTo>
                  <a:pt x="441325" y="37542"/>
                </a:lnTo>
                <a:lnTo>
                  <a:pt x="0" y="37542"/>
                </a:lnTo>
                <a:close/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6086936C-9590-4C59-8AA2-18BE5BAC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5462" y="4923483"/>
            <a:ext cx="2167967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Solved transition flow (edge)</a:t>
            </a:r>
          </a:p>
        </p:txBody>
      </p:sp>
      <p:sp>
        <p:nvSpPr>
          <p:cNvPr id="126" name="pdf-path-98">
            <a:extLst xmlns:a="http://schemas.openxmlformats.org/drawingml/2006/main">
              <a:ext uri="{FF2B5EF4-FFF2-40B4-BE49-F238E27FC236}">
                <a16:creationId xmlns:a16="http://schemas.microsoft.com/office/drawing/2014/main" id="{3A8A6BE4-69B3-4FD1-9939-F4E56AB8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9755" y="4509541"/>
            <a:ext cx="393770" cy="393771"/>
          </a:xfrm>
          <a:custGeom xmlns:a="http://schemas.openxmlformats.org/drawingml/2006/main">
            <a:pathLst>
              <a:path w="393770" h="393771">
                <a:moveTo>
                  <a:pt x="249" y="186774"/>
                </a:moveTo>
                <a:lnTo>
                  <a:pt x="1017" y="176780"/>
                </a:lnTo>
                <a:lnTo>
                  <a:pt x="2269" y="166919"/>
                </a:lnTo>
                <a:lnTo>
                  <a:pt x="3987" y="157225"/>
                </a:lnTo>
                <a:lnTo>
                  <a:pt x="6190" y="147698"/>
                </a:lnTo>
                <a:lnTo>
                  <a:pt x="8842" y="138337"/>
                </a:lnTo>
                <a:lnTo>
                  <a:pt x="11946" y="129194"/>
                </a:lnTo>
                <a:lnTo>
                  <a:pt x="15466" y="120250"/>
                </a:lnTo>
                <a:lnTo>
                  <a:pt x="19421" y="111524"/>
                </a:lnTo>
                <a:lnTo>
                  <a:pt x="23759" y="103032"/>
                </a:lnTo>
                <a:lnTo>
                  <a:pt x="28515" y="94772"/>
                </a:lnTo>
                <a:lnTo>
                  <a:pt x="33637" y="86796"/>
                </a:lnTo>
                <a:lnTo>
                  <a:pt x="39110" y="79071"/>
                </a:lnTo>
                <a:lnTo>
                  <a:pt x="44966" y="71646"/>
                </a:lnTo>
                <a:lnTo>
                  <a:pt x="51140" y="64505"/>
                </a:lnTo>
                <a:lnTo>
                  <a:pt x="57664" y="57664"/>
                </a:lnTo>
                <a:lnTo>
                  <a:pt x="64504" y="51140"/>
                </a:lnTo>
                <a:lnTo>
                  <a:pt x="71628" y="44967"/>
                </a:lnTo>
                <a:lnTo>
                  <a:pt x="79070" y="39127"/>
                </a:lnTo>
                <a:lnTo>
                  <a:pt x="86796" y="33637"/>
                </a:lnTo>
                <a:lnTo>
                  <a:pt x="94772" y="28515"/>
                </a:lnTo>
                <a:lnTo>
                  <a:pt x="103031" y="23760"/>
                </a:lnTo>
                <a:lnTo>
                  <a:pt x="111523" y="19422"/>
                </a:lnTo>
                <a:lnTo>
                  <a:pt x="120250" y="15467"/>
                </a:lnTo>
                <a:lnTo>
                  <a:pt x="129193" y="11947"/>
                </a:lnTo>
                <a:lnTo>
                  <a:pt x="138336" y="8843"/>
                </a:lnTo>
                <a:lnTo>
                  <a:pt x="147697" y="6190"/>
                </a:lnTo>
                <a:lnTo>
                  <a:pt x="157224" y="3988"/>
                </a:lnTo>
                <a:lnTo>
                  <a:pt x="166918" y="2269"/>
                </a:lnTo>
                <a:lnTo>
                  <a:pt x="176779" y="1018"/>
                </a:lnTo>
                <a:lnTo>
                  <a:pt x="186773" y="250"/>
                </a:lnTo>
                <a:lnTo>
                  <a:pt x="196885" y="0"/>
                </a:lnTo>
                <a:lnTo>
                  <a:pt x="206997" y="250"/>
                </a:lnTo>
                <a:lnTo>
                  <a:pt x="216991" y="1018"/>
                </a:lnTo>
                <a:lnTo>
                  <a:pt x="226852" y="2269"/>
                </a:lnTo>
                <a:lnTo>
                  <a:pt x="236546" y="3988"/>
                </a:lnTo>
                <a:lnTo>
                  <a:pt x="246073" y="6190"/>
                </a:lnTo>
                <a:lnTo>
                  <a:pt x="255434" y="8843"/>
                </a:lnTo>
                <a:lnTo>
                  <a:pt x="264577" y="11947"/>
                </a:lnTo>
                <a:lnTo>
                  <a:pt x="273521" y="15467"/>
                </a:lnTo>
                <a:lnTo>
                  <a:pt x="282246" y="19422"/>
                </a:lnTo>
                <a:lnTo>
                  <a:pt x="290740" y="23760"/>
                </a:lnTo>
                <a:lnTo>
                  <a:pt x="298999" y="28515"/>
                </a:lnTo>
                <a:lnTo>
                  <a:pt x="306974" y="33637"/>
                </a:lnTo>
                <a:lnTo>
                  <a:pt x="314699" y="39127"/>
                </a:lnTo>
                <a:lnTo>
                  <a:pt x="322125" y="44967"/>
                </a:lnTo>
                <a:lnTo>
                  <a:pt x="329265" y="51140"/>
                </a:lnTo>
                <a:lnTo>
                  <a:pt x="336107" y="57664"/>
                </a:lnTo>
                <a:lnTo>
                  <a:pt x="342631" y="64505"/>
                </a:lnTo>
                <a:lnTo>
                  <a:pt x="348804" y="71646"/>
                </a:lnTo>
                <a:lnTo>
                  <a:pt x="354645" y="79071"/>
                </a:lnTo>
                <a:lnTo>
                  <a:pt x="360133" y="86796"/>
                </a:lnTo>
                <a:lnTo>
                  <a:pt x="365256" y="94772"/>
                </a:lnTo>
                <a:lnTo>
                  <a:pt x="369994" y="103032"/>
                </a:lnTo>
                <a:lnTo>
                  <a:pt x="374349" y="111524"/>
                </a:lnTo>
                <a:lnTo>
                  <a:pt x="378303" y="120250"/>
                </a:lnTo>
                <a:lnTo>
                  <a:pt x="381824" y="129194"/>
                </a:lnTo>
                <a:lnTo>
                  <a:pt x="384927" y="138337"/>
                </a:lnTo>
                <a:lnTo>
                  <a:pt x="387581" y="147698"/>
                </a:lnTo>
                <a:lnTo>
                  <a:pt x="389783" y="157225"/>
                </a:lnTo>
                <a:lnTo>
                  <a:pt x="391501" y="166919"/>
                </a:lnTo>
                <a:lnTo>
                  <a:pt x="392754" y="176780"/>
                </a:lnTo>
                <a:lnTo>
                  <a:pt x="393520" y="186774"/>
                </a:lnTo>
                <a:lnTo>
                  <a:pt x="393770" y="196886"/>
                </a:lnTo>
                <a:lnTo>
                  <a:pt x="393520" y="206997"/>
                </a:lnTo>
                <a:lnTo>
                  <a:pt x="392754" y="216991"/>
                </a:lnTo>
                <a:lnTo>
                  <a:pt x="391501" y="226852"/>
                </a:lnTo>
                <a:lnTo>
                  <a:pt x="389783" y="236546"/>
                </a:lnTo>
                <a:lnTo>
                  <a:pt x="387581" y="246074"/>
                </a:lnTo>
                <a:lnTo>
                  <a:pt x="384927" y="255434"/>
                </a:lnTo>
                <a:lnTo>
                  <a:pt x="381824" y="264577"/>
                </a:lnTo>
                <a:lnTo>
                  <a:pt x="378303" y="273521"/>
                </a:lnTo>
                <a:lnTo>
                  <a:pt x="374349" y="282247"/>
                </a:lnTo>
                <a:lnTo>
                  <a:pt x="369994" y="290740"/>
                </a:lnTo>
                <a:lnTo>
                  <a:pt x="365256" y="298999"/>
                </a:lnTo>
                <a:lnTo>
                  <a:pt x="360133" y="306975"/>
                </a:lnTo>
                <a:lnTo>
                  <a:pt x="354645" y="314700"/>
                </a:lnTo>
                <a:lnTo>
                  <a:pt x="348804" y="322125"/>
                </a:lnTo>
                <a:lnTo>
                  <a:pt x="342631" y="329267"/>
                </a:lnTo>
                <a:lnTo>
                  <a:pt x="336107" y="336107"/>
                </a:lnTo>
                <a:lnTo>
                  <a:pt x="329265" y="342631"/>
                </a:lnTo>
                <a:lnTo>
                  <a:pt x="322125" y="348805"/>
                </a:lnTo>
                <a:lnTo>
                  <a:pt x="314699" y="354645"/>
                </a:lnTo>
                <a:lnTo>
                  <a:pt x="306974" y="360134"/>
                </a:lnTo>
                <a:lnTo>
                  <a:pt x="298999" y="365256"/>
                </a:lnTo>
                <a:lnTo>
                  <a:pt x="290740" y="370011"/>
                </a:lnTo>
                <a:lnTo>
                  <a:pt x="282246" y="374350"/>
                </a:lnTo>
                <a:lnTo>
                  <a:pt x="273521" y="378304"/>
                </a:lnTo>
                <a:lnTo>
                  <a:pt x="264577" y="381825"/>
                </a:lnTo>
                <a:lnTo>
                  <a:pt x="255434" y="384928"/>
                </a:lnTo>
                <a:lnTo>
                  <a:pt x="246073" y="387581"/>
                </a:lnTo>
                <a:lnTo>
                  <a:pt x="236546" y="389783"/>
                </a:lnTo>
                <a:lnTo>
                  <a:pt x="226852" y="391502"/>
                </a:lnTo>
                <a:lnTo>
                  <a:pt x="216991" y="392754"/>
                </a:lnTo>
                <a:lnTo>
                  <a:pt x="206997" y="393521"/>
                </a:lnTo>
                <a:lnTo>
                  <a:pt x="196885" y="393771"/>
                </a:lnTo>
                <a:lnTo>
                  <a:pt x="186773" y="393521"/>
                </a:lnTo>
                <a:lnTo>
                  <a:pt x="176779" y="392754"/>
                </a:lnTo>
                <a:lnTo>
                  <a:pt x="166918" y="391502"/>
                </a:lnTo>
                <a:lnTo>
                  <a:pt x="157224" y="389783"/>
                </a:lnTo>
                <a:lnTo>
                  <a:pt x="147697" y="387581"/>
                </a:lnTo>
                <a:lnTo>
                  <a:pt x="138336" y="384928"/>
                </a:lnTo>
                <a:lnTo>
                  <a:pt x="129193" y="381825"/>
                </a:lnTo>
                <a:lnTo>
                  <a:pt x="120250" y="378304"/>
                </a:lnTo>
                <a:lnTo>
                  <a:pt x="111523" y="374350"/>
                </a:lnTo>
                <a:lnTo>
                  <a:pt x="103031" y="370011"/>
                </a:lnTo>
                <a:lnTo>
                  <a:pt x="94772" y="365256"/>
                </a:lnTo>
                <a:lnTo>
                  <a:pt x="86796" y="360134"/>
                </a:lnTo>
                <a:lnTo>
                  <a:pt x="79070" y="354645"/>
                </a:lnTo>
                <a:lnTo>
                  <a:pt x="71628" y="348805"/>
                </a:lnTo>
                <a:lnTo>
                  <a:pt x="64504" y="342631"/>
                </a:lnTo>
                <a:lnTo>
                  <a:pt x="57664" y="336107"/>
                </a:lnTo>
                <a:lnTo>
                  <a:pt x="51140" y="329267"/>
                </a:lnTo>
                <a:lnTo>
                  <a:pt x="44966" y="322125"/>
                </a:lnTo>
                <a:lnTo>
                  <a:pt x="39110" y="314700"/>
                </a:lnTo>
                <a:lnTo>
                  <a:pt x="33637" y="306975"/>
                </a:lnTo>
                <a:lnTo>
                  <a:pt x="28515" y="298999"/>
                </a:lnTo>
                <a:lnTo>
                  <a:pt x="23759" y="290740"/>
                </a:lnTo>
                <a:lnTo>
                  <a:pt x="19421" y="282247"/>
                </a:lnTo>
                <a:lnTo>
                  <a:pt x="15466" y="273521"/>
                </a:lnTo>
                <a:lnTo>
                  <a:pt x="11946" y="264577"/>
                </a:lnTo>
                <a:lnTo>
                  <a:pt x="8842" y="255434"/>
                </a:lnTo>
                <a:lnTo>
                  <a:pt x="6190" y="246074"/>
                </a:lnTo>
                <a:lnTo>
                  <a:pt x="3987" y="236546"/>
                </a:lnTo>
                <a:lnTo>
                  <a:pt x="2269" y="226852"/>
                </a:lnTo>
                <a:lnTo>
                  <a:pt x="1017" y="216991"/>
                </a:lnTo>
                <a:lnTo>
                  <a:pt x="249" y="206997"/>
                </a:lnTo>
                <a:lnTo>
                  <a:pt x="0" y="196886"/>
                </a:lnTo>
                <a:lnTo>
                  <a:pt x="249" y="186774"/>
                </a:lnTo>
                <a:moveTo>
                  <a:pt x="33370" y="197303"/>
                </a:moveTo>
                <a:lnTo>
                  <a:pt x="33370" y="196468"/>
                </a:lnTo>
                <a:lnTo>
                  <a:pt x="33603" y="205729"/>
                </a:lnTo>
                <a:lnTo>
                  <a:pt x="33553" y="204894"/>
                </a:lnTo>
                <a:lnTo>
                  <a:pt x="34254" y="214038"/>
                </a:lnTo>
                <a:lnTo>
                  <a:pt x="34171" y="213204"/>
                </a:lnTo>
                <a:lnTo>
                  <a:pt x="35305" y="222231"/>
                </a:lnTo>
                <a:lnTo>
                  <a:pt x="35188" y="221397"/>
                </a:lnTo>
                <a:lnTo>
                  <a:pt x="36774" y="230273"/>
                </a:lnTo>
                <a:lnTo>
                  <a:pt x="36606" y="229455"/>
                </a:lnTo>
                <a:lnTo>
                  <a:pt x="38609" y="238165"/>
                </a:lnTo>
                <a:lnTo>
                  <a:pt x="38409" y="237364"/>
                </a:lnTo>
                <a:lnTo>
                  <a:pt x="40828" y="245907"/>
                </a:lnTo>
                <a:lnTo>
                  <a:pt x="40594" y="245123"/>
                </a:lnTo>
                <a:lnTo>
                  <a:pt x="43431" y="253498"/>
                </a:lnTo>
                <a:lnTo>
                  <a:pt x="43148" y="252731"/>
                </a:lnTo>
                <a:lnTo>
                  <a:pt x="46368" y="260907"/>
                </a:lnTo>
                <a:lnTo>
                  <a:pt x="46050" y="260156"/>
                </a:lnTo>
                <a:lnTo>
                  <a:pt x="49654" y="268132"/>
                </a:lnTo>
                <a:lnTo>
                  <a:pt x="49303" y="267397"/>
                </a:lnTo>
                <a:lnTo>
                  <a:pt x="53292" y="275173"/>
                </a:lnTo>
                <a:lnTo>
                  <a:pt x="52892" y="274455"/>
                </a:lnTo>
                <a:lnTo>
                  <a:pt x="57230" y="282014"/>
                </a:lnTo>
                <a:lnTo>
                  <a:pt x="56813" y="281313"/>
                </a:lnTo>
                <a:lnTo>
                  <a:pt x="61501" y="288638"/>
                </a:lnTo>
                <a:lnTo>
                  <a:pt x="61051" y="287970"/>
                </a:lnTo>
                <a:lnTo>
                  <a:pt x="66073" y="295028"/>
                </a:lnTo>
                <a:lnTo>
                  <a:pt x="65605" y="294394"/>
                </a:lnTo>
                <a:lnTo>
                  <a:pt x="70945" y="301202"/>
                </a:lnTo>
                <a:lnTo>
                  <a:pt x="70444" y="300585"/>
                </a:lnTo>
                <a:lnTo>
                  <a:pt x="76100" y="307125"/>
                </a:lnTo>
                <a:lnTo>
                  <a:pt x="75567" y="306541"/>
                </a:lnTo>
                <a:lnTo>
                  <a:pt x="81540" y="312798"/>
                </a:lnTo>
                <a:lnTo>
                  <a:pt x="80972" y="312231"/>
                </a:lnTo>
                <a:lnTo>
                  <a:pt x="87229" y="318204"/>
                </a:lnTo>
                <a:lnTo>
                  <a:pt x="86646" y="317670"/>
                </a:lnTo>
                <a:lnTo>
                  <a:pt x="93186" y="323327"/>
                </a:lnTo>
                <a:lnTo>
                  <a:pt x="92569" y="322826"/>
                </a:lnTo>
                <a:lnTo>
                  <a:pt x="99377" y="328165"/>
                </a:lnTo>
                <a:lnTo>
                  <a:pt x="98742" y="327681"/>
                </a:lnTo>
                <a:lnTo>
                  <a:pt x="105801" y="332720"/>
                </a:lnTo>
                <a:lnTo>
                  <a:pt x="105133" y="332269"/>
                </a:lnTo>
                <a:lnTo>
                  <a:pt x="112441" y="336958"/>
                </a:lnTo>
                <a:lnTo>
                  <a:pt x="111757" y="336541"/>
                </a:lnTo>
                <a:lnTo>
                  <a:pt x="119299" y="340879"/>
                </a:lnTo>
                <a:lnTo>
                  <a:pt x="118597" y="340479"/>
                </a:lnTo>
                <a:lnTo>
                  <a:pt x="126373" y="344467"/>
                </a:lnTo>
                <a:lnTo>
                  <a:pt x="125639" y="344116"/>
                </a:lnTo>
                <a:lnTo>
                  <a:pt x="133615" y="347720"/>
                </a:lnTo>
                <a:lnTo>
                  <a:pt x="132863" y="347403"/>
                </a:lnTo>
                <a:lnTo>
                  <a:pt x="141040" y="350623"/>
                </a:lnTo>
                <a:lnTo>
                  <a:pt x="140272" y="350340"/>
                </a:lnTo>
                <a:lnTo>
                  <a:pt x="148648" y="353176"/>
                </a:lnTo>
                <a:lnTo>
                  <a:pt x="147864" y="352926"/>
                </a:lnTo>
                <a:lnTo>
                  <a:pt x="156406" y="355362"/>
                </a:lnTo>
                <a:lnTo>
                  <a:pt x="155606" y="355162"/>
                </a:lnTo>
                <a:lnTo>
                  <a:pt x="164315" y="357164"/>
                </a:lnTo>
                <a:lnTo>
                  <a:pt x="163497" y="356997"/>
                </a:lnTo>
                <a:lnTo>
                  <a:pt x="172374" y="358582"/>
                </a:lnTo>
                <a:lnTo>
                  <a:pt x="171541" y="358465"/>
                </a:lnTo>
                <a:lnTo>
                  <a:pt x="180566" y="359600"/>
                </a:lnTo>
                <a:lnTo>
                  <a:pt x="179733" y="359516"/>
                </a:lnTo>
                <a:lnTo>
                  <a:pt x="188876" y="360218"/>
                </a:lnTo>
                <a:lnTo>
                  <a:pt x="188025" y="360167"/>
                </a:lnTo>
                <a:lnTo>
                  <a:pt x="197302" y="360401"/>
                </a:lnTo>
                <a:lnTo>
                  <a:pt x="196468" y="360401"/>
                </a:lnTo>
                <a:lnTo>
                  <a:pt x="205728" y="360167"/>
                </a:lnTo>
                <a:lnTo>
                  <a:pt x="204894" y="360218"/>
                </a:lnTo>
                <a:lnTo>
                  <a:pt x="214038" y="359516"/>
                </a:lnTo>
                <a:lnTo>
                  <a:pt x="213202" y="359600"/>
                </a:lnTo>
                <a:lnTo>
                  <a:pt x="222230" y="358465"/>
                </a:lnTo>
                <a:lnTo>
                  <a:pt x="221396" y="358582"/>
                </a:lnTo>
                <a:lnTo>
                  <a:pt x="230272" y="356997"/>
                </a:lnTo>
                <a:lnTo>
                  <a:pt x="229454" y="357164"/>
                </a:lnTo>
                <a:lnTo>
                  <a:pt x="238165" y="355162"/>
                </a:lnTo>
                <a:lnTo>
                  <a:pt x="237363" y="355362"/>
                </a:lnTo>
                <a:lnTo>
                  <a:pt x="245907" y="352926"/>
                </a:lnTo>
                <a:lnTo>
                  <a:pt x="245122" y="353176"/>
                </a:lnTo>
                <a:lnTo>
                  <a:pt x="253498" y="350340"/>
                </a:lnTo>
                <a:lnTo>
                  <a:pt x="252730" y="350623"/>
                </a:lnTo>
                <a:lnTo>
                  <a:pt x="260906" y="347403"/>
                </a:lnTo>
                <a:lnTo>
                  <a:pt x="260156" y="347720"/>
                </a:lnTo>
                <a:lnTo>
                  <a:pt x="268130" y="344116"/>
                </a:lnTo>
                <a:lnTo>
                  <a:pt x="267397" y="344467"/>
                </a:lnTo>
                <a:lnTo>
                  <a:pt x="275172" y="340479"/>
                </a:lnTo>
                <a:lnTo>
                  <a:pt x="274454" y="340879"/>
                </a:lnTo>
                <a:lnTo>
                  <a:pt x="282013" y="336541"/>
                </a:lnTo>
                <a:lnTo>
                  <a:pt x="281312" y="336958"/>
                </a:lnTo>
                <a:lnTo>
                  <a:pt x="288636" y="332269"/>
                </a:lnTo>
                <a:lnTo>
                  <a:pt x="287969" y="332720"/>
                </a:lnTo>
                <a:lnTo>
                  <a:pt x="295027" y="327681"/>
                </a:lnTo>
                <a:lnTo>
                  <a:pt x="294394" y="328165"/>
                </a:lnTo>
                <a:lnTo>
                  <a:pt x="301202" y="322826"/>
                </a:lnTo>
                <a:lnTo>
                  <a:pt x="300583" y="323327"/>
                </a:lnTo>
                <a:lnTo>
                  <a:pt x="307125" y="317670"/>
                </a:lnTo>
                <a:lnTo>
                  <a:pt x="306539" y="318204"/>
                </a:lnTo>
                <a:lnTo>
                  <a:pt x="312797" y="312231"/>
                </a:lnTo>
                <a:lnTo>
                  <a:pt x="312229" y="312798"/>
                </a:lnTo>
                <a:lnTo>
                  <a:pt x="318203" y="306541"/>
                </a:lnTo>
                <a:lnTo>
                  <a:pt x="317653" y="307125"/>
                </a:lnTo>
                <a:lnTo>
                  <a:pt x="323326" y="300585"/>
                </a:lnTo>
                <a:lnTo>
                  <a:pt x="322808" y="301202"/>
                </a:lnTo>
                <a:lnTo>
                  <a:pt x="328164" y="294394"/>
                </a:lnTo>
                <a:lnTo>
                  <a:pt x="327680" y="295028"/>
                </a:lnTo>
                <a:lnTo>
                  <a:pt x="332720" y="287970"/>
                </a:lnTo>
                <a:lnTo>
                  <a:pt x="332269" y="288638"/>
                </a:lnTo>
                <a:lnTo>
                  <a:pt x="336957" y="281313"/>
                </a:lnTo>
                <a:lnTo>
                  <a:pt x="336540" y="282014"/>
                </a:lnTo>
                <a:lnTo>
                  <a:pt x="340879" y="274455"/>
                </a:lnTo>
                <a:lnTo>
                  <a:pt x="340478" y="275173"/>
                </a:lnTo>
                <a:lnTo>
                  <a:pt x="344465" y="267397"/>
                </a:lnTo>
                <a:lnTo>
                  <a:pt x="344115" y="268132"/>
                </a:lnTo>
                <a:lnTo>
                  <a:pt x="347719" y="260156"/>
                </a:lnTo>
                <a:lnTo>
                  <a:pt x="347402" y="260907"/>
                </a:lnTo>
                <a:lnTo>
                  <a:pt x="350623" y="252731"/>
                </a:lnTo>
                <a:lnTo>
                  <a:pt x="350338" y="253498"/>
                </a:lnTo>
                <a:lnTo>
                  <a:pt x="353176" y="245123"/>
                </a:lnTo>
                <a:lnTo>
                  <a:pt x="352925" y="245907"/>
                </a:lnTo>
                <a:lnTo>
                  <a:pt x="355361" y="237364"/>
                </a:lnTo>
                <a:lnTo>
                  <a:pt x="355161" y="238165"/>
                </a:lnTo>
                <a:lnTo>
                  <a:pt x="357164" y="229455"/>
                </a:lnTo>
                <a:lnTo>
                  <a:pt x="356997" y="230273"/>
                </a:lnTo>
                <a:lnTo>
                  <a:pt x="358581" y="221397"/>
                </a:lnTo>
                <a:lnTo>
                  <a:pt x="358448" y="222231"/>
                </a:lnTo>
                <a:lnTo>
                  <a:pt x="359600" y="213204"/>
                </a:lnTo>
                <a:lnTo>
                  <a:pt x="359516" y="214038"/>
                </a:lnTo>
                <a:lnTo>
                  <a:pt x="360217" y="204894"/>
                </a:lnTo>
                <a:lnTo>
                  <a:pt x="360167" y="205729"/>
                </a:lnTo>
                <a:lnTo>
                  <a:pt x="360400" y="196468"/>
                </a:lnTo>
                <a:lnTo>
                  <a:pt x="360400" y="197303"/>
                </a:lnTo>
                <a:lnTo>
                  <a:pt x="360167" y="188026"/>
                </a:lnTo>
                <a:lnTo>
                  <a:pt x="360217" y="188877"/>
                </a:lnTo>
                <a:lnTo>
                  <a:pt x="359516" y="179733"/>
                </a:lnTo>
                <a:lnTo>
                  <a:pt x="359600" y="180567"/>
                </a:lnTo>
                <a:lnTo>
                  <a:pt x="358448" y="171541"/>
                </a:lnTo>
                <a:lnTo>
                  <a:pt x="358581" y="172375"/>
                </a:lnTo>
                <a:lnTo>
                  <a:pt x="356997" y="163499"/>
                </a:lnTo>
                <a:lnTo>
                  <a:pt x="357164" y="164316"/>
                </a:lnTo>
                <a:lnTo>
                  <a:pt x="355161" y="155607"/>
                </a:lnTo>
                <a:lnTo>
                  <a:pt x="355361" y="156407"/>
                </a:lnTo>
                <a:lnTo>
                  <a:pt x="352925" y="147864"/>
                </a:lnTo>
                <a:lnTo>
                  <a:pt x="353176" y="148648"/>
                </a:lnTo>
                <a:lnTo>
                  <a:pt x="350338" y="140273"/>
                </a:lnTo>
                <a:lnTo>
                  <a:pt x="350623" y="141040"/>
                </a:lnTo>
                <a:lnTo>
                  <a:pt x="347402" y="132864"/>
                </a:lnTo>
                <a:lnTo>
                  <a:pt x="347719" y="133615"/>
                </a:lnTo>
                <a:lnTo>
                  <a:pt x="344115" y="125640"/>
                </a:lnTo>
                <a:lnTo>
                  <a:pt x="344465" y="126374"/>
                </a:lnTo>
                <a:lnTo>
                  <a:pt x="340478" y="118599"/>
                </a:lnTo>
                <a:lnTo>
                  <a:pt x="340879" y="119316"/>
                </a:lnTo>
                <a:lnTo>
                  <a:pt x="336540" y="111758"/>
                </a:lnTo>
                <a:lnTo>
                  <a:pt x="336957" y="112442"/>
                </a:lnTo>
                <a:lnTo>
                  <a:pt x="332269" y="105134"/>
                </a:lnTo>
                <a:lnTo>
                  <a:pt x="332720" y="105801"/>
                </a:lnTo>
                <a:lnTo>
                  <a:pt x="327680" y="98743"/>
                </a:lnTo>
                <a:lnTo>
                  <a:pt x="328164" y="99377"/>
                </a:lnTo>
                <a:lnTo>
                  <a:pt x="322808" y="92570"/>
                </a:lnTo>
                <a:lnTo>
                  <a:pt x="323326" y="93187"/>
                </a:lnTo>
                <a:lnTo>
                  <a:pt x="317653" y="86646"/>
                </a:lnTo>
                <a:lnTo>
                  <a:pt x="318203" y="87230"/>
                </a:lnTo>
                <a:lnTo>
                  <a:pt x="312229" y="80973"/>
                </a:lnTo>
                <a:lnTo>
                  <a:pt x="312797" y="81541"/>
                </a:lnTo>
                <a:lnTo>
                  <a:pt x="306539" y="75567"/>
                </a:lnTo>
                <a:lnTo>
                  <a:pt x="307125" y="76101"/>
                </a:lnTo>
                <a:lnTo>
                  <a:pt x="300583" y="70445"/>
                </a:lnTo>
                <a:lnTo>
                  <a:pt x="301202" y="70946"/>
                </a:lnTo>
                <a:lnTo>
                  <a:pt x="294394" y="65606"/>
                </a:lnTo>
                <a:lnTo>
                  <a:pt x="295027" y="66090"/>
                </a:lnTo>
                <a:lnTo>
                  <a:pt x="287969" y="61051"/>
                </a:lnTo>
                <a:lnTo>
                  <a:pt x="288636" y="61502"/>
                </a:lnTo>
                <a:lnTo>
                  <a:pt x="281312" y="56813"/>
                </a:lnTo>
                <a:lnTo>
                  <a:pt x="282013" y="57230"/>
                </a:lnTo>
                <a:lnTo>
                  <a:pt x="274454" y="52892"/>
                </a:lnTo>
                <a:lnTo>
                  <a:pt x="275172" y="53293"/>
                </a:lnTo>
                <a:lnTo>
                  <a:pt x="267397" y="49305"/>
                </a:lnTo>
                <a:lnTo>
                  <a:pt x="268130" y="49655"/>
                </a:lnTo>
                <a:lnTo>
                  <a:pt x="260156" y="46051"/>
                </a:lnTo>
                <a:lnTo>
                  <a:pt x="260906" y="46368"/>
                </a:lnTo>
                <a:lnTo>
                  <a:pt x="252730" y="43148"/>
                </a:lnTo>
                <a:lnTo>
                  <a:pt x="253498" y="43432"/>
                </a:lnTo>
                <a:lnTo>
                  <a:pt x="245122" y="40595"/>
                </a:lnTo>
                <a:lnTo>
                  <a:pt x="245907" y="40845"/>
                </a:lnTo>
                <a:lnTo>
                  <a:pt x="237363" y="38409"/>
                </a:lnTo>
                <a:lnTo>
                  <a:pt x="238165" y="38610"/>
                </a:lnTo>
                <a:lnTo>
                  <a:pt x="229454" y="36607"/>
                </a:lnTo>
                <a:lnTo>
                  <a:pt x="230272" y="36774"/>
                </a:lnTo>
                <a:lnTo>
                  <a:pt x="221396" y="35189"/>
                </a:lnTo>
                <a:lnTo>
                  <a:pt x="222230" y="35306"/>
                </a:lnTo>
                <a:lnTo>
                  <a:pt x="213202" y="34171"/>
                </a:lnTo>
                <a:lnTo>
                  <a:pt x="214038" y="34255"/>
                </a:lnTo>
                <a:lnTo>
                  <a:pt x="204894" y="33554"/>
                </a:lnTo>
                <a:lnTo>
                  <a:pt x="205728" y="33604"/>
                </a:lnTo>
                <a:lnTo>
                  <a:pt x="196468" y="33370"/>
                </a:lnTo>
                <a:lnTo>
                  <a:pt x="197302" y="33370"/>
                </a:lnTo>
                <a:lnTo>
                  <a:pt x="188025" y="33604"/>
                </a:lnTo>
                <a:lnTo>
                  <a:pt x="188876" y="33554"/>
                </a:lnTo>
                <a:lnTo>
                  <a:pt x="179733" y="34255"/>
                </a:lnTo>
                <a:lnTo>
                  <a:pt x="180566" y="34171"/>
                </a:lnTo>
                <a:lnTo>
                  <a:pt x="171541" y="35306"/>
                </a:lnTo>
                <a:lnTo>
                  <a:pt x="172374" y="35189"/>
                </a:lnTo>
                <a:lnTo>
                  <a:pt x="163497" y="36774"/>
                </a:lnTo>
                <a:lnTo>
                  <a:pt x="164315" y="36607"/>
                </a:lnTo>
                <a:lnTo>
                  <a:pt x="155606" y="38610"/>
                </a:lnTo>
                <a:lnTo>
                  <a:pt x="156406" y="38409"/>
                </a:lnTo>
                <a:lnTo>
                  <a:pt x="147864" y="40845"/>
                </a:lnTo>
                <a:lnTo>
                  <a:pt x="148648" y="40595"/>
                </a:lnTo>
                <a:lnTo>
                  <a:pt x="140272" y="43432"/>
                </a:lnTo>
                <a:lnTo>
                  <a:pt x="141040" y="43148"/>
                </a:lnTo>
                <a:lnTo>
                  <a:pt x="132863" y="46368"/>
                </a:lnTo>
                <a:lnTo>
                  <a:pt x="133615" y="46051"/>
                </a:lnTo>
                <a:lnTo>
                  <a:pt x="125639" y="49655"/>
                </a:lnTo>
                <a:lnTo>
                  <a:pt x="126373" y="49305"/>
                </a:lnTo>
                <a:lnTo>
                  <a:pt x="118597" y="53293"/>
                </a:lnTo>
                <a:lnTo>
                  <a:pt x="119299" y="52892"/>
                </a:lnTo>
                <a:lnTo>
                  <a:pt x="111757" y="57230"/>
                </a:lnTo>
                <a:lnTo>
                  <a:pt x="112441" y="56813"/>
                </a:lnTo>
                <a:lnTo>
                  <a:pt x="105133" y="61502"/>
                </a:lnTo>
                <a:lnTo>
                  <a:pt x="105801" y="61051"/>
                </a:lnTo>
                <a:lnTo>
                  <a:pt x="98742" y="66090"/>
                </a:lnTo>
                <a:lnTo>
                  <a:pt x="99377" y="65606"/>
                </a:lnTo>
                <a:lnTo>
                  <a:pt x="92569" y="70946"/>
                </a:lnTo>
                <a:lnTo>
                  <a:pt x="93186" y="70445"/>
                </a:lnTo>
                <a:lnTo>
                  <a:pt x="86646" y="76101"/>
                </a:lnTo>
                <a:lnTo>
                  <a:pt x="87229" y="75567"/>
                </a:lnTo>
                <a:lnTo>
                  <a:pt x="80972" y="81541"/>
                </a:lnTo>
                <a:lnTo>
                  <a:pt x="81540" y="80973"/>
                </a:lnTo>
                <a:lnTo>
                  <a:pt x="75567" y="87230"/>
                </a:lnTo>
                <a:lnTo>
                  <a:pt x="76100" y="86646"/>
                </a:lnTo>
                <a:lnTo>
                  <a:pt x="70444" y="93187"/>
                </a:lnTo>
                <a:lnTo>
                  <a:pt x="70945" y="92570"/>
                </a:lnTo>
                <a:lnTo>
                  <a:pt x="65605" y="99377"/>
                </a:lnTo>
                <a:lnTo>
                  <a:pt x="66073" y="98743"/>
                </a:lnTo>
                <a:lnTo>
                  <a:pt x="61051" y="105801"/>
                </a:lnTo>
                <a:lnTo>
                  <a:pt x="61501" y="105134"/>
                </a:lnTo>
                <a:lnTo>
                  <a:pt x="56813" y="112442"/>
                </a:lnTo>
                <a:lnTo>
                  <a:pt x="57230" y="111758"/>
                </a:lnTo>
                <a:lnTo>
                  <a:pt x="52892" y="119316"/>
                </a:lnTo>
                <a:lnTo>
                  <a:pt x="53292" y="118599"/>
                </a:lnTo>
                <a:lnTo>
                  <a:pt x="49303" y="126374"/>
                </a:lnTo>
                <a:lnTo>
                  <a:pt x="49654" y="125640"/>
                </a:lnTo>
                <a:lnTo>
                  <a:pt x="46050" y="133615"/>
                </a:lnTo>
                <a:lnTo>
                  <a:pt x="46368" y="132864"/>
                </a:lnTo>
                <a:lnTo>
                  <a:pt x="43148" y="141040"/>
                </a:lnTo>
                <a:lnTo>
                  <a:pt x="43431" y="140273"/>
                </a:lnTo>
                <a:lnTo>
                  <a:pt x="40594" y="148648"/>
                </a:lnTo>
                <a:lnTo>
                  <a:pt x="40828" y="147864"/>
                </a:lnTo>
                <a:lnTo>
                  <a:pt x="38409" y="156407"/>
                </a:lnTo>
                <a:lnTo>
                  <a:pt x="38609" y="155607"/>
                </a:lnTo>
                <a:lnTo>
                  <a:pt x="36606" y="164316"/>
                </a:lnTo>
                <a:lnTo>
                  <a:pt x="36774" y="163499"/>
                </a:lnTo>
                <a:lnTo>
                  <a:pt x="35188" y="172375"/>
                </a:lnTo>
                <a:lnTo>
                  <a:pt x="35305" y="171541"/>
                </a:lnTo>
                <a:lnTo>
                  <a:pt x="34171" y="180567"/>
                </a:lnTo>
                <a:lnTo>
                  <a:pt x="34254" y="179733"/>
                </a:lnTo>
                <a:lnTo>
                  <a:pt x="33553" y="188877"/>
                </a:lnTo>
                <a:lnTo>
                  <a:pt x="33603" y="188026"/>
                </a:lnTo>
                <a:lnTo>
                  <a:pt x="33370" y="197303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1A99374C-05F5-4ED5-A219-62708B8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1301" y="4640669"/>
            <a:ext cx="1256194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Solved sub-goals</a:t>
            </a:r>
          </a:p>
        </p:txBody>
      </p:sp>
      <p:sp>
        <p:nvSpPr>
          <p:cNvPr id="128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3B64077A-1346-42C1-980E-58F451D4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3736" y="249358"/>
            <a:ext cx="3445442" cy="2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 Compilation Agent</a:t>
            </a:r>
          </a:p>
        </p:txBody>
      </p:sp>
      <p:sp>
        <p:nvSpPr>
          <p:cNvPr id="129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97CF2972-E9D1-4670-98E7-F607DCC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978" y="5500977"/>
            <a:ext cx="14471098" cy="1600614"/>
          </a:xfrm>
          <a:custGeom xmlns:a="http://schemas.openxmlformats.org/drawingml/2006/main">
            <a:pathLst>
              <a:path w="14471098" h="1600614">
                <a:moveTo>
                  <a:pt x="1001" y="192214"/>
                </a:moveTo>
                <a:cubicBezTo>
                  <a:pt x="0" y="86396"/>
                  <a:pt x="85896" y="501"/>
                  <a:pt x="191213" y="0"/>
                </a:cubicBezTo>
                <a:lnTo>
                  <a:pt x="14278885" y="0"/>
                </a:lnTo>
                <a:cubicBezTo>
                  <a:pt x="14384368" y="501"/>
                  <a:pt x="14470264" y="86396"/>
                  <a:pt x="14471098" y="192214"/>
                </a:cubicBezTo>
                <a:lnTo>
                  <a:pt x="14471098" y="1409568"/>
                </a:lnTo>
                <a:cubicBezTo>
                  <a:pt x="14470264" y="1514718"/>
                  <a:pt x="14384368" y="1600614"/>
                  <a:pt x="14278885" y="1599779"/>
                </a:cubicBezTo>
                <a:lnTo>
                  <a:pt x="191213" y="1599779"/>
                </a:lnTo>
                <a:cubicBezTo>
                  <a:pt x="85896" y="1600614"/>
                  <a:pt x="0" y="1514718"/>
                  <a:pt x="1001" y="1409568"/>
                </a:cubicBezTo>
                <a:lnTo>
                  <a:pt x="1001" y="192214"/>
                </a:lnTo>
              </a:path>
            </a:pathLst>
          </a:custGeom>
          <a:solidFill xmlns:a="http://schemas.openxmlformats.org/drawingml/2006/main">
            <a:srgbClr val="7030A0">
              <a:alpha val="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94B6D2-6035-4965-9C2F-FBBA68C3AC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776e49b6e4811"/>
          <a:srcRect xmlns:a="http://schemas.openxmlformats.org/drawingml/2006/main" l="0" t="674" r="0" b="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57" y="5959487"/>
            <a:ext cx="1493662" cy="708789"/>
          </a:xfrm>
          <a:prstGeom xmlns:a="http://schemas.openxmlformats.org/drawingml/2006/main" prst="rect">
            <a:avLst/>
          </a:prstGeom>
        </p:spPr>
      </p:pic>
      <p:sp>
        <p:nvSpPr>
          <p:cNvPr id="131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2A1F9F7F-9A78-465F-84B4-B986550C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57" y="5959487"/>
            <a:ext cx="1493662" cy="708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7B4A01D-E26D-40C2-B04E-DE62831F3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a02b82dc04669"/>
          <a:srcRect xmlns:a="http://schemas.openxmlformats.org/drawingml/2006/main" l="0" t="674" r="0" b="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6983" y="5961489"/>
            <a:ext cx="1493662" cy="708789"/>
          </a:xfrm>
          <a:prstGeom xmlns:a="http://schemas.openxmlformats.org/drawingml/2006/main" prst="rect">
            <a:avLst/>
          </a:prstGeom>
        </p:spPr>
      </p:pic>
      <p:sp>
        <p:nvSpPr>
          <p:cNvPr id="133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A135DC9D-41D1-4345-9623-46FB33EA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6983" y="5961489"/>
            <a:ext cx="1493662" cy="708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B7A5E846-F646-44D7-8FE8-D0329FF3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374" y="6816620"/>
            <a:ext cx="1729742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32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failure detected</a:t>
            </a:r>
          </a:p>
        </p:txBody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D2A8C40-570C-4828-ADC5-30E9E0656E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5deb0c7134b96"/>
          <a:srcRect xmlns:a="http://schemas.openxmlformats.org/drawingml/2006/main" l="0" t="815" r="0" b="8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80712" y="5961489"/>
            <a:ext cx="1431593" cy="708789"/>
          </a:xfrm>
          <a:prstGeom xmlns:a="http://schemas.openxmlformats.org/drawingml/2006/main" prst="rect">
            <a:avLst/>
          </a:prstGeom>
        </p:spPr>
      </p:pic>
      <p:sp>
        <p:nvSpPr>
          <p:cNvPr id="136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89E40C7C-3084-455D-AFE5-4BC334A6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0712" y="5961489"/>
            <a:ext cx="1431593" cy="708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0D6FD0F1-A594-44D2-98B9-3B9C12B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7736" y="6809012"/>
            <a:ext cx="739954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0">
                <a:solidFill>
                  <a:srgbClr val="EF94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0">
                <a:solidFill>
                  <a:srgbClr val="EF949E"/>
                </a:solidFill>
                <a:latin typeface="Arial"/>
                <a:ea typeface="Arial"/>
                <a:cs typeface="Arial"/>
              </a:defRPr>
            </a:pPr>
            <a:r>
              <a:rPr sz="1532" b="0" i="0">
                <a:solidFill>
                  <a:srgbClr val="EF949E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02B0FFD-FC95-4B36-9366-09D0D2CEC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b537097934929"/>
          <a:srcRect xmlns:a="http://schemas.openxmlformats.org/drawingml/2006/main" l="0" t="634" r="0" b="6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0369" y="5961489"/>
            <a:ext cx="1497666" cy="706787"/>
          </a:xfrm>
          <a:prstGeom xmlns:a="http://schemas.openxmlformats.org/drawingml/2006/main" prst="rect">
            <a:avLst/>
          </a:prstGeom>
        </p:spPr>
      </p:pic>
      <p:sp>
        <p:nvSpPr>
          <p:cNvPr id="139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F9206D1E-43FC-477E-BE25-FFFC88F1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0369" y="5961489"/>
            <a:ext cx="1497666" cy="706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8B54397E-E3B2-44A8-BF4D-C97A29D7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6968" y="5740327"/>
            <a:ext cx="3653881" cy="214772"/>
          </a:xfrm>
          <a:custGeom xmlns:a="http://schemas.openxmlformats.org/drawingml/2006/main">
            <a:pathLst>
              <a:path w="3653881" h="214772">
                <a:moveTo>
                  <a:pt x="9525" y="214772"/>
                </a:moveTo>
                <a:lnTo>
                  <a:pt x="9525" y="148097"/>
                </a:lnTo>
                <a:lnTo>
                  <a:pt x="3644356" y="148097"/>
                </a:lnTo>
                <a:lnTo>
                  <a:pt x="3644356" y="214772"/>
                </a:lnTo>
                <a:moveTo>
                  <a:pt x="1826941" y="148097"/>
                </a:moveTo>
                <a:lnTo>
                  <a:pt x="18269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02020"/>
            </a:solidFill>
            <a:prstDash val="solid"/>
          </a:ln>
        </p:spPr>
      </p:sp>
      <p:sp>
        <p:nvSpPr>
          <p:cNvPr id="141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D6C26E25-D843-410C-979B-92B28A41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3176" y="5593795"/>
            <a:ext cx="2786949" cy="20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detection and recovery</a:t>
            </a:r>
          </a:p>
        </p:txBody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8246EB9-1280-4E7A-AEB1-CE9B21DA6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5253ddd934ba4"/>
          <a:srcRect xmlns:a="http://schemas.openxmlformats.org/drawingml/2006/main" l="0" t="76" r="0" b="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28102" y="5953480"/>
            <a:ext cx="1499668" cy="710791"/>
          </a:xfrm>
          <a:prstGeom xmlns:a="http://schemas.openxmlformats.org/drawingml/2006/main" prst="rect">
            <a:avLst/>
          </a:prstGeom>
        </p:spPr>
      </p:pic>
      <p:sp>
        <p:nvSpPr>
          <p:cNvPr id="143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A76334AD-3470-4055-8830-85D3D311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8102" y="5953480"/>
            <a:ext cx="1499668" cy="710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E038D06-3928-4F14-BB04-0828EFC2B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9a2ed241441ac"/>
          <a:srcRect xmlns:a="http://schemas.openxmlformats.org/drawingml/2006/main" l="239" t="0" r="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3832" y="5953480"/>
            <a:ext cx="1499669" cy="710791"/>
          </a:xfrm>
          <a:prstGeom xmlns:a="http://schemas.openxmlformats.org/drawingml/2006/main" prst="rect">
            <a:avLst/>
          </a:prstGeom>
        </p:spPr>
      </p:pic>
      <p:sp>
        <p:nvSpPr>
          <p:cNvPr id="145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2337337D-C945-49E4-BBD2-1714A042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3832" y="5953480"/>
            <a:ext cx="1499669" cy="710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C044F760-6E94-486C-B09A-319F17DA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3874" y="6802405"/>
            <a:ext cx="1729742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532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failure detected</a:t>
            </a:r>
          </a:p>
        </p:txBody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2E2EFF4-BF88-4537-A02B-D1829D518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8930bd8654e72"/>
          <a:srcRect xmlns:a="http://schemas.openxmlformats.org/drawingml/2006/main" l="0" t="83" r="0" b="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1565" y="5953480"/>
            <a:ext cx="1495663" cy="708789"/>
          </a:xfrm>
          <a:prstGeom xmlns:a="http://schemas.openxmlformats.org/drawingml/2006/main" prst="rect">
            <a:avLst/>
          </a:prstGeom>
        </p:spPr>
      </p:pic>
      <p:sp>
        <p:nvSpPr>
          <p:cNvPr id="148" name="pdf-raster-13">
            <a:extLst xmlns:a="http://schemas.openxmlformats.org/drawingml/2006/main">
              <a:ext uri="{FF2B5EF4-FFF2-40B4-BE49-F238E27FC236}">
                <a16:creationId xmlns:a16="http://schemas.microsoft.com/office/drawing/2014/main" id="{4ECA14E8-397D-4E2F-8365-088F2380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565" y="5953480"/>
            <a:ext cx="1495663" cy="708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7ADC46B-CCFA-4AC0-BD35-0912F58B0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3c1eb78594a37"/>
          <a:srcRect xmlns:a="http://schemas.openxmlformats.org/drawingml/2006/main" l="0" t="83" r="0" b="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9299" y="5955482"/>
            <a:ext cx="1495664" cy="708789"/>
          </a:xfrm>
          <a:prstGeom xmlns:a="http://schemas.openxmlformats.org/drawingml/2006/main" prst="rect">
            <a:avLst/>
          </a:prstGeom>
        </p:spPr>
      </p:pic>
      <p:sp>
        <p:nvSpPr>
          <p:cNvPr id="150" name="pdf-raster-14">
            <a:extLst xmlns:a="http://schemas.openxmlformats.org/drawingml/2006/main">
              <a:ext uri="{FF2B5EF4-FFF2-40B4-BE49-F238E27FC236}">
                <a16:creationId xmlns:a16="http://schemas.microsoft.com/office/drawing/2014/main" id="{492963F0-B5B7-4206-B000-CC4255A9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9299" y="5955482"/>
            <a:ext cx="1495664" cy="708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C41B69FB-9D94-4EAD-9315-03BF1816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8526" y="6792460"/>
            <a:ext cx="739955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0">
                <a:solidFill>
                  <a:srgbClr val="EF949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0">
                <a:solidFill>
                  <a:srgbClr val="EF949E"/>
                </a:solidFill>
                <a:latin typeface="Arial"/>
                <a:ea typeface="Arial"/>
                <a:cs typeface="Arial"/>
              </a:defRPr>
            </a:pPr>
            <a:r>
              <a:rPr sz="1532" b="0" i="0">
                <a:solidFill>
                  <a:srgbClr val="EF949E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00D9E41-7686-4EC9-98BF-D73D4E0697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528b5abf04a5c"/>
          <a:srcRect xmlns:a="http://schemas.openxmlformats.org/drawingml/2006/main" l="0" t="224" r="0" b="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53027" y="5953480"/>
            <a:ext cx="1495663" cy="706787"/>
          </a:xfrm>
          <a:prstGeom xmlns:a="http://schemas.openxmlformats.org/drawingml/2006/main" prst="rect">
            <a:avLst/>
          </a:prstGeom>
        </p:spPr>
      </p:pic>
      <p:sp>
        <p:nvSpPr>
          <p:cNvPr id="153" name="pdf-raster-15">
            <a:extLst xmlns:a="http://schemas.openxmlformats.org/drawingml/2006/main">
              <a:ext uri="{FF2B5EF4-FFF2-40B4-BE49-F238E27FC236}">
                <a16:creationId xmlns:a16="http://schemas.microsoft.com/office/drawing/2014/main" id="{0604698C-7294-49CB-8FFC-BBA09D10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3027" y="5953480"/>
            <a:ext cx="1495663" cy="706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33F54FC7-CD0F-41E5-804F-28222C0E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5870" y="5740327"/>
            <a:ext cx="3653881" cy="214772"/>
          </a:xfrm>
          <a:custGeom xmlns:a="http://schemas.openxmlformats.org/drawingml/2006/main">
            <a:pathLst>
              <a:path w="3653881" h="214772">
                <a:moveTo>
                  <a:pt x="9525" y="214772"/>
                </a:moveTo>
                <a:lnTo>
                  <a:pt x="9525" y="148097"/>
                </a:lnTo>
                <a:lnTo>
                  <a:pt x="3644356" y="148097"/>
                </a:lnTo>
                <a:lnTo>
                  <a:pt x="3644356" y="214772"/>
                </a:lnTo>
                <a:moveTo>
                  <a:pt x="1826940" y="148097"/>
                </a:moveTo>
                <a:lnTo>
                  <a:pt x="18269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02020"/>
            </a:solidFill>
            <a:prstDash val="solid"/>
          </a:ln>
        </p:spPr>
      </p:sp>
      <p:sp>
        <p:nvSpPr>
          <p:cNvPr id="155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A53717FB-5E31-4FBE-BF81-31036845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5381" y="5585386"/>
            <a:ext cx="2786948" cy="20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detection and recovery</a:t>
            </a:r>
          </a:p>
        </p:txBody>
      </p:sp>
      <p:sp>
        <p:nvSpPr>
          <p:cNvPr id="156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14E5A6F4-DE0E-4E72-9427-8EB31FD0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716" y="5589465"/>
            <a:ext cx="2022123" cy="2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Execution</a:t>
            </a:r>
          </a:p>
        </p:txBody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8E520A5-3A7E-42B5-AD33-E3AC7413B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635cdb1154459"/>
          <a:srcRect xmlns:a="http://schemas.openxmlformats.org/drawingml/2006/main" l="21" t="0" r="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914" y="2057146"/>
            <a:ext cx="1181314" cy="2108345"/>
          </a:xfrm>
          <a:prstGeom xmlns:a="http://schemas.openxmlformats.org/drawingml/2006/main" prst="rect">
            <a:avLst/>
          </a:prstGeom>
        </p:spPr>
      </p:pic>
      <p:sp>
        <p:nvSpPr>
          <p:cNvPr id="158" name="pdf-raster-16">
            <a:extLst xmlns:a="http://schemas.openxmlformats.org/drawingml/2006/main">
              <a:ext uri="{FF2B5EF4-FFF2-40B4-BE49-F238E27FC236}">
                <a16:creationId xmlns:a16="http://schemas.microsoft.com/office/drawing/2014/main" id="{2DEEC182-367C-4821-BEA0-C30EFEA4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14" y="2057146"/>
            <a:ext cx="1181314" cy="2108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68F3EB9-69F7-4BB9-92B8-7FED15083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e8dc47cb483c"/>
          <a:srcRect xmlns:a="http://schemas.openxmlformats.org/drawingml/2006/main" l="0" t="522" r="0" b="5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2289" y="2037124"/>
            <a:ext cx="1932149" cy="1087210"/>
          </a:xfrm>
          <a:prstGeom xmlns:a="http://schemas.openxmlformats.org/drawingml/2006/main" prst="rect">
            <a:avLst/>
          </a:prstGeom>
        </p:spPr>
      </p:pic>
      <p:sp>
        <p:nvSpPr>
          <p:cNvPr id="160" name="pdf-raster-17">
            <a:extLst xmlns:a="http://schemas.openxmlformats.org/drawingml/2006/main">
              <a:ext uri="{FF2B5EF4-FFF2-40B4-BE49-F238E27FC236}">
                <a16:creationId xmlns:a16="http://schemas.microsoft.com/office/drawing/2014/main" id="{5EDC8AE2-EE7E-4D01-91EF-987DA331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289" y="2037124"/>
            <a:ext cx="1932149" cy="1087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CC6E44E-C098-4AF3-9B8F-7F6CCC0B1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0e138d4674a29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2289" y="3268494"/>
            <a:ext cx="1930147" cy="1087210"/>
          </a:xfrm>
          <a:prstGeom xmlns:a="http://schemas.openxmlformats.org/drawingml/2006/main" prst="rect">
            <a:avLst/>
          </a:prstGeom>
        </p:spPr>
      </p:pic>
      <p:sp>
        <p:nvSpPr>
          <p:cNvPr id="162" name="pdf-raster-18">
            <a:extLst xmlns:a="http://schemas.openxmlformats.org/drawingml/2006/main">
              <a:ext uri="{FF2B5EF4-FFF2-40B4-BE49-F238E27FC236}">
                <a16:creationId xmlns:a16="http://schemas.microsoft.com/office/drawing/2014/main" id="{288AEE03-ADE0-46F1-956A-A59D0742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289" y="3268494"/>
            <a:ext cx="1930147" cy="1087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02CCD068-BEAE-4D21-9AD2-9C5E4E5F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1851" y="70436"/>
            <a:ext cx="3855289" cy="5378484"/>
          </a:xfrm>
          <a:custGeom xmlns:a="http://schemas.openxmlformats.org/drawingml/2006/main">
            <a:pathLst>
              <a:path w="3855289" h="5378484">
                <a:moveTo>
                  <a:pt x="1001" y="198721"/>
                </a:moveTo>
                <a:cubicBezTo>
                  <a:pt x="0" y="89066"/>
                  <a:pt x="89066" y="0"/>
                  <a:pt x="199222" y="501"/>
                </a:cubicBezTo>
                <a:lnTo>
                  <a:pt x="3657068" y="501"/>
                </a:lnTo>
                <a:cubicBezTo>
                  <a:pt x="3766056" y="0"/>
                  <a:pt x="3855122" y="89066"/>
                  <a:pt x="3855289" y="198721"/>
                </a:cubicBezTo>
                <a:lnTo>
                  <a:pt x="3855289" y="5178261"/>
                </a:lnTo>
                <a:cubicBezTo>
                  <a:pt x="3855122" y="5288583"/>
                  <a:pt x="3766056" y="5377649"/>
                  <a:pt x="3657068" y="5378484"/>
                </a:cubicBezTo>
                <a:lnTo>
                  <a:pt x="199222" y="5378484"/>
                </a:lnTo>
                <a:cubicBezTo>
                  <a:pt x="89066" y="5377649"/>
                  <a:pt x="0" y="5288583"/>
                  <a:pt x="1001" y="5178261"/>
                </a:cubicBezTo>
                <a:lnTo>
                  <a:pt x="1001" y="198721"/>
                </a:lnTo>
              </a:path>
            </a:pathLst>
          </a:custGeom>
          <a:solidFill xmlns:a="http://schemas.openxmlformats.org/drawingml/2006/main">
            <a:srgbClr val="FF8D41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text-99-0">
            <a:extLst xmlns:a="http://schemas.openxmlformats.org/drawingml/2006/main">
              <a:ext uri="{FF2B5EF4-FFF2-40B4-BE49-F238E27FC236}">
                <a16:creationId xmlns:a16="http://schemas.microsoft.com/office/drawing/2014/main" id="{CF020D41-055F-4F4A-B1B6-F0B77DE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4454" y="248524"/>
            <a:ext cx="3685708" cy="2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Recovery Orchestration Agent</a:t>
            </a:r>
          </a:p>
        </p:txBody>
      </p:sp>
      <p:sp>
        <p:nvSpPr>
          <p:cNvPr id="165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E672D132-67B2-4F33-AF36-140901EB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2196" y="646891"/>
            <a:ext cx="3250643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 graph with recovery </a:t>
            </a:r>
          </a:p>
        </p:txBody>
      </p:sp>
      <p:sp>
        <p:nvSpPr>
          <p:cNvPr id="166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E6C016BB-A16A-4F0A-9D65-F0F8E7D6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9717" y="938882"/>
            <a:ext cx="1033176" cy="2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32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2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branches </a:t>
            </a:r>
          </a:p>
        </p:txBody>
      </p:sp>
      <p:sp>
        <p:nvSpPr>
          <p:cNvPr id="167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F3B3EE2A-4C1C-4FC0-868E-DBEA7D3C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4412" y="1362707"/>
            <a:ext cx="562292" cy="562292"/>
          </a:xfrm>
          <a:custGeom xmlns:a="http://schemas.openxmlformats.org/drawingml/2006/main">
            <a:pathLst>
              <a:path w="562292" h="562292">
                <a:moveTo>
                  <a:pt x="84" y="288187"/>
                </a:moveTo>
                <a:lnTo>
                  <a:pt x="0" y="281146"/>
                </a:lnTo>
                <a:lnTo>
                  <a:pt x="84" y="273905"/>
                </a:lnTo>
                <a:lnTo>
                  <a:pt x="366" y="266697"/>
                </a:lnTo>
                <a:lnTo>
                  <a:pt x="818" y="259539"/>
                </a:lnTo>
                <a:lnTo>
                  <a:pt x="1451" y="252314"/>
                </a:lnTo>
                <a:lnTo>
                  <a:pt x="3236" y="238348"/>
                </a:lnTo>
                <a:lnTo>
                  <a:pt x="5706" y="224499"/>
                </a:lnTo>
                <a:lnTo>
                  <a:pt x="8843" y="210901"/>
                </a:lnTo>
                <a:lnTo>
                  <a:pt x="12631" y="197553"/>
                </a:lnTo>
                <a:lnTo>
                  <a:pt x="17052" y="184472"/>
                </a:lnTo>
                <a:lnTo>
                  <a:pt x="17386" y="183654"/>
                </a:lnTo>
                <a:lnTo>
                  <a:pt x="48437" y="195884"/>
                </a:lnTo>
                <a:lnTo>
                  <a:pt x="48254" y="196335"/>
                </a:lnTo>
                <a:lnTo>
                  <a:pt x="48538" y="195568"/>
                </a:lnTo>
                <a:lnTo>
                  <a:pt x="44382" y="207848"/>
                </a:lnTo>
                <a:lnTo>
                  <a:pt x="44633" y="207063"/>
                </a:lnTo>
                <a:lnTo>
                  <a:pt x="41063" y="219611"/>
                </a:lnTo>
                <a:lnTo>
                  <a:pt x="41263" y="218810"/>
                </a:lnTo>
                <a:lnTo>
                  <a:pt x="38310" y="231607"/>
                </a:lnTo>
                <a:lnTo>
                  <a:pt x="38477" y="230773"/>
                </a:lnTo>
                <a:lnTo>
                  <a:pt x="36157" y="243804"/>
                </a:lnTo>
                <a:lnTo>
                  <a:pt x="36290" y="242970"/>
                </a:lnTo>
                <a:lnTo>
                  <a:pt x="34605" y="256202"/>
                </a:lnTo>
                <a:lnTo>
                  <a:pt x="34672" y="255584"/>
                </a:lnTo>
                <a:lnTo>
                  <a:pt x="34071" y="262275"/>
                </a:lnTo>
                <a:lnTo>
                  <a:pt x="34105" y="261858"/>
                </a:lnTo>
                <a:lnTo>
                  <a:pt x="33687" y="268599"/>
                </a:lnTo>
                <a:lnTo>
                  <a:pt x="33704" y="268165"/>
                </a:lnTo>
                <a:lnTo>
                  <a:pt x="33437" y="274956"/>
                </a:lnTo>
                <a:lnTo>
                  <a:pt x="33454" y="274539"/>
                </a:lnTo>
                <a:lnTo>
                  <a:pt x="33370" y="281363"/>
                </a:lnTo>
                <a:lnTo>
                  <a:pt x="33370" y="280929"/>
                </a:lnTo>
                <a:lnTo>
                  <a:pt x="33454" y="287753"/>
                </a:lnTo>
                <a:lnTo>
                  <a:pt x="84" y="288187"/>
                </a:lnTo>
                <a:moveTo>
                  <a:pt x="31602" y="151685"/>
                </a:moveTo>
                <a:lnTo>
                  <a:pt x="33938" y="147130"/>
                </a:lnTo>
                <a:lnTo>
                  <a:pt x="40712" y="135350"/>
                </a:lnTo>
                <a:lnTo>
                  <a:pt x="48020" y="123938"/>
                </a:lnTo>
                <a:lnTo>
                  <a:pt x="55863" y="112925"/>
                </a:lnTo>
                <a:lnTo>
                  <a:pt x="64205" y="102297"/>
                </a:lnTo>
                <a:lnTo>
                  <a:pt x="73032" y="92102"/>
                </a:lnTo>
                <a:lnTo>
                  <a:pt x="82341" y="82341"/>
                </a:lnTo>
                <a:lnTo>
                  <a:pt x="92103" y="73031"/>
                </a:lnTo>
                <a:lnTo>
                  <a:pt x="97208" y="68610"/>
                </a:lnTo>
                <a:lnTo>
                  <a:pt x="119066" y="93838"/>
                </a:lnTo>
                <a:lnTo>
                  <a:pt x="114261" y="97992"/>
                </a:lnTo>
                <a:lnTo>
                  <a:pt x="114844" y="97458"/>
                </a:lnTo>
                <a:lnTo>
                  <a:pt x="105650" y="106218"/>
                </a:lnTo>
                <a:lnTo>
                  <a:pt x="106219" y="105651"/>
                </a:lnTo>
                <a:lnTo>
                  <a:pt x="97458" y="114844"/>
                </a:lnTo>
                <a:lnTo>
                  <a:pt x="97992" y="114261"/>
                </a:lnTo>
                <a:lnTo>
                  <a:pt x="89683" y="123854"/>
                </a:lnTo>
                <a:lnTo>
                  <a:pt x="90200" y="123237"/>
                </a:lnTo>
                <a:lnTo>
                  <a:pt x="82341" y="133232"/>
                </a:lnTo>
                <a:lnTo>
                  <a:pt x="82825" y="132581"/>
                </a:lnTo>
                <a:lnTo>
                  <a:pt x="75450" y="142959"/>
                </a:lnTo>
                <a:lnTo>
                  <a:pt x="75901" y="142292"/>
                </a:lnTo>
                <a:lnTo>
                  <a:pt x="69027" y="153020"/>
                </a:lnTo>
                <a:lnTo>
                  <a:pt x="69444" y="152336"/>
                </a:lnTo>
                <a:lnTo>
                  <a:pt x="63070" y="163398"/>
                </a:lnTo>
                <a:lnTo>
                  <a:pt x="63454" y="162698"/>
                </a:lnTo>
                <a:lnTo>
                  <a:pt x="61302" y="166902"/>
                </a:lnTo>
                <a:lnTo>
                  <a:pt x="31602" y="151685"/>
                </a:lnTo>
                <a:moveTo>
                  <a:pt x="125623" y="46936"/>
                </a:moveTo>
                <a:lnTo>
                  <a:pt x="135350" y="40712"/>
                </a:lnTo>
                <a:lnTo>
                  <a:pt x="147131" y="33938"/>
                </a:lnTo>
                <a:lnTo>
                  <a:pt x="159244" y="27731"/>
                </a:lnTo>
                <a:lnTo>
                  <a:pt x="171708" y="22091"/>
                </a:lnTo>
                <a:lnTo>
                  <a:pt x="184472" y="17052"/>
                </a:lnTo>
                <a:lnTo>
                  <a:pt x="197554" y="12631"/>
                </a:lnTo>
                <a:lnTo>
                  <a:pt x="210902" y="8843"/>
                </a:lnTo>
                <a:lnTo>
                  <a:pt x="222598" y="6140"/>
                </a:lnTo>
                <a:lnTo>
                  <a:pt x="230106" y="38659"/>
                </a:lnTo>
                <a:lnTo>
                  <a:pt x="218810" y="41263"/>
                </a:lnTo>
                <a:lnTo>
                  <a:pt x="219611" y="41062"/>
                </a:lnTo>
                <a:lnTo>
                  <a:pt x="207063" y="44633"/>
                </a:lnTo>
                <a:lnTo>
                  <a:pt x="207847" y="44383"/>
                </a:lnTo>
                <a:lnTo>
                  <a:pt x="195568" y="48537"/>
                </a:lnTo>
                <a:lnTo>
                  <a:pt x="196335" y="48254"/>
                </a:lnTo>
                <a:lnTo>
                  <a:pt x="184321" y="52992"/>
                </a:lnTo>
                <a:lnTo>
                  <a:pt x="185072" y="52675"/>
                </a:lnTo>
                <a:lnTo>
                  <a:pt x="173360" y="57964"/>
                </a:lnTo>
                <a:lnTo>
                  <a:pt x="174094" y="57614"/>
                </a:lnTo>
                <a:lnTo>
                  <a:pt x="162697" y="63454"/>
                </a:lnTo>
                <a:lnTo>
                  <a:pt x="163399" y="63070"/>
                </a:lnTo>
                <a:lnTo>
                  <a:pt x="152337" y="69444"/>
                </a:lnTo>
                <a:lnTo>
                  <a:pt x="153020" y="69027"/>
                </a:lnTo>
                <a:lnTo>
                  <a:pt x="143643" y="75033"/>
                </a:lnTo>
                <a:lnTo>
                  <a:pt x="125623" y="46936"/>
                </a:lnTo>
                <a:moveTo>
                  <a:pt x="257887" y="968"/>
                </a:moveTo>
                <a:lnTo>
                  <a:pt x="259538" y="817"/>
                </a:lnTo>
                <a:lnTo>
                  <a:pt x="266697" y="367"/>
                </a:lnTo>
                <a:lnTo>
                  <a:pt x="273905" y="83"/>
                </a:lnTo>
                <a:lnTo>
                  <a:pt x="281146" y="0"/>
                </a:lnTo>
                <a:lnTo>
                  <a:pt x="288387" y="83"/>
                </a:lnTo>
                <a:lnTo>
                  <a:pt x="295595" y="367"/>
                </a:lnTo>
                <a:lnTo>
                  <a:pt x="302754" y="817"/>
                </a:lnTo>
                <a:lnTo>
                  <a:pt x="309978" y="1452"/>
                </a:lnTo>
                <a:lnTo>
                  <a:pt x="323944" y="3237"/>
                </a:lnTo>
                <a:lnTo>
                  <a:pt x="337792" y="5706"/>
                </a:lnTo>
                <a:lnTo>
                  <a:pt x="351391" y="8843"/>
                </a:lnTo>
                <a:lnTo>
                  <a:pt x="362870" y="12097"/>
                </a:lnTo>
                <a:lnTo>
                  <a:pt x="353743" y="44199"/>
                </a:lnTo>
                <a:lnTo>
                  <a:pt x="342682" y="41062"/>
                </a:lnTo>
                <a:lnTo>
                  <a:pt x="343483" y="41263"/>
                </a:lnTo>
                <a:lnTo>
                  <a:pt x="330684" y="38309"/>
                </a:lnTo>
                <a:lnTo>
                  <a:pt x="331519" y="38476"/>
                </a:lnTo>
                <a:lnTo>
                  <a:pt x="318488" y="36157"/>
                </a:lnTo>
                <a:lnTo>
                  <a:pt x="319322" y="36290"/>
                </a:lnTo>
                <a:lnTo>
                  <a:pt x="306074" y="34605"/>
                </a:lnTo>
                <a:lnTo>
                  <a:pt x="306709" y="34672"/>
                </a:lnTo>
                <a:lnTo>
                  <a:pt x="300017" y="34071"/>
                </a:lnTo>
                <a:lnTo>
                  <a:pt x="300434" y="34104"/>
                </a:lnTo>
                <a:lnTo>
                  <a:pt x="293693" y="33687"/>
                </a:lnTo>
                <a:lnTo>
                  <a:pt x="294127" y="33704"/>
                </a:lnTo>
                <a:lnTo>
                  <a:pt x="287336" y="33437"/>
                </a:lnTo>
                <a:lnTo>
                  <a:pt x="287753" y="33454"/>
                </a:lnTo>
                <a:lnTo>
                  <a:pt x="280928" y="33371"/>
                </a:lnTo>
                <a:lnTo>
                  <a:pt x="281363" y="33371"/>
                </a:lnTo>
                <a:lnTo>
                  <a:pt x="274538" y="33454"/>
                </a:lnTo>
                <a:lnTo>
                  <a:pt x="274956" y="33437"/>
                </a:lnTo>
                <a:lnTo>
                  <a:pt x="268165" y="33704"/>
                </a:lnTo>
                <a:lnTo>
                  <a:pt x="268600" y="33687"/>
                </a:lnTo>
                <a:lnTo>
                  <a:pt x="261858" y="34104"/>
                </a:lnTo>
                <a:lnTo>
                  <a:pt x="262275" y="34071"/>
                </a:lnTo>
                <a:lnTo>
                  <a:pt x="260824" y="34205"/>
                </a:lnTo>
                <a:lnTo>
                  <a:pt x="257887" y="968"/>
                </a:lnTo>
                <a:moveTo>
                  <a:pt x="396374" y="24711"/>
                </a:moveTo>
                <a:lnTo>
                  <a:pt x="403048" y="27731"/>
                </a:lnTo>
                <a:lnTo>
                  <a:pt x="415178" y="33938"/>
                </a:lnTo>
                <a:lnTo>
                  <a:pt x="426942" y="40712"/>
                </a:lnTo>
                <a:lnTo>
                  <a:pt x="438353" y="48020"/>
                </a:lnTo>
                <a:lnTo>
                  <a:pt x="449366" y="55862"/>
                </a:lnTo>
                <a:lnTo>
                  <a:pt x="459995" y="64205"/>
                </a:lnTo>
                <a:lnTo>
                  <a:pt x="470190" y="73031"/>
                </a:lnTo>
                <a:lnTo>
                  <a:pt x="479951" y="82341"/>
                </a:lnTo>
                <a:lnTo>
                  <a:pt x="483020" y="85562"/>
                </a:lnTo>
                <a:lnTo>
                  <a:pt x="458878" y="108604"/>
                </a:lnTo>
                <a:lnTo>
                  <a:pt x="456074" y="105651"/>
                </a:lnTo>
                <a:lnTo>
                  <a:pt x="456641" y="106218"/>
                </a:lnTo>
                <a:lnTo>
                  <a:pt x="447448" y="97458"/>
                </a:lnTo>
                <a:lnTo>
                  <a:pt x="448031" y="97992"/>
                </a:lnTo>
                <a:lnTo>
                  <a:pt x="438437" y="89683"/>
                </a:lnTo>
                <a:lnTo>
                  <a:pt x="439055" y="90200"/>
                </a:lnTo>
                <a:lnTo>
                  <a:pt x="429061" y="82341"/>
                </a:lnTo>
                <a:lnTo>
                  <a:pt x="429712" y="82825"/>
                </a:lnTo>
                <a:lnTo>
                  <a:pt x="419333" y="75450"/>
                </a:lnTo>
                <a:lnTo>
                  <a:pt x="420001" y="75901"/>
                </a:lnTo>
                <a:lnTo>
                  <a:pt x="409272" y="69027"/>
                </a:lnTo>
                <a:lnTo>
                  <a:pt x="409956" y="69444"/>
                </a:lnTo>
                <a:lnTo>
                  <a:pt x="398894" y="63070"/>
                </a:lnTo>
                <a:lnTo>
                  <a:pt x="399594" y="63454"/>
                </a:lnTo>
                <a:lnTo>
                  <a:pt x="388198" y="57614"/>
                </a:lnTo>
                <a:lnTo>
                  <a:pt x="388932" y="57964"/>
                </a:lnTo>
                <a:lnTo>
                  <a:pt x="382642" y="55128"/>
                </a:lnTo>
                <a:lnTo>
                  <a:pt x="396374" y="24711"/>
                </a:lnTo>
                <a:moveTo>
                  <a:pt x="505780" y="112091"/>
                </a:moveTo>
                <a:lnTo>
                  <a:pt x="506430" y="112925"/>
                </a:lnTo>
                <a:lnTo>
                  <a:pt x="514272" y="123938"/>
                </a:lnTo>
                <a:lnTo>
                  <a:pt x="521580" y="135350"/>
                </a:lnTo>
                <a:lnTo>
                  <a:pt x="528355" y="147130"/>
                </a:lnTo>
                <a:lnTo>
                  <a:pt x="534562" y="159244"/>
                </a:lnTo>
                <a:lnTo>
                  <a:pt x="540201" y="171708"/>
                </a:lnTo>
                <a:lnTo>
                  <a:pt x="545239" y="184472"/>
                </a:lnTo>
                <a:lnTo>
                  <a:pt x="549662" y="197553"/>
                </a:lnTo>
                <a:lnTo>
                  <a:pt x="552398" y="207230"/>
                </a:lnTo>
                <a:lnTo>
                  <a:pt x="520312" y="216357"/>
                </a:lnTo>
                <a:lnTo>
                  <a:pt x="517659" y="207063"/>
                </a:lnTo>
                <a:lnTo>
                  <a:pt x="517909" y="207848"/>
                </a:lnTo>
                <a:lnTo>
                  <a:pt x="513755" y="195568"/>
                </a:lnTo>
                <a:lnTo>
                  <a:pt x="514039" y="196335"/>
                </a:lnTo>
                <a:lnTo>
                  <a:pt x="509300" y="184322"/>
                </a:lnTo>
                <a:lnTo>
                  <a:pt x="509617" y="185072"/>
                </a:lnTo>
                <a:lnTo>
                  <a:pt x="504328" y="173360"/>
                </a:lnTo>
                <a:lnTo>
                  <a:pt x="504678" y="174094"/>
                </a:lnTo>
                <a:lnTo>
                  <a:pt x="498838" y="162698"/>
                </a:lnTo>
                <a:lnTo>
                  <a:pt x="499222" y="163398"/>
                </a:lnTo>
                <a:lnTo>
                  <a:pt x="492849" y="152336"/>
                </a:lnTo>
                <a:lnTo>
                  <a:pt x="493265" y="153020"/>
                </a:lnTo>
                <a:lnTo>
                  <a:pt x="486392" y="142292"/>
                </a:lnTo>
                <a:lnTo>
                  <a:pt x="486842" y="142959"/>
                </a:lnTo>
                <a:lnTo>
                  <a:pt x="479468" y="132581"/>
                </a:lnTo>
                <a:lnTo>
                  <a:pt x="479951" y="133232"/>
                </a:lnTo>
                <a:lnTo>
                  <a:pt x="479533" y="132698"/>
                </a:lnTo>
                <a:lnTo>
                  <a:pt x="505780" y="112091"/>
                </a:lnTo>
                <a:moveTo>
                  <a:pt x="559572" y="242353"/>
                </a:moveTo>
                <a:lnTo>
                  <a:pt x="560840" y="252314"/>
                </a:lnTo>
                <a:lnTo>
                  <a:pt x="561475" y="259539"/>
                </a:lnTo>
                <a:lnTo>
                  <a:pt x="561925" y="266697"/>
                </a:lnTo>
                <a:lnTo>
                  <a:pt x="562209" y="273905"/>
                </a:lnTo>
                <a:lnTo>
                  <a:pt x="562292" y="281146"/>
                </a:lnTo>
                <a:lnTo>
                  <a:pt x="562209" y="288387"/>
                </a:lnTo>
                <a:lnTo>
                  <a:pt x="561925" y="295595"/>
                </a:lnTo>
                <a:lnTo>
                  <a:pt x="561475" y="302753"/>
                </a:lnTo>
                <a:lnTo>
                  <a:pt x="560840" y="309978"/>
                </a:lnTo>
                <a:lnTo>
                  <a:pt x="559055" y="323943"/>
                </a:lnTo>
                <a:lnTo>
                  <a:pt x="556586" y="337792"/>
                </a:lnTo>
                <a:lnTo>
                  <a:pt x="554316" y="347603"/>
                </a:lnTo>
                <a:lnTo>
                  <a:pt x="521814" y="340095"/>
                </a:lnTo>
                <a:lnTo>
                  <a:pt x="523983" y="330684"/>
                </a:lnTo>
                <a:lnTo>
                  <a:pt x="523816" y="331519"/>
                </a:lnTo>
                <a:lnTo>
                  <a:pt x="526136" y="318487"/>
                </a:lnTo>
                <a:lnTo>
                  <a:pt x="526002" y="319322"/>
                </a:lnTo>
                <a:lnTo>
                  <a:pt x="527687" y="306090"/>
                </a:lnTo>
                <a:lnTo>
                  <a:pt x="527621" y="306708"/>
                </a:lnTo>
                <a:lnTo>
                  <a:pt x="528222" y="300017"/>
                </a:lnTo>
                <a:lnTo>
                  <a:pt x="528188" y="300434"/>
                </a:lnTo>
                <a:lnTo>
                  <a:pt x="528605" y="293693"/>
                </a:lnTo>
                <a:lnTo>
                  <a:pt x="528588" y="294127"/>
                </a:lnTo>
                <a:lnTo>
                  <a:pt x="528855" y="287336"/>
                </a:lnTo>
                <a:lnTo>
                  <a:pt x="528838" y="287753"/>
                </a:lnTo>
                <a:lnTo>
                  <a:pt x="528922" y="280929"/>
                </a:lnTo>
                <a:lnTo>
                  <a:pt x="528922" y="281363"/>
                </a:lnTo>
                <a:lnTo>
                  <a:pt x="528838" y="274539"/>
                </a:lnTo>
                <a:lnTo>
                  <a:pt x="528855" y="274956"/>
                </a:lnTo>
                <a:lnTo>
                  <a:pt x="528588" y="268165"/>
                </a:lnTo>
                <a:lnTo>
                  <a:pt x="528605" y="268599"/>
                </a:lnTo>
                <a:lnTo>
                  <a:pt x="528188" y="261858"/>
                </a:lnTo>
                <a:lnTo>
                  <a:pt x="528222" y="262275"/>
                </a:lnTo>
                <a:lnTo>
                  <a:pt x="527621" y="255584"/>
                </a:lnTo>
                <a:lnTo>
                  <a:pt x="527687" y="256202"/>
                </a:lnTo>
                <a:lnTo>
                  <a:pt x="526469" y="246574"/>
                </a:lnTo>
                <a:lnTo>
                  <a:pt x="559572" y="242353"/>
                </a:lnTo>
                <a:moveTo>
                  <a:pt x="543655" y="381791"/>
                </a:moveTo>
                <a:lnTo>
                  <a:pt x="540201" y="390584"/>
                </a:lnTo>
                <a:lnTo>
                  <a:pt x="534562" y="403048"/>
                </a:lnTo>
                <a:lnTo>
                  <a:pt x="528355" y="415162"/>
                </a:lnTo>
                <a:lnTo>
                  <a:pt x="521580" y="426942"/>
                </a:lnTo>
                <a:lnTo>
                  <a:pt x="514272" y="438354"/>
                </a:lnTo>
                <a:lnTo>
                  <a:pt x="506430" y="449366"/>
                </a:lnTo>
                <a:lnTo>
                  <a:pt x="498087" y="459995"/>
                </a:lnTo>
                <a:lnTo>
                  <a:pt x="489261" y="470190"/>
                </a:lnTo>
                <a:lnTo>
                  <a:pt x="487759" y="471758"/>
                </a:lnTo>
                <a:lnTo>
                  <a:pt x="463616" y="448716"/>
                </a:lnTo>
                <a:lnTo>
                  <a:pt x="464834" y="447448"/>
                </a:lnTo>
                <a:lnTo>
                  <a:pt x="464300" y="448032"/>
                </a:lnTo>
                <a:lnTo>
                  <a:pt x="472609" y="438438"/>
                </a:lnTo>
                <a:lnTo>
                  <a:pt x="472092" y="439055"/>
                </a:lnTo>
                <a:lnTo>
                  <a:pt x="479951" y="429061"/>
                </a:lnTo>
                <a:lnTo>
                  <a:pt x="479468" y="429711"/>
                </a:lnTo>
                <a:lnTo>
                  <a:pt x="486842" y="419333"/>
                </a:lnTo>
                <a:lnTo>
                  <a:pt x="486392" y="420001"/>
                </a:lnTo>
                <a:lnTo>
                  <a:pt x="493265" y="409272"/>
                </a:lnTo>
                <a:lnTo>
                  <a:pt x="492849" y="409956"/>
                </a:lnTo>
                <a:lnTo>
                  <a:pt x="499222" y="398894"/>
                </a:lnTo>
                <a:lnTo>
                  <a:pt x="498838" y="399594"/>
                </a:lnTo>
                <a:lnTo>
                  <a:pt x="504678" y="388199"/>
                </a:lnTo>
                <a:lnTo>
                  <a:pt x="504328" y="388933"/>
                </a:lnTo>
                <a:lnTo>
                  <a:pt x="509617" y="377220"/>
                </a:lnTo>
                <a:lnTo>
                  <a:pt x="509300" y="377970"/>
                </a:lnTo>
                <a:lnTo>
                  <a:pt x="512621" y="369561"/>
                </a:lnTo>
                <a:lnTo>
                  <a:pt x="543655" y="381791"/>
                </a:lnTo>
                <a:moveTo>
                  <a:pt x="462514" y="495902"/>
                </a:moveTo>
                <a:lnTo>
                  <a:pt x="459995" y="498087"/>
                </a:lnTo>
                <a:lnTo>
                  <a:pt x="449366" y="506430"/>
                </a:lnTo>
                <a:lnTo>
                  <a:pt x="438353" y="514272"/>
                </a:lnTo>
                <a:lnTo>
                  <a:pt x="426942" y="521580"/>
                </a:lnTo>
                <a:lnTo>
                  <a:pt x="415178" y="528354"/>
                </a:lnTo>
                <a:lnTo>
                  <a:pt x="403048" y="534561"/>
                </a:lnTo>
                <a:lnTo>
                  <a:pt x="390585" y="540201"/>
                </a:lnTo>
                <a:lnTo>
                  <a:pt x="377820" y="545240"/>
                </a:lnTo>
                <a:lnTo>
                  <a:pt x="370196" y="547809"/>
                </a:lnTo>
                <a:lnTo>
                  <a:pt x="359500" y="516207"/>
                </a:lnTo>
                <a:lnTo>
                  <a:pt x="366725" y="513755"/>
                </a:lnTo>
                <a:lnTo>
                  <a:pt x="365957" y="514038"/>
                </a:lnTo>
                <a:lnTo>
                  <a:pt x="377971" y="509300"/>
                </a:lnTo>
                <a:lnTo>
                  <a:pt x="377219" y="509617"/>
                </a:lnTo>
                <a:lnTo>
                  <a:pt x="388932" y="504328"/>
                </a:lnTo>
                <a:lnTo>
                  <a:pt x="388198" y="504678"/>
                </a:lnTo>
                <a:lnTo>
                  <a:pt x="399594" y="498838"/>
                </a:lnTo>
                <a:lnTo>
                  <a:pt x="398894" y="499222"/>
                </a:lnTo>
                <a:lnTo>
                  <a:pt x="409956" y="492848"/>
                </a:lnTo>
                <a:lnTo>
                  <a:pt x="409272" y="493265"/>
                </a:lnTo>
                <a:lnTo>
                  <a:pt x="420001" y="486391"/>
                </a:lnTo>
                <a:lnTo>
                  <a:pt x="419333" y="486842"/>
                </a:lnTo>
                <a:lnTo>
                  <a:pt x="429712" y="479467"/>
                </a:lnTo>
                <a:lnTo>
                  <a:pt x="429061" y="479950"/>
                </a:lnTo>
                <a:lnTo>
                  <a:pt x="439055" y="472092"/>
                </a:lnTo>
                <a:lnTo>
                  <a:pt x="438437" y="472609"/>
                </a:lnTo>
                <a:lnTo>
                  <a:pt x="440674" y="470673"/>
                </a:lnTo>
                <a:lnTo>
                  <a:pt x="462514" y="495902"/>
                </a:lnTo>
                <a:moveTo>
                  <a:pt x="335540" y="556986"/>
                </a:moveTo>
                <a:lnTo>
                  <a:pt x="323944" y="559055"/>
                </a:lnTo>
                <a:lnTo>
                  <a:pt x="309978" y="560840"/>
                </a:lnTo>
                <a:lnTo>
                  <a:pt x="302754" y="561474"/>
                </a:lnTo>
                <a:lnTo>
                  <a:pt x="295595" y="561925"/>
                </a:lnTo>
                <a:lnTo>
                  <a:pt x="288387" y="562209"/>
                </a:lnTo>
                <a:lnTo>
                  <a:pt x="281146" y="562292"/>
                </a:lnTo>
                <a:lnTo>
                  <a:pt x="273905" y="562209"/>
                </a:lnTo>
                <a:lnTo>
                  <a:pt x="266697" y="561925"/>
                </a:lnTo>
                <a:lnTo>
                  <a:pt x="259538" y="561474"/>
                </a:lnTo>
                <a:lnTo>
                  <a:pt x="252314" y="560840"/>
                </a:lnTo>
                <a:lnTo>
                  <a:pt x="238348" y="559055"/>
                </a:lnTo>
                <a:lnTo>
                  <a:pt x="230172" y="557604"/>
                </a:lnTo>
                <a:lnTo>
                  <a:pt x="236029" y="524750"/>
                </a:lnTo>
                <a:lnTo>
                  <a:pt x="243805" y="526135"/>
                </a:lnTo>
                <a:lnTo>
                  <a:pt x="242970" y="526002"/>
                </a:lnTo>
                <a:lnTo>
                  <a:pt x="256202" y="527687"/>
                </a:lnTo>
                <a:lnTo>
                  <a:pt x="255584" y="527620"/>
                </a:lnTo>
                <a:lnTo>
                  <a:pt x="262275" y="528221"/>
                </a:lnTo>
                <a:lnTo>
                  <a:pt x="261858" y="528188"/>
                </a:lnTo>
                <a:lnTo>
                  <a:pt x="268600" y="528605"/>
                </a:lnTo>
                <a:lnTo>
                  <a:pt x="268165" y="528588"/>
                </a:lnTo>
                <a:lnTo>
                  <a:pt x="274956" y="528855"/>
                </a:lnTo>
                <a:lnTo>
                  <a:pt x="274538" y="528838"/>
                </a:lnTo>
                <a:lnTo>
                  <a:pt x="281363" y="528922"/>
                </a:lnTo>
                <a:lnTo>
                  <a:pt x="280928" y="528922"/>
                </a:lnTo>
                <a:lnTo>
                  <a:pt x="287753" y="528838"/>
                </a:lnTo>
                <a:lnTo>
                  <a:pt x="287336" y="528855"/>
                </a:lnTo>
                <a:lnTo>
                  <a:pt x="294127" y="528588"/>
                </a:lnTo>
                <a:lnTo>
                  <a:pt x="293693" y="528605"/>
                </a:lnTo>
                <a:lnTo>
                  <a:pt x="300434" y="528188"/>
                </a:lnTo>
                <a:lnTo>
                  <a:pt x="300017" y="528221"/>
                </a:lnTo>
                <a:lnTo>
                  <a:pt x="306709" y="527620"/>
                </a:lnTo>
                <a:lnTo>
                  <a:pt x="306074" y="527687"/>
                </a:lnTo>
                <a:lnTo>
                  <a:pt x="319322" y="526002"/>
                </a:lnTo>
                <a:lnTo>
                  <a:pt x="318488" y="526135"/>
                </a:lnTo>
                <a:lnTo>
                  <a:pt x="329683" y="524133"/>
                </a:lnTo>
                <a:lnTo>
                  <a:pt x="335540" y="556986"/>
                </a:lnTo>
                <a:moveTo>
                  <a:pt x="195401" y="548927"/>
                </a:moveTo>
                <a:lnTo>
                  <a:pt x="184472" y="545240"/>
                </a:lnTo>
                <a:lnTo>
                  <a:pt x="171708" y="540201"/>
                </a:lnTo>
                <a:lnTo>
                  <a:pt x="159244" y="534561"/>
                </a:lnTo>
                <a:lnTo>
                  <a:pt x="147131" y="528354"/>
                </a:lnTo>
                <a:lnTo>
                  <a:pt x="135350" y="521580"/>
                </a:lnTo>
                <a:lnTo>
                  <a:pt x="123938" y="514272"/>
                </a:lnTo>
                <a:lnTo>
                  <a:pt x="112926" y="506430"/>
                </a:lnTo>
                <a:lnTo>
                  <a:pt x="103032" y="498671"/>
                </a:lnTo>
                <a:lnTo>
                  <a:pt x="123654" y="472425"/>
                </a:lnTo>
                <a:lnTo>
                  <a:pt x="133231" y="479950"/>
                </a:lnTo>
                <a:lnTo>
                  <a:pt x="132581" y="479467"/>
                </a:lnTo>
                <a:lnTo>
                  <a:pt x="142959" y="486842"/>
                </a:lnTo>
                <a:lnTo>
                  <a:pt x="142292" y="486391"/>
                </a:lnTo>
                <a:lnTo>
                  <a:pt x="153020" y="493265"/>
                </a:lnTo>
                <a:lnTo>
                  <a:pt x="152337" y="492848"/>
                </a:lnTo>
                <a:lnTo>
                  <a:pt x="163399" y="499222"/>
                </a:lnTo>
                <a:lnTo>
                  <a:pt x="162697" y="498838"/>
                </a:lnTo>
                <a:lnTo>
                  <a:pt x="174094" y="504678"/>
                </a:lnTo>
                <a:lnTo>
                  <a:pt x="173360" y="504328"/>
                </a:lnTo>
                <a:lnTo>
                  <a:pt x="185072" y="509617"/>
                </a:lnTo>
                <a:lnTo>
                  <a:pt x="184321" y="509300"/>
                </a:lnTo>
                <a:lnTo>
                  <a:pt x="196335" y="514038"/>
                </a:lnTo>
                <a:lnTo>
                  <a:pt x="195568" y="513755"/>
                </a:lnTo>
                <a:lnTo>
                  <a:pt x="206096" y="517325"/>
                </a:lnTo>
                <a:lnTo>
                  <a:pt x="195401" y="548927"/>
                </a:lnTo>
                <a:moveTo>
                  <a:pt x="76918" y="474261"/>
                </a:moveTo>
                <a:lnTo>
                  <a:pt x="73032" y="470190"/>
                </a:lnTo>
                <a:lnTo>
                  <a:pt x="64205" y="459995"/>
                </a:lnTo>
                <a:lnTo>
                  <a:pt x="55863" y="449366"/>
                </a:lnTo>
                <a:lnTo>
                  <a:pt x="48020" y="438354"/>
                </a:lnTo>
                <a:lnTo>
                  <a:pt x="40712" y="426942"/>
                </a:lnTo>
                <a:lnTo>
                  <a:pt x="33938" y="415162"/>
                </a:lnTo>
                <a:lnTo>
                  <a:pt x="27731" y="403048"/>
                </a:lnTo>
                <a:lnTo>
                  <a:pt x="22091" y="390584"/>
                </a:lnTo>
                <a:lnTo>
                  <a:pt x="19905" y="385028"/>
                </a:lnTo>
                <a:lnTo>
                  <a:pt x="50957" y="372798"/>
                </a:lnTo>
                <a:lnTo>
                  <a:pt x="52993" y="377970"/>
                </a:lnTo>
                <a:lnTo>
                  <a:pt x="52675" y="377220"/>
                </a:lnTo>
                <a:lnTo>
                  <a:pt x="57964" y="388933"/>
                </a:lnTo>
                <a:lnTo>
                  <a:pt x="57614" y="388199"/>
                </a:lnTo>
                <a:lnTo>
                  <a:pt x="63454" y="399594"/>
                </a:lnTo>
                <a:lnTo>
                  <a:pt x="63070" y="398894"/>
                </a:lnTo>
                <a:lnTo>
                  <a:pt x="69444" y="409956"/>
                </a:lnTo>
                <a:lnTo>
                  <a:pt x="69027" y="409272"/>
                </a:lnTo>
                <a:lnTo>
                  <a:pt x="75901" y="420001"/>
                </a:lnTo>
                <a:lnTo>
                  <a:pt x="75450" y="419333"/>
                </a:lnTo>
                <a:lnTo>
                  <a:pt x="82825" y="429711"/>
                </a:lnTo>
                <a:lnTo>
                  <a:pt x="82341" y="429061"/>
                </a:lnTo>
                <a:lnTo>
                  <a:pt x="90200" y="439055"/>
                </a:lnTo>
                <a:lnTo>
                  <a:pt x="89683" y="438438"/>
                </a:lnTo>
                <a:lnTo>
                  <a:pt x="97992" y="448032"/>
                </a:lnTo>
                <a:lnTo>
                  <a:pt x="97458" y="447448"/>
                </a:lnTo>
                <a:lnTo>
                  <a:pt x="101079" y="451235"/>
                </a:lnTo>
                <a:lnTo>
                  <a:pt x="76918" y="474261"/>
                </a:lnTo>
                <a:moveTo>
                  <a:pt x="8761" y="350990"/>
                </a:moveTo>
                <a:lnTo>
                  <a:pt x="5706" y="337792"/>
                </a:lnTo>
                <a:lnTo>
                  <a:pt x="3236" y="323943"/>
                </a:lnTo>
                <a:lnTo>
                  <a:pt x="1451" y="309978"/>
                </a:lnTo>
                <a:lnTo>
                  <a:pt x="818" y="302753"/>
                </a:lnTo>
                <a:lnTo>
                  <a:pt x="366" y="295595"/>
                </a:lnTo>
                <a:lnTo>
                  <a:pt x="99" y="288604"/>
                </a:lnTo>
                <a:lnTo>
                  <a:pt x="33437" y="287336"/>
                </a:lnTo>
                <a:lnTo>
                  <a:pt x="33704" y="294127"/>
                </a:lnTo>
                <a:lnTo>
                  <a:pt x="33687" y="293693"/>
                </a:lnTo>
                <a:lnTo>
                  <a:pt x="34105" y="300434"/>
                </a:lnTo>
                <a:lnTo>
                  <a:pt x="34071" y="300017"/>
                </a:lnTo>
                <a:lnTo>
                  <a:pt x="34672" y="306708"/>
                </a:lnTo>
                <a:lnTo>
                  <a:pt x="34605" y="306090"/>
                </a:lnTo>
                <a:lnTo>
                  <a:pt x="36290" y="319322"/>
                </a:lnTo>
                <a:lnTo>
                  <a:pt x="36157" y="318487"/>
                </a:lnTo>
                <a:lnTo>
                  <a:pt x="38477" y="331519"/>
                </a:lnTo>
                <a:lnTo>
                  <a:pt x="38310" y="330684"/>
                </a:lnTo>
                <a:lnTo>
                  <a:pt x="41263" y="343482"/>
                </a:lnTo>
                <a:lnTo>
                  <a:pt x="8761" y="35099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4726B0CB-3D90-44B2-B6BB-976FDD6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8573" y="2577392"/>
            <a:ext cx="562291" cy="562292"/>
          </a:xfrm>
          <a:custGeom xmlns:a="http://schemas.openxmlformats.org/drawingml/2006/main">
            <a:pathLst>
              <a:path w="562291" h="562292">
                <a:moveTo>
                  <a:pt x="84" y="288187"/>
                </a:moveTo>
                <a:lnTo>
                  <a:pt x="0" y="281146"/>
                </a:lnTo>
                <a:lnTo>
                  <a:pt x="84" y="273905"/>
                </a:lnTo>
                <a:lnTo>
                  <a:pt x="366" y="266696"/>
                </a:lnTo>
                <a:lnTo>
                  <a:pt x="816" y="259539"/>
                </a:lnTo>
                <a:lnTo>
                  <a:pt x="1451" y="252314"/>
                </a:lnTo>
                <a:lnTo>
                  <a:pt x="3236" y="238348"/>
                </a:lnTo>
                <a:lnTo>
                  <a:pt x="5706" y="224500"/>
                </a:lnTo>
                <a:lnTo>
                  <a:pt x="8842" y="210902"/>
                </a:lnTo>
                <a:lnTo>
                  <a:pt x="12630" y="197553"/>
                </a:lnTo>
                <a:lnTo>
                  <a:pt x="17052" y="184472"/>
                </a:lnTo>
                <a:lnTo>
                  <a:pt x="17386" y="183654"/>
                </a:lnTo>
                <a:lnTo>
                  <a:pt x="48437" y="195885"/>
                </a:lnTo>
                <a:lnTo>
                  <a:pt x="48253" y="196335"/>
                </a:lnTo>
                <a:lnTo>
                  <a:pt x="48537" y="195568"/>
                </a:lnTo>
                <a:lnTo>
                  <a:pt x="44382" y="207848"/>
                </a:lnTo>
                <a:lnTo>
                  <a:pt x="44633" y="207064"/>
                </a:lnTo>
                <a:lnTo>
                  <a:pt x="41062" y="219611"/>
                </a:lnTo>
                <a:lnTo>
                  <a:pt x="41261" y="218810"/>
                </a:lnTo>
                <a:lnTo>
                  <a:pt x="38309" y="231608"/>
                </a:lnTo>
                <a:lnTo>
                  <a:pt x="38475" y="230774"/>
                </a:lnTo>
                <a:lnTo>
                  <a:pt x="36157" y="243804"/>
                </a:lnTo>
                <a:lnTo>
                  <a:pt x="36290" y="242970"/>
                </a:lnTo>
                <a:lnTo>
                  <a:pt x="34604" y="256201"/>
                </a:lnTo>
                <a:lnTo>
                  <a:pt x="34671" y="255584"/>
                </a:lnTo>
                <a:lnTo>
                  <a:pt x="34071" y="262275"/>
                </a:lnTo>
                <a:lnTo>
                  <a:pt x="34104" y="261858"/>
                </a:lnTo>
                <a:lnTo>
                  <a:pt x="33687" y="268599"/>
                </a:lnTo>
                <a:lnTo>
                  <a:pt x="33703" y="268165"/>
                </a:lnTo>
                <a:lnTo>
                  <a:pt x="33437" y="274955"/>
                </a:lnTo>
                <a:lnTo>
                  <a:pt x="33454" y="274539"/>
                </a:lnTo>
                <a:lnTo>
                  <a:pt x="33370" y="281363"/>
                </a:lnTo>
                <a:lnTo>
                  <a:pt x="33370" y="280929"/>
                </a:lnTo>
                <a:lnTo>
                  <a:pt x="33454" y="287754"/>
                </a:lnTo>
                <a:lnTo>
                  <a:pt x="84" y="288187"/>
                </a:lnTo>
                <a:moveTo>
                  <a:pt x="31601" y="151685"/>
                </a:moveTo>
                <a:lnTo>
                  <a:pt x="33937" y="147114"/>
                </a:lnTo>
                <a:lnTo>
                  <a:pt x="40712" y="135351"/>
                </a:lnTo>
                <a:lnTo>
                  <a:pt x="48020" y="123938"/>
                </a:lnTo>
                <a:lnTo>
                  <a:pt x="55861" y="112925"/>
                </a:lnTo>
                <a:lnTo>
                  <a:pt x="64204" y="102297"/>
                </a:lnTo>
                <a:lnTo>
                  <a:pt x="73030" y="92103"/>
                </a:lnTo>
                <a:lnTo>
                  <a:pt x="82341" y="82342"/>
                </a:lnTo>
                <a:lnTo>
                  <a:pt x="92101" y="73031"/>
                </a:lnTo>
                <a:lnTo>
                  <a:pt x="97208" y="68610"/>
                </a:lnTo>
                <a:lnTo>
                  <a:pt x="119066" y="93838"/>
                </a:lnTo>
                <a:lnTo>
                  <a:pt x="114260" y="97992"/>
                </a:lnTo>
                <a:lnTo>
                  <a:pt x="114844" y="97458"/>
                </a:lnTo>
                <a:lnTo>
                  <a:pt x="105650" y="106218"/>
                </a:lnTo>
                <a:lnTo>
                  <a:pt x="106217" y="105651"/>
                </a:lnTo>
                <a:lnTo>
                  <a:pt x="97458" y="114845"/>
                </a:lnTo>
                <a:lnTo>
                  <a:pt x="97992" y="114260"/>
                </a:lnTo>
                <a:lnTo>
                  <a:pt x="89683" y="123855"/>
                </a:lnTo>
                <a:lnTo>
                  <a:pt x="90200" y="123237"/>
                </a:lnTo>
                <a:lnTo>
                  <a:pt x="82341" y="133232"/>
                </a:lnTo>
                <a:lnTo>
                  <a:pt x="82825" y="132581"/>
                </a:lnTo>
                <a:lnTo>
                  <a:pt x="75450" y="142959"/>
                </a:lnTo>
                <a:lnTo>
                  <a:pt x="75900" y="142292"/>
                </a:lnTo>
                <a:lnTo>
                  <a:pt x="69026" y="153020"/>
                </a:lnTo>
                <a:lnTo>
                  <a:pt x="69443" y="152336"/>
                </a:lnTo>
                <a:lnTo>
                  <a:pt x="63069" y="163398"/>
                </a:lnTo>
                <a:lnTo>
                  <a:pt x="63453" y="162698"/>
                </a:lnTo>
                <a:lnTo>
                  <a:pt x="61301" y="166902"/>
                </a:lnTo>
                <a:lnTo>
                  <a:pt x="31601" y="151685"/>
                </a:lnTo>
                <a:moveTo>
                  <a:pt x="125623" y="46935"/>
                </a:moveTo>
                <a:lnTo>
                  <a:pt x="135350" y="40712"/>
                </a:lnTo>
                <a:lnTo>
                  <a:pt x="147130" y="33938"/>
                </a:lnTo>
                <a:lnTo>
                  <a:pt x="159242" y="27730"/>
                </a:lnTo>
                <a:lnTo>
                  <a:pt x="171706" y="22091"/>
                </a:lnTo>
                <a:lnTo>
                  <a:pt x="184471" y="17052"/>
                </a:lnTo>
                <a:lnTo>
                  <a:pt x="197552" y="12631"/>
                </a:lnTo>
                <a:lnTo>
                  <a:pt x="210900" y="8843"/>
                </a:lnTo>
                <a:lnTo>
                  <a:pt x="222598" y="6140"/>
                </a:lnTo>
                <a:lnTo>
                  <a:pt x="230105" y="38660"/>
                </a:lnTo>
                <a:lnTo>
                  <a:pt x="218809" y="41263"/>
                </a:lnTo>
                <a:lnTo>
                  <a:pt x="219610" y="41062"/>
                </a:lnTo>
                <a:lnTo>
                  <a:pt x="207063" y="44633"/>
                </a:lnTo>
                <a:lnTo>
                  <a:pt x="207847" y="44383"/>
                </a:lnTo>
                <a:lnTo>
                  <a:pt x="195566" y="48537"/>
                </a:lnTo>
                <a:lnTo>
                  <a:pt x="196335" y="48254"/>
                </a:lnTo>
                <a:lnTo>
                  <a:pt x="184321" y="52993"/>
                </a:lnTo>
                <a:lnTo>
                  <a:pt x="185072" y="52675"/>
                </a:lnTo>
                <a:lnTo>
                  <a:pt x="173359" y="57964"/>
                </a:lnTo>
                <a:lnTo>
                  <a:pt x="174093" y="57614"/>
                </a:lnTo>
                <a:lnTo>
                  <a:pt x="162697" y="63454"/>
                </a:lnTo>
                <a:lnTo>
                  <a:pt x="163398" y="63070"/>
                </a:lnTo>
                <a:lnTo>
                  <a:pt x="152336" y="69444"/>
                </a:lnTo>
                <a:lnTo>
                  <a:pt x="153019" y="69027"/>
                </a:lnTo>
                <a:lnTo>
                  <a:pt x="143642" y="75033"/>
                </a:lnTo>
                <a:lnTo>
                  <a:pt x="125623" y="46935"/>
                </a:lnTo>
                <a:moveTo>
                  <a:pt x="257887" y="968"/>
                </a:moveTo>
                <a:lnTo>
                  <a:pt x="259538" y="818"/>
                </a:lnTo>
                <a:lnTo>
                  <a:pt x="266696" y="367"/>
                </a:lnTo>
                <a:lnTo>
                  <a:pt x="273903" y="83"/>
                </a:lnTo>
                <a:lnTo>
                  <a:pt x="281146" y="0"/>
                </a:lnTo>
                <a:lnTo>
                  <a:pt x="288387" y="83"/>
                </a:lnTo>
                <a:lnTo>
                  <a:pt x="295595" y="367"/>
                </a:lnTo>
                <a:lnTo>
                  <a:pt x="302752" y="818"/>
                </a:lnTo>
                <a:lnTo>
                  <a:pt x="309978" y="1452"/>
                </a:lnTo>
                <a:lnTo>
                  <a:pt x="323943" y="3237"/>
                </a:lnTo>
                <a:lnTo>
                  <a:pt x="337792" y="5706"/>
                </a:lnTo>
                <a:lnTo>
                  <a:pt x="351391" y="8843"/>
                </a:lnTo>
                <a:lnTo>
                  <a:pt x="362870" y="12097"/>
                </a:lnTo>
                <a:lnTo>
                  <a:pt x="353760" y="44199"/>
                </a:lnTo>
                <a:lnTo>
                  <a:pt x="342680" y="41062"/>
                </a:lnTo>
                <a:lnTo>
                  <a:pt x="343482" y="41263"/>
                </a:lnTo>
                <a:lnTo>
                  <a:pt x="330684" y="38309"/>
                </a:lnTo>
                <a:lnTo>
                  <a:pt x="331518" y="38476"/>
                </a:lnTo>
                <a:lnTo>
                  <a:pt x="318486" y="36157"/>
                </a:lnTo>
                <a:lnTo>
                  <a:pt x="319322" y="36290"/>
                </a:lnTo>
                <a:lnTo>
                  <a:pt x="306089" y="34605"/>
                </a:lnTo>
                <a:lnTo>
                  <a:pt x="306707" y="34672"/>
                </a:lnTo>
                <a:lnTo>
                  <a:pt x="300017" y="34071"/>
                </a:lnTo>
                <a:lnTo>
                  <a:pt x="300433" y="34105"/>
                </a:lnTo>
                <a:lnTo>
                  <a:pt x="293693" y="33687"/>
                </a:lnTo>
                <a:lnTo>
                  <a:pt x="294127" y="33704"/>
                </a:lnTo>
                <a:lnTo>
                  <a:pt x="287335" y="33437"/>
                </a:lnTo>
                <a:lnTo>
                  <a:pt x="287753" y="33454"/>
                </a:lnTo>
                <a:lnTo>
                  <a:pt x="280928" y="33371"/>
                </a:lnTo>
                <a:lnTo>
                  <a:pt x="281363" y="33371"/>
                </a:lnTo>
                <a:lnTo>
                  <a:pt x="274538" y="33454"/>
                </a:lnTo>
                <a:lnTo>
                  <a:pt x="274956" y="33437"/>
                </a:lnTo>
                <a:lnTo>
                  <a:pt x="268164" y="33704"/>
                </a:lnTo>
                <a:lnTo>
                  <a:pt x="268598" y="33687"/>
                </a:lnTo>
                <a:lnTo>
                  <a:pt x="261857" y="34105"/>
                </a:lnTo>
                <a:lnTo>
                  <a:pt x="262275" y="34071"/>
                </a:lnTo>
                <a:lnTo>
                  <a:pt x="260823" y="34204"/>
                </a:lnTo>
                <a:lnTo>
                  <a:pt x="257887" y="968"/>
                </a:lnTo>
                <a:moveTo>
                  <a:pt x="396373" y="24711"/>
                </a:moveTo>
                <a:lnTo>
                  <a:pt x="403048" y="27730"/>
                </a:lnTo>
                <a:lnTo>
                  <a:pt x="415178" y="33938"/>
                </a:lnTo>
                <a:lnTo>
                  <a:pt x="426940" y="40712"/>
                </a:lnTo>
                <a:lnTo>
                  <a:pt x="438353" y="48020"/>
                </a:lnTo>
                <a:lnTo>
                  <a:pt x="449366" y="55862"/>
                </a:lnTo>
                <a:lnTo>
                  <a:pt x="459994" y="64205"/>
                </a:lnTo>
                <a:lnTo>
                  <a:pt x="470189" y="73031"/>
                </a:lnTo>
                <a:lnTo>
                  <a:pt x="479950" y="82342"/>
                </a:lnTo>
                <a:lnTo>
                  <a:pt x="483020" y="85561"/>
                </a:lnTo>
                <a:lnTo>
                  <a:pt x="458876" y="108588"/>
                </a:lnTo>
                <a:lnTo>
                  <a:pt x="456073" y="105651"/>
                </a:lnTo>
                <a:lnTo>
                  <a:pt x="456641" y="106218"/>
                </a:lnTo>
                <a:lnTo>
                  <a:pt x="447447" y="97458"/>
                </a:lnTo>
                <a:lnTo>
                  <a:pt x="448031" y="97992"/>
                </a:lnTo>
                <a:lnTo>
                  <a:pt x="438437" y="89683"/>
                </a:lnTo>
                <a:lnTo>
                  <a:pt x="439055" y="90200"/>
                </a:lnTo>
                <a:lnTo>
                  <a:pt x="429060" y="82342"/>
                </a:lnTo>
                <a:lnTo>
                  <a:pt x="429711" y="82825"/>
                </a:lnTo>
                <a:lnTo>
                  <a:pt x="419333" y="75450"/>
                </a:lnTo>
                <a:lnTo>
                  <a:pt x="420001" y="75901"/>
                </a:lnTo>
                <a:lnTo>
                  <a:pt x="409272" y="69027"/>
                </a:lnTo>
                <a:lnTo>
                  <a:pt x="409955" y="69444"/>
                </a:lnTo>
                <a:lnTo>
                  <a:pt x="398894" y="63070"/>
                </a:lnTo>
                <a:lnTo>
                  <a:pt x="399594" y="63454"/>
                </a:lnTo>
                <a:lnTo>
                  <a:pt x="388198" y="57614"/>
                </a:lnTo>
                <a:lnTo>
                  <a:pt x="388932" y="57964"/>
                </a:lnTo>
                <a:lnTo>
                  <a:pt x="382641" y="55128"/>
                </a:lnTo>
                <a:lnTo>
                  <a:pt x="396373" y="24711"/>
                </a:lnTo>
                <a:moveTo>
                  <a:pt x="505779" y="112091"/>
                </a:moveTo>
                <a:lnTo>
                  <a:pt x="506429" y="112925"/>
                </a:lnTo>
                <a:lnTo>
                  <a:pt x="514272" y="123938"/>
                </a:lnTo>
                <a:lnTo>
                  <a:pt x="521579" y="135351"/>
                </a:lnTo>
                <a:lnTo>
                  <a:pt x="528353" y="147114"/>
                </a:lnTo>
                <a:lnTo>
                  <a:pt x="534560" y="159244"/>
                </a:lnTo>
                <a:lnTo>
                  <a:pt x="540201" y="171708"/>
                </a:lnTo>
                <a:lnTo>
                  <a:pt x="545239" y="184472"/>
                </a:lnTo>
                <a:lnTo>
                  <a:pt x="549662" y="197553"/>
                </a:lnTo>
                <a:lnTo>
                  <a:pt x="552414" y="207231"/>
                </a:lnTo>
                <a:lnTo>
                  <a:pt x="520311" y="216357"/>
                </a:lnTo>
                <a:lnTo>
                  <a:pt x="517659" y="207064"/>
                </a:lnTo>
                <a:lnTo>
                  <a:pt x="517909" y="207848"/>
                </a:lnTo>
                <a:lnTo>
                  <a:pt x="513754" y="195568"/>
                </a:lnTo>
                <a:lnTo>
                  <a:pt x="514038" y="196335"/>
                </a:lnTo>
                <a:lnTo>
                  <a:pt x="509299" y="184322"/>
                </a:lnTo>
                <a:lnTo>
                  <a:pt x="509617" y="185073"/>
                </a:lnTo>
                <a:lnTo>
                  <a:pt x="504327" y="173359"/>
                </a:lnTo>
                <a:lnTo>
                  <a:pt x="504677" y="174094"/>
                </a:lnTo>
                <a:lnTo>
                  <a:pt x="498837" y="162698"/>
                </a:lnTo>
                <a:lnTo>
                  <a:pt x="499222" y="163398"/>
                </a:lnTo>
                <a:lnTo>
                  <a:pt x="492847" y="152336"/>
                </a:lnTo>
                <a:lnTo>
                  <a:pt x="493282" y="153020"/>
                </a:lnTo>
                <a:lnTo>
                  <a:pt x="486391" y="142292"/>
                </a:lnTo>
                <a:lnTo>
                  <a:pt x="486841" y="142959"/>
                </a:lnTo>
                <a:lnTo>
                  <a:pt x="479466" y="132581"/>
                </a:lnTo>
                <a:lnTo>
                  <a:pt x="479950" y="133232"/>
                </a:lnTo>
                <a:lnTo>
                  <a:pt x="479533" y="132697"/>
                </a:lnTo>
                <a:lnTo>
                  <a:pt x="505779" y="112091"/>
                </a:lnTo>
                <a:moveTo>
                  <a:pt x="559572" y="242353"/>
                </a:moveTo>
                <a:lnTo>
                  <a:pt x="560840" y="252314"/>
                </a:lnTo>
                <a:lnTo>
                  <a:pt x="561474" y="259539"/>
                </a:lnTo>
                <a:lnTo>
                  <a:pt x="561924" y="266696"/>
                </a:lnTo>
                <a:lnTo>
                  <a:pt x="562208" y="273905"/>
                </a:lnTo>
                <a:lnTo>
                  <a:pt x="562291" y="281146"/>
                </a:lnTo>
                <a:lnTo>
                  <a:pt x="562208" y="288387"/>
                </a:lnTo>
                <a:lnTo>
                  <a:pt x="561924" y="295595"/>
                </a:lnTo>
                <a:lnTo>
                  <a:pt x="561474" y="302753"/>
                </a:lnTo>
                <a:lnTo>
                  <a:pt x="560840" y="309978"/>
                </a:lnTo>
                <a:lnTo>
                  <a:pt x="559055" y="323944"/>
                </a:lnTo>
                <a:lnTo>
                  <a:pt x="556586" y="337792"/>
                </a:lnTo>
                <a:lnTo>
                  <a:pt x="554316" y="347603"/>
                </a:lnTo>
                <a:lnTo>
                  <a:pt x="521814" y="340095"/>
                </a:lnTo>
                <a:lnTo>
                  <a:pt x="523983" y="330685"/>
                </a:lnTo>
                <a:lnTo>
                  <a:pt x="523815" y="331519"/>
                </a:lnTo>
                <a:lnTo>
                  <a:pt x="526135" y="318488"/>
                </a:lnTo>
                <a:lnTo>
                  <a:pt x="526001" y="319322"/>
                </a:lnTo>
                <a:lnTo>
                  <a:pt x="527686" y="306091"/>
                </a:lnTo>
                <a:lnTo>
                  <a:pt x="527619" y="306708"/>
                </a:lnTo>
                <a:lnTo>
                  <a:pt x="528220" y="300017"/>
                </a:lnTo>
                <a:lnTo>
                  <a:pt x="528188" y="300434"/>
                </a:lnTo>
                <a:lnTo>
                  <a:pt x="528604" y="293693"/>
                </a:lnTo>
                <a:lnTo>
                  <a:pt x="528588" y="294127"/>
                </a:lnTo>
                <a:lnTo>
                  <a:pt x="528855" y="287336"/>
                </a:lnTo>
                <a:lnTo>
                  <a:pt x="528837" y="287754"/>
                </a:lnTo>
                <a:lnTo>
                  <a:pt x="528921" y="280929"/>
                </a:lnTo>
                <a:lnTo>
                  <a:pt x="528921" y="281363"/>
                </a:lnTo>
                <a:lnTo>
                  <a:pt x="528837" y="274539"/>
                </a:lnTo>
                <a:lnTo>
                  <a:pt x="528855" y="274955"/>
                </a:lnTo>
                <a:lnTo>
                  <a:pt x="528588" y="268165"/>
                </a:lnTo>
                <a:lnTo>
                  <a:pt x="528604" y="268599"/>
                </a:lnTo>
                <a:lnTo>
                  <a:pt x="528188" y="261858"/>
                </a:lnTo>
                <a:lnTo>
                  <a:pt x="528220" y="262275"/>
                </a:lnTo>
                <a:lnTo>
                  <a:pt x="527619" y="255584"/>
                </a:lnTo>
                <a:lnTo>
                  <a:pt x="527686" y="256201"/>
                </a:lnTo>
                <a:lnTo>
                  <a:pt x="526469" y="246574"/>
                </a:lnTo>
                <a:lnTo>
                  <a:pt x="559572" y="242353"/>
                </a:lnTo>
                <a:moveTo>
                  <a:pt x="543654" y="381791"/>
                </a:moveTo>
                <a:lnTo>
                  <a:pt x="540201" y="390584"/>
                </a:lnTo>
                <a:lnTo>
                  <a:pt x="534560" y="403049"/>
                </a:lnTo>
                <a:lnTo>
                  <a:pt x="528353" y="415162"/>
                </a:lnTo>
                <a:lnTo>
                  <a:pt x="521579" y="426942"/>
                </a:lnTo>
                <a:lnTo>
                  <a:pt x="514272" y="438354"/>
                </a:lnTo>
                <a:lnTo>
                  <a:pt x="506429" y="449366"/>
                </a:lnTo>
                <a:lnTo>
                  <a:pt x="498087" y="459995"/>
                </a:lnTo>
                <a:lnTo>
                  <a:pt x="489261" y="470189"/>
                </a:lnTo>
                <a:lnTo>
                  <a:pt x="487759" y="471758"/>
                </a:lnTo>
                <a:lnTo>
                  <a:pt x="463615" y="448715"/>
                </a:lnTo>
                <a:lnTo>
                  <a:pt x="464833" y="447448"/>
                </a:lnTo>
                <a:lnTo>
                  <a:pt x="464299" y="448032"/>
                </a:lnTo>
                <a:lnTo>
                  <a:pt x="472608" y="438438"/>
                </a:lnTo>
                <a:lnTo>
                  <a:pt x="472091" y="439055"/>
                </a:lnTo>
                <a:lnTo>
                  <a:pt x="479950" y="429061"/>
                </a:lnTo>
                <a:lnTo>
                  <a:pt x="479466" y="429711"/>
                </a:lnTo>
                <a:lnTo>
                  <a:pt x="486841" y="419333"/>
                </a:lnTo>
                <a:lnTo>
                  <a:pt x="486391" y="420001"/>
                </a:lnTo>
                <a:lnTo>
                  <a:pt x="493282" y="409272"/>
                </a:lnTo>
                <a:lnTo>
                  <a:pt x="492847" y="409956"/>
                </a:lnTo>
                <a:lnTo>
                  <a:pt x="499222" y="398894"/>
                </a:lnTo>
                <a:lnTo>
                  <a:pt x="498837" y="399594"/>
                </a:lnTo>
                <a:lnTo>
                  <a:pt x="504677" y="388199"/>
                </a:lnTo>
                <a:lnTo>
                  <a:pt x="504327" y="388933"/>
                </a:lnTo>
                <a:lnTo>
                  <a:pt x="509617" y="377220"/>
                </a:lnTo>
                <a:lnTo>
                  <a:pt x="509299" y="377970"/>
                </a:lnTo>
                <a:lnTo>
                  <a:pt x="512619" y="369561"/>
                </a:lnTo>
                <a:lnTo>
                  <a:pt x="543654" y="381791"/>
                </a:lnTo>
                <a:moveTo>
                  <a:pt x="462514" y="495902"/>
                </a:moveTo>
                <a:lnTo>
                  <a:pt x="459994" y="498087"/>
                </a:lnTo>
                <a:lnTo>
                  <a:pt x="449366" y="506430"/>
                </a:lnTo>
                <a:lnTo>
                  <a:pt x="438353" y="514272"/>
                </a:lnTo>
                <a:lnTo>
                  <a:pt x="426940" y="521581"/>
                </a:lnTo>
                <a:lnTo>
                  <a:pt x="415178" y="528355"/>
                </a:lnTo>
                <a:lnTo>
                  <a:pt x="403048" y="534561"/>
                </a:lnTo>
                <a:lnTo>
                  <a:pt x="390584" y="540201"/>
                </a:lnTo>
                <a:lnTo>
                  <a:pt x="377820" y="545240"/>
                </a:lnTo>
                <a:lnTo>
                  <a:pt x="370194" y="547810"/>
                </a:lnTo>
                <a:lnTo>
                  <a:pt x="359499" y="516207"/>
                </a:lnTo>
                <a:lnTo>
                  <a:pt x="366724" y="513755"/>
                </a:lnTo>
                <a:lnTo>
                  <a:pt x="365957" y="514038"/>
                </a:lnTo>
                <a:lnTo>
                  <a:pt x="377969" y="509300"/>
                </a:lnTo>
                <a:lnTo>
                  <a:pt x="377219" y="509617"/>
                </a:lnTo>
                <a:lnTo>
                  <a:pt x="388932" y="504328"/>
                </a:lnTo>
                <a:lnTo>
                  <a:pt x="388198" y="504678"/>
                </a:lnTo>
                <a:lnTo>
                  <a:pt x="399594" y="498838"/>
                </a:lnTo>
                <a:lnTo>
                  <a:pt x="398894" y="499222"/>
                </a:lnTo>
                <a:lnTo>
                  <a:pt x="409955" y="492849"/>
                </a:lnTo>
                <a:lnTo>
                  <a:pt x="409272" y="493265"/>
                </a:lnTo>
                <a:lnTo>
                  <a:pt x="420001" y="486391"/>
                </a:lnTo>
                <a:lnTo>
                  <a:pt x="419333" y="486842"/>
                </a:lnTo>
                <a:lnTo>
                  <a:pt x="429711" y="479467"/>
                </a:lnTo>
                <a:lnTo>
                  <a:pt x="429060" y="479951"/>
                </a:lnTo>
                <a:lnTo>
                  <a:pt x="439055" y="472092"/>
                </a:lnTo>
                <a:lnTo>
                  <a:pt x="438437" y="472609"/>
                </a:lnTo>
                <a:lnTo>
                  <a:pt x="440672" y="470673"/>
                </a:lnTo>
                <a:lnTo>
                  <a:pt x="462514" y="495902"/>
                </a:lnTo>
                <a:moveTo>
                  <a:pt x="335539" y="556986"/>
                </a:moveTo>
                <a:lnTo>
                  <a:pt x="323943" y="559056"/>
                </a:lnTo>
                <a:lnTo>
                  <a:pt x="309978" y="560841"/>
                </a:lnTo>
                <a:lnTo>
                  <a:pt x="302752" y="561475"/>
                </a:lnTo>
                <a:lnTo>
                  <a:pt x="295595" y="561925"/>
                </a:lnTo>
                <a:lnTo>
                  <a:pt x="288387" y="562209"/>
                </a:lnTo>
                <a:lnTo>
                  <a:pt x="281146" y="562292"/>
                </a:lnTo>
                <a:lnTo>
                  <a:pt x="273903" y="562209"/>
                </a:lnTo>
                <a:lnTo>
                  <a:pt x="266696" y="561925"/>
                </a:lnTo>
                <a:lnTo>
                  <a:pt x="259538" y="561475"/>
                </a:lnTo>
                <a:lnTo>
                  <a:pt x="252313" y="560841"/>
                </a:lnTo>
                <a:lnTo>
                  <a:pt x="238348" y="559056"/>
                </a:lnTo>
                <a:lnTo>
                  <a:pt x="230172" y="557604"/>
                </a:lnTo>
                <a:lnTo>
                  <a:pt x="236045" y="524750"/>
                </a:lnTo>
                <a:lnTo>
                  <a:pt x="243804" y="526135"/>
                </a:lnTo>
                <a:lnTo>
                  <a:pt x="242969" y="526002"/>
                </a:lnTo>
                <a:lnTo>
                  <a:pt x="256201" y="527687"/>
                </a:lnTo>
                <a:lnTo>
                  <a:pt x="255584" y="527620"/>
                </a:lnTo>
                <a:lnTo>
                  <a:pt x="262275" y="528221"/>
                </a:lnTo>
                <a:lnTo>
                  <a:pt x="261857" y="528188"/>
                </a:lnTo>
                <a:lnTo>
                  <a:pt x="268598" y="528605"/>
                </a:lnTo>
                <a:lnTo>
                  <a:pt x="268164" y="528588"/>
                </a:lnTo>
                <a:lnTo>
                  <a:pt x="274956" y="528855"/>
                </a:lnTo>
                <a:lnTo>
                  <a:pt x="274538" y="528839"/>
                </a:lnTo>
                <a:lnTo>
                  <a:pt x="281363" y="528922"/>
                </a:lnTo>
                <a:lnTo>
                  <a:pt x="280928" y="528922"/>
                </a:lnTo>
                <a:lnTo>
                  <a:pt x="287753" y="528839"/>
                </a:lnTo>
                <a:lnTo>
                  <a:pt x="287335" y="528855"/>
                </a:lnTo>
                <a:lnTo>
                  <a:pt x="294127" y="528588"/>
                </a:lnTo>
                <a:lnTo>
                  <a:pt x="293693" y="528605"/>
                </a:lnTo>
                <a:lnTo>
                  <a:pt x="300433" y="528188"/>
                </a:lnTo>
                <a:lnTo>
                  <a:pt x="300017" y="528221"/>
                </a:lnTo>
                <a:lnTo>
                  <a:pt x="306707" y="527620"/>
                </a:lnTo>
                <a:lnTo>
                  <a:pt x="306089" y="527687"/>
                </a:lnTo>
                <a:lnTo>
                  <a:pt x="319322" y="526002"/>
                </a:lnTo>
                <a:lnTo>
                  <a:pt x="318486" y="526135"/>
                </a:lnTo>
                <a:lnTo>
                  <a:pt x="329682" y="524133"/>
                </a:lnTo>
                <a:lnTo>
                  <a:pt x="335539" y="556986"/>
                </a:lnTo>
                <a:moveTo>
                  <a:pt x="195401" y="548927"/>
                </a:moveTo>
                <a:lnTo>
                  <a:pt x="184471" y="545240"/>
                </a:lnTo>
                <a:lnTo>
                  <a:pt x="171706" y="540201"/>
                </a:lnTo>
                <a:lnTo>
                  <a:pt x="159242" y="534561"/>
                </a:lnTo>
                <a:lnTo>
                  <a:pt x="147130" y="528355"/>
                </a:lnTo>
                <a:lnTo>
                  <a:pt x="135350" y="521581"/>
                </a:lnTo>
                <a:lnTo>
                  <a:pt x="123937" y="514272"/>
                </a:lnTo>
                <a:lnTo>
                  <a:pt x="112926" y="506430"/>
                </a:lnTo>
                <a:lnTo>
                  <a:pt x="103031" y="498671"/>
                </a:lnTo>
                <a:lnTo>
                  <a:pt x="123653" y="472425"/>
                </a:lnTo>
                <a:lnTo>
                  <a:pt x="133231" y="479951"/>
                </a:lnTo>
                <a:lnTo>
                  <a:pt x="132581" y="479467"/>
                </a:lnTo>
                <a:lnTo>
                  <a:pt x="142959" y="486842"/>
                </a:lnTo>
                <a:lnTo>
                  <a:pt x="142291" y="486391"/>
                </a:lnTo>
                <a:lnTo>
                  <a:pt x="153019" y="493265"/>
                </a:lnTo>
                <a:lnTo>
                  <a:pt x="152336" y="492849"/>
                </a:lnTo>
                <a:lnTo>
                  <a:pt x="163398" y="499222"/>
                </a:lnTo>
                <a:lnTo>
                  <a:pt x="162697" y="498838"/>
                </a:lnTo>
                <a:lnTo>
                  <a:pt x="174093" y="504678"/>
                </a:lnTo>
                <a:lnTo>
                  <a:pt x="173359" y="504328"/>
                </a:lnTo>
                <a:lnTo>
                  <a:pt x="185072" y="509617"/>
                </a:lnTo>
                <a:lnTo>
                  <a:pt x="184321" y="509300"/>
                </a:lnTo>
                <a:lnTo>
                  <a:pt x="196335" y="514038"/>
                </a:lnTo>
                <a:lnTo>
                  <a:pt x="195566" y="513755"/>
                </a:lnTo>
                <a:lnTo>
                  <a:pt x="206095" y="517325"/>
                </a:lnTo>
                <a:lnTo>
                  <a:pt x="195401" y="548927"/>
                </a:lnTo>
                <a:moveTo>
                  <a:pt x="76918" y="474261"/>
                </a:moveTo>
                <a:lnTo>
                  <a:pt x="73030" y="470189"/>
                </a:lnTo>
                <a:lnTo>
                  <a:pt x="64204" y="459995"/>
                </a:lnTo>
                <a:lnTo>
                  <a:pt x="55861" y="449366"/>
                </a:lnTo>
                <a:lnTo>
                  <a:pt x="48020" y="438354"/>
                </a:lnTo>
                <a:lnTo>
                  <a:pt x="40712" y="426942"/>
                </a:lnTo>
                <a:lnTo>
                  <a:pt x="33937" y="415162"/>
                </a:lnTo>
                <a:lnTo>
                  <a:pt x="27731" y="403049"/>
                </a:lnTo>
                <a:lnTo>
                  <a:pt x="22091" y="390584"/>
                </a:lnTo>
                <a:lnTo>
                  <a:pt x="19905" y="385028"/>
                </a:lnTo>
                <a:lnTo>
                  <a:pt x="50956" y="372798"/>
                </a:lnTo>
                <a:lnTo>
                  <a:pt x="52991" y="377970"/>
                </a:lnTo>
                <a:lnTo>
                  <a:pt x="52675" y="377220"/>
                </a:lnTo>
                <a:lnTo>
                  <a:pt x="57964" y="388933"/>
                </a:lnTo>
                <a:lnTo>
                  <a:pt x="57614" y="388199"/>
                </a:lnTo>
                <a:lnTo>
                  <a:pt x="63453" y="399594"/>
                </a:lnTo>
                <a:lnTo>
                  <a:pt x="63069" y="398894"/>
                </a:lnTo>
                <a:lnTo>
                  <a:pt x="69443" y="409956"/>
                </a:lnTo>
                <a:lnTo>
                  <a:pt x="69026" y="409272"/>
                </a:lnTo>
                <a:lnTo>
                  <a:pt x="75900" y="420001"/>
                </a:lnTo>
                <a:lnTo>
                  <a:pt x="75450" y="419333"/>
                </a:lnTo>
                <a:lnTo>
                  <a:pt x="82825" y="429711"/>
                </a:lnTo>
                <a:lnTo>
                  <a:pt x="82341" y="429061"/>
                </a:lnTo>
                <a:lnTo>
                  <a:pt x="90200" y="439055"/>
                </a:lnTo>
                <a:lnTo>
                  <a:pt x="89683" y="438438"/>
                </a:lnTo>
                <a:lnTo>
                  <a:pt x="97992" y="448032"/>
                </a:lnTo>
                <a:lnTo>
                  <a:pt x="97458" y="447448"/>
                </a:lnTo>
                <a:lnTo>
                  <a:pt x="101079" y="451235"/>
                </a:lnTo>
                <a:lnTo>
                  <a:pt x="76918" y="474261"/>
                </a:lnTo>
                <a:moveTo>
                  <a:pt x="8759" y="350990"/>
                </a:moveTo>
                <a:lnTo>
                  <a:pt x="5706" y="337792"/>
                </a:lnTo>
                <a:lnTo>
                  <a:pt x="3236" y="323944"/>
                </a:lnTo>
                <a:lnTo>
                  <a:pt x="1451" y="309978"/>
                </a:lnTo>
                <a:lnTo>
                  <a:pt x="816" y="302753"/>
                </a:lnTo>
                <a:lnTo>
                  <a:pt x="366" y="295595"/>
                </a:lnTo>
                <a:lnTo>
                  <a:pt x="99" y="288605"/>
                </a:lnTo>
                <a:lnTo>
                  <a:pt x="33437" y="287336"/>
                </a:lnTo>
                <a:lnTo>
                  <a:pt x="33703" y="294127"/>
                </a:lnTo>
                <a:lnTo>
                  <a:pt x="33687" y="293693"/>
                </a:lnTo>
                <a:lnTo>
                  <a:pt x="34104" y="300434"/>
                </a:lnTo>
                <a:lnTo>
                  <a:pt x="34071" y="300017"/>
                </a:lnTo>
                <a:lnTo>
                  <a:pt x="34671" y="306708"/>
                </a:lnTo>
                <a:lnTo>
                  <a:pt x="34604" y="306091"/>
                </a:lnTo>
                <a:lnTo>
                  <a:pt x="36290" y="319322"/>
                </a:lnTo>
                <a:lnTo>
                  <a:pt x="36157" y="318488"/>
                </a:lnTo>
                <a:lnTo>
                  <a:pt x="38475" y="331519"/>
                </a:lnTo>
                <a:lnTo>
                  <a:pt x="38309" y="330685"/>
                </a:lnTo>
                <a:lnTo>
                  <a:pt x="41261" y="343482"/>
                </a:lnTo>
                <a:lnTo>
                  <a:pt x="8759" y="35099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182-part-0">
            <a:extLst xmlns:a="http://schemas.openxmlformats.org/drawingml/2006/main">
              <a:ext uri="{FF2B5EF4-FFF2-40B4-BE49-F238E27FC236}">
                <a16:creationId xmlns:a16="http://schemas.microsoft.com/office/drawing/2014/main" id="{3A614F0B-0326-4F19-A151-830A7C8E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5853" y="1908164"/>
            <a:ext cx="150017" cy="685913"/>
          </a:xfrm>
          <a:custGeom xmlns:a="http://schemas.openxmlformats.org/drawingml/2006/main">
            <a:pathLst>
              <a:path w="150017" h="685913">
                <a:moveTo>
                  <a:pt x="119049" y="544656"/>
                </a:moveTo>
                <a:lnTo>
                  <a:pt x="59799" y="644267"/>
                </a:lnTo>
                <a:lnTo>
                  <a:pt x="88632" y="644517"/>
                </a:lnTo>
                <a:lnTo>
                  <a:pt x="31084" y="543905"/>
                </a:lnTo>
                <a:lnTo>
                  <a:pt x="29049" y="541086"/>
                </a:lnTo>
                <a:lnTo>
                  <a:pt x="26462" y="538733"/>
                </a:lnTo>
                <a:lnTo>
                  <a:pt x="23459" y="536981"/>
                </a:lnTo>
                <a:lnTo>
                  <a:pt x="20139" y="535896"/>
                </a:lnTo>
                <a:lnTo>
                  <a:pt x="16668" y="535512"/>
                </a:lnTo>
                <a:lnTo>
                  <a:pt x="13197" y="535863"/>
                </a:lnTo>
                <a:lnTo>
                  <a:pt x="9877" y="536931"/>
                </a:lnTo>
                <a:lnTo>
                  <a:pt x="6858" y="538649"/>
                </a:lnTo>
                <a:lnTo>
                  <a:pt x="4255" y="540985"/>
                </a:lnTo>
                <a:lnTo>
                  <a:pt x="2185" y="543788"/>
                </a:lnTo>
                <a:lnTo>
                  <a:pt x="750" y="546975"/>
                </a:lnTo>
                <a:lnTo>
                  <a:pt x="16" y="550379"/>
                </a:lnTo>
                <a:lnTo>
                  <a:pt x="0" y="553866"/>
                </a:lnTo>
                <a:lnTo>
                  <a:pt x="718" y="557287"/>
                </a:lnTo>
                <a:lnTo>
                  <a:pt x="2119" y="560474"/>
                </a:lnTo>
                <a:lnTo>
                  <a:pt x="73865" y="685913"/>
                </a:lnTo>
                <a:lnTo>
                  <a:pt x="147731" y="561725"/>
                </a:lnTo>
                <a:lnTo>
                  <a:pt x="149199" y="558555"/>
                </a:lnTo>
                <a:lnTo>
                  <a:pt x="149966" y="555151"/>
                </a:lnTo>
                <a:lnTo>
                  <a:pt x="150017" y="551664"/>
                </a:lnTo>
                <a:lnTo>
                  <a:pt x="149332" y="548243"/>
                </a:lnTo>
                <a:lnTo>
                  <a:pt x="147948" y="545039"/>
                </a:lnTo>
                <a:lnTo>
                  <a:pt x="145945" y="542187"/>
                </a:lnTo>
                <a:lnTo>
                  <a:pt x="143376" y="539817"/>
                </a:lnTo>
                <a:lnTo>
                  <a:pt x="140373" y="538032"/>
                </a:lnTo>
                <a:lnTo>
                  <a:pt x="137086" y="536914"/>
                </a:lnTo>
                <a:lnTo>
                  <a:pt x="133615" y="536514"/>
                </a:lnTo>
                <a:lnTo>
                  <a:pt x="130144" y="536831"/>
                </a:lnTo>
                <a:lnTo>
                  <a:pt x="126807" y="537865"/>
                </a:lnTo>
                <a:lnTo>
                  <a:pt x="123771" y="539567"/>
                </a:lnTo>
                <a:lnTo>
                  <a:pt x="121134" y="541870"/>
                </a:lnTo>
                <a:lnTo>
                  <a:pt x="119049" y="544656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82-part-1">
            <a:extLst xmlns:a="http://schemas.openxmlformats.org/drawingml/2006/main">
              <a:ext uri="{FF2B5EF4-FFF2-40B4-BE49-F238E27FC236}">
                <a16:creationId xmlns:a16="http://schemas.microsoft.com/office/drawing/2014/main" id="{52F5E2BD-7E2F-45AB-AA60-94C58C5E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5853" y="1908164"/>
            <a:ext cx="150017" cy="685913"/>
          </a:xfrm>
          <a:custGeom xmlns:a="http://schemas.openxmlformats.org/drawingml/2006/main">
            <a:pathLst>
              <a:path w="150017" h="685913">
                <a:moveTo>
                  <a:pt x="63020" y="0"/>
                </a:moveTo>
                <a:lnTo>
                  <a:pt x="61885" y="133482"/>
                </a:lnTo>
                <a:lnTo>
                  <a:pt x="95256" y="133765"/>
                </a:lnTo>
                <a:lnTo>
                  <a:pt x="96390" y="301"/>
                </a:lnTo>
                <a:lnTo>
                  <a:pt x="63020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82-part-2">
            <a:extLst xmlns:a="http://schemas.openxmlformats.org/drawingml/2006/main">
              <a:ext uri="{FF2B5EF4-FFF2-40B4-BE49-F238E27FC236}">
                <a16:creationId xmlns:a16="http://schemas.microsoft.com/office/drawing/2014/main" id="{9C2D3DE4-6D0D-4908-B5A1-4A91B4EB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5853" y="1908164"/>
            <a:ext cx="150017" cy="685913"/>
          </a:xfrm>
          <a:custGeom xmlns:a="http://schemas.openxmlformats.org/drawingml/2006/main">
            <a:pathLst>
              <a:path w="150017" h="685913">
                <a:moveTo>
                  <a:pt x="61034" y="233593"/>
                </a:moveTo>
                <a:lnTo>
                  <a:pt x="59900" y="367075"/>
                </a:lnTo>
                <a:lnTo>
                  <a:pt x="93271" y="367359"/>
                </a:lnTo>
                <a:lnTo>
                  <a:pt x="94405" y="233877"/>
                </a:lnTo>
                <a:lnTo>
                  <a:pt x="61034" y="23359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82-part-3">
            <a:extLst xmlns:a="http://schemas.openxmlformats.org/drawingml/2006/main">
              <a:ext uri="{FF2B5EF4-FFF2-40B4-BE49-F238E27FC236}">
                <a16:creationId xmlns:a16="http://schemas.microsoft.com/office/drawing/2014/main" id="{4303FDB2-93FE-4EFD-8BB9-369FAE7E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5853" y="1908164"/>
            <a:ext cx="150017" cy="685913"/>
          </a:xfrm>
          <a:custGeom xmlns:a="http://schemas.openxmlformats.org/drawingml/2006/main">
            <a:pathLst>
              <a:path w="150017" h="685913">
                <a:moveTo>
                  <a:pt x="59048" y="467170"/>
                </a:moveTo>
                <a:lnTo>
                  <a:pt x="57914" y="600652"/>
                </a:lnTo>
                <a:lnTo>
                  <a:pt x="91269" y="600935"/>
                </a:lnTo>
                <a:lnTo>
                  <a:pt x="92419" y="467470"/>
                </a:lnTo>
                <a:lnTo>
                  <a:pt x="59048" y="46717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83">
            <a:extLst xmlns:a="http://schemas.openxmlformats.org/drawingml/2006/main">
              <a:ext uri="{FF2B5EF4-FFF2-40B4-BE49-F238E27FC236}">
                <a16:creationId xmlns:a16="http://schemas.microsoft.com/office/drawing/2014/main" id="{B1E69494-0A61-477C-9F5C-FE5A15DA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8620" y="1975672"/>
            <a:ext cx="566464" cy="566264"/>
          </a:xfrm>
          <a:custGeom xmlns:a="http://schemas.openxmlformats.org/drawingml/2006/main">
            <a:pathLst>
              <a:path w="566464" h="566264">
                <a:moveTo>
                  <a:pt x="84" y="290089"/>
                </a:moveTo>
                <a:lnTo>
                  <a:pt x="0" y="283032"/>
                </a:lnTo>
                <a:lnTo>
                  <a:pt x="84" y="275724"/>
                </a:lnTo>
                <a:lnTo>
                  <a:pt x="367" y="268466"/>
                </a:lnTo>
                <a:lnTo>
                  <a:pt x="818" y="261257"/>
                </a:lnTo>
                <a:lnTo>
                  <a:pt x="1469" y="253983"/>
                </a:lnTo>
                <a:lnTo>
                  <a:pt x="3254" y="239917"/>
                </a:lnTo>
                <a:lnTo>
                  <a:pt x="5741" y="225968"/>
                </a:lnTo>
                <a:lnTo>
                  <a:pt x="8911" y="212270"/>
                </a:lnTo>
                <a:lnTo>
                  <a:pt x="12731" y="198821"/>
                </a:lnTo>
                <a:lnTo>
                  <a:pt x="17186" y="185640"/>
                </a:lnTo>
                <a:lnTo>
                  <a:pt x="22259" y="172776"/>
                </a:lnTo>
                <a:lnTo>
                  <a:pt x="22493" y="172275"/>
                </a:lnTo>
                <a:lnTo>
                  <a:pt x="56697" y="187743"/>
                </a:lnTo>
                <a:lnTo>
                  <a:pt x="56847" y="187409"/>
                </a:lnTo>
                <a:lnTo>
                  <a:pt x="56663" y="187826"/>
                </a:lnTo>
                <a:lnTo>
                  <a:pt x="57014" y="186975"/>
                </a:lnTo>
                <a:lnTo>
                  <a:pt x="52275" y="198988"/>
                </a:lnTo>
                <a:lnTo>
                  <a:pt x="52592" y="198121"/>
                </a:lnTo>
                <a:lnTo>
                  <a:pt x="48437" y="210401"/>
                </a:lnTo>
                <a:lnTo>
                  <a:pt x="48721" y="209516"/>
                </a:lnTo>
                <a:lnTo>
                  <a:pt x="45151" y="222063"/>
                </a:lnTo>
                <a:lnTo>
                  <a:pt x="45384" y="221163"/>
                </a:lnTo>
                <a:lnTo>
                  <a:pt x="42431" y="233961"/>
                </a:lnTo>
                <a:lnTo>
                  <a:pt x="42615" y="233026"/>
                </a:lnTo>
                <a:lnTo>
                  <a:pt x="40295" y="246057"/>
                </a:lnTo>
                <a:lnTo>
                  <a:pt x="40445" y="245123"/>
                </a:lnTo>
                <a:lnTo>
                  <a:pt x="38760" y="258354"/>
                </a:lnTo>
                <a:lnTo>
                  <a:pt x="38828" y="257653"/>
                </a:lnTo>
                <a:lnTo>
                  <a:pt x="38243" y="264344"/>
                </a:lnTo>
                <a:lnTo>
                  <a:pt x="38276" y="263877"/>
                </a:lnTo>
                <a:lnTo>
                  <a:pt x="37842" y="270618"/>
                </a:lnTo>
                <a:lnTo>
                  <a:pt x="37876" y="270134"/>
                </a:lnTo>
                <a:lnTo>
                  <a:pt x="37608" y="276925"/>
                </a:lnTo>
                <a:lnTo>
                  <a:pt x="37626" y="276441"/>
                </a:lnTo>
                <a:lnTo>
                  <a:pt x="37542" y="283265"/>
                </a:lnTo>
                <a:lnTo>
                  <a:pt x="37542" y="282798"/>
                </a:lnTo>
                <a:lnTo>
                  <a:pt x="37626" y="289622"/>
                </a:lnTo>
                <a:lnTo>
                  <a:pt x="84" y="290089"/>
                </a:lnTo>
                <a:moveTo>
                  <a:pt x="40379" y="137253"/>
                </a:moveTo>
                <a:lnTo>
                  <a:pt x="41013" y="136152"/>
                </a:lnTo>
                <a:lnTo>
                  <a:pt x="48371" y="124655"/>
                </a:lnTo>
                <a:lnTo>
                  <a:pt x="56280" y="113560"/>
                </a:lnTo>
                <a:lnTo>
                  <a:pt x="64672" y="102865"/>
                </a:lnTo>
                <a:lnTo>
                  <a:pt x="73582" y="92586"/>
                </a:lnTo>
                <a:lnTo>
                  <a:pt x="82960" y="82759"/>
                </a:lnTo>
                <a:lnTo>
                  <a:pt x="92787" y="73382"/>
                </a:lnTo>
                <a:lnTo>
                  <a:pt x="103065" y="64472"/>
                </a:lnTo>
                <a:lnTo>
                  <a:pt x="113760" y="56079"/>
                </a:lnTo>
                <a:lnTo>
                  <a:pt x="122403" y="49922"/>
                </a:lnTo>
                <a:lnTo>
                  <a:pt x="144160" y="80523"/>
                </a:lnTo>
                <a:lnTo>
                  <a:pt x="135885" y="86413"/>
                </a:lnTo>
                <a:lnTo>
                  <a:pt x="136602" y="85862"/>
                </a:lnTo>
                <a:lnTo>
                  <a:pt x="126608" y="93721"/>
                </a:lnTo>
                <a:lnTo>
                  <a:pt x="127308" y="93154"/>
                </a:lnTo>
                <a:lnTo>
                  <a:pt x="117698" y="101463"/>
                </a:lnTo>
                <a:lnTo>
                  <a:pt x="118365" y="100862"/>
                </a:lnTo>
                <a:lnTo>
                  <a:pt x="109188" y="109622"/>
                </a:lnTo>
                <a:lnTo>
                  <a:pt x="109822" y="108988"/>
                </a:lnTo>
                <a:lnTo>
                  <a:pt x="101062" y="118165"/>
                </a:lnTo>
                <a:lnTo>
                  <a:pt x="101663" y="117497"/>
                </a:lnTo>
                <a:lnTo>
                  <a:pt x="93354" y="127108"/>
                </a:lnTo>
                <a:lnTo>
                  <a:pt x="93921" y="126407"/>
                </a:lnTo>
                <a:lnTo>
                  <a:pt x="86063" y="136402"/>
                </a:lnTo>
                <a:lnTo>
                  <a:pt x="86614" y="135684"/>
                </a:lnTo>
                <a:lnTo>
                  <a:pt x="79239" y="146046"/>
                </a:lnTo>
                <a:lnTo>
                  <a:pt x="79739" y="145295"/>
                </a:lnTo>
                <a:lnTo>
                  <a:pt x="72865" y="156024"/>
                </a:lnTo>
                <a:lnTo>
                  <a:pt x="73332" y="155256"/>
                </a:lnTo>
                <a:lnTo>
                  <a:pt x="72931" y="155957"/>
                </a:lnTo>
                <a:lnTo>
                  <a:pt x="40379" y="137253"/>
                </a:lnTo>
                <a:moveTo>
                  <a:pt x="157025" y="29466"/>
                </a:moveTo>
                <a:lnTo>
                  <a:pt x="160429" y="27731"/>
                </a:lnTo>
                <a:lnTo>
                  <a:pt x="172976" y="22058"/>
                </a:lnTo>
                <a:lnTo>
                  <a:pt x="185840" y="16986"/>
                </a:lnTo>
                <a:lnTo>
                  <a:pt x="199022" y="12531"/>
                </a:lnTo>
                <a:lnTo>
                  <a:pt x="212470" y="8710"/>
                </a:lnTo>
                <a:lnTo>
                  <a:pt x="226169" y="5540"/>
                </a:lnTo>
                <a:lnTo>
                  <a:pt x="240118" y="3053"/>
                </a:lnTo>
                <a:lnTo>
                  <a:pt x="254183" y="1268"/>
                </a:lnTo>
                <a:lnTo>
                  <a:pt x="261458" y="617"/>
                </a:lnTo>
                <a:lnTo>
                  <a:pt x="268666" y="167"/>
                </a:lnTo>
                <a:lnTo>
                  <a:pt x="273221" y="0"/>
                </a:lnTo>
                <a:lnTo>
                  <a:pt x="274639" y="37509"/>
                </a:lnTo>
                <a:lnTo>
                  <a:pt x="270335" y="37675"/>
                </a:lnTo>
                <a:lnTo>
                  <a:pt x="270801" y="37642"/>
                </a:lnTo>
                <a:lnTo>
                  <a:pt x="264078" y="38076"/>
                </a:lnTo>
                <a:lnTo>
                  <a:pt x="264545" y="38042"/>
                </a:lnTo>
                <a:lnTo>
                  <a:pt x="257854" y="38626"/>
                </a:lnTo>
                <a:lnTo>
                  <a:pt x="258555" y="38560"/>
                </a:lnTo>
                <a:lnTo>
                  <a:pt x="245323" y="40245"/>
                </a:lnTo>
                <a:lnTo>
                  <a:pt x="246258" y="40095"/>
                </a:lnTo>
                <a:lnTo>
                  <a:pt x="233227" y="42414"/>
                </a:lnTo>
                <a:lnTo>
                  <a:pt x="234161" y="42230"/>
                </a:lnTo>
                <a:lnTo>
                  <a:pt x="221363" y="45184"/>
                </a:lnTo>
                <a:lnTo>
                  <a:pt x="222265" y="44950"/>
                </a:lnTo>
                <a:lnTo>
                  <a:pt x="209717" y="48521"/>
                </a:lnTo>
                <a:lnTo>
                  <a:pt x="210601" y="48237"/>
                </a:lnTo>
                <a:lnTo>
                  <a:pt x="198321" y="52392"/>
                </a:lnTo>
                <a:lnTo>
                  <a:pt x="199189" y="52075"/>
                </a:lnTo>
                <a:lnTo>
                  <a:pt x="187175" y="56813"/>
                </a:lnTo>
                <a:lnTo>
                  <a:pt x="188027" y="56463"/>
                </a:lnTo>
                <a:lnTo>
                  <a:pt x="176313" y="61752"/>
                </a:lnTo>
                <a:lnTo>
                  <a:pt x="177130" y="61352"/>
                </a:lnTo>
                <a:lnTo>
                  <a:pt x="174144" y="62887"/>
                </a:lnTo>
                <a:lnTo>
                  <a:pt x="157025" y="29466"/>
                </a:lnTo>
                <a:moveTo>
                  <a:pt x="313783" y="1468"/>
                </a:moveTo>
                <a:lnTo>
                  <a:pt x="326347" y="3053"/>
                </a:lnTo>
                <a:lnTo>
                  <a:pt x="340296" y="5540"/>
                </a:lnTo>
                <a:lnTo>
                  <a:pt x="353994" y="8710"/>
                </a:lnTo>
                <a:lnTo>
                  <a:pt x="367443" y="12531"/>
                </a:lnTo>
                <a:lnTo>
                  <a:pt x="380624" y="16986"/>
                </a:lnTo>
                <a:lnTo>
                  <a:pt x="393488" y="22058"/>
                </a:lnTo>
                <a:lnTo>
                  <a:pt x="406036" y="27731"/>
                </a:lnTo>
                <a:lnTo>
                  <a:pt x="418249" y="33988"/>
                </a:lnTo>
                <a:lnTo>
                  <a:pt x="426858" y="38943"/>
                </a:lnTo>
                <a:lnTo>
                  <a:pt x="408155" y="71496"/>
                </a:lnTo>
                <a:lnTo>
                  <a:pt x="399929" y="66757"/>
                </a:lnTo>
                <a:lnTo>
                  <a:pt x="400729" y="67191"/>
                </a:lnTo>
                <a:lnTo>
                  <a:pt x="389334" y="61352"/>
                </a:lnTo>
                <a:lnTo>
                  <a:pt x="390151" y="61752"/>
                </a:lnTo>
                <a:lnTo>
                  <a:pt x="378438" y="56463"/>
                </a:lnTo>
                <a:lnTo>
                  <a:pt x="379289" y="56813"/>
                </a:lnTo>
                <a:lnTo>
                  <a:pt x="367276" y="52075"/>
                </a:lnTo>
                <a:lnTo>
                  <a:pt x="368144" y="52392"/>
                </a:lnTo>
                <a:lnTo>
                  <a:pt x="355863" y="48237"/>
                </a:lnTo>
                <a:lnTo>
                  <a:pt x="356747" y="48521"/>
                </a:lnTo>
                <a:lnTo>
                  <a:pt x="344199" y="44950"/>
                </a:lnTo>
                <a:lnTo>
                  <a:pt x="345101" y="45184"/>
                </a:lnTo>
                <a:lnTo>
                  <a:pt x="332304" y="42230"/>
                </a:lnTo>
                <a:lnTo>
                  <a:pt x="333238" y="42414"/>
                </a:lnTo>
                <a:lnTo>
                  <a:pt x="320207" y="40095"/>
                </a:lnTo>
                <a:lnTo>
                  <a:pt x="321141" y="40245"/>
                </a:lnTo>
                <a:lnTo>
                  <a:pt x="309044" y="38710"/>
                </a:lnTo>
                <a:lnTo>
                  <a:pt x="313783" y="1468"/>
                </a:lnTo>
                <a:moveTo>
                  <a:pt x="459962" y="61769"/>
                </a:moveTo>
                <a:lnTo>
                  <a:pt x="463399" y="64472"/>
                </a:lnTo>
                <a:lnTo>
                  <a:pt x="473677" y="73382"/>
                </a:lnTo>
                <a:lnTo>
                  <a:pt x="483505" y="82759"/>
                </a:lnTo>
                <a:lnTo>
                  <a:pt x="492882" y="92586"/>
                </a:lnTo>
                <a:lnTo>
                  <a:pt x="501792" y="102865"/>
                </a:lnTo>
                <a:lnTo>
                  <a:pt x="510185" y="113560"/>
                </a:lnTo>
                <a:lnTo>
                  <a:pt x="518094" y="124655"/>
                </a:lnTo>
                <a:lnTo>
                  <a:pt x="525451" y="136152"/>
                </a:lnTo>
                <a:lnTo>
                  <a:pt x="532276" y="148015"/>
                </a:lnTo>
                <a:lnTo>
                  <a:pt x="535663" y="154622"/>
                </a:lnTo>
                <a:lnTo>
                  <a:pt x="502243" y="171741"/>
                </a:lnTo>
                <a:lnTo>
                  <a:pt x="499072" y="165534"/>
                </a:lnTo>
                <a:lnTo>
                  <a:pt x="499506" y="166335"/>
                </a:lnTo>
                <a:lnTo>
                  <a:pt x="493132" y="155256"/>
                </a:lnTo>
                <a:lnTo>
                  <a:pt x="493600" y="156024"/>
                </a:lnTo>
                <a:lnTo>
                  <a:pt x="486726" y="145295"/>
                </a:lnTo>
                <a:lnTo>
                  <a:pt x="487226" y="146046"/>
                </a:lnTo>
                <a:lnTo>
                  <a:pt x="479850" y="135684"/>
                </a:lnTo>
                <a:lnTo>
                  <a:pt x="480401" y="136402"/>
                </a:lnTo>
                <a:lnTo>
                  <a:pt x="472543" y="126407"/>
                </a:lnTo>
                <a:lnTo>
                  <a:pt x="473110" y="127108"/>
                </a:lnTo>
                <a:lnTo>
                  <a:pt x="464801" y="117497"/>
                </a:lnTo>
                <a:lnTo>
                  <a:pt x="465402" y="118165"/>
                </a:lnTo>
                <a:lnTo>
                  <a:pt x="456642" y="108988"/>
                </a:lnTo>
                <a:lnTo>
                  <a:pt x="457276" y="109622"/>
                </a:lnTo>
                <a:lnTo>
                  <a:pt x="448099" y="100862"/>
                </a:lnTo>
                <a:lnTo>
                  <a:pt x="448767" y="101463"/>
                </a:lnTo>
                <a:lnTo>
                  <a:pt x="439156" y="93154"/>
                </a:lnTo>
                <a:lnTo>
                  <a:pt x="439856" y="93721"/>
                </a:lnTo>
                <a:lnTo>
                  <a:pt x="436770" y="91302"/>
                </a:lnTo>
                <a:lnTo>
                  <a:pt x="459962" y="61769"/>
                </a:lnTo>
                <a:moveTo>
                  <a:pt x="551331" y="191713"/>
                </a:moveTo>
                <a:lnTo>
                  <a:pt x="553733" y="198821"/>
                </a:lnTo>
                <a:lnTo>
                  <a:pt x="557554" y="212270"/>
                </a:lnTo>
                <a:lnTo>
                  <a:pt x="560708" y="225968"/>
                </a:lnTo>
                <a:lnTo>
                  <a:pt x="563210" y="239917"/>
                </a:lnTo>
                <a:lnTo>
                  <a:pt x="564995" y="253983"/>
                </a:lnTo>
                <a:lnTo>
                  <a:pt x="565646" y="261257"/>
                </a:lnTo>
                <a:lnTo>
                  <a:pt x="566097" y="268466"/>
                </a:lnTo>
                <a:lnTo>
                  <a:pt x="566380" y="275724"/>
                </a:lnTo>
                <a:lnTo>
                  <a:pt x="566464" y="283032"/>
                </a:lnTo>
                <a:lnTo>
                  <a:pt x="566380" y="290340"/>
                </a:lnTo>
                <a:lnTo>
                  <a:pt x="566097" y="297598"/>
                </a:lnTo>
                <a:lnTo>
                  <a:pt x="565646" y="304806"/>
                </a:lnTo>
                <a:lnTo>
                  <a:pt x="565145" y="310412"/>
                </a:lnTo>
                <a:lnTo>
                  <a:pt x="527754" y="307092"/>
                </a:lnTo>
                <a:lnTo>
                  <a:pt x="528222" y="301719"/>
                </a:lnTo>
                <a:lnTo>
                  <a:pt x="528188" y="302186"/>
                </a:lnTo>
                <a:lnTo>
                  <a:pt x="528622" y="295446"/>
                </a:lnTo>
                <a:lnTo>
                  <a:pt x="528589" y="295929"/>
                </a:lnTo>
                <a:lnTo>
                  <a:pt x="528856" y="289138"/>
                </a:lnTo>
                <a:lnTo>
                  <a:pt x="528839" y="289622"/>
                </a:lnTo>
                <a:lnTo>
                  <a:pt x="528922" y="282798"/>
                </a:lnTo>
                <a:lnTo>
                  <a:pt x="528922" y="283265"/>
                </a:lnTo>
                <a:lnTo>
                  <a:pt x="528839" y="276441"/>
                </a:lnTo>
                <a:lnTo>
                  <a:pt x="528856" y="276925"/>
                </a:lnTo>
                <a:lnTo>
                  <a:pt x="528589" y="270134"/>
                </a:lnTo>
                <a:lnTo>
                  <a:pt x="528622" y="270618"/>
                </a:lnTo>
                <a:lnTo>
                  <a:pt x="528188" y="263877"/>
                </a:lnTo>
                <a:lnTo>
                  <a:pt x="528222" y="264344"/>
                </a:lnTo>
                <a:lnTo>
                  <a:pt x="527637" y="257653"/>
                </a:lnTo>
                <a:lnTo>
                  <a:pt x="527704" y="258354"/>
                </a:lnTo>
                <a:lnTo>
                  <a:pt x="526019" y="245123"/>
                </a:lnTo>
                <a:lnTo>
                  <a:pt x="526169" y="246057"/>
                </a:lnTo>
                <a:lnTo>
                  <a:pt x="523833" y="233026"/>
                </a:lnTo>
                <a:lnTo>
                  <a:pt x="524033" y="233961"/>
                </a:lnTo>
                <a:lnTo>
                  <a:pt x="521080" y="221163"/>
                </a:lnTo>
                <a:lnTo>
                  <a:pt x="521314" y="222063"/>
                </a:lnTo>
                <a:lnTo>
                  <a:pt x="517743" y="209516"/>
                </a:lnTo>
                <a:lnTo>
                  <a:pt x="518027" y="210401"/>
                </a:lnTo>
                <a:lnTo>
                  <a:pt x="515774" y="203744"/>
                </a:lnTo>
                <a:lnTo>
                  <a:pt x="551331" y="191713"/>
                </a:lnTo>
                <a:moveTo>
                  <a:pt x="558439" y="349956"/>
                </a:moveTo>
                <a:lnTo>
                  <a:pt x="557554" y="353794"/>
                </a:lnTo>
                <a:lnTo>
                  <a:pt x="553733" y="367242"/>
                </a:lnTo>
                <a:lnTo>
                  <a:pt x="549278" y="380423"/>
                </a:lnTo>
                <a:lnTo>
                  <a:pt x="544205" y="393288"/>
                </a:lnTo>
                <a:lnTo>
                  <a:pt x="538533" y="405835"/>
                </a:lnTo>
                <a:lnTo>
                  <a:pt x="532276" y="418048"/>
                </a:lnTo>
                <a:lnTo>
                  <a:pt x="525451" y="429911"/>
                </a:lnTo>
                <a:lnTo>
                  <a:pt x="518094" y="441408"/>
                </a:lnTo>
                <a:lnTo>
                  <a:pt x="510185" y="452503"/>
                </a:lnTo>
                <a:lnTo>
                  <a:pt x="506013" y="457826"/>
                </a:lnTo>
                <a:lnTo>
                  <a:pt x="476497" y="434617"/>
                </a:lnTo>
                <a:lnTo>
                  <a:pt x="480401" y="429661"/>
                </a:lnTo>
                <a:lnTo>
                  <a:pt x="479850" y="430379"/>
                </a:lnTo>
                <a:lnTo>
                  <a:pt x="487226" y="420017"/>
                </a:lnTo>
                <a:lnTo>
                  <a:pt x="486726" y="420768"/>
                </a:lnTo>
                <a:lnTo>
                  <a:pt x="493600" y="410039"/>
                </a:lnTo>
                <a:lnTo>
                  <a:pt x="493132" y="410807"/>
                </a:lnTo>
                <a:lnTo>
                  <a:pt x="499506" y="399728"/>
                </a:lnTo>
                <a:lnTo>
                  <a:pt x="499072" y="400529"/>
                </a:lnTo>
                <a:lnTo>
                  <a:pt x="504912" y="389133"/>
                </a:lnTo>
                <a:lnTo>
                  <a:pt x="504512" y="389951"/>
                </a:lnTo>
                <a:lnTo>
                  <a:pt x="509801" y="378237"/>
                </a:lnTo>
                <a:lnTo>
                  <a:pt x="509451" y="379089"/>
                </a:lnTo>
                <a:lnTo>
                  <a:pt x="514190" y="367075"/>
                </a:lnTo>
                <a:lnTo>
                  <a:pt x="513872" y="367943"/>
                </a:lnTo>
                <a:lnTo>
                  <a:pt x="518027" y="355663"/>
                </a:lnTo>
                <a:lnTo>
                  <a:pt x="517743" y="356547"/>
                </a:lnTo>
                <a:lnTo>
                  <a:pt x="521314" y="343999"/>
                </a:lnTo>
                <a:lnTo>
                  <a:pt x="521080" y="344900"/>
                </a:lnTo>
                <a:lnTo>
                  <a:pt x="521864" y="341514"/>
                </a:lnTo>
                <a:lnTo>
                  <a:pt x="558439" y="349956"/>
                </a:lnTo>
                <a:moveTo>
                  <a:pt x="479017" y="487593"/>
                </a:moveTo>
                <a:lnTo>
                  <a:pt x="473677" y="492682"/>
                </a:lnTo>
                <a:lnTo>
                  <a:pt x="463399" y="501591"/>
                </a:lnTo>
                <a:lnTo>
                  <a:pt x="452704" y="509984"/>
                </a:lnTo>
                <a:lnTo>
                  <a:pt x="441608" y="517893"/>
                </a:lnTo>
                <a:lnTo>
                  <a:pt x="430112" y="525251"/>
                </a:lnTo>
                <a:lnTo>
                  <a:pt x="418249" y="532075"/>
                </a:lnTo>
                <a:lnTo>
                  <a:pt x="406036" y="538332"/>
                </a:lnTo>
                <a:lnTo>
                  <a:pt x="393488" y="544005"/>
                </a:lnTo>
                <a:lnTo>
                  <a:pt x="380624" y="549077"/>
                </a:lnTo>
                <a:lnTo>
                  <a:pt x="376886" y="550345"/>
                </a:lnTo>
                <a:lnTo>
                  <a:pt x="364856" y="514773"/>
                </a:lnTo>
                <a:lnTo>
                  <a:pt x="368144" y="513672"/>
                </a:lnTo>
                <a:lnTo>
                  <a:pt x="367276" y="513988"/>
                </a:lnTo>
                <a:lnTo>
                  <a:pt x="379289" y="509250"/>
                </a:lnTo>
                <a:lnTo>
                  <a:pt x="378438" y="509600"/>
                </a:lnTo>
                <a:lnTo>
                  <a:pt x="390151" y="504311"/>
                </a:lnTo>
                <a:lnTo>
                  <a:pt x="389334" y="504712"/>
                </a:lnTo>
                <a:lnTo>
                  <a:pt x="400729" y="498872"/>
                </a:lnTo>
                <a:lnTo>
                  <a:pt x="399929" y="499306"/>
                </a:lnTo>
                <a:lnTo>
                  <a:pt x="411008" y="492932"/>
                </a:lnTo>
                <a:lnTo>
                  <a:pt x="410240" y="493399"/>
                </a:lnTo>
                <a:lnTo>
                  <a:pt x="420968" y="486524"/>
                </a:lnTo>
                <a:lnTo>
                  <a:pt x="420218" y="487025"/>
                </a:lnTo>
                <a:lnTo>
                  <a:pt x="430579" y="479650"/>
                </a:lnTo>
                <a:lnTo>
                  <a:pt x="429862" y="480201"/>
                </a:lnTo>
                <a:lnTo>
                  <a:pt x="439856" y="472342"/>
                </a:lnTo>
                <a:lnTo>
                  <a:pt x="439156" y="472910"/>
                </a:lnTo>
                <a:lnTo>
                  <a:pt x="448767" y="464600"/>
                </a:lnTo>
                <a:lnTo>
                  <a:pt x="448099" y="465201"/>
                </a:lnTo>
                <a:lnTo>
                  <a:pt x="453121" y="460412"/>
                </a:lnTo>
                <a:lnTo>
                  <a:pt x="479017" y="487593"/>
                </a:lnTo>
                <a:moveTo>
                  <a:pt x="337993" y="560924"/>
                </a:moveTo>
                <a:lnTo>
                  <a:pt x="326347" y="563010"/>
                </a:lnTo>
                <a:lnTo>
                  <a:pt x="312281" y="564795"/>
                </a:lnTo>
                <a:lnTo>
                  <a:pt x="305006" y="565446"/>
                </a:lnTo>
                <a:lnTo>
                  <a:pt x="297798" y="565896"/>
                </a:lnTo>
                <a:lnTo>
                  <a:pt x="290540" y="566180"/>
                </a:lnTo>
                <a:lnTo>
                  <a:pt x="283232" y="566264"/>
                </a:lnTo>
                <a:lnTo>
                  <a:pt x="275924" y="566180"/>
                </a:lnTo>
                <a:lnTo>
                  <a:pt x="268666" y="565896"/>
                </a:lnTo>
                <a:lnTo>
                  <a:pt x="261458" y="565446"/>
                </a:lnTo>
                <a:lnTo>
                  <a:pt x="254183" y="564795"/>
                </a:lnTo>
                <a:lnTo>
                  <a:pt x="240118" y="563010"/>
                </a:lnTo>
                <a:lnTo>
                  <a:pt x="226169" y="560524"/>
                </a:lnTo>
                <a:lnTo>
                  <a:pt x="218727" y="558788"/>
                </a:lnTo>
                <a:lnTo>
                  <a:pt x="227170" y="522214"/>
                </a:lnTo>
                <a:lnTo>
                  <a:pt x="234161" y="523833"/>
                </a:lnTo>
                <a:lnTo>
                  <a:pt x="233227" y="523650"/>
                </a:lnTo>
                <a:lnTo>
                  <a:pt x="246258" y="525968"/>
                </a:lnTo>
                <a:lnTo>
                  <a:pt x="245323" y="525818"/>
                </a:lnTo>
                <a:lnTo>
                  <a:pt x="258555" y="527503"/>
                </a:lnTo>
                <a:lnTo>
                  <a:pt x="257854" y="527437"/>
                </a:lnTo>
                <a:lnTo>
                  <a:pt x="264545" y="528021"/>
                </a:lnTo>
                <a:lnTo>
                  <a:pt x="264078" y="527987"/>
                </a:lnTo>
                <a:lnTo>
                  <a:pt x="270801" y="528421"/>
                </a:lnTo>
                <a:lnTo>
                  <a:pt x="270335" y="528388"/>
                </a:lnTo>
                <a:lnTo>
                  <a:pt x="277126" y="528655"/>
                </a:lnTo>
                <a:lnTo>
                  <a:pt x="276642" y="528638"/>
                </a:lnTo>
                <a:lnTo>
                  <a:pt x="283466" y="528721"/>
                </a:lnTo>
                <a:lnTo>
                  <a:pt x="282999" y="528721"/>
                </a:lnTo>
                <a:lnTo>
                  <a:pt x="289823" y="528638"/>
                </a:lnTo>
                <a:lnTo>
                  <a:pt x="289338" y="528655"/>
                </a:lnTo>
                <a:lnTo>
                  <a:pt x="296130" y="528388"/>
                </a:lnTo>
                <a:lnTo>
                  <a:pt x="295646" y="528421"/>
                </a:lnTo>
                <a:lnTo>
                  <a:pt x="302387" y="527987"/>
                </a:lnTo>
                <a:lnTo>
                  <a:pt x="301919" y="528021"/>
                </a:lnTo>
                <a:lnTo>
                  <a:pt x="308611" y="527437"/>
                </a:lnTo>
                <a:lnTo>
                  <a:pt x="307909" y="527503"/>
                </a:lnTo>
                <a:lnTo>
                  <a:pt x="321141" y="525818"/>
                </a:lnTo>
                <a:lnTo>
                  <a:pt x="320207" y="525968"/>
                </a:lnTo>
                <a:lnTo>
                  <a:pt x="331402" y="523966"/>
                </a:lnTo>
                <a:lnTo>
                  <a:pt x="337993" y="560924"/>
                </a:lnTo>
                <a:moveTo>
                  <a:pt x="180234" y="546858"/>
                </a:moveTo>
                <a:lnTo>
                  <a:pt x="172976" y="544005"/>
                </a:lnTo>
                <a:lnTo>
                  <a:pt x="160429" y="538332"/>
                </a:lnTo>
                <a:lnTo>
                  <a:pt x="148215" y="532075"/>
                </a:lnTo>
                <a:lnTo>
                  <a:pt x="136352" y="525251"/>
                </a:lnTo>
                <a:lnTo>
                  <a:pt x="124856" y="517893"/>
                </a:lnTo>
                <a:lnTo>
                  <a:pt x="113760" y="509984"/>
                </a:lnTo>
                <a:lnTo>
                  <a:pt x="103065" y="501591"/>
                </a:lnTo>
                <a:lnTo>
                  <a:pt x="92787" y="492682"/>
                </a:lnTo>
                <a:lnTo>
                  <a:pt x="82960" y="483305"/>
                </a:lnTo>
                <a:lnTo>
                  <a:pt x="80373" y="480618"/>
                </a:lnTo>
                <a:lnTo>
                  <a:pt x="107553" y="454706"/>
                </a:lnTo>
                <a:lnTo>
                  <a:pt x="109822" y="457075"/>
                </a:lnTo>
                <a:lnTo>
                  <a:pt x="109188" y="456442"/>
                </a:lnTo>
                <a:lnTo>
                  <a:pt x="118365" y="465201"/>
                </a:lnTo>
                <a:lnTo>
                  <a:pt x="117698" y="464600"/>
                </a:lnTo>
                <a:lnTo>
                  <a:pt x="127308" y="472910"/>
                </a:lnTo>
                <a:lnTo>
                  <a:pt x="126608" y="472342"/>
                </a:lnTo>
                <a:lnTo>
                  <a:pt x="136602" y="480201"/>
                </a:lnTo>
                <a:lnTo>
                  <a:pt x="135885" y="479650"/>
                </a:lnTo>
                <a:lnTo>
                  <a:pt x="146246" y="487025"/>
                </a:lnTo>
                <a:lnTo>
                  <a:pt x="145495" y="486524"/>
                </a:lnTo>
                <a:lnTo>
                  <a:pt x="156224" y="493399"/>
                </a:lnTo>
                <a:lnTo>
                  <a:pt x="155457" y="492932"/>
                </a:lnTo>
                <a:lnTo>
                  <a:pt x="166536" y="499306"/>
                </a:lnTo>
                <a:lnTo>
                  <a:pt x="165735" y="498872"/>
                </a:lnTo>
                <a:lnTo>
                  <a:pt x="177130" y="504712"/>
                </a:lnTo>
                <a:lnTo>
                  <a:pt x="176313" y="504311"/>
                </a:lnTo>
                <a:lnTo>
                  <a:pt x="188027" y="509600"/>
                </a:lnTo>
                <a:lnTo>
                  <a:pt x="187175" y="509250"/>
                </a:lnTo>
                <a:lnTo>
                  <a:pt x="193999" y="511936"/>
                </a:lnTo>
                <a:lnTo>
                  <a:pt x="180234" y="546858"/>
                </a:lnTo>
                <a:moveTo>
                  <a:pt x="54427" y="449917"/>
                </a:moveTo>
                <a:lnTo>
                  <a:pt x="48371" y="441408"/>
                </a:lnTo>
                <a:lnTo>
                  <a:pt x="41013" y="429911"/>
                </a:lnTo>
                <a:lnTo>
                  <a:pt x="34188" y="418048"/>
                </a:lnTo>
                <a:lnTo>
                  <a:pt x="27931" y="405835"/>
                </a:lnTo>
                <a:lnTo>
                  <a:pt x="22259" y="393288"/>
                </a:lnTo>
                <a:lnTo>
                  <a:pt x="17186" y="380423"/>
                </a:lnTo>
                <a:lnTo>
                  <a:pt x="12731" y="367242"/>
                </a:lnTo>
                <a:lnTo>
                  <a:pt x="8911" y="353794"/>
                </a:lnTo>
                <a:lnTo>
                  <a:pt x="5990" y="341147"/>
                </a:lnTo>
                <a:lnTo>
                  <a:pt x="42564" y="332703"/>
                </a:lnTo>
                <a:lnTo>
                  <a:pt x="45384" y="344900"/>
                </a:lnTo>
                <a:lnTo>
                  <a:pt x="45151" y="343999"/>
                </a:lnTo>
                <a:lnTo>
                  <a:pt x="48721" y="356547"/>
                </a:lnTo>
                <a:lnTo>
                  <a:pt x="48437" y="355663"/>
                </a:lnTo>
                <a:lnTo>
                  <a:pt x="52592" y="367943"/>
                </a:lnTo>
                <a:lnTo>
                  <a:pt x="52275" y="367075"/>
                </a:lnTo>
                <a:lnTo>
                  <a:pt x="57014" y="379089"/>
                </a:lnTo>
                <a:lnTo>
                  <a:pt x="56663" y="378237"/>
                </a:lnTo>
                <a:lnTo>
                  <a:pt x="61952" y="389951"/>
                </a:lnTo>
                <a:lnTo>
                  <a:pt x="61552" y="389133"/>
                </a:lnTo>
                <a:lnTo>
                  <a:pt x="67392" y="400529"/>
                </a:lnTo>
                <a:lnTo>
                  <a:pt x="66958" y="399728"/>
                </a:lnTo>
                <a:lnTo>
                  <a:pt x="73332" y="410807"/>
                </a:lnTo>
                <a:lnTo>
                  <a:pt x="72865" y="410039"/>
                </a:lnTo>
                <a:lnTo>
                  <a:pt x="79739" y="420768"/>
                </a:lnTo>
                <a:lnTo>
                  <a:pt x="79239" y="420017"/>
                </a:lnTo>
                <a:lnTo>
                  <a:pt x="85028" y="428160"/>
                </a:lnTo>
                <a:lnTo>
                  <a:pt x="54427" y="449917"/>
                </a:lnTo>
                <a:moveTo>
                  <a:pt x="584" y="300935"/>
                </a:moveTo>
                <a:lnTo>
                  <a:pt x="367" y="297598"/>
                </a:lnTo>
                <a:lnTo>
                  <a:pt x="100" y="290573"/>
                </a:lnTo>
                <a:lnTo>
                  <a:pt x="37608" y="289138"/>
                </a:lnTo>
                <a:lnTo>
                  <a:pt x="37876" y="295929"/>
                </a:lnTo>
                <a:lnTo>
                  <a:pt x="37842" y="295446"/>
                </a:lnTo>
                <a:lnTo>
                  <a:pt x="38043" y="298566"/>
                </a:lnTo>
                <a:lnTo>
                  <a:pt x="584" y="30093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1BCB93D6-01C9-425B-A950-88BFE306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7611" y="1958153"/>
            <a:ext cx="566464" cy="566263"/>
          </a:xfrm>
          <a:custGeom xmlns:a="http://schemas.openxmlformats.org/drawingml/2006/main">
            <a:pathLst>
              <a:path w="566464" h="566263">
                <a:moveTo>
                  <a:pt x="84" y="290090"/>
                </a:moveTo>
                <a:lnTo>
                  <a:pt x="0" y="283031"/>
                </a:lnTo>
                <a:lnTo>
                  <a:pt x="84" y="275723"/>
                </a:lnTo>
                <a:lnTo>
                  <a:pt x="367" y="268465"/>
                </a:lnTo>
                <a:lnTo>
                  <a:pt x="818" y="261257"/>
                </a:lnTo>
                <a:lnTo>
                  <a:pt x="1469" y="253983"/>
                </a:lnTo>
                <a:lnTo>
                  <a:pt x="3254" y="239917"/>
                </a:lnTo>
                <a:lnTo>
                  <a:pt x="5740" y="225968"/>
                </a:lnTo>
                <a:lnTo>
                  <a:pt x="8911" y="212270"/>
                </a:lnTo>
                <a:lnTo>
                  <a:pt x="12731" y="198821"/>
                </a:lnTo>
                <a:lnTo>
                  <a:pt x="17187" y="185640"/>
                </a:lnTo>
                <a:lnTo>
                  <a:pt x="22258" y="172776"/>
                </a:lnTo>
                <a:lnTo>
                  <a:pt x="22493" y="172275"/>
                </a:lnTo>
                <a:lnTo>
                  <a:pt x="56697" y="187742"/>
                </a:lnTo>
                <a:lnTo>
                  <a:pt x="56847" y="187409"/>
                </a:lnTo>
                <a:lnTo>
                  <a:pt x="56663" y="187826"/>
                </a:lnTo>
                <a:lnTo>
                  <a:pt x="57014" y="186974"/>
                </a:lnTo>
                <a:lnTo>
                  <a:pt x="52275" y="198988"/>
                </a:lnTo>
                <a:lnTo>
                  <a:pt x="52592" y="198120"/>
                </a:lnTo>
                <a:lnTo>
                  <a:pt x="48438" y="210401"/>
                </a:lnTo>
                <a:lnTo>
                  <a:pt x="48721" y="209517"/>
                </a:lnTo>
                <a:lnTo>
                  <a:pt x="45151" y="222064"/>
                </a:lnTo>
                <a:lnTo>
                  <a:pt x="45384" y="221163"/>
                </a:lnTo>
                <a:lnTo>
                  <a:pt x="42432" y="233960"/>
                </a:lnTo>
                <a:lnTo>
                  <a:pt x="42631" y="233026"/>
                </a:lnTo>
                <a:lnTo>
                  <a:pt x="40295" y="246057"/>
                </a:lnTo>
                <a:lnTo>
                  <a:pt x="40445" y="245123"/>
                </a:lnTo>
                <a:lnTo>
                  <a:pt x="38760" y="258354"/>
                </a:lnTo>
                <a:lnTo>
                  <a:pt x="38828" y="257653"/>
                </a:lnTo>
                <a:lnTo>
                  <a:pt x="38242" y="264344"/>
                </a:lnTo>
                <a:lnTo>
                  <a:pt x="38276" y="263877"/>
                </a:lnTo>
                <a:lnTo>
                  <a:pt x="37843" y="270618"/>
                </a:lnTo>
                <a:lnTo>
                  <a:pt x="37876" y="270134"/>
                </a:lnTo>
                <a:lnTo>
                  <a:pt x="37609" y="276925"/>
                </a:lnTo>
                <a:lnTo>
                  <a:pt x="37626" y="276441"/>
                </a:lnTo>
                <a:lnTo>
                  <a:pt x="37542" y="283265"/>
                </a:lnTo>
                <a:lnTo>
                  <a:pt x="37542" y="282798"/>
                </a:lnTo>
                <a:lnTo>
                  <a:pt x="37626" y="289622"/>
                </a:lnTo>
                <a:lnTo>
                  <a:pt x="84" y="290090"/>
                </a:lnTo>
                <a:moveTo>
                  <a:pt x="40378" y="137253"/>
                </a:moveTo>
                <a:lnTo>
                  <a:pt x="41013" y="136152"/>
                </a:lnTo>
                <a:lnTo>
                  <a:pt x="48370" y="124655"/>
                </a:lnTo>
                <a:lnTo>
                  <a:pt x="56280" y="113560"/>
                </a:lnTo>
                <a:lnTo>
                  <a:pt x="64672" y="102864"/>
                </a:lnTo>
                <a:lnTo>
                  <a:pt x="73582" y="92586"/>
                </a:lnTo>
                <a:lnTo>
                  <a:pt x="82959" y="82759"/>
                </a:lnTo>
                <a:lnTo>
                  <a:pt x="92787" y="73382"/>
                </a:lnTo>
                <a:lnTo>
                  <a:pt x="103066" y="64472"/>
                </a:lnTo>
                <a:lnTo>
                  <a:pt x="113760" y="56079"/>
                </a:lnTo>
                <a:lnTo>
                  <a:pt x="122403" y="49922"/>
                </a:lnTo>
                <a:lnTo>
                  <a:pt x="144161" y="80523"/>
                </a:lnTo>
                <a:lnTo>
                  <a:pt x="135885" y="86413"/>
                </a:lnTo>
                <a:lnTo>
                  <a:pt x="136602" y="85862"/>
                </a:lnTo>
                <a:lnTo>
                  <a:pt x="126608" y="93721"/>
                </a:lnTo>
                <a:lnTo>
                  <a:pt x="127309" y="93154"/>
                </a:lnTo>
                <a:lnTo>
                  <a:pt x="117698" y="101463"/>
                </a:lnTo>
                <a:lnTo>
                  <a:pt x="118365" y="100862"/>
                </a:lnTo>
                <a:lnTo>
                  <a:pt x="109189" y="109622"/>
                </a:lnTo>
                <a:lnTo>
                  <a:pt x="109822" y="108988"/>
                </a:lnTo>
                <a:lnTo>
                  <a:pt x="101063" y="118165"/>
                </a:lnTo>
                <a:lnTo>
                  <a:pt x="101664" y="117498"/>
                </a:lnTo>
                <a:lnTo>
                  <a:pt x="93354" y="127108"/>
                </a:lnTo>
                <a:lnTo>
                  <a:pt x="93922" y="126407"/>
                </a:lnTo>
                <a:lnTo>
                  <a:pt x="86063" y="136402"/>
                </a:lnTo>
                <a:lnTo>
                  <a:pt x="86613" y="135684"/>
                </a:lnTo>
                <a:lnTo>
                  <a:pt x="79239" y="146046"/>
                </a:lnTo>
                <a:lnTo>
                  <a:pt x="79739" y="145295"/>
                </a:lnTo>
                <a:lnTo>
                  <a:pt x="72865" y="156024"/>
                </a:lnTo>
                <a:lnTo>
                  <a:pt x="73332" y="155256"/>
                </a:lnTo>
                <a:lnTo>
                  <a:pt x="72931" y="155957"/>
                </a:lnTo>
                <a:lnTo>
                  <a:pt x="40378" y="137253"/>
                </a:lnTo>
                <a:moveTo>
                  <a:pt x="157026" y="29466"/>
                </a:moveTo>
                <a:lnTo>
                  <a:pt x="160429" y="27731"/>
                </a:lnTo>
                <a:lnTo>
                  <a:pt x="172976" y="22058"/>
                </a:lnTo>
                <a:lnTo>
                  <a:pt x="185840" y="16986"/>
                </a:lnTo>
                <a:lnTo>
                  <a:pt x="199021" y="12531"/>
                </a:lnTo>
                <a:lnTo>
                  <a:pt x="212470" y="8710"/>
                </a:lnTo>
                <a:lnTo>
                  <a:pt x="226169" y="5540"/>
                </a:lnTo>
                <a:lnTo>
                  <a:pt x="240117" y="3053"/>
                </a:lnTo>
                <a:lnTo>
                  <a:pt x="254183" y="1268"/>
                </a:lnTo>
                <a:lnTo>
                  <a:pt x="261458" y="617"/>
                </a:lnTo>
                <a:lnTo>
                  <a:pt x="268666" y="167"/>
                </a:lnTo>
                <a:lnTo>
                  <a:pt x="273221" y="0"/>
                </a:lnTo>
                <a:lnTo>
                  <a:pt x="274639" y="37508"/>
                </a:lnTo>
                <a:lnTo>
                  <a:pt x="270335" y="37675"/>
                </a:lnTo>
                <a:lnTo>
                  <a:pt x="270819" y="37642"/>
                </a:lnTo>
                <a:lnTo>
                  <a:pt x="264078" y="38076"/>
                </a:lnTo>
                <a:lnTo>
                  <a:pt x="264545" y="38042"/>
                </a:lnTo>
                <a:lnTo>
                  <a:pt x="257853" y="38626"/>
                </a:lnTo>
                <a:lnTo>
                  <a:pt x="258555" y="38560"/>
                </a:lnTo>
                <a:lnTo>
                  <a:pt x="245323" y="40245"/>
                </a:lnTo>
                <a:lnTo>
                  <a:pt x="246257" y="40095"/>
                </a:lnTo>
                <a:lnTo>
                  <a:pt x="233227" y="42414"/>
                </a:lnTo>
                <a:lnTo>
                  <a:pt x="234161" y="42230"/>
                </a:lnTo>
                <a:lnTo>
                  <a:pt x="221364" y="45184"/>
                </a:lnTo>
                <a:lnTo>
                  <a:pt x="222264" y="44950"/>
                </a:lnTo>
                <a:lnTo>
                  <a:pt x="209717" y="48521"/>
                </a:lnTo>
                <a:lnTo>
                  <a:pt x="210601" y="48237"/>
                </a:lnTo>
                <a:lnTo>
                  <a:pt x="198321" y="52392"/>
                </a:lnTo>
                <a:lnTo>
                  <a:pt x="199189" y="52075"/>
                </a:lnTo>
                <a:lnTo>
                  <a:pt x="187175" y="56813"/>
                </a:lnTo>
                <a:lnTo>
                  <a:pt x="188026" y="56463"/>
                </a:lnTo>
                <a:lnTo>
                  <a:pt x="176313" y="61752"/>
                </a:lnTo>
                <a:lnTo>
                  <a:pt x="177131" y="61352"/>
                </a:lnTo>
                <a:lnTo>
                  <a:pt x="174145" y="62887"/>
                </a:lnTo>
                <a:lnTo>
                  <a:pt x="157026" y="29466"/>
                </a:lnTo>
                <a:moveTo>
                  <a:pt x="313783" y="1468"/>
                </a:moveTo>
                <a:lnTo>
                  <a:pt x="326347" y="3053"/>
                </a:lnTo>
                <a:lnTo>
                  <a:pt x="340296" y="5540"/>
                </a:lnTo>
                <a:lnTo>
                  <a:pt x="353994" y="8710"/>
                </a:lnTo>
                <a:lnTo>
                  <a:pt x="367442" y="12531"/>
                </a:lnTo>
                <a:lnTo>
                  <a:pt x="380624" y="16986"/>
                </a:lnTo>
                <a:lnTo>
                  <a:pt x="393488" y="22058"/>
                </a:lnTo>
                <a:lnTo>
                  <a:pt x="406036" y="27731"/>
                </a:lnTo>
                <a:lnTo>
                  <a:pt x="418249" y="33988"/>
                </a:lnTo>
                <a:lnTo>
                  <a:pt x="426859" y="38943"/>
                </a:lnTo>
                <a:lnTo>
                  <a:pt x="408154" y="71496"/>
                </a:lnTo>
                <a:lnTo>
                  <a:pt x="399929" y="66758"/>
                </a:lnTo>
                <a:lnTo>
                  <a:pt x="400730" y="67192"/>
                </a:lnTo>
                <a:lnTo>
                  <a:pt x="389334" y="61352"/>
                </a:lnTo>
                <a:lnTo>
                  <a:pt x="390151" y="61752"/>
                </a:lnTo>
                <a:lnTo>
                  <a:pt x="378438" y="56463"/>
                </a:lnTo>
                <a:lnTo>
                  <a:pt x="379289" y="56813"/>
                </a:lnTo>
                <a:lnTo>
                  <a:pt x="367276" y="52075"/>
                </a:lnTo>
                <a:lnTo>
                  <a:pt x="368144" y="52392"/>
                </a:lnTo>
                <a:lnTo>
                  <a:pt x="355863" y="48237"/>
                </a:lnTo>
                <a:lnTo>
                  <a:pt x="356747" y="48521"/>
                </a:lnTo>
                <a:lnTo>
                  <a:pt x="344200" y="44950"/>
                </a:lnTo>
                <a:lnTo>
                  <a:pt x="345101" y="45184"/>
                </a:lnTo>
                <a:lnTo>
                  <a:pt x="332304" y="42230"/>
                </a:lnTo>
                <a:lnTo>
                  <a:pt x="333238" y="42414"/>
                </a:lnTo>
                <a:lnTo>
                  <a:pt x="320206" y="40095"/>
                </a:lnTo>
                <a:lnTo>
                  <a:pt x="321141" y="40245"/>
                </a:lnTo>
                <a:lnTo>
                  <a:pt x="309044" y="38710"/>
                </a:lnTo>
                <a:lnTo>
                  <a:pt x="313783" y="1468"/>
                </a:lnTo>
                <a:moveTo>
                  <a:pt x="459963" y="61769"/>
                </a:moveTo>
                <a:lnTo>
                  <a:pt x="463399" y="64472"/>
                </a:lnTo>
                <a:lnTo>
                  <a:pt x="473677" y="73382"/>
                </a:lnTo>
                <a:lnTo>
                  <a:pt x="483505" y="82759"/>
                </a:lnTo>
                <a:lnTo>
                  <a:pt x="492882" y="92586"/>
                </a:lnTo>
                <a:lnTo>
                  <a:pt x="501792" y="102864"/>
                </a:lnTo>
                <a:lnTo>
                  <a:pt x="510185" y="113560"/>
                </a:lnTo>
                <a:lnTo>
                  <a:pt x="518094" y="124655"/>
                </a:lnTo>
                <a:lnTo>
                  <a:pt x="525452" y="136152"/>
                </a:lnTo>
                <a:lnTo>
                  <a:pt x="532276" y="148015"/>
                </a:lnTo>
                <a:lnTo>
                  <a:pt x="535663" y="154622"/>
                </a:lnTo>
                <a:lnTo>
                  <a:pt x="502243" y="171741"/>
                </a:lnTo>
                <a:lnTo>
                  <a:pt x="499073" y="165535"/>
                </a:lnTo>
                <a:lnTo>
                  <a:pt x="499506" y="166335"/>
                </a:lnTo>
                <a:lnTo>
                  <a:pt x="493132" y="155256"/>
                </a:lnTo>
                <a:lnTo>
                  <a:pt x="493600" y="156024"/>
                </a:lnTo>
                <a:lnTo>
                  <a:pt x="486726" y="145295"/>
                </a:lnTo>
                <a:lnTo>
                  <a:pt x="487225" y="146046"/>
                </a:lnTo>
                <a:lnTo>
                  <a:pt x="479850" y="135684"/>
                </a:lnTo>
                <a:lnTo>
                  <a:pt x="480401" y="136402"/>
                </a:lnTo>
                <a:lnTo>
                  <a:pt x="472543" y="126407"/>
                </a:lnTo>
                <a:lnTo>
                  <a:pt x="473109" y="127108"/>
                </a:lnTo>
                <a:lnTo>
                  <a:pt x="464801" y="117498"/>
                </a:lnTo>
                <a:lnTo>
                  <a:pt x="465402" y="118165"/>
                </a:lnTo>
                <a:lnTo>
                  <a:pt x="456641" y="108988"/>
                </a:lnTo>
                <a:lnTo>
                  <a:pt x="457276" y="109622"/>
                </a:lnTo>
                <a:lnTo>
                  <a:pt x="448099" y="100862"/>
                </a:lnTo>
                <a:lnTo>
                  <a:pt x="448767" y="101463"/>
                </a:lnTo>
                <a:lnTo>
                  <a:pt x="439156" y="93154"/>
                </a:lnTo>
                <a:lnTo>
                  <a:pt x="439856" y="93721"/>
                </a:lnTo>
                <a:lnTo>
                  <a:pt x="436770" y="91302"/>
                </a:lnTo>
                <a:lnTo>
                  <a:pt x="459963" y="61769"/>
                </a:lnTo>
                <a:moveTo>
                  <a:pt x="551331" y="191713"/>
                </a:moveTo>
                <a:lnTo>
                  <a:pt x="553733" y="198821"/>
                </a:lnTo>
                <a:lnTo>
                  <a:pt x="557554" y="212270"/>
                </a:lnTo>
                <a:lnTo>
                  <a:pt x="560724" y="225968"/>
                </a:lnTo>
                <a:lnTo>
                  <a:pt x="563210" y="239917"/>
                </a:lnTo>
                <a:lnTo>
                  <a:pt x="564995" y="253983"/>
                </a:lnTo>
                <a:lnTo>
                  <a:pt x="565646" y="261257"/>
                </a:lnTo>
                <a:lnTo>
                  <a:pt x="566097" y="268465"/>
                </a:lnTo>
                <a:lnTo>
                  <a:pt x="566380" y="275723"/>
                </a:lnTo>
                <a:lnTo>
                  <a:pt x="566464" y="283031"/>
                </a:lnTo>
                <a:lnTo>
                  <a:pt x="566380" y="290340"/>
                </a:lnTo>
                <a:lnTo>
                  <a:pt x="566097" y="297598"/>
                </a:lnTo>
                <a:lnTo>
                  <a:pt x="565646" y="304806"/>
                </a:lnTo>
                <a:lnTo>
                  <a:pt x="565145" y="310412"/>
                </a:lnTo>
                <a:lnTo>
                  <a:pt x="527754" y="307092"/>
                </a:lnTo>
                <a:lnTo>
                  <a:pt x="528222" y="301719"/>
                </a:lnTo>
                <a:lnTo>
                  <a:pt x="528188" y="302187"/>
                </a:lnTo>
                <a:lnTo>
                  <a:pt x="528622" y="295445"/>
                </a:lnTo>
                <a:lnTo>
                  <a:pt x="528589" y="295929"/>
                </a:lnTo>
                <a:lnTo>
                  <a:pt x="528856" y="289138"/>
                </a:lnTo>
                <a:lnTo>
                  <a:pt x="528839" y="289622"/>
                </a:lnTo>
                <a:lnTo>
                  <a:pt x="528923" y="282798"/>
                </a:lnTo>
                <a:lnTo>
                  <a:pt x="528923" y="283265"/>
                </a:lnTo>
                <a:lnTo>
                  <a:pt x="528839" y="276441"/>
                </a:lnTo>
                <a:lnTo>
                  <a:pt x="528856" y="276925"/>
                </a:lnTo>
                <a:lnTo>
                  <a:pt x="528589" y="270134"/>
                </a:lnTo>
                <a:lnTo>
                  <a:pt x="528622" y="270618"/>
                </a:lnTo>
                <a:lnTo>
                  <a:pt x="528188" y="263877"/>
                </a:lnTo>
                <a:lnTo>
                  <a:pt x="528222" y="264344"/>
                </a:lnTo>
                <a:lnTo>
                  <a:pt x="527637" y="257653"/>
                </a:lnTo>
                <a:lnTo>
                  <a:pt x="527704" y="258354"/>
                </a:lnTo>
                <a:lnTo>
                  <a:pt x="526019" y="245123"/>
                </a:lnTo>
                <a:lnTo>
                  <a:pt x="526169" y="246057"/>
                </a:lnTo>
                <a:lnTo>
                  <a:pt x="523850" y="233026"/>
                </a:lnTo>
                <a:lnTo>
                  <a:pt x="524033" y="233960"/>
                </a:lnTo>
                <a:lnTo>
                  <a:pt x="521080" y="221163"/>
                </a:lnTo>
                <a:lnTo>
                  <a:pt x="521314" y="222064"/>
                </a:lnTo>
                <a:lnTo>
                  <a:pt x="517743" y="209517"/>
                </a:lnTo>
                <a:lnTo>
                  <a:pt x="518027" y="210401"/>
                </a:lnTo>
                <a:lnTo>
                  <a:pt x="515774" y="203743"/>
                </a:lnTo>
                <a:lnTo>
                  <a:pt x="551331" y="191713"/>
                </a:lnTo>
                <a:moveTo>
                  <a:pt x="558439" y="349956"/>
                </a:moveTo>
                <a:lnTo>
                  <a:pt x="557554" y="353794"/>
                </a:lnTo>
                <a:lnTo>
                  <a:pt x="553733" y="367242"/>
                </a:lnTo>
                <a:lnTo>
                  <a:pt x="549278" y="380423"/>
                </a:lnTo>
                <a:lnTo>
                  <a:pt x="544206" y="393288"/>
                </a:lnTo>
                <a:lnTo>
                  <a:pt x="538533" y="405835"/>
                </a:lnTo>
                <a:lnTo>
                  <a:pt x="532276" y="418048"/>
                </a:lnTo>
                <a:lnTo>
                  <a:pt x="525452" y="429912"/>
                </a:lnTo>
                <a:lnTo>
                  <a:pt x="518094" y="441408"/>
                </a:lnTo>
                <a:lnTo>
                  <a:pt x="510185" y="452504"/>
                </a:lnTo>
                <a:lnTo>
                  <a:pt x="506014" y="457826"/>
                </a:lnTo>
                <a:lnTo>
                  <a:pt x="476496" y="434617"/>
                </a:lnTo>
                <a:lnTo>
                  <a:pt x="480401" y="429661"/>
                </a:lnTo>
                <a:lnTo>
                  <a:pt x="479850" y="430379"/>
                </a:lnTo>
                <a:lnTo>
                  <a:pt x="487225" y="420018"/>
                </a:lnTo>
                <a:lnTo>
                  <a:pt x="486726" y="420768"/>
                </a:lnTo>
                <a:lnTo>
                  <a:pt x="493600" y="410040"/>
                </a:lnTo>
                <a:lnTo>
                  <a:pt x="493132" y="410807"/>
                </a:lnTo>
                <a:lnTo>
                  <a:pt x="499506" y="399728"/>
                </a:lnTo>
                <a:lnTo>
                  <a:pt x="499073" y="400529"/>
                </a:lnTo>
                <a:lnTo>
                  <a:pt x="504912" y="389133"/>
                </a:lnTo>
                <a:lnTo>
                  <a:pt x="504512" y="389950"/>
                </a:lnTo>
                <a:lnTo>
                  <a:pt x="509801" y="378238"/>
                </a:lnTo>
                <a:lnTo>
                  <a:pt x="509451" y="379088"/>
                </a:lnTo>
                <a:lnTo>
                  <a:pt x="514190" y="367075"/>
                </a:lnTo>
                <a:lnTo>
                  <a:pt x="513871" y="367943"/>
                </a:lnTo>
                <a:lnTo>
                  <a:pt x="518027" y="355662"/>
                </a:lnTo>
                <a:lnTo>
                  <a:pt x="517743" y="356547"/>
                </a:lnTo>
                <a:lnTo>
                  <a:pt x="521314" y="343999"/>
                </a:lnTo>
                <a:lnTo>
                  <a:pt x="521080" y="344900"/>
                </a:lnTo>
                <a:lnTo>
                  <a:pt x="521863" y="341513"/>
                </a:lnTo>
                <a:lnTo>
                  <a:pt x="558439" y="349956"/>
                </a:lnTo>
                <a:moveTo>
                  <a:pt x="479017" y="487593"/>
                </a:moveTo>
                <a:lnTo>
                  <a:pt x="473677" y="492682"/>
                </a:lnTo>
                <a:lnTo>
                  <a:pt x="463399" y="501592"/>
                </a:lnTo>
                <a:lnTo>
                  <a:pt x="452705" y="509984"/>
                </a:lnTo>
                <a:lnTo>
                  <a:pt x="441608" y="517893"/>
                </a:lnTo>
                <a:lnTo>
                  <a:pt x="430113" y="525251"/>
                </a:lnTo>
                <a:lnTo>
                  <a:pt x="418249" y="532076"/>
                </a:lnTo>
                <a:lnTo>
                  <a:pt x="406036" y="538332"/>
                </a:lnTo>
                <a:lnTo>
                  <a:pt x="393488" y="544005"/>
                </a:lnTo>
                <a:lnTo>
                  <a:pt x="380624" y="549078"/>
                </a:lnTo>
                <a:lnTo>
                  <a:pt x="376887" y="550346"/>
                </a:lnTo>
                <a:lnTo>
                  <a:pt x="364856" y="514773"/>
                </a:lnTo>
                <a:lnTo>
                  <a:pt x="368144" y="513671"/>
                </a:lnTo>
                <a:lnTo>
                  <a:pt x="367276" y="513989"/>
                </a:lnTo>
                <a:lnTo>
                  <a:pt x="379289" y="509250"/>
                </a:lnTo>
                <a:lnTo>
                  <a:pt x="378438" y="509600"/>
                </a:lnTo>
                <a:lnTo>
                  <a:pt x="390151" y="504311"/>
                </a:lnTo>
                <a:lnTo>
                  <a:pt x="389334" y="504711"/>
                </a:lnTo>
                <a:lnTo>
                  <a:pt x="400730" y="498872"/>
                </a:lnTo>
                <a:lnTo>
                  <a:pt x="399929" y="499306"/>
                </a:lnTo>
                <a:lnTo>
                  <a:pt x="411007" y="492932"/>
                </a:lnTo>
                <a:lnTo>
                  <a:pt x="410240" y="493399"/>
                </a:lnTo>
                <a:lnTo>
                  <a:pt x="420968" y="486525"/>
                </a:lnTo>
                <a:lnTo>
                  <a:pt x="420218" y="487025"/>
                </a:lnTo>
                <a:lnTo>
                  <a:pt x="430580" y="479650"/>
                </a:lnTo>
                <a:lnTo>
                  <a:pt x="429862" y="480201"/>
                </a:lnTo>
                <a:lnTo>
                  <a:pt x="439856" y="472343"/>
                </a:lnTo>
                <a:lnTo>
                  <a:pt x="439156" y="472909"/>
                </a:lnTo>
                <a:lnTo>
                  <a:pt x="448767" y="464601"/>
                </a:lnTo>
                <a:lnTo>
                  <a:pt x="448099" y="465201"/>
                </a:lnTo>
                <a:lnTo>
                  <a:pt x="453121" y="460412"/>
                </a:lnTo>
                <a:lnTo>
                  <a:pt x="479017" y="487593"/>
                </a:lnTo>
                <a:moveTo>
                  <a:pt x="337993" y="560924"/>
                </a:moveTo>
                <a:lnTo>
                  <a:pt x="326347" y="563009"/>
                </a:lnTo>
                <a:lnTo>
                  <a:pt x="312281" y="564795"/>
                </a:lnTo>
                <a:lnTo>
                  <a:pt x="305007" y="565446"/>
                </a:lnTo>
                <a:lnTo>
                  <a:pt x="297799" y="565896"/>
                </a:lnTo>
                <a:lnTo>
                  <a:pt x="290541" y="566180"/>
                </a:lnTo>
                <a:lnTo>
                  <a:pt x="283232" y="566263"/>
                </a:lnTo>
                <a:lnTo>
                  <a:pt x="275924" y="566180"/>
                </a:lnTo>
                <a:lnTo>
                  <a:pt x="268666" y="565896"/>
                </a:lnTo>
                <a:lnTo>
                  <a:pt x="261458" y="565446"/>
                </a:lnTo>
                <a:lnTo>
                  <a:pt x="254183" y="564795"/>
                </a:lnTo>
                <a:lnTo>
                  <a:pt x="240117" y="563009"/>
                </a:lnTo>
                <a:lnTo>
                  <a:pt x="226169" y="560523"/>
                </a:lnTo>
                <a:lnTo>
                  <a:pt x="218728" y="558789"/>
                </a:lnTo>
                <a:lnTo>
                  <a:pt x="227170" y="522214"/>
                </a:lnTo>
                <a:lnTo>
                  <a:pt x="234161" y="523833"/>
                </a:lnTo>
                <a:lnTo>
                  <a:pt x="233227" y="523632"/>
                </a:lnTo>
                <a:lnTo>
                  <a:pt x="246257" y="525969"/>
                </a:lnTo>
                <a:lnTo>
                  <a:pt x="245323" y="525819"/>
                </a:lnTo>
                <a:lnTo>
                  <a:pt x="258555" y="527503"/>
                </a:lnTo>
                <a:lnTo>
                  <a:pt x="257853" y="527437"/>
                </a:lnTo>
                <a:lnTo>
                  <a:pt x="264545" y="528021"/>
                </a:lnTo>
                <a:lnTo>
                  <a:pt x="264078" y="527987"/>
                </a:lnTo>
                <a:lnTo>
                  <a:pt x="270819" y="528421"/>
                </a:lnTo>
                <a:lnTo>
                  <a:pt x="270335" y="528388"/>
                </a:lnTo>
                <a:lnTo>
                  <a:pt x="277126" y="528655"/>
                </a:lnTo>
                <a:lnTo>
                  <a:pt x="276642" y="528638"/>
                </a:lnTo>
                <a:lnTo>
                  <a:pt x="283466" y="528722"/>
                </a:lnTo>
                <a:lnTo>
                  <a:pt x="282999" y="528722"/>
                </a:lnTo>
                <a:lnTo>
                  <a:pt x="289822" y="528638"/>
                </a:lnTo>
                <a:lnTo>
                  <a:pt x="289339" y="528655"/>
                </a:lnTo>
                <a:lnTo>
                  <a:pt x="296130" y="528388"/>
                </a:lnTo>
                <a:lnTo>
                  <a:pt x="295646" y="528421"/>
                </a:lnTo>
                <a:lnTo>
                  <a:pt x="302387" y="527987"/>
                </a:lnTo>
                <a:lnTo>
                  <a:pt x="301919" y="528021"/>
                </a:lnTo>
                <a:lnTo>
                  <a:pt x="308610" y="527437"/>
                </a:lnTo>
                <a:lnTo>
                  <a:pt x="307909" y="527503"/>
                </a:lnTo>
                <a:lnTo>
                  <a:pt x="321141" y="525819"/>
                </a:lnTo>
                <a:lnTo>
                  <a:pt x="320206" y="525969"/>
                </a:lnTo>
                <a:lnTo>
                  <a:pt x="331402" y="523966"/>
                </a:lnTo>
                <a:lnTo>
                  <a:pt x="337993" y="560924"/>
                </a:lnTo>
                <a:moveTo>
                  <a:pt x="180234" y="546858"/>
                </a:moveTo>
                <a:lnTo>
                  <a:pt x="172976" y="544005"/>
                </a:lnTo>
                <a:lnTo>
                  <a:pt x="160429" y="538332"/>
                </a:lnTo>
                <a:lnTo>
                  <a:pt x="148215" y="532076"/>
                </a:lnTo>
                <a:lnTo>
                  <a:pt x="136352" y="525251"/>
                </a:lnTo>
                <a:lnTo>
                  <a:pt x="124855" y="517893"/>
                </a:lnTo>
                <a:lnTo>
                  <a:pt x="113760" y="509984"/>
                </a:lnTo>
                <a:lnTo>
                  <a:pt x="103066" y="501592"/>
                </a:lnTo>
                <a:lnTo>
                  <a:pt x="92787" y="492682"/>
                </a:lnTo>
                <a:lnTo>
                  <a:pt x="82959" y="483305"/>
                </a:lnTo>
                <a:lnTo>
                  <a:pt x="80390" y="480618"/>
                </a:lnTo>
                <a:lnTo>
                  <a:pt x="107553" y="454706"/>
                </a:lnTo>
                <a:lnTo>
                  <a:pt x="109822" y="457075"/>
                </a:lnTo>
                <a:lnTo>
                  <a:pt x="109189" y="456441"/>
                </a:lnTo>
                <a:lnTo>
                  <a:pt x="118365" y="465201"/>
                </a:lnTo>
                <a:lnTo>
                  <a:pt x="117698" y="464601"/>
                </a:lnTo>
                <a:lnTo>
                  <a:pt x="127309" y="472909"/>
                </a:lnTo>
                <a:lnTo>
                  <a:pt x="126608" y="472343"/>
                </a:lnTo>
                <a:lnTo>
                  <a:pt x="136602" y="480201"/>
                </a:lnTo>
                <a:lnTo>
                  <a:pt x="135885" y="479650"/>
                </a:lnTo>
                <a:lnTo>
                  <a:pt x="146246" y="487025"/>
                </a:lnTo>
                <a:lnTo>
                  <a:pt x="145495" y="486525"/>
                </a:lnTo>
                <a:lnTo>
                  <a:pt x="156224" y="493399"/>
                </a:lnTo>
                <a:lnTo>
                  <a:pt x="155457" y="492932"/>
                </a:lnTo>
                <a:lnTo>
                  <a:pt x="166536" y="499306"/>
                </a:lnTo>
                <a:lnTo>
                  <a:pt x="165735" y="498872"/>
                </a:lnTo>
                <a:lnTo>
                  <a:pt x="177131" y="504711"/>
                </a:lnTo>
                <a:lnTo>
                  <a:pt x="176313" y="504311"/>
                </a:lnTo>
                <a:lnTo>
                  <a:pt x="188026" y="509600"/>
                </a:lnTo>
                <a:lnTo>
                  <a:pt x="187175" y="509250"/>
                </a:lnTo>
                <a:lnTo>
                  <a:pt x="194016" y="511937"/>
                </a:lnTo>
                <a:lnTo>
                  <a:pt x="180234" y="546858"/>
                </a:lnTo>
                <a:moveTo>
                  <a:pt x="54428" y="449917"/>
                </a:moveTo>
                <a:lnTo>
                  <a:pt x="48370" y="441408"/>
                </a:lnTo>
                <a:lnTo>
                  <a:pt x="41013" y="429912"/>
                </a:lnTo>
                <a:lnTo>
                  <a:pt x="34188" y="418048"/>
                </a:lnTo>
                <a:lnTo>
                  <a:pt x="27931" y="405835"/>
                </a:lnTo>
                <a:lnTo>
                  <a:pt x="22258" y="393288"/>
                </a:lnTo>
                <a:lnTo>
                  <a:pt x="17187" y="380423"/>
                </a:lnTo>
                <a:lnTo>
                  <a:pt x="12731" y="367242"/>
                </a:lnTo>
                <a:lnTo>
                  <a:pt x="8911" y="353794"/>
                </a:lnTo>
                <a:lnTo>
                  <a:pt x="5991" y="341146"/>
                </a:lnTo>
                <a:lnTo>
                  <a:pt x="42581" y="332704"/>
                </a:lnTo>
                <a:lnTo>
                  <a:pt x="45384" y="344900"/>
                </a:lnTo>
                <a:lnTo>
                  <a:pt x="45151" y="343999"/>
                </a:lnTo>
                <a:lnTo>
                  <a:pt x="48721" y="356547"/>
                </a:lnTo>
                <a:lnTo>
                  <a:pt x="48438" y="355662"/>
                </a:lnTo>
                <a:lnTo>
                  <a:pt x="52592" y="367943"/>
                </a:lnTo>
                <a:lnTo>
                  <a:pt x="52275" y="367075"/>
                </a:lnTo>
                <a:lnTo>
                  <a:pt x="57014" y="379088"/>
                </a:lnTo>
                <a:lnTo>
                  <a:pt x="56663" y="378238"/>
                </a:lnTo>
                <a:lnTo>
                  <a:pt x="61953" y="389950"/>
                </a:lnTo>
                <a:lnTo>
                  <a:pt x="61553" y="389133"/>
                </a:lnTo>
                <a:lnTo>
                  <a:pt x="67392" y="400529"/>
                </a:lnTo>
                <a:lnTo>
                  <a:pt x="66958" y="399728"/>
                </a:lnTo>
                <a:lnTo>
                  <a:pt x="73332" y="410807"/>
                </a:lnTo>
                <a:lnTo>
                  <a:pt x="72865" y="410040"/>
                </a:lnTo>
                <a:lnTo>
                  <a:pt x="79739" y="420768"/>
                </a:lnTo>
                <a:lnTo>
                  <a:pt x="79239" y="420018"/>
                </a:lnTo>
                <a:lnTo>
                  <a:pt x="85028" y="428160"/>
                </a:lnTo>
                <a:lnTo>
                  <a:pt x="54428" y="449917"/>
                </a:lnTo>
                <a:moveTo>
                  <a:pt x="584" y="300935"/>
                </a:moveTo>
                <a:lnTo>
                  <a:pt x="367" y="297598"/>
                </a:lnTo>
                <a:lnTo>
                  <a:pt x="100" y="290573"/>
                </a:lnTo>
                <a:lnTo>
                  <a:pt x="37609" y="289138"/>
                </a:lnTo>
                <a:lnTo>
                  <a:pt x="37876" y="295929"/>
                </a:lnTo>
                <a:lnTo>
                  <a:pt x="37843" y="295445"/>
                </a:lnTo>
                <a:lnTo>
                  <a:pt x="38044" y="298565"/>
                </a:lnTo>
                <a:lnTo>
                  <a:pt x="584" y="30093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89-part-0">
            <a:extLst xmlns:a="http://schemas.openxmlformats.org/drawingml/2006/main">
              <a:ext uri="{FF2B5EF4-FFF2-40B4-BE49-F238E27FC236}">
                <a16:creationId xmlns:a16="http://schemas.microsoft.com/office/drawing/2014/main" id="{B2BB7D40-C97E-48E8-8EB4-2AA2CA8A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853" y="1628519"/>
            <a:ext cx="825802" cy="383643"/>
          </a:xfrm>
          <a:custGeom xmlns:a="http://schemas.openxmlformats.org/drawingml/2006/main">
            <a:pathLst>
              <a:path w="825802" h="383643">
                <a:moveTo>
                  <a:pt x="147513" y="350473"/>
                </a:moveTo>
                <a:lnTo>
                  <a:pt x="32503" y="336141"/>
                </a:lnTo>
                <a:lnTo>
                  <a:pt x="43849" y="362653"/>
                </a:lnTo>
                <a:lnTo>
                  <a:pt x="112926" y="269583"/>
                </a:lnTo>
                <a:lnTo>
                  <a:pt x="114694" y="266580"/>
                </a:lnTo>
                <a:lnTo>
                  <a:pt x="115812" y="263276"/>
                </a:lnTo>
                <a:lnTo>
                  <a:pt x="116212" y="259806"/>
                </a:lnTo>
                <a:lnTo>
                  <a:pt x="115878" y="256335"/>
                </a:lnTo>
                <a:lnTo>
                  <a:pt x="114844" y="253015"/>
                </a:lnTo>
                <a:lnTo>
                  <a:pt x="113125" y="249978"/>
                </a:lnTo>
                <a:lnTo>
                  <a:pt x="110823" y="247358"/>
                </a:lnTo>
                <a:lnTo>
                  <a:pt x="108020" y="245273"/>
                </a:lnTo>
                <a:lnTo>
                  <a:pt x="104850" y="243821"/>
                </a:lnTo>
                <a:lnTo>
                  <a:pt x="101446" y="243070"/>
                </a:lnTo>
                <a:lnTo>
                  <a:pt x="97959" y="243037"/>
                </a:lnTo>
                <a:lnTo>
                  <a:pt x="94539" y="243721"/>
                </a:lnTo>
                <a:lnTo>
                  <a:pt x="91335" y="245106"/>
                </a:lnTo>
                <a:lnTo>
                  <a:pt x="88498" y="247125"/>
                </a:lnTo>
                <a:lnTo>
                  <a:pt x="86129" y="249694"/>
                </a:lnTo>
                <a:lnTo>
                  <a:pt x="0" y="365723"/>
                </a:lnTo>
                <a:lnTo>
                  <a:pt x="143392" y="383577"/>
                </a:lnTo>
                <a:lnTo>
                  <a:pt x="146879" y="383643"/>
                </a:lnTo>
                <a:lnTo>
                  <a:pt x="150300" y="382993"/>
                </a:lnTo>
                <a:lnTo>
                  <a:pt x="153521" y="381641"/>
                </a:lnTo>
                <a:lnTo>
                  <a:pt x="156373" y="379639"/>
                </a:lnTo>
                <a:lnTo>
                  <a:pt x="158760" y="377086"/>
                </a:lnTo>
                <a:lnTo>
                  <a:pt x="160562" y="374099"/>
                </a:lnTo>
                <a:lnTo>
                  <a:pt x="161713" y="370812"/>
                </a:lnTo>
                <a:lnTo>
                  <a:pt x="162147" y="367342"/>
                </a:lnTo>
                <a:lnTo>
                  <a:pt x="161846" y="363871"/>
                </a:lnTo>
                <a:lnTo>
                  <a:pt x="160829" y="360534"/>
                </a:lnTo>
                <a:lnTo>
                  <a:pt x="159143" y="357481"/>
                </a:lnTo>
                <a:lnTo>
                  <a:pt x="156857" y="354845"/>
                </a:lnTo>
                <a:lnTo>
                  <a:pt x="154071" y="352742"/>
                </a:lnTo>
                <a:lnTo>
                  <a:pt x="150918" y="351257"/>
                </a:lnTo>
                <a:lnTo>
                  <a:pt x="147513" y="35047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89-part-1">
            <a:extLst xmlns:a="http://schemas.openxmlformats.org/drawingml/2006/main">
              <a:ext uri="{FF2B5EF4-FFF2-40B4-BE49-F238E27FC236}">
                <a16:creationId xmlns:a16="http://schemas.microsoft.com/office/drawing/2014/main" id="{850EDB54-A37C-41B6-BA7C-60729FD1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853" y="1628519"/>
            <a:ext cx="825802" cy="383643"/>
          </a:xfrm>
          <a:custGeom xmlns:a="http://schemas.openxmlformats.org/drawingml/2006/main">
            <a:pathLst>
              <a:path w="825802" h="383643">
                <a:moveTo>
                  <a:pt x="812687" y="0"/>
                </a:moveTo>
                <a:lnTo>
                  <a:pt x="689950" y="52475"/>
                </a:lnTo>
                <a:lnTo>
                  <a:pt x="703082" y="83159"/>
                </a:lnTo>
                <a:lnTo>
                  <a:pt x="825802" y="30667"/>
                </a:lnTo>
                <a:lnTo>
                  <a:pt x="812687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89-part-2">
            <a:extLst xmlns:a="http://schemas.openxmlformats.org/drawingml/2006/main">
              <a:ext uri="{FF2B5EF4-FFF2-40B4-BE49-F238E27FC236}">
                <a16:creationId xmlns:a16="http://schemas.microsoft.com/office/drawing/2014/main" id="{62E63F9A-52D6-4A3F-9308-2B7DDCE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853" y="1628519"/>
            <a:ext cx="825802" cy="383643"/>
          </a:xfrm>
          <a:custGeom xmlns:a="http://schemas.openxmlformats.org/drawingml/2006/main">
            <a:pathLst>
              <a:path w="825802" h="383643">
                <a:moveTo>
                  <a:pt x="597915" y="91852"/>
                </a:moveTo>
                <a:lnTo>
                  <a:pt x="475179" y="144344"/>
                </a:lnTo>
                <a:lnTo>
                  <a:pt x="488310" y="175028"/>
                </a:lnTo>
                <a:lnTo>
                  <a:pt x="611030" y="122536"/>
                </a:lnTo>
                <a:lnTo>
                  <a:pt x="597915" y="9185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89-part-3">
            <a:extLst xmlns:a="http://schemas.openxmlformats.org/drawingml/2006/main">
              <a:ext uri="{FF2B5EF4-FFF2-40B4-BE49-F238E27FC236}">
                <a16:creationId xmlns:a16="http://schemas.microsoft.com/office/drawing/2014/main" id="{30AE07FC-41BD-4486-93DA-AFB1F643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853" y="1628519"/>
            <a:ext cx="825802" cy="383643"/>
          </a:xfrm>
          <a:custGeom xmlns:a="http://schemas.openxmlformats.org/drawingml/2006/main">
            <a:pathLst>
              <a:path w="825802" h="383643">
                <a:moveTo>
                  <a:pt x="383142" y="183704"/>
                </a:moveTo>
                <a:lnTo>
                  <a:pt x="260406" y="236196"/>
                </a:lnTo>
                <a:lnTo>
                  <a:pt x="273537" y="266880"/>
                </a:lnTo>
                <a:lnTo>
                  <a:pt x="396257" y="214388"/>
                </a:lnTo>
                <a:lnTo>
                  <a:pt x="383142" y="18370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89-part-4">
            <a:extLst xmlns:a="http://schemas.openxmlformats.org/drawingml/2006/main">
              <a:ext uri="{FF2B5EF4-FFF2-40B4-BE49-F238E27FC236}">
                <a16:creationId xmlns:a16="http://schemas.microsoft.com/office/drawing/2014/main" id="{AC65168A-65DE-4F27-A1DE-8EB7F3F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853" y="1628519"/>
            <a:ext cx="825802" cy="383643"/>
          </a:xfrm>
          <a:custGeom xmlns:a="http://schemas.openxmlformats.org/drawingml/2006/main">
            <a:pathLst>
              <a:path w="825802" h="383643">
                <a:moveTo>
                  <a:pt x="168353" y="275573"/>
                </a:moveTo>
                <a:lnTo>
                  <a:pt x="45634" y="328065"/>
                </a:lnTo>
                <a:lnTo>
                  <a:pt x="58748" y="358732"/>
                </a:lnTo>
                <a:lnTo>
                  <a:pt x="181485" y="306257"/>
                </a:lnTo>
                <a:lnTo>
                  <a:pt x="168353" y="27557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190-part-0">
            <a:extLst xmlns:a="http://schemas.openxmlformats.org/drawingml/2006/main">
              <a:ext uri="{FF2B5EF4-FFF2-40B4-BE49-F238E27FC236}">
                <a16:creationId xmlns:a16="http://schemas.microsoft.com/office/drawing/2014/main" id="{EBAB5830-2D0C-4B78-814A-2E180763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177" y="1628636"/>
            <a:ext cx="747665" cy="363354"/>
          </a:xfrm>
          <a:custGeom xmlns:a="http://schemas.openxmlformats.org/drawingml/2006/main">
            <a:pathLst>
              <a:path w="747665" h="363354">
                <a:moveTo>
                  <a:pt x="600452" y="330167"/>
                </a:moveTo>
                <a:lnTo>
                  <a:pt x="715697" y="317920"/>
                </a:lnTo>
                <a:lnTo>
                  <a:pt x="703883" y="344216"/>
                </a:lnTo>
                <a:lnTo>
                  <a:pt x="636509" y="249911"/>
                </a:lnTo>
                <a:lnTo>
                  <a:pt x="634773" y="246874"/>
                </a:lnTo>
                <a:lnTo>
                  <a:pt x="633723" y="243554"/>
                </a:lnTo>
                <a:lnTo>
                  <a:pt x="633388" y="240084"/>
                </a:lnTo>
                <a:lnTo>
                  <a:pt x="633790" y="236613"/>
                </a:lnTo>
                <a:lnTo>
                  <a:pt x="634890" y="233309"/>
                </a:lnTo>
                <a:lnTo>
                  <a:pt x="636660" y="230306"/>
                </a:lnTo>
                <a:lnTo>
                  <a:pt x="639012" y="227736"/>
                </a:lnTo>
                <a:lnTo>
                  <a:pt x="641848" y="225701"/>
                </a:lnTo>
                <a:lnTo>
                  <a:pt x="645052" y="224299"/>
                </a:lnTo>
                <a:lnTo>
                  <a:pt x="648472" y="223615"/>
                </a:lnTo>
                <a:lnTo>
                  <a:pt x="651960" y="223632"/>
                </a:lnTo>
                <a:lnTo>
                  <a:pt x="655363" y="224383"/>
                </a:lnTo>
                <a:lnTo>
                  <a:pt x="658533" y="225835"/>
                </a:lnTo>
                <a:lnTo>
                  <a:pt x="661337" y="227903"/>
                </a:lnTo>
                <a:lnTo>
                  <a:pt x="663655" y="230523"/>
                </a:lnTo>
                <a:lnTo>
                  <a:pt x="747665" y="348087"/>
                </a:lnTo>
                <a:lnTo>
                  <a:pt x="603972" y="363337"/>
                </a:lnTo>
                <a:lnTo>
                  <a:pt x="600485" y="363354"/>
                </a:lnTo>
                <a:lnTo>
                  <a:pt x="597065" y="362620"/>
                </a:lnTo>
                <a:lnTo>
                  <a:pt x="593878" y="361218"/>
                </a:lnTo>
                <a:lnTo>
                  <a:pt x="591058" y="359166"/>
                </a:lnTo>
                <a:lnTo>
                  <a:pt x="588722" y="356580"/>
                </a:lnTo>
                <a:lnTo>
                  <a:pt x="586970" y="353560"/>
                </a:lnTo>
                <a:lnTo>
                  <a:pt x="585886" y="350240"/>
                </a:lnTo>
                <a:lnTo>
                  <a:pt x="585519" y="346769"/>
                </a:lnTo>
                <a:lnTo>
                  <a:pt x="585886" y="343299"/>
                </a:lnTo>
                <a:lnTo>
                  <a:pt x="586954" y="339978"/>
                </a:lnTo>
                <a:lnTo>
                  <a:pt x="588705" y="336958"/>
                </a:lnTo>
                <a:lnTo>
                  <a:pt x="591024" y="334372"/>
                </a:lnTo>
                <a:lnTo>
                  <a:pt x="593844" y="332320"/>
                </a:lnTo>
                <a:lnTo>
                  <a:pt x="597032" y="330885"/>
                </a:lnTo>
                <a:lnTo>
                  <a:pt x="600452" y="33016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190-part-1">
            <a:extLst xmlns:a="http://schemas.openxmlformats.org/drawingml/2006/main">
              <a:ext uri="{FF2B5EF4-FFF2-40B4-BE49-F238E27FC236}">
                <a16:creationId xmlns:a16="http://schemas.microsoft.com/office/drawing/2014/main" id="{7C5D3529-44BE-4540-A0AE-A2B2D605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177" y="1628636"/>
            <a:ext cx="747665" cy="363354"/>
          </a:xfrm>
          <a:custGeom xmlns:a="http://schemas.openxmlformats.org/drawingml/2006/main">
            <a:pathLst>
              <a:path w="747665" h="363354">
                <a:moveTo>
                  <a:pt x="13682" y="0"/>
                </a:moveTo>
                <a:lnTo>
                  <a:pt x="135435" y="54711"/>
                </a:lnTo>
                <a:lnTo>
                  <a:pt x="121752" y="85145"/>
                </a:lnTo>
                <a:lnTo>
                  <a:pt x="0" y="30434"/>
                </a:lnTo>
                <a:lnTo>
                  <a:pt x="13682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190-part-2">
            <a:extLst xmlns:a="http://schemas.openxmlformats.org/drawingml/2006/main">
              <a:ext uri="{FF2B5EF4-FFF2-40B4-BE49-F238E27FC236}">
                <a16:creationId xmlns:a16="http://schemas.microsoft.com/office/drawing/2014/main" id="{0D0B886E-5B9A-4F60-BC25-A0942137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177" y="1628636"/>
            <a:ext cx="747665" cy="363354"/>
          </a:xfrm>
          <a:custGeom xmlns:a="http://schemas.openxmlformats.org/drawingml/2006/main">
            <a:pathLst>
              <a:path w="747665" h="363354">
                <a:moveTo>
                  <a:pt x="226753" y="95740"/>
                </a:moveTo>
                <a:lnTo>
                  <a:pt x="348505" y="150451"/>
                </a:lnTo>
                <a:lnTo>
                  <a:pt x="334823" y="180884"/>
                </a:lnTo>
                <a:lnTo>
                  <a:pt x="213071" y="126174"/>
                </a:lnTo>
                <a:lnTo>
                  <a:pt x="226753" y="9574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path-190-part-3">
            <a:extLst xmlns:a="http://schemas.openxmlformats.org/drawingml/2006/main">
              <a:ext uri="{FF2B5EF4-FFF2-40B4-BE49-F238E27FC236}">
                <a16:creationId xmlns:a16="http://schemas.microsoft.com/office/drawing/2014/main" id="{58EE594C-F501-4E8A-890F-E201CF5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177" y="1628636"/>
            <a:ext cx="747665" cy="363354"/>
          </a:xfrm>
          <a:custGeom xmlns:a="http://schemas.openxmlformats.org/drawingml/2006/main">
            <a:pathLst>
              <a:path w="747665" h="363354">
                <a:moveTo>
                  <a:pt x="439824" y="191479"/>
                </a:moveTo>
                <a:lnTo>
                  <a:pt x="561576" y="246190"/>
                </a:lnTo>
                <a:lnTo>
                  <a:pt x="547910" y="276624"/>
                </a:lnTo>
                <a:lnTo>
                  <a:pt x="426141" y="221913"/>
                </a:lnTo>
                <a:lnTo>
                  <a:pt x="439824" y="191479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df-path-190-part-4">
            <a:extLst xmlns:a="http://schemas.openxmlformats.org/drawingml/2006/main">
              <a:ext uri="{FF2B5EF4-FFF2-40B4-BE49-F238E27FC236}">
                <a16:creationId xmlns:a16="http://schemas.microsoft.com/office/drawing/2014/main" id="{1291338F-DCC2-49AC-A708-696D0F70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177" y="1628636"/>
            <a:ext cx="747665" cy="363354"/>
          </a:xfrm>
          <a:custGeom xmlns:a="http://schemas.openxmlformats.org/drawingml/2006/main">
            <a:pathLst>
              <a:path w="747665" h="363354">
                <a:moveTo>
                  <a:pt x="652894" y="287219"/>
                </a:moveTo>
                <a:lnTo>
                  <a:pt x="724307" y="319288"/>
                </a:lnTo>
                <a:lnTo>
                  <a:pt x="710624" y="349739"/>
                </a:lnTo>
                <a:lnTo>
                  <a:pt x="639211" y="317653"/>
                </a:lnTo>
                <a:lnTo>
                  <a:pt x="652894" y="287219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df-path-191-part-0">
            <a:extLst xmlns:a="http://schemas.openxmlformats.org/drawingml/2006/main">
              <a:ext uri="{FF2B5EF4-FFF2-40B4-BE49-F238E27FC236}">
                <a16:creationId xmlns:a16="http://schemas.microsoft.com/office/drawing/2014/main" id="{5B97FC2C-92B6-4B0D-B1FC-89726734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496" y="2507731"/>
            <a:ext cx="819762" cy="370662"/>
          </a:xfrm>
          <a:custGeom xmlns:a="http://schemas.openxmlformats.org/drawingml/2006/main">
            <a:pathLst>
              <a:path w="819762" h="370662">
                <a:moveTo>
                  <a:pt x="672047" y="337492"/>
                </a:moveTo>
                <a:lnTo>
                  <a:pt x="786876" y="321658"/>
                </a:lnTo>
                <a:lnTo>
                  <a:pt x="775880" y="348304"/>
                </a:lnTo>
                <a:lnTo>
                  <a:pt x="705585" y="256151"/>
                </a:lnTo>
                <a:lnTo>
                  <a:pt x="703766" y="253181"/>
                </a:lnTo>
                <a:lnTo>
                  <a:pt x="702616" y="249878"/>
                </a:lnTo>
                <a:lnTo>
                  <a:pt x="702181" y="246424"/>
                </a:lnTo>
                <a:lnTo>
                  <a:pt x="702465" y="242953"/>
                </a:lnTo>
                <a:lnTo>
                  <a:pt x="703466" y="239600"/>
                </a:lnTo>
                <a:lnTo>
                  <a:pt x="705135" y="236546"/>
                </a:lnTo>
                <a:lnTo>
                  <a:pt x="707404" y="233893"/>
                </a:lnTo>
                <a:lnTo>
                  <a:pt x="710173" y="231791"/>
                </a:lnTo>
                <a:lnTo>
                  <a:pt x="713327" y="230290"/>
                </a:lnTo>
                <a:lnTo>
                  <a:pt x="716730" y="229489"/>
                </a:lnTo>
                <a:lnTo>
                  <a:pt x="720218" y="229405"/>
                </a:lnTo>
                <a:lnTo>
                  <a:pt x="723638" y="230055"/>
                </a:lnTo>
                <a:lnTo>
                  <a:pt x="726858" y="231391"/>
                </a:lnTo>
                <a:lnTo>
                  <a:pt x="729729" y="233376"/>
                </a:lnTo>
                <a:lnTo>
                  <a:pt x="732114" y="235912"/>
                </a:lnTo>
                <a:lnTo>
                  <a:pt x="819762" y="350807"/>
                </a:lnTo>
                <a:lnTo>
                  <a:pt x="676619" y="370545"/>
                </a:lnTo>
                <a:lnTo>
                  <a:pt x="673132" y="370662"/>
                </a:lnTo>
                <a:lnTo>
                  <a:pt x="669695" y="370045"/>
                </a:lnTo>
                <a:lnTo>
                  <a:pt x="666457" y="368727"/>
                </a:lnTo>
                <a:lnTo>
                  <a:pt x="663572" y="366775"/>
                </a:lnTo>
                <a:lnTo>
                  <a:pt x="661152" y="364255"/>
                </a:lnTo>
                <a:lnTo>
                  <a:pt x="659316" y="361285"/>
                </a:lnTo>
                <a:lnTo>
                  <a:pt x="658132" y="358015"/>
                </a:lnTo>
                <a:lnTo>
                  <a:pt x="657665" y="354544"/>
                </a:lnTo>
                <a:lnTo>
                  <a:pt x="657916" y="351074"/>
                </a:lnTo>
                <a:lnTo>
                  <a:pt x="658883" y="347720"/>
                </a:lnTo>
                <a:lnTo>
                  <a:pt x="660534" y="344650"/>
                </a:lnTo>
                <a:lnTo>
                  <a:pt x="662771" y="341980"/>
                </a:lnTo>
                <a:lnTo>
                  <a:pt x="665523" y="339844"/>
                </a:lnTo>
                <a:lnTo>
                  <a:pt x="668660" y="338326"/>
                </a:lnTo>
                <a:lnTo>
                  <a:pt x="672047" y="33749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91-part-1">
            <a:extLst xmlns:a="http://schemas.openxmlformats.org/drawingml/2006/main">
              <a:ext uri="{FF2B5EF4-FFF2-40B4-BE49-F238E27FC236}">
                <a16:creationId xmlns:a16="http://schemas.microsoft.com/office/drawing/2014/main" id="{E3516075-BF4E-4793-98A1-27019DA4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496" y="2507731"/>
            <a:ext cx="819762" cy="370662"/>
          </a:xfrm>
          <a:custGeom xmlns:a="http://schemas.openxmlformats.org/drawingml/2006/main">
            <a:pathLst>
              <a:path w="819762" h="370662">
                <a:moveTo>
                  <a:pt x="12714" y="0"/>
                </a:moveTo>
                <a:lnTo>
                  <a:pt x="136118" y="50890"/>
                </a:lnTo>
                <a:lnTo>
                  <a:pt x="123404" y="81741"/>
                </a:lnTo>
                <a:lnTo>
                  <a:pt x="0" y="30851"/>
                </a:lnTo>
                <a:lnTo>
                  <a:pt x="12714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path-191-part-2">
            <a:extLst xmlns:a="http://schemas.openxmlformats.org/drawingml/2006/main">
              <a:ext uri="{FF2B5EF4-FFF2-40B4-BE49-F238E27FC236}">
                <a16:creationId xmlns:a16="http://schemas.microsoft.com/office/drawing/2014/main" id="{B4C7C0A5-A8C8-4094-914E-18DF4CFF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496" y="2507731"/>
            <a:ext cx="819762" cy="370662"/>
          </a:xfrm>
          <a:custGeom xmlns:a="http://schemas.openxmlformats.org/drawingml/2006/main">
            <a:pathLst>
              <a:path w="819762" h="370662">
                <a:moveTo>
                  <a:pt x="228671" y="89049"/>
                </a:moveTo>
                <a:lnTo>
                  <a:pt x="352075" y="139922"/>
                </a:lnTo>
                <a:lnTo>
                  <a:pt x="339360" y="170773"/>
                </a:lnTo>
                <a:lnTo>
                  <a:pt x="215957" y="119900"/>
                </a:lnTo>
                <a:lnTo>
                  <a:pt x="228671" y="89049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191-part-3">
            <a:extLst xmlns:a="http://schemas.openxmlformats.org/drawingml/2006/main">
              <a:ext uri="{FF2B5EF4-FFF2-40B4-BE49-F238E27FC236}">
                <a16:creationId xmlns:a16="http://schemas.microsoft.com/office/drawing/2014/main" id="{B3FE74D1-9694-46CF-8703-25791366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496" y="2507731"/>
            <a:ext cx="819762" cy="370662"/>
          </a:xfrm>
          <a:custGeom xmlns:a="http://schemas.openxmlformats.org/drawingml/2006/main">
            <a:pathLst>
              <a:path w="819762" h="370662">
                <a:moveTo>
                  <a:pt x="444628" y="178081"/>
                </a:moveTo>
                <a:lnTo>
                  <a:pt x="568032" y="228971"/>
                </a:lnTo>
                <a:lnTo>
                  <a:pt x="555318" y="259822"/>
                </a:lnTo>
                <a:lnTo>
                  <a:pt x="431914" y="208949"/>
                </a:lnTo>
                <a:lnTo>
                  <a:pt x="444628" y="178081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191-part-4">
            <a:extLst xmlns:a="http://schemas.openxmlformats.org/drawingml/2006/main">
              <a:ext uri="{FF2B5EF4-FFF2-40B4-BE49-F238E27FC236}">
                <a16:creationId xmlns:a16="http://schemas.microsoft.com/office/drawing/2014/main" id="{809D2BC9-4297-4757-93B1-7942EE64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496" y="2507731"/>
            <a:ext cx="819762" cy="370662"/>
          </a:xfrm>
          <a:custGeom xmlns:a="http://schemas.openxmlformats.org/drawingml/2006/main">
            <a:pathLst>
              <a:path w="819762" h="370662">
                <a:moveTo>
                  <a:pt x="660584" y="267130"/>
                </a:moveTo>
                <a:lnTo>
                  <a:pt x="783988" y="318003"/>
                </a:lnTo>
                <a:lnTo>
                  <a:pt x="771275" y="348854"/>
                </a:lnTo>
                <a:lnTo>
                  <a:pt x="647871" y="297981"/>
                </a:lnTo>
                <a:lnTo>
                  <a:pt x="660584" y="26713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192-part-0">
            <a:extLst xmlns:a="http://schemas.openxmlformats.org/drawingml/2006/main">
              <a:ext uri="{FF2B5EF4-FFF2-40B4-BE49-F238E27FC236}">
                <a16:creationId xmlns:a16="http://schemas.microsoft.com/office/drawing/2014/main" id="{F17FB53D-E56A-4BB7-BE2A-EA965DEC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4178" y="2490561"/>
            <a:ext cx="753789" cy="380474"/>
          </a:xfrm>
          <a:custGeom xmlns:a="http://schemas.openxmlformats.org/drawingml/2006/main">
            <a:pathLst>
              <a:path w="753789" h="380474">
                <a:moveTo>
                  <a:pt x="146847" y="347220"/>
                </a:moveTo>
                <a:lnTo>
                  <a:pt x="31386" y="337209"/>
                </a:lnTo>
                <a:lnTo>
                  <a:pt x="43699" y="363271"/>
                </a:lnTo>
                <a:lnTo>
                  <a:pt x="109256" y="267681"/>
                </a:lnTo>
                <a:lnTo>
                  <a:pt x="110923" y="264628"/>
                </a:lnTo>
                <a:lnTo>
                  <a:pt x="111909" y="261274"/>
                </a:lnTo>
                <a:lnTo>
                  <a:pt x="112176" y="257804"/>
                </a:lnTo>
                <a:lnTo>
                  <a:pt x="111726" y="254333"/>
                </a:lnTo>
                <a:lnTo>
                  <a:pt x="110557" y="251046"/>
                </a:lnTo>
                <a:lnTo>
                  <a:pt x="108722" y="248076"/>
                </a:lnTo>
                <a:lnTo>
                  <a:pt x="106319" y="245557"/>
                </a:lnTo>
                <a:lnTo>
                  <a:pt x="103449" y="243571"/>
                </a:lnTo>
                <a:lnTo>
                  <a:pt x="100229" y="242253"/>
                </a:lnTo>
                <a:lnTo>
                  <a:pt x="96792" y="241619"/>
                </a:lnTo>
                <a:lnTo>
                  <a:pt x="93305" y="241702"/>
                </a:lnTo>
                <a:lnTo>
                  <a:pt x="89918" y="242520"/>
                </a:lnTo>
                <a:lnTo>
                  <a:pt x="86764" y="244039"/>
                </a:lnTo>
                <a:lnTo>
                  <a:pt x="83994" y="246158"/>
                </a:lnTo>
                <a:lnTo>
                  <a:pt x="81742" y="248810"/>
                </a:lnTo>
                <a:lnTo>
                  <a:pt x="0" y="367976"/>
                </a:lnTo>
                <a:lnTo>
                  <a:pt x="143962" y="380474"/>
                </a:lnTo>
                <a:lnTo>
                  <a:pt x="147448" y="380407"/>
                </a:lnTo>
                <a:lnTo>
                  <a:pt x="150852" y="379622"/>
                </a:lnTo>
                <a:lnTo>
                  <a:pt x="154006" y="378138"/>
                </a:lnTo>
                <a:lnTo>
                  <a:pt x="156792" y="376035"/>
                </a:lnTo>
                <a:lnTo>
                  <a:pt x="159077" y="373416"/>
                </a:lnTo>
                <a:lnTo>
                  <a:pt x="160762" y="370362"/>
                </a:lnTo>
                <a:lnTo>
                  <a:pt x="161781" y="367025"/>
                </a:lnTo>
                <a:lnTo>
                  <a:pt x="162082" y="363538"/>
                </a:lnTo>
                <a:lnTo>
                  <a:pt x="161664" y="360084"/>
                </a:lnTo>
                <a:lnTo>
                  <a:pt x="160529" y="356781"/>
                </a:lnTo>
                <a:lnTo>
                  <a:pt x="158727" y="353794"/>
                </a:lnTo>
                <a:lnTo>
                  <a:pt x="156341" y="351241"/>
                </a:lnTo>
                <a:lnTo>
                  <a:pt x="153489" y="349255"/>
                </a:lnTo>
                <a:lnTo>
                  <a:pt x="150268" y="347887"/>
                </a:lnTo>
                <a:lnTo>
                  <a:pt x="146847" y="34722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192-part-1">
            <a:extLst xmlns:a="http://schemas.openxmlformats.org/drawingml/2006/main">
              <a:ext uri="{FF2B5EF4-FFF2-40B4-BE49-F238E27FC236}">
                <a16:creationId xmlns:a16="http://schemas.microsoft.com/office/drawing/2014/main" id="{6732102E-0793-4871-B4B5-11A8B04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4178" y="2490561"/>
            <a:ext cx="753789" cy="380474"/>
          </a:xfrm>
          <a:custGeom xmlns:a="http://schemas.openxmlformats.org/drawingml/2006/main">
            <a:pathLst>
              <a:path w="753789" h="380474">
                <a:moveTo>
                  <a:pt x="739539" y="0"/>
                </a:moveTo>
                <a:lnTo>
                  <a:pt x="618856" y="57031"/>
                </a:lnTo>
                <a:lnTo>
                  <a:pt x="633105" y="87214"/>
                </a:lnTo>
                <a:lnTo>
                  <a:pt x="753789" y="30167"/>
                </a:lnTo>
                <a:lnTo>
                  <a:pt x="739539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192-part-2">
            <a:extLst xmlns:a="http://schemas.openxmlformats.org/drawingml/2006/main">
              <a:ext uri="{FF2B5EF4-FFF2-40B4-BE49-F238E27FC236}">
                <a16:creationId xmlns:a16="http://schemas.microsoft.com/office/drawing/2014/main" id="{5EB4DF3F-78AF-4A7A-B491-01675EB7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4178" y="2490561"/>
            <a:ext cx="753789" cy="380474"/>
          </a:xfrm>
          <a:custGeom xmlns:a="http://schemas.openxmlformats.org/drawingml/2006/main">
            <a:pathLst>
              <a:path w="753789" h="380474">
                <a:moveTo>
                  <a:pt x="528338" y="99811"/>
                </a:moveTo>
                <a:lnTo>
                  <a:pt x="407654" y="156858"/>
                </a:lnTo>
                <a:lnTo>
                  <a:pt x="421921" y="187025"/>
                </a:lnTo>
                <a:lnTo>
                  <a:pt x="542604" y="129978"/>
                </a:lnTo>
                <a:lnTo>
                  <a:pt x="528338" y="99811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192-part-3">
            <a:extLst xmlns:a="http://schemas.openxmlformats.org/drawingml/2006/main">
              <a:ext uri="{FF2B5EF4-FFF2-40B4-BE49-F238E27FC236}">
                <a16:creationId xmlns:a16="http://schemas.microsoft.com/office/drawing/2014/main" id="{254A0B3D-33FC-4AAD-AA44-47EA5F5D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4178" y="2490561"/>
            <a:ext cx="753789" cy="380474"/>
          </a:xfrm>
          <a:custGeom xmlns:a="http://schemas.openxmlformats.org/drawingml/2006/main">
            <a:pathLst>
              <a:path w="753789" h="380474">
                <a:moveTo>
                  <a:pt x="317153" y="199623"/>
                </a:moveTo>
                <a:lnTo>
                  <a:pt x="196469" y="256669"/>
                </a:lnTo>
                <a:lnTo>
                  <a:pt x="210719" y="286836"/>
                </a:lnTo>
                <a:lnTo>
                  <a:pt x="331402" y="229806"/>
                </a:lnTo>
                <a:lnTo>
                  <a:pt x="317153" y="199623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192-part-4">
            <a:extLst xmlns:a="http://schemas.openxmlformats.org/drawingml/2006/main">
              <a:ext uri="{FF2B5EF4-FFF2-40B4-BE49-F238E27FC236}">
                <a16:creationId xmlns:a16="http://schemas.microsoft.com/office/drawing/2014/main" id="{B4429FBA-42D2-41DA-BCBA-3076B8D1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4178" y="2490561"/>
            <a:ext cx="753789" cy="380474"/>
          </a:xfrm>
          <a:custGeom xmlns:a="http://schemas.openxmlformats.org/drawingml/2006/main">
            <a:pathLst>
              <a:path w="753789" h="380474">
                <a:moveTo>
                  <a:pt x="105952" y="299450"/>
                </a:moveTo>
                <a:lnTo>
                  <a:pt x="22809" y="338744"/>
                </a:lnTo>
                <a:lnTo>
                  <a:pt x="37076" y="368911"/>
                </a:lnTo>
                <a:lnTo>
                  <a:pt x="120218" y="329617"/>
                </a:lnTo>
                <a:lnTo>
                  <a:pt x="105952" y="29945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856E0931-DF8D-43EA-972A-51D21775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4412" y="3530118"/>
            <a:ext cx="562292" cy="562292"/>
          </a:xfrm>
          <a:custGeom xmlns:a="http://schemas.openxmlformats.org/drawingml/2006/main">
            <a:pathLst>
              <a:path w="562292" h="562292">
                <a:moveTo>
                  <a:pt x="84" y="288187"/>
                </a:moveTo>
                <a:lnTo>
                  <a:pt x="0" y="281146"/>
                </a:lnTo>
                <a:lnTo>
                  <a:pt x="84" y="273905"/>
                </a:lnTo>
                <a:lnTo>
                  <a:pt x="366" y="266697"/>
                </a:lnTo>
                <a:lnTo>
                  <a:pt x="818" y="259539"/>
                </a:lnTo>
                <a:lnTo>
                  <a:pt x="1451" y="252314"/>
                </a:lnTo>
                <a:lnTo>
                  <a:pt x="3236" y="238349"/>
                </a:lnTo>
                <a:lnTo>
                  <a:pt x="5706" y="224500"/>
                </a:lnTo>
                <a:lnTo>
                  <a:pt x="8843" y="210901"/>
                </a:lnTo>
                <a:lnTo>
                  <a:pt x="12631" y="197553"/>
                </a:lnTo>
                <a:lnTo>
                  <a:pt x="17052" y="184472"/>
                </a:lnTo>
                <a:lnTo>
                  <a:pt x="17386" y="183654"/>
                </a:lnTo>
                <a:lnTo>
                  <a:pt x="48437" y="195885"/>
                </a:lnTo>
                <a:lnTo>
                  <a:pt x="48254" y="196335"/>
                </a:lnTo>
                <a:lnTo>
                  <a:pt x="48538" y="195568"/>
                </a:lnTo>
                <a:lnTo>
                  <a:pt x="44382" y="207848"/>
                </a:lnTo>
                <a:lnTo>
                  <a:pt x="44633" y="207064"/>
                </a:lnTo>
                <a:lnTo>
                  <a:pt x="41063" y="219611"/>
                </a:lnTo>
                <a:lnTo>
                  <a:pt x="41263" y="218810"/>
                </a:lnTo>
                <a:lnTo>
                  <a:pt x="38310" y="231608"/>
                </a:lnTo>
                <a:lnTo>
                  <a:pt x="38477" y="230774"/>
                </a:lnTo>
                <a:lnTo>
                  <a:pt x="36157" y="243804"/>
                </a:lnTo>
                <a:lnTo>
                  <a:pt x="36290" y="242970"/>
                </a:lnTo>
                <a:lnTo>
                  <a:pt x="34605" y="256201"/>
                </a:lnTo>
                <a:lnTo>
                  <a:pt x="34672" y="255584"/>
                </a:lnTo>
                <a:lnTo>
                  <a:pt x="34071" y="262275"/>
                </a:lnTo>
                <a:lnTo>
                  <a:pt x="34105" y="261858"/>
                </a:lnTo>
                <a:lnTo>
                  <a:pt x="33687" y="268599"/>
                </a:lnTo>
                <a:lnTo>
                  <a:pt x="33704" y="268165"/>
                </a:lnTo>
                <a:lnTo>
                  <a:pt x="33437" y="274956"/>
                </a:lnTo>
                <a:lnTo>
                  <a:pt x="33454" y="274539"/>
                </a:lnTo>
                <a:lnTo>
                  <a:pt x="33370" y="281363"/>
                </a:lnTo>
                <a:lnTo>
                  <a:pt x="33370" y="280929"/>
                </a:lnTo>
                <a:lnTo>
                  <a:pt x="33454" y="287754"/>
                </a:lnTo>
                <a:lnTo>
                  <a:pt x="84" y="288187"/>
                </a:lnTo>
                <a:moveTo>
                  <a:pt x="31602" y="151685"/>
                </a:moveTo>
                <a:lnTo>
                  <a:pt x="33938" y="147131"/>
                </a:lnTo>
                <a:lnTo>
                  <a:pt x="40712" y="135351"/>
                </a:lnTo>
                <a:lnTo>
                  <a:pt x="48020" y="123938"/>
                </a:lnTo>
                <a:lnTo>
                  <a:pt x="55863" y="112926"/>
                </a:lnTo>
                <a:lnTo>
                  <a:pt x="64205" y="102297"/>
                </a:lnTo>
                <a:lnTo>
                  <a:pt x="73032" y="92102"/>
                </a:lnTo>
                <a:lnTo>
                  <a:pt x="82341" y="82341"/>
                </a:lnTo>
                <a:lnTo>
                  <a:pt x="92103" y="73031"/>
                </a:lnTo>
                <a:lnTo>
                  <a:pt x="97208" y="68609"/>
                </a:lnTo>
                <a:lnTo>
                  <a:pt x="119066" y="93838"/>
                </a:lnTo>
                <a:lnTo>
                  <a:pt x="114261" y="97992"/>
                </a:lnTo>
                <a:lnTo>
                  <a:pt x="114844" y="97458"/>
                </a:lnTo>
                <a:lnTo>
                  <a:pt x="105650" y="106218"/>
                </a:lnTo>
                <a:lnTo>
                  <a:pt x="106219" y="105651"/>
                </a:lnTo>
                <a:lnTo>
                  <a:pt x="97458" y="114844"/>
                </a:lnTo>
                <a:lnTo>
                  <a:pt x="97992" y="114260"/>
                </a:lnTo>
                <a:lnTo>
                  <a:pt x="89683" y="123855"/>
                </a:lnTo>
                <a:lnTo>
                  <a:pt x="90200" y="123237"/>
                </a:lnTo>
                <a:lnTo>
                  <a:pt x="82341" y="133232"/>
                </a:lnTo>
                <a:lnTo>
                  <a:pt x="82825" y="132581"/>
                </a:lnTo>
                <a:lnTo>
                  <a:pt x="75450" y="142959"/>
                </a:lnTo>
                <a:lnTo>
                  <a:pt x="75901" y="142292"/>
                </a:lnTo>
                <a:lnTo>
                  <a:pt x="69027" y="153020"/>
                </a:lnTo>
                <a:lnTo>
                  <a:pt x="69444" y="152336"/>
                </a:lnTo>
                <a:lnTo>
                  <a:pt x="63070" y="163398"/>
                </a:lnTo>
                <a:lnTo>
                  <a:pt x="63454" y="162698"/>
                </a:lnTo>
                <a:lnTo>
                  <a:pt x="61302" y="166902"/>
                </a:lnTo>
                <a:lnTo>
                  <a:pt x="31602" y="151685"/>
                </a:lnTo>
                <a:moveTo>
                  <a:pt x="125623" y="46935"/>
                </a:moveTo>
                <a:lnTo>
                  <a:pt x="135350" y="40712"/>
                </a:lnTo>
                <a:lnTo>
                  <a:pt x="147131" y="33938"/>
                </a:lnTo>
                <a:lnTo>
                  <a:pt x="159244" y="27731"/>
                </a:lnTo>
                <a:lnTo>
                  <a:pt x="171708" y="22091"/>
                </a:lnTo>
                <a:lnTo>
                  <a:pt x="184472" y="17052"/>
                </a:lnTo>
                <a:lnTo>
                  <a:pt x="197554" y="12631"/>
                </a:lnTo>
                <a:lnTo>
                  <a:pt x="210902" y="8843"/>
                </a:lnTo>
                <a:lnTo>
                  <a:pt x="222598" y="6140"/>
                </a:lnTo>
                <a:lnTo>
                  <a:pt x="230106" y="38660"/>
                </a:lnTo>
                <a:lnTo>
                  <a:pt x="218810" y="41263"/>
                </a:lnTo>
                <a:lnTo>
                  <a:pt x="219611" y="41062"/>
                </a:lnTo>
                <a:lnTo>
                  <a:pt x="207063" y="44633"/>
                </a:lnTo>
                <a:lnTo>
                  <a:pt x="207847" y="44382"/>
                </a:lnTo>
                <a:lnTo>
                  <a:pt x="195568" y="48537"/>
                </a:lnTo>
                <a:lnTo>
                  <a:pt x="196335" y="48253"/>
                </a:lnTo>
                <a:lnTo>
                  <a:pt x="184321" y="52992"/>
                </a:lnTo>
                <a:lnTo>
                  <a:pt x="185072" y="52675"/>
                </a:lnTo>
                <a:lnTo>
                  <a:pt x="173360" y="57964"/>
                </a:lnTo>
                <a:lnTo>
                  <a:pt x="174094" y="57614"/>
                </a:lnTo>
                <a:lnTo>
                  <a:pt x="162697" y="63454"/>
                </a:lnTo>
                <a:lnTo>
                  <a:pt x="163399" y="63070"/>
                </a:lnTo>
                <a:lnTo>
                  <a:pt x="152337" y="69444"/>
                </a:lnTo>
                <a:lnTo>
                  <a:pt x="153020" y="69027"/>
                </a:lnTo>
                <a:lnTo>
                  <a:pt x="143643" y="75033"/>
                </a:lnTo>
                <a:lnTo>
                  <a:pt x="125623" y="46935"/>
                </a:lnTo>
                <a:moveTo>
                  <a:pt x="257887" y="968"/>
                </a:moveTo>
                <a:lnTo>
                  <a:pt x="259538" y="818"/>
                </a:lnTo>
                <a:lnTo>
                  <a:pt x="266697" y="367"/>
                </a:lnTo>
                <a:lnTo>
                  <a:pt x="273905" y="83"/>
                </a:lnTo>
                <a:lnTo>
                  <a:pt x="281146" y="0"/>
                </a:lnTo>
                <a:lnTo>
                  <a:pt x="288387" y="83"/>
                </a:lnTo>
                <a:lnTo>
                  <a:pt x="295595" y="367"/>
                </a:lnTo>
                <a:lnTo>
                  <a:pt x="302754" y="818"/>
                </a:lnTo>
                <a:lnTo>
                  <a:pt x="309978" y="1452"/>
                </a:lnTo>
                <a:lnTo>
                  <a:pt x="323944" y="3237"/>
                </a:lnTo>
                <a:lnTo>
                  <a:pt x="337792" y="5706"/>
                </a:lnTo>
                <a:lnTo>
                  <a:pt x="351391" y="8843"/>
                </a:lnTo>
                <a:lnTo>
                  <a:pt x="362870" y="12097"/>
                </a:lnTo>
                <a:lnTo>
                  <a:pt x="353743" y="44199"/>
                </a:lnTo>
                <a:lnTo>
                  <a:pt x="342682" y="41062"/>
                </a:lnTo>
                <a:lnTo>
                  <a:pt x="343483" y="41263"/>
                </a:lnTo>
                <a:lnTo>
                  <a:pt x="330684" y="38309"/>
                </a:lnTo>
                <a:lnTo>
                  <a:pt x="331519" y="38476"/>
                </a:lnTo>
                <a:lnTo>
                  <a:pt x="318488" y="36157"/>
                </a:lnTo>
                <a:lnTo>
                  <a:pt x="319322" y="36290"/>
                </a:lnTo>
                <a:lnTo>
                  <a:pt x="306074" y="34605"/>
                </a:lnTo>
                <a:lnTo>
                  <a:pt x="306709" y="34672"/>
                </a:lnTo>
                <a:lnTo>
                  <a:pt x="300017" y="34071"/>
                </a:lnTo>
                <a:lnTo>
                  <a:pt x="300434" y="34105"/>
                </a:lnTo>
                <a:lnTo>
                  <a:pt x="293693" y="33687"/>
                </a:lnTo>
                <a:lnTo>
                  <a:pt x="294127" y="33704"/>
                </a:lnTo>
                <a:lnTo>
                  <a:pt x="287336" y="33437"/>
                </a:lnTo>
                <a:lnTo>
                  <a:pt x="287753" y="33454"/>
                </a:lnTo>
                <a:lnTo>
                  <a:pt x="280928" y="33370"/>
                </a:lnTo>
                <a:lnTo>
                  <a:pt x="281363" y="33370"/>
                </a:lnTo>
                <a:lnTo>
                  <a:pt x="274538" y="33454"/>
                </a:lnTo>
                <a:lnTo>
                  <a:pt x="274956" y="33437"/>
                </a:lnTo>
                <a:lnTo>
                  <a:pt x="268165" y="33704"/>
                </a:lnTo>
                <a:lnTo>
                  <a:pt x="268600" y="33687"/>
                </a:lnTo>
                <a:lnTo>
                  <a:pt x="261858" y="34105"/>
                </a:lnTo>
                <a:lnTo>
                  <a:pt x="262275" y="34071"/>
                </a:lnTo>
                <a:lnTo>
                  <a:pt x="260824" y="34204"/>
                </a:lnTo>
                <a:lnTo>
                  <a:pt x="257887" y="968"/>
                </a:lnTo>
                <a:moveTo>
                  <a:pt x="396374" y="24711"/>
                </a:moveTo>
                <a:lnTo>
                  <a:pt x="403048" y="27731"/>
                </a:lnTo>
                <a:lnTo>
                  <a:pt x="415178" y="33938"/>
                </a:lnTo>
                <a:lnTo>
                  <a:pt x="426942" y="40712"/>
                </a:lnTo>
                <a:lnTo>
                  <a:pt x="438353" y="48020"/>
                </a:lnTo>
                <a:lnTo>
                  <a:pt x="449366" y="55862"/>
                </a:lnTo>
                <a:lnTo>
                  <a:pt x="459995" y="64205"/>
                </a:lnTo>
                <a:lnTo>
                  <a:pt x="470190" y="73031"/>
                </a:lnTo>
                <a:lnTo>
                  <a:pt x="479951" y="82341"/>
                </a:lnTo>
                <a:lnTo>
                  <a:pt x="483020" y="85562"/>
                </a:lnTo>
                <a:lnTo>
                  <a:pt x="458878" y="108587"/>
                </a:lnTo>
                <a:lnTo>
                  <a:pt x="456074" y="105651"/>
                </a:lnTo>
                <a:lnTo>
                  <a:pt x="456641" y="106218"/>
                </a:lnTo>
                <a:lnTo>
                  <a:pt x="447448" y="97458"/>
                </a:lnTo>
                <a:lnTo>
                  <a:pt x="448031" y="97992"/>
                </a:lnTo>
                <a:lnTo>
                  <a:pt x="438437" y="89683"/>
                </a:lnTo>
                <a:lnTo>
                  <a:pt x="439055" y="90200"/>
                </a:lnTo>
                <a:lnTo>
                  <a:pt x="429061" y="82341"/>
                </a:lnTo>
                <a:lnTo>
                  <a:pt x="429712" y="82825"/>
                </a:lnTo>
                <a:lnTo>
                  <a:pt x="419333" y="75451"/>
                </a:lnTo>
                <a:lnTo>
                  <a:pt x="420001" y="75901"/>
                </a:lnTo>
                <a:lnTo>
                  <a:pt x="409272" y="69027"/>
                </a:lnTo>
                <a:lnTo>
                  <a:pt x="409956" y="69444"/>
                </a:lnTo>
                <a:lnTo>
                  <a:pt x="398894" y="63070"/>
                </a:lnTo>
                <a:lnTo>
                  <a:pt x="399594" y="63454"/>
                </a:lnTo>
                <a:lnTo>
                  <a:pt x="388198" y="57614"/>
                </a:lnTo>
                <a:lnTo>
                  <a:pt x="388932" y="57964"/>
                </a:lnTo>
                <a:lnTo>
                  <a:pt x="382642" y="55128"/>
                </a:lnTo>
                <a:lnTo>
                  <a:pt x="396374" y="24711"/>
                </a:lnTo>
                <a:moveTo>
                  <a:pt x="505780" y="112091"/>
                </a:moveTo>
                <a:lnTo>
                  <a:pt x="506430" y="112926"/>
                </a:lnTo>
                <a:lnTo>
                  <a:pt x="514272" y="123938"/>
                </a:lnTo>
                <a:lnTo>
                  <a:pt x="521580" y="135351"/>
                </a:lnTo>
                <a:lnTo>
                  <a:pt x="528355" y="147131"/>
                </a:lnTo>
                <a:lnTo>
                  <a:pt x="534562" y="159244"/>
                </a:lnTo>
                <a:lnTo>
                  <a:pt x="540201" y="171708"/>
                </a:lnTo>
                <a:lnTo>
                  <a:pt x="545239" y="184472"/>
                </a:lnTo>
                <a:lnTo>
                  <a:pt x="549662" y="197553"/>
                </a:lnTo>
                <a:lnTo>
                  <a:pt x="552398" y="207230"/>
                </a:lnTo>
                <a:lnTo>
                  <a:pt x="520312" y="216357"/>
                </a:lnTo>
                <a:lnTo>
                  <a:pt x="517659" y="207064"/>
                </a:lnTo>
                <a:lnTo>
                  <a:pt x="517909" y="207848"/>
                </a:lnTo>
                <a:lnTo>
                  <a:pt x="513755" y="195568"/>
                </a:lnTo>
                <a:lnTo>
                  <a:pt x="514039" y="196335"/>
                </a:lnTo>
                <a:lnTo>
                  <a:pt x="509300" y="184322"/>
                </a:lnTo>
                <a:lnTo>
                  <a:pt x="509617" y="185073"/>
                </a:lnTo>
                <a:lnTo>
                  <a:pt x="504328" y="173359"/>
                </a:lnTo>
                <a:lnTo>
                  <a:pt x="504678" y="174094"/>
                </a:lnTo>
                <a:lnTo>
                  <a:pt x="498838" y="162698"/>
                </a:lnTo>
                <a:lnTo>
                  <a:pt x="499222" y="163398"/>
                </a:lnTo>
                <a:lnTo>
                  <a:pt x="492849" y="152336"/>
                </a:lnTo>
                <a:lnTo>
                  <a:pt x="493265" y="153020"/>
                </a:lnTo>
                <a:lnTo>
                  <a:pt x="486392" y="142292"/>
                </a:lnTo>
                <a:lnTo>
                  <a:pt x="486842" y="142959"/>
                </a:lnTo>
                <a:lnTo>
                  <a:pt x="479468" y="132581"/>
                </a:lnTo>
                <a:lnTo>
                  <a:pt x="479951" y="133232"/>
                </a:lnTo>
                <a:lnTo>
                  <a:pt x="479533" y="132697"/>
                </a:lnTo>
                <a:lnTo>
                  <a:pt x="505780" y="112091"/>
                </a:lnTo>
                <a:moveTo>
                  <a:pt x="559572" y="242353"/>
                </a:moveTo>
                <a:lnTo>
                  <a:pt x="560840" y="252314"/>
                </a:lnTo>
                <a:lnTo>
                  <a:pt x="561475" y="259539"/>
                </a:lnTo>
                <a:lnTo>
                  <a:pt x="561925" y="266697"/>
                </a:lnTo>
                <a:lnTo>
                  <a:pt x="562209" y="273905"/>
                </a:lnTo>
                <a:lnTo>
                  <a:pt x="562292" y="281146"/>
                </a:lnTo>
                <a:lnTo>
                  <a:pt x="562209" y="288387"/>
                </a:lnTo>
                <a:lnTo>
                  <a:pt x="561925" y="295595"/>
                </a:lnTo>
                <a:lnTo>
                  <a:pt x="561475" y="302753"/>
                </a:lnTo>
                <a:lnTo>
                  <a:pt x="560840" y="309978"/>
                </a:lnTo>
                <a:lnTo>
                  <a:pt x="559055" y="323944"/>
                </a:lnTo>
                <a:lnTo>
                  <a:pt x="556586" y="337792"/>
                </a:lnTo>
                <a:lnTo>
                  <a:pt x="554316" y="347603"/>
                </a:lnTo>
                <a:lnTo>
                  <a:pt x="521814" y="340095"/>
                </a:lnTo>
                <a:lnTo>
                  <a:pt x="523983" y="330684"/>
                </a:lnTo>
                <a:lnTo>
                  <a:pt x="523816" y="331519"/>
                </a:lnTo>
                <a:lnTo>
                  <a:pt x="526136" y="318487"/>
                </a:lnTo>
                <a:lnTo>
                  <a:pt x="526002" y="319322"/>
                </a:lnTo>
                <a:lnTo>
                  <a:pt x="527687" y="306090"/>
                </a:lnTo>
                <a:lnTo>
                  <a:pt x="527621" y="306708"/>
                </a:lnTo>
                <a:lnTo>
                  <a:pt x="528222" y="300017"/>
                </a:lnTo>
                <a:lnTo>
                  <a:pt x="528188" y="300434"/>
                </a:lnTo>
                <a:lnTo>
                  <a:pt x="528605" y="293693"/>
                </a:lnTo>
                <a:lnTo>
                  <a:pt x="528588" y="294127"/>
                </a:lnTo>
                <a:lnTo>
                  <a:pt x="528855" y="287336"/>
                </a:lnTo>
                <a:lnTo>
                  <a:pt x="528838" y="287754"/>
                </a:lnTo>
                <a:lnTo>
                  <a:pt x="528922" y="280929"/>
                </a:lnTo>
                <a:lnTo>
                  <a:pt x="528922" y="281363"/>
                </a:lnTo>
                <a:lnTo>
                  <a:pt x="528838" y="274539"/>
                </a:lnTo>
                <a:lnTo>
                  <a:pt x="528855" y="274956"/>
                </a:lnTo>
                <a:lnTo>
                  <a:pt x="528588" y="268165"/>
                </a:lnTo>
                <a:lnTo>
                  <a:pt x="528605" y="268599"/>
                </a:lnTo>
                <a:lnTo>
                  <a:pt x="528188" y="261858"/>
                </a:lnTo>
                <a:lnTo>
                  <a:pt x="528222" y="262275"/>
                </a:lnTo>
                <a:lnTo>
                  <a:pt x="527621" y="255584"/>
                </a:lnTo>
                <a:lnTo>
                  <a:pt x="527687" y="256201"/>
                </a:lnTo>
                <a:lnTo>
                  <a:pt x="526469" y="246574"/>
                </a:lnTo>
                <a:lnTo>
                  <a:pt x="559572" y="242353"/>
                </a:lnTo>
                <a:moveTo>
                  <a:pt x="543655" y="381791"/>
                </a:moveTo>
                <a:lnTo>
                  <a:pt x="540201" y="390584"/>
                </a:lnTo>
                <a:lnTo>
                  <a:pt x="534562" y="403049"/>
                </a:lnTo>
                <a:lnTo>
                  <a:pt x="528355" y="415162"/>
                </a:lnTo>
                <a:lnTo>
                  <a:pt x="521580" y="426942"/>
                </a:lnTo>
                <a:lnTo>
                  <a:pt x="514272" y="438354"/>
                </a:lnTo>
                <a:lnTo>
                  <a:pt x="506430" y="449366"/>
                </a:lnTo>
                <a:lnTo>
                  <a:pt x="498087" y="459995"/>
                </a:lnTo>
                <a:lnTo>
                  <a:pt x="489261" y="470190"/>
                </a:lnTo>
                <a:lnTo>
                  <a:pt x="487759" y="471758"/>
                </a:lnTo>
                <a:lnTo>
                  <a:pt x="463616" y="448716"/>
                </a:lnTo>
                <a:lnTo>
                  <a:pt x="464834" y="447448"/>
                </a:lnTo>
                <a:lnTo>
                  <a:pt x="464300" y="448032"/>
                </a:lnTo>
                <a:lnTo>
                  <a:pt x="472609" y="438438"/>
                </a:lnTo>
                <a:lnTo>
                  <a:pt x="472092" y="439055"/>
                </a:lnTo>
                <a:lnTo>
                  <a:pt x="479951" y="429061"/>
                </a:lnTo>
                <a:lnTo>
                  <a:pt x="479468" y="429711"/>
                </a:lnTo>
                <a:lnTo>
                  <a:pt x="486842" y="419333"/>
                </a:lnTo>
                <a:lnTo>
                  <a:pt x="486392" y="420001"/>
                </a:lnTo>
                <a:lnTo>
                  <a:pt x="493265" y="409272"/>
                </a:lnTo>
                <a:lnTo>
                  <a:pt x="492849" y="409956"/>
                </a:lnTo>
                <a:lnTo>
                  <a:pt x="499222" y="398894"/>
                </a:lnTo>
                <a:lnTo>
                  <a:pt x="498838" y="399594"/>
                </a:lnTo>
                <a:lnTo>
                  <a:pt x="504678" y="388199"/>
                </a:lnTo>
                <a:lnTo>
                  <a:pt x="504328" y="388932"/>
                </a:lnTo>
                <a:lnTo>
                  <a:pt x="509617" y="377220"/>
                </a:lnTo>
                <a:lnTo>
                  <a:pt x="509300" y="377970"/>
                </a:lnTo>
                <a:lnTo>
                  <a:pt x="512621" y="369561"/>
                </a:lnTo>
                <a:lnTo>
                  <a:pt x="543655" y="381791"/>
                </a:lnTo>
                <a:moveTo>
                  <a:pt x="462514" y="495902"/>
                </a:moveTo>
                <a:lnTo>
                  <a:pt x="459995" y="498087"/>
                </a:lnTo>
                <a:lnTo>
                  <a:pt x="449366" y="506430"/>
                </a:lnTo>
                <a:lnTo>
                  <a:pt x="438353" y="514272"/>
                </a:lnTo>
                <a:lnTo>
                  <a:pt x="426942" y="521580"/>
                </a:lnTo>
                <a:lnTo>
                  <a:pt x="415178" y="528354"/>
                </a:lnTo>
                <a:lnTo>
                  <a:pt x="403048" y="534561"/>
                </a:lnTo>
                <a:lnTo>
                  <a:pt x="390585" y="540201"/>
                </a:lnTo>
                <a:lnTo>
                  <a:pt x="377820" y="545240"/>
                </a:lnTo>
                <a:lnTo>
                  <a:pt x="370196" y="547809"/>
                </a:lnTo>
                <a:lnTo>
                  <a:pt x="359500" y="516207"/>
                </a:lnTo>
                <a:lnTo>
                  <a:pt x="366725" y="513755"/>
                </a:lnTo>
                <a:lnTo>
                  <a:pt x="365957" y="514038"/>
                </a:lnTo>
                <a:lnTo>
                  <a:pt x="377971" y="509300"/>
                </a:lnTo>
                <a:lnTo>
                  <a:pt x="377219" y="509617"/>
                </a:lnTo>
                <a:lnTo>
                  <a:pt x="388932" y="504328"/>
                </a:lnTo>
                <a:lnTo>
                  <a:pt x="388198" y="504678"/>
                </a:lnTo>
                <a:lnTo>
                  <a:pt x="399594" y="498838"/>
                </a:lnTo>
                <a:lnTo>
                  <a:pt x="398894" y="499222"/>
                </a:lnTo>
                <a:lnTo>
                  <a:pt x="409956" y="492848"/>
                </a:lnTo>
                <a:lnTo>
                  <a:pt x="409272" y="493265"/>
                </a:lnTo>
                <a:lnTo>
                  <a:pt x="420001" y="486391"/>
                </a:lnTo>
                <a:lnTo>
                  <a:pt x="419333" y="486842"/>
                </a:lnTo>
                <a:lnTo>
                  <a:pt x="429712" y="479467"/>
                </a:lnTo>
                <a:lnTo>
                  <a:pt x="429061" y="479951"/>
                </a:lnTo>
                <a:lnTo>
                  <a:pt x="439055" y="472092"/>
                </a:lnTo>
                <a:lnTo>
                  <a:pt x="438437" y="472609"/>
                </a:lnTo>
                <a:lnTo>
                  <a:pt x="440674" y="470673"/>
                </a:lnTo>
                <a:lnTo>
                  <a:pt x="462514" y="495902"/>
                </a:lnTo>
                <a:moveTo>
                  <a:pt x="335540" y="556986"/>
                </a:moveTo>
                <a:lnTo>
                  <a:pt x="323944" y="559055"/>
                </a:lnTo>
                <a:lnTo>
                  <a:pt x="309978" y="560841"/>
                </a:lnTo>
                <a:lnTo>
                  <a:pt x="302754" y="561475"/>
                </a:lnTo>
                <a:lnTo>
                  <a:pt x="295595" y="561925"/>
                </a:lnTo>
                <a:lnTo>
                  <a:pt x="288387" y="562209"/>
                </a:lnTo>
                <a:lnTo>
                  <a:pt x="281146" y="562292"/>
                </a:lnTo>
                <a:lnTo>
                  <a:pt x="273905" y="562209"/>
                </a:lnTo>
                <a:lnTo>
                  <a:pt x="266697" y="561925"/>
                </a:lnTo>
                <a:lnTo>
                  <a:pt x="259538" y="561475"/>
                </a:lnTo>
                <a:lnTo>
                  <a:pt x="252314" y="560841"/>
                </a:lnTo>
                <a:lnTo>
                  <a:pt x="238348" y="559055"/>
                </a:lnTo>
                <a:lnTo>
                  <a:pt x="230172" y="557604"/>
                </a:lnTo>
                <a:lnTo>
                  <a:pt x="236029" y="524750"/>
                </a:lnTo>
                <a:lnTo>
                  <a:pt x="243805" y="526135"/>
                </a:lnTo>
                <a:lnTo>
                  <a:pt x="242970" y="526002"/>
                </a:lnTo>
                <a:lnTo>
                  <a:pt x="256202" y="527687"/>
                </a:lnTo>
                <a:lnTo>
                  <a:pt x="255584" y="527620"/>
                </a:lnTo>
                <a:lnTo>
                  <a:pt x="262275" y="528221"/>
                </a:lnTo>
                <a:lnTo>
                  <a:pt x="261858" y="528188"/>
                </a:lnTo>
                <a:lnTo>
                  <a:pt x="268600" y="528604"/>
                </a:lnTo>
                <a:lnTo>
                  <a:pt x="268165" y="528588"/>
                </a:lnTo>
                <a:lnTo>
                  <a:pt x="274956" y="528855"/>
                </a:lnTo>
                <a:lnTo>
                  <a:pt x="274538" y="528838"/>
                </a:lnTo>
                <a:lnTo>
                  <a:pt x="281363" y="528921"/>
                </a:lnTo>
                <a:lnTo>
                  <a:pt x="280928" y="528921"/>
                </a:lnTo>
                <a:lnTo>
                  <a:pt x="287753" y="528838"/>
                </a:lnTo>
                <a:lnTo>
                  <a:pt x="287336" y="528855"/>
                </a:lnTo>
                <a:lnTo>
                  <a:pt x="294127" y="528588"/>
                </a:lnTo>
                <a:lnTo>
                  <a:pt x="293693" y="528604"/>
                </a:lnTo>
                <a:lnTo>
                  <a:pt x="300434" y="528188"/>
                </a:lnTo>
                <a:lnTo>
                  <a:pt x="300017" y="528221"/>
                </a:lnTo>
                <a:lnTo>
                  <a:pt x="306709" y="527620"/>
                </a:lnTo>
                <a:lnTo>
                  <a:pt x="306074" y="527687"/>
                </a:lnTo>
                <a:lnTo>
                  <a:pt x="319322" y="526002"/>
                </a:lnTo>
                <a:lnTo>
                  <a:pt x="318488" y="526135"/>
                </a:lnTo>
                <a:lnTo>
                  <a:pt x="329683" y="524133"/>
                </a:lnTo>
                <a:lnTo>
                  <a:pt x="335540" y="556986"/>
                </a:lnTo>
                <a:moveTo>
                  <a:pt x="195401" y="548927"/>
                </a:moveTo>
                <a:lnTo>
                  <a:pt x="184472" y="545240"/>
                </a:lnTo>
                <a:lnTo>
                  <a:pt x="171708" y="540201"/>
                </a:lnTo>
                <a:lnTo>
                  <a:pt x="159244" y="534561"/>
                </a:lnTo>
                <a:lnTo>
                  <a:pt x="147131" y="528354"/>
                </a:lnTo>
                <a:lnTo>
                  <a:pt x="135350" y="521580"/>
                </a:lnTo>
                <a:lnTo>
                  <a:pt x="123938" y="514272"/>
                </a:lnTo>
                <a:lnTo>
                  <a:pt x="112926" y="506430"/>
                </a:lnTo>
                <a:lnTo>
                  <a:pt x="103032" y="498672"/>
                </a:lnTo>
                <a:lnTo>
                  <a:pt x="123654" y="472425"/>
                </a:lnTo>
                <a:lnTo>
                  <a:pt x="133231" y="479951"/>
                </a:lnTo>
                <a:lnTo>
                  <a:pt x="132581" y="479467"/>
                </a:lnTo>
                <a:lnTo>
                  <a:pt x="142959" y="486842"/>
                </a:lnTo>
                <a:lnTo>
                  <a:pt x="142292" y="486391"/>
                </a:lnTo>
                <a:lnTo>
                  <a:pt x="153020" y="493265"/>
                </a:lnTo>
                <a:lnTo>
                  <a:pt x="152337" y="492848"/>
                </a:lnTo>
                <a:lnTo>
                  <a:pt x="163399" y="499222"/>
                </a:lnTo>
                <a:lnTo>
                  <a:pt x="162697" y="498838"/>
                </a:lnTo>
                <a:lnTo>
                  <a:pt x="174094" y="504678"/>
                </a:lnTo>
                <a:lnTo>
                  <a:pt x="173360" y="504328"/>
                </a:lnTo>
                <a:lnTo>
                  <a:pt x="185072" y="509617"/>
                </a:lnTo>
                <a:lnTo>
                  <a:pt x="184321" y="509300"/>
                </a:lnTo>
                <a:lnTo>
                  <a:pt x="196335" y="514038"/>
                </a:lnTo>
                <a:lnTo>
                  <a:pt x="195568" y="513755"/>
                </a:lnTo>
                <a:lnTo>
                  <a:pt x="206096" y="517325"/>
                </a:lnTo>
                <a:lnTo>
                  <a:pt x="195401" y="548927"/>
                </a:lnTo>
                <a:moveTo>
                  <a:pt x="76918" y="474261"/>
                </a:moveTo>
                <a:lnTo>
                  <a:pt x="73032" y="470190"/>
                </a:lnTo>
                <a:lnTo>
                  <a:pt x="64205" y="459995"/>
                </a:lnTo>
                <a:lnTo>
                  <a:pt x="55863" y="449366"/>
                </a:lnTo>
                <a:lnTo>
                  <a:pt x="48020" y="438354"/>
                </a:lnTo>
                <a:lnTo>
                  <a:pt x="40712" y="426942"/>
                </a:lnTo>
                <a:lnTo>
                  <a:pt x="33938" y="415162"/>
                </a:lnTo>
                <a:lnTo>
                  <a:pt x="27731" y="403049"/>
                </a:lnTo>
                <a:lnTo>
                  <a:pt x="22091" y="390584"/>
                </a:lnTo>
                <a:lnTo>
                  <a:pt x="19905" y="385028"/>
                </a:lnTo>
                <a:lnTo>
                  <a:pt x="50957" y="372798"/>
                </a:lnTo>
                <a:lnTo>
                  <a:pt x="52993" y="377970"/>
                </a:lnTo>
                <a:lnTo>
                  <a:pt x="52675" y="377220"/>
                </a:lnTo>
                <a:lnTo>
                  <a:pt x="57964" y="388932"/>
                </a:lnTo>
                <a:lnTo>
                  <a:pt x="57614" y="388199"/>
                </a:lnTo>
                <a:lnTo>
                  <a:pt x="63454" y="399594"/>
                </a:lnTo>
                <a:lnTo>
                  <a:pt x="63070" y="398894"/>
                </a:lnTo>
                <a:lnTo>
                  <a:pt x="69444" y="409956"/>
                </a:lnTo>
                <a:lnTo>
                  <a:pt x="69027" y="409272"/>
                </a:lnTo>
                <a:lnTo>
                  <a:pt x="75901" y="420001"/>
                </a:lnTo>
                <a:lnTo>
                  <a:pt x="75450" y="419333"/>
                </a:lnTo>
                <a:lnTo>
                  <a:pt x="82825" y="429711"/>
                </a:lnTo>
                <a:lnTo>
                  <a:pt x="82341" y="429061"/>
                </a:lnTo>
                <a:lnTo>
                  <a:pt x="90200" y="439055"/>
                </a:lnTo>
                <a:lnTo>
                  <a:pt x="89683" y="438438"/>
                </a:lnTo>
                <a:lnTo>
                  <a:pt x="97992" y="448032"/>
                </a:lnTo>
                <a:lnTo>
                  <a:pt x="97458" y="447448"/>
                </a:lnTo>
                <a:lnTo>
                  <a:pt x="101079" y="451235"/>
                </a:lnTo>
                <a:lnTo>
                  <a:pt x="76918" y="474261"/>
                </a:lnTo>
                <a:moveTo>
                  <a:pt x="8761" y="350990"/>
                </a:moveTo>
                <a:lnTo>
                  <a:pt x="5706" y="337792"/>
                </a:lnTo>
                <a:lnTo>
                  <a:pt x="3236" y="323944"/>
                </a:lnTo>
                <a:lnTo>
                  <a:pt x="1451" y="309978"/>
                </a:lnTo>
                <a:lnTo>
                  <a:pt x="818" y="302753"/>
                </a:lnTo>
                <a:lnTo>
                  <a:pt x="366" y="295595"/>
                </a:lnTo>
                <a:lnTo>
                  <a:pt x="99" y="288604"/>
                </a:lnTo>
                <a:lnTo>
                  <a:pt x="33437" y="287336"/>
                </a:lnTo>
                <a:lnTo>
                  <a:pt x="33704" y="294127"/>
                </a:lnTo>
                <a:lnTo>
                  <a:pt x="33687" y="293693"/>
                </a:lnTo>
                <a:lnTo>
                  <a:pt x="34105" y="300434"/>
                </a:lnTo>
                <a:lnTo>
                  <a:pt x="34071" y="300017"/>
                </a:lnTo>
                <a:lnTo>
                  <a:pt x="34672" y="306708"/>
                </a:lnTo>
                <a:lnTo>
                  <a:pt x="34605" y="306090"/>
                </a:lnTo>
                <a:lnTo>
                  <a:pt x="36290" y="319322"/>
                </a:lnTo>
                <a:lnTo>
                  <a:pt x="36157" y="318487"/>
                </a:lnTo>
                <a:lnTo>
                  <a:pt x="38477" y="331519"/>
                </a:lnTo>
                <a:lnTo>
                  <a:pt x="38310" y="330684"/>
                </a:lnTo>
                <a:lnTo>
                  <a:pt x="41263" y="343482"/>
                </a:lnTo>
                <a:lnTo>
                  <a:pt x="8761" y="350990"/>
                </a:lnTo>
              </a:path>
            </a:pathLst>
          </a:custGeom>
          <a:solidFill xmlns:a="http://schemas.openxmlformats.org/drawingml/2006/main">
            <a:srgbClr val="2E54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A1B9111D-37C6-4DD7-9DDD-A6F17C6C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7611" y="3528233"/>
            <a:ext cx="566464" cy="566263"/>
          </a:xfrm>
          <a:custGeom xmlns:a="http://schemas.openxmlformats.org/drawingml/2006/main">
            <a:pathLst>
              <a:path w="566464" h="566263">
                <a:moveTo>
                  <a:pt x="84" y="290089"/>
                </a:moveTo>
                <a:lnTo>
                  <a:pt x="0" y="283031"/>
                </a:lnTo>
                <a:lnTo>
                  <a:pt x="84" y="275723"/>
                </a:lnTo>
                <a:lnTo>
                  <a:pt x="367" y="268465"/>
                </a:lnTo>
                <a:lnTo>
                  <a:pt x="818" y="261257"/>
                </a:lnTo>
                <a:lnTo>
                  <a:pt x="1469" y="253982"/>
                </a:lnTo>
                <a:lnTo>
                  <a:pt x="3254" y="239917"/>
                </a:lnTo>
                <a:lnTo>
                  <a:pt x="5740" y="225968"/>
                </a:lnTo>
                <a:lnTo>
                  <a:pt x="8911" y="212269"/>
                </a:lnTo>
                <a:lnTo>
                  <a:pt x="12731" y="198821"/>
                </a:lnTo>
                <a:lnTo>
                  <a:pt x="17187" y="185640"/>
                </a:lnTo>
                <a:lnTo>
                  <a:pt x="22258" y="172776"/>
                </a:lnTo>
                <a:lnTo>
                  <a:pt x="22493" y="172275"/>
                </a:lnTo>
                <a:lnTo>
                  <a:pt x="56697" y="187742"/>
                </a:lnTo>
                <a:lnTo>
                  <a:pt x="56847" y="187408"/>
                </a:lnTo>
                <a:lnTo>
                  <a:pt x="56663" y="187825"/>
                </a:lnTo>
                <a:lnTo>
                  <a:pt x="57014" y="186974"/>
                </a:lnTo>
                <a:lnTo>
                  <a:pt x="52275" y="198988"/>
                </a:lnTo>
                <a:lnTo>
                  <a:pt x="52592" y="198120"/>
                </a:lnTo>
                <a:lnTo>
                  <a:pt x="48438" y="210401"/>
                </a:lnTo>
                <a:lnTo>
                  <a:pt x="48721" y="209516"/>
                </a:lnTo>
                <a:lnTo>
                  <a:pt x="45151" y="222064"/>
                </a:lnTo>
                <a:lnTo>
                  <a:pt x="45384" y="221162"/>
                </a:lnTo>
                <a:lnTo>
                  <a:pt x="42432" y="233960"/>
                </a:lnTo>
                <a:lnTo>
                  <a:pt x="42631" y="233026"/>
                </a:lnTo>
                <a:lnTo>
                  <a:pt x="40295" y="246057"/>
                </a:lnTo>
                <a:lnTo>
                  <a:pt x="40445" y="245123"/>
                </a:lnTo>
                <a:lnTo>
                  <a:pt x="38760" y="258354"/>
                </a:lnTo>
                <a:lnTo>
                  <a:pt x="38828" y="257653"/>
                </a:lnTo>
                <a:lnTo>
                  <a:pt x="38242" y="264344"/>
                </a:lnTo>
                <a:lnTo>
                  <a:pt x="38276" y="263877"/>
                </a:lnTo>
                <a:lnTo>
                  <a:pt x="37843" y="270617"/>
                </a:lnTo>
                <a:lnTo>
                  <a:pt x="37876" y="270134"/>
                </a:lnTo>
                <a:lnTo>
                  <a:pt x="37609" y="276925"/>
                </a:lnTo>
                <a:lnTo>
                  <a:pt x="37626" y="276441"/>
                </a:lnTo>
                <a:lnTo>
                  <a:pt x="37542" y="283265"/>
                </a:lnTo>
                <a:lnTo>
                  <a:pt x="37542" y="282798"/>
                </a:lnTo>
                <a:lnTo>
                  <a:pt x="37626" y="289622"/>
                </a:lnTo>
                <a:lnTo>
                  <a:pt x="84" y="290089"/>
                </a:lnTo>
                <a:moveTo>
                  <a:pt x="40378" y="137253"/>
                </a:moveTo>
                <a:lnTo>
                  <a:pt x="41013" y="136151"/>
                </a:lnTo>
                <a:lnTo>
                  <a:pt x="48370" y="124655"/>
                </a:lnTo>
                <a:lnTo>
                  <a:pt x="56280" y="113560"/>
                </a:lnTo>
                <a:lnTo>
                  <a:pt x="64672" y="102864"/>
                </a:lnTo>
                <a:lnTo>
                  <a:pt x="73582" y="92586"/>
                </a:lnTo>
                <a:lnTo>
                  <a:pt x="82959" y="82758"/>
                </a:lnTo>
                <a:lnTo>
                  <a:pt x="92787" y="73381"/>
                </a:lnTo>
                <a:lnTo>
                  <a:pt x="103066" y="64472"/>
                </a:lnTo>
                <a:lnTo>
                  <a:pt x="113760" y="56079"/>
                </a:lnTo>
                <a:lnTo>
                  <a:pt x="122403" y="49922"/>
                </a:lnTo>
                <a:lnTo>
                  <a:pt x="144161" y="80523"/>
                </a:lnTo>
                <a:lnTo>
                  <a:pt x="135885" y="86413"/>
                </a:lnTo>
                <a:lnTo>
                  <a:pt x="136602" y="85862"/>
                </a:lnTo>
                <a:lnTo>
                  <a:pt x="126608" y="93721"/>
                </a:lnTo>
                <a:lnTo>
                  <a:pt x="127309" y="93153"/>
                </a:lnTo>
                <a:lnTo>
                  <a:pt x="117698" y="101463"/>
                </a:lnTo>
                <a:lnTo>
                  <a:pt x="118365" y="100862"/>
                </a:lnTo>
                <a:lnTo>
                  <a:pt x="109189" y="109622"/>
                </a:lnTo>
                <a:lnTo>
                  <a:pt x="109822" y="108988"/>
                </a:lnTo>
                <a:lnTo>
                  <a:pt x="101063" y="118165"/>
                </a:lnTo>
                <a:lnTo>
                  <a:pt x="101664" y="117497"/>
                </a:lnTo>
                <a:lnTo>
                  <a:pt x="93354" y="127091"/>
                </a:lnTo>
                <a:lnTo>
                  <a:pt x="93922" y="126407"/>
                </a:lnTo>
                <a:lnTo>
                  <a:pt x="86063" y="136401"/>
                </a:lnTo>
                <a:lnTo>
                  <a:pt x="86613" y="135684"/>
                </a:lnTo>
                <a:lnTo>
                  <a:pt x="79239" y="146046"/>
                </a:lnTo>
                <a:lnTo>
                  <a:pt x="79739" y="145295"/>
                </a:lnTo>
                <a:lnTo>
                  <a:pt x="72865" y="156024"/>
                </a:lnTo>
                <a:lnTo>
                  <a:pt x="73332" y="155256"/>
                </a:lnTo>
                <a:lnTo>
                  <a:pt x="72931" y="155957"/>
                </a:lnTo>
                <a:lnTo>
                  <a:pt x="40378" y="137253"/>
                </a:lnTo>
                <a:moveTo>
                  <a:pt x="157026" y="29466"/>
                </a:moveTo>
                <a:lnTo>
                  <a:pt x="160429" y="27730"/>
                </a:lnTo>
                <a:lnTo>
                  <a:pt x="172976" y="22058"/>
                </a:lnTo>
                <a:lnTo>
                  <a:pt x="185840" y="16985"/>
                </a:lnTo>
                <a:lnTo>
                  <a:pt x="199021" y="12530"/>
                </a:lnTo>
                <a:lnTo>
                  <a:pt x="212470" y="8709"/>
                </a:lnTo>
                <a:lnTo>
                  <a:pt x="226169" y="5540"/>
                </a:lnTo>
                <a:lnTo>
                  <a:pt x="240117" y="3053"/>
                </a:lnTo>
                <a:lnTo>
                  <a:pt x="254183" y="1268"/>
                </a:lnTo>
                <a:lnTo>
                  <a:pt x="261458" y="617"/>
                </a:lnTo>
                <a:lnTo>
                  <a:pt x="268666" y="167"/>
                </a:lnTo>
                <a:lnTo>
                  <a:pt x="273221" y="0"/>
                </a:lnTo>
                <a:lnTo>
                  <a:pt x="274639" y="37508"/>
                </a:lnTo>
                <a:lnTo>
                  <a:pt x="270335" y="37675"/>
                </a:lnTo>
                <a:lnTo>
                  <a:pt x="270819" y="37642"/>
                </a:lnTo>
                <a:lnTo>
                  <a:pt x="264078" y="38075"/>
                </a:lnTo>
                <a:lnTo>
                  <a:pt x="264545" y="38042"/>
                </a:lnTo>
                <a:lnTo>
                  <a:pt x="257853" y="38626"/>
                </a:lnTo>
                <a:lnTo>
                  <a:pt x="258555" y="38559"/>
                </a:lnTo>
                <a:lnTo>
                  <a:pt x="245323" y="40245"/>
                </a:lnTo>
                <a:lnTo>
                  <a:pt x="246257" y="40095"/>
                </a:lnTo>
                <a:lnTo>
                  <a:pt x="233227" y="42414"/>
                </a:lnTo>
                <a:lnTo>
                  <a:pt x="234161" y="42230"/>
                </a:lnTo>
                <a:lnTo>
                  <a:pt x="221364" y="45183"/>
                </a:lnTo>
                <a:lnTo>
                  <a:pt x="222264" y="44950"/>
                </a:lnTo>
                <a:lnTo>
                  <a:pt x="209717" y="48520"/>
                </a:lnTo>
                <a:lnTo>
                  <a:pt x="210601" y="48237"/>
                </a:lnTo>
                <a:lnTo>
                  <a:pt x="198321" y="52392"/>
                </a:lnTo>
                <a:lnTo>
                  <a:pt x="199189" y="52074"/>
                </a:lnTo>
                <a:lnTo>
                  <a:pt x="187175" y="56813"/>
                </a:lnTo>
                <a:lnTo>
                  <a:pt x="188026" y="56462"/>
                </a:lnTo>
                <a:lnTo>
                  <a:pt x="176313" y="61752"/>
                </a:lnTo>
                <a:lnTo>
                  <a:pt x="177131" y="61351"/>
                </a:lnTo>
                <a:lnTo>
                  <a:pt x="174145" y="62887"/>
                </a:lnTo>
                <a:lnTo>
                  <a:pt x="157026" y="29466"/>
                </a:lnTo>
                <a:moveTo>
                  <a:pt x="313783" y="1468"/>
                </a:moveTo>
                <a:lnTo>
                  <a:pt x="326347" y="3053"/>
                </a:lnTo>
                <a:lnTo>
                  <a:pt x="340296" y="5540"/>
                </a:lnTo>
                <a:lnTo>
                  <a:pt x="353994" y="8709"/>
                </a:lnTo>
                <a:lnTo>
                  <a:pt x="367442" y="12530"/>
                </a:lnTo>
                <a:lnTo>
                  <a:pt x="380624" y="16985"/>
                </a:lnTo>
                <a:lnTo>
                  <a:pt x="393488" y="22058"/>
                </a:lnTo>
                <a:lnTo>
                  <a:pt x="406036" y="27730"/>
                </a:lnTo>
                <a:lnTo>
                  <a:pt x="418249" y="33987"/>
                </a:lnTo>
                <a:lnTo>
                  <a:pt x="426859" y="38943"/>
                </a:lnTo>
                <a:lnTo>
                  <a:pt x="408154" y="71496"/>
                </a:lnTo>
                <a:lnTo>
                  <a:pt x="399929" y="66757"/>
                </a:lnTo>
                <a:lnTo>
                  <a:pt x="400730" y="67191"/>
                </a:lnTo>
                <a:lnTo>
                  <a:pt x="389334" y="61351"/>
                </a:lnTo>
                <a:lnTo>
                  <a:pt x="390151" y="61752"/>
                </a:lnTo>
                <a:lnTo>
                  <a:pt x="378438" y="56462"/>
                </a:lnTo>
                <a:lnTo>
                  <a:pt x="379289" y="56813"/>
                </a:lnTo>
                <a:lnTo>
                  <a:pt x="367276" y="52074"/>
                </a:lnTo>
                <a:lnTo>
                  <a:pt x="368144" y="52392"/>
                </a:lnTo>
                <a:lnTo>
                  <a:pt x="355863" y="48237"/>
                </a:lnTo>
                <a:lnTo>
                  <a:pt x="356747" y="48520"/>
                </a:lnTo>
                <a:lnTo>
                  <a:pt x="344200" y="44950"/>
                </a:lnTo>
                <a:lnTo>
                  <a:pt x="345101" y="45183"/>
                </a:lnTo>
                <a:lnTo>
                  <a:pt x="332304" y="42230"/>
                </a:lnTo>
                <a:lnTo>
                  <a:pt x="333238" y="42414"/>
                </a:lnTo>
                <a:lnTo>
                  <a:pt x="320206" y="40095"/>
                </a:lnTo>
                <a:lnTo>
                  <a:pt x="321141" y="40245"/>
                </a:lnTo>
                <a:lnTo>
                  <a:pt x="309044" y="38709"/>
                </a:lnTo>
                <a:lnTo>
                  <a:pt x="313783" y="1468"/>
                </a:lnTo>
                <a:moveTo>
                  <a:pt x="459963" y="61769"/>
                </a:moveTo>
                <a:lnTo>
                  <a:pt x="463399" y="64472"/>
                </a:lnTo>
                <a:lnTo>
                  <a:pt x="473677" y="73381"/>
                </a:lnTo>
                <a:lnTo>
                  <a:pt x="483505" y="82758"/>
                </a:lnTo>
                <a:lnTo>
                  <a:pt x="492882" y="92586"/>
                </a:lnTo>
                <a:lnTo>
                  <a:pt x="501792" y="102864"/>
                </a:lnTo>
                <a:lnTo>
                  <a:pt x="510185" y="113560"/>
                </a:lnTo>
                <a:lnTo>
                  <a:pt x="518094" y="124655"/>
                </a:lnTo>
                <a:lnTo>
                  <a:pt x="525452" y="136151"/>
                </a:lnTo>
                <a:lnTo>
                  <a:pt x="532276" y="148014"/>
                </a:lnTo>
                <a:lnTo>
                  <a:pt x="535663" y="154622"/>
                </a:lnTo>
                <a:lnTo>
                  <a:pt x="502243" y="171741"/>
                </a:lnTo>
                <a:lnTo>
                  <a:pt x="499073" y="165534"/>
                </a:lnTo>
                <a:lnTo>
                  <a:pt x="499506" y="166335"/>
                </a:lnTo>
                <a:lnTo>
                  <a:pt x="493132" y="155256"/>
                </a:lnTo>
                <a:lnTo>
                  <a:pt x="493600" y="156024"/>
                </a:lnTo>
                <a:lnTo>
                  <a:pt x="486726" y="145295"/>
                </a:lnTo>
                <a:lnTo>
                  <a:pt x="487225" y="146046"/>
                </a:lnTo>
                <a:lnTo>
                  <a:pt x="479850" y="135684"/>
                </a:lnTo>
                <a:lnTo>
                  <a:pt x="480401" y="136401"/>
                </a:lnTo>
                <a:lnTo>
                  <a:pt x="472543" y="126407"/>
                </a:lnTo>
                <a:lnTo>
                  <a:pt x="473109" y="127091"/>
                </a:lnTo>
                <a:lnTo>
                  <a:pt x="464801" y="117497"/>
                </a:lnTo>
                <a:lnTo>
                  <a:pt x="465402" y="118165"/>
                </a:lnTo>
                <a:lnTo>
                  <a:pt x="456641" y="108988"/>
                </a:lnTo>
                <a:lnTo>
                  <a:pt x="457276" y="109622"/>
                </a:lnTo>
                <a:lnTo>
                  <a:pt x="448099" y="100862"/>
                </a:lnTo>
                <a:lnTo>
                  <a:pt x="448767" y="101463"/>
                </a:lnTo>
                <a:lnTo>
                  <a:pt x="439156" y="93153"/>
                </a:lnTo>
                <a:lnTo>
                  <a:pt x="439856" y="93721"/>
                </a:lnTo>
                <a:lnTo>
                  <a:pt x="436770" y="91302"/>
                </a:lnTo>
                <a:lnTo>
                  <a:pt x="459963" y="61769"/>
                </a:lnTo>
                <a:moveTo>
                  <a:pt x="551331" y="191713"/>
                </a:moveTo>
                <a:lnTo>
                  <a:pt x="553733" y="198821"/>
                </a:lnTo>
                <a:lnTo>
                  <a:pt x="557554" y="212269"/>
                </a:lnTo>
                <a:lnTo>
                  <a:pt x="560724" y="225968"/>
                </a:lnTo>
                <a:lnTo>
                  <a:pt x="563210" y="239917"/>
                </a:lnTo>
                <a:lnTo>
                  <a:pt x="564995" y="253982"/>
                </a:lnTo>
                <a:lnTo>
                  <a:pt x="565646" y="261257"/>
                </a:lnTo>
                <a:lnTo>
                  <a:pt x="566097" y="268465"/>
                </a:lnTo>
                <a:lnTo>
                  <a:pt x="566380" y="275723"/>
                </a:lnTo>
                <a:lnTo>
                  <a:pt x="566464" y="283031"/>
                </a:lnTo>
                <a:lnTo>
                  <a:pt x="566380" y="290340"/>
                </a:lnTo>
                <a:lnTo>
                  <a:pt x="566097" y="297598"/>
                </a:lnTo>
                <a:lnTo>
                  <a:pt x="565646" y="304805"/>
                </a:lnTo>
                <a:lnTo>
                  <a:pt x="565145" y="310412"/>
                </a:lnTo>
                <a:lnTo>
                  <a:pt x="527754" y="307091"/>
                </a:lnTo>
                <a:lnTo>
                  <a:pt x="528222" y="301719"/>
                </a:lnTo>
                <a:lnTo>
                  <a:pt x="528188" y="302186"/>
                </a:lnTo>
                <a:lnTo>
                  <a:pt x="528622" y="295445"/>
                </a:lnTo>
                <a:lnTo>
                  <a:pt x="528589" y="295929"/>
                </a:lnTo>
                <a:lnTo>
                  <a:pt x="528856" y="289138"/>
                </a:lnTo>
                <a:lnTo>
                  <a:pt x="528839" y="289622"/>
                </a:lnTo>
                <a:lnTo>
                  <a:pt x="528923" y="282798"/>
                </a:lnTo>
                <a:lnTo>
                  <a:pt x="528923" y="283265"/>
                </a:lnTo>
                <a:lnTo>
                  <a:pt x="528839" y="276441"/>
                </a:lnTo>
                <a:lnTo>
                  <a:pt x="528856" y="276925"/>
                </a:lnTo>
                <a:lnTo>
                  <a:pt x="528589" y="270134"/>
                </a:lnTo>
                <a:lnTo>
                  <a:pt x="528622" y="270617"/>
                </a:lnTo>
                <a:lnTo>
                  <a:pt x="528188" y="263877"/>
                </a:lnTo>
                <a:lnTo>
                  <a:pt x="528222" y="264344"/>
                </a:lnTo>
                <a:lnTo>
                  <a:pt x="527637" y="257653"/>
                </a:lnTo>
                <a:lnTo>
                  <a:pt x="527704" y="258354"/>
                </a:lnTo>
                <a:lnTo>
                  <a:pt x="526019" y="245123"/>
                </a:lnTo>
                <a:lnTo>
                  <a:pt x="526169" y="246057"/>
                </a:lnTo>
                <a:lnTo>
                  <a:pt x="523850" y="233026"/>
                </a:lnTo>
                <a:lnTo>
                  <a:pt x="524033" y="233960"/>
                </a:lnTo>
                <a:lnTo>
                  <a:pt x="521080" y="221162"/>
                </a:lnTo>
                <a:lnTo>
                  <a:pt x="521314" y="222064"/>
                </a:lnTo>
                <a:lnTo>
                  <a:pt x="517743" y="209516"/>
                </a:lnTo>
                <a:lnTo>
                  <a:pt x="518027" y="210401"/>
                </a:lnTo>
                <a:lnTo>
                  <a:pt x="515774" y="203743"/>
                </a:lnTo>
                <a:lnTo>
                  <a:pt x="551331" y="191713"/>
                </a:lnTo>
                <a:moveTo>
                  <a:pt x="558439" y="349956"/>
                </a:moveTo>
                <a:lnTo>
                  <a:pt x="557554" y="353794"/>
                </a:lnTo>
                <a:lnTo>
                  <a:pt x="553733" y="367242"/>
                </a:lnTo>
                <a:lnTo>
                  <a:pt x="549278" y="380423"/>
                </a:lnTo>
                <a:lnTo>
                  <a:pt x="544206" y="393287"/>
                </a:lnTo>
                <a:lnTo>
                  <a:pt x="538533" y="405835"/>
                </a:lnTo>
                <a:lnTo>
                  <a:pt x="532276" y="418048"/>
                </a:lnTo>
                <a:lnTo>
                  <a:pt x="525452" y="429911"/>
                </a:lnTo>
                <a:lnTo>
                  <a:pt x="518094" y="441408"/>
                </a:lnTo>
                <a:lnTo>
                  <a:pt x="510185" y="452503"/>
                </a:lnTo>
                <a:lnTo>
                  <a:pt x="506014" y="457826"/>
                </a:lnTo>
                <a:lnTo>
                  <a:pt x="476496" y="434616"/>
                </a:lnTo>
                <a:lnTo>
                  <a:pt x="480401" y="429661"/>
                </a:lnTo>
                <a:lnTo>
                  <a:pt x="479850" y="430379"/>
                </a:lnTo>
                <a:lnTo>
                  <a:pt x="487225" y="420017"/>
                </a:lnTo>
                <a:lnTo>
                  <a:pt x="486726" y="420768"/>
                </a:lnTo>
                <a:lnTo>
                  <a:pt x="493600" y="410039"/>
                </a:lnTo>
                <a:lnTo>
                  <a:pt x="493132" y="410807"/>
                </a:lnTo>
                <a:lnTo>
                  <a:pt x="499506" y="399728"/>
                </a:lnTo>
                <a:lnTo>
                  <a:pt x="499073" y="400529"/>
                </a:lnTo>
                <a:lnTo>
                  <a:pt x="504912" y="389132"/>
                </a:lnTo>
                <a:lnTo>
                  <a:pt x="504512" y="389950"/>
                </a:lnTo>
                <a:lnTo>
                  <a:pt x="509801" y="378237"/>
                </a:lnTo>
                <a:lnTo>
                  <a:pt x="509451" y="379088"/>
                </a:lnTo>
                <a:lnTo>
                  <a:pt x="514190" y="367075"/>
                </a:lnTo>
                <a:lnTo>
                  <a:pt x="513871" y="367943"/>
                </a:lnTo>
                <a:lnTo>
                  <a:pt x="518027" y="355662"/>
                </a:lnTo>
                <a:lnTo>
                  <a:pt x="517743" y="356547"/>
                </a:lnTo>
                <a:lnTo>
                  <a:pt x="521314" y="343999"/>
                </a:lnTo>
                <a:lnTo>
                  <a:pt x="521080" y="344900"/>
                </a:lnTo>
                <a:lnTo>
                  <a:pt x="521863" y="341513"/>
                </a:lnTo>
                <a:lnTo>
                  <a:pt x="558439" y="349956"/>
                </a:lnTo>
                <a:moveTo>
                  <a:pt x="479017" y="487592"/>
                </a:moveTo>
                <a:lnTo>
                  <a:pt x="473677" y="492681"/>
                </a:lnTo>
                <a:lnTo>
                  <a:pt x="463399" y="501591"/>
                </a:lnTo>
                <a:lnTo>
                  <a:pt x="452705" y="509984"/>
                </a:lnTo>
                <a:lnTo>
                  <a:pt x="441608" y="517893"/>
                </a:lnTo>
                <a:lnTo>
                  <a:pt x="430113" y="525251"/>
                </a:lnTo>
                <a:lnTo>
                  <a:pt x="418249" y="532075"/>
                </a:lnTo>
                <a:lnTo>
                  <a:pt x="406036" y="538332"/>
                </a:lnTo>
                <a:lnTo>
                  <a:pt x="393488" y="544005"/>
                </a:lnTo>
                <a:lnTo>
                  <a:pt x="380624" y="549077"/>
                </a:lnTo>
                <a:lnTo>
                  <a:pt x="376887" y="550329"/>
                </a:lnTo>
                <a:lnTo>
                  <a:pt x="364856" y="514773"/>
                </a:lnTo>
                <a:lnTo>
                  <a:pt x="368144" y="513671"/>
                </a:lnTo>
                <a:lnTo>
                  <a:pt x="367276" y="513988"/>
                </a:lnTo>
                <a:lnTo>
                  <a:pt x="379289" y="509250"/>
                </a:lnTo>
                <a:lnTo>
                  <a:pt x="378438" y="509600"/>
                </a:lnTo>
                <a:lnTo>
                  <a:pt x="390151" y="504311"/>
                </a:lnTo>
                <a:lnTo>
                  <a:pt x="389334" y="504711"/>
                </a:lnTo>
                <a:lnTo>
                  <a:pt x="400730" y="498871"/>
                </a:lnTo>
                <a:lnTo>
                  <a:pt x="399929" y="499305"/>
                </a:lnTo>
                <a:lnTo>
                  <a:pt x="411007" y="492931"/>
                </a:lnTo>
                <a:lnTo>
                  <a:pt x="410240" y="493399"/>
                </a:lnTo>
                <a:lnTo>
                  <a:pt x="420968" y="486525"/>
                </a:lnTo>
                <a:lnTo>
                  <a:pt x="420218" y="487025"/>
                </a:lnTo>
                <a:lnTo>
                  <a:pt x="430580" y="479650"/>
                </a:lnTo>
                <a:lnTo>
                  <a:pt x="429862" y="480201"/>
                </a:lnTo>
                <a:lnTo>
                  <a:pt x="439856" y="472342"/>
                </a:lnTo>
                <a:lnTo>
                  <a:pt x="439156" y="472909"/>
                </a:lnTo>
                <a:lnTo>
                  <a:pt x="448767" y="464600"/>
                </a:lnTo>
                <a:lnTo>
                  <a:pt x="448099" y="465201"/>
                </a:lnTo>
                <a:lnTo>
                  <a:pt x="453121" y="460412"/>
                </a:lnTo>
                <a:lnTo>
                  <a:pt x="479017" y="487592"/>
                </a:lnTo>
                <a:moveTo>
                  <a:pt x="337993" y="560924"/>
                </a:moveTo>
                <a:lnTo>
                  <a:pt x="326347" y="563009"/>
                </a:lnTo>
                <a:lnTo>
                  <a:pt x="312281" y="564795"/>
                </a:lnTo>
                <a:lnTo>
                  <a:pt x="305007" y="565445"/>
                </a:lnTo>
                <a:lnTo>
                  <a:pt x="297799" y="565896"/>
                </a:lnTo>
                <a:lnTo>
                  <a:pt x="290541" y="566180"/>
                </a:lnTo>
                <a:lnTo>
                  <a:pt x="283232" y="566263"/>
                </a:lnTo>
                <a:lnTo>
                  <a:pt x="275924" y="566180"/>
                </a:lnTo>
                <a:lnTo>
                  <a:pt x="268666" y="565896"/>
                </a:lnTo>
                <a:lnTo>
                  <a:pt x="261458" y="565445"/>
                </a:lnTo>
                <a:lnTo>
                  <a:pt x="254183" y="564795"/>
                </a:lnTo>
                <a:lnTo>
                  <a:pt x="240117" y="563009"/>
                </a:lnTo>
                <a:lnTo>
                  <a:pt x="226169" y="560523"/>
                </a:lnTo>
                <a:lnTo>
                  <a:pt x="218728" y="558788"/>
                </a:lnTo>
                <a:lnTo>
                  <a:pt x="227170" y="522214"/>
                </a:lnTo>
                <a:lnTo>
                  <a:pt x="234161" y="523833"/>
                </a:lnTo>
                <a:lnTo>
                  <a:pt x="233227" y="523649"/>
                </a:lnTo>
                <a:lnTo>
                  <a:pt x="246257" y="525968"/>
                </a:lnTo>
                <a:lnTo>
                  <a:pt x="245323" y="525818"/>
                </a:lnTo>
                <a:lnTo>
                  <a:pt x="258555" y="527503"/>
                </a:lnTo>
                <a:lnTo>
                  <a:pt x="257853" y="527437"/>
                </a:lnTo>
                <a:lnTo>
                  <a:pt x="264545" y="528021"/>
                </a:lnTo>
                <a:lnTo>
                  <a:pt x="264078" y="527987"/>
                </a:lnTo>
                <a:lnTo>
                  <a:pt x="270819" y="528421"/>
                </a:lnTo>
                <a:lnTo>
                  <a:pt x="270335" y="528388"/>
                </a:lnTo>
                <a:lnTo>
                  <a:pt x="277126" y="528655"/>
                </a:lnTo>
                <a:lnTo>
                  <a:pt x="276642" y="528638"/>
                </a:lnTo>
                <a:lnTo>
                  <a:pt x="283466" y="528721"/>
                </a:lnTo>
                <a:lnTo>
                  <a:pt x="282999" y="528721"/>
                </a:lnTo>
                <a:lnTo>
                  <a:pt x="289822" y="528638"/>
                </a:lnTo>
                <a:lnTo>
                  <a:pt x="289339" y="528655"/>
                </a:lnTo>
                <a:lnTo>
                  <a:pt x="296130" y="528388"/>
                </a:lnTo>
                <a:lnTo>
                  <a:pt x="295646" y="528421"/>
                </a:lnTo>
                <a:lnTo>
                  <a:pt x="302387" y="527987"/>
                </a:lnTo>
                <a:lnTo>
                  <a:pt x="301919" y="528021"/>
                </a:lnTo>
                <a:lnTo>
                  <a:pt x="308610" y="527437"/>
                </a:lnTo>
                <a:lnTo>
                  <a:pt x="307909" y="527503"/>
                </a:lnTo>
                <a:lnTo>
                  <a:pt x="321141" y="525818"/>
                </a:lnTo>
                <a:lnTo>
                  <a:pt x="320206" y="525968"/>
                </a:lnTo>
                <a:lnTo>
                  <a:pt x="331402" y="523966"/>
                </a:lnTo>
                <a:lnTo>
                  <a:pt x="337993" y="560924"/>
                </a:lnTo>
                <a:moveTo>
                  <a:pt x="180234" y="546858"/>
                </a:moveTo>
                <a:lnTo>
                  <a:pt x="172976" y="544005"/>
                </a:lnTo>
                <a:lnTo>
                  <a:pt x="160429" y="538332"/>
                </a:lnTo>
                <a:lnTo>
                  <a:pt x="148215" y="532075"/>
                </a:lnTo>
                <a:lnTo>
                  <a:pt x="136352" y="525251"/>
                </a:lnTo>
                <a:lnTo>
                  <a:pt x="124855" y="517893"/>
                </a:lnTo>
                <a:lnTo>
                  <a:pt x="113760" y="509984"/>
                </a:lnTo>
                <a:lnTo>
                  <a:pt x="103066" y="501591"/>
                </a:lnTo>
                <a:lnTo>
                  <a:pt x="92787" y="492681"/>
                </a:lnTo>
                <a:lnTo>
                  <a:pt x="82959" y="483304"/>
                </a:lnTo>
                <a:lnTo>
                  <a:pt x="80390" y="480618"/>
                </a:lnTo>
                <a:lnTo>
                  <a:pt x="107553" y="454706"/>
                </a:lnTo>
                <a:lnTo>
                  <a:pt x="109822" y="457075"/>
                </a:lnTo>
                <a:lnTo>
                  <a:pt x="109189" y="456441"/>
                </a:lnTo>
                <a:lnTo>
                  <a:pt x="118365" y="465201"/>
                </a:lnTo>
                <a:lnTo>
                  <a:pt x="117698" y="464600"/>
                </a:lnTo>
                <a:lnTo>
                  <a:pt x="127309" y="472909"/>
                </a:lnTo>
                <a:lnTo>
                  <a:pt x="126608" y="472342"/>
                </a:lnTo>
                <a:lnTo>
                  <a:pt x="136602" y="480201"/>
                </a:lnTo>
                <a:lnTo>
                  <a:pt x="135885" y="479650"/>
                </a:lnTo>
                <a:lnTo>
                  <a:pt x="146246" y="487025"/>
                </a:lnTo>
                <a:lnTo>
                  <a:pt x="145495" y="486525"/>
                </a:lnTo>
                <a:lnTo>
                  <a:pt x="156224" y="493399"/>
                </a:lnTo>
                <a:lnTo>
                  <a:pt x="155457" y="492931"/>
                </a:lnTo>
                <a:lnTo>
                  <a:pt x="166536" y="499305"/>
                </a:lnTo>
                <a:lnTo>
                  <a:pt x="165735" y="498871"/>
                </a:lnTo>
                <a:lnTo>
                  <a:pt x="177131" y="504711"/>
                </a:lnTo>
                <a:lnTo>
                  <a:pt x="176313" y="504311"/>
                </a:lnTo>
                <a:lnTo>
                  <a:pt x="188026" y="509600"/>
                </a:lnTo>
                <a:lnTo>
                  <a:pt x="187175" y="509250"/>
                </a:lnTo>
                <a:lnTo>
                  <a:pt x="194016" y="511936"/>
                </a:lnTo>
                <a:lnTo>
                  <a:pt x="180234" y="546858"/>
                </a:lnTo>
                <a:moveTo>
                  <a:pt x="54428" y="449917"/>
                </a:moveTo>
                <a:lnTo>
                  <a:pt x="48370" y="441408"/>
                </a:lnTo>
                <a:lnTo>
                  <a:pt x="41013" y="429911"/>
                </a:lnTo>
                <a:lnTo>
                  <a:pt x="34188" y="418048"/>
                </a:lnTo>
                <a:lnTo>
                  <a:pt x="27931" y="405835"/>
                </a:lnTo>
                <a:lnTo>
                  <a:pt x="22258" y="393287"/>
                </a:lnTo>
                <a:lnTo>
                  <a:pt x="17187" y="380423"/>
                </a:lnTo>
                <a:lnTo>
                  <a:pt x="12731" y="367242"/>
                </a:lnTo>
                <a:lnTo>
                  <a:pt x="8911" y="353794"/>
                </a:lnTo>
                <a:lnTo>
                  <a:pt x="5991" y="341146"/>
                </a:lnTo>
                <a:lnTo>
                  <a:pt x="42581" y="332703"/>
                </a:lnTo>
                <a:lnTo>
                  <a:pt x="45384" y="344900"/>
                </a:lnTo>
                <a:lnTo>
                  <a:pt x="45151" y="343999"/>
                </a:lnTo>
                <a:lnTo>
                  <a:pt x="48721" y="356547"/>
                </a:lnTo>
                <a:lnTo>
                  <a:pt x="48438" y="355662"/>
                </a:lnTo>
                <a:lnTo>
                  <a:pt x="52592" y="367943"/>
                </a:lnTo>
                <a:lnTo>
                  <a:pt x="52275" y="367075"/>
                </a:lnTo>
                <a:lnTo>
                  <a:pt x="57014" y="379088"/>
                </a:lnTo>
                <a:lnTo>
                  <a:pt x="56663" y="378237"/>
                </a:lnTo>
                <a:lnTo>
                  <a:pt x="61953" y="389950"/>
                </a:lnTo>
                <a:lnTo>
                  <a:pt x="61553" y="389132"/>
                </a:lnTo>
                <a:lnTo>
                  <a:pt x="67392" y="400529"/>
                </a:lnTo>
                <a:lnTo>
                  <a:pt x="66958" y="399728"/>
                </a:lnTo>
                <a:lnTo>
                  <a:pt x="73332" y="410807"/>
                </a:lnTo>
                <a:lnTo>
                  <a:pt x="72865" y="410039"/>
                </a:lnTo>
                <a:lnTo>
                  <a:pt x="79739" y="420768"/>
                </a:lnTo>
                <a:lnTo>
                  <a:pt x="79239" y="420017"/>
                </a:lnTo>
                <a:lnTo>
                  <a:pt x="85028" y="428159"/>
                </a:lnTo>
                <a:lnTo>
                  <a:pt x="54428" y="449917"/>
                </a:lnTo>
                <a:moveTo>
                  <a:pt x="584" y="300935"/>
                </a:moveTo>
                <a:lnTo>
                  <a:pt x="367" y="297598"/>
                </a:lnTo>
                <a:lnTo>
                  <a:pt x="100" y="290573"/>
                </a:lnTo>
                <a:lnTo>
                  <a:pt x="37609" y="289138"/>
                </a:lnTo>
                <a:lnTo>
                  <a:pt x="37876" y="295929"/>
                </a:lnTo>
                <a:lnTo>
                  <a:pt x="37843" y="295445"/>
                </a:lnTo>
                <a:lnTo>
                  <a:pt x="38044" y="298565"/>
                </a:lnTo>
                <a:lnTo>
                  <a:pt x="584" y="30093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199-part-0">
            <a:extLst xmlns:a="http://schemas.openxmlformats.org/drawingml/2006/main">
              <a:ext uri="{FF2B5EF4-FFF2-40B4-BE49-F238E27FC236}">
                <a16:creationId xmlns:a16="http://schemas.microsoft.com/office/drawing/2014/main" id="{CF989D17-04F1-40F5-97F2-AC263A0B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8706" y="3122765"/>
            <a:ext cx="150016" cy="424039"/>
          </a:xfrm>
          <a:custGeom xmlns:a="http://schemas.openxmlformats.org/drawingml/2006/main">
            <a:pathLst>
              <a:path w="150016" h="424039">
                <a:moveTo>
                  <a:pt x="30917" y="283031"/>
                </a:moveTo>
                <a:lnTo>
                  <a:pt x="90684" y="382325"/>
                </a:lnTo>
                <a:lnTo>
                  <a:pt x="61869" y="382726"/>
                </a:lnTo>
                <a:lnTo>
                  <a:pt x="118882" y="281814"/>
                </a:lnTo>
                <a:lnTo>
                  <a:pt x="120900" y="278977"/>
                </a:lnTo>
                <a:lnTo>
                  <a:pt x="123469" y="276608"/>
                </a:lnTo>
                <a:lnTo>
                  <a:pt x="126473" y="274839"/>
                </a:lnTo>
                <a:lnTo>
                  <a:pt x="129794" y="273738"/>
                </a:lnTo>
                <a:lnTo>
                  <a:pt x="133248" y="273337"/>
                </a:lnTo>
                <a:lnTo>
                  <a:pt x="136718" y="273671"/>
                </a:lnTo>
                <a:lnTo>
                  <a:pt x="140056" y="274722"/>
                </a:lnTo>
                <a:lnTo>
                  <a:pt x="143092" y="276424"/>
                </a:lnTo>
                <a:lnTo>
                  <a:pt x="145712" y="278744"/>
                </a:lnTo>
                <a:lnTo>
                  <a:pt x="147781" y="281547"/>
                </a:lnTo>
                <a:lnTo>
                  <a:pt x="149232" y="284717"/>
                </a:lnTo>
                <a:lnTo>
                  <a:pt x="149982" y="288121"/>
                </a:lnTo>
                <a:lnTo>
                  <a:pt x="150016" y="291608"/>
                </a:lnTo>
                <a:lnTo>
                  <a:pt x="149316" y="295029"/>
                </a:lnTo>
                <a:lnTo>
                  <a:pt x="147930" y="298232"/>
                </a:lnTo>
                <a:lnTo>
                  <a:pt x="76851" y="424039"/>
                </a:lnTo>
                <a:lnTo>
                  <a:pt x="2319" y="300234"/>
                </a:lnTo>
                <a:lnTo>
                  <a:pt x="850" y="297080"/>
                </a:lnTo>
                <a:lnTo>
                  <a:pt x="66" y="293677"/>
                </a:lnTo>
                <a:lnTo>
                  <a:pt x="0" y="290190"/>
                </a:lnTo>
                <a:lnTo>
                  <a:pt x="667" y="286769"/>
                </a:lnTo>
                <a:lnTo>
                  <a:pt x="2018" y="283549"/>
                </a:lnTo>
                <a:lnTo>
                  <a:pt x="4020" y="280696"/>
                </a:lnTo>
                <a:lnTo>
                  <a:pt x="6573" y="278310"/>
                </a:lnTo>
                <a:lnTo>
                  <a:pt x="9560" y="276508"/>
                </a:lnTo>
                <a:lnTo>
                  <a:pt x="12864" y="275373"/>
                </a:lnTo>
                <a:lnTo>
                  <a:pt x="16318" y="274956"/>
                </a:lnTo>
                <a:lnTo>
                  <a:pt x="19788" y="275256"/>
                </a:lnTo>
                <a:lnTo>
                  <a:pt x="23126" y="276274"/>
                </a:lnTo>
                <a:lnTo>
                  <a:pt x="26179" y="277959"/>
                </a:lnTo>
                <a:lnTo>
                  <a:pt x="28815" y="280245"/>
                </a:lnTo>
                <a:lnTo>
                  <a:pt x="30917" y="283031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199-part-1">
            <a:extLst xmlns:a="http://schemas.openxmlformats.org/drawingml/2006/main">
              <a:ext uri="{FF2B5EF4-FFF2-40B4-BE49-F238E27FC236}">
                <a16:creationId xmlns:a16="http://schemas.microsoft.com/office/drawing/2014/main" id="{8E6A749C-072E-4B8E-991F-0D8B765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8706" y="3122765"/>
            <a:ext cx="150016" cy="424039"/>
          </a:xfrm>
          <a:custGeom xmlns:a="http://schemas.openxmlformats.org/drawingml/2006/main">
            <a:pathLst>
              <a:path w="150016" h="424039">
                <a:moveTo>
                  <a:pt x="87697" y="0"/>
                </a:moveTo>
                <a:lnTo>
                  <a:pt x="89532" y="133465"/>
                </a:lnTo>
                <a:lnTo>
                  <a:pt x="56162" y="133932"/>
                </a:lnTo>
                <a:lnTo>
                  <a:pt x="54326" y="467"/>
                </a:lnTo>
                <a:lnTo>
                  <a:pt x="87697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199-part-2">
            <a:extLst xmlns:a="http://schemas.openxmlformats.org/drawingml/2006/main">
              <a:ext uri="{FF2B5EF4-FFF2-40B4-BE49-F238E27FC236}">
                <a16:creationId xmlns:a16="http://schemas.microsoft.com/office/drawing/2014/main" id="{DD6BD6EB-E728-4390-AFC5-B35B08D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8706" y="3122765"/>
            <a:ext cx="150016" cy="424039"/>
          </a:xfrm>
          <a:custGeom xmlns:a="http://schemas.openxmlformats.org/drawingml/2006/main">
            <a:pathLst>
              <a:path w="150016" h="424039">
                <a:moveTo>
                  <a:pt x="90917" y="233577"/>
                </a:moveTo>
                <a:lnTo>
                  <a:pt x="92752" y="367042"/>
                </a:lnTo>
                <a:lnTo>
                  <a:pt x="59382" y="367509"/>
                </a:lnTo>
                <a:lnTo>
                  <a:pt x="57547" y="234027"/>
                </a:lnTo>
                <a:lnTo>
                  <a:pt x="90917" y="23357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00-part-0">
            <a:extLst xmlns:a="http://schemas.openxmlformats.org/drawingml/2006/main">
              <a:ext uri="{FF2B5EF4-FFF2-40B4-BE49-F238E27FC236}">
                <a16:creationId xmlns:a16="http://schemas.microsoft.com/office/drawing/2014/main" id="{E081A6BB-8CCC-40CC-83B9-52992453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0019" y="3736264"/>
            <a:ext cx="476363" cy="150000"/>
          </a:xfrm>
          <a:custGeom xmlns:a="http://schemas.openxmlformats.org/drawingml/2006/main">
            <a:pathLst>
              <a:path w="476363" h="150000">
                <a:moveTo>
                  <a:pt x="334722" y="118982"/>
                </a:moveTo>
                <a:lnTo>
                  <a:pt x="434833" y="60584"/>
                </a:lnTo>
                <a:lnTo>
                  <a:pt x="434833" y="89416"/>
                </a:lnTo>
                <a:lnTo>
                  <a:pt x="334722" y="31018"/>
                </a:lnTo>
                <a:lnTo>
                  <a:pt x="331919" y="28949"/>
                </a:lnTo>
                <a:lnTo>
                  <a:pt x="329600" y="26346"/>
                </a:lnTo>
                <a:lnTo>
                  <a:pt x="327864" y="23326"/>
                </a:lnTo>
                <a:lnTo>
                  <a:pt x="326797" y="20005"/>
                </a:lnTo>
                <a:lnTo>
                  <a:pt x="326446" y="16535"/>
                </a:lnTo>
                <a:lnTo>
                  <a:pt x="326830" y="13064"/>
                </a:lnTo>
                <a:lnTo>
                  <a:pt x="327931" y="9744"/>
                </a:lnTo>
                <a:lnTo>
                  <a:pt x="329682" y="6741"/>
                </a:lnTo>
                <a:lnTo>
                  <a:pt x="332019" y="4155"/>
                </a:lnTo>
                <a:lnTo>
                  <a:pt x="334855" y="2119"/>
                </a:lnTo>
                <a:lnTo>
                  <a:pt x="338059" y="718"/>
                </a:lnTo>
                <a:lnTo>
                  <a:pt x="341462" y="0"/>
                </a:lnTo>
                <a:lnTo>
                  <a:pt x="344950" y="17"/>
                </a:lnTo>
                <a:lnTo>
                  <a:pt x="348370" y="751"/>
                </a:lnTo>
                <a:lnTo>
                  <a:pt x="351540" y="2186"/>
                </a:lnTo>
                <a:lnTo>
                  <a:pt x="476363" y="75000"/>
                </a:lnTo>
                <a:lnTo>
                  <a:pt x="351540" y="147815"/>
                </a:lnTo>
                <a:lnTo>
                  <a:pt x="348370" y="149250"/>
                </a:lnTo>
                <a:lnTo>
                  <a:pt x="344950" y="149984"/>
                </a:lnTo>
                <a:lnTo>
                  <a:pt x="341462" y="150000"/>
                </a:lnTo>
                <a:lnTo>
                  <a:pt x="338059" y="149283"/>
                </a:lnTo>
                <a:lnTo>
                  <a:pt x="334855" y="147881"/>
                </a:lnTo>
                <a:lnTo>
                  <a:pt x="332019" y="145846"/>
                </a:lnTo>
                <a:lnTo>
                  <a:pt x="329682" y="143260"/>
                </a:lnTo>
                <a:lnTo>
                  <a:pt x="327931" y="140256"/>
                </a:lnTo>
                <a:lnTo>
                  <a:pt x="326830" y="136936"/>
                </a:lnTo>
                <a:lnTo>
                  <a:pt x="326446" y="133465"/>
                </a:lnTo>
                <a:lnTo>
                  <a:pt x="326797" y="129995"/>
                </a:lnTo>
                <a:lnTo>
                  <a:pt x="327864" y="126674"/>
                </a:lnTo>
                <a:lnTo>
                  <a:pt x="329600" y="123654"/>
                </a:lnTo>
                <a:lnTo>
                  <a:pt x="331919" y="121051"/>
                </a:lnTo>
                <a:lnTo>
                  <a:pt x="334722" y="11898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200-part-1">
            <a:extLst xmlns:a="http://schemas.openxmlformats.org/drawingml/2006/main">
              <a:ext uri="{FF2B5EF4-FFF2-40B4-BE49-F238E27FC236}">
                <a16:creationId xmlns:a16="http://schemas.microsoft.com/office/drawing/2014/main" id="{5E9D4A12-3105-4362-8814-48078CE0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0019" y="3736264"/>
            <a:ext cx="476363" cy="150000"/>
          </a:xfrm>
          <a:custGeom xmlns:a="http://schemas.openxmlformats.org/drawingml/2006/main">
            <a:pathLst>
              <a:path w="476363" h="150000">
                <a:moveTo>
                  <a:pt x="0" y="58315"/>
                </a:moveTo>
                <a:lnTo>
                  <a:pt x="133481" y="58315"/>
                </a:lnTo>
                <a:lnTo>
                  <a:pt x="133481" y="91685"/>
                </a:lnTo>
                <a:lnTo>
                  <a:pt x="0" y="91685"/>
                </a:lnTo>
                <a:lnTo>
                  <a:pt x="0" y="5831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200-part-2">
            <a:extLst xmlns:a="http://schemas.openxmlformats.org/drawingml/2006/main">
              <a:ext uri="{FF2B5EF4-FFF2-40B4-BE49-F238E27FC236}">
                <a16:creationId xmlns:a16="http://schemas.microsoft.com/office/drawing/2014/main" id="{AFBA45BA-791A-4A03-9CF8-C0EC241D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0019" y="3736264"/>
            <a:ext cx="476363" cy="150000"/>
          </a:xfrm>
          <a:custGeom xmlns:a="http://schemas.openxmlformats.org/drawingml/2006/main">
            <a:pathLst>
              <a:path w="476363" h="150000">
                <a:moveTo>
                  <a:pt x="233593" y="58315"/>
                </a:moveTo>
                <a:lnTo>
                  <a:pt x="367075" y="58315"/>
                </a:lnTo>
                <a:lnTo>
                  <a:pt x="367075" y="91685"/>
                </a:lnTo>
                <a:lnTo>
                  <a:pt x="233593" y="91685"/>
                </a:lnTo>
                <a:lnTo>
                  <a:pt x="233593" y="58315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201-part-0">
            <a:extLst xmlns:a="http://schemas.openxmlformats.org/drawingml/2006/main">
              <a:ext uri="{FF2B5EF4-FFF2-40B4-BE49-F238E27FC236}">
                <a16:creationId xmlns:a16="http://schemas.microsoft.com/office/drawing/2014/main" id="{89D98966-956E-4425-B0D2-4D9E65BD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720200" y="1201152"/>
                </a:moveTo>
                <a:lnTo>
                  <a:pt x="823199" y="1254295"/>
                </a:lnTo>
                <a:lnTo>
                  <a:pt x="798888" y="1269762"/>
                </a:lnTo>
                <a:lnTo>
                  <a:pt x="794433" y="1153950"/>
                </a:lnTo>
                <a:lnTo>
                  <a:pt x="794667" y="1150463"/>
                </a:lnTo>
                <a:lnTo>
                  <a:pt x="795619" y="1147109"/>
                </a:lnTo>
                <a:lnTo>
                  <a:pt x="797236" y="1144022"/>
                </a:lnTo>
                <a:lnTo>
                  <a:pt x="799473" y="1141336"/>
                </a:lnTo>
                <a:lnTo>
                  <a:pt x="802209" y="1139184"/>
                </a:lnTo>
                <a:lnTo>
                  <a:pt x="805346" y="1137649"/>
                </a:lnTo>
                <a:lnTo>
                  <a:pt x="808733" y="1136781"/>
                </a:lnTo>
                <a:lnTo>
                  <a:pt x="812204" y="1136648"/>
                </a:lnTo>
                <a:lnTo>
                  <a:pt x="815641" y="1137248"/>
                </a:lnTo>
                <a:lnTo>
                  <a:pt x="818894" y="1138550"/>
                </a:lnTo>
                <a:lnTo>
                  <a:pt x="821781" y="1140485"/>
                </a:lnTo>
                <a:lnTo>
                  <a:pt x="824216" y="1142988"/>
                </a:lnTo>
                <a:lnTo>
                  <a:pt x="826069" y="1145941"/>
                </a:lnTo>
                <a:lnTo>
                  <a:pt x="827287" y="1149212"/>
                </a:lnTo>
                <a:lnTo>
                  <a:pt x="827771" y="1152665"/>
                </a:lnTo>
                <a:lnTo>
                  <a:pt x="833327" y="1297059"/>
                </a:lnTo>
                <a:lnTo>
                  <a:pt x="704900" y="1230819"/>
                </a:lnTo>
                <a:lnTo>
                  <a:pt x="701981" y="1228900"/>
                </a:lnTo>
                <a:lnTo>
                  <a:pt x="699529" y="1226414"/>
                </a:lnTo>
                <a:lnTo>
                  <a:pt x="697642" y="1223478"/>
                </a:lnTo>
                <a:lnTo>
                  <a:pt x="696408" y="1220224"/>
                </a:lnTo>
                <a:lnTo>
                  <a:pt x="695890" y="1216770"/>
                </a:lnTo>
                <a:lnTo>
                  <a:pt x="696092" y="1213299"/>
                </a:lnTo>
                <a:lnTo>
                  <a:pt x="697009" y="1209929"/>
                </a:lnTo>
                <a:lnTo>
                  <a:pt x="698611" y="1206825"/>
                </a:lnTo>
                <a:lnTo>
                  <a:pt x="700813" y="1204123"/>
                </a:lnTo>
                <a:lnTo>
                  <a:pt x="703533" y="1201953"/>
                </a:lnTo>
                <a:lnTo>
                  <a:pt x="706653" y="1200385"/>
                </a:lnTo>
                <a:lnTo>
                  <a:pt x="710023" y="1199484"/>
                </a:lnTo>
                <a:lnTo>
                  <a:pt x="713510" y="1199334"/>
                </a:lnTo>
                <a:lnTo>
                  <a:pt x="716948" y="1199884"/>
                </a:lnTo>
                <a:lnTo>
                  <a:pt x="720200" y="120115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201-part-1">
            <a:extLst xmlns:a="http://schemas.openxmlformats.org/drawingml/2006/main">
              <a:ext uri="{FF2B5EF4-FFF2-40B4-BE49-F238E27FC236}">
                <a16:creationId xmlns:a16="http://schemas.microsoft.com/office/drawing/2014/main" id="{983FB3C8-DC2B-4E0D-8903-450F0879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28164" y="0"/>
                </a:moveTo>
                <a:lnTo>
                  <a:pt x="99794" y="112641"/>
                </a:lnTo>
                <a:lnTo>
                  <a:pt x="71647" y="130545"/>
                </a:lnTo>
                <a:lnTo>
                  <a:pt x="0" y="17920"/>
                </a:lnTo>
                <a:lnTo>
                  <a:pt x="28164" y="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path-201-part-2">
            <a:extLst xmlns:a="http://schemas.openxmlformats.org/drawingml/2006/main">
              <a:ext uri="{FF2B5EF4-FFF2-40B4-BE49-F238E27FC236}">
                <a16:creationId xmlns:a16="http://schemas.microsoft.com/office/drawing/2014/main" id="{D11FAB67-37D4-4E09-8501-A5C15D0B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153521" y="197102"/>
                </a:moveTo>
                <a:lnTo>
                  <a:pt x="225150" y="309744"/>
                </a:lnTo>
                <a:lnTo>
                  <a:pt x="197003" y="327648"/>
                </a:lnTo>
                <a:lnTo>
                  <a:pt x="125356" y="215022"/>
                </a:lnTo>
                <a:lnTo>
                  <a:pt x="153521" y="19710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201-part-3">
            <a:extLst xmlns:a="http://schemas.openxmlformats.org/drawingml/2006/main">
              <a:ext uri="{FF2B5EF4-FFF2-40B4-BE49-F238E27FC236}">
                <a16:creationId xmlns:a16="http://schemas.microsoft.com/office/drawing/2014/main" id="{CF16F362-9A5D-4A9F-AE78-90CFCE0D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278877" y="394222"/>
                </a:moveTo>
                <a:lnTo>
                  <a:pt x="350523" y="506847"/>
                </a:lnTo>
                <a:lnTo>
                  <a:pt x="322358" y="524750"/>
                </a:lnTo>
                <a:lnTo>
                  <a:pt x="250729" y="412125"/>
                </a:lnTo>
                <a:lnTo>
                  <a:pt x="278877" y="39422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201-part-4">
            <a:extLst xmlns:a="http://schemas.openxmlformats.org/drawingml/2006/main">
              <a:ext uri="{FF2B5EF4-FFF2-40B4-BE49-F238E27FC236}">
                <a16:creationId xmlns:a16="http://schemas.microsoft.com/office/drawing/2014/main" id="{8FBA8456-60FD-4D34-8C66-03DC17F0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404250" y="591324"/>
                </a:moveTo>
                <a:lnTo>
                  <a:pt x="475880" y="703950"/>
                </a:lnTo>
                <a:lnTo>
                  <a:pt x="447714" y="721853"/>
                </a:lnTo>
                <a:lnTo>
                  <a:pt x="376085" y="609227"/>
                </a:lnTo>
                <a:lnTo>
                  <a:pt x="404250" y="591324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201-part-5">
            <a:extLst xmlns:a="http://schemas.openxmlformats.org/drawingml/2006/main">
              <a:ext uri="{FF2B5EF4-FFF2-40B4-BE49-F238E27FC236}">
                <a16:creationId xmlns:a16="http://schemas.microsoft.com/office/drawing/2014/main" id="{AA2EA1AB-AD1C-4FD3-AB45-CD5149DC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529605" y="788427"/>
                </a:moveTo>
                <a:lnTo>
                  <a:pt x="601236" y="901052"/>
                </a:lnTo>
                <a:lnTo>
                  <a:pt x="573088" y="918972"/>
                </a:lnTo>
                <a:lnTo>
                  <a:pt x="501441" y="806330"/>
                </a:lnTo>
                <a:lnTo>
                  <a:pt x="529605" y="788427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df-path-201-part-6">
            <a:extLst xmlns:a="http://schemas.openxmlformats.org/drawingml/2006/main">
              <a:ext uri="{FF2B5EF4-FFF2-40B4-BE49-F238E27FC236}">
                <a16:creationId xmlns:a16="http://schemas.microsoft.com/office/drawing/2014/main" id="{1BFFDF49-4410-46C2-9843-489D93B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654962" y="985530"/>
                </a:moveTo>
                <a:lnTo>
                  <a:pt x="726608" y="1098154"/>
                </a:lnTo>
                <a:lnTo>
                  <a:pt x="698444" y="1116074"/>
                </a:lnTo>
                <a:lnTo>
                  <a:pt x="626813" y="1003433"/>
                </a:lnTo>
                <a:lnTo>
                  <a:pt x="654962" y="985530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201-part-7">
            <a:extLst xmlns:a="http://schemas.openxmlformats.org/drawingml/2006/main">
              <a:ext uri="{FF2B5EF4-FFF2-40B4-BE49-F238E27FC236}">
                <a16:creationId xmlns:a16="http://schemas.microsoft.com/office/drawing/2014/main" id="{2891DB37-7CAF-45D8-BFD7-AD81E0F5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770" y="2514205"/>
            <a:ext cx="833327" cy="1297059"/>
          </a:xfrm>
          <a:custGeom xmlns:a="http://schemas.openxmlformats.org/drawingml/2006/main">
            <a:pathLst>
              <a:path w="833327" h="1297059">
                <a:moveTo>
                  <a:pt x="780318" y="1182632"/>
                </a:moveTo>
                <a:lnTo>
                  <a:pt x="829639" y="1260168"/>
                </a:lnTo>
                <a:lnTo>
                  <a:pt x="801475" y="1278072"/>
                </a:lnTo>
                <a:lnTo>
                  <a:pt x="752170" y="1200552"/>
                </a:lnTo>
                <a:lnTo>
                  <a:pt x="780318" y="1182632"/>
                </a:lnTo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F840A814-6B40-483F-8717-A7F36390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0506" y="5072250"/>
            <a:ext cx="412959" cy="37542"/>
          </a:xfrm>
          <a:custGeom xmlns:a="http://schemas.openxmlformats.org/drawingml/2006/main">
            <a:pathLst>
              <a:path w="412959" h="37542">
                <a:moveTo>
                  <a:pt x="0" y="0"/>
                </a:moveTo>
                <a:lnTo>
                  <a:pt x="112625" y="0"/>
                </a:lnTo>
                <a:lnTo>
                  <a:pt x="112625" y="37542"/>
                </a:lnTo>
                <a:lnTo>
                  <a:pt x="0" y="37542"/>
                </a:lnTo>
                <a:lnTo>
                  <a:pt x="0" y="0"/>
                </a:lnTo>
                <a:moveTo>
                  <a:pt x="150167" y="0"/>
                </a:moveTo>
                <a:lnTo>
                  <a:pt x="262792" y="0"/>
                </a:lnTo>
                <a:lnTo>
                  <a:pt x="262792" y="37542"/>
                </a:lnTo>
                <a:lnTo>
                  <a:pt x="150167" y="37542"/>
                </a:lnTo>
                <a:lnTo>
                  <a:pt x="150167" y="0"/>
                </a:lnTo>
                <a:moveTo>
                  <a:pt x="300334" y="0"/>
                </a:moveTo>
                <a:lnTo>
                  <a:pt x="412959" y="0"/>
                </a:lnTo>
                <a:lnTo>
                  <a:pt x="412959" y="37542"/>
                </a:lnTo>
                <a:lnTo>
                  <a:pt x="300334" y="37542"/>
                </a:lnTo>
                <a:lnTo>
                  <a:pt x="300334" y="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43A9EA86-6B85-4E38-B477-169D1532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4666" y="4557094"/>
            <a:ext cx="427142" cy="393772"/>
          </a:xfrm>
          <a:custGeom xmlns:a="http://schemas.openxmlformats.org/drawingml/2006/main">
            <a:pathLst>
              <a:path w="427142" h="393772">
                <a:moveTo>
                  <a:pt x="267" y="206613"/>
                </a:moveTo>
                <a:lnTo>
                  <a:pt x="0" y="196886"/>
                </a:lnTo>
                <a:lnTo>
                  <a:pt x="283" y="186691"/>
                </a:lnTo>
                <a:lnTo>
                  <a:pt x="1118" y="176630"/>
                </a:lnTo>
                <a:lnTo>
                  <a:pt x="2486" y="166702"/>
                </a:lnTo>
                <a:lnTo>
                  <a:pt x="4388" y="156925"/>
                </a:lnTo>
                <a:lnTo>
                  <a:pt x="6808" y="147331"/>
                </a:lnTo>
                <a:lnTo>
                  <a:pt x="9728" y="137937"/>
                </a:lnTo>
                <a:lnTo>
                  <a:pt x="13131" y="128727"/>
                </a:lnTo>
                <a:lnTo>
                  <a:pt x="17002" y="119750"/>
                </a:lnTo>
                <a:lnTo>
                  <a:pt x="21324" y="110991"/>
                </a:lnTo>
                <a:lnTo>
                  <a:pt x="26096" y="102481"/>
                </a:lnTo>
                <a:lnTo>
                  <a:pt x="26663" y="101580"/>
                </a:lnTo>
                <a:lnTo>
                  <a:pt x="54911" y="119316"/>
                </a:lnTo>
                <a:lnTo>
                  <a:pt x="54577" y="119867"/>
                </a:lnTo>
                <a:lnTo>
                  <a:pt x="55011" y="119133"/>
                </a:lnTo>
                <a:lnTo>
                  <a:pt x="50657" y="126908"/>
                </a:lnTo>
                <a:lnTo>
                  <a:pt x="51056" y="126157"/>
                </a:lnTo>
                <a:lnTo>
                  <a:pt x="47119" y="134133"/>
                </a:lnTo>
                <a:lnTo>
                  <a:pt x="47486" y="133348"/>
                </a:lnTo>
                <a:lnTo>
                  <a:pt x="43949" y="141524"/>
                </a:lnTo>
                <a:lnTo>
                  <a:pt x="44282" y="140707"/>
                </a:lnTo>
                <a:lnTo>
                  <a:pt x="41179" y="149083"/>
                </a:lnTo>
                <a:lnTo>
                  <a:pt x="41479" y="148249"/>
                </a:lnTo>
                <a:lnTo>
                  <a:pt x="38827" y="156791"/>
                </a:lnTo>
                <a:lnTo>
                  <a:pt x="39060" y="155924"/>
                </a:lnTo>
                <a:lnTo>
                  <a:pt x="36858" y="164650"/>
                </a:lnTo>
                <a:lnTo>
                  <a:pt x="37058" y="163766"/>
                </a:lnTo>
                <a:lnTo>
                  <a:pt x="35323" y="172642"/>
                </a:lnTo>
                <a:lnTo>
                  <a:pt x="35473" y="171741"/>
                </a:lnTo>
                <a:lnTo>
                  <a:pt x="34221" y="180751"/>
                </a:lnTo>
                <a:lnTo>
                  <a:pt x="34322" y="179850"/>
                </a:lnTo>
                <a:lnTo>
                  <a:pt x="33570" y="188994"/>
                </a:lnTo>
                <a:lnTo>
                  <a:pt x="33621" y="188076"/>
                </a:lnTo>
                <a:lnTo>
                  <a:pt x="33370" y="197353"/>
                </a:lnTo>
                <a:lnTo>
                  <a:pt x="33370" y="196419"/>
                </a:lnTo>
                <a:lnTo>
                  <a:pt x="33621" y="205696"/>
                </a:lnTo>
                <a:lnTo>
                  <a:pt x="267" y="206613"/>
                </a:lnTo>
                <a:moveTo>
                  <a:pt x="47853" y="72715"/>
                </a:moveTo>
                <a:lnTo>
                  <a:pt x="49255" y="71080"/>
                </a:lnTo>
                <a:lnTo>
                  <a:pt x="55995" y="63972"/>
                </a:lnTo>
                <a:lnTo>
                  <a:pt x="63087" y="57147"/>
                </a:lnTo>
                <a:lnTo>
                  <a:pt x="70512" y="50673"/>
                </a:lnTo>
                <a:lnTo>
                  <a:pt x="78271" y="44516"/>
                </a:lnTo>
                <a:lnTo>
                  <a:pt x="86346" y="38710"/>
                </a:lnTo>
                <a:lnTo>
                  <a:pt x="94705" y="33270"/>
                </a:lnTo>
                <a:lnTo>
                  <a:pt x="103365" y="28181"/>
                </a:lnTo>
                <a:lnTo>
                  <a:pt x="112292" y="23493"/>
                </a:lnTo>
                <a:lnTo>
                  <a:pt x="121485" y="19188"/>
                </a:lnTo>
                <a:lnTo>
                  <a:pt x="130912" y="15283"/>
                </a:lnTo>
                <a:lnTo>
                  <a:pt x="137270" y="12998"/>
                </a:lnTo>
                <a:lnTo>
                  <a:pt x="148582" y="44383"/>
                </a:lnTo>
                <a:lnTo>
                  <a:pt x="142592" y="46535"/>
                </a:lnTo>
                <a:lnTo>
                  <a:pt x="143309" y="46268"/>
                </a:lnTo>
                <a:lnTo>
                  <a:pt x="134600" y="49872"/>
                </a:lnTo>
                <a:lnTo>
                  <a:pt x="135300" y="49555"/>
                </a:lnTo>
                <a:lnTo>
                  <a:pt x="126808" y="53543"/>
                </a:lnTo>
                <a:lnTo>
                  <a:pt x="127491" y="53192"/>
                </a:lnTo>
                <a:lnTo>
                  <a:pt x="119249" y="57531"/>
                </a:lnTo>
                <a:lnTo>
                  <a:pt x="119917" y="57164"/>
                </a:lnTo>
                <a:lnTo>
                  <a:pt x="111941" y="61852"/>
                </a:lnTo>
                <a:lnTo>
                  <a:pt x="112592" y="61452"/>
                </a:lnTo>
                <a:lnTo>
                  <a:pt x="104866" y="66474"/>
                </a:lnTo>
                <a:lnTo>
                  <a:pt x="105518" y="66023"/>
                </a:lnTo>
                <a:lnTo>
                  <a:pt x="98076" y="71380"/>
                </a:lnTo>
                <a:lnTo>
                  <a:pt x="98693" y="70913"/>
                </a:lnTo>
                <a:lnTo>
                  <a:pt x="91552" y="76569"/>
                </a:lnTo>
                <a:lnTo>
                  <a:pt x="92153" y="76068"/>
                </a:lnTo>
                <a:lnTo>
                  <a:pt x="85328" y="82041"/>
                </a:lnTo>
                <a:lnTo>
                  <a:pt x="85912" y="81508"/>
                </a:lnTo>
                <a:lnTo>
                  <a:pt x="79388" y="87765"/>
                </a:lnTo>
                <a:lnTo>
                  <a:pt x="79956" y="87197"/>
                </a:lnTo>
                <a:lnTo>
                  <a:pt x="73766" y="93738"/>
                </a:lnTo>
                <a:lnTo>
                  <a:pt x="74300" y="93137"/>
                </a:lnTo>
                <a:lnTo>
                  <a:pt x="73165" y="94455"/>
                </a:lnTo>
                <a:lnTo>
                  <a:pt x="47853" y="72715"/>
                </a:lnTo>
                <a:moveTo>
                  <a:pt x="172458" y="3671"/>
                </a:moveTo>
                <a:lnTo>
                  <a:pt x="181268" y="2236"/>
                </a:lnTo>
                <a:lnTo>
                  <a:pt x="191897" y="1001"/>
                </a:lnTo>
                <a:lnTo>
                  <a:pt x="202659" y="251"/>
                </a:lnTo>
                <a:lnTo>
                  <a:pt x="213571" y="0"/>
                </a:lnTo>
                <a:lnTo>
                  <a:pt x="224483" y="251"/>
                </a:lnTo>
                <a:lnTo>
                  <a:pt x="235245" y="1001"/>
                </a:lnTo>
                <a:lnTo>
                  <a:pt x="245857" y="2236"/>
                </a:lnTo>
                <a:lnTo>
                  <a:pt x="256319" y="3938"/>
                </a:lnTo>
                <a:lnTo>
                  <a:pt x="266597" y="6107"/>
                </a:lnTo>
                <a:lnTo>
                  <a:pt x="276691" y="8727"/>
                </a:lnTo>
                <a:lnTo>
                  <a:pt x="279144" y="9494"/>
                </a:lnTo>
                <a:lnTo>
                  <a:pt x="269266" y="41380"/>
                </a:lnTo>
                <a:lnTo>
                  <a:pt x="267181" y="40729"/>
                </a:lnTo>
                <a:lnTo>
                  <a:pt x="267915" y="40929"/>
                </a:lnTo>
                <a:lnTo>
                  <a:pt x="258571" y="38510"/>
                </a:lnTo>
                <a:lnTo>
                  <a:pt x="259322" y="38676"/>
                </a:lnTo>
                <a:lnTo>
                  <a:pt x="249795" y="36674"/>
                </a:lnTo>
                <a:lnTo>
                  <a:pt x="250561" y="36807"/>
                </a:lnTo>
                <a:lnTo>
                  <a:pt x="240868" y="35223"/>
                </a:lnTo>
                <a:lnTo>
                  <a:pt x="241635" y="35340"/>
                </a:lnTo>
                <a:lnTo>
                  <a:pt x="231774" y="34188"/>
                </a:lnTo>
                <a:lnTo>
                  <a:pt x="232542" y="34255"/>
                </a:lnTo>
                <a:lnTo>
                  <a:pt x="222548" y="33571"/>
                </a:lnTo>
                <a:lnTo>
                  <a:pt x="223315" y="33604"/>
                </a:lnTo>
                <a:lnTo>
                  <a:pt x="213188" y="33371"/>
                </a:lnTo>
                <a:lnTo>
                  <a:pt x="213954" y="33371"/>
                </a:lnTo>
                <a:lnTo>
                  <a:pt x="203826" y="33604"/>
                </a:lnTo>
                <a:lnTo>
                  <a:pt x="204594" y="33571"/>
                </a:lnTo>
                <a:lnTo>
                  <a:pt x="194599" y="34255"/>
                </a:lnTo>
                <a:lnTo>
                  <a:pt x="195367" y="34188"/>
                </a:lnTo>
                <a:lnTo>
                  <a:pt x="185506" y="35340"/>
                </a:lnTo>
                <a:lnTo>
                  <a:pt x="186274" y="35223"/>
                </a:lnTo>
                <a:lnTo>
                  <a:pt x="177832" y="36607"/>
                </a:lnTo>
                <a:lnTo>
                  <a:pt x="172458" y="3671"/>
                </a:lnTo>
                <a:moveTo>
                  <a:pt x="312381" y="22342"/>
                </a:moveTo>
                <a:lnTo>
                  <a:pt x="314850" y="23493"/>
                </a:lnTo>
                <a:lnTo>
                  <a:pt x="323777" y="28181"/>
                </a:lnTo>
                <a:lnTo>
                  <a:pt x="332436" y="33270"/>
                </a:lnTo>
                <a:lnTo>
                  <a:pt x="340796" y="38710"/>
                </a:lnTo>
                <a:lnTo>
                  <a:pt x="348871" y="44516"/>
                </a:lnTo>
                <a:lnTo>
                  <a:pt x="356629" y="50673"/>
                </a:lnTo>
                <a:lnTo>
                  <a:pt x="364055" y="57147"/>
                </a:lnTo>
                <a:lnTo>
                  <a:pt x="371146" y="63972"/>
                </a:lnTo>
                <a:lnTo>
                  <a:pt x="377887" y="71080"/>
                </a:lnTo>
                <a:lnTo>
                  <a:pt x="384261" y="78504"/>
                </a:lnTo>
                <a:lnTo>
                  <a:pt x="390267" y="86229"/>
                </a:lnTo>
                <a:lnTo>
                  <a:pt x="394322" y="92019"/>
                </a:lnTo>
                <a:lnTo>
                  <a:pt x="366991" y="111174"/>
                </a:lnTo>
                <a:lnTo>
                  <a:pt x="363171" y="105701"/>
                </a:lnTo>
                <a:lnTo>
                  <a:pt x="363655" y="106368"/>
                </a:lnTo>
                <a:lnTo>
                  <a:pt x="358165" y="99311"/>
                </a:lnTo>
                <a:lnTo>
                  <a:pt x="358682" y="99944"/>
                </a:lnTo>
                <a:lnTo>
                  <a:pt x="352842" y="93137"/>
                </a:lnTo>
                <a:lnTo>
                  <a:pt x="353377" y="93738"/>
                </a:lnTo>
                <a:lnTo>
                  <a:pt x="347186" y="87197"/>
                </a:lnTo>
                <a:lnTo>
                  <a:pt x="347754" y="87765"/>
                </a:lnTo>
                <a:lnTo>
                  <a:pt x="341230" y="81508"/>
                </a:lnTo>
                <a:lnTo>
                  <a:pt x="341813" y="82041"/>
                </a:lnTo>
                <a:lnTo>
                  <a:pt x="334989" y="76068"/>
                </a:lnTo>
                <a:lnTo>
                  <a:pt x="335590" y="76569"/>
                </a:lnTo>
                <a:lnTo>
                  <a:pt x="328449" y="70913"/>
                </a:lnTo>
                <a:lnTo>
                  <a:pt x="329066" y="71380"/>
                </a:lnTo>
                <a:lnTo>
                  <a:pt x="321624" y="66023"/>
                </a:lnTo>
                <a:lnTo>
                  <a:pt x="322275" y="66474"/>
                </a:lnTo>
                <a:lnTo>
                  <a:pt x="314550" y="61452"/>
                </a:lnTo>
                <a:lnTo>
                  <a:pt x="315201" y="61852"/>
                </a:lnTo>
                <a:lnTo>
                  <a:pt x="307225" y="57164"/>
                </a:lnTo>
                <a:lnTo>
                  <a:pt x="307893" y="57531"/>
                </a:lnTo>
                <a:lnTo>
                  <a:pt x="299650" y="53192"/>
                </a:lnTo>
                <a:lnTo>
                  <a:pt x="300334" y="53543"/>
                </a:lnTo>
                <a:lnTo>
                  <a:pt x="298215" y="52559"/>
                </a:lnTo>
                <a:lnTo>
                  <a:pt x="312381" y="22342"/>
                </a:lnTo>
                <a:moveTo>
                  <a:pt x="412041" y="124188"/>
                </a:moveTo>
                <a:lnTo>
                  <a:pt x="414010" y="128727"/>
                </a:lnTo>
                <a:lnTo>
                  <a:pt x="417414" y="137937"/>
                </a:lnTo>
                <a:lnTo>
                  <a:pt x="420335" y="147331"/>
                </a:lnTo>
                <a:lnTo>
                  <a:pt x="422754" y="156925"/>
                </a:lnTo>
                <a:lnTo>
                  <a:pt x="424655" y="166702"/>
                </a:lnTo>
                <a:lnTo>
                  <a:pt x="426024" y="176630"/>
                </a:lnTo>
                <a:lnTo>
                  <a:pt x="426858" y="186691"/>
                </a:lnTo>
                <a:lnTo>
                  <a:pt x="427142" y="196886"/>
                </a:lnTo>
                <a:lnTo>
                  <a:pt x="426858" y="207081"/>
                </a:lnTo>
                <a:lnTo>
                  <a:pt x="426024" y="217142"/>
                </a:lnTo>
                <a:lnTo>
                  <a:pt x="424655" y="227070"/>
                </a:lnTo>
                <a:lnTo>
                  <a:pt x="423688" y="231991"/>
                </a:lnTo>
                <a:lnTo>
                  <a:pt x="390935" y="225601"/>
                </a:lnTo>
                <a:lnTo>
                  <a:pt x="391819" y="221129"/>
                </a:lnTo>
                <a:lnTo>
                  <a:pt x="391669" y="222030"/>
                </a:lnTo>
                <a:lnTo>
                  <a:pt x="392920" y="213021"/>
                </a:lnTo>
                <a:lnTo>
                  <a:pt x="392820" y="213922"/>
                </a:lnTo>
                <a:lnTo>
                  <a:pt x="393572" y="204778"/>
                </a:lnTo>
                <a:lnTo>
                  <a:pt x="393521" y="205696"/>
                </a:lnTo>
                <a:lnTo>
                  <a:pt x="393771" y="196419"/>
                </a:lnTo>
                <a:lnTo>
                  <a:pt x="393771" y="197353"/>
                </a:lnTo>
                <a:lnTo>
                  <a:pt x="393521" y="188076"/>
                </a:lnTo>
                <a:lnTo>
                  <a:pt x="393572" y="188994"/>
                </a:lnTo>
                <a:lnTo>
                  <a:pt x="392820" y="179850"/>
                </a:lnTo>
                <a:lnTo>
                  <a:pt x="392920" y="180751"/>
                </a:lnTo>
                <a:lnTo>
                  <a:pt x="391669" y="171741"/>
                </a:lnTo>
                <a:lnTo>
                  <a:pt x="391819" y="172642"/>
                </a:lnTo>
                <a:lnTo>
                  <a:pt x="390083" y="163766"/>
                </a:lnTo>
                <a:lnTo>
                  <a:pt x="390284" y="164650"/>
                </a:lnTo>
                <a:lnTo>
                  <a:pt x="388081" y="155924"/>
                </a:lnTo>
                <a:lnTo>
                  <a:pt x="388315" y="156791"/>
                </a:lnTo>
                <a:lnTo>
                  <a:pt x="385662" y="148249"/>
                </a:lnTo>
                <a:lnTo>
                  <a:pt x="385963" y="149083"/>
                </a:lnTo>
                <a:lnTo>
                  <a:pt x="382859" y="140707"/>
                </a:lnTo>
                <a:lnTo>
                  <a:pt x="383193" y="141524"/>
                </a:lnTo>
                <a:lnTo>
                  <a:pt x="381408" y="137386"/>
                </a:lnTo>
                <a:lnTo>
                  <a:pt x="412041" y="124188"/>
                </a:lnTo>
                <a:moveTo>
                  <a:pt x="413043" y="267297"/>
                </a:moveTo>
                <a:lnTo>
                  <a:pt x="410140" y="274022"/>
                </a:lnTo>
                <a:lnTo>
                  <a:pt x="405818" y="282782"/>
                </a:lnTo>
                <a:lnTo>
                  <a:pt x="401046" y="291291"/>
                </a:lnTo>
                <a:lnTo>
                  <a:pt x="395857" y="299550"/>
                </a:lnTo>
                <a:lnTo>
                  <a:pt x="390267" y="307542"/>
                </a:lnTo>
                <a:lnTo>
                  <a:pt x="384261" y="315267"/>
                </a:lnTo>
                <a:lnTo>
                  <a:pt x="377887" y="322692"/>
                </a:lnTo>
                <a:lnTo>
                  <a:pt x="371146" y="329800"/>
                </a:lnTo>
                <a:lnTo>
                  <a:pt x="364055" y="336624"/>
                </a:lnTo>
                <a:lnTo>
                  <a:pt x="356629" y="343098"/>
                </a:lnTo>
                <a:lnTo>
                  <a:pt x="348871" y="349255"/>
                </a:lnTo>
                <a:lnTo>
                  <a:pt x="345767" y="351474"/>
                </a:lnTo>
                <a:lnTo>
                  <a:pt x="326279" y="324394"/>
                </a:lnTo>
                <a:lnTo>
                  <a:pt x="329066" y="322392"/>
                </a:lnTo>
                <a:lnTo>
                  <a:pt x="328449" y="322859"/>
                </a:lnTo>
                <a:lnTo>
                  <a:pt x="335590" y="317203"/>
                </a:lnTo>
                <a:lnTo>
                  <a:pt x="334989" y="317703"/>
                </a:lnTo>
                <a:lnTo>
                  <a:pt x="341813" y="311731"/>
                </a:lnTo>
                <a:lnTo>
                  <a:pt x="341230" y="312264"/>
                </a:lnTo>
                <a:lnTo>
                  <a:pt x="347754" y="306007"/>
                </a:lnTo>
                <a:lnTo>
                  <a:pt x="347186" y="306574"/>
                </a:lnTo>
                <a:lnTo>
                  <a:pt x="353377" y="300034"/>
                </a:lnTo>
                <a:lnTo>
                  <a:pt x="352842" y="300635"/>
                </a:lnTo>
                <a:lnTo>
                  <a:pt x="358682" y="293827"/>
                </a:lnTo>
                <a:lnTo>
                  <a:pt x="358165" y="294461"/>
                </a:lnTo>
                <a:lnTo>
                  <a:pt x="363655" y="287403"/>
                </a:lnTo>
                <a:lnTo>
                  <a:pt x="363171" y="288071"/>
                </a:lnTo>
                <a:lnTo>
                  <a:pt x="368293" y="280746"/>
                </a:lnTo>
                <a:lnTo>
                  <a:pt x="367826" y="281447"/>
                </a:lnTo>
                <a:lnTo>
                  <a:pt x="372564" y="273905"/>
                </a:lnTo>
                <a:lnTo>
                  <a:pt x="372131" y="274639"/>
                </a:lnTo>
                <a:lnTo>
                  <a:pt x="376485" y="266863"/>
                </a:lnTo>
                <a:lnTo>
                  <a:pt x="376085" y="267615"/>
                </a:lnTo>
                <a:lnTo>
                  <a:pt x="380023" y="259639"/>
                </a:lnTo>
                <a:lnTo>
                  <a:pt x="379656" y="260423"/>
                </a:lnTo>
                <a:lnTo>
                  <a:pt x="382392" y="254100"/>
                </a:lnTo>
                <a:lnTo>
                  <a:pt x="413043" y="267297"/>
                </a:lnTo>
                <a:moveTo>
                  <a:pt x="315334" y="370028"/>
                </a:moveTo>
                <a:lnTo>
                  <a:pt x="314850" y="370279"/>
                </a:lnTo>
                <a:lnTo>
                  <a:pt x="305657" y="374584"/>
                </a:lnTo>
                <a:lnTo>
                  <a:pt x="296229" y="378488"/>
                </a:lnTo>
                <a:lnTo>
                  <a:pt x="286569" y="381975"/>
                </a:lnTo>
                <a:lnTo>
                  <a:pt x="276691" y="385045"/>
                </a:lnTo>
                <a:lnTo>
                  <a:pt x="266597" y="387665"/>
                </a:lnTo>
                <a:lnTo>
                  <a:pt x="256319" y="389834"/>
                </a:lnTo>
                <a:lnTo>
                  <a:pt x="245857" y="391536"/>
                </a:lnTo>
                <a:lnTo>
                  <a:pt x="235245" y="392771"/>
                </a:lnTo>
                <a:lnTo>
                  <a:pt x="224483" y="393521"/>
                </a:lnTo>
                <a:lnTo>
                  <a:pt x="213571" y="393772"/>
                </a:lnTo>
                <a:lnTo>
                  <a:pt x="210417" y="393705"/>
                </a:lnTo>
                <a:lnTo>
                  <a:pt x="211185" y="360334"/>
                </a:lnTo>
                <a:lnTo>
                  <a:pt x="213954" y="360401"/>
                </a:lnTo>
                <a:lnTo>
                  <a:pt x="213188" y="360401"/>
                </a:lnTo>
                <a:lnTo>
                  <a:pt x="223315" y="360167"/>
                </a:lnTo>
                <a:lnTo>
                  <a:pt x="222548" y="360201"/>
                </a:lnTo>
                <a:lnTo>
                  <a:pt x="232542" y="359517"/>
                </a:lnTo>
                <a:lnTo>
                  <a:pt x="231774" y="359583"/>
                </a:lnTo>
                <a:lnTo>
                  <a:pt x="241635" y="358432"/>
                </a:lnTo>
                <a:lnTo>
                  <a:pt x="240868" y="358549"/>
                </a:lnTo>
                <a:lnTo>
                  <a:pt x="250561" y="356964"/>
                </a:lnTo>
                <a:lnTo>
                  <a:pt x="249795" y="357098"/>
                </a:lnTo>
                <a:lnTo>
                  <a:pt x="259322" y="355095"/>
                </a:lnTo>
                <a:lnTo>
                  <a:pt x="258571" y="355262"/>
                </a:lnTo>
                <a:lnTo>
                  <a:pt x="267915" y="352843"/>
                </a:lnTo>
                <a:lnTo>
                  <a:pt x="267181" y="353043"/>
                </a:lnTo>
                <a:lnTo>
                  <a:pt x="276324" y="350207"/>
                </a:lnTo>
                <a:lnTo>
                  <a:pt x="275606" y="350457"/>
                </a:lnTo>
                <a:lnTo>
                  <a:pt x="284550" y="347237"/>
                </a:lnTo>
                <a:lnTo>
                  <a:pt x="283832" y="347503"/>
                </a:lnTo>
                <a:lnTo>
                  <a:pt x="292542" y="343899"/>
                </a:lnTo>
                <a:lnTo>
                  <a:pt x="291841" y="344216"/>
                </a:lnTo>
                <a:lnTo>
                  <a:pt x="300334" y="340229"/>
                </a:lnTo>
                <a:lnTo>
                  <a:pt x="299650" y="340579"/>
                </a:lnTo>
                <a:lnTo>
                  <a:pt x="299983" y="340396"/>
                </a:lnTo>
                <a:lnTo>
                  <a:pt x="299784" y="340496"/>
                </a:lnTo>
                <a:lnTo>
                  <a:pt x="315334" y="370028"/>
                </a:lnTo>
                <a:moveTo>
                  <a:pt x="174911" y="390501"/>
                </a:moveTo>
                <a:lnTo>
                  <a:pt x="170823" y="389834"/>
                </a:lnTo>
                <a:lnTo>
                  <a:pt x="160545" y="387665"/>
                </a:lnTo>
                <a:lnTo>
                  <a:pt x="150450" y="385045"/>
                </a:lnTo>
                <a:lnTo>
                  <a:pt x="140573" y="381975"/>
                </a:lnTo>
                <a:lnTo>
                  <a:pt x="130912" y="378488"/>
                </a:lnTo>
                <a:lnTo>
                  <a:pt x="121485" y="374584"/>
                </a:lnTo>
                <a:lnTo>
                  <a:pt x="112292" y="370279"/>
                </a:lnTo>
                <a:lnTo>
                  <a:pt x="103365" y="365590"/>
                </a:lnTo>
                <a:lnTo>
                  <a:pt x="94705" y="360501"/>
                </a:lnTo>
                <a:lnTo>
                  <a:pt x="86346" y="355062"/>
                </a:lnTo>
                <a:lnTo>
                  <a:pt x="78271" y="349255"/>
                </a:lnTo>
                <a:lnTo>
                  <a:pt x="76318" y="347704"/>
                </a:lnTo>
                <a:lnTo>
                  <a:pt x="97041" y="321558"/>
                </a:lnTo>
                <a:lnTo>
                  <a:pt x="98693" y="322859"/>
                </a:lnTo>
                <a:lnTo>
                  <a:pt x="98076" y="322392"/>
                </a:lnTo>
                <a:lnTo>
                  <a:pt x="105518" y="327748"/>
                </a:lnTo>
                <a:lnTo>
                  <a:pt x="104866" y="327297"/>
                </a:lnTo>
                <a:lnTo>
                  <a:pt x="112592" y="332320"/>
                </a:lnTo>
                <a:lnTo>
                  <a:pt x="111941" y="331919"/>
                </a:lnTo>
                <a:lnTo>
                  <a:pt x="119917" y="336608"/>
                </a:lnTo>
                <a:lnTo>
                  <a:pt x="119249" y="336241"/>
                </a:lnTo>
                <a:lnTo>
                  <a:pt x="127491" y="340579"/>
                </a:lnTo>
                <a:lnTo>
                  <a:pt x="126808" y="340229"/>
                </a:lnTo>
                <a:lnTo>
                  <a:pt x="135300" y="344216"/>
                </a:lnTo>
                <a:lnTo>
                  <a:pt x="134600" y="343899"/>
                </a:lnTo>
                <a:lnTo>
                  <a:pt x="143309" y="347503"/>
                </a:lnTo>
                <a:lnTo>
                  <a:pt x="142592" y="347237"/>
                </a:lnTo>
                <a:lnTo>
                  <a:pt x="151535" y="350457"/>
                </a:lnTo>
                <a:lnTo>
                  <a:pt x="150818" y="350207"/>
                </a:lnTo>
                <a:lnTo>
                  <a:pt x="159961" y="353043"/>
                </a:lnTo>
                <a:lnTo>
                  <a:pt x="159227" y="352843"/>
                </a:lnTo>
                <a:lnTo>
                  <a:pt x="168571" y="355262"/>
                </a:lnTo>
                <a:lnTo>
                  <a:pt x="167820" y="355095"/>
                </a:lnTo>
                <a:lnTo>
                  <a:pt x="177347" y="357098"/>
                </a:lnTo>
                <a:lnTo>
                  <a:pt x="176579" y="356964"/>
                </a:lnTo>
                <a:lnTo>
                  <a:pt x="180300" y="357565"/>
                </a:lnTo>
                <a:lnTo>
                  <a:pt x="174911" y="390501"/>
                </a:lnTo>
                <a:moveTo>
                  <a:pt x="50039" y="323527"/>
                </a:moveTo>
                <a:lnTo>
                  <a:pt x="49255" y="322692"/>
                </a:lnTo>
                <a:lnTo>
                  <a:pt x="42881" y="315267"/>
                </a:lnTo>
                <a:lnTo>
                  <a:pt x="36874" y="307542"/>
                </a:lnTo>
                <a:lnTo>
                  <a:pt x="31284" y="299550"/>
                </a:lnTo>
                <a:lnTo>
                  <a:pt x="26096" y="291291"/>
                </a:lnTo>
                <a:lnTo>
                  <a:pt x="21324" y="282782"/>
                </a:lnTo>
                <a:lnTo>
                  <a:pt x="17002" y="274022"/>
                </a:lnTo>
                <a:lnTo>
                  <a:pt x="13131" y="265045"/>
                </a:lnTo>
                <a:lnTo>
                  <a:pt x="9728" y="255835"/>
                </a:lnTo>
                <a:lnTo>
                  <a:pt x="6808" y="246441"/>
                </a:lnTo>
                <a:lnTo>
                  <a:pt x="4388" y="236847"/>
                </a:lnTo>
                <a:lnTo>
                  <a:pt x="2486" y="227070"/>
                </a:lnTo>
                <a:lnTo>
                  <a:pt x="2286" y="225651"/>
                </a:lnTo>
                <a:lnTo>
                  <a:pt x="35339" y="221063"/>
                </a:lnTo>
                <a:lnTo>
                  <a:pt x="35473" y="222030"/>
                </a:lnTo>
                <a:lnTo>
                  <a:pt x="35323" y="221129"/>
                </a:lnTo>
                <a:lnTo>
                  <a:pt x="37058" y="230006"/>
                </a:lnTo>
                <a:lnTo>
                  <a:pt x="36858" y="229121"/>
                </a:lnTo>
                <a:lnTo>
                  <a:pt x="39060" y="237848"/>
                </a:lnTo>
                <a:lnTo>
                  <a:pt x="38827" y="236980"/>
                </a:lnTo>
                <a:lnTo>
                  <a:pt x="41479" y="245523"/>
                </a:lnTo>
                <a:lnTo>
                  <a:pt x="41179" y="244689"/>
                </a:lnTo>
                <a:lnTo>
                  <a:pt x="44282" y="253065"/>
                </a:lnTo>
                <a:lnTo>
                  <a:pt x="43949" y="252248"/>
                </a:lnTo>
                <a:lnTo>
                  <a:pt x="47486" y="260423"/>
                </a:lnTo>
                <a:lnTo>
                  <a:pt x="47119" y="259639"/>
                </a:lnTo>
                <a:lnTo>
                  <a:pt x="51056" y="267615"/>
                </a:lnTo>
                <a:lnTo>
                  <a:pt x="50657" y="266863"/>
                </a:lnTo>
                <a:lnTo>
                  <a:pt x="55011" y="274639"/>
                </a:lnTo>
                <a:lnTo>
                  <a:pt x="54577" y="273905"/>
                </a:lnTo>
                <a:lnTo>
                  <a:pt x="59315" y="281447"/>
                </a:lnTo>
                <a:lnTo>
                  <a:pt x="58849" y="280746"/>
                </a:lnTo>
                <a:lnTo>
                  <a:pt x="63971" y="288071"/>
                </a:lnTo>
                <a:lnTo>
                  <a:pt x="63487" y="287403"/>
                </a:lnTo>
                <a:lnTo>
                  <a:pt x="68977" y="294461"/>
                </a:lnTo>
                <a:lnTo>
                  <a:pt x="68459" y="293827"/>
                </a:lnTo>
                <a:lnTo>
                  <a:pt x="74300" y="300635"/>
                </a:lnTo>
                <a:lnTo>
                  <a:pt x="73766" y="300034"/>
                </a:lnTo>
                <a:lnTo>
                  <a:pt x="74282" y="300585"/>
                </a:lnTo>
                <a:lnTo>
                  <a:pt x="50039" y="323527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8B72388C-41ED-49E3-98B0-29CD9E0E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235" y="4683216"/>
            <a:ext cx="2348241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Recovery-augmented sub-goals</a:t>
            </a:r>
          </a:p>
        </p:txBody>
      </p:sp>
      <p:sp>
        <p:nvSpPr>
          <p:cNvPr id="214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D3B6DC21-14ED-48D1-9FAC-3DAEC796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4196" y="3062448"/>
            <a:ext cx="388767" cy="387998"/>
          </a:xfrm>
          <a:custGeom xmlns:a="http://schemas.openxmlformats.org/drawingml/2006/main">
            <a:pathLst>
              <a:path w="388767" h="387998">
                <a:moveTo>
                  <a:pt x="235" y="203126"/>
                </a:moveTo>
                <a:lnTo>
                  <a:pt x="0" y="193615"/>
                </a:lnTo>
                <a:lnTo>
                  <a:pt x="251" y="183621"/>
                </a:lnTo>
                <a:lnTo>
                  <a:pt x="1001" y="173760"/>
                </a:lnTo>
                <a:lnTo>
                  <a:pt x="2237" y="164032"/>
                </a:lnTo>
                <a:lnTo>
                  <a:pt x="3938" y="154455"/>
                </a:lnTo>
                <a:lnTo>
                  <a:pt x="6108" y="145044"/>
                </a:lnTo>
                <a:lnTo>
                  <a:pt x="8744" y="135818"/>
                </a:lnTo>
                <a:lnTo>
                  <a:pt x="11797" y="126774"/>
                </a:lnTo>
                <a:lnTo>
                  <a:pt x="15284" y="117948"/>
                </a:lnTo>
                <a:lnTo>
                  <a:pt x="19173" y="109338"/>
                </a:lnTo>
                <a:lnTo>
                  <a:pt x="23460" y="100945"/>
                </a:lnTo>
                <a:lnTo>
                  <a:pt x="28149" y="92803"/>
                </a:lnTo>
                <a:lnTo>
                  <a:pt x="32638" y="85812"/>
                </a:lnTo>
                <a:lnTo>
                  <a:pt x="64239" y="106068"/>
                </a:lnTo>
                <a:lnTo>
                  <a:pt x="60001" y="112692"/>
                </a:lnTo>
                <a:lnTo>
                  <a:pt x="60468" y="111908"/>
                </a:lnTo>
                <a:lnTo>
                  <a:pt x="56247" y="119266"/>
                </a:lnTo>
                <a:lnTo>
                  <a:pt x="56681" y="118465"/>
                </a:lnTo>
                <a:lnTo>
                  <a:pt x="52792" y="126040"/>
                </a:lnTo>
                <a:lnTo>
                  <a:pt x="53194" y="125206"/>
                </a:lnTo>
                <a:lnTo>
                  <a:pt x="49673" y="132998"/>
                </a:lnTo>
                <a:lnTo>
                  <a:pt x="50039" y="132147"/>
                </a:lnTo>
                <a:lnTo>
                  <a:pt x="46886" y="140122"/>
                </a:lnTo>
                <a:lnTo>
                  <a:pt x="47204" y="139255"/>
                </a:lnTo>
                <a:lnTo>
                  <a:pt x="44450" y="147414"/>
                </a:lnTo>
                <a:lnTo>
                  <a:pt x="44717" y="146513"/>
                </a:lnTo>
                <a:lnTo>
                  <a:pt x="42364" y="154856"/>
                </a:lnTo>
                <a:lnTo>
                  <a:pt x="42598" y="153954"/>
                </a:lnTo>
                <a:lnTo>
                  <a:pt x="40629" y="162447"/>
                </a:lnTo>
                <a:lnTo>
                  <a:pt x="40813" y="161530"/>
                </a:lnTo>
                <a:lnTo>
                  <a:pt x="39278" y="170172"/>
                </a:lnTo>
                <a:lnTo>
                  <a:pt x="39411" y="169238"/>
                </a:lnTo>
                <a:lnTo>
                  <a:pt x="38294" y="178031"/>
                </a:lnTo>
                <a:lnTo>
                  <a:pt x="38393" y="177080"/>
                </a:lnTo>
                <a:lnTo>
                  <a:pt x="37709" y="186007"/>
                </a:lnTo>
                <a:lnTo>
                  <a:pt x="37759" y="185056"/>
                </a:lnTo>
                <a:lnTo>
                  <a:pt x="37542" y="194082"/>
                </a:lnTo>
                <a:lnTo>
                  <a:pt x="37542" y="193148"/>
                </a:lnTo>
                <a:lnTo>
                  <a:pt x="37759" y="202175"/>
                </a:lnTo>
                <a:lnTo>
                  <a:pt x="235" y="203126"/>
                </a:lnTo>
                <a:moveTo>
                  <a:pt x="59566" y="53643"/>
                </a:moveTo>
                <a:lnTo>
                  <a:pt x="63672" y="49722"/>
                </a:lnTo>
                <a:lnTo>
                  <a:pt x="70729" y="43615"/>
                </a:lnTo>
                <a:lnTo>
                  <a:pt x="78071" y="37859"/>
                </a:lnTo>
                <a:lnTo>
                  <a:pt x="85679" y="32436"/>
                </a:lnTo>
                <a:lnTo>
                  <a:pt x="93572" y="27380"/>
                </a:lnTo>
                <a:lnTo>
                  <a:pt x="101714" y="22692"/>
                </a:lnTo>
                <a:lnTo>
                  <a:pt x="110106" y="18404"/>
                </a:lnTo>
                <a:lnTo>
                  <a:pt x="118717" y="14516"/>
                </a:lnTo>
                <a:lnTo>
                  <a:pt x="127543" y="11029"/>
                </a:lnTo>
                <a:lnTo>
                  <a:pt x="136586" y="7975"/>
                </a:lnTo>
                <a:lnTo>
                  <a:pt x="145813" y="5339"/>
                </a:lnTo>
                <a:lnTo>
                  <a:pt x="155224" y="3170"/>
                </a:lnTo>
                <a:lnTo>
                  <a:pt x="164801" y="1468"/>
                </a:lnTo>
                <a:lnTo>
                  <a:pt x="169973" y="801"/>
                </a:lnTo>
                <a:lnTo>
                  <a:pt x="174695" y="38059"/>
                </a:lnTo>
                <a:lnTo>
                  <a:pt x="170007" y="38643"/>
                </a:lnTo>
                <a:lnTo>
                  <a:pt x="170941" y="38509"/>
                </a:lnTo>
                <a:lnTo>
                  <a:pt x="162298" y="40045"/>
                </a:lnTo>
                <a:lnTo>
                  <a:pt x="163216" y="39861"/>
                </a:lnTo>
                <a:lnTo>
                  <a:pt x="154723" y="41830"/>
                </a:lnTo>
                <a:lnTo>
                  <a:pt x="155624" y="41596"/>
                </a:lnTo>
                <a:lnTo>
                  <a:pt x="147281" y="43949"/>
                </a:lnTo>
                <a:lnTo>
                  <a:pt x="148182" y="43682"/>
                </a:lnTo>
                <a:lnTo>
                  <a:pt x="140023" y="46435"/>
                </a:lnTo>
                <a:lnTo>
                  <a:pt x="140891" y="46118"/>
                </a:lnTo>
                <a:lnTo>
                  <a:pt x="132915" y="49271"/>
                </a:lnTo>
                <a:lnTo>
                  <a:pt x="133767" y="48904"/>
                </a:lnTo>
                <a:lnTo>
                  <a:pt x="125975" y="52425"/>
                </a:lnTo>
                <a:lnTo>
                  <a:pt x="126809" y="52025"/>
                </a:lnTo>
                <a:lnTo>
                  <a:pt x="119233" y="55912"/>
                </a:lnTo>
                <a:lnTo>
                  <a:pt x="120035" y="55478"/>
                </a:lnTo>
                <a:lnTo>
                  <a:pt x="112676" y="59699"/>
                </a:lnTo>
                <a:lnTo>
                  <a:pt x="113461" y="59232"/>
                </a:lnTo>
                <a:lnTo>
                  <a:pt x="106336" y="63804"/>
                </a:lnTo>
                <a:lnTo>
                  <a:pt x="107070" y="63287"/>
                </a:lnTo>
                <a:lnTo>
                  <a:pt x="100195" y="68192"/>
                </a:lnTo>
                <a:lnTo>
                  <a:pt x="100913" y="67642"/>
                </a:lnTo>
                <a:lnTo>
                  <a:pt x="94272" y="72864"/>
                </a:lnTo>
                <a:lnTo>
                  <a:pt x="94973" y="72297"/>
                </a:lnTo>
                <a:lnTo>
                  <a:pt x="88599" y="77820"/>
                </a:lnTo>
                <a:lnTo>
                  <a:pt x="89267" y="77202"/>
                </a:lnTo>
                <a:lnTo>
                  <a:pt x="85479" y="80823"/>
                </a:lnTo>
                <a:lnTo>
                  <a:pt x="59566" y="53643"/>
                </a:lnTo>
                <a:moveTo>
                  <a:pt x="211219" y="0"/>
                </a:moveTo>
                <a:lnTo>
                  <a:pt x="214239" y="233"/>
                </a:lnTo>
                <a:lnTo>
                  <a:pt x="223967" y="1468"/>
                </a:lnTo>
                <a:lnTo>
                  <a:pt x="233544" y="3170"/>
                </a:lnTo>
                <a:lnTo>
                  <a:pt x="242955" y="5339"/>
                </a:lnTo>
                <a:lnTo>
                  <a:pt x="252181" y="7975"/>
                </a:lnTo>
                <a:lnTo>
                  <a:pt x="261225" y="11029"/>
                </a:lnTo>
                <a:lnTo>
                  <a:pt x="270051" y="14516"/>
                </a:lnTo>
                <a:lnTo>
                  <a:pt x="278661" y="18404"/>
                </a:lnTo>
                <a:lnTo>
                  <a:pt x="287054" y="22692"/>
                </a:lnTo>
                <a:lnTo>
                  <a:pt x="295196" y="27380"/>
                </a:lnTo>
                <a:lnTo>
                  <a:pt x="303088" y="32436"/>
                </a:lnTo>
                <a:lnTo>
                  <a:pt x="310696" y="37859"/>
                </a:lnTo>
                <a:lnTo>
                  <a:pt x="318038" y="43615"/>
                </a:lnTo>
                <a:lnTo>
                  <a:pt x="323660" y="48487"/>
                </a:lnTo>
                <a:lnTo>
                  <a:pt x="299083" y="76869"/>
                </a:lnTo>
                <a:lnTo>
                  <a:pt x="293795" y="72297"/>
                </a:lnTo>
                <a:lnTo>
                  <a:pt x="294495" y="72864"/>
                </a:lnTo>
                <a:lnTo>
                  <a:pt x="287854" y="67642"/>
                </a:lnTo>
                <a:lnTo>
                  <a:pt x="288572" y="68192"/>
                </a:lnTo>
                <a:lnTo>
                  <a:pt x="281697" y="63287"/>
                </a:lnTo>
                <a:lnTo>
                  <a:pt x="282431" y="63804"/>
                </a:lnTo>
                <a:lnTo>
                  <a:pt x="275306" y="59232"/>
                </a:lnTo>
                <a:lnTo>
                  <a:pt x="276090" y="59699"/>
                </a:lnTo>
                <a:lnTo>
                  <a:pt x="268733" y="55478"/>
                </a:lnTo>
                <a:lnTo>
                  <a:pt x="269534" y="55912"/>
                </a:lnTo>
                <a:lnTo>
                  <a:pt x="261959" y="52025"/>
                </a:lnTo>
                <a:lnTo>
                  <a:pt x="262793" y="52425"/>
                </a:lnTo>
                <a:lnTo>
                  <a:pt x="255001" y="48904"/>
                </a:lnTo>
                <a:lnTo>
                  <a:pt x="255852" y="49271"/>
                </a:lnTo>
                <a:lnTo>
                  <a:pt x="247876" y="46118"/>
                </a:lnTo>
                <a:lnTo>
                  <a:pt x="248744" y="46435"/>
                </a:lnTo>
                <a:lnTo>
                  <a:pt x="240584" y="43682"/>
                </a:lnTo>
                <a:lnTo>
                  <a:pt x="241470" y="43949"/>
                </a:lnTo>
                <a:lnTo>
                  <a:pt x="233143" y="41596"/>
                </a:lnTo>
                <a:lnTo>
                  <a:pt x="234045" y="41830"/>
                </a:lnTo>
                <a:lnTo>
                  <a:pt x="225551" y="39861"/>
                </a:lnTo>
                <a:lnTo>
                  <a:pt x="226469" y="40045"/>
                </a:lnTo>
                <a:lnTo>
                  <a:pt x="217827" y="38509"/>
                </a:lnTo>
                <a:lnTo>
                  <a:pt x="218761" y="38643"/>
                </a:lnTo>
                <a:lnTo>
                  <a:pt x="209968" y="37525"/>
                </a:lnTo>
                <a:lnTo>
                  <a:pt x="210919" y="37625"/>
                </a:lnTo>
                <a:lnTo>
                  <a:pt x="208366" y="37441"/>
                </a:lnTo>
                <a:lnTo>
                  <a:pt x="211219" y="0"/>
                </a:lnTo>
                <a:moveTo>
                  <a:pt x="351775" y="79605"/>
                </a:moveTo>
                <a:lnTo>
                  <a:pt x="355563" y="84911"/>
                </a:lnTo>
                <a:lnTo>
                  <a:pt x="360619" y="92803"/>
                </a:lnTo>
                <a:lnTo>
                  <a:pt x="365307" y="100945"/>
                </a:lnTo>
                <a:lnTo>
                  <a:pt x="369595" y="109338"/>
                </a:lnTo>
                <a:lnTo>
                  <a:pt x="373483" y="117948"/>
                </a:lnTo>
                <a:lnTo>
                  <a:pt x="376970" y="126774"/>
                </a:lnTo>
                <a:lnTo>
                  <a:pt x="380023" y="135818"/>
                </a:lnTo>
                <a:lnTo>
                  <a:pt x="382660" y="145044"/>
                </a:lnTo>
                <a:lnTo>
                  <a:pt x="384829" y="154455"/>
                </a:lnTo>
                <a:lnTo>
                  <a:pt x="386531" y="164032"/>
                </a:lnTo>
                <a:lnTo>
                  <a:pt x="387766" y="173760"/>
                </a:lnTo>
                <a:lnTo>
                  <a:pt x="388516" y="183621"/>
                </a:lnTo>
                <a:lnTo>
                  <a:pt x="388767" y="193615"/>
                </a:lnTo>
                <a:lnTo>
                  <a:pt x="388700" y="196452"/>
                </a:lnTo>
                <a:lnTo>
                  <a:pt x="351174" y="195500"/>
                </a:lnTo>
                <a:lnTo>
                  <a:pt x="351225" y="193148"/>
                </a:lnTo>
                <a:lnTo>
                  <a:pt x="351225" y="194082"/>
                </a:lnTo>
                <a:lnTo>
                  <a:pt x="351008" y="185056"/>
                </a:lnTo>
                <a:lnTo>
                  <a:pt x="351058" y="186007"/>
                </a:lnTo>
                <a:lnTo>
                  <a:pt x="350373" y="177080"/>
                </a:lnTo>
                <a:lnTo>
                  <a:pt x="350474" y="178031"/>
                </a:lnTo>
                <a:lnTo>
                  <a:pt x="349357" y="169238"/>
                </a:lnTo>
                <a:lnTo>
                  <a:pt x="349490" y="170172"/>
                </a:lnTo>
                <a:lnTo>
                  <a:pt x="347954" y="161530"/>
                </a:lnTo>
                <a:lnTo>
                  <a:pt x="348138" y="162447"/>
                </a:lnTo>
                <a:lnTo>
                  <a:pt x="346169" y="153954"/>
                </a:lnTo>
                <a:lnTo>
                  <a:pt x="346403" y="154856"/>
                </a:lnTo>
                <a:lnTo>
                  <a:pt x="344049" y="146513"/>
                </a:lnTo>
                <a:lnTo>
                  <a:pt x="344317" y="147414"/>
                </a:lnTo>
                <a:lnTo>
                  <a:pt x="341564" y="139255"/>
                </a:lnTo>
                <a:lnTo>
                  <a:pt x="341881" y="140122"/>
                </a:lnTo>
                <a:lnTo>
                  <a:pt x="338727" y="132147"/>
                </a:lnTo>
                <a:lnTo>
                  <a:pt x="339094" y="132998"/>
                </a:lnTo>
                <a:lnTo>
                  <a:pt x="335574" y="125206"/>
                </a:lnTo>
                <a:lnTo>
                  <a:pt x="335975" y="126040"/>
                </a:lnTo>
                <a:lnTo>
                  <a:pt x="332087" y="118465"/>
                </a:lnTo>
                <a:lnTo>
                  <a:pt x="332520" y="119266"/>
                </a:lnTo>
                <a:lnTo>
                  <a:pt x="328299" y="111908"/>
                </a:lnTo>
                <a:lnTo>
                  <a:pt x="328767" y="112692"/>
                </a:lnTo>
                <a:lnTo>
                  <a:pt x="324195" y="105567"/>
                </a:lnTo>
                <a:lnTo>
                  <a:pt x="324712" y="106301"/>
                </a:lnTo>
                <a:lnTo>
                  <a:pt x="321191" y="101363"/>
                </a:lnTo>
                <a:lnTo>
                  <a:pt x="351775" y="79605"/>
                </a:lnTo>
                <a:moveTo>
                  <a:pt x="383760" y="237398"/>
                </a:moveTo>
                <a:lnTo>
                  <a:pt x="382660" y="242186"/>
                </a:lnTo>
                <a:lnTo>
                  <a:pt x="380023" y="251413"/>
                </a:lnTo>
                <a:lnTo>
                  <a:pt x="376970" y="260456"/>
                </a:lnTo>
                <a:lnTo>
                  <a:pt x="373483" y="269283"/>
                </a:lnTo>
                <a:lnTo>
                  <a:pt x="369595" y="277892"/>
                </a:lnTo>
                <a:lnTo>
                  <a:pt x="365307" y="286285"/>
                </a:lnTo>
                <a:lnTo>
                  <a:pt x="360619" y="294427"/>
                </a:lnTo>
                <a:lnTo>
                  <a:pt x="355563" y="302319"/>
                </a:lnTo>
                <a:lnTo>
                  <a:pt x="350141" y="309928"/>
                </a:lnTo>
                <a:lnTo>
                  <a:pt x="344383" y="317269"/>
                </a:lnTo>
                <a:lnTo>
                  <a:pt x="338277" y="324327"/>
                </a:lnTo>
                <a:lnTo>
                  <a:pt x="331836" y="331068"/>
                </a:lnTo>
                <a:lnTo>
                  <a:pt x="325096" y="337509"/>
                </a:lnTo>
                <a:lnTo>
                  <a:pt x="320090" y="341830"/>
                </a:lnTo>
                <a:lnTo>
                  <a:pt x="295512" y="313465"/>
                </a:lnTo>
                <a:lnTo>
                  <a:pt x="300168" y="309411"/>
                </a:lnTo>
                <a:lnTo>
                  <a:pt x="299500" y="310028"/>
                </a:lnTo>
                <a:lnTo>
                  <a:pt x="305607" y="304205"/>
                </a:lnTo>
                <a:lnTo>
                  <a:pt x="304973" y="304839"/>
                </a:lnTo>
                <a:lnTo>
                  <a:pt x="310796" y="298732"/>
                </a:lnTo>
                <a:lnTo>
                  <a:pt x="310179" y="299400"/>
                </a:lnTo>
                <a:lnTo>
                  <a:pt x="315702" y="293026"/>
                </a:lnTo>
                <a:lnTo>
                  <a:pt x="315134" y="293727"/>
                </a:lnTo>
                <a:lnTo>
                  <a:pt x="320340" y="287086"/>
                </a:lnTo>
                <a:lnTo>
                  <a:pt x="319807" y="287803"/>
                </a:lnTo>
                <a:lnTo>
                  <a:pt x="324712" y="280929"/>
                </a:lnTo>
                <a:lnTo>
                  <a:pt x="324195" y="281663"/>
                </a:lnTo>
                <a:lnTo>
                  <a:pt x="328767" y="274539"/>
                </a:lnTo>
                <a:lnTo>
                  <a:pt x="328299" y="275323"/>
                </a:lnTo>
                <a:lnTo>
                  <a:pt x="332520" y="267964"/>
                </a:lnTo>
                <a:lnTo>
                  <a:pt x="332087" y="268766"/>
                </a:lnTo>
                <a:lnTo>
                  <a:pt x="335975" y="261190"/>
                </a:lnTo>
                <a:lnTo>
                  <a:pt x="335574" y="262025"/>
                </a:lnTo>
                <a:lnTo>
                  <a:pt x="339094" y="254233"/>
                </a:lnTo>
                <a:lnTo>
                  <a:pt x="338727" y="255083"/>
                </a:lnTo>
                <a:lnTo>
                  <a:pt x="341881" y="247108"/>
                </a:lnTo>
                <a:lnTo>
                  <a:pt x="341564" y="247975"/>
                </a:lnTo>
                <a:lnTo>
                  <a:pt x="344317" y="239817"/>
                </a:lnTo>
                <a:lnTo>
                  <a:pt x="344049" y="240717"/>
                </a:lnTo>
                <a:lnTo>
                  <a:pt x="346403" y="232375"/>
                </a:lnTo>
                <a:lnTo>
                  <a:pt x="346169" y="233276"/>
                </a:lnTo>
                <a:lnTo>
                  <a:pt x="347170" y="228954"/>
                </a:lnTo>
                <a:lnTo>
                  <a:pt x="383760" y="237398"/>
                </a:lnTo>
                <a:moveTo>
                  <a:pt x="285352" y="365406"/>
                </a:moveTo>
                <a:lnTo>
                  <a:pt x="278661" y="368827"/>
                </a:lnTo>
                <a:lnTo>
                  <a:pt x="270051" y="372715"/>
                </a:lnTo>
                <a:lnTo>
                  <a:pt x="261225" y="376202"/>
                </a:lnTo>
                <a:lnTo>
                  <a:pt x="252181" y="379255"/>
                </a:lnTo>
                <a:lnTo>
                  <a:pt x="242955" y="381891"/>
                </a:lnTo>
                <a:lnTo>
                  <a:pt x="233544" y="384060"/>
                </a:lnTo>
                <a:lnTo>
                  <a:pt x="223967" y="385762"/>
                </a:lnTo>
                <a:lnTo>
                  <a:pt x="214239" y="386997"/>
                </a:lnTo>
                <a:lnTo>
                  <a:pt x="204378" y="387748"/>
                </a:lnTo>
                <a:lnTo>
                  <a:pt x="194384" y="387998"/>
                </a:lnTo>
                <a:lnTo>
                  <a:pt x="184389" y="387748"/>
                </a:lnTo>
                <a:lnTo>
                  <a:pt x="174528" y="386997"/>
                </a:lnTo>
                <a:lnTo>
                  <a:pt x="165285" y="385829"/>
                </a:lnTo>
                <a:lnTo>
                  <a:pt x="170007" y="348588"/>
                </a:lnTo>
                <a:lnTo>
                  <a:pt x="178800" y="349706"/>
                </a:lnTo>
                <a:lnTo>
                  <a:pt x="177848" y="349606"/>
                </a:lnTo>
                <a:lnTo>
                  <a:pt x="186775" y="350289"/>
                </a:lnTo>
                <a:lnTo>
                  <a:pt x="185824" y="350240"/>
                </a:lnTo>
                <a:lnTo>
                  <a:pt x="194851" y="350457"/>
                </a:lnTo>
                <a:lnTo>
                  <a:pt x="193916" y="350457"/>
                </a:lnTo>
                <a:lnTo>
                  <a:pt x="202943" y="350240"/>
                </a:lnTo>
                <a:lnTo>
                  <a:pt x="201992" y="350289"/>
                </a:lnTo>
                <a:lnTo>
                  <a:pt x="210919" y="349606"/>
                </a:lnTo>
                <a:lnTo>
                  <a:pt x="209968" y="349706"/>
                </a:lnTo>
                <a:lnTo>
                  <a:pt x="218761" y="348588"/>
                </a:lnTo>
                <a:lnTo>
                  <a:pt x="217827" y="348721"/>
                </a:lnTo>
                <a:lnTo>
                  <a:pt x="226469" y="347186"/>
                </a:lnTo>
                <a:lnTo>
                  <a:pt x="225551" y="347370"/>
                </a:lnTo>
                <a:lnTo>
                  <a:pt x="234045" y="345401"/>
                </a:lnTo>
                <a:lnTo>
                  <a:pt x="233143" y="345634"/>
                </a:lnTo>
                <a:lnTo>
                  <a:pt x="241470" y="343282"/>
                </a:lnTo>
                <a:lnTo>
                  <a:pt x="240584" y="343548"/>
                </a:lnTo>
                <a:lnTo>
                  <a:pt x="248744" y="340795"/>
                </a:lnTo>
                <a:lnTo>
                  <a:pt x="247876" y="341113"/>
                </a:lnTo>
                <a:lnTo>
                  <a:pt x="255852" y="337959"/>
                </a:lnTo>
                <a:lnTo>
                  <a:pt x="255001" y="338326"/>
                </a:lnTo>
                <a:lnTo>
                  <a:pt x="262793" y="334805"/>
                </a:lnTo>
                <a:lnTo>
                  <a:pt x="261959" y="335206"/>
                </a:lnTo>
                <a:lnTo>
                  <a:pt x="268249" y="331986"/>
                </a:lnTo>
                <a:lnTo>
                  <a:pt x="285352" y="365406"/>
                </a:lnTo>
                <a:moveTo>
                  <a:pt x="124556" y="375017"/>
                </a:moveTo>
                <a:lnTo>
                  <a:pt x="118717" y="372715"/>
                </a:lnTo>
                <a:lnTo>
                  <a:pt x="110106" y="368827"/>
                </a:lnTo>
                <a:lnTo>
                  <a:pt x="101714" y="364538"/>
                </a:lnTo>
                <a:lnTo>
                  <a:pt x="93572" y="359850"/>
                </a:lnTo>
                <a:lnTo>
                  <a:pt x="85679" y="354794"/>
                </a:lnTo>
                <a:lnTo>
                  <a:pt x="78071" y="349372"/>
                </a:lnTo>
                <a:lnTo>
                  <a:pt x="70729" y="343616"/>
                </a:lnTo>
                <a:lnTo>
                  <a:pt x="63672" y="337509"/>
                </a:lnTo>
                <a:lnTo>
                  <a:pt x="56931" y="331068"/>
                </a:lnTo>
                <a:lnTo>
                  <a:pt x="50490" y="324327"/>
                </a:lnTo>
                <a:lnTo>
                  <a:pt x="44383" y="317269"/>
                </a:lnTo>
                <a:lnTo>
                  <a:pt x="38627" y="309928"/>
                </a:lnTo>
                <a:lnTo>
                  <a:pt x="33205" y="302319"/>
                </a:lnTo>
                <a:lnTo>
                  <a:pt x="30085" y="297447"/>
                </a:lnTo>
                <a:lnTo>
                  <a:pt x="61686" y="277191"/>
                </a:lnTo>
                <a:lnTo>
                  <a:pt x="64572" y="281663"/>
                </a:lnTo>
                <a:lnTo>
                  <a:pt x="64056" y="280929"/>
                </a:lnTo>
                <a:lnTo>
                  <a:pt x="68960" y="287803"/>
                </a:lnTo>
                <a:lnTo>
                  <a:pt x="68426" y="287086"/>
                </a:lnTo>
                <a:lnTo>
                  <a:pt x="73632" y="293727"/>
                </a:lnTo>
                <a:lnTo>
                  <a:pt x="73066" y="293026"/>
                </a:lnTo>
                <a:lnTo>
                  <a:pt x="78588" y="299400"/>
                </a:lnTo>
                <a:lnTo>
                  <a:pt x="77971" y="298732"/>
                </a:lnTo>
                <a:lnTo>
                  <a:pt x="83794" y="304839"/>
                </a:lnTo>
                <a:lnTo>
                  <a:pt x="83159" y="304205"/>
                </a:lnTo>
                <a:lnTo>
                  <a:pt x="89267" y="310028"/>
                </a:lnTo>
                <a:lnTo>
                  <a:pt x="88599" y="309411"/>
                </a:lnTo>
                <a:lnTo>
                  <a:pt x="94973" y="314933"/>
                </a:lnTo>
                <a:lnTo>
                  <a:pt x="94272" y="314366"/>
                </a:lnTo>
                <a:lnTo>
                  <a:pt x="100913" y="319589"/>
                </a:lnTo>
                <a:lnTo>
                  <a:pt x="100195" y="319038"/>
                </a:lnTo>
                <a:lnTo>
                  <a:pt x="107070" y="323943"/>
                </a:lnTo>
                <a:lnTo>
                  <a:pt x="106336" y="323426"/>
                </a:lnTo>
                <a:lnTo>
                  <a:pt x="113461" y="327998"/>
                </a:lnTo>
                <a:lnTo>
                  <a:pt x="112676" y="327531"/>
                </a:lnTo>
                <a:lnTo>
                  <a:pt x="120035" y="331752"/>
                </a:lnTo>
                <a:lnTo>
                  <a:pt x="119233" y="331318"/>
                </a:lnTo>
                <a:lnTo>
                  <a:pt x="126809" y="335206"/>
                </a:lnTo>
                <a:lnTo>
                  <a:pt x="125975" y="334805"/>
                </a:lnTo>
                <a:lnTo>
                  <a:pt x="133767" y="338326"/>
                </a:lnTo>
                <a:lnTo>
                  <a:pt x="132915" y="337959"/>
                </a:lnTo>
                <a:lnTo>
                  <a:pt x="138321" y="340095"/>
                </a:lnTo>
                <a:lnTo>
                  <a:pt x="124556" y="375017"/>
                </a:lnTo>
                <a:moveTo>
                  <a:pt x="11547" y="259722"/>
                </a:moveTo>
                <a:lnTo>
                  <a:pt x="8744" y="251413"/>
                </a:lnTo>
                <a:lnTo>
                  <a:pt x="6108" y="242186"/>
                </a:lnTo>
                <a:lnTo>
                  <a:pt x="3938" y="232775"/>
                </a:lnTo>
                <a:lnTo>
                  <a:pt x="2237" y="223198"/>
                </a:lnTo>
                <a:lnTo>
                  <a:pt x="1001" y="213471"/>
                </a:lnTo>
                <a:lnTo>
                  <a:pt x="284" y="204077"/>
                </a:lnTo>
                <a:lnTo>
                  <a:pt x="37709" y="201224"/>
                </a:lnTo>
                <a:lnTo>
                  <a:pt x="38393" y="210150"/>
                </a:lnTo>
                <a:lnTo>
                  <a:pt x="38294" y="209199"/>
                </a:lnTo>
                <a:lnTo>
                  <a:pt x="39411" y="217992"/>
                </a:lnTo>
                <a:lnTo>
                  <a:pt x="39278" y="217058"/>
                </a:lnTo>
                <a:lnTo>
                  <a:pt x="40813" y="225701"/>
                </a:lnTo>
                <a:lnTo>
                  <a:pt x="40629" y="224784"/>
                </a:lnTo>
                <a:lnTo>
                  <a:pt x="42598" y="233276"/>
                </a:lnTo>
                <a:lnTo>
                  <a:pt x="42364" y="232375"/>
                </a:lnTo>
                <a:lnTo>
                  <a:pt x="44717" y="240717"/>
                </a:lnTo>
                <a:lnTo>
                  <a:pt x="44450" y="239817"/>
                </a:lnTo>
                <a:lnTo>
                  <a:pt x="47102" y="247692"/>
                </a:lnTo>
                <a:lnTo>
                  <a:pt x="11547" y="259722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210-part-0">
            <a:extLst xmlns:a="http://schemas.openxmlformats.org/drawingml/2006/main">
              <a:ext uri="{FF2B5EF4-FFF2-40B4-BE49-F238E27FC236}">
                <a16:creationId xmlns:a16="http://schemas.microsoft.com/office/drawing/2014/main" id="{1C5BA1F7-6BC9-45A3-9AA8-CBF0CD67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713" y="3202387"/>
            <a:ext cx="302838" cy="631953"/>
          </a:xfrm>
          <a:custGeom xmlns:a="http://schemas.openxmlformats.org/drawingml/2006/main">
            <a:pathLst>
              <a:path w="302838" h="631953">
                <a:moveTo>
                  <a:pt x="169372" y="119166"/>
                </a:moveTo>
                <a:lnTo>
                  <a:pt x="259623" y="46468"/>
                </a:lnTo>
                <a:lnTo>
                  <a:pt x="263945" y="74967"/>
                </a:lnTo>
                <a:lnTo>
                  <a:pt x="156225" y="32186"/>
                </a:lnTo>
                <a:lnTo>
                  <a:pt x="153138" y="30567"/>
                </a:lnTo>
                <a:lnTo>
                  <a:pt x="150451" y="28348"/>
                </a:lnTo>
                <a:lnTo>
                  <a:pt x="148283" y="25612"/>
                </a:lnTo>
                <a:lnTo>
                  <a:pt x="146730" y="22475"/>
                </a:lnTo>
                <a:lnTo>
                  <a:pt x="145880" y="19105"/>
                </a:lnTo>
                <a:lnTo>
                  <a:pt x="145729" y="15617"/>
                </a:lnTo>
                <a:lnTo>
                  <a:pt x="146313" y="12180"/>
                </a:lnTo>
                <a:lnTo>
                  <a:pt x="147598" y="8927"/>
                </a:lnTo>
                <a:lnTo>
                  <a:pt x="149534" y="6024"/>
                </a:lnTo>
                <a:lnTo>
                  <a:pt x="152036" y="3587"/>
                </a:lnTo>
                <a:lnTo>
                  <a:pt x="154973" y="1718"/>
                </a:lnTo>
                <a:lnTo>
                  <a:pt x="158243" y="518"/>
                </a:lnTo>
                <a:lnTo>
                  <a:pt x="161697" y="0"/>
                </a:lnTo>
                <a:lnTo>
                  <a:pt x="165184" y="234"/>
                </a:lnTo>
                <a:lnTo>
                  <a:pt x="168538" y="1168"/>
                </a:lnTo>
                <a:lnTo>
                  <a:pt x="302838" y="54511"/>
                </a:lnTo>
                <a:lnTo>
                  <a:pt x="190296" y="145161"/>
                </a:lnTo>
                <a:lnTo>
                  <a:pt x="187376" y="147047"/>
                </a:lnTo>
                <a:lnTo>
                  <a:pt x="184105" y="148298"/>
                </a:lnTo>
                <a:lnTo>
                  <a:pt x="180668" y="148832"/>
                </a:lnTo>
                <a:lnTo>
                  <a:pt x="177181" y="148632"/>
                </a:lnTo>
                <a:lnTo>
                  <a:pt x="173811" y="147731"/>
                </a:lnTo>
                <a:lnTo>
                  <a:pt x="170707" y="146129"/>
                </a:lnTo>
                <a:lnTo>
                  <a:pt x="168005" y="143927"/>
                </a:lnTo>
                <a:lnTo>
                  <a:pt x="165817" y="141207"/>
                </a:lnTo>
                <a:lnTo>
                  <a:pt x="164250" y="138104"/>
                </a:lnTo>
                <a:lnTo>
                  <a:pt x="163350" y="134733"/>
                </a:lnTo>
                <a:lnTo>
                  <a:pt x="163182" y="131246"/>
                </a:lnTo>
                <a:lnTo>
                  <a:pt x="163732" y="127809"/>
                </a:lnTo>
                <a:lnTo>
                  <a:pt x="164984" y="124555"/>
                </a:lnTo>
                <a:lnTo>
                  <a:pt x="166902" y="121635"/>
                </a:lnTo>
                <a:lnTo>
                  <a:pt x="169372" y="119166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210-part-1">
            <a:extLst xmlns:a="http://schemas.openxmlformats.org/drawingml/2006/main">
              <a:ext uri="{FF2B5EF4-FFF2-40B4-BE49-F238E27FC236}">
                <a16:creationId xmlns:a16="http://schemas.microsoft.com/office/drawing/2014/main" id="{3AFF1BB4-8404-4B58-9FC4-93621DA9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713" y="3202387"/>
            <a:ext cx="302838" cy="631953"/>
          </a:xfrm>
          <a:custGeom xmlns:a="http://schemas.openxmlformats.org/drawingml/2006/main">
            <a:pathLst>
              <a:path w="302838" h="631953">
                <a:moveTo>
                  <a:pt x="0" y="631686"/>
                </a:moveTo>
                <a:lnTo>
                  <a:pt x="101" y="618037"/>
                </a:lnTo>
                <a:lnTo>
                  <a:pt x="418" y="604256"/>
                </a:lnTo>
                <a:lnTo>
                  <a:pt x="951" y="590507"/>
                </a:lnTo>
                <a:lnTo>
                  <a:pt x="1669" y="576758"/>
                </a:lnTo>
                <a:lnTo>
                  <a:pt x="2603" y="563060"/>
                </a:lnTo>
                <a:lnTo>
                  <a:pt x="3722" y="549395"/>
                </a:lnTo>
                <a:lnTo>
                  <a:pt x="5040" y="535763"/>
                </a:lnTo>
                <a:lnTo>
                  <a:pt x="6541" y="522181"/>
                </a:lnTo>
                <a:lnTo>
                  <a:pt x="8227" y="508666"/>
                </a:lnTo>
                <a:lnTo>
                  <a:pt x="9928" y="496502"/>
                </a:lnTo>
                <a:lnTo>
                  <a:pt x="42981" y="501108"/>
                </a:lnTo>
                <a:lnTo>
                  <a:pt x="41297" y="513154"/>
                </a:lnTo>
                <a:lnTo>
                  <a:pt x="41329" y="512920"/>
                </a:lnTo>
                <a:lnTo>
                  <a:pt x="39661" y="526202"/>
                </a:lnTo>
                <a:lnTo>
                  <a:pt x="39695" y="525968"/>
                </a:lnTo>
                <a:lnTo>
                  <a:pt x="38210" y="539316"/>
                </a:lnTo>
                <a:lnTo>
                  <a:pt x="38242" y="539083"/>
                </a:lnTo>
                <a:lnTo>
                  <a:pt x="36941" y="552481"/>
                </a:lnTo>
                <a:lnTo>
                  <a:pt x="36974" y="552231"/>
                </a:lnTo>
                <a:lnTo>
                  <a:pt x="35874" y="565663"/>
                </a:lnTo>
                <a:lnTo>
                  <a:pt x="35891" y="565429"/>
                </a:lnTo>
                <a:lnTo>
                  <a:pt x="34972" y="578894"/>
                </a:lnTo>
                <a:lnTo>
                  <a:pt x="34989" y="578644"/>
                </a:lnTo>
                <a:lnTo>
                  <a:pt x="34272" y="592142"/>
                </a:lnTo>
                <a:lnTo>
                  <a:pt x="34289" y="591892"/>
                </a:lnTo>
                <a:lnTo>
                  <a:pt x="33771" y="605407"/>
                </a:lnTo>
                <a:lnTo>
                  <a:pt x="33788" y="605156"/>
                </a:lnTo>
                <a:lnTo>
                  <a:pt x="33472" y="618671"/>
                </a:lnTo>
                <a:lnTo>
                  <a:pt x="33472" y="618421"/>
                </a:lnTo>
                <a:lnTo>
                  <a:pt x="33370" y="631953"/>
                </a:lnTo>
                <a:lnTo>
                  <a:pt x="0" y="631686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df-path-210-part-2">
            <a:extLst xmlns:a="http://schemas.openxmlformats.org/drawingml/2006/main">
              <a:ext uri="{FF2B5EF4-FFF2-40B4-BE49-F238E27FC236}">
                <a16:creationId xmlns:a16="http://schemas.microsoft.com/office/drawing/2014/main" id="{5BBE2515-8804-4396-A276-53F41B2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713" y="3202387"/>
            <a:ext cx="302838" cy="631953"/>
          </a:xfrm>
          <a:custGeom xmlns:a="http://schemas.openxmlformats.org/drawingml/2006/main">
            <a:pathLst>
              <a:path w="302838" h="631953">
                <a:moveTo>
                  <a:pt x="29784" y="396691"/>
                </a:moveTo>
                <a:lnTo>
                  <a:pt x="31303" y="390484"/>
                </a:lnTo>
                <a:lnTo>
                  <a:pt x="38210" y="365373"/>
                </a:lnTo>
                <a:lnTo>
                  <a:pt x="45701" y="340779"/>
                </a:lnTo>
                <a:lnTo>
                  <a:pt x="53760" y="316769"/>
                </a:lnTo>
                <a:lnTo>
                  <a:pt x="62353" y="293393"/>
                </a:lnTo>
                <a:lnTo>
                  <a:pt x="71464" y="270684"/>
                </a:lnTo>
                <a:lnTo>
                  <a:pt x="72865" y="267481"/>
                </a:lnTo>
                <a:lnTo>
                  <a:pt x="103449" y="280846"/>
                </a:lnTo>
                <a:lnTo>
                  <a:pt x="102147" y="283815"/>
                </a:lnTo>
                <a:lnTo>
                  <a:pt x="102348" y="283348"/>
                </a:lnTo>
                <a:lnTo>
                  <a:pt x="93421" y="305590"/>
                </a:lnTo>
                <a:lnTo>
                  <a:pt x="93588" y="305139"/>
                </a:lnTo>
                <a:lnTo>
                  <a:pt x="85162" y="328065"/>
                </a:lnTo>
                <a:lnTo>
                  <a:pt x="85313" y="327614"/>
                </a:lnTo>
                <a:lnTo>
                  <a:pt x="77420" y="351174"/>
                </a:lnTo>
                <a:lnTo>
                  <a:pt x="77553" y="350740"/>
                </a:lnTo>
                <a:lnTo>
                  <a:pt x="70196" y="374884"/>
                </a:lnTo>
                <a:lnTo>
                  <a:pt x="70329" y="374433"/>
                </a:lnTo>
                <a:lnTo>
                  <a:pt x="63538" y="399110"/>
                </a:lnTo>
                <a:lnTo>
                  <a:pt x="63655" y="398677"/>
                </a:lnTo>
                <a:lnTo>
                  <a:pt x="62186" y="404650"/>
                </a:lnTo>
                <a:lnTo>
                  <a:pt x="29784" y="396691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210-part-3">
            <a:extLst xmlns:a="http://schemas.openxmlformats.org/drawingml/2006/main">
              <a:ext uri="{FF2B5EF4-FFF2-40B4-BE49-F238E27FC236}">
                <a16:creationId xmlns:a16="http://schemas.microsoft.com/office/drawing/2014/main" id="{A092E8D0-4C9A-44F0-9DE7-DDE8E26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9713" y="3202387"/>
            <a:ext cx="302838" cy="631953"/>
          </a:xfrm>
          <a:custGeom xmlns:a="http://schemas.openxmlformats.org/drawingml/2006/main">
            <a:pathLst>
              <a:path w="302838" h="631953">
                <a:moveTo>
                  <a:pt x="119500" y="176430"/>
                </a:moveTo>
                <a:lnTo>
                  <a:pt x="124005" y="169088"/>
                </a:lnTo>
                <a:lnTo>
                  <a:pt x="135702" y="151569"/>
                </a:lnTo>
                <a:lnTo>
                  <a:pt x="141759" y="143093"/>
                </a:lnTo>
                <a:lnTo>
                  <a:pt x="147865" y="134950"/>
                </a:lnTo>
                <a:lnTo>
                  <a:pt x="154055" y="127075"/>
                </a:lnTo>
                <a:lnTo>
                  <a:pt x="160345" y="119466"/>
                </a:lnTo>
                <a:lnTo>
                  <a:pt x="166719" y="112158"/>
                </a:lnTo>
                <a:lnTo>
                  <a:pt x="173177" y="105134"/>
                </a:lnTo>
                <a:lnTo>
                  <a:pt x="179700" y="98393"/>
                </a:lnTo>
                <a:lnTo>
                  <a:pt x="186324" y="91969"/>
                </a:lnTo>
                <a:lnTo>
                  <a:pt x="193032" y="85862"/>
                </a:lnTo>
                <a:lnTo>
                  <a:pt x="199823" y="80055"/>
                </a:lnTo>
                <a:lnTo>
                  <a:pt x="206680" y="74583"/>
                </a:lnTo>
                <a:lnTo>
                  <a:pt x="210802" y="71546"/>
                </a:lnTo>
                <a:lnTo>
                  <a:pt x="230641" y="98376"/>
                </a:lnTo>
                <a:lnTo>
                  <a:pt x="226770" y="101229"/>
                </a:lnTo>
                <a:lnTo>
                  <a:pt x="227253" y="100862"/>
                </a:lnTo>
                <a:lnTo>
                  <a:pt x="220847" y="105968"/>
                </a:lnTo>
                <a:lnTo>
                  <a:pt x="221280" y="105618"/>
                </a:lnTo>
                <a:lnTo>
                  <a:pt x="214924" y="111040"/>
                </a:lnTo>
                <a:lnTo>
                  <a:pt x="215324" y="110690"/>
                </a:lnTo>
                <a:lnTo>
                  <a:pt x="209017" y="116447"/>
                </a:lnTo>
                <a:lnTo>
                  <a:pt x="209384" y="116096"/>
                </a:lnTo>
                <a:lnTo>
                  <a:pt x="203127" y="122169"/>
                </a:lnTo>
                <a:lnTo>
                  <a:pt x="203477" y="121819"/>
                </a:lnTo>
                <a:lnTo>
                  <a:pt x="197269" y="128209"/>
                </a:lnTo>
                <a:lnTo>
                  <a:pt x="197588" y="127875"/>
                </a:lnTo>
                <a:lnTo>
                  <a:pt x="191447" y="134567"/>
                </a:lnTo>
                <a:lnTo>
                  <a:pt x="191747" y="134233"/>
                </a:lnTo>
                <a:lnTo>
                  <a:pt x="185657" y="141224"/>
                </a:lnTo>
                <a:lnTo>
                  <a:pt x="185924" y="140907"/>
                </a:lnTo>
                <a:lnTo>
                  <a:pt x="179918" y="148181"/>
                </a:lnTo>
                <a:lnTo>
                  <a:pt x="180168" y="147864"/>
                </a:lnTo>
                <a:lnTo>
                  <a:pt x="174212" y="155423"/>
                </a:lnTo>
                <a:lnTo>
                  <a:pt x="174445" y="155122"/>
                </a:lnTo>
                <a:lnTo>
                  <a:pt x="168571" y="162965"/>
                </a:lnTo>
                <a:lnTo>
                  <a:pt x="168789" y="162665"/>
                </a:lnTo>
                <a:lnTo>
                  <a:pt x="162998" y="170773"/>
                </a:lnTo>
                <a:lnTo>
                  <a:pt x="163298" y="170339"/>
                </a:lnTo>
                <a:lnTo>
                  <a:pt x="151936" y="187342"/>
                </a:lnTo>
                <a:lnTo>
                  <a:pt x="152287" y="186791"/>
                </a:lnTo>
                <a:lnTo>
                  <a:pt x="147966" y="193849"/>
                </a:lnTo>
                <a:lnTo>
                  <a:pt x="119500" y="17643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211-part-0">
            <a:extLst xmlns:a="http://schemas.openxmlformats.org/drawingml/2006/main">
              <a:ext uri="{FF2B5EF4-FFF2-40B4-BE49-F238E27FC236}">
                <a16:creationId xmlns:a16="http://schemas.microsoft.com/office/drawing/2014/main" id="{47D3CFF2-B2D0-4824-9AA5-D6E80E58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3640" y="3239812"/>
            <a:ext cx="245306" cy="384578"/>
          </a:xfrm>
          <a:custGeom xmlns:a="http://schemas.openxmlformats.org/drawingml/2006/main">
            <a:pathLst>
              <a:path w="245306" h="384578">
                <a:moveTo>
                  <a:pt x="126107" y="244255"/>
                </a:moveTo>
                <a:lnTo>
                  <a:pt x="187309" y="342665"/>
                </a:lnTo>
                <a:lnTo>
                  <a:pt x="158493" y="343482"/>
                </a:lnTo>
                <a:lnTo>
                  <a:pt x="214039" y="241752"/>
                </a:lnTo>
                <a:lnTo>
                  <a:pt x="216024" y="238882"/>
                </a:lnTo>
                <a:lnTo>
                  <a:pt x="218560" y="236496"/>
                </a:lnTo>
                <a:lnTo>
                  <a:pt x="221530" y="234678"/>
                </a:lnTo>
                <a:lnTo>
                  <a:pt x="224817" y="233526"/>
                </a:lnTo>
                <a:lnTo>
                  <a:pt x="228288" y="233076"/>
                </a:lnTo>
                <a:lnTo>
                  <a:pt x="231759" y="233360"/>
                </a:lnTo>
                <a:lnTo>
                  <a:pt x="235094" y="234361"/>
                </a:lnTo>
                <a:lnTo>
                  <a:pt x="238165" y="236029"/>
                </a:lnTo>
                <a:lnTo>
                  <a:pt x="240818" y="238298"/>
                </a:lnTo>
                <a:lnTo>
                  <a:pt x="242921" y="241068"/>
                </a:lnTo>
                <a:lnTo>
                  <a:pt x="244422" y="244222"/>
                </a:lnTo>
                <a:lnTo>
                  <a:pt x="245224" y="247609"/>
                </a:lnTo>
                <a:lnTo>
                  <a:pt x="245306" y="251096"/>
                </a:lnTo>
                <a:lnTo>
                  <a:pt x="244673" y="254533"/>
                </a:lnTo>
                <a:lnTo>
                  <a:pt x="243321" y="257753"/>
                </a:lnTo>
                <a:lnTo>
                  <a:pt x="174077" y="384578"/>
                </a:lnTo>
                <a:lnTo>
                  <a:pt x="97759" y="261874"/>
                </a:lnTo>
                <a:lnTo>
                  <a:pt x="96241" y="258738"/>
                </a:lnTo>
                <a:lnTo>
                  <a:pt x="95406" y="255351"/>
                </a:lnTo>
                <a:lnTo>
                  <a:pt x="95290" y="251863"/>
                </a:lnTo>
                <a:lnTo>
                  <a:pt x="95907" y="248427"/>
                </a:lnTo>
                <a:lnTo>
                  <a:pt x="97208" y="245190"/>
                </a:lnTo>
                <a:lnTo>
                  <a:pt x="99177" y="242303"/>
                </a:lnTo>
                <a:lnTo>
                  <a:pt x="101680" y="239883"/>
                </a:lnTo>
                <a:lnTo>
                  <a:pt x="104649" y="238048"/>
                </a:lnTo>
                <a:lnTo>
                  <a:pt x="107937" y="236863"/>
                </a:lnTo>
                <a:lnTo>
                  <a:pt x="111391" y="236379"/>
                </a:lnTo>
                <a:lnTo>
                  <a:pt x="114861" y="236630"/>
                </a:lnTo>
                <a:lnTo>
                  <a:pt x="118215" y="237598"/>
                </a:lnTo>
                <a:lnTo>
                  <a:pt x="121285" y="239249"/>
                </a:lnTo>
                <a:lnTo>
                  <a:pt x="123955" y="241502"/>
                </a:lnTo>
                <a:lnTo>
                  <a:pt x="126107" y="244255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211-part-1">
            <a:extLst xmlns:a="http://schemas.openxmlformats.org/drawingml/2006/main">
              <a:ext uri="{FF2B5EF4-FFF2-40B4-BE49-F238E27FC236}">
                <a16:creationId xmlns:a16="http://schemas.microsoft.com/office/drawing/2014/main" id="{C10AE980-6E39-44DA-B9D8-A88D480A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3640" y="3239812"/>
            <a:ext cx="245306" cy="384578"/>
          </a:xfrm>
          <a:custGeom xmlns:a="http://schemas.openxmlformats.org/drawingml/2006/main">
            <a:pathLst>
              <a:path w="245306" h="384578">
                <a:moveTo>
                  <a:pt x="1101" y="0"/>
                </a:moveTo>
                <a:lnTo>
                  <a:pt x="5707" y="150"/>
                </a:lnTo>
                <a:lnTo>
                  <a:pt x="10846" y="651"/>
                </a:lnTo>
                <a:lnTo>
                  <a:pt x="15917" y="1469"/>
                </a:lnTo>
                <a:lnTo>
                  <a:pt x="20957" y="2620"/>
                </a:lnTo>
                <a:lnTo>
                  <a:pt x="25929" y="4055"/>
                </a:lnTo>
                <a:lnTo>
                  <a:pt x="30834" y="5773"/>
                </a:lnTo>
                <a:lnTo>
                  <a:pt x="35673" y="7775"/>
                </a:lnTo>
                <a:lnTo>
                  <a:pt x="40613" y="10111"/>
                </a:lnTo>
                <a:lnTo>
                  <a:pt x="49739" y="15267"/>
                </a:lnTo>
                <a:lnTo>
                  <a:pt x="58765" y="21474"/>
                </a:lnTo>
                <a:lnTo>
                  <a:pt x="67509" y="28532"/>
                </a:lnTo>
                <a:lnTo>
                  <a:pt x="76001" y="36407"/>
                </a:lnTo>
                <a:lnTo>
                  <a:pt x="84227" y="45067"/>
                </a:lnTo>
                <a:lnTo>
                  <a:pt x="92219" y="54461"/>
                </a:lnTo>
                <a:lnTo>
                  <a:pt x="99978" y="64555"/>
                </a:lnTo>
                <a:lnTo>
                  <a:pt x="107469" y="75317"/>
                </a:lnTo>
                <a:lnTo>
                  <a:pt x="114727" y="86730"/>
                </a:lnTo>
                <a:lnTo>
                  <a:pt x="115378" y="87848"/>
                </a:lnTo>
                <a:lnTo>
                  <a:pt x="86546" y="104633"/>
                </a:lnTo>
                <a:lnTo>
                  <a:pt x="86063" y="103815"/>
                </a:lnTo>
                <a:lnTo>
                  <a:pt x="86396" y="104366"/>
                </a:lnTo>
                <a:lnTo>
                  <a:pt x="79506" y="93521"/>
                </a:lnTo>
                <a:lnTo>
                  <a:pt x="79889" y="94104"/>
                </a:lnTo>
                <a:lnTo>
                  <a:pt x="72814" y="83943"/>
                </a:lnTo>
                <a:lnTo>
                  <a:pt x="73265" y="84561"/>
                </a:lnTo>
                <a:lnTo>
                  <a:pt x="66006" y="75100"/>
                </a:lnTo>
                <a:lnTo>
                  <a:pt x="66540" y="75751"/>
                </a:lnTo>
                <a:lnTo>
                  <a:pt x="59116" y="67042"/>
                </a:lnTo>
                <a:lnTo>
                  <a:pt x="59734" y="67725"/>
                </a:lnTo>
                <a:lnTo>
                  <a:pt x="52175" y="59784"/>
                </a:lnTo>
                <a:lnTo>
                  <a:pt x="52909" y="60517"/>
                </a:lnTo>
                <a:lnTo>
                  <a:pt x="45234" y="53376"/>
                </a:lnTo>
                <a:lnTo>
                  <a:pt x="46101" y="54127"/>
                </a:lnTo>
                <a:lnTo>
                  <a:pt x="38310" y="47837"/>
                </a:lnTo>
                <a:lnTo>
                  <a:pt x="39344" y="48621"/>
                </a:lnTo>
                <a:lnTo>
                  <a:pt x="31452" y="43198"/>
                </a:lnTo>
                <a:lnTo>
                  <a:pt x="32687" y="43966"/>
                </a:lnTo>
                <a:lnTo>
                  <a:pt x="24711" y="39461"/>
                </a:lnTo>
                <a:lnTo>
                  <a:pt x="25763" y="40011"/>
                </a:lnTo>
                <a:lnTo>
                  <a:pt x="21758" y="38109"/>
                </a:lnTo>
                <a:lnTo>
                  <a:pt x="22542" y="38460"/>
                </a:lnTo>
                <a:lnTo>
                  <a:pt x="18520" y="36791"/>
                </a:lnTo>
                <a:lnTo>
                  <a:pt x="19355" y="37108"/>
                </a:lnTo>
                <a:lnTo>
                  <a:pt x="15317" y="35690"/>
                </a:lnTo>
                <a:lnTo>
                  <a:pt x="16218" y="35973"/>
                </a:lnTo>
                <a:lnTo>
                  <a:pt x="12164" y="34805"/>
                </a:lnTo>
                <a:lnTo>
                  <a:pt x="13115" y="35056"/>
                </a:lnTo>
                <a:lnTo>
                  <a:pt x="9060" y="34138"/>
                </a:lnTo>
                <a:lnTo>
                  <a:pt x="10061" y="34338"/>
                </a:lnTo>
                <a:lnTo>
                  <a:pt x="6007" y="33671"/>
                </a:lnTo>
                <a:lnTo>
                  <a:pt x="7057" y="33804"/>
                </a:lnTo>
                <a:lnTo>
                  <a:pt x="2987" y="33403"/>
                </a:lnTo>
                <a:lnTo>
                  <a:pt x="4072" y="33471"/>
                </a:lnTo>
                <a:lnTo>
                  <a:pt x="0" y="33337"/>
                </a:lnTo>
                <a:lnTo>
                  <a:pt x="1101" y="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df-path-211-part-2">
            <a:extLst xmlns:a="http://schemas.openxmlformats.org/drawingml/2006/main">
              <a:ext uri="{FF2B5EF4-FFF2-40B4-BE49-F238E27FC236}">
                <a16:creationId xmlns:a16="http://schemas.microsoft.com/office/drawing/2014/main" id="{81F70B3F-F99F-46DC-BAF8-CA218E92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3640" y="3239812"/>
            <a:ext cx="245306" cy="384578"/>
          </a:xfrm>
          <a:custGeom xmlns:a="http://schemas.openxmlformats.org/drawingml/2006/main">
            <a:pathLst>
              <a:path w="245306" h="384578">
                <a:moveTo>
                  <a:pt x="157792" y="181802"/>
                </a:moveTo>
                <a:lnTo>
                  <a:pt x="157876" y="182036"/>
                </a:lnTo>
                <a:lnTo>
                  <a:pt x="162814" y="197486"/>
                </a:lnTo>
                <a:lnTo>
                  <a:pt x="167386" y="213304"/>
                </a:lnTo>
                <a:lnTo>
                  <a:pt x="171624" y="229455"/>
                </a:lnTo>
                <a:lnTo>
                  <a:pt x="175462" y="245907"/>
                </a:lnTo>
                <a:lnTo>
                  <a:pt x="178916" y="262625"/>
                </a:lnTo>
                <a:lnTo>
                  <a:pt x="181952" y="279578"/>
                </a:lnTo>
                <a:lnTo>
                  <a:pt x="184589" y="296747"/>
                </a:lnTo>
                <a:lnTo>
                  <a:pt x="186758" y="314100"/>
                </a:lnTo>
                <a:lnTo>
                  <a:pt x="186941" y="315885"/>
                </a:lnTo>
                <a:lnTo>
                  <a:pt x="153738" y="319155"/>
                </a:lnTo>
                <a:lnTo>
                  <a:pt x="153571" y="317587"/>
                </a:lnTo>
                <a:lnTo>
                  <a:pt x="153620" y="318037"/>
                </a:lnTo>
                <a:lnTo>
                  <a:pt x="151502" y="301135"/>
                </a:lnTo>
                <a:lnTo>
                  <a:pt x="151553" y="301569"/>
                </a:lnTo>
                <a:lnTo>
                  <a:pt x="148999" y="284833"/>
                </a:lnTo>
                <a:lnTo>
                  <a:pt x="149083" y="285267"/>
                </a:lnTo>
                <a:lnTo>
                  <a:pt x="146113" y="268732"/>
                </a:lnTo>
                <a:lnTo>
                  <a:pt x="146197" y="269150"/>
                </a:lnTo>
                <a:lnTo>
                  <a:pt x="142825" y="252865"/>
                </a:lnTo>
                <a:lnTo>
                  <a:pt x="142909" y="253282"/>
                </a:lnTo>
                <a:lnTo>
                  <a:pt x="139171" y="237264"/>
                </a:lnTo>
                <a:lnTo>
                  <a:pt x="139272" y="237681"/>
                </a:lnTo>
                <a:lnTo>
                  <a:pt x="135167" y="221964"/>
                </a:lnTo>
                <a:lnTo>
                  <a:pt x="135284" y="222381"/>
                </a:lnTo>
                <a:lnTo>
                  <a:pt x="130812" y="206997"/>
                </a:lnTo>
                <a:lnTo>
                  <a:pt x="130946" y="207414"/>
                </a:lnTo>
                <a:lnTo>
                  <a:pt x="126157" y="192397"/>
                </a:lnTo>
                <a:lnTo>
                  <a:pt x="126307" y="192848"/>
                </a:lnTo>
                <a:lnTo>
                  <a:pt x="126224" y="192631"/>
                </a:lnTo>
                <a:lnTo>
                  <a:pt x="126291" y="192832"/>
                </a:lnTo>
                <a:lnTo>
                  <a:pt x="157792" y="181802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1721C6E1-A7A7-46EA-AEE3-1E7AB4D1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4619" y="2138186"/>
            <a:ext cx="387098" cy="386230"/>
          </a:xfrm>
          <a:custGeom xmlns:a="http://schemas.openxmlformats.org/drawingml/2006/main">
            <a:pathLst>
              <a:path w="387098" h="386230">
                <a:moveTo>
                  <a:pt x="233" y="202142"/>
                </a:moveTo>
                <a:lnTo>
                  <a:pt x="0" y="192681"/>
                </a:lnTo>
                <a:lnTo>
                  <a:pt x="250" y="182737"/>
                </a:lnTo>
                <a:lnTo>
                  <a:pt x="984" y="172909"/>
                </a:lnTo>
                <a:lnTo>
                  <a:pt x="2218" y="163231"/>
                </a:lnTo>
                <a:lnTo>
                  <a:pt x="3921" y="153688"/>
                </a:lnTo>
                <a:lnTo>
                  <a:pt x="6089" y="144327"/>
                </a:lnTo>
                <a:lnTo>
                  <a:pt x="8692" y="135134"/>
                </a:lnTo>
                <a:lnTo>
                  <a:pt x="11746" y="126124"/>
                </a:lnTo>
                <a:lnTo>
                  <a:pt x="15216" y="117331"/>
                </a:lnTo>
                <a:lnTo>
                  <a:pt x="19087" y="108754"/>
                </a:lnTo>
                <a:lnTo>
                  <a:pt x="23358" y="100412"/>
                </a:lnTo>
                <a:lnTo>
                  <a:pt x="28031" y="92303"/>
                </a:lnTo>
                <a:lnTo>
                  <a:pt x="32785" y="84878"/>
                </a:lnTo>
                <a:lnTo>
                  <a:pt x="64388" y="105150"/>
                </a:lnTo>
                <a:lnTo>
                  <a:pt x="59883" y="112175"/>
                </a:lnTo>
                <a:lnTo>
                  <a:pt x="60350" y="111407"/>
                </a:lnTo>
                <a:lnTo>
                  <a:pt x="56145" y="118732"/>
                </a:lnTo>
                <a:lnTo>
                  <a:pt x="56579" y="117932"/>
                </a:lnTo>
                <a:lnTo>
                  <a:pt x="52708" y="125456"/>
                </a:lnTo>
                <a:lnTo>
                  <a:pt x="53108" y="124638"/>
                </a:lnTo>
                <a:lnTo>
                  <a:pt x="49604" y="132380"/>
                </a:lnTo>
                <a:lnTo>
                  <a:pt x="49972" y="131530"/>
                </a:lnTo>
                <a:lnTo>
                  <a:pt x="46836" y="139472"/>
                </a:lnTo>
                <a:lnTo>
                  <a:pt x="47152" y="138604"/>
                </a:lnTo>
                <a:lnTo>
                  <a:pt x="44416" y="146730"/>
                </a:lnTo>
                <a:lnTo>
                  <a:pt x="44682" y="145829"/>
                </a:lnTo>
                <a:lnTo>
                  <a:pt x="42330" y="154122"/>
                </a:lnTo>
                <a:lnTo>
                  <a:pt x="42563" y="153220"/>
                </a:lnTo>
                <a:lnTo>
                  <a:pt x="40611" y="161680"/>
                </a:lnTo>
                <a:lnTo>
                  <a:pt x="40795" y="160763"/>
                </a:lnTo>
                <a:lnTo>
                  <a:pt x="39259" y="169372"/>
                </a:lnTo>
                <a:lnTo>
                  <a:pt x="39410" y="168438"/>
                </a:lnTo>
                <a:lnTo>
                  <a:pt x="38292" y="177181"/>
                </a:lnTo>
                <a:lnTo>
                  <a:pt x="38392" y="176230"/>
                </a:lnTo>
                <a:lnTo>
                  <a:pt x="37709" y="185106"/>
                </a:lnTo>
                <a:lnTo>
                  <a:pt x="37758" y="184155"/>
                </a:lnTo>
                <a:lnTo>
                  <a:pt x="37541" y="193149"/>
                </a:lnTo>
                <a:lnTo>
                  <a:pt x="37541" y="192214"/>
                </a:lnTo>
                <a:lnTo>
                  <a:pt x="37758" y="201207"/>
                </a:lnTo>
                <a:lnTo>
                  <a:pt x="233" y="202142"/>
                </a:lnTo>
                <a:moveTo>
                  <a:pt x="59833" y="52826"/>
                </a:moveTo>
                <a:lnTo>
                  <a:pt x="63403" y="49405"/>
                </a:lnTo>
                <a:lnTo>
                  <a:pt x="70429" y="43332"/>
                </a:lnTo>
                <a:lnTo>
                  <a:pt x="77736" y="37592"/>
                </a:lnTo>
                <a:lnTo>
                  <a:pt x="85311" y="32186"/>
                </a:lnTo>
                <a:lnTo>
                  <a:pt x="93170" y="27164"/>
                </a:lnTo>
                <a:lnTo>
                  <a:pt x="101280" y="22492"/>
                </a:lnTo>
                <a:lnTo>
                  <a:pt x="109622" y="18221"/>
                </a:lnTo>
                <a:lnTo>
                  <a:pt x="118197" y="14349"/>
                </a:lnTo>
                <a:lnTo>
                  <a:pt x="127007" y="10879"/>
                </a:lnTo>
                <a:lnTo>
                  <a:pt x="136001" y="7826"/>
                </a:lnTo>
                <a:lnTo>
                  <a:pt x="145194" y="5223"/>
                </a:lnTo>
                <a:lnTo>
                  <a:pt x="154555" y="3053"/>
                </a:lnTo>
                <a:lnTo>
                  <a:pt x="164098" y="1352"/>
                </a:lnTo>
                <a:lnTo>
                  <a:pt x="170472" y="551"/>
                </a:lnTo>
                <a:lnTo>
                  <a:pt x="175211" y="37792"/>
                </a:lnTo>
                <a:lnTo>
                  <a:pt x="169304" y="38543"/>
                </a:lnTo>
                <a:lnTo>
                  <a:pt x="170239" y="38393"/>
                </a:lnTo>
                <a:lnTo>
                  <a:pt x="161630" y="39928"/>
                </a:lnTo>
                <a:lnTo>
                  <a:pt x="162547" y="39745"/>
                </a:lnTo>
                <a:lnTo>
                  <a:pt x="154088" y="41697"/>
                </a:lnTo>
                <a:lnTo>
                  <a:pt x="154989" y="41463"/>
                </a:lnTo>
                <a:lnTo>
                  <a:pt x="146696" y="43816"/>
                </a:lnTo>
                <a:lnTo>
                  <a:pt x="147597" y="43548"/>
                </a:lnTo>
                <a:lnTo>
                  <a:pt x="139471" y="46285"/>
                </a:lnTo>
                <a:lnTo>
                  <a:pt x="140339" y="45968"/>
                </a:lnTo>
                <a:lnTo>
                  <a:pt x="132397" y="49105"/>
                </a:lnTo>
                <a:lnTo>
                  <a:pt x="133248" y="48738"/>
                </a:lnTo>
                <a:lnTo>
                  <a:pt x="125506" y="52242"/>
                </a:lnTo>
                <a:lnTo>
                  <a:pt x="126324" y="51841"/>
                </a:lnTo>
                <a:lnTo>
                  <a:pt x="118799" y="55712"/>
                </a:lnTo>
                <a:lnTo>
                  <a:pt x="119599" y="55278"/>
                </a:lnTo>
                <a:lnTo>
                  <a:pt x="112274" y="59483"/>
                </a:lnTo>
                <a:lnTo>
                  <a:pt x="113059" y="59016"/>
                </a:lnTo>
                <a:lnTo>
                  <a:pt x="105950" y="63554"/>
                </a:lnTo>
                <a:lnTo>
                  <a:pt x="106701" y="63054"/>
                </a:lnTo>
                <a:lnTo>
                  <a:pt x="99861" y="67926"/>
                </a:lnTo>
                <a:lnTo>
                  <a:pt x="100578" y="67392"/>
                </a:lnTo>
                <a:lnTo>
                  <a:pt x="93970" y="72581"/>
                </a:lnTo>
                <a:lnTo>
                  <a:pt x="94672" y="71997"/>
                </a:lnTo>
                <a:lnTo>
                  <a:pt x="88314" y="77503"/>
                </a:lnTo>
                <a:lnTo>
                  <a:pt x="88982" y="76886"/>
                </a:lnTo>
                <a:lnTo>
                  <a:pt x="85728" y="79989"/>
                </a:lnTo>
                <a:lnTo>
                  <a:pt x="59833" y="52826"/>
                </a:lnTo>
                <a:moveTo>
                  <a:pt x="211736" y="0"/>
                </a:moveTo>
                <a:lnTo>
                  <a:pt x="213320" y="117"/>
                </a:lnTo>
                <a:lnTo>
                  <a:pt x="222998" y="1352"/>
                </a:lnTo>
                <a:lnTo>
                  <a:pt x="232542" y="3053"/>
                </a:lnTo>
                <a:lnTo>
                  <a:pt x="241902" y="5223"/>
                </a:lnTo>
                <a:lnTo>
                  <a:pt x="251096" y="7826"/>
                </a:lnTo>
                <a:lnTo>
                  <a:pt x="260106" y="10879"/>
                </a:lnTo>
                <a:lnTo>
                  <a:pt x="268898" y="14349"/>
                </a:lnTo>
                <a:lnTo>
                  <a:pt x="277475" y="18221"/>
                </a:lnTo>
                <a:lnTo>
                  <a:pt x="285818" y="22492"/>
                </a:lnTo>
                <a:lnTo>
                  <a:pt x="293926" y="27164"/>
                </a:lnTo>
                <a:lnTo>
                  <a:pt x="301785" y="32186"/>
                </a:lnTo>
                <a:lnTo>
                  <a:pt x="309360" y="37592"/>
                </a:lnTo>
                <a:lnTo>
                  <a:pt x="316669" y="43332"/>
                </a:lnTo>
                <a:lnTo>
                  <a:pt x="323692" y="49405"/>
                </a:lnTo>
                <a:lnTo>
                  <a:pt x="324394" y="50090"/>
                </a:lnTo>
                <a:lnTo>
                  <a:pt x="298498" y="77253"/>
                </a:lnTo>
                <a:lnTo>
                  <a:pt x="298115" y="76886"/>
                </a:lnTo>
                <a:lnTo>
                  <a:pt x="298782" y="77503"/>
                </a:lnTo>
                <a:lnTo>
                  <a:pt x="292441" y="71997"/>
                </a:lnTo>
                <a:lnTo>
                  <a:pt x="293126" y="72581"/>
                </a:lnTo>
                <a:lnTo>
                  <a:pt x="286518" y="67392"/>
                </a:lnTo>
                <a:lnTo>
                  <a:pt x="287235" y="67926"/>
                </a:lnTo>
                <a:lnTo>
                  <a:pt x="280395" y="63054"/>
                </a:lnTo>
                <a:lnTo>
                  <a:pt x="281129" y="63554"/>
                </a:lnTo>
                <a:lnTo>
                  <a:pt x="274054" y="59016"/>
                </a:lnTo>
                <a:lnTo>
                  <a:pt x="274822" y="59483"/>
                </a:lnTo>
                <a:lnTo>
                  <a:pt x="267497" y="55278"/>
                </a:lnTo>
                <a:lnTo>
                  <a:pt x="268299" y="55712"/>
                </a:lnTo>
                <a:lnTo>
                  <a:pt x="260756" y="51841"/>
                </a:lnTo>
                <a:lnTo>
                  <a:pt x="261590" y="52242"/>
                </a:lnTo>
                <a:lnTo>
                  <a:pt x="253848" y="48738"/>
                </a:lnTo>
                <a:lnTo>
                  <a:pt x="254700" y="49105"/>
                </a:lnTo>
                <a:lnTo>
                  <a:pt x="246758" y="45968"/>
                </a:lnTo>
                <a:lnTo>
                  <a:pt x="247625" y="46285"/>
                </a:lnTo>
                <a:lnTo>
                  <a:pt x="239500" y="43548"/>
                </a:lnTo>
                <a:lnTo>
                  <a:pt x="240400" y="43816"/>
                </a:lnTo>
                <a:lnTo>
                  <a:pt x="232108" y="41463"/>
                </a:lnTo>
                <a:lnTo>
                  <a:pt x="233008" y="41697"/>
                </a:lnTo>
                <a:lnTo>
                  <a:pt x="224549" y="39745"/>
                </a:lnTo>
                <a:lnTo>
                  <a:pt x="225467" y="39928"/>
                </a:lnTo>
                <a:lnTo>
                  <a:pt x="216858" y="38393"/>
                </a:lnTo>
                <a:lnTo>
                  <a:pt x="217792" y="38543"/>
                </a:lnTo>
                <a:lnTo>
                  <a:pt x="209049" y="37425"/>
                </a:lnTo>
                <a:lnTo>
                  <a:pt x="210000" y="37525"/>
                </a:lnTo>
                <a:lnTo>
                  <a:pt x="208881" y="37441"/>
                </a:lnTo>
                <a:lnTo>
                  <a:pt x="211736" y="0"/>
                </a:lnTo>
                <a:moveTo>
                  <a:pt x="351508" y="80907"/>
                </a:moveTo>
                <a:lnTo>
                  <a:pt x="354044" y="84444"/>
                </a:lnTo>
                <a:lnTo>
                  <a:pt x="359065" y="92303"/>
                </a:lnTo>
                <a:lnTo>
                  <a:pt x="363737" y="100412"/>
                </a:lnTo>
                <a:lnTo>
                  <a:pt x="368009" y="108754"/>
                </a:lnTo>
                <a:lnTo>
                  <a:pt x="371880" y="117331"/>
                </a:lnTo>
                <a:lnTo>
                  <a:pt x="375350" y="126124"/>
                </a:lnTo>
                <a:lnTo>
                  <a:pt x="378404" y="135134"/>
                </a:lnTo>
                <a:lnTo>
                  <a:pt x="381006" y="144327"/>
                </a:lnTo>
                <a:lnTo>
                  <a:pt x="383175" y="153688"/>
                </a:lnTo>
                <a:lnTo>
                  <a:pt x="384878" y="163231"/>
                </a:lnTo>
                <a:lnTo>
                  <a:pt x="386112" y="172909"/>
                </a:lnTo>
                <a:lnTo>
                  <a:pt x="386846" y="182737"/>
                </a:lnTo>
                <a:lnTo>
                  <a:pt x="387098" y="192681"/>
                </a:lnTo>
                <a:lnTo>
                  <a:pt x="386964" y="198187"/>
                </a:lnTo>
                <a:lnTo>
                  <a:pt x="349439" y="197237"/>
                </a:lnTo>
                <a:lnTo>
                  <a:pt x="349555" y="192214"/>
                </a:lnTo>
                <a:lnTo>
                  <a:pt x="349555" y="193149"/>
                </a:lnTo>
                <a:lnTo>
                  <a:pt x="349338" y="184155"/>
                </a:lnTo>
                <a:lnTo>
                  <a:pt x="349388" y="185106"/>
                </a:lnTo>
                <a:lnTo>
                  <a:pt x="348704" y="176230"/>
                </a:lnTo>
                <a:lnTo>
                  <a:pt x="348804" y="177181"/>
                </a:lnTo>
                <a:lnTo>
                  <a:pt x="347687" y="168438"/>
                </a:lnTo>
                <a:lnTo>
                  <a:pt x="347837" y="169372"/>
                </a:lnTo>
                <a:lnTo>
                  <a:pt x="346302" y="160763"/>
                </a:lnTo>
                <a:lnTo>
                  <a:pt x="346485" y="161680"/>
                </a:lnTo>
                <a:lnTo>
                  <a:pt x="344532" y="153220"/>
                </a:lnTo>
                <a:lnTo>
                  <a:pt x="344766" y="154122"/>
                </a:lnTo>
                <a:lnTo>
                  <a:pt x="342413" y="145829"/>
                </a:lnTo>
                <a:lnTo>
                  <a:pt x="342680" y="146730"/>
                </a:lnTo>
                <a:lnTo>
                  <a:pt x="339944" y="138604"/>
                </a:lnTo>
                <a:lnTo>
                  <a:pt x="340261" y="139472"/>
                </a:lnTo>
                <a:lnTo>
                  <a:pt x="337125" y="131530"/>
                </a:lnTo>
                <a:lnTo>
                  <a:pt x="337492" y="132380"/>
                </a:lnTo>
                <a:lnTo>
                  <a:pt x="333988" y="124638"/>
                </a:lnTo>
                <a:lnTo>
                  <a:pt x="334389" y="125456"/>
                </a:lnTo>
                <a:lnTo>
                  <a:pt x="330517" y="117932"/>
                </a:lnTo>
                <a:lnTo>
                  <a:pt x="330950" y="118732"/>
                </a:lnTo>
                <a:lnTo>
                  <a:pt x="326746" y="111407"/>
                </a:lnTo>
                <a:lnTo>
                  <a:pt x="327213" y="112175"/>
                </a:lnTo>
                <a:lnTo>
                  <a:pt x="322675" y="105084"/>
                </a:lnTo>
                <a:lnTo>
                  <a:pt x="323175" y="105835"/>
                </a:lnTo>
                <a:lnTo>
                  <a:pt x="320924" y="102664"/>
                </a:lnTo>
                <a:lnTo>
                  <a:pt x="351508" y="80907"/>
                </a:lnTo>
                <a:moveTo>
                  <a:pt x="381474" y="239049"/>
                </a:moveTo>
                <a:lnTo>
                  <a:pt x="381006" y="241035"/>
                </a:lnTo>
                <a:lnTo>
                  <a:pt x="378404" y="250229"/>
                </a:lnTo>
                <a:lnTo>
                  <a:pt x="375350" y="259222"/>
                </a:lnTo>
                <a:lnTo>
                  <a:pt x="371880" y="268031"/>
                </a:lnTo>
                <a:lnTo>
                  <a:pt x="368009" y="276608"/>
                </a:lnTo>
                <a:lnTo>
                  <a:pt x="363737" y="284950"/>
                </a:lnTo>
                <a:lnTo>
                  <a:pt x="359065" y="293060"/>
                </a:lnTo>
                <a:lnTo>
                  <a:pt x="354044" y="300918"/>
                </a:lnTo>
                <a:lnTo>
                  <a:pt x="348637" y="308493"/>
                </a:lnTo>
                <a:lnTo>
                  <a:pt x="342897" y="315801"/>
                </a:lnTo>
                <a:lnTo>
                  <a:pt x="336824" y="322826"/>
                </a:lnTo>
                <a:lnTo>
                  <a:pt x="330417" y="329550"/>
                </a:lnTo>
                <a:lnTo>
                  <a:pt x="323692" y="335957"/>
                </a:lnTo>
                <a:lnTo>
                  <a:pt x="316669" y="342031"/>
                </a:lnTo>
                <a:lnTo>
                  <a:pt x="315417" y="343015"/>
                </a:lnTo>
                <a:lnTo>
                  <a:pt x="292224" y="313499"/>
                </a:lnTo>
                <a:lnTo>
                  <a:pt x="293126" y="312781"/>
                </a:lnTo>
                <a:lnTo>
                  <a:pt x="292441" y="313365"/>
                </a:lnTo>
                <a:lnTo>
                  <a:pt x="298782" y="307859"/>
                </a:lnTo>
                <a:lnTo>
                  <a:pt x="298115" y="308477"/>
                </a:lnTo>
                <a:lnTo>
                  <a:pt x="304188" y="302687"/>
                </a:lnTo>
                <a:lnTo>
                  <a:pt x="303554" y="303321"/>
                </a:lnTo>
                <a:lnTo>
                  <a:pt x="309343" y="297247"/>
                </a:lnTo>
                <a:lnTo>
                  <a:pt x="308727" y="297915"/>
                </a:lnTo>
                <a:lnTo>
                  <a:pt x="314233" y="291558"/>
                </a:lnTo>
                <a:lnTo>
                  <a:pt x="313648" y="292258"/>
                </a:lnTo>
                <a:lnTo>
                  <a:pt x="318838" y="285651"/>
                </a:lnTo>
                <a:lnTo>
                  <a:pt x="318303" y="286369"/>
                </a:lnTo>
                <a:lnTo>
                  <a:pt x="323175" y="279528"/>
                </a:lnTo>
                <a:lnTo>
                  <a:pt x="322675" y="280262"/>
                </a:lnTo>
                <a:lnTo>
                  <a:pt x="327213" y="273171"/>
                </a:lnTo>
                <a:lnTo>
                  <a:pt x="326746" y="273955"/>
                </a:lnTo>
                <a:lnTo>
                  <a:pt x="330950" y="266630"/>
                </a:lnTo>
                <a:lnTo>
                  <a:pt x="330517" y="267431"/>
                </a:lnTo>
                <a:lnTo>
                  <a:pt x="334389" y="259906"/>
                </a:lnTo>
                <a:lnTo>
                  <a:pt x="333988" y="260724"/>
                </a:lnTo>
                <a:lnTo>
                  <a:pt x="337492" y="252982"/>
                </a:lnTo>
                <a:lnTo>
                  <a:pt x="337125" y="253833"/>
                </a:lnTo>
                <a:lnTo>
                  <a:pt x="340261" y="245890"/>
                </a:lnTo>
                <a:lnTo>
                  <a:pt x="339944" y="246758"/>
                </a:lnTo>
                <a:lnTo>
                  <a:pt x="342680" y="238632"/>
                </a:lnTo>
                <a:lnTo>
                  <a:pt x="342413" y="239533"/>
                </a:lnTo>
                <a:lnTo>
                  <a:pt x="344766" y="231241"/>
                </a:lnTo>
                <a:lnTo>
                  <a:pt x="344532" y="232142"/>
                </a:lnTo>
                <a:lnTo>
                  <a:pt x="344883" y="230607"/>
                </a:lnTo>
                <a:lnTo>
                  <a:pt x="381474" y="239049"/>
                </a:lnTo>
                <a:moveTo>
                  <a:pt x="280962" y="365356"/>
                </a:moveTo>
                <a:lnTo>
                  <a:pt x="277475" y="367142"/>
                </a:lnTo>
                <a:lnTo>
                  <a:pt x="268898" y="371013"/>
                </a:lnTo>
                <a:lnTo>
                  <a:pt x="260106" y="374483"/>
                </a:lnTo>
                <a:lnTo>
                  <a:pt x="251096" y="377537"/>
                </a:lnTo>
                <a:lnTo>
                  <a:pt x="241902" y="380140"/>
                </a:lnTo>
                <a:lnTo>
                  <a:pt x="232542" y="382309"/>
                </a:lnTo>
                <a:lnTo>
                  <a:pt x="222998" y="384011"/>
                </a:lnTo>
                <a:lnTo>
                  <a:pt x="213320" y="385245"/>
                </a:lnTo>
                <a:lnTo>
                  <a:pt x="203492" y="385980"/>
                </a:lnTo>
                <a:lnTo>
                  <a:pt x="193547" y="386230"/>
                </a:lnTo>
                <a:lnTo>
                  <a:pt x="183604" y="385980"/>
                </a:lnTo>
                <a:lnTo>
                  <a:pt x="173776" y="385245"/>
                </a:lnTo>
                <a:lnTo>
                  <a:pt x="164098" y="384011"/>
                </a:lnTo>
                <a:lnTo>
                  <a:pt x="159594" y="383210"/>
                </a:lnTo>
                <a:lnTo>
                  <a:pt x="166201" y="346252"/>
                </a:lnTo>
                <a:lnTo>
                  <a:pt x="170239" y="346969"/>
                </a:lnTo>
                <a:lnTo>
                  <a:pt x="169304" y="346819"/>
                </a:lnTo>
                <a:lnTo>
                  <a:pt x="178047" y="347937"/>
                </a:lnTo>
                <a:lnTo>
                  <a:pt x="177097" y="347837"/>
                </a:lnTo>
                <a:lnTo>
                  <a:pt x="185973" y="348521"/>
                </a:lnTo>
                <a:lnTo>
                  <a:pt x="185022" y="348471"/>
                </a:lnTo>
                <a:lnTo>
                  <a:pt x="194016" y="348688"/>
                </a:lnTo>
                <a:lnTo>
                  <a:pt x="193080" y="348688"/>
                </a:lnTo>
                <a:lnTo>
                  <a:pt x="202073" y="348471"/>
                </a:lnTo>
                <a:lnTo>
                  <a:pt x="201124" y="348521"/>
                </a:lnTo>
                <a:lnTo>
                  <a:pt x="210000" y="347837"/>
                </a:lnTo>
                <a:lnTo>
                  <a:pt x="209049" y="347937"/>
                </a:lnTo>
                <a:lnTo>
                  <a:pt x="217792" y="346819"/>
                </a:lnTo>
                <a:lnTo>
                  <a:pt x="216858" y="346969"/>
                </a:lnTo>
                <a:lnTo>
                  <a:pt x="225467" y="345435"/>
                </a:lnTo>
                <a:lnTo>
                  <a:pt x="224549" y="345618"/>
                </a:lnTo>
                <a:lnTo>
                  <a:pt x="233008" y="343666"/>
                </a:lnTo>
                <a:lnTo>
                  <a:pt x="232108" y="343899"/>
                </a:lnTo>
                <a:lnTo>
                  <a:pt x="240400" y="341547"/>
                </a:lnTo>
                <a:lnTo>
                  <a:pt x="239500" y="341814"/>
                </a:lnTo>
                <a:lnTo>
                  <a:pt x="247625" y="339077"/>
                </a:lnTo>
                <a:lnTo>
                  <a:pt x="246758" y="339394"/>
                </a:lnTo>
                <a:lnTo>
                  <a:pt x="254700" y="336257"/>
                </a:lnTo>
                <a:lnTo>
                  <a:pt x="253848" y="336624"/>
                </a:lnTo>
                <a:lnTo>
                  <a:pt x="261590" y="333121"/>
                </a:lnTo>
                <a:lnTo>
                  <a:pt x="260756" y="333521"/>
                </a:lnTo>
                <a:lnTo>
                  <a:pt x="263843" y="331936"/>
                </a:lnTo>
                <a:lnTo>
                  <a:pt x="280962" y="365356"/>
                </a:lnTo>
                <a:moveTo>
                  <a:pt x="120033" y="371747"/>
                </a:moveTo>
                <a:lnTo>
                  <a:pt x="118197" y="371013"/>
                </a:lnTo>
                <a:lnTo>
                  <a:pt x="109622" y="367142"/>
                </a:lnTo>
                <a:lnTo>
                  <a:pt x="101280" y="362870"/>
                </a:lnTo>
                <a:lnTo>
                  <a:pt x="93170" y="358199"/>
                </a:lnTo>
                <a:lnTo>
                  <a:pt x="85311" y="353177"/>
                </a:lnTo>
                <a:lnTo>
                  <a:pt x="77736" y="347770"/>
                </a:lnTo>
                <a:lnTo>
                  <a:pt x="70429" y="342031"/>
                </a:lnTo>
                <a:lnTo>
                  <a:pt x="63403" y="335957"/>
                </a:lnTo>
                <a:lnTo>
                  <a:pt x="56679" y="329550"/>
                </a:lnTo>
                <a:lnTo>
                  <a:pt x="50272" y="322826"/>
                </a:lnTo>
                <a:lnTo>
                  <a:pt x="44198" y="315801"/>
                </a:lnTo>
                <a:lnTo>
                  <a:pt x="38459" y="308493"/>
                </a:lnTo>
                <a:lnTo>
                  <a:pt x="33054" y="300918"/>
                </a:lnTo>
                <a:lnTo>
                  <a:pt x="28031" y="293060"/>
                </a:lnTo>
                <a:lnTo>
                  <a:pt x="26963" y="291191"/>
                </a:lnTo>
                <a:lnTo>
                  <a:pt x="59499" y="272487"/>
                </a:lnTo>
                <a:lnTo>
                  <a:pt x="60350" y="273955"/>
                </a:lnTo>
                <a:lnTo>
                  <a:pt x="59883" y="273171"/>
                </a:lnTo>
                <a:lnTo>
                  <a:pt x="64421" y="280262"/>
                </a:lnTo>
                <a:lnTo>
                  <a:pt x="63921" y="279528"/>
                </a:lnTo>
                <a:lnTo>
                  <a:pt x="68793" y="286369"/>
                </a:lnTo>
                <a:lnTo>
                  <a:pt x="68259" y="285651"/>
                </a:lnTo>
                <a:lnTo>
                  <a:pt x="73448" y="292258"/>
                </a:lnTo>
                <a:lnTo>
                  <a:pt x="72864" y="291558"/>
                </a:lnTo>
                <a:lnTo>
                  <a:pt x="78369" y="297915"/>
                </a:lnTo>
                <a:lnTo>
                  <a:pt x="77753" y="297247"/>
                </a:lnTo>
                <a:lnTo>
                  <a:pt x="83542" y="303321"/>
                </a:lnTo>
                <a:lnTo>
                  <a:pt x="82908" y="302687"/>
                </a:lnTo>
                <a:lnTo>
                  <a:pt x="88982" y="308477"/>
                </a:lnTo>
                <a:lnTo>
                  <a:pt x="88314" y="307859"/>
                </a:lnTo>
                <a:lnTo>
                  <a:pt x="94672" y="313365"/>
                </a:lnTo>
                <a:lnTo>
                  <a:pt x="93970" y="312781"/>
                </a:lnTo>
                <a:lnTo>
                  <a:pt x="100578" y="317971"/>
                </a:lnTo>
                <a:lnTo>
                  <a:pt x="99861" y="317437"/>
                </a:lnTo>
                <a:lnTo>
                  <a:pt x="106701" y="322309"/>
                </a:lnTo>
                <a:lnTo>
                  <a:pt x="105950" y="321808"/>
                </a:lnTo>
                <a:lnTo>
                  <a:pt x="113059" y="326347"/>
                </a:lnTo>
                <a:lnTo>
                  <a:pt x="112274" y="325879"/>
                </a:lnTo>
                <a:lnTo>
                  <a:pt x="119599" y="330084"/>
                </a:lnTo>
                <a:lnTo>
                  <a:pt x="118799" y="329650"/>
                </a:lnTo>
                <a:lnTo>
                  <a:pt x="126324" y="333521"/>
                </a:lnTo>
                <a:lnTo>
                  <a:pt x="125506" y="333121"/>
                </a:lnTo>
                <a:lnTo>
                  <a:pt x="133248" y="336624"/>
                </a:lnTo>
                <a:lnTo>
                  <a:pt x="132397" y="336257"/>
                </a:lnTo>
                <a:lnTo>
                  <a:pt x="133815" y="336808"/>
                </a:lnTo>
                <a:lnTo>
                  <a:pt x="120033" y="371747"/>
                </a:lnTo>
                <a:moveTo>
                  <a:pt x="9894" y="253766"/>
                </a:moveTo>
                <a:lnTo>
                  <a:pt x="8692" y="250229"/>
                </a:lnTo>
                <a:lnTo>
                  <a:pt x="6089" y="241035"/>
                </a:lnTo>
                <a:lnTo>
                  <a:pt x="3921" y="231674"/>
                </a:lnTo>
                <a:lnTo>
                  <a:pt x="2218" y="222131"/>
                </a:lnTo>
                <a:lnTo>
                  <a:pt x="984" y="212453"/>
                </a:lnTo>
                <a:lnTo>
                  <a:pt x="283" y="203093"/>
                </a:lnTo>
                <a:lnTo>
                  <a:pt x="37709" y="200257"/>
                </a:lnTo>
                <a:lnTo>
                  <a:pt x="38392" y="209133"/>
                </a:lnTo>
                <a:lnTo>
                  <a:pt x="38292" y="208182"/>
                </a:lnTo>
                <a:lnTo>
                  <a:pt x="39410" y="216925"/>
                </a:lnTo>
                <a:lnTo>
                  <a:pt x="39259" y="215991"/>
                </a:lnTo>
                <a:lnTo>
                  <a:pt x="40795" y="224600"/>
                </a:lnTo>
                <a:lnTo>
                  <a:pt x="40611" y="223682"/>
                </a:lnTo>
                <a:lnTo>
                  <a:pt x="42563" y="232142"/>
                </a:lnTo>
                <a:lnTo>
                  <a:pt x="42330" y="231241"/>
                </a:lnTo>
                <a:lnTo>
                  <a:pt x="44682" y="239533"/>
                </a:lnTo>
                <a:lnTo>
                  <a:pt x="44416" y="238632"/>
                </a:lnTo>
                <a:lnTo>
                  <a:pt x="45450" y="241736"/>
                </a:lnTo>
                <a:lnTo>
                  <a:pt x="9894" y="253766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path-215-part-0">
            <a:extLst xmlns:a="http://schemas.openxmlformats.org/drawingml/2006/main">
              <a:ext uri="{FF2B5EF4-FFF2-40B4-BE49-F238E27FC236}">
                <a16:creationId xmlns:a16="http://schemas.microsoft.com/office/drawing/2014/main" id="{7A3A22E5-1107-44CC-9DC5-2BAF7E63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806" y="2000717"/>
            <a:ext cx="459779" cy="155373"/>
          </a:xfrm>
          <a:custGeom xmlns:a="http://schemas.openxmlformats.org/drawingml/2006/main">
            <a:pathLst>
              <a:path w="459779" h="155373">
                <a:moveTo>
                  <a:pt x="333455" y="77687"/>
                </a:moveTo>
                <a:lnTo>
                  <a:pt x="443310" y="114628"/>
                </a:lnTo>
                <a:lnTo>
                  <a:pt x="421602" y="133599"/>
                </a:lnTo>
                <a:lnTo>
                  <a:pt x="399679" y="19789"/>
                </a:lnTo>
                <a:lnTo>
                  <a:pt x="399395" y="16318"/>
                </a:lnTo>
                <a:lnTo>
                  <a:pt x="399812" y="12848"/>
                </a:lnTo>
                <a:lnTo>
                  <a:pt x="400963" y="9561"/>
                </a:lnTo>
                <a:lnTo>
                  <a:pt x="402766" y="6574"/>
                </a:lnTo>
                <a:lnTo>
                  <a:pt x="405151" y="4021"/>
                </a:lnTo>
                <a:lnTo>
                  <a:pt x="408004" y="2019"/>
                </a:lnTo>
                <a:lnTo>
                  <a:pt x="411224" y="668"/>
                </a:lnTo>
                <a:lnTo>
                  <a:pt x="414645" y="0"/>
                </a:lnTo>
                <a:lnTo>
                  <a:pt x="418132" y="83"/>
                </a:lnTo>
                <a:lnTo>
                  <a:pt x="421536" y="868"/>
                </a:lnTo>
                <a:lnTo>
                  <a:pt x="424689" y="2353"/>
                </a:lnTo>
                <a:lnTo>
                  <a:pt x="427476" y="4455"/>
                </a:lnTo>
                <a:lnTo>
                  <a:pt x="429762" y="7091"/>
                </a:lnTo>
                <a:lnTo>
                  <a:pt x="431448" y="10145"/>
                </a:lnTo>
                <a:lnTo>
                  <a:pt x="432449" y="13482"/>
                </a:lnTo>
                <a:lnTo>
                  <a:pt x="459779" y="155373"/>
                </a:lnTo>
                <a:lnTo>
                  <a:pt x="322810" y="109305"/>
                </a:lnTo>
                <a:lnTo>
                  <a:pt x="319640" y="107853"/>
                </a:lnTo>
                <a:lnTo>
                  <a:pt x="316836" y="105785"/>
                </a:lnTo>
                <a:lnTo>
                  <a:pt x="314533" y="103165"/>
                </a:lnTo>
                <a:lnTo>
                  <a:pt x="312815" y="100128"/>
                </a:lnTo>
                <a:lnTo>
                  <a:pt x="311781" y="96808"/>
                </a:lnTo>
                <a:lnTo>
                  <a:pt x="311447" y="93320"/>
                </a:lnTo>
                <a:lnTo>
                  <a:pt x="311848" y="89867"/>
                </a:lnTo>
                <a:lnTo>
                  <a:pt x="312965" y="86563"/>
                </a:lnTo>
                <a:lnTo>
                  <a:pt x="314734" y="83560"/>
                </a:lnTo>
                <a:lnTo>
                  <a:pt x="317087" y="80990"/>
                </a:lnTo>
                <a:lnTo>
                  <a:pt x="319939" y="78971"/>
                </a:lnTo>
                <a:lnTo>
                  <a:pt x="323143" y="77570"/>
                </a:lnTo>
                <a:lnTo>
                  <a:pt x="326564" y="76886"/>
                </a:lnTo>
                <a:lnTo>
                  <a:pt x="330050" y="76919"/>
                </a:lnTo>
                <a:lnTo>
                  <a:pt x="333455" y="77687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215-part-1">
            <a:extLst xmlns:a="http://schemas.openxmlformats.org/drawingml/2006/main">
              <a:ext uri="{FF2B5EF4-FFF2-40B4-BE49-F238E27FC236}">
                <a16:creationId xmlns:a16="http://schemas.microsoft.com/office/drawing/2014/main" id="{B566E77D-0CF2-4133-8540-F9C5E42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806" y="2000717"/>
            <a:ext cx="459779" cy="155373"/>
          </a:xfrm>
          <a:custGeom xmlns:a="http://schemas.openxmlformats.org/drawingml/2006/main">
            <a:pathLst>
              <a:path w="459779" h="155373">
                <a:moveTo>
                  <a:pt x="201" y="46919"/>
                </a:moveTo>
                <a:lnTo>
                  <a:pt x="21842" y="47052"/>
                </a:lnTo>
                <a:lnTo>
                  <a:pt x="43550" y="47453"/>
                </a:lnTo>
                <a:lnTo>
                  <a:pt x="65156" y="48104"/>
                </a:lnTo>
                <a:lnTo>
                  <a:pt x="86630" y="49005"/>
                </a:lnTo>
                <a:lnTo>
                  <a:pt x="107937" y="50139"/>
                </a:lnTo>
                <a:lnTo>
                  <a:pt x="129044" y="51490"/>
                </a:lnTo>
                <a:lnTo>
                  <a:pt x="134717" y="51924"/>
                </a:lnTo>
                <a:lnTo>
                  <a:pt x="132198" y="85212"/>
                </a:lnTo>
                <a:lnTo>
                  <a:pt x="126608" y="84778"/>
                </a:lnTo>
                <a:lnTo>
                  <a:pt x="126791" y="84794"/>
                </a:lnTo>
                <a:lnTo>
                  <a:pt x="105885" y="83443"/>
                </a:lnTo>
                <a:lnTo>
                  <a:pt x="106068" y="83459"/>
                </a:lnTo>
                <a:lnTo>
                  <a:pt x="84962" y="82325"/>
                </a:lnTo>
                <a:lnTo>
                  <a:pt x="85145" y="82342"/>
                </a:lnTo>
                <a:lnTo>
                  <a:pt x="63855" y="81441"/>
                </a:lnTo>
                <a:lnTo>
                  <a:pt x="64055" y="81457"/>
                </a:lnTo>
                <a:lnTo>
                  <a:pt x="42631" y="80806"/>
                </a:lnTo>
                <a:lnTo>
                  <a:pt x="42831" y="80806"/>
                </a:lnTo>
                <a:lnTo>
                  <a:pt x="21341" y="80423"/>
                </a:lnTo>
                <a:lnTo>
                  <a:pt x="21541" y="80423"/>
                </a:lnTo>
                <a:lnTo>
                  <a:pt x="0" y="80289"/>
                </a:lnTo>
                <a:lnTo>
                  <a:pt x="201" y="46919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df-path-215-part-2">
            <a:extLst xmlns:a="http://schemas.openxmlformats.org/drawingml/2006/main">
              <a:ext uri="{FF2B5EF4-FFF2-40B4-BE49-F238E27FC236}">
                <a16:creationId xmlns:a16="http://schemas.microsoft.com/office/drawing/2014/main" id="{CC655393-CD7D-4C41-A189-6EC50BE4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806" y="2000717"/>
            <a:ext cx="459779" cy="155373"/>
          </a:xfrm>
          <a:custGeom xmlns:a="http://schemas.openxmlformats.org/drawingml/2006/main">
            <a:pathLst>
              <a:path w="459779" h="155373">
                <a:moveTo>
                  <a:pt x="235279" y="62186"/>
                </a:moveTo>
                <a:lnTo>
                  <a:pt x="248893" y="64021"/>
                </a:lnTo>
                <a:lnTo>
                  <a:pt x="267365" y="66758"/>
                </a:lnTo>
                <a:lnTo>
                  <a:pt x="285301" y="69661"/>
                </a:lnTo>
                <a:lnTo>
                  <a:pt x="302654" y="72714"/>
                </a:lnTo>
                <a:lnTo>
                  <a:pt x="319389" y="75918"/>
                </a:lnTo>
                <a:lnTo>
                  <a:pt x="335490" y="79272"/>
                </a:lnTo>
                <a:lnTo>
                  <a:pt x="350891" y="82759"/>
                </a:lnTo>
                <a:lnTo>
                  <a:pt x="365556" y="86363"/>
                </a:lnTo>
                <a:lnTo>
                  <a:pt x="368493" y="87164"/>
                </a:lnTo>
                <a:lnTo>
                  <a:pt x="359818" y="119383"/>
                </a:lnTo>
                <a:lnTo>
                  <a:pt x="357048" y="118632"/>
                </a:lnTo>
                <a:lnTo>
                  <a:pt x="357399" y="118732"/>
                </a:lnTo>
                <a:lnTo>
                  <a:pt x="343048" y="115195"/>
                </a:lnTo>
                <a:lnTo>
                  <a:pt x="343367" y="115262"/>
                </a:lnTo>
                <a:lnTo>
                  <a:pt x="328265" y="111841"/>
                </a:lnTo>
                <a:lnTo>
                  <a:pt x="328550" y="111908"/>
                </a:lnTo>
                <a:lnTo>
                  <a:pt x="312732" y="108621"/>
                </a:lnTo>
                <a:lnTo>
                  <a:pt x="312999" y="108671"/>
                </a:lnTo>
                <a:lnTo>
                  <a:pt x="296497" y="105517"/>
                </a:lnTo>
                <a:lnTo>
                  <a:pt x="296747" y="105551"/>
                </a:lnTo>
                <a:lnTo>
                  <a:pt x="279628" y="102548"/>
                </a:lnTo>
                <a:lnTo>
                  <a:pt x="279862" y="102581"/>
                </a:lnTo>
                <a:lnTo>
                  <a:pt x="262142" y="99711"/>
                </a:lnTo>
                <a:lnTo>
                  <a:pt x="262358" y="99744"/>
                </a:lnTo>
                <a:lnTo>
                  <a:pt x="244105" y="97041"/>
                </a:lnTo>
                <a:lnTo>
                  <a:pt x="244305" y="97075"/>
                </a:lnTo>
                <a:lnTo>
                  <a:pt x="230807" y="95256"/>
                </a:lnTo>
                <a:lnTo>
                  <a:pt x="235279" y="62186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df-path-216-part-0">
            <a:extLst xmlns:a="http://schemas.openxmlformats.org/drawingml/2006/main">
              <a:ext uri="{FF2B5EF4-FFF2-40B4-BE49-F238E27FC236}">
                <a16:creationId xmlns:a16="http://schemas.microsoft.com/office/drawing/2014/main" id="{D5C0D62F-3CB0-40AB-903E-F7192FFE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18" y="2453303"/>
            <a:ext cx="371230" cy="221530"/>
          </a:xfrm>
          <a:custGeom xmlns:a="http://schemas.openxmlformats.org/drawingml/2006/main">
            <a:pathLst>
              <a:path w="371230" h="221530">
                <a:moveTo>
                  <a:pt x="140457" y="102331"/>
                </a:moveTo>
                <a:lnTo>
                  <a:pt x="41880" y="163282"/>
                </a:lnTo>
                <a:lnTo>
                  <a:pt x="41130" y="134466"/>
                </a:lnTo>
                <a:lnTo>
                  <a:pt x="142726" y="190278"/>
                </a:lnTo>
                <a:lnTo>
                  <a:pt x="145578" y="192264"/>
                </a:lnTo>
                <a:lnTo>
                  <a:pt x="147964" y="194800"/>
                </a:lnTo>
                <a:lnTo>
                  <a:pt x="149783" y="197787"/>
                </a:lnTo>
                <a:lnTo>
                  <a:pt x="150934" y="201074"/>
                </a:lnTo>
                <a:lnTo>
                  <a:pt x="151369" y="204544"/>
                </a:lnTo>
                <a:lnTo>
                  <a:pt x="151084" y="208015"/>
                </a:lnTo>
                <a:lnTo>
                  <a:pt x="150067" y="211352"/>
                </a:lnTo>
                <a:lnTo>
                  <a:pt x="148382" y="214422"/>
                </a:lnTo>
                <a:lnTo>
                  <a:pt x="146113" y="217059"/>
                </a:lnTo>
                <a:lnTo>
                  <a:pt x="143327" y="219161"/>
                </a:lnTo>
                <a:lnTo>
                  <a:pt x="140173" y="220645"/>
                </a:lnTo>
                <a:lnTo>
                  <a:pt x="136786" y="221447"/>
                </a:lnTo>
                <a:lnTo>
                  <a:pt x="133298" y="221530"/>
                </a:lnTo>
                <a:lnTo>
                  <a:pt x="129862" y="220879"/>
                </a:lnTo>
                <a:lnTo>
                  <a:pt x="126658" y="219528"/>
                </a:lnTo>
                <a:lnTo>
                  <a:pt x="0" y="149950"/>
                </a:lnTo>
                <a:lnTo>
                  <a:pt x="122904" y="73949"/>
                </a:lnTo>
                <a:lnTo>
                  <a:pt x="126040" y="72431"/>
                </a:lnTo>
                <a:lnTo>
                  <a:pt x="129427" y="71613"/>
                </a:lnTo>
                <a:lnTo>
                  <a:pt x="132915" y="71496"/>
                </a:lnTo>
                <a:lnTo>
                  <a:pt x="136351" y="72114"/>
                </a:lnTo>
                <a:lnTo>
                  <a:pt x="139572" y="73448"/>
                </a:lnTo>
                <a:lnTo>
                  <a:pt x="142459" y="75401"/>
                </a:lnTo>
                <a:lnTo>
                  <a:pt x="144877" y="77920"/>
                </a:lnTo>
                <a:lnTo>
                  <a:pt x="146714" y="80890"/>
                </a:lnTo>
                <a:lnTo>
                  <a:pt x="147881" y="84177"/>
                </a:lnTo>
                <a:lnTo>
                  <a:pt x="148348" y="87631"/>
                </a:lnTo>
                <a:lnTo>
                  <a:pt x="148098" y="91118"/>
                </a:lnTo>
                <a:lnTo>
                  <a:pt x="147114" y="94455"/>
                </a:lnTo>
                <a:lnTo>
                  <a:pt x="145462" y="97525"/>
                </a:lnTo>
                <a:lnTo>
                  <a:pt x="143209" y="100195"/>
                </a:lnTo>
                <a:lnTo>
                  <a:pt x="140457" y="102331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df-path-216-part-1">
            <a:extLst xmlns:a="http://schemas.openxmlformats.org/drawingml/2006/main">
              <a:ext uri="{FF2B5EF4-FFF2-40B4-BE49-F238E27FC236}">
                <a16:creationId xmlns:a16="http://schemas.microsoft.com/office/drawing/2014/main" id="{19A4B926-D720-48D3-A8C8-EE66D3C3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18" y="2453303"/>
            <a:ext cx="371230" cy="221530"/>
          </a:xfrm>
          <a:custGeom xmlns:a="http://schemas.openxmlformats.org/drawingml/2006/main">
            <a:pathLst>
              <a:path w="371230" h="221530">
                <a:moveTo>
                  <a:pt x="371230" y="1235"/>
                </a:moveTo>
                <a:lnTo>
                  <a:pt x="371079" y="5339"/>
                </a:lnTo>
                <a:lnTo>
                  <a:pt x="370562" y="10028"/>
                </a:lnTo>
                <a:lnTo>
                  <a:pt x="369727" y="14650"/>
                </a:lnTo>
                <a:lnTo>
                  <a:pt x="368560" y="19222"/>
                </a:lnTo>
                <a:lnTo>
                  <a:pt x="367109" y="23710"/>
                </a:lnTo>
                <a:lnTo>
                  <a:pt x="365373" y="28115"/>
                </a:lnTo>
                <a:lnTo>
                  <a:pt x="363388" y="32436"/>
                </a:lnTo>
                <a:lnTo>
                  <a:pt x="361035" y="36858"/>
                </a:lnTo>
                <a:lnTo>
                  <a:pt x="355946" y="44900"/>
                </a:lnTo>
                <a:lnTo>
                  <a:pt x="349856" y="52826"/>
                </a:lnTo>
                <a:lnTo>
                  <a:pt x="342948" y="60451"/>
                </a:lnTo>
                <a:lnTo>
                  <a:pt x="335289" y="67826"/>
                </a:lnTo>
                <a:lnTo>
                  <a:pt x="326896" y="74967"/>
                </a:lnTo>
                <a:lnTo>
                  <a:pt x="317804" y="81875"/>
                </a:lnTo>
                <a:lnTo>
                  <a:pt x="308042" y="88565"/>
                </a:lnTo>
                <a:lnTo>
                  <a:pt x="297647" y="95023"/>
                </a:lnTo>
                <a:lnTo>
                  <a:pt x="286636" y="101280"/>
                </a:lnTo>
                <a:lnTo>
                  <a:pt x="275055" y="107303"/>
                </a:lnTo>
                <a:lnTo>
                  <a:pt x="273671" y="107953"/>
                </a:lnTo>
                <a:lnTo>
                  <a:pt x="259288" y="77837"/>
                </a:lnTo>
                <a:lnTo>
                  <a:pt x="260422" y="77303"/>
                </a:lnTo>
                <a:lnTo>
                  <a:pt x="259906" y="77553"/>
                </a:lnTo>
                <a:lnTo>
                  <a:pt x="270968" y="71813"/>
                </a:lnTo>
                <a:lnTo>
                  <a:pt x="270434" y="72097"/>
                </a:lnTo>
                <a:lnTo>
                  <a:pt x="280879" y="66174"/>
                </a:lnTo>
                <a:lnTo>
                  <a:pt x="280311" y="66507"/>
                </a:lnTo>
                <a:lnTo>
                  <a:pt x="290107" y="60418"/>
                </a:lnTo>
                <a:lnTo>
                  <a:pt x="289488" y="60818"/>
                </a:lnTo>
                <a:lnTo>
                  <a:pt x="298599" y="54577"/>
                </a:lnTo>
                <a:lnTo>
                  <a:pt x="297948" y="55045"/>
                </a:lnTo>
                <a:lnTo>
                  <a:pt x="306341" y="48671"/>
                </a:lnTo>
                <a:lnTo>
                  <a:pt x="305624" y="49238"/>
                </a:lnTo>
                <a:lnTo>
                  <a:pt x="313282" y="42731"/>
                </a:lnTo>
                <a:lnTo>
                  <a:pt x="312531" y="43432"/>
                </a:lnTo>
                <a:lnTo>
                  <a:pt x="319406" y="36808"/>
                </a:lnTo>
                <a:lnTo>
                  <a:pt x="318588" y="37642"/>
                </a:lnTo>
                <a:lnTo>
                  <a:pt x="324661" y="30935"/>
                </a:lnTo>
                <a:lnTo>
                  <a:pt x="323810" y="31952"/>
                </a:lnTo>
                <a:lnTo>
                  <a:pt x="329015" y="25162"/>
                </a:lnTo>
                <a:lnTo>
                  <a:pt x="328148" y="26413"/>
                </a:lnTo>
                <a:lnTo>
                  <a:pt x="332503" y="19538"/>
                </a:lnTo>
                <a:lnTo>
                  <a:pt x="331870" y="20639"/>
                </a:lnTo>
                <a:lnTo>
                  <a:pt x="333688" y="17186"/>
                </a:lnTo>
                <a:lnTo>
                  <a:pt x="333287" y="18020"/>
                </a:lnTo>
                <a:lnTo>
                  <a:pt x="334889" y="14550"/>
                </a:lnTo>
                <a:lnTo>
                  <a:pt x="334505" y="15451"/>
                </a:lnTo>
                <a:lnTo>
                  <a:pt x="335874" y="11980"/>
                </a:lnTo>
                <a:lnTo>
                  <a:pt x="335523" y="12948"/>
                </a:lnTo>
                <a:lnTo>
                  <a:pt x="336658" y="9461"/>
                </a:lnTo>
                <a:lnTo>
                  <a:pt x="336357" y="10495"/>
                </a:lnTo>
                <a:lnTo>
                  <a:pt x="337241" y="7008"/>
                </a:lnTo>
                <a:lnTo>
                  <a:pt x="336992" y="8126"/>
                </a:lnTo>
                <a:lnTo>
                  <a:pt x="337625" y="4622"/>
                </a:lnTo>
                <a:lnTo>
                  <a:pt x="337458" y="5790"/>
                </a:lnTo>
                <a:lnTo>
                  <a:pt x="337842" y="2286"/>
                </a:lnTo>
                <a:lnTo>
                  <a:pt x="337758" y="3504"/>
                </a:lnTo>
                <a:lnTo>
                  <a:pt x="337892" y="0"/>
                </a:lnTo>
                <a:lnTo>
                  <a:pt x="371230" y="1235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df-path-216-part-2">
            <a:extLst xmlns:a="http://schemas.openxmlformats.org/drawingml/2006/main">
              <a:ext uri="{FF2B5EF4-FFF2-40B4-BE49-F238E27FC236}">
                <a16:creationId xmlns:a16="http://schemas.microsoft.com/office/drawing/2014/main" id="{56622E80-38BB-40B9-BFE1-2D65DADE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18" y="2453303"/>
            <a:ext cx="371230" cy="221530"/>
          </a:xfrm>
          <a:custGeom xmlns:a="http://schemas.openxmlformats.org/drawingml/2006/main">
            <a:pathLst>
              <a:path w="371230" h="221530">
                <a:moveTo>
                  <a:pt x="176813" y="143443"/>
                </a:moveTo>
                <a:lnTo>
                  <a:pt x="164782" y="146563"/>
                </a:lnTo>
                <a:lnTo>
                  <a:pt x="149232" y="150184"/>
                </a:lnTo>
                <a:lnTo>
                  <a:pt x="133414" y="153488"/>
                </a:lnTo>
                <a:lnTo>
                  <a:pt x="117314" y="156457"/>
                </a:lnTo>
                <a:lnTo>
                  <a:pt x="100995" y="159077"/>
                </a:lnTo>
                <a:lnTo>
                  <a:pt x="84477" y="161330"/>
                </a:lnTo>
                <a:lnTo>
                  <a:pt x="67792" y="163198"/>
                </a:lnTo>
                <a:lnTo>
                  <a:pt x="50973" y="164683"/>
                </a:lnTo>
                <a:lnTo>
                  <a:pt x="42147" y="165251"/>
                </a:lnTo>
                <a:lnTo>
                  <a:pt x="40027" y="131947"/>
                </a:lnTo>
                <a:lnTo>
                  <a:pt x="48655" y="131396"/>
                </a:lnTo>
                <a:lnTo>
                  <a:pt x="48254" y="131429"/>
                </a:lnTo>
                <a:lnTo>
                  <a:pt x="64671" y="129978"/>
                </a:lnTo>
                <a:lnTo>
                  <a:pt x="64271" y="130012"/>
                </a:lnTo>
                <a:lnTo>
                  <a:pt x="80556" y="128192"/>
                </a:lnTo>
                <a:lnTo>
                  <a:pt x="80172" y="128226"/>
                </a:lnTo>
                <a:lnTo>
                  <a:pt x="96291" y="126040"/>
                </a:lnTo>
                <a:lnTo>
                  <a:pt x="95906" y="126090"/>
                </a:lnTo>
                <a:lnTo>
                  <a:pt x="111841" y="123538"/>
                </a:lnTo>
                <a:lnTo>
                  <a:pt x="111457" y="123604"/>
                </a:lnTo>
                <a:lnTo>
                  <a:pt x="127157" y="120701"/>
                </a:lnTo>
                <a:lnTo>
                  <a:pt x="126775" y="120784"/>
                </a:lnTo>
                <a:lnTo>
                  <a:pt x="142224" y="117564"/>
                </a:lnTo>
                <a:lnTo>
                  <a:pt x="141841" y="117648"/>
                </a:lnTo>
                <a:lnTo>
                  <a:pt x="156991" y="114110"/>
                </a:lnTo>
                <a:lnTo>
                  <a:pt x="156607" y="114194"/>
                </a:lnTo>
                <a:lnTo>
                  <a:pt x="168454" y="111141"/>
                </a:lnTo>
                <a:lnTo>
                  <a:pt x="176813" y="143443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217-part-0">
            <a:extLst xmlns:a="http://schemas.openxmlformats.org/drawingml/2006/main">
              <a:ext uri="{FF2B5EF4-FFF2-40B4-BE49-F238E27FC236}">
                <a16:creationId xmlns:a16="http://schemas.microsoft.com/office/drawing/2014/main" id="{A3A997E5-FB02-4FCC-9451-D23AEA66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939728" y="386980"/>
                </a:moveTo>
                <a:lnTo>
                  <a:pt x="1005052" y="291240"/>
                </a:lnTo>
                <a:lnTo>
                  <a:pt x="976303" y="289205"/>
                </a:lnTo>
                <a:lnTo>
                  <a:pt x="1027493" y="393187"/>
                </a:lnTo>
                <a:lnTo>
                  <a:pt x="1029345" y="396141"/>
                </a:lnTo>
                <a:lnTo>
                  <a:pt x="1031782" y="398643"/>
                </a:lnTo>
                <a:lnTo>
                  <a:pt x="1034685" y="400579"/>
                </a:lnTo>
                <a:lnTo>
                  <a:pt x="1037922" y="401880"/>
                </a:lnTo>
                <a:lnTo>
                  <a:pt x="1041359" y="402481"/>
                </a:lnTo>
                <a:lnTo>
                  <a:pt x="1044846" y="402331"/>
                </a:lnTo>
                <a:lnTo>
                  <a:pt x="1048216" y="401480"/>
                </a:lnTo>
                <a:lnTo>
                  <a:pt x="1051353" y="399945"/>
                </a:lnTo>
                <a:lnTo>
                  <a:pt x="1054089" y="397793"/>
                </a:lnTo>
                <a:lnTo>
                  <a:pt x="1056325" y="395106"/>
                </a:lnTo>
                <a:lnTo>
                  <a:pt x="1057944" y="392019"/>
                </a:lnTo>
                <a:lnTo>
                  <a:pt x="1058895" y="388666"/>
                </a:lnTo>
                <a:lnTo>
                  <a:pt x="1059128" y="385178"/>
                </a:lnTo>
                <a:lnTo>
                  <a:pt x="1058628" y="381725"/>
                </a:lnTo>
                <a:lnTo>
                  <a:pt x="1057427" y="378454"/>
                </a:lnTo>
                <a:lnTo>
                  <a:pt x="993606" y="248810"/>
                </a:lnTo>
                <a:lnTo>
                  <a:pt x="912165" y="368176"/>
                </a:lnTo>
                <a:lnTo>
                  <a:pt x="910513" y="371247"/>
                </a:lnTo>
                <a:lnTo>
                  <a:pt x="909529" y="374600"/>
                </a:lnTo>
                <a:lnTo>
                  <a:pt x="909278" y="378071"/>
                </a:lnTo>
                <a:lnTo>
                  <a:pt x="909745" y="381541"/>
                </a:lnTo>
                <a:lnTo>
                  <a:pt x="910914" y="384811"/>
                </a:lnTo>
                <a:lnTo>
                  <a:pt x="912748" y="387781"/>
                </a:lnTo>
                <a:lnTo>
                  <a:pt x="915152" y="390301"/>
                </a:lnTo>
                <a:lnTo>
                  <a:pt x="918038" y="392270"/>
                </a:lnTo>
                <a:lnTo>
                  <a:pt x="921276" y="393605"/>
                </a:lnTo>
                <a:lnTo>
                  <a:pt x="924695" y="394222"/>
                </a:lnTo>
                <a:lnTo>
                  <a:pt x="928183" y="394121"/>
                </a:lnTo>
                <a:lnTo>
                  <a:pt x="931570" y="393288"/>
                </a:lnTo>
                <a:lnTo>
                  <a:pt x="934724" y="391786"/>
                </a:lnTo>
                <a:lnTo>
                  <a:pt x="937476" y="389650"/>
                </a:lnTo>
                <a:lnTo>
                  <a:pt x="939728" y="38698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217-part-1">
            <a:extLst xmlns:a="http://schemas.openxmlformats.org/drawingml/2006/main">
              <a:ext uri="{FF2B5EF4-FFF2-40B4-BE49-F238E27FC236}">
                <a16:creationId xmlns:a16="http://schemas.microsoft.com/office/drawing/2014/main" id="{4A86B8A6-6A37-4B08-8C81-126F7F49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0" y="400"/>
                </a:moveTo>
                <a:lnTo>
                  <a:pt x="184" y="15567"/>
                </a:lnTo>
                <a:lnTo>
                  <a:pt x="718" y="30918"/>
                </a:lnTo>
                <a:lnTo>
                  <a:pt x="1619" y="46235"/>
                </a:lnTo>
                <a:lnTo>
                  <a:pt x="2870" y="61535"/>
                </a:lnTo>
                <a:lnTo>
                  <a:pt x="4472" y="76802"/>
                </a:lnTo>
                <a:lnTo>
                  <a:pt x="6390" y="92019"/>
                </a:lnTo>
                <a:lnTo>
                  <a:pt x="8660" y="107186"/>
                </a:lnTo>
                <a:lnTo>
                  <a:pt x="11247" y="122303"/>
                </a:lnTo>
                <a:lnTo>
                  <a:pt x="13865" y="135934"/>
                </a:lnTo>
                <a:lnTo>
                  <a:pt x="46636" y="129611"/>
                </a:lnTo>
                <a:lnTo>
                  <a:pt x="44033" y="116163"/>
                </a:lnTo>
                <a:lnTo>
                  <a:pt x="44099" y="116513"/>
                </a:lnTo>
                <a:lnTo>
                  <a:pt x="41580" y="101747"/>
                </a:lnTo>
                <a:lnTo>
                  <a:pt x="41630" y="102097"/>
                </a:lnTo>
                <a:lnTo>
                  <a:pt x="39428" y="87280"/>
                </a:lnTo>
                <a:lnTo>
                  <a:pt x="39477" y="87647"/>
                </a:lnTo>
                <a:lnTo>
                  <a:pt x="37592" y="72781"/>
                </a:lnTo>
                <a:lnTo>
                  <a:pt x="37642" y="73165"/>
                </a:lnTo>
                <a:lnTo>
                  <a:pt x="36090" y="58265"/>
                </a:lnTo>
                <a:lnTo>
                  <a:pt x="36124" y="58632"/>
                </a:lnTo>
                <a:lnTo>
                  <a:pt x="34906" y="43715"/>
                </a:lnTo>
                <a:lnTo>
                  <a:pt x="34923" y="44099"/>
                </a:lnTo>
                <a:lnTo>
                  <a:pt x="34055" y="29149"/>
                </a:lnTo>
                <a:lnTo>
                  <a:pt x="34071" y="29533"/>
                </a:lnTo>
                <a:lnTo>
                  <a:pt x="33538" y="14583"/>
                </a:lnTo>
                <a:lnTo>
                  <a:pt x="33554" y="14966"/>
                </a:lnTo>
                <a:lnTo>
                  <a:pt x="33370" y="0"/>
                </a:lnTo>
                <a:lnTo>
                  <a:pt x="0" y="40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217-part-2">
            <a:extLst xmlns:a="http://schemas.openxmlformats.org/drawingml/2006/main">
              <a:ext uri="{FF2B5EF4-FFF2-40B4-BE49-F238E27FC236}">
                <a16:creationId xmlns:a16="http://schemas.microsoft.com/office/drawing/2014/main" id="{3E353C6B-6E3E-4F42-B555-003CE0D7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40996" y="234678"/>
                </a:moveTo>
                <a:lnTo>
                  <a:pt x="42948" y="240301"/>
                </a:lnTo>
                <a:lnTo>
                  <a:pt x="48204" y="254583"/>
                </a:lnTo>
                <a:lnTo>
                  <a:pt x="53726" y="268732"/>
                </a:lnTo>
                <a:lnTo>
                  <a:pt x="59517" y="282748"/>
                </a:lnTo>
                <a:lnTo>
                  <a:pt x="65556" y="296613"/>
                </a:lnTo>
                <a:lnTo>
                  <a:pt x="71846" y="310345"/>
                </a:lnTo>
                <a:lnTo>
                  <a:pt x="78388" y="323910"/>
                </a:lnTo>
                <a:lnTo>
                  <a:pt x="85162" y="337308"/>
                </a:lnTo>
                <a:lnTo>
                  <a:pt x="92169" y="350540"/>
                </a:lnTo>
                <a:lnTo>
                  <a:pt x="96825" y="358916"/>
                </a:lnTo>
                <a:lnTo>
                  <a:pt x="126007" y="342731"/>
                </a:lnTo>
                <a:lnTo>
                  <a:pt x="121436" y="334489"/>
                </a:lnTo>
                <a:lnTo>
                  <a:pt x="121585" y="334773"/>
                </a:lnTo>
                <a:lnTo>
                  <a:pt x="114712" y="321825"/>
                </a:lnTo>
                <a:lnTo>
                  <a:pt x="114862" y="322108"/>
                </a:lnTo>
                <a:lnTo>
                  <a:pt x="108238" y="308994"/>
                </a:lnTo>
                <a:lnTo>
                  <a:pt x="108371" y="309277"/>
                </a:lnTo>
                <a:lnTo>
                  <a:pt x="101981" y="295996"/>
                </a:lnTo>
                <a:lnTo>
                  <a:pt x="102114" y="296296"/>
                </a:lnTo>
                <a:lnTo>
                  <a:pt x="95958" y="282864"/>
                </a:lnTo>
                <a:lnTo>
                  <a:pt x="96073" y="283148"/>
                </a:lnTo>
                <a:lnTo>
                  <a:pt x="90167" y="269567"/>
                </a:lnTo>
                <a:lnTo>
                  <a:pt x="90301" y="269867"/>
                </a:lnTo>
                <a:lnTo>
                  <a:pt x="84628" y="256152"/>
                </a:lnTo>
                <a:lnTo>
                  <a:pt x="84745" y="256452"/>
                </a:lnTo>
                <a:lnTo>
                  <a:pt x="79356" y="242603"/>
                </a:lnTo>
                <a:lnTo>
                  <a:pt x="79455" y="242904"/>
                </a:lnTo>
                <a:lnTo>
                  <a:pt x="74316" y="228938"/>
                </a:lnTo>
                <a:lnTo>
                  <a:pt x="74433" y="229238"/>
                </a:lnTo>
                <a:lnTo>
                  <a:pt x="72531" y="223765"/>
                </a:lnTo>
                <a:lnTo>
                  <a:pt x="40996" y="234678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217-part-3">
            <a:extLst xmlns:a="http://schemas.openxmlformats.org/drawingml/2006/main">
              <a:ext uri="{FF2B5EF4-FFF2-40B4-BE49-F238E27FC236}">
                <a16:creationId xmlns:a16="http://schemas.microsoft.com/office/drawing/2014/main" id="{0F64E890-B971-4D26-835A-86964C72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152570" y="444711"/>
                </a:moveTo>
                <a:lnTo>
                  <a:pt x="156074" y="449400"/>
                </a:lnTo>
                <a:lnTo>
                  <a:pt x="164951" y="460763"/>
                </a:lnTo>
                <a:lnTo>
                  <a:pt x="174027" y="471891"/>
                </a:lnTo>
                <a:lnTo>
                  <a:pt x="183254" y="482787"/>
                </a:lnTo>
                <a:lnTo>
                  <a:pt x="192665" y="493399"/>
                </a:lnTo>
                <a:lnTo>
                  <a:pt x="202242" y="503760"/>
                </a:lnTo>
                <a:lnTo>
                  <a:pt x="211986" y="513855"/>
                </a:lnTo>
                <a:lnTo>
                  <a:pt x="221881" y="523666"/>
                </a:lnTo>
                <a:lnTo>
                  <a:pt x="231925" y="533193"/>
                </a:lnTo>
                <a:lnTo>
                  <a:pt x="242119" y="542420"/>
                </a:lnTo>
                <a:lnTo>
                  <a:pt x="245356" y="545240"/>
                </a:lnTo>
                <a:lnTo>
                  <a:pt x="267181" y="519995"/>
                </a:lnTo>
                <a:lnTo>
                  <a:pt x="264077" y="517309"/>
                </a:lnTo>
                <a:lnTo>
                  <a:pt x="264378" y="517559"/>
                </a:lnTo>
                <a:lnTo>
                  <a:pt x="254466" y="508582"/>
                </a:lnTo>
                <a:lnTo>
                  <a:pt x="254751" y="508849"/>
                </a:lnTo>
                <a:lnTo>
                  <a:pt x="244973" y="499589"/>
                </a:lnTo>
                <a:lnTo>
                  <a:pt x="245239" y="499840"/>
                </a:lnTo>
                <a:lnTo>
                  <a:pt x="235612" y="490295"/>
                </a:lnTo>
                <a:lnTo>
                  <a:pt x="235879" y="490545"/>
                </a:lnTo>
                <a:lnTo>
                  <a:pt x="226385" y="480718"/>
                </a:lnTo>
                <a:lnTo>
                  <a:pt x="226636" y="480985"/>
                </a:lnTo>
                <a:lnTo>
                  <a:pt x="217292" y="470890"/>
                </a:lnTo>
                <a:lnTo>
                  <a:pt x="217543" y="471141"/>
                </a:lnTo>
                <a:lnTo>
                  <a:pt x="208365" y="460779"/>
                </a:lnTo>
                <a:lnTo>
                  <a:pt x="208582" y="461046"/>
                </a:lnTo>
                <a:lnTo>
                  <a:pt x="199572" y="450435"/>
                </a:lnTo>
                <a:lnTo>
                  <a:pt x="199790" y="450702"/>
                </a:lnTo>
                <a:lnTo>
                  <a:pt x="190946" y="439822"/>
                </a:lnTo>
                <a:lnTo>
                  <a:pt x="191146" y="440090"/>
                </a:lnTo>
                <a:lnTo>
                  <a:pt x="182487" y="428994"/>
                </a:lnTo>
                <a:lnTo>
                  <a:pt x="182687" y="429261"/>
                </a:lnTo>
                <a:lnTo>
                  <a:pt x="179266" y="424689"/>
                </a:lnTo>
                <a:lnTo>
                  <a:pt x="152570" y="444711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217-part-4">
            <a:extLst xmlns:a="http://schemas.openxmlformats.org/drawingml/2006/main">
              <a:ext uri="{FF2B5EF4-FFF2-40B4-BE49-F238E27FC236}">
                <a16:creationId xmlns:a16="http://schemas.microsoft.com/office/drawing/2014/main" id="{E5CAFB7D-3AD2-4571-8AD8-378F8668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329433" y="605440"/>
                </a:moveTo>
                <a:lnTo>
                  <a:pt x="339562" y="611046"/>
                </a:lnTo>
                <a:lnTo>
                  <a:pt x="350925" y="616920"/>
                </a:lnTo>
                <a:lnTo>
                  <a:pt x="362403" y="622409"/>
                </a:lnTo>
                <a:lnTo>
                  <a:pt x="373950" y="627515"/>
                </a:lnTo>
                <a:lnTo>
                  <a:pt x="385579" y="632220"/>
                </a:lnTo>
                <a:lnTo>
                  <a:pt x="397292" y="636525"/>
                </a:lnTo>
                <a:lnTo>
                  <a:pt x="409072" y="640413"/>
                </a:lnTo>
                <a:lnTo>
                  <a:pt x="420919" y="643883"/>
                </a:lnTo>
                <a:lnTo>
                  <a:pt x="432832" y="646920"/>
                </a:lnTo>
                <a:lnTo>
                  <a:pt x="444795" y="649506"/>
                </a:lnTo>
                <a:lnTo>
                  <a:pt x="456792" y="651642"/>
                </a:lnTo>
                <a:lnTo>
                  <a:pt x="460146" y="652109"/>
                </a:lnTo>
                <a:lnTo>
                  <a:pt x="464751" y="619055"/>
                </a:lnTo>
                <a:lnTo>
                  <a:pt x="461714" y="618638"/>
                </a:lnTo>
                <a:lnTo>
                  <a:pt x="462349" y="618738"/>
                </a:lnTo>
                <a:lnTo>
                  <a:pt x="450952" y="616703"/>
                </a:lnTo>
                <a:lnTo>
                  <a:pt x="451553" y="616819"/>
                </a:lnTo>
                <a:lnTo>
                  <a:pt x="440190" y="614366"/>
                </a:lnTo>
                <a:lnTo>
                  <a:pt x="440774" y="614500"/>
                </a:lnTo>
                <a:lnTo>
                  <a:pt x="429445" y="611614"/>
                </a:lnTo>
                <a:lnTo>
                  <a:pt x="430012" y="611764"/>
                </a:lnTo>
                <a:lnTo>
                  <a:pt x="418716" y="608460"/>
                </a:lnTo>
                <a:lnTo>
                  <a:pt x="419266" y="608644"/>
                </a:lnTo>
                <a:lnTo>
                  <a:pt x="408020" y="604923"/>
                </a:lnTo>
                <a:lnTo>
                  <a:pt x="408538" y="605106"/>
                </a:lnTo>
                <a:lnTo>
                  <a:pt x="397343" y="601002"/>
                </a:lnTo>
                <a:lnTo>
                  <a:pt x="397859" y="601186"/>
                </a:lnTo>
                <a:lnTo>
                  <a:pt x="386714" y="596680"/>
                </a:lnTo>
                <a:lnTo>
                  <a:pt x="387198" y="596880"/>
                </a:lnTo>
                <a:lnTo>
                  <a:pt x="376119" y="591992"/>
                </a:lnTo>
                <a:lnTo>
                  <a:pt x="376586" y="592209"/>
                </a:lnTo>
                <a:lnTo>
                  <a:pt x="365574" y="586936"/>
                </a:lnTo>
                <a:lnTo>
                  <a:pt x="366025" y="587153"/>
                </a:lnTo>
                <a:lnTo>
                  <a:pt x="355079" y="581497"/>
                </a:lnTo>
                <a:lnTo>
                  <a:pt x="355512" y="581730"/>
                </a:lnTo>
                <a:lnTo>
                  <a:pt x="345585" y="576241"/>
                </a:lnTo>
                <a:lnTo>
                  <a:pt x="329433" y="60544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217-part-5">
            <a:extLst xmlns:a="http://schemas.openxmlformats.org/drawingml/2006/main">
              <a:ext uri="{FF2B5EF4-FFF2-40B4-BE49-F238E27FC236}">
                <a16:creationId xmlns:a16="http://schemas.microsoft.com/office/drawing/2014/main" id="{54CA90CF-C6AC-4FCC-99BC-8E316DF3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564078" y="651942"/>
                </a:moveTo>
                <a:lnTo>
                  <a:pt x="564261" y="651908"/>
                </a:lnTo>
                <a:lnTo>
                  <a:pt x="576008" y="650357"/>
                </a:lnTo>
                <a:lnTo>
                  <a:pt x="587721" y="648538"/>
                </a:lnTo>
                <a:lnTo>
                  <a:pt x="599367" y="646452"/>
                </a:lnTo>
                <a:lnTo>
                  <a:pt x="610980" y="644116"/>
                </a:lnTo>
                <a:lnTo>
                  <a:pt x="622527" y="641530"/>
                </a:lnTo>
                <a:lnTo>
                  <a:pt x="634005" y="638694"/>
                </a:lnTo>
                <a:lnTo>
                  <a:pt x="645435" y="635607"/>
                </a:lnTo>
                <a:lnTo>
                  <a:pt x="656780" y="632287"/>
                </a:lnTo>
                <a:lnTo>
                  <a:pt x="668044" y="628733"/>
                </a:lnTo>
                <a:lnTo>
                  <a:pt x="679239" y="624945"/>
                </a:lnTo>
                <a:lnTo>
                  <a:pt x="690335" y="620941"/>
                </a:lnTo>
                <a:lnTo>
                  <a:pt x="697309" y="618254"/>
                </a:lnTo>
                <a:lnTo>
                  <a:pt x="685347" y="587103"/>
                </a:lnTo>
                <a:lnTo>
                  <a:pt x="678522" y="589740"/>
                </a:lnTo>
                <a:lnTo>
                  <a:pt x="678839" y="589622"/>
                </a:lnTo>
                <a:lnTo>
                  <a:pt x="668060" y="593510"/>
                </a:lnTo>
                <a:lnTo>
                  <a:pt x="668377" y="593393"/>
                </a:lnTo>
                <a:lnTo>
                  <a:pt x="657515" y="597064"/>
                </a:lnTo>
                <a:lnTo>
                  <a:pt x="657849" y="596964"/>
                </a:lnTo>
                <a:lnTo>
                  <a:pt x="646904" y="600418"/>
                </a:lnTo>
                <a:lnTo>
                  <a:pt x="647238" y="600301"/>
                </a:lnTo>
                <a:lnTo>
                  <a:pt x="636225" y="603538"/>
                </a:lnTo>
                <a:lnTo>
                  <a:pt x="636575" y="603438"/>
                </a:lnTo>
                <a:lnTo>
                  <a:pt x="625496" y="606425"/>
                </a:lnTo>
                <a:lnTo>
                  <a:pt x="625830" y="606341"/>
                </a:lnTo>
                <a:lnTo>
                  <a:pt x="614701" y="609095"/>
                </a:lnTo>
                <a:lnTo>
                  <a:pt x="615051" y="609011"/>
                </a:lnTo>
                <a:lnTo>
                  <a:pt x="603855" y="611514"/>
                </a:lnTo>
                <a:lnTo>
                  <a:pt x="604205" y="611447"/>
                </a:lnTo>
                <a:lnTo>
                  <a:pt x="592960" y="613716"/>
                </a:lnTo>
                <a:lnTo>
                  <a:pt x="593327" y="613649"/>
                </a:lnTo>
                <a:lnTo>
                  <a:pt x="582031" y="615651"/>
                </a:lnTo>
                <a:lnTo>
                  <a:pt x="582399" y="615601"/>
                </a:lnTo>
                <a:lnTo>
                  <a:pt x="571069" y="617354"/>
                </a:lnTo>
                <a:lnTo>
                  <a:pt x="571453" y="617303"/>
                </a:lnTo>
                <a:lnTo>
                  <a:pt x="560090" y="618805"/>
                </a:lnTo>
                <a:lnTo>
                  <a:pt x="560457" y="618755"/>
                </a:lnTo>
                <a:lnTo>
                  <a:pt x="560273" y="618789"/>
                </a:lnTo>
                <a:lnTo>
                  <a:pt x="560457" y="618755"/>
                </a:lnTo>
                <a:lnTo>
                  <a:pt x="564078" y="651942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df-path-217-part-6">
            <a:extLst xmlns:a="http://schemas.openxmlformats.org/drawingml/2006/main">
              <a:ext uri="{FF2B5EF4-FFF2-40B4-BE49-F238E27FC236}">
                <a16:creationId xmlns:a16="http://schemas.microsoft.com/office/drawing/2014/main" id="{B453C5B8-7876-476B-B3C4-E35F9D8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789712" y="572870"/>
                </a:moveTo>
                <a:lnTo>
                  <a:pt x="795202" y="569534"/>
                </a:lnTo>
                <a:lnTo>
                  <a:pt x="804979" y="563360"/>
                </a:lnTo>
                <a:lnTo>
                  <a:pt x="814573" y="557003"/>
                </a:lnTo>
                <a:lnTo>
                  <a:pt x="824034" y="550496"/>
                </a:lnTo>
                <a:lnTo>
                  <a:pt x="833311" y="543821"/>
                </a:lnTo>
                <a:lnTo>
                  <a:pt x="842438" y="536980"/>
                </a:lnTo>
                <a:lnTo>
                  <a:pt x="851381" y="529990"/>
                </a:lnTo>
                <a:lnTo>
                  <a:pt x="860141" y="522848"/>
                </a:lnTo>
                <a:lnTo>
                  <a:pt x="868701" y="515557"/>
                </a:lnTo>
                <a:lnTo>
                  <a:pt x="877093" y="508131"/>
                </a:lnTo>
                <a:lnTo>
                  <a:pt x="885269" y="500557"/>
                </a:lnTo>
                <a:lnTo>
                  <a:pt x="893261" y="492865"/>
                </a:lnTo>
                <a:lnTo>
                  <a:pt x="897766" y="488310"/>
                </a:lnTo>
                <a:lnTo>
                  <a:pt x="874090" y="464800"/>
                </a:lnTo>
                <a:lnTo>
                  <a:pt x="869702" y="469222"/>
                </a:lnTo>
                <a:lnTo>
                  <a:pt x="869951" y="468972"/>
                </a:lnTo>
                <a:lnTo>
                  <a:pt x="862227" y="476413"/>
                </a:lnTo>
                <a:lnTo>
                  <a:pt x="862494" y="476180"/>
                </a:lnTo>
                <a:lnTo>
                  <a:pt x="854568" y="483505"/>
                </a:lnTo>
                <a:lnTo>
                  <a:pt x="854818" y="483271"/>
                </a:lnTo>
                <a:lnTo>
                  <a:pt x="846709" y="490462"/>
                </a:lnTo>
                <a:lnTo>
                  <a:pt x="846959" y="490245"/>
                </a:lnTo>
                <a:lnTo>
                  <a:pt x="838650" y="497303"/>
                </a:lnTo>
                <a:lnTo>
                  <a:pt x="838917" y="497086"/>
                </a:lnTo>
                <a:lnTo>
                  <a:pt x="830424" y="504011"/>
                </a:lnTo>
                <a:lnTo>
                  <a:pt x="830691" y="503811"/>
                </a:lnTo>
                <a:lnTo>
                  <a:pt x="822014" y="510585"/>
                </a:lnTo>
                <a:lnTo>
                  <a:pt x="822281" y="510384"/>
                </a:lnTo>
                <a:lnTo>
                  <a:pt x="813421" y="517025"/>
                </a:lnTo>
                <a:lnTo>
                  <a:pt x="813689" y="516825"/>
                </a:lnTo>
                <a:lnTo>
                  <a:pt x="804678" y="523299"/>
                </a:lnTo>
                <a:lnTo>
                  <a:pt x="804945" y="523115"/>
                </a:lnTo>
                <a:lnTo>
                  <a:pt x="795769" y="529439"/>
                </a:lnTo>
                <a:lnTo>
                  <a:pt x="796053" y="529255"/>
                </a:lnTo>
                <a:lnTo>
                  <a:pt x="786709" y="535429"/>
                </a:lnTo>
                <a:lnTo>
                  <a:pt x="786992" y="535245"/>
                </a:lnTo>
                <a:lnTo>
                  <a:pt x="777499" y="541252"/>
                </a:lnTo>
                <a:lnTo>
                  <a:pt x="777782" y="541085"/>
                </a:lnTo>
                <a:lnTo>
                  <a:pt x="772427" y="544322"/>
                </a:lnTo>
                <a:lnTo>
                  <a:pt x="789712" y="57287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df-path-217-part-7">
            <a:extLst xmlns:a="http://schemas.openxmlformats.org/drawingml/2006/main">
              <a:ext uri="{FF2B5EF4-FFF2-40B4-BE49-F238E27FC236}">
                <a16:creationId xmlns:a16="http://schemas.microsoft.com/office/drawing/2014/main" id="{866EB891-DC7D-4823-907B-F701FF6E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5495" y="3749746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962187" y="406819"/>
                </a:moveTo>
                <a:lnTo>
                  <a:pt x="966042" y="400445"/>
                </a:lnTo>
                <a:lnTo>
                  <a:pt x="971131" y="391436"/>
                </a:lnTo>
                <a:lnTo>
                  <a:pt x="975953" y="382359"/>
                </a:lnTo>
                <a:lnTo>
                  <a:pt x="980491" y="373182"/>
                </a:lnTo>
                <a:lnTo>
                  <a:pt x="984729" y="363955"/>
                </a:lnTo>
                <a:lnTo>
                  <a:pt x="988667" y="354645"/>
                </a:lnTo>
                <a:lnTo>
                  <a:pt x="992304" y="345268"/>
                </a:lnTo>
                <a:lnTo>
                  <a:pt x="995625" y="335824"/>
                </a:lnTo>
                <a:lnTo>
                  <a:pt x="998628" y="326330"/>
                </a:lnTo>
                <a:lnTo>
                  <a:pt x="1001297" y="316769"/>
                </a:lnTo>
                <a:lnTo>
                  <a:pt x="1003650" y="307175"/>
                </a:lnTo>
                <a:lnTo>
                  <a:pt x="1005652" y="297514"/>
                </a:lnTo>
                <a:lnTo>
                  <a:pt x="1007304" y="287837"/>
                </a:lnTo>
                <a:lnTo>
                  <a:pt x="1007805" y="284049"/>
                </a:lnTo>
                <a:lnTo>
                  <a:pt x="974735" y="279627"/>
                </a:lnTo>
                <a:lnTo>
                  <a:pt x="974267" y="283115"/>
                </a:lnTo>
                <a:lnTo>
                  <a:pt x="974351" y="282514"/>
                </a:lnTo>
                <a:lnTo>
                  <a:pt x="972799" y="291607"/>
                </a:lnTo>
                <a:lnTo>
                  <a:pt x="972916" y="291024"/>
                </a:lnTo>
                <a:lnTo>
                  <a:pt x="971031" y="300100"/>
                </a:lnTo>
                <a:lnTo>
                  <a:pt x="971165" y="299533"/>
                </a:lnTo>
                <a:lnTo>
                  <a:pt x="968945" y="308594"/>
                </a:lnTo>
                <a:lnTo>
                  <a:pt x="969095" y="308043"/>
                </a:lnTo>
                <a:lnTo>
                  <a:pt x="966576" y="317053"/>
                </a:lnTo>
                <a:lnTo>
                  <a:pt x="966726" y="316536"/>
                </a:lnTo>
                <a:lnTo>
                  <a:pt x="963889" y="325512"/>
                </a:lnTo>
                <a:lnTo>
                  <a:pt x="964056" y="324995"/>
                </a:lnTo>
                <a:lnTo>
                  <a:pt x="960903" y="333938"/>
                </a:lnTo>
                <a:lnTo>
                  <a:pt x="961086" y="333437"/>
                </a:lnTo>
                <a:lnTo>
                  <a:pt x="957650" y="342348"/>
                </a:lnTo>
                <a:lnTo>
                  <a:pt x="957833" y="341864"/>
                </a:lnTo>
                <a:lnTo>
                  <a:pt x="954095" y="350707"/>
                </a:lnTo>
                <a:lnTo>
                  <a:pt x="954295" y="350256"/>
                </a:lnTo>
                <a:lnTo>
                  <a:pt x="950258" y="359049"/>
                </a:lnTo>
                <a:lnTo>
                  <a:pt x="950457" y="358615"/>
                </a:lnTo>
                <a:lnTo>
                  <a:pt x="946153" y="367342"/>
                </a:lnTo>
                <a:lnTo>
                  <a:pt x="946370" y="366925"/>
                </a:lnTo>
                <a:lnTo>
                  <a:pt x="941765" y="375601"/>
                </a:lnTo>
                <a:lnTo>
                  <a:pt x="941982" y="375184"/>
                </a:lnTo>
                <a:lnTo>
                  <a:pt x="937110" y="383794"/>
                </a:lnTo>
                <a:lnTo>
                  <a:pt x="937342" y="383410"/>
                </a:lnTo>
                <a:lnTo>
                  <a:pt x="933605" y="389600"/>
                </a:lnTo>
                <a:lnTo>
                  <a:pt x="962187" y="406819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3113C755-5413-4078-BA0B-0F5C8071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3760" y="3386208"/>
            <a:ext cx="441325" cy="441324"/>
          </a:xfrm>
          <a:custGeom xmlns:a="http://schemas.openxmlformats.org/drawingml/2006/main">
            <a:pathLst>
              <a:path w="441325" h="441324">
                <a:moveTo>
                  <a:pt x="268" y="231524"/>
                </a:moveTo>
                <a:lnTo>
                  <a:pt x="0" y="220662"/>
                </a:lnTo>
                <a:lnTo>
                  <a:pt x="283" y="209316"/>
                </a:lnTo>
                <a:lnTo>
                  <a:pt x="1135" y="198120"/>
                </a:lnTo>
                <a:lnTo>
                  <a:pt x="2536" y="187075"/>
                </a:lnTo>
                <a:lnTo>
                  <a:pt x="4472" y="176213"/>
                </a:lnTo>
                <a:lnTo>
                  <a:pt x="6941" y="165534"/>
                </a:lnTo>
                <a:lnTo>
                  <a:pt x="9912" y="155056"/>
                </a:lnTo>
                <a:lnTo>
                  <a:pt x="13381" y="144794"/>
                </a:lnTo>
                <a:lnTo>
                  <a:pt x="17336" y="134766"/>
                </a:lnTo>
                <a:lnTo>
                  <a:pt x="21757" y="124989"/>
                </a:lnTo>
                <a:lnTo>
                  <a:pt x="26647" y="115462"/>
                </a:lnTo>
                <a:lnTo>
                  <a:pt x="27831" y="113393"/>
                </a:lnTo>
                <a:lnTo>
                  <a:pt x="60384" y="132114"/>
                </a:lnTo>
                <a:lnTo>
                  <a:pt x="59416" y="133782"/>
                </a:lnTo>
                <a:lnTo>
                  <a:pt x="59850" y="132981"/>
                </a:lnTo>
                <a:lnTo>
                  <a:pt x="55378" y="141691"/>
                </a:lnTo>
                <a:lnTo>
                  <a:pt x="55779" y="140874"/>
                </a:lnTo>
                <a:lnTo>
                  <a:pt x="51741" y="149816"/>
                </a:lnTo>
                <a:lnTo>
                  <a:pt x="52091" y="148966"/>
                </a:lnTo>
                <a:lnTo>
                  <a:pt x="48487" y="158126"/>
                </a:lnTo>
                <a:lnTo>
                  <a:pt x="48805" y="157258"/>
                </a:lnTo>
                <a:lnTo>
                  <a:pt x="45635" y="166635"/>
                </a:lnTo>
                <a:lnTo>
                  <a:pt x="45902" y="165751"/>
                </a:lnTo>
                <a:lnTo>
                  <a:pt x="43182" y="175328"/>
                </a:lnTo>
                <a:lnTo>
                  <a:pt x="43415" y="174428"/>
                </a:lnTo>
                <a:lnTo>
                  <a:pt x="41163" y="184188"/>
                </a:lnTo>
                <a:lnTo>
                  <a:pt x="41346" y="183270"/>
                </a:lnTo>
                <a:lnTo>
                  <a:pt x="39578" y="193215"/>
                </a:lnTo>
                <a:lnTo>
                  <a:pt x="39711" y="192280"/>
                </a:lnTo>
                <a:lnTo>
                  <a:pt x="38426" y="202392"/>
                </a:lnTo>
                <a:lnTo>
                  <a:pt x="38527" y="201441"/>
                </a:lnTo>
                <a:lnTo>
                  <a:pt x="37758" y="211702"/>
                </a:lnTo>
                <a:lnTo>
                  <a:pt x="37792" y="210751"/>
                </a:lnTo>
                <a:lnTo>
                  <a:pt x="37541" y="221129"/>
                </a:lnTo>
                <a:lnTo>
                  <a:pt x="37541" y="220195"/>
                </a:lnTo>
                <a:lnTo>
                  <a:pt x="37792" y="230573"/>
                </a:lnTo>
                <a:lnTo>
                  <a:pt x="268" y="231524"/>
                </a:lnTo>
                <a:moveTo>
                  <a:pt x="51074" y="79505"/>
                </a:moveTo>
                <a:lnTo>
                  <a:pt x="57331" y="72280"/>
                </a:lnTo>
                <a:lnTo>
                  <a:pt x="64623" y="64622"/>
                </a:lnTo>
                <a:lnTo>
                  <a:pt x="72281" y="57331"/>
                </a:lnTo>
                <a:lnTo>
                  <a:pt x="80290" y="50389"/>
                </a:lnTo>
                <a:lnTo>
                  <a:pt x="88615" y="43849"/>
                </a:lnTo>
                <a:lnTo>
                  <a:pt x="97275" y="37692"/>
                </a:lnTo>
                <a:lnTo>
                  <a:pt x="106218" y="31952"/>
                </a:lnTo>
                <a:lnTo>
                  <a:pt x="115462" y="26646"/>
                </a:lnTo>
                <a:lnTo>
                  <a:pt x="124989" y="21757"/>
                </a:lnTo>
                <a:lnTo>
                  <a:pt x="134767" y="17336"/>
                </a:lnTo>
                <a:lnTo>
                  <a:pt x="144794" y="13381"/>
                </a:lnTo>
                <a:lnTo>
                  <a:pt x="151018" y="11279"/>
                </a:lnTo>
                <a:lnTo>
                  <a:pt x="163048" y="46852"/>
                </a:lnTo>
                <a:lnTo>
                  <a:pt x="157258" y="48804"/>
                </a:lnTo>
                <a:lnTo>
                  <a:pt x="158126" y="48487"/>
                </a:lnTo>
                <a:lnTo>
                  <a:pt x="148966" y="52091"/>
                </a:lnTo>
                <a:lnTo>
                  <a:pt x="149816" y="51741"/>
                </a:lnTo>
                <a:lnTo>
                  <a:pt x="140874" y="55779"/>
                </a:lnTo>
                <a:lnTo>
                  <a:pt x="141691" y="55395"/>
                </a:lnTo>
                <a:lnTo>
                  <a:pt x="132981" y="59850"/>
                </a:lnTo>
                <a:lnTo>
                  <a:pt x="133782" y="59416"/>
                </a:lnTo>
                <a:lnTo>
                  <a:pt x="125323" y="64272"/>
                </a:lnTo>
                <a:lnTo>
                  <a:pt x="126107" y="63805"/>
                </a:lnTo>
                <a:lnTo>
                  <a:pt x="117915" y="69060"/>
                </a:lnTo>
                <a:lnTo>
                  <a:pt x="118665" y="68543"/>
                </a:lnTo>
                <a:lnTo>
                  <a:pt x="110740" y="74183"/>
                </a:lnTo>
                <a:lnTo>
                  <a:pt x="111458" y="73632"/>
                </a:lnTo>
                <a:lnTo>
                  <a:pt x="103833" y="79639"/>
                </a:lnTo>
                <a:lnTo>
                  <a:pt x="104533" y="79055"/>
                </a:lnTo>
                <a:lnTo>
                  <a:pt x="97208" y="85412"/>
                </a:lnTo>
                <a:lnTo>
                  <a:pt x="97875" y="84811"/>
                </a:lnTo>
                <a:lnTo>
                  <a:pt x="90851" y="91485"/>
                </a:lnTo>
                <a:lnTo>
                  <a:pt x="91485" y="90851"/>
                </a:lnTo>
                <a:lnTo>
                  <a:pt x="84811" y="97875"/>
                </a:lnTo>
                <a:lnTo>
                  <a:pt x="85412" y="97208"/>
                </a:lnTo>
                <a:lnTo>
                  <a:pt x="79438" y="104082"/>
                </a:lnTo>
                <a:lnTo>
                  <a:pt x="51074" y="79505"/>
                </a:lnTo>
                <a:moveTo>
                  <a:pt x="191179" y="2019"/>
                </a:moveTo>
                <a:lnTo>
                  <a:pt x="198120" y="1135"/>
                </a:lnTo>
                <a:lnTo>
                  <a:pt x="209317" y="283"/>
                </a:lnTo>
                <a:lnTo>
                  <a:pt x="220662" y="0"/>
                </a:lnTo>
                <a:lnTo>
                  <a:pt x="232008" y="283"/>
                </a:lnTo>
                <a:lnTo>
                  <a:pt x="243204" y="1135"/>
                </a:lnTo>
                <a:lnTo>
                  <a:pt x="254249" y="2536"/>
                </a:lnTo>
                <a:lnTo>
                  <a:pt x="265111" y="4472"/>
                </a:lnTo>
                <a:lnTo>
                  <a:pt x="275790" y="6941"/>
                </a:lnTo>
                <a:lnTo>
                  <a:pt x="286269" y="9911"/>
                </a:lnTo>
                <a:lnTo>
                  <a:pt x="296530" y="13381"/>
                </a:lnTo>
                <a:lnTo>
                  <a:pt x="306558" y="17336"/>
                </a:lnTo>
                <a:lnTo>
                  <a:pt x="311280" y="19472"/>
                </a:lnTo>
                <a:lnTo>
                  <a:pt x="295812" y="53693"/>
                </a:lnTo>
                <a:lnTo>
                  <a:pt x="291508" y="51741"/>
                </a:lnTo>
                <a:lnTo>
                  <a:pt x="292358" y="52091"/>
                </a:lnTo>
                <a:lnTo>
                  <a:pt x="283198" y="48487"/>
                </a:lnTo>
                <a:lnTo>
                  <a:pt x="284066" y="48804"/>
                </a:lnTo>
                <a:lnTo>
                  <a:pt x="274689" y="45634"/>
                </a:lnTo>
                <a:lnTo>
                  <a:pt x="275573" y="45901"/>
                </a:lnTo>
                <a:lnTo>
                  <a:pt x="265997" y="43181"/>
                </a:lnTo>
                <a:lnTo>
                  <a:pt x="266896" y="43415"/>
                </a:lnTo>
                <a:lnTo>
                  <a:pt x="257136" y="41162"/>
                </a:lnTo>
                <a:lnTo>
                  <a:pt x="258054" y="41346"/>
                </a:lnTo>
                <a:lnTo>
                  <a:pt x="248110" y="39578"/>
                </a:lnTo>
                <a:lnTo>
                  <a:pt x="249044" y="39711"/>
                </a:lnTo>
                <a:lnTo>
                  <a:pt x="238933" y="38426"/>
                </a:lnTo>
                <a:lnTo>
                  <a:pt x="239883" y="38526"/>
                </a:lnTo>
                <a:lnTo>
                  <a:pt x="229622" y="37758"/>
                </a:lnTo>
                <a:lnTo>
                  <a:pt x="230573" y="37792"/>
                </a:lnTo>
                <a:lnTo>
                  <a:pt x="220195" y="37542"/>
                </a:lnTo>
                <a:lnTo>
                  <a:pt x="221129" y="37542"/>
                </a:lnTo>
                <a:lnTo>
                  <a:pt x="210751" y="37792"/>
                </a:lnTo>
                <a:lnTo>
                  <a:pt x="211702" y="37758"/>
                </a:lnTo>
                <a:lnTo>
                  <a:pt x="201440" y="38526"/>
                </a:lnTo>
                <a:lnTo>
                  <a:pt x="202392" y="38426"/>
                </a:lnTo>
                <a:lnTo>
                  <a:pt x="195918" y="39260"/>
                </a:lnTo>
                <a:lnTo>
                  <a:pt x="191179" y="2019"/>
                </a:lnTo>
                <a:moveTo>
                  <a:pt x="347020" y="39794"/>
                </a:moveTo>
                <a:lnTo>
                  <a:pt x="352709" y="43849"/>
                </a:lnTo>
                <a:lnTo>
                  <a:pt x="361035" y="50389"/>
                </a:lnTo>
                <a:lnTo>
                  <a:pt x="369044" y="57331"/>
                </a:lnTo>
                <a:lnTo>
                  <a:pt x="376703" y="64622"/>
                </a:lnTo>
                <a:lnTo>
                  <a:pt x="383994" y="72280"/>
                </a:lnTo>
                <a:lnTo>
                  <a:pt x="390935" y="80289"/>
                </a:lnTo>
                <a:lnTo>
                  <a:pt x="397476" y="88615"/>
                </a:lnTo>
                <a:lnTo>
                  <a:pt x="403632" y="97275"/>
                </a:lnTo>
                <a:lnTo>
                  <a:pt x="409372" y="106218"/>
                </a:lnTo>
                <a:lnTo>
                  <a:pt x="414678" y="115462"/>
                </a:lnTo>
                <a:lnTo>
                  <a:pt x="419567" y="124989"/>
                </a:lnTo>
                <a:lnTo>
                  <a:pt x="423438" y="133565"/>
                </a:lnTo>
                <a:lnTo>
                  <a:pt x="389233" y="149032"/>
                </a:lnTo>
                <a:lnTo>
                  <a:pt x="385546" y="140874"/>
                </a:lnTo>
                <a:lnTo>
                  <a:pt x="385929" y="141691"/>
                </a:lnTo>
                <a:lnTo>
                  <a:pt x="381475" y="132981"/>
                </a:lnTo>
                <a:lnTo>
                  <a:pt x="381908" y="133782"/>
                </a:lnTo>
                <a:lnTo>
                  <a:pt x="377053" y="125323"/>
                </a:lnTo>
                <a:lnTo>
                  <a:pt x="377520" y="126107"/>
                </a:lnTo>
                <a:lnTo>
                  <a:pt x="372264" y="117915"/>
                </a:lnTo>
                <a:lnTo>
                  <a:pt x="372781" y="118665"/>
                </a:lnTo>
                <a:lnTo>
                  <a:pt x="367142" y="110740"/>
                </a:lnTo>
                <a:lnTo>
                  <a:pt x="367693" y="111457"/>
                </a:lnTo>
                <a:lnTo>
                  <a:pt x="361685" y="103832"/>
                </a:lnTo>
                <a:lnTo>
                  <a:pt x="362270" y="104533"/>
                </a:lnTo>
                <a:lnTo>
                  <a:pt x="355913" y="97208"/>
                </a:lnTo>
                <a:lnTo>
                  <a:pt x="356513" y="97875"/>
                </a:lnTo>
                <a:lnTo>
                  <a:pt x="349840" y="90851"/>
                </a:lnTo>
                <a:lnTo>
                  <a:pt x="350474" y="91485"/>
                </a:lnTo>
                <a:lnTo>
                  <a:pt x="343449" y="84811"/>
                </a:lnTo>
                <a:lnTo>
                  <a:pt x="344116" y="85412"/>
                </a:lnTo>
                <a:lnTo>
                  <a:pt x="336791" y="79055"/>
                </a:lnTo>
                <a:lnTo>
                  <a:pt x="337492" y="79639"/>
                </a:lnTo>
                <a:lnTo>
                  <a:pt x="329851" y="73632"/>
                </a:lnTo>
                <a:lnTo>
                  <a:pt x="330585" y="74183"/>
                </a:lnTo>
                <a:lnTo>
                  <a:pt x="325262" y="70395"/>
                </a:lnTo>
                <a:lnTo>
                  <a:pt x="347020" y="39794"/>
                </a:lnTo>
                <a:moveTo>
                  <a:pt x="436052" y="172776"/>
                </a:moveTo>
                <a:lnTo>
                  <a:pt x="436853" y="176213"/>
                </a:lnTo>
                <a:lnTo>
                  <a:pt x="438788" y="187075"/>
                </a:lnTo>
                <a:lnTo>
                  <a:pt x="440190" y="198120"/>
                </a:lnTo>
                <a:lnTo>
                  <a:pt x="441041" y="209316"/>
                </a:lnTo>
                <a:lnTo>
                  <a:pt x="441325" y="220662"/>
                </a:lnTo>
                <a:lnTo>
                  <a:pt x="441041" y="232008"/>
                </a:lnTo>
                <a:lnTo>
                  <a:pt x="440190" y="243204"/>
                </a:lnTo>
                <a:lnTo>
                  <a:pt x="438788" y="254249"/>
                </a:lnTo>
                <a:lnTo>
                  <a:pt x="436853" y="265111"/>
                </a:lnTo>
                <a:lnTo>
                  <a:pt x="434384" y="275790"/>
                </a:lnTo>
                <a:lnTo>
                  <a:pt x="431414" y="286268"/>
                </a:lnTo>
                <a:lnTo>
                  <a:pt x="428793" y="293977"/>
                </a:lnTo>
                <a:lnTo>
                  <a:pt x="393238" y="281947"/>
                </a:lnTo>
                <a:lnTo>
                  <a:pt x="395691" y="274689"/>
                </a:lnTo>
                <a:lnTo>
                  <a:pt x="395423" y="275573"/>
                </a:lnTo>
                <a:lnTo>
                  <a:pt x="398143" y="265996"/>
                </a:lnTo>
                <a:lnTo>
                  <a:pt x="397910" y="266897"/>
                </a:lnTo>
                <a:lnTo>
                  <a:pt x="400162" y="257136"/>
                </a:lnTo>
                <a:lnTo>
                  <a:pt x="399978" y="258054"/>
                </a:lnTo>
                <a:lnTo>
                  <a:pt x="401747" y="248109"/>
                </a:lnTo>
                <a:lnTo>
                  <a:pt x="401614" y="249044"/>
                </a:lnTo>
                <a:lnTo>
                  <a:pt x="402898" y="238932"/>
                </a:lnTo>
                <a:lnTo>
                  <a:pt x="402799" y="239883"/>
                </a:lnTo>
                <a:lnTo>
                  <a:pt x="403566" y="229622"/>
                </a:lnTo>
                <a:lnTo>
                  <a:pt x="403532" y="230573"/>
                </a:lnTo>
                <a:lnTo>
                  <a:pt x="403782" y="220195"/>
                </a:lnTo>
                <a:lnTo>
                  <a:pt x="403782" y="221129"/>
                </a:lnTo>
                <a:lnTo>
                  <a:pt x="403532" y="210751"/>
                </a:lnTo>
                <a:lnTo>
                  <a:pt x="403566" y="211702"/>
                </a:lnTo>
                <a:lnTo>
                  <a:pt x="402799" y="201441"/>
                </a:lnTo>
                <a:lnTo>
                  <a:pt x="402898" y="202392"/>
                </a:lnTo>
                <a:lnTo>
                  <a:pt x="401614" y="192280"/>
                </a:lnTo>
                <a:lnTo>
                  <a:pt x="401747" y="193215"/>
                </a:lnTo>
                <a:lnTo>
                  <a:pt x="399978" y="183270"/>
                </a:lnTo>
                <a:lnTo>
                  <a:pt x="400162" y="184188"/>
                </a:lnTo>
                <a:lnTo>
                  <a:pt x="399478" y="181218"/>
                </a:lnTo>
                <a:lnTo>
                  <a:pt x="436052" y="172776"/>
                </a:lnTo>
                <a:moveTo>
                  <a:pt x="411541" y="331335"/>
                </a:moveTo>
                <a:lnTo>
                  <a:pt x="409372" y="335106"/>
                </a:lnTo>
                <a:lnTo>
                  <a:pt x="403632" y="344049"/>
                </a:lnTo>
                <a:lnTo>
                  <a:pt x="397476" y="352709"/>
                </a:lnTo>
                <a:lnTo>
                  <a:pt x="390935" y="361035"/>
                </a:lnTo>
                <a:lnTo>
                  <a:pt x="383994" y="369044"/>
                </a:lnTo>
                <a:lnTo>
                  <a:pt x="376703" y="376702"/>
                </a:lnTo>
                <a:lnTo>
                  <a:pt x="369044" y="383994"/>
                </a:lnTo>
                <a:lnTo>
                  <a:pt x="361035" y="390935"/>
                </a:lnTo>
                <a:lnTo>
                  <a:pt x="352709" y="397475"/>
                </a:lnTo>
                <a:lnTo>
                  <a:pt x="344050" y="403632"/>
                </a:lnTo>
                <a:lnTo>
                  <a:pt x="335107" y="409372"/>
                </a:lnTo>
                <a:lnTo>
                  <a:pt x="325862" y="414678"/>
                </a:lnTo>
                <a:lnTo>
                  <a:pt x="323726" y="415779"/>
                </a:lnTo>
                <a:lnTo>
                  <a:pt x="306607" y="382358"/>
                </a:lnTo>
                <a:lnTo>
                  <a:pt x="308343" y="381474"/>
                </a:lnTo>
                <a:lnTo>
                  <a:pt x="307542" y="381908"/>
                </a:lnTo>
                <a:lnTo>
                  <a:pt x="315985" y="377053"/>
                </a:lnTo>
                <a:lnTo>
                  <a:pt x="315217" y="377520"/>
                </a:lnTo>
                <a:lnTo>
                  <a:pt x="323410" y="372264"/>
                </a:lnTo>
                <a:lnTo>
                  <a:pt x="322659" y="372781"/>
                </a:lnTo>
                <a:lnTo>
                  <a:pt x="330585" y="367141"/>
                </a:lnTo>
                <a:lnTo>
                  <a:pt x="329851" y="367692"/>
                </a:lnTo>
                <a:lnTo>
                  <a:pt x="337492" y="361685"/>
                </a:lnTo>
                <a:lnTo>
                  <a:pt x="336791" y="362270"/>
                </a:lnTo>
                <a:lnTo>
                  <a:pt x="344116" y="355913"/>
                </a:lnTo>
                <a:lnTo>
                  <a:pt x="343449" y="356513"/>
                </a:lnTo>
                <a:lnTo>
                  <a:pt x="350474" y="349839"/>
                </a:lnTo>
                <a:lnTo>
                  <a:pt x="349840" y="350473"/>
                </a:lnTo>
                <a:lnTo>
                  <a:pt x="356513" y="343449"/>
                </a:lnTo>
                <a:lnTo>
                  <a:pt x="355913" y="344116"/>
                </a:lnTo>
                <a:lnTo>
                  <a:pt x="362270" y="336791"/>
                </a:lnTo>
                <a:lnTo>
                  <a:pt x="361685" y="337492"/>
                </a:lnTo>
                <a:lnTo>
                  <a:pt x="367693" y="329850"/>
                </a:lnTo>
                <a:lnTo>
                  <a:pt x="367142" y="330584"/>
                </a:lnTo>
                <a:lnTo>
                  <a:pt x="372781" y="322659"/>
                </a:lnTo>
                <a:lnTo>
                  <a:pt x="372264" y="323409"/>
                </a:lnTo>
                <a:lnTo>
                  <a:pt x="377520" y="315217"/>
                </a:lnTo>
                <a:lnTo>
                  <a:pt x="377053" y="316001"/>
                </a:lnTo>
                <a:lnTo>
                  <a:pt x="378988" y="312614"/>
                </a:lnTo>
                <a:lnTo>
                  <a:pt x="411541" y="331335"/>
                </a:lnTo>
                <a:moveTo>
                  <a:pt x="285701" y="431563"/>
                </a:moveTo>
                <a:lnTo>
                  <a:pt x="275790" y="434383"/>
                </a:lnTo>
                <a:lnTo>
                  <a:pt x="265111" y="436853"/>
                </a:lnTo>
                <a:lnTo>
                  <a:pt x="254249" y="438788"/>
                </a:lnTo>
                <a:lnTo>
                  <a:pt x="243204" y="440190"/>
                </a:lnTo>
                <a:lnTo>
                  <a:pt x="232008" y="441041"/>
                </a:lnTo>
                <a:lnTo>
                  <a:pt x="220662" y="441324"/>
                </a:lnTo>
                <a:lnTo>
                  <a:pt x="209317" y="441041"/>
                </a:lnTo>
                <a:lnTo>
                  <a:pt x="198120" y="440190"/>
                </a:lnTo>
                <a:lnTo>
                  <a:pt x="187075" y="438788"/>
                </a:lnTo>
                <a:lnTo>
                  <a:pt x="176213" y="436853"/>
                </a:lnTo>
                <a:lnTo>
                  <a:pt x="165534" y="434383"/>
                </a:lnTo>
                <a:lnTo>
                  <a:pt x="164283" y="434033"/>
                </a:lnTo>
                <a:lnTo>
                  <a:pt x="174544" y="397909"/>
                </a:lnTo>
                <a:lnTo>
                  <a:pt x="175329" y="398143"/>
                </a:lnTo>
                <a:lnTo>
                  <a:pt x="174427" y="397909"/>
                </a:lnTo>
                <a:lnTo>
                  <a:pt x="184188" y="400162"/>
                </a:lnTo>
                <a:lnTo>
                  <a:pt x="183270" y="399978"/>
                </a:lnTo>
                <a:lnTo>
                  <a:pt x="193215" y="401747"/>
                </a:lnTo>
                <a:lnTo>
                  <a:pt x="192280" y="401614"/>
                </a:lnTo>
                <a:lnTo>
                  <a:pt x="202392" y="402882"/>
                </a:lnTo>
                <a:lnTo>
                  <a:pt x="201440" y="402798"/>
                </a:lnTo>
                <a:lnTo>
                  <a:pt x="211702" y="403566"/>
                </a:lnTo>
                <a:lnTo>
                  <a:pt x="210751" y="403532"/>
                </a:lnTo>
                <a:lnTo>
                  <a:pt x="221129" y="403782"/>
                </a:lnTo>
                <a:lnTo>
                  <a:pt x="220195" y="403782"/>
                </a:lnTo>
                <a:lnTo>
                  <a:pt x="230573" y="403532"/>
                </a:lnTo>
                <a:lnTo>
                  <a:pt x="229622" y="403566"/>
                </a:lnTo>
                <a:lnTo>
                  <a:pt x="239883" y="402798"/>
                </a:lnTo>
                <a:lnTo>
                  <a:pt x="238933" y="402882"/>
                </a:lnTo>
                <a:lnTo>
                  <a:pt x="249044" y="401614"/>
                </a:lnTo>
                <a:lnTo>
                  <a:pt x="248110" y="401747"/>
                </a:lnTo>
                <a:lnTo>
                  <a:pt x="258054" y="399978"/>
                </a:lnTo>
                <a:lnTo>
                  <a:pt x="257136" y="400162"/>
                </a:lnTo>
                <a:lnTo>
                  <a:pt x="266896" y="397909"/>
                </a:lnTo>
                <a:lnTo>
                  <a:pt x="265997" y="398143"/>
                </a:lnTo>
                <a:lnTo>
                  <a:pt x="275456" y="395457"/>
                </a:lnTo>
                <a:lnTo>
                  <a:pt x="285701" y="431563"/>
                </a:lnTo>
                <a:moveTo>
                  <a:pt x="126457" y="420234"/>
                </a:moveTo>
                <a:lnTo>
                  <a:pt x="124989" y="419567"/>
                </a:lnTo>
                <a:lnTo>
                  <a:pt x="115462" y="414678"/>
                </a:lnTo>
                <a:lnTo>
                  <a:pt x="106218" y="409372"/>
                </a:lnTo>
                <a:lnTo>
                  <a:pt x="97275" y="403632"/>
                </a:lnTo>
                <a:lnTo>
                  <a:pt x="88615" y="397475"/>
                </a:lnTo>
                <a:lnTo>
                  <a:pt x="80290" y="390935"/>
                </a:lnTo>
                <a:lnTo>
                  <a:pt x="72281" y="383994"/>
                </a:lnTo>
                <a:lnTo>
                  <a:pt x="64623" y="376702"/>
                </a:lnTo>
                <a:lnTo>
                  <a:pt x="57331" y="369044"/>
                </a:lnTo>
                <a:lnTo>
                  <a:pt x="50390" y="361035"/>
                </a:lnTo>
                <a:lnTo>
                  <a:pt x="43849" y="352709"/>
                </a:lnTo>
                <a:lnTo>
                  <a:pt x="37692" y="344049"/>
                </a:lnTo>
                <a:lnTo>
                  <a:pt x="34956" y="339795"/>
                </a:lnTo>
                <a:lnTo>
                  <a:pt x="66558" y="319522"/>
                </a:lnTo>
                <a:lnTo>
                  <a:pt x="69060" y="323409"/>
                </a:lnTo>
                <a:lnTo>
                  <a:pt x="68543" y="322659"/>
                </a:lnTo>
                <a:lnTo>
                  <a:pt x="74183" y="330584"/>
                </a:lnTo>
                <a:lnTo>
                  <a:pt x="73632" y="329850"/>
                </a:lnTo>
                <a:lnTo>
                  <a:pt x="79639" y="337492"/>
                </a:lnTo>
                <a:lnTo>
                  <a:pt x="79055" y="336791"/>
                </a:lnTo>
                <a:lnTo>
                  <a:pt x="85412" y="344116"/>
                </a:lnTo>
                <a:lnTo>
                  <a:pt x="84811" y="343449"/>
                </a:lnTo>
                <a:lnTo>
                  <a:pt x="91485" y="350473"/>
                </a:lnTo>
                <a:lnTo>
                  <a:pt x="90851" y="349839"/>
                </a:lnTo>
                <a:lnTo>
                  <a:pt x="97875" y="356513"/>
                </a:lnTo>
                <a:lnTo>
                  <a:pt x="97208" y="355913"/>
                </a:lnTo>
                <a:lnTo>
                  <a:pt x="104533" y="362270"/>
                </a:lnTo>
                <a:lnTo>
                  <a:pt x="103833" y="361685"/>
                </a:lnTo>
                <a:lnTo>
                  <a:pt x="111458" y="367692"/>
                </a:lnTo>
                <a:lnTo>
                  <a:pt x="110740" y="367141"/>
                </a:lnTo>
                <a:lnTo>
                  <a:pt x="118665" y="372781"/>
                </a:lnTo>
                <a:lnTo>
                  <a:pt x="117915" y="372264"/>
                </a:lnTo>
                <a:lnTo>
                  <a:pt x="126107" y="377520"/>
                </a:lnTo>
                <a:lnTo>
                  <a:pt x="125323" y="377053"/>
                </a:lnTo>
                <a:lnTo>
                  <a:pt x="133782" y="381908"/>
                </a:lnTo>
                <a:lnTo>
                  <a:pt x="132981" y="381474"/>
                </a:lnTo>
                <a:lnTo>
                  <a:pt x="141691" y="385929"/>
                </a:lnTo>
                <a:lnTo>
                  <a:pt x="140874" y="385546"/>
                </a:lnTo>
                <a:lnTo>
                  <a:pt x="141924" y="386029"/>
                </a:lnTo>
                <a:lnTo>
                  <a:pt x="126457" y="420234"/>
                </a:lnTo>
                <a:moveTo>
                  <a:pt x="16052" y="303271"/>
                </a:moveTo>
                <a:lnTo>
                  <a:pt x="13381" y="296530"/>
                </a:lnTo>
                <a:lnTo>
                  <a:pt x="9912" y="286268"/>
                </a:lnTo>
                <a:lnTo>
                  <a:pt x="6941" y="275790"/>
                </a:lnTo>
                <a:lnTo>
                  <a:pt x="4472" y="265111"/>
                </a:lnTo>
                <a:lnTo>
                  <a:pt x="2536" y="254249"/>
                </a:lnTo>
                <a:lnTo>
                  <a:pt x="1135" y="243204"/>
                </a:lnTo>
                <a:lnTo>
                  <a:pt x="317" y="232475"/>
                </a:lnTo>
                <a:lnTo>
                  <a:pt x="37758" y="229622"/>
                </a:lnTo>
                <a:lnTo>
                  <a:pt x="38527" y="239883"/>
                </a:lnTo>
                <a:lnTo>
                  <a:pt x="38426" y="238932"/>
                </a:lnTo>
                <a:lnTo>
                  <a:pt x="39711" y="249044"/>
                </a:lnTo>
                <a:lnTo>
                  <a:pt x="39578" y="248109"/>
                </a:lnTo>
                <a:lnTo>
                  <a:pt x="41346" y="258054"/>
                </a:lnTo>
                <a:lnTo>
                  <a:pt x="41163" y="257136"/>
                </a:lnTo>
                <a:lnTo>
                  <a:pt x="43415" y="266897"/>
                </a:lnTo>
                <a:lnTo>
                  <a:pt x="43182" y="265996"/>
                </a:lnTo>
                <a:lnTo>
                  <a:pt x="45902" y="275573"/>
                </a:lnTo>
                <a:lnTo>
                  <a:pt x="45635" y="274689"/>
                </a:lnTo>
                <a:lnTo>
                  <a:pt x="48805" y="284066"/>
                </a:lnTo>
                <a:lnTo>
                  <a:pt x="48487" y="283198"/>
                </a:lnTo>
                <a:lnTo>
                  <a:pt x="50973" y="289505"/>
                </a:lnTo>
                <a:lnTo>
                  <a:pt x="16052" y="303271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219-part-0">
            <a:extLst xmlns:a="http://schemas.openxmlformats.org/drawingml/2006/main">
              <a:ext uri="{FF2B5EF4-FFF2-40B4-BE49-F238E27FC236}">
                <a16:creationId xmlns:a16="http://schemas.microsoft.com/office/drawing/2014/main" id="{4D6A2E7B-BD49-44B6-9F07-F8C74579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4099" y="3167215"/>
            <a:ext cx="550029" cy="296997"/>
          </a:xfrm>
          <a:custGeom xmlns:a="http://schemas.openxmlformats.org/drawingml/2006/main">
            <a:pathLst>
              <a:path w="550029" h="296997">
                <a:moveTo>
                  <a:pt x="119283" y="162481"/>
                </a:moveTo>
                <a:lnTo>
                  <a:pt x="48070" y="253933"/>
                </a:lnTo>
                <a:lnTo>
                  <a:pt x="76635" y="257770"/>
                </a:lnTo>
                <a:lnTo>
                  <a:pt x="32086" y="150768"/>
                </a:lnTo>
                <a:lnTo>
                  <a:pt x="30418" y="147714"/>
                </a:lnTo>
                <a:lnTo>
                  <a:pt x="28148" y="145061"/>
                </a:lnTo>
                <a:lnTo>
                  <a:pt x="25378" y="142942"/>
                </a:lnTo>
                <a:lnTo>
                  <a:pt x="22225" y="141440"/>
                </a:lnTo>
                <a:lnTo>
                  <a:pt x="18821" y="140640"/>
                </a:lnTo>
                <a:lnTo>
                  <a:pt x="15334" y="140556"/>
                </a:lnTo>
                <a:lnTo>
                  <a:pt x="11913" y="141190"/>
                </a:lnTo>
                <a:lnTo>
                  <a:pt x="8693" y="142542"/>
                </a:lnTo>
                <a:lnTo>
                  <a:pt x="5823" y="144511"/>
                </a:lnTo>
                <a:lnTo>
                  <a:pt x="3420" y="147047"/>
                </a:lnTo>
                <a:lnTo>
                  <a:pt x="1602" y="150034"/>
                </a:lnTo>
                <a:lnTo>
                  <a:pt x="450" y="153320"/>
                </a:lnTo>
                <a:lnTo>
                  <a:pt x="0" y="156774"/>
                </a:lnTo>
                <a:lnTo>
                  <a:pt x="283" y="160262"/>
                </a:lnTo>
                <a:lnTo>
                  <a:pt x="1285" y="163599"/>
                </a:lnTo>
                <a:lnTo>
                  <a:pt x="56830" y="296997"/>
                </a:lnTo>
                <a:lnTo>
                  <a:pt x="145612" y="182987"/>
                </a:lnTo>
                <a:lnTo>
                  <a:pt x="147447" y="180017"/>
                </a:lnTo>
                <a:lnTo>
                  <a:pt x="148632" y="176747"/>
                </a:lnTo>
                <a:lnTo>
                  <a:pt x="149116" y="173276"/>
                </a:lnTo>
                <a:lnTo>
                  <a:pt x="148866" y="169805"/>
                </a:lnTo>
                <a:lnTo>
                  <a:pt x="147898" y="166451"/>
                </a:lnTo>
                <a:lnTo>
                  <a:pt x="146263" y="163382"/>
                </a:lnTo>
                <a:lnTo>
                  <a:pt x="144010" y="160712"/>
                </a:lnTo>
                <a:lnTo>
                  <a:pt x="141256" y="158560"/>
                </a:lnTo>
                <a:lnTo>
                  <a:pt x="138121" y="157041"/>
                </a:lnTo>
                <a:lnTo>
                  <a:pt x="134733" y="156207"/>
                </a:lnTo>
                <a:lnTo>
                  <a:pt x="131246" y="156090"/>
                </a:lnTo>
                <a:lnTo>
                  <a:pt x="127809" y="156691"/>
                </a:lnTo>
                <a:lnTo>
                  <a:pt x="124588" y="158009"/>
                </a:lnTo>
                <a:lnTo>
                  <a:pt x="121702" y="159961"/>
                </a:lnTo>
                <a:lnTo>
                  <a:pt x="119283" y="162481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219-part-1">
            <a:extLst xmlns:a="http://schemas.openxmlformats.org/drawingml/2006/main">
              <a:ext uri="{FF2B5EF4-FFF2-40B4-BE49-F238E27FC236}">
                <a16:creationId xmlns:a16="http://schemas.microsoft.com/office/drawing/2014/main" id="{1836ABC0-EABC-4608-8969-D32D1E37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4099" y="3167215"/>
            <a:ext cx="550029" cy="296997"/>
          </a:xfrm>
          <a:custGeom xmlns:a="http://schemas.openxmlformats.org/drawingml/2006/main">
            <a:pathLst>
              <a:path w="550029" h="296997">
                <a:moveTo>
                  <a:pt x="549729" y="0"/>
                </a:moveTo>
                <a:lnTo>
                  <a:pt x="538032" y="100"/>
                </a:lnTo>
                <a:lnTo>
                  <a:pt x="526185" y="417"/>
                </a:lnTo>
                <a:lnTo>
                  <a:pt x="514372" y="934"/>
                </a:lnTo>
                <a:lnTo>
                  <a:pt x="502558" y="1652"/>
                </a:lnTo>
                <a:lnTo>
                  <a:pt x="490796" y="2552"/>
                </a:lnTo>
                <a:lnTo>
                  <a:pt x="479049" y="3670"/>
                </a:lnTo>
                <a:lnTo>
                  <a:pt x="467337" y="4955"/>
                </a:lnTo>
                <a:lnTo>
                  <a:pt x="455673" y="6440"/>
                </a:lnTo>
                <a:lnTo>
                  <a:pt x="444061" y="8109"/>
                </a:lnTo>
                <a:lnTo>
                  <a:pt x="432431" y="9978"/>
                </a:lnTo>
                <a:lnTo>
                  <a:pt x="414228" y="13315"/>
                </a:lnTo>
                <a:lnTo>
                  <a:pt x="420267" y="46134"/>
                </a:lnTo>
                <a:lnTo>
                  <a:pt x="438287" y="42831"/>
                </a:lnTo>
                <a:lnTo>
                  <a:pt x="437887" y="42897"/>
                </a:lnTo>
                <a:lnTo>
                  <a:pt x="449199" y="41079"/>
                </a:lnTo>
                <a:lnTo>
                  <a:pt x="448932" y="41129"/>
                </a:lnTo>
                <a:lnTo>
                  <a:pt x="460278" y="39494"/>
                </a:lnTo>
                <a:lnTo>
                  <a:pt x="460011" y="39527"/>
                </a:lnTo>
                <a:lnTo>
                  <a:pt x="471407" y="38075"/>
                </a:lnTo>
                <a:lnTo>
                  <a:pt x="471140" y="38109"/>
                </a:lnTo>
                <a:lnTo>
                  <a:pt x="482587" y="36841"/>
                </a:lnTo>
                <a:lnTo>
                  <a:pt x="482303" y="36874"/>
                </a:lnTo>
                <a:lnTo>
                  <a:pt x="493782" y="35790"/>
                </a:lnTo>
                <a:lnTo>
                  <a:pt x="493500" y="35823"/>
                </a:lnTo>
                <a:lnTo>
                  <a:pt x="505012" y="34922"/>
                </a:lnTo>
                <a:lnTo>
                  <a:pt x="504728" y="34956"/>
                </a:lnTo>
                <a:lnTo>
                  <a:pt x="516241" y="34255"/>
                </a:lnTo>
                <a:lnTo>
                  <a:pt x="515957" y="34271"/>
                </a:lnTo>
                <a:lnTo>
                  <a:pt x="527503" y="33754"/>
                </a:lnTo>
                <a:lnTo>
                  <a:pt x="527220" y="33771"/>
                </a:lnTo>
                <a:lnTo>
                  <a:pt x="538766" y="33471"/>
                </a:lnTo>
                <a:lnTo>
                  <a:pt x="538466" y="33471"/>
                </a:lnTo>
                <a:lnTo>
                  <a:pt x="550029" y="33370"/>
                </a:lnTo>
                <a:lnTo>
                  <a:pt x="549729" y="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219-part-2">
            <a:extLst xmlns:a="http://schemas.openxmlformats.org/drawingml/2006/main">
              <a:ext uri="{FF2B5EF4-FFF2-40B4-BE49-F238E27FC236}">
                <a16:creationId xmlns:a16="http://schemas.microsoft.com/office/drawing/2014/main" id="{8C14C8B4-3DBF-45DB-BD3F-9614CCC0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4099" y="3167215"/>
            <a:ext cx="550029" cy="296997"/>
          </a:xfrm>
          <a:custGeom xmlns:a="http://schemas.openxmlformats.org/drawingml/2006/main">
            <a:pathLst>
              <a:path w="550029" h="296997">
                <a:moveTo>
                  <a:pt x="315084" y="39711"/>
                </a:moveTo>
                <a:lnTo>
                  <a:pt x="299917" y="45016"/>
                </a:lnTo>
                <a:lnTo>
                  <a:pt x="279294" y="52942"/>
                </a:lnTo>
                <a:lnTo>
                  <a:pt x="259222" y="61418"/>
                </a:lnTo>
                <a:lnTo>
                  <a:pt x="239733" y="70395"/>
                </a:lnTo>
                <a:lnTo>
                  <a:pt x="220862" y="79855"/>
                </a:lnTo>
                <a:lnTo>
                  <a:pt x="202659" y="89783"/>
                </a:lnTo>
                <a:lnTo>
                  <a:pt x="190996" y="96691"/>
                </a:lnTo>
                <a:lnTo>
                  <a:pt x="208015" y="125389"/>
                </a:lnTo>
                <a:lnTo>
                  <a:pt x="219410" y="118632"/>
                </a:lnTo>
                <a:lnTo>
                  <a:pt x="218893" y="118932"/>
                </a:lnTo>
                <a:lnTo>
                  <a:pt x="236580" y="109288"/>
                </a:lnTo>
                <a:lnTo>
                  <a:pt x="236079" y="109555"/>
                </a:lnTo>
                <a:lnTo>
                  <a:pt x="254433" y="100345"/>
                </a:lnTo>
                <a:lnTo>
                  <a:pt x="253933" y="100578"/>
                </a:lnTo>
                <a:lnTo>
                  <a:pt x="272937" y="91835"/>
                </a:lnTo>
                <a:lnTo>
                  <a:pt x="272437" y="92053"/>
                </a:lnTo>
                <a:lnTo>
                  <a:pt x="292025" y="83793"/>
                </a:lnTo>
                <a:lnTo>
                  <a:pt x="291525" y="83993"/>
                </a:lnTo>
                <a:lnTo>
                  <a:pt x="311664" y="76252"/>
                </a:lnTo>
                <a:lnTo>
                  <a:pt x="311163" y="76435"/>
                </a:lnTo>
                <a:lnTo>
                  <a:pt x="326079" y="71213"/>
                </a:lnTo>
                <a:lnTo>
                  <a:pt x="315084" y="39711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219-part-3">
            <a:extLst xmlns:a="http://schemas.openxmlformats.org/drawingml/2006/main">
              <a:ext uri="{FF2B5EF4-FFF2-40B4-BE49-F238E27FC236}">
                <a16:creationId xmlns:a16="http://schemas.microsoft.com/office/drawing/2014/main" id="{C40C969C-EB1E-4E2A-8A40-A1F65955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4099" y="3167215"/>
            <a:ext cx="550029" cy="296997"/>
          </a:xfrm>
          <a:custGeom xmlns:a="http://schemas.openxmlformats.org/drawingml/2006/main">
            <a:pathLst>
              <a:path w="550029" h="296997">
                <a:moveTo>
                  <a:pt x="108170" y="159644"/>
                </a:moveTo>
                <a:lnTo>
                  <a:pt x="103615" y="164182"/>
                </a:lnTo>
                <a:lnTo>
                  <a:pt x="97592" y="170540"/>
                </a:lnTo>
                <a:lnTo>
                  <a:pt x="91819" y="176980"/>
                </a:lnTo>
                <a:lnTo>
                  <a:pt x="86296" y="183488"/>
                </a:lnTo>
                <a:lnTo>
                  <a:pt x="81057" y="190078"/>
                </a:lnTo>
                <a:lnTo>
                  <a:pt x="76085" y="196736"/>
                </a:lnTo>
                <a:lnTo>
                  <a:pt x="71413" y="203477"/>
                </a:lnTo>
                <a:lnTo>
                  <a:pt x="67025" y="210300"/>
                </a:lnTo>
                <a:lnTo>
                  <a:pt x="62920" y="217192"/>
                </a:lnTo>
                <a:lnTo>
                  <a:pt x="59132" y="224149"/>
                </a:lnTo>
                <a:lnTo>
                  <a:pt x="55662" y="231173"/>
                </a:lnTo>
                <a:lnTo>
                  <a:pt x="52508" y="238265"/>
                </a:lnTo>
                <a:lnTo>
                  <a:pt x="49689" y="245423"/>
                </a:lnTo>
                <a:lnTo>
                  <a:pt x="47219" y="252647"/>
                </a:lnTo>
                <a:lnTo>
                  <a:pt x="45217" y="259505"/>
                </a:lnTo>
                <a:lnTo>
                  <a:pt x="77252" y="268849"/>
                </a:lnTo>
                <a:lnTo>
                  <a:pt x="79138" y="262358"/>
                </a:lnTo>
                <a:lnTo>
                  <a:pt x="78904" y="263109"/>
                </a:lnTo>
                <a:lnTo>
                  <a:pt x="81140" y="256602"/>
                </a:lnTo>
                <a:lnTo>
                  <a:pt x="80873" y="257303"/>
                </a:lnTo>
                <a:lnTo>
                  <a:pt x="83426" y="250829"/>
                </a:lnTo>
                <a:lnTo>
                  <a:pt x="83159" y="251480"/>
                </a:lnTo>
                <a:lnTo>
                  <a:pt x="86013" y="245022"/>
                </a:lnTo>
                <a:lnTo>
                  <a:pt x="85728" y="245657"/>
                </a:lnTo>
                <a:lnTo>
                  <a:pt x="88898" y="239233"/>
                </a:lnTo>
                <a:lnTo>
                  <a:pt x="88598" y="239817"/>
                </a:lnTo>
                <a:lnTo>
                  <a:pt x="92086" y="233426"/>
                </a:lnTo>
                <a:lnTo>
                  <a:pt x="91769" y="233960"/>
                </a:lnTo>
                <a:lnTo>
                  <a:pt x="95540" y="227603"/>
                </a:lnTo>
                <a:lnTo>
                  <a:pt x="95222" y="228120"/>
                </a:lnTo>
                <a:lnTo>
                  <a:pt x="99311" y="221796"/>
                </a:lnTo>
                <a:lnTo>
                  <a:pt x="98977" y="222280"/>
                </a:lnTo>
                <a:lnTo>
                  <a:pt x="103349" y="216007"/>
                </a:lnTo>
                <a:lnTo>
                  <a:pt x="103014" y="216458"/>
                </a:lnTo>
                <a:lnTo>
                  <a:pt x="107670" y="210217"/>
                </a:lnTo>
                <a:lnTo>
                  <a:pt x="107336" y="210634"/>
                </a:lnTo>
                <a:lnTo>
                  <a:pt x="112259" y="204461"/>
                </a:lnTo>
                <a:lnTo>
                  <a:pt x="111941" y="204845"/>
                </a:lnTo>
                <a:lnTo>
                  <a:pt x="117131" y="198721"/>
                </a:lnTo>
                <a:lnTo>
                  <a:pt x="116813" y="199088"/>
                </a:lnTo>
                <a:lnTo>
                  <a:pt x="122269" y="192998"/>
                </a:lnTo>
                <a:lnTo>
                  <a:pt x="121952" y="193348"/>
                </a:lnTo>
                <a:lnTo>
                  <a:pt x="127659" y="187325"/>
                </a:lnTo>
                <a:lnTo>
                  <a:pt x="127359" y="187642"/>
                </a:lnTo>
                <a:lnTo>
                  <a:pt x="131747" y="183254"/>
                </a:lnTo>
                <a:lnTo>
                  <a:pt x="108170" y="159644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28A5CD3F-F417-441D-B51D-4916578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87289" y="3030396"/>
            <a:ext cx="384594" cy="384594"/>
          </a:xfrm>
          <a:custGeom xmlns:a="http://schemas.openxmlformats.org/drawingml/2006/main">
            <a:pathLst>
              <a:path w="384594" h="384594">
                <a:moveTo>
                  <a:pt x="249" y="182419"/>
                </a:moveTo>
                <a:lnTo>
                  <a:pt x="984" y="172659"/>
                </a:lnTo>
                <a:lnTo>
                  <a:pt x="2201" y="163031"/>
                </a:lnTo>
                <a:lnTo>
                  <a:pt x="3903" y="153554"/>
                </a:lnTo>
                <a:lnTo>
                  <a:pt x="6055" y="144244"/>
                </a:lnTo>
                <a:lnTo>
                  <a:pt x="8642" y="135117"/>
                </a:lnTo>
                <a:lnTo>
                  <a:pt x="11663" y="126174"/>
                </a:lnTo>
                <a:lnTo>
                  <a:pt x="15116" y="117447"/>
                </a:lnTo>
                <a:lnTo>
                  <a:pt x="18970" y="108921"/>
                </a:lnTo>
                <a:lnTo>
                  <a:pt x="23208" y="100628"/>
                </a:lnTo>
                <a:lnTo>
                  <a:pt x="27846" y="92570"/>
                </a:lnTo>
                <a:lnTo>
                  <a:pt x="32853" y="84761"/>
                </a:lnTo>
                <a:lnTo>
                  <a:pt x="38208" y="77236"/>
                </a:lnTo>
                <a:lnTo>
                  <a:pt x="43914" y="69961"/>
                </a:lnTo>
                <a:lnTo>
                  <a:pt x="49954" y="62987"/>
                </a:lnTo>
                <a:lnTo>
                  <a:pt x="56313" y="56312"/>
                </a:lnTo>
                <a:lnTo>
                  <a:pt x="62986" y="49956"/>
                </a:lnTo>
                <a:lnTo>
                  <a:pt x="69960" y="43915"/>
                </a:lnTo>
                <a:lnTo>
                  <a:pt x="77235" y="38209"/>
                </a:lnTo>
                <a:lnTo>
                  <a:pt x="84761" y="32853"/>
                </a:lnTo>
                <a:lnTo>
                  <a:pt x="92569" y="27848"/>
                </a:lnTo>
                <a:lnTo>
                  <a:pt x="100628" y="23209"/>
                </a:lnTo>
                <a:lnTo>
                  <a:pt x="108920" y="18971"/>
                </a:lnTo>
                <a:lnTo>
                  <a:pt x="117446" y="15117"/>
                </a:lnTo>
                <a:lnTo>
                  <a:pt x="126172" y="11663"/>
                </a:lnTo>
                <a:lnTo>
                  <a:pt x="135116" y="8643"/>
                </a:lnTo>
                <a:lnTo>
                  <a:pt x="144242" y="6056"/>
                </a:lnTo>
                <a:lnTo>
                  <a:pt x="153554" y="3904"/>
                </a:lnTo>
                <a:lnTo>
                  <a:pt x="163031" y="2202"/>
                </a:lnTo>
                <a:lnTo>
                  <a:pt x="172657" y="985"/>
                </a:lnTo>
                <a:lnTo>
                  <a:pt x="182419" y="250"/>
                </a:lnTo>
                <a:lnTo>
                  <a:pt x="192295" y="0"/>
                </a:lnTo>
                <a:lnTo>
                  <a:pt x="202174" y="250"/>
                </a:lnTo>
                <a:lnTo>
                  <a:pt x="211935" y="985"/>
                </a:lnTo>
                <a:lnTo>
                  <a:pt x="221563" y="2202"/>
                </a:lnTo>
                <a:lnTo>
                  <a:pt x="231040" y="3904"/>
                </a:lnTo>
                <a:lnTo>
                  <a:pt x="240350" y="6056"/>
                </a:lnTo>
                <a:lnTo>
                  <a:pt x="249477" y="8643"/>
                </a:lnTo>
                <a:lnTo>
                  <a:pt x="258420" y="11663"/>
                </a:lnTo>
                <a:lnTo>
                  <a:pt x="267146" y="15117"/>
                </a:lnTo>
                <a:lnTo>
                  <a:pt x="275673" y="18971"/>
                </a:lnTo>
                <a:lnTo>
                  <a:pt x="283966" y="23209"/>
                </a:lnTo>
                <a:lnTo>
                  <a:pt x="292023" y="27848"/>
                </a:lnTo>
                <a:lnTo>
                  <a:pt x="299832" y="32853"/>
                </a:lnTo>
                <a:lnTo>
                  <a:pt x="307357" y="38209"/>
                </a:lnTo>
                <a:lnTo>
                  <a:pt x="314632" y="43915"/>
                </a:lnTo>
                <a:lnTo>
                  <a:pt x="321591" y="49956"/>
                </a:lnTo>
                <a:lnTo>
                  <a:pt x="328281" y="56312"/>
                </a:lnTo>
                <a:lnTo>
                  <a:pt x="334638" y="62987"/>
                </a:lnTo>
                <a:lnTo>
                  <a:pt x="340678" y="69961"/>
                </a:lnTo>
                <a:lnTo>
                  <a:pt x="346385" y="77236"/>
                </a:lnTo>
                <a:lnTo>
                  <a:pt x="351741" y="84761"/>
                </a:lnTo>
                <a:lnTo>
                  <a:pt x="356746" y="92570"/>
                </a:lnTo>
                <a:lnTo>
                  <a:pt x="361385" y="100628"/>
                </a:lnTo>
                <a:lnTo>
                  <a:pt x="365622" y="108921"/>
                </a:lnTo>
                <a:lnTo>
                  <a:pt x="369476" y="117447"/>
                </a:lnTo>
                <a:lnTo>
                  <a:pt x="372930" y="126174"/>
                </a:lnTo>
                <a:lnTo>
                  <a:pt x="375950" y="135117"/>
                </a:lnTo>
                <a:lnTo>
                  <a:pt x="378537" y="144244"/>
                </a:lnTo>
                <a:lnTo>
                  <a:pt x="380689" y="153554"/>
                </a:lnTo>
                <a:lnTo>
                  <a:pt x="382391" y="163031"/>
                </a:lnTo>
                <a:lnTo>
                  <a:pt x="383609" y="172659"/>
                </a:lnTo>
                <a:lnTo>
                  <a:pt x="384343" y="182419"/>
                </a:lnTo>
                <a:lnTo>
                  <a:pt x="384594" y="192297"/>
                </a:lnTo>
                <a:lnTo>
                  <a:pt x="384343" y="202175"/>
                </a:lnTo>
                <a:lnTo>
                  <a:pt x="383609" y="211935"/>
                </a:lnTo>
                <a:lnTo>
                  <a:pt x="382391" y="221563"/>
                </a:lnTo>
                <a:lnTo>
                  <a:pt x="380689" y="231040"/>
                </a:lnTo>
                <a:lnTo>
                  <a:pt x="378537" y="240351"/>
                </a:lnTo>
                <a:lnTo>
                  <a:pt x="375950" y="249478"/>
                </a:lnTo>
                <a:lnTo>
                  <a:pt x="372930" y="258421"/>
                </a:lnTo>
                <a:lnTo>
                  <a:pt x="369476" y="267147"/>
                </a:lnTo>
                <a:lnTo>
                  <a:pt x="365622" y="275673"/>
                </a:lnTo>
                <a:lnTo>
                  <a:pt x="361385" y="283966"/>
                </a:lnTo>
                <a:lnTo>
                  <a:pt x="356746" y="292024"/>
                </a:lnTo>
                <a:lnTo>
                  <a:pt x="351741" y="299833"/>
                </a:lnTo>
                <a:lnTo>
                  <a:pt x="346385" y="307358"/>
                </a:lnTo>
                <a:lnTo>
                  <a:pt x="340678" y="314633"/>
                </a:lnTo>
                <a:lnTo>
                  <a:pt x="334638" y="321607"/>
                </a:lnTo>
                <a:lnTo>
                  <a:pt x="328281" y="328282"/>
                </a:lnTo>
                <a:lnTo>
                  <a:pt x="321591" y="334639"/>
                </a:lnTo>
                <a:lnTo>
                  <a:pt x="314632" y="340679"/>
                </a:lnTo>
                <a:lnTo>
                  <a:pt x="307357" y="346385"/>
                </a:lnTo>
                <a:lnTo>
                  <a:pt x="299832" y="351741"/>
                </a:lnTo>
                <a:lnTo>
                  <a:pt x="292023" y="356746"/>
                </a:lnTo>
                <a:lnTo>
                  <a:pt x="283966" y="361385"/>
                </a:lnTo>
                <a:lnTo>
                  <a:pt x="275673" y="365623"/>
                </a:lnTo>
                <a:lnTo>
                  <a:pt x="267146" y="369477"/>
                </a:lnTo>
                <a:lnTo>
                  <a:pt x="258420" y="372931"/>
                </a:lnTo>
                <a:lnTo>
                  <a:pt x="249477" y="375951"/>
                </a:lnTo>
                <a:lnTo>
                  <a:pt x="240350" y="378538"/>
                </a:lnTo>
                <a:lnTo>
                  <a:pt x="231040" y="380690"/>
                </a:lnTo>
                <a:lnTo>
                  <a:pt x="221563" y="382392"/>
                </a:lnTo>
                <a:lnTo>
                  <a:pt x="211935" y="383610"/>
                </a:lnTo>
                <a:lnTo>
                  <a:pt x="202174" y="384344"/>
                </a:lnTo>
                <a:lnTo>
                  <a:pt x="192295" y="384594"/>
                </a:lnTo>
                <a:lnTo>
                  <a:pt x="182419" y="384344"/>
                </a:lnTo>
                <a:lnTo>
                  <a:pt x="172657" y="383610"/>
                </a:lnTo>
                <a:lnTo>
                  <a:pt x="163031" y="382392"/>
                </a:lnTo>
                <a:lnTo>
                  <a:pt x="153554" y="380690"/>
                </a:lnTo>
                <a:lnTo>
                  <a:pt x="144242" y="378538"/>
                </a:lnTo>
                <a:lnTo>
                  <a:pt x="135116" y="375951"/>
                </a:lnTo>
                <a:lnTo>
                  <a:pt x="126172" y="372931"/>
                </a:lnTo>
                <a:lnTo>
                  <a:pt x="117446" y="369477"/>
                </a:lnTo>
                <a:lnTo>
                  <a:pt x="108920" y="365623"/>
                </a:lnTo>
                <a:lnTo>
                  <a:pt x="100628" y="361385"/>
                </a:lnTo>
                <a:lnTo>
                  <a:pt x="92569" y="356746"/>
                </a:lnTo>
                <a:lnTo>
                  <a:pt x="84761" y="351741"/>
                </a:lnTo>
                <a:lnTo>
                  <a:pt x="77235" y="346385"/>
                </a:lnTo>
                <a:lnTo>
                  <a:pt x="69960" y="340679"/>
                </a:lnTo>
                <a:lnTo>
                  <a:pt x="62986" y="334639"/>
                </a:lnTo>
                <a:lnTo>
                  <a:pt x="56313" y="328282"/>
                </a:lnTo>
                <a:lnTo>
                  <a:pt x="49954" y="321607"/>
                </a:lnTo>
                <a:lnTo>
                  <a:pt x="43914" y="314633"/>
                </a:lnTo>
                <a:lnTo>
                  <a:pt x="38208" y="307358"/>
                </a:lnTo>
                <a:lnTo>
                  <a:pt x="32853" y="299833"/>
                </a:lnTo>
                <a:lnTo>
                  <a:pt x="27846" y="292024"/>
                </a:lnTo>
                <a:lnTo>
                  <a:pt x="23208" y="283966"/>
                </a:lnTo>
                <a:lnTo>
                  <a:pt x="18970" y="275673"/>
                </a:lnTo>
                <a:lnTo>
                  <a:pt x="15116" y="267147"/>
                </a:lnTo>
                <a:lnTo>
                  <a:pt x="11663" y="258421"/>
                </a:lnTo>
                <a:lnTo>
                  <a:pt x="8642" y="249478"/>
                </a:lnTo>
                <a:lnTo>
                  <a:pt x="6055" y="240351"/>
                </a:lnTo>
                <a:lnTo>
                  <a:pt x="3903" y="231040"/>
                </a:lnTo>
                <a:lnTo>
                  <a:pt x="2201" y="221563"/>
                </a:lnTo>
                <a:lnTo>
                  <a:pt x="984" y="211935"/>
                </a:lnTo>
                <a:lnTo>
                  <a:pt x="249" y="202175"/>
                </a:lnTo>
                <a:lnTo>
                  <a:pt x="0" y="192297"/>
                </a:lnTo>
                <a:lnTo>
                  <a:pt x="249" y="182419"/>
                </a:lnTo>
                <a:moveTo>
                  <a:pt x="33369" y="192714"/>
                </a:moveTo>
                <a:lnTo>
                  <a:pt x="33369" y="191880"/>
                </a:lnTo>
                <a:lnTo>
                  <a:pt x="33587" y="200907"/>
                </a:lnTo>
                <a:lnTo>
                  <a:pt x="33553" y="200072"/>
                </a:lnTo>
                <a:lnTo>
                  <a:pt x="34221" y="208982"/>
                </a:lnTo>
                <a:lnTo>
                  <a:pt x="34137" y="208148"/>
                </a:lnTo>
                <a:lnTo>
                  <a:pt x="35255" y="216941"/>
                </a:lnTo>
                <a:lnTo>
                  <a:pt x="35138" y="216107"/>
                </a:lnTo>
                <a:lnTo>
                  <a:pt x="36673" y="224750"/>
                </a:lnTo>
                <a:lnTo>
                  <a:pt x="36507" y="223932"/>
                </a:lnTo>
                <a:lnTo>
                  <a:pt x="38474" y="232425"/>
                </a:lnTo>
                <a:lnTo>
                  <a:pt x="38258" y="231624"/>
                </a:lnTo>
                <a:lnTo>
                  <a:pt x="40628" y="239967"/>
                </a:lnTo>
                <a:lnTo>
                  <a:pt x="40377" y="239166"/>
                </a:lnTo>
                <a:lnTo>
                  <a:pt x="43147" y="247325"/>
                </a:lnTo>
                <a:lnTo>
                  <a:pt x="42863" y="246557"/>
                </a:lnTo>
                <a:lnTo>
                  <a:pt x="46000" y="254533"/>
                </a:lnTo>
                <a:lnTo>
                  <a:pt x="45683" y="253782"/>
                </a:lnTo>
                <a:lnTo>
                  <a:pt x="49204" y="261557"/>
                </a:lnTo>
                <a:lnTo>
                  <a:pt x="48853" y="260823"/>
                </a:lnTo>
                <a:lnTo>
                  <a:pt x="52724" y="268398"/>
                </a:lnTo>
                <a:lnTo>
                  <a:pt x="52340" y="267681"/>
                </a:lnTo>
                <a:lnTo>
                  <a:pt x="56580" y="275039"/>
                </a:lnTo>
                <a:lnTo>
                  <a:pt x="56161" y="274355"/>
                </a:lnTo>
                <a:lnTo>
                  <a:pt x="60717" y="281480"/>
                </a:lnTo>
                <a:lnTo>
                  <a:pt x="60267" y="280812"/>
                </a:lnTo>
                <a:lnTo>
                  <a:pt x="65173" y="287703"/>
                </a:lnTo>
                <a:lnTo>
                  <a:pt x="64688" y="287052"/>
                </a:lnTo>
                <a:lnTo>
                  <a:pt x="69911" y="293693"/>
                </a:lnTo>
                <a:lnTo>
                  <a:pt x="69393" y="293076"/>
                </a:lnTo>
                <a:lnTo>
                  <a:pt x="74915" y="299450"/>
                </a:lnTo>
                <a:lnTo>
                  <a:pt x="74382" y="298865"/>
                </a:lnTo>
                <a:lnTo>
                  <a:pt x="80188" y="304956"/>
                </a:lnTo>
                <a:lnTo>
                  <a:pt x="79636" y="304405"/>
                </a:lnTo>
                <a:lnTo>
                  <a:pt x="85728" y="310212"/>
                </a:lnTo>
                <a:lnTo>
                  <a:pt x="85144" y="309677"/>
                </a:lnTo>
                <a:lnTo>
                  <a:pt x="91517" y="315201"/>
                </a:lnTo>
                <a:lnTo>
                  <a:pt x="90901" y="314683"/>
                </a:lnTo>
                <a:lnTo>
                  <a:pt x="97541" y="319906"/>
                </a:lnTo>
                <a:lnTo>
                  <a:pt x="96889" y="319422"/>
                </a:lnTo>
                <a:lnTo>
                  <a:pt x="103781" y="324327"/>
                </a:lnTo>
                <a:lnTo>
                  <a:pt x="103113" y="323876"/>
                </a:lnTo>
                <a:lnTo>
                  <a:pt x="110238" y="328432"/>
                </a:lnTo>
                <a:lnTo>
                  <a:pt x="109554" y="328014"/>
                </a:lnTo>
                <a:lnTo>
                  <a:pt x="116913" y="332252"/>
                </a:lnTo>
                <a:lnTo>
                  <a:pt x="116196" y="331869"/>
                </a:lnTo>
                <a:lnTo>
                  <a:pt x="123770" y="335740"/>
                </a:lnTo>
                <a:lnTo>
                  <a:pt x="123036" y="335390"/>
                </a:lnTo>
                <a:lnTo>
                  <a:pt x="130811" y="338910"/>
                </a:lnTo>
                <a:lnTo>
                  <a:pt x="130061" y="338593"/>
                </a:lnTo>
                <a:lnTo>
                  <a:pt x="138035" y="341730"/>
                </a:lnTo>
                <a:lnTo>
                  <a:pt x="137270" y="341446"/>
                </a:lnTo>
                <a:lnTo>
                  <a:pt x="145428" y="344216"/>
                </a:lnTo>
                <a:lnTo>
                  <a:pt x="144626" y="343966"/>
                </a:lnTo>
                <a:lnTo>
                  <a:pt x="152970" y="346335"/>
                </a:lnTo>
                <a:lnTo>
                  <a:pt x="152152" y="346118"/>
                </a:lnTo>
                <a:lnTo>
                  <a:pt x="160661" y="348087"/>
                </a:lnTo>
                <a:lnTo>
                  <a:pt x="159843" y="347920"/>
                </a:lnTo>
                <a:lnTo>
                  <a:pt x="168487" y="349455"/>
                </a:lnTo>
                <a:lnTo>
                  <a:pt x="167651" y="349338"/>
                </a:lnTo>
                <a:lnTo>
                  <a:pt x="176445" y="350456"/>
                </a:lnTo>
                <a:lnTo>
                  <a:pt x="175611" y="350373"/>
                </a:lnTo>
                <a:lnTo>
                  <a:pt x="184520" y="351040"/>
                </a:lnTo>
                <a:lnTo>
                  <a:pt x="183686" y="351007"/>
                </a:lnTo>
                <a:lnTo>
                  <a:pt x="192714" y="351224"/>
                </a:lnTo>
                <a:lnTo>
                  <a:pt x="191880" y="351224"/>
                </a:lnTo>
                <a:lnTo>
                  <a:pt x="200906" y="351007"/>
                </a:lnTo>
                <a:lnTo>
                  <a:pt x="200072" y="351040"/>
                </a:lnTo>
                <a:lnTo>
                  <a:pt x="208981" y="350373"/>
                </a:lnTo>
                <a:lnTo>
                  <a:pt x="208147" y="350456"/>
                </a:lnTo>
                <a:lnTo>
                  <a:pt x="216941" y="349338"/>
                </a:lnTo>
                <a:lnTo>
                  <a:pt x="216105" y="349455"/>
                </a:lnTo>
                <a:lnTo>
                  <a:pt x="224749" y="347920"/>
                </a:lnTo>
                <a:lnTo>
                  <a:pt x="223931" y="348087"/>
                </a:lnTo>
                <a:lnTo>
                  <a:pt x="232425" y="346118"/>
                </a:lnTo>
                <a:lnTo>
                  <a:pt x="231622" y="346335"/>
                </a:lnTo>
                <a:lnTo>
                  <a:pt x="239966" y="343966"/>
                </a:lnTo>
                <a:lnTo>
                  <a:pt x="239166" y="344216"/>
                </a:lnTo>
                <a:lnTo>
                  <a:pt x="247324" y="341446"/>
                </a:lnTo>
                <a:lnTo>
                  <a:pt x="246557" y="341730"/>
                </a:lnTo>
                <a:lnTo>
                  <a:pt x="254533" y="338593"/>
                </a:lnTo>
                <a:lnTo>
                  <a:pt x="253781" y="338910"/>
                </a:lnTo>
                <a:lnTo>
                  <a:pt x="261556" y="335390"/>
                </a:lnTo>
                <a:lnTo>
                  <a:pt x="260822" y="335740"/>
                </a:lnTo>
                <a:lnTo>
                  <a:pt x="268398" y="331869"/>
                </a:lnTo>
                <a:lnTo>
                  <a:pt x="267680" y="332252"/>
                </a:lnTo>
                <a:lnTo>
                  <a:pt x="275038" y="328014"/>
                </a:lnTo>
                <a:lnTo>
                  <a:pt x="274354" y="328432"/>
                </a:lnTo>
                <a:lnTo>
                  <a:pt x="281479" y="323876"/>
                </a:lnTo>
                <a:lnTo>
                  <a:pt x="280811" y="324327"/>
                </a:lnTo>
                <a:lnTo>
                  <a:pt x="287703" y="319422"/>
                </a:lnTo>
                <a:lnTo>
                  <a:pt x="287051" y="319906"/>
                </a:lnTo>
                <a:lnTo>
                  <a:pt x="293693" y="314683"/>
                </a:lnTo>
                <a:lnTo>
                  <a:pt x="293075" y="315201"/>
                </a:lnTo>
                <a:lnTo>
                  <a:pt x="299448" y="309677"/>
                </a:lnTo>
                <a:lnTo>
                  <a:pt x="298865" y="310212"/>
                </a:lnTo>
                <a:lnTo>
                  <a:pt x="304956" y="304405"/>
                </a:lnTo>
                <a:lnTo>
                  <a:pt x="304387" y="304956"/>
                </a:lnTo>
                <a:lnTo>
                  <a:pt x="310211" y="298865"/>
                </a:lnTo>
                <a:lnTo>
                  <a:pt x="309677" y="299450"/>
                </a:lnTo>
                <a:lnTo>
                  <a:pt x="315201" y="293076"/>
                </a:lnTo>
                <a:lnTo>
                  <a:pt x="314683" y="293693"/>
                </a:lnTo>
                <a:lnTo>
                  <a:pt x="319904" y="287052"/>
                </a:lnTo>
                <a:lnTo>
                  <a:pt x="319421" y="287703"/>
                </a:lnTo>
                <a:lnTo>
                  <a:pt x="324327" y="280812"/>
                </a:lnTo>
                <a:lnTo>
                  <a:pt x="323876" y="281480"/>
                </a:lnTo>
                <a:lnTo>
                  <a:pt x="328431" y="274355"/>
                </a:lnTo>
                <a:lnTo>
                  <a:pt x="328014" y="275039"/>
                </a:lnTo>
                <a:lnTo>
                  <a:pt x="332252" y="267681"/>
                </a:lnTo>
                <a:lnTo>
                  <a:pt x="331869" y="268398"/>
                </a:lnTo>
                <a:lnTo>
                  <a:pt x="335739" y="260823"/>
                </a:lnTo>
                <a:lnTo>
                  <a:pt x="335388" y="261557"/>
                </a:lnTo>
                <a:lnTo>
                  <a:pt x="338910" y="253782"/>
                </a:lnTo>
                <a:lnTo>
                  <a:pt x="338592" y="254533"/>
                </a:lnTo>
                <a:lnTo>
                  <a:pt x="341730" y="246557"/>
                </a:lnTo>
                <a:lnTo>
                  <a:pt x="341445" y="247325"/>
                </a:lnTo>
                <a:lnTo>
                  <a:pt x="344215" y="239166"/>
                </a:lnTo>
                <a:lnTo>
                  <a:pt x="343966" y="239967"/>
                </a:lnTo>
                <a:lnTo>
                  <a:pt x="346334" y="231624"/>
                </a:lnTo>
                <a:lnTo>
                  <a:pt x="346118" y="232425"/>
                </a:lnTo>
                <a:lnTo>
                  <a:pt x="348087" y="223932"/>
                </a:lnTo>
                <a:lnTo>
                  <a:pt x="347919" y="224750"/>
                </a:lnTo>
                <a:lnTo>
                  <a:pt x="349454" y="216107"/>
                </a:lnTo>
                <a:lnTo>
                  <a:pt x="349337" y="216941"/>
                </a:lnTo>
                <a:lnTo>
                  <a:pt x="350455" y="208148"/>
                </a:lnTo>
                <a:lnTo>
                  <a:pt x="350356" y="208982"/>
                </a:lnTo>
                <a:lnTo>
                  <a:pt x="351040" y="200072"/>
                </a:lnTo>
                <a:lnTo>
                  <a:pt x="351006" y="200907"/>
                </a:lnTo>
                <a:lnTo>
                  <a:pt x="351223" y="191880"/>
                </a:lnTo>
                <a:lnTo>
                  <a:pt x="351223" y="192714"/>
                </a:lnTo>
                <a:lnTo>
                  <a:pt x="351006" y="183687"/>
                </a:lnTo>
                <a:lnTo>
                  <a:pt x="351040" y="184522"/>
                </a:lnTo>
                <a:lnTo>
                  <a:pt x="350356" y="175611"/>
                </a:lnTo>
                <a:lnTo>
                  <a:pt x="350455" y="176446"/>
                </a:lnTo>
                <a:lnTo>
                  <a:pt x="349337" y="167653"/>
                </a:lnTo>
                <a:lnTo>
                  <a:pt x="349454" y="168487"/>
                </a:lnTo>
                <a:lnTo>
                  <a:pt x="347919" y="159844"/>
                </a:lnTo>
                <a:lnTo>
                  <a:pt x="348087" y="160662"/>
                </a:lnTo>
                <a:lnTo>
                  <a:pt x="346118" y="152169"/>
                </a:lnTo>
                <a:lnTo>
                  <a:pt x="346334" y="152970"/>
                </a:lnTo>
                <a:lnTo>
                  <a:pt x="343966" y="144627"/>
                </a:lnTo>
                <a:lnTo>
                  <a:pt x="344215" y="145428"/>
                </a:lnTo>
                <a:lnTo>
                  <a:pt x="341445" y="137269"/>
                </a:lnTo>
                <a:lnTo>
                  <a:pt x="341730" y="138036"/>
                </a:lnTo>
                <a:lnTo>
                  <a:pt x="338592" y="130061"/>
                </a:lnTo>
                <a:lnTo>
                  <a:pt x="338910" y="130812"/>
                </a:lnTo>
                <a:lnTo>
                  <a:pt x="335388" y="123037"/>
                </a:lnTo>
                <a:lnTo>
                  <a:pt x="335739" y="123771"/>
                </a:lnTo>
                <a:lnTo>
                  <a:pt x="331869" y="116196"/>
                </a:lnTo>
                <a:lnTo>
                  <a:pt x="332252" y="116914"/>
                </a:lnTo>
                <a:lnTo>
                  <a:pt x="328014" y="109555"/>
                </a:lnTo>
                <a:lnTo>
                  <a:pt x="328431" y="110239"/>
                </a:lnTo>
                <a:lnTo>
                  <a:pt x="323876" y="103114"/>
                </a:lnTo>
                <a:lnTo>
                  <a:pt x="324327" y="103782"/>
                </a:lnTo>
                <a:lnTo>
                  <a:pt x="319421" y="96891"/>
                </a:lnTo>
                <a:lnTo>
                  <a:pt x="319904" y="97542"/>
                </a:lnTo>
                <a:lnTo>
                  <a:pt x="314683" y="90901"/>
                </a:lnTo>
                <a:lnTo>
                  <a:pt x="315201" y="91518"/>
                </a:lnTo>
                <a:lnTo>
                  <a:pt x="309677" y="85144"/>
                </a:lnTo>
                <a:lnTo>
                  <a:pt x="310211" y="85728"/>
                </a:lnTo>
                <a:lnTo>
                  <a:pt x="304387" y="79638"/>
                </a:lnTo>
                <a:lnTo>
                  <a:pt x="304956" y="80189"/>
                </a:lnTo>
                <a:lnTo>
                  <a:pt x="298865" y="74382"/>
                </a:lnTo>
                <a:lnTo>
                  <a:pt x="299448" y="74917"/>
                </a:lnTo>
                <a:lnTo>
                  <a:pt x="293075" y="69393"/>
                </a:lnTo>
                <a:lnTo>
                  <a:pt x="293693" y="69911"/>
                </a:lnTo>
                <a:lnTo>
                  <a:pt x="287051" y="64688"/>
                </a:lnTo>
                <a:lnTo>
                  <a:pt x="287703" y="65172"/>
                </a:lnTo>
                <a:lnTo>
                  <a:pt x="280811" y="60267"/>
                </a:lnTo>
                <a:lnTo>
                  <a:pt x="281479" y="60718"/>
                </a:lnTo>
                <a:lnTo>
                  <a:pt x="274354" y="56162"/>
                </a:lnTo>
                <a:lnTo>
                  <a:pt x="275038" y="56580"/>
                </a:lnTo>
                <a:lnTo>
                  <a:pt x="267680" y="52341"/>
                </a:lnTo>
                <a:lnTo>
                  <a:pt x="268398" y="52725"/>
                </a:lnTo>
                <a:lnTo>
                  <a:pt x="260822" y="48854"/>
                </a:lnTo>
                <a:lnTo>
                  <a:pt x="261556" y="49205"/>
                </a:lnTo>
                <a:lnTo>
                  <a:pt x="253781" y="45684"/>
                </a:lnTo>
                <a:lnTo>
                  <a:pt x="254533" y="46001"/>
                </a:lnTo>
                <a:lnTo>
                  <a:pt x="246557" y="42864"/>
                </a:lnTo>
                <a:lnTo>
                  <a:pt x="247324" y="43148"/>
                </a:lnTo>
                <a:lnTo>
                  <a:pt x="239166" y="40378"/>
                </a:lnTo>
                <a:lnTo>
                  <a:pt x="239966" y="40628"/>
                </a:lnTo>
                <a:lnTo>
                  <a:pt x="231622" y="38259"/>
                </a:lnTo>
                <a:lnTo>
                  <a:pt x="232425" y="38476"/>
                </a:lnTo>
                <a:lnTo>
                  <a:pt x="223931" y="36507"/>
                </a:lnTo>
                <a:lnTo>
                  <a:pt x="224749" y="36674"/>
                </a:lnTo>
                <a:lnTo>
                  <a:pt x="216105" y="35139"/>
                </a:lnTo>
                <a:lnTo>
                  <a:pt x="216941" y="35256"/>
                </a:lnTo>
                <a:lnTo>
                  <a:pt x="208147" y="34138"/>
                </a:lnTo>
                <a:lnTo>
                  <a:pt x="208981" y="34221"/>
                </a:lnTo>
                <a:lnTo>
                  <a:pt x="200072" y="33553"/>
                </a:lnTo>
                <a:lnTo>
                  <a:pt x="200906" y="33587"/>
                </a:lnTo>
                <a:lnTo>
                  <a:pt x="191880" y="33370"/>
                </a:lnTo>
                <a:lnTo>
                  <a:pt x="192714" y="33370"/>
                </a:lnTo>
                <a:lnTo>
                  <a:pt x="183686" y="33587"/>
                </a:lnTo>
                <a:lnTo>
                  <a:pt x="184520" y="33553"/>
                </a:lnTo>
                <a:lnTo>
                  <a:pt x="175611" y="34221"/>
                </a:lnTo>
                <a:lnTo>
                  <a:pt x="176445" y="34138"/>
                </a:lnTo>
                <a:lnTo>
                  <a:pt x="167651" y="35256"/>
                </a:lnTo>
                <a:lnTo>
                  <a:pt x="168487" y="35139"/>
                </a:lnTo>
                <a:lnTo>
                  <a:pt x="159843" y="36674"/>
                </a:lnTo>
                <a:lnTo>
                  <a:pt x="160661" y="36507"/>
                </a:lnTo>
                <a:lnTo>
                  <a:pt x="152152" y="38476"/>
                </a:lnTo>
                <a:lnTo>
                  <a:pt x="152970" y="38259"/>
                </a:lnTo>
                <a:lnTo>
                  <a:pt x="144626" y="40628"/>
                </a:lnTo>
                <a:lnTo>
                  <a:pt x="145428" y="40378"/>
                </a:lnTo>
                <a:lnTo>
                  <a:pt x="137270" y="43148"/>
                </a:lnTo>
                <a:lnTo>
                  <a:pt x="138035" y="42864"/>
                </a:lnTo>
                <a:lnTo>
                  <a:pt x="130061" y="46001"/>
                </a:lnTo>
                <a:lnTo>
                  <a:pt x="130811" y="45684"/>
                </a:lnTo>
                <a:lnTo>
                  <a:pt x="123036" y="49205"/>
                </a:lnTo>
                <a:lnTo>
                  <a:pt x="123770" y="48854"/>
                </a:lnTo>
                <a:lnTo>
                  <a:pt x="116196" y="52725"/>
                </a:lnTo>
                <a:lnTo>
                  <a:pt x="116913" y="52341"/>
                </a:lnTo>
                <a:lnTo>
                  <a:pt x="109554" y="56580"/>
                </a:lnTo>
                <a:lnTo>
                  <a:pt x="110238" y="56162"/>
                </a:lnTo>
                <a:lnTo>
                  <a:pt x="103113" y="60718"/>
                </a:lnTo>
                <a:lnTo>
                  <a:pt x="103781" y="60267"/>
                </a:lnTo>
                <a:lnTo>
                  <a:pt x="96889" y="65172"/>
                </a:lnTo>
                <a:lnTo>
                  <a:pt x="97541" y="64688"/>
                </a:lnTo>
                <a:lnTo>
                  <a:pt x="90901" y="69911"/>
                </a:lnTo>
                <a:lnTo>
                  <a:pt x="91517" y="69393"/>
                </a:lnTo>
                <a:lnTo>
                  <a:pt x="85144" y="74917"/>
                </a:lnTo>
                <a:lnTo>
                  <a:pt x="85728" y="74382"/>
                </a:lnTo>
                <a:lnTo>
                  <a:pt x="79636" y="80189"/>
                </a:lnTo>
                <a:lnTo>
                  <a:pt x="80188" y="79638"/>
                </a:lnTo>
                <a:lnTo>
                  <a:pt x="74382" y="85728"/>
                </a:lnTo>
                <a:lnTo>
                  <a:pt x="74915" y="85144"/>
                </a:lnTo>
                <a:lnTo>
                  <a:pt x="69393" y="91518"/>
                </a:lnTo>
                <a:lnTo>
                  <a:pt x="69911" y="90901"/>
                </a:lnTo>
                <a:lnTo>
                  <a:pt x="64688" y="97542"/>
                </a:lnTo>
                <a:lnTo>
                  <a:pt x="65173" y="96891"/>
                </a:lnTo>
                <a:lnTo>
                  <a:pt x="60267" y="103782"/>
                </a:lnTo>
                <a:lnTo>
                  <a:pt x="60717" y="103114"/>
                </a:lnTo>
                <a:lnTo>
                  <a:pt x="56161" y="110239"/>
                </a:lnTo>
                <a:lnTo>
                  <a:pt x="56580" y="109555"/>
                </a:lnTo>
                <a:lnTo>
                  <a:pt x="52340" y="116914"/>
                </a:lnTo>
                <a:lnTo>
                  <a:pt x="52724" y="116196"/>
                </a:lnTo>
                <a:lnTo>
                  <a:pt x="48853" y="123771"/>
                </a:lnTo>
                <a:lnTo>
                  <a:pt x="49204" y="123037"/>
                </a:lnTo>
                <a:lnTo>
                  <a:pt x="45683" y="130812"/>
                </a:lnTo>
                <a:lnTo>
                  <a:pt x="46000" y="130061"/>
                </a:lnTo>
                <a:lnTo>
                  <a:pt x="42863" y="138036"/>
                </a:lnTo>
                <a:lnTo>
                  <a:pt x="43147" y="137269"/>
                </a:lnTo>
                <a:lnTo>
                  <a:pt x="40377" y="145428"/>
                </a:lnTo>
                <a:lnTo>
                  <a:pt x="40628" y="144627"/>
                </a:lnTo>
                <a:lnTo>
                  <a:pt x="38258" y="152970"/>
                </a:lnTo>
                <a:lnTo>
                  <a:pt x="38474" y="152169"/>
                </a:lnTo>
                <a:lnTo>
                  <a:pt x="36507" y="160662"/>
                </a:lnTo>
                <a:lnTo>
                  <a:pt x="36673" y="159844"/>
                </a:lnTo>
                <a:lnTo>
                  <a:pt x="35138" y="168487"/>
                </a:lnTo>
                <a:lnTo>
                  <a:pt x="35255" y="167653"/>
                </a:lnTo>
                <a:lnTo>
                  <a:pt x="34137" y="176446"/>
                </a:lnTo>
                <a:lnTo>
                  <a:pt x="34221" y="175611"/>
                </a:lnTo>
                <a:lnTo>
                  <a:pt x="33553" y="184522"/>
                </a:lnTo>
                <a:lnTo>
                  <a:pt x="33587" y="183687"/>
                </a:lnTo>
                <a:lnTo>
                  <a:pt x="33369" y="192714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223-part-0">
            <a:extLst xmlns:a="http://schemas.openxmlformats.org/drawingml/2006/main">
              <a:ext uri="{FF2B5EF4-FFF2-40B4-BE49-F238E27FC236}">
                <a16:creationId xmlns:a16="http://schemas.microsoft.com/office/drawing/2014/main" id="{F61DD903-5179-4296-8EE0-32558660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0719" y="3169083"/>
            <a:ext cx="302837" cy="633555"/>
          </a:xfrm>
          <a:custGeom xmlns:a="http://schemas.openxmlformats.org/drawingml/2006/main">
            <a:pathLst>
              <a:path w="302837" h="633555">
                <a:moveTo>
                  <a:pt x="169388" y="119166"/>
                </a:moveTo>
                <a:lnTo>
                  <a:pt x="259622" y="46418"/>
                </a:lnTo>
                <a:lnTo>
                  <a:pt x="263944" y="74917"/>
                </a:lnTo>
                <a:lnTo>
                  <a:pt x="156207" y="32186"/>
                </a:lnTo>
                <a:lnTo>
                  <a:pt x="153120" y="30567"/>
                </a:lnTo>
                <a:lnTo>
                  <a:pt x="150434" y="28331"/>
                </a:lnTo>
                <a:lnTo>
                  <a:pt x="148266" y="25595"/>
                </a:lnTo>
                <a:lnTo>
                  <a:pt x="146714" y="22475"/>
                </a:lnTo>
                <a:lnTo>
                  <a:pt x="145863" y="19105"/>
                </a:lnTo>
                <a:lnTo>
                  <a:pt x="145713" y="15617"/>
                </a:lnTo>
                <a:lnTo>
                  <a:pt x="146295" y="12180"/>
                </a:lnTo>
                <a:lnTo>
                  <a:pt x="147581" y="8926"/>
                </a:lnTo>
                <a:lnTo>
                  <a:pt x="149516" y="6023"/>
                </a:lnTo>
                <a:lnTo>
                  <a:pt x="152004" y="3587"/>
                </a:lnTo>
                <a:lnTo>
                  <a:pt x="154956" y="1718"/>
                </a:lnTo>
                <a:lnTo>
                  <a:pt x="158226" y="501"/>
                </a:lnTo>
                <a:lnTo>
                  <a:pt x="161680" y="0"/>
                </a:lnTo>
                <a:lnTo>
                  <a:pt x="165150" y="217"/>
                </a:lnTo>
                <a:lnTo>
                  <a:pt x="168522" y="1168"/>
                </a:lnTo>
                <a:lnTo>
                  <a:pt x="302837" y="54444"/>
                </a:lnTo>
                <a:lnTo>
                  <a:pt x="190345" y="145145"/>
                </a:lnTo>
                <a:lnTo>
                  <a:pt x="187408" y="147030"/>
                </a:lnTo>
                <a:lnTo>
                  <a:pt x="184156" y="148282"/>
                </a:lnTo>
                <a:lnTo>
                  <a:pt x="180701" y="148815"/>
                </a:lnTo>
                <a:lnTo>
                  <a:pt x="177214" y="148615"/>
                </a:lnTo>
                <a:lnTo>
                  <a:pt x="173860" y="147714"/>
                </a:lnTo>
                <a:lnTo>
                  <a:pt x="170756" y="146129"/>
                </a:lnTo>
                <a:lnTo>
                  <a:pt x="168037" y="143927"/>
                </a:lnTo>
                <a:lnTo>
                  <a:pt x="165852" y="141207"/>
                </a:lnTo>
                <a:lnTo>
                  <a:pt x="164282" y="138087"/>
                </a:lnTo>
                <a:lnTo>
                  <a:pt x="163382" y="134716"/>
                </a:lnTo>
                <a:lnTo>
                  <a:pt x="163214" y="131245"/>
                </a:lnTo>
                <a:lnTo>
                  <a:pt x="163766" y="127792"/>
                </a:lnTo>
                <a:lnTo>
                  <a:pt x="165016" y="124539"/>
                </a:lnTo>
                <a:lnTo>
                  <a:pt x="166919" y="121618"/>
                </a:lnTo>
                <a:lnTo>
                  <a:pt x="169388" y="119166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223-part-1">
            <a:extLst xmlns:a="http://schemas.openxmlformats.org/drawingml/2006/main">
              <a:ext uri="{FF2B5EF4-FFF2-40B4-BE49-F238E27FC236}">
                <a16:creationId xmlns:a16="http://schemas.microsoft.com/office/drawing/2014/main" id="{A88A027A-0F63-4F71-A9E4-8D55EDAE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0719" y="3169083"/>
            <a:ext cx="302837" cy="633555"/>
          </a:xfrm>
          <a:custGeom xmlns:a="http://schemas.openxmlformats.org/drawingml/2006/main">
            <a:pathLst>
              <a:path w="302837" h="633555">
                <a:moveTo>
                  <a:pt x="0" y="633288"/>
                </a:moveTo>
                <a:lnTo>
                  <a:pt x="101" y="619589"/>
                </a:lnTo>
                <a:lnTo>
                  <a:pt x="417" y="605790"/>
                </a:lnTo>
                <a:lnTo>
                  <a:pt x="951" y="591992"/>
                </a:lnTo>
                <a:lnTo>
                  <a:pt x="1669" y="578210"/>
                </a:lnTo>
                <a:lnTo>
                  <a:pt x="2602" y="564461"/>
                </a:lnTo>
                <a:lnTo>
                  <a:pt x="3720" y="550762"/>
                </a:lnTo>
                <a:lnTo>
                  <a:pt x="5039" y="537097"/>
                </a:lnTo>
                <a:lnTo>
                  <a:pt x="6540" y="523482"/>
                </a:lnTo>
                <a:lnTo>
                  <a:pt x="8227" y="509917"/>
                </a:lnTo>
                <a:lnTo>
                  <a:pt x="10110" y="496419"/>
                </a:lnTo>
                <a:lnTo>
                  <a:pt x="12163" y="482987"/>
                </a:lnTo>
                <a:lnTo>
                  <a:pt x="14399" y="469573"/>
                </a:lnTo>
                <a:lnTo>
                  <a:pt x="19371" y="443159"/>
                </a:lnTo>
                <a:lnTo>
                  <a:pt x="25012" y="417081"/>
                </a:lnTo>
                <a:lnTo>
                  <a:pt x="31301" y="391419"/>
                </a:lnTo>
                <a:lnTo>
                  <a:pt x="38209" y="366224"/>
                </a:lnTo>
                <a:lnTo>
                  <a:pt x="45700" y="341563"/>
                </a:lnTo>
                <a:lnTo>
                  <a:pt x="53760" y="317486"/>
                </a:lnTo>
                <a:lnTo>
                  <a:pt x="62353" y="294044"/>
                </a:lnTo>
                <a:lnTo>
                  <a:pt x="71462" y="271268"/>
                </a:lnTo>
                <a:lnTo>
                  <a:pt x="81074" y="249227"/>
                </a:lnTo>
                <a:lnTo>
                  <a:pt x="91151" y="227970"/>
                </a:lnTo>
                <a:lnTo>
                  <a:pt x="101680" y="207548"/>
                </a:lnTo>
                <a:lnTo>
                  <a:pt x="112626" y="188009"/>
                </a:lnTo>
                <a:lnTo>
                  <a:pt x="123988" y="169388"/>
                </a:lnTo>
                <a:lnTo>
                  <a:pt x="135684" y="151835"/>
                </a:lnTo>
                <a:lnTo>
                  <a:pt x="141741" y="143326"/>
                </a:lnTo>
                <a:lnTo>
                  <a:pt x="147847" y="135167"/>
                </a:lnTo>
                <a:lnTo>
                  <a:pt x="154055" y="127258"/>
                </a:lnTo>
                <a:lnTo>
                  <a:pt x="160328" y="119650"/>
                </a:lnTo>
                <a:lnTo>
                  <a:pt x="166703" y="112308"/>
                </a:lnTo>
                <a:lnTo>
                  <a:pt x="173159" y="105267"/>
                </a:lnTo>
                <a:lnTo>
                  <a:pt x="179684" y="98510"/>
                </a:lnTo>
                <a:lnTo>
                  <a:pt x="186308" y="92069"/>
                </a:lnTo>
                <a:lnTo>
                  <a:pt x="193016" y="85929"/>
                </a:lnTo>
                <a:lnTo>
                  <a:pt x="199805" y="80122"/>
                </a:lnTo>
                <a:lnTo>
                  <a:pt x="206663" y="74633"/>
                </a:lnTo>
                <a:lnTo>
                  <a:pt x="213622" y="69477"/>
                </a:lnTo>
                <a:lnTo>
                  <a:pt x="220645" y="64672"/>
                </a:lnTo>
                <a:lnTo>
                  <a:pt x="227754" y="60217"/>
                </a:lnTo>
                <a:lnTo>
                  <a:pt x="234945" y="56129"/>
                </a:lnTo>
                <a:lnTo>
                  <a:pt x="242220" y="52408"/>
                </a:lnTo>
                <a:lnTo>
                  <a:pt x="249578" y="49088"/>
                </a:lnTo>
                <a:lnTo>
                  <a:pt x="257002" y="46151"/>
                </a:lnTo>
                <a:lnTo>
                  <a:pt x="264495" y="43648"/>
                </a:lnTo>
                <a:lnTo>
                  <a:pt x="265662" y="43315"/>
                </a:lnTo>
                <a:lnTo>
                  <a:pt x="274539" y="75484"/>
                </a:lnTo>
                <a:lnTo>
                  <a:pt x="273805" y="75684"/>
                </a:lnTo>
                <a:lnTo>
                  <a:pt x="274672" y="75434"/>
                </a:lnTo>
                <a:lnTo>
                  <a:pt x="268014" y="77653"/>
                </a:lnTo>
                <a:lnTo>
                  <a:pt x="268832" y="77369"/>
                </a:lnTo>
                <a:lnTo>
                  <a:pt x="262193" y="79972"/>
                </a:lnTo>
                <a:lnTo>
                  <a:pt x="262958" y="79655"/>
                </a:lnTo>
                <a:lnTo>
                  <a:pt x="256336" y="82642"/>
                </a:lnTo>
                <a:lnTo>
                  <a:pt x="257053" y="82308"/>
                </a:lnTo>
                <a:lnTo>
                  <a:pt x="250462" y="85679"/>
                </a:lnTo>
                <a:lnTo>
                  <a:pt x="251130" y="85312"/>
                </a:lnTo>
                <a:lnTo>
                  <a:pt x="244555" y="89049"/>
                </a:lnTo>
                <a:lnTo>
                  <a:pt x="245172" y="88682"/>
                </a:lnTo>
                <a:lnTo>
                  <a:pt x="238649" y="92769"/>
                </a:lnTo>
                <a:lnTo>
                  <a:pt x="239216" y="92403"/>
                </a:lnTo>
                <a:lnTo>
                  <a:pt x="232725" y="96841"/>
                </a:lnTo>
                <a:lnTo>
                  <a:pt x="233243" y="96474"/>
                </a:lnTo>
                <a:lnTo>
                  <a:pt x="226786" y="101246"/>
                </a:lnTo>
                <a:lnTo>
                  <a:pt x="227269" y="100879"/>
                </a:lnTo>
                <a:lnTo>
                  <a:pt x="220862" y="106001"/>
                </a:lnTo>
                <a:lnTo>
                  <a:pt x="221296" y="105634"/>
                </a:lnTo>
                <a:lnTo>
                  <a:pt x="214939" y="111090"/>
                </a:lnTo>
                <a:lnTo>
                  <a:pt x="215340" y="110740"/>
                </a:lnTo>
                <a:lnTo>
                  <a:pt x="209033" y="116513"/>
                </a:lnTo>
                <a:lnTo>
                  <a:pt x="209399" y="116163"/>
                </a:lnTo>
                <a:lnTo>
                  <a:pt x="203143" y="122253"/>
                </a:lnTo>
                <a:lnTo>
                  <a:pt x="203494" y="121902"/>
                </a:lnTo>
                <a:lnTo>
                  <a:pt x="197287" y="128309"/>
                </a:lnTo>
                <a:lnTo>
                  <a:pt x="197602" y="127975"/>
                </a:lnTo>
                <a:lnTo>
                  <a:pt x="191463" y="134683"/>
                </a:lnTo>
                <a:lnTo>
                  <a:pt x="191746" y="134349"/>
                </a:lnTo>
                <a:lnTo>
                  <a:pt x="185673" y="141357"/>
                </a:lnTo>
                <a:lnTo>
                  <a:pt x="185940" y="141040"/>
                </a:lnTo>
                <a:lnTo>
                  <a:pt x="179918" y="148331"/>
                </a:lnTo>
                <a:lnTo>
                  <a:pt x="180184" y="148015"/>
                </a:lnTo>
                <a:lnTo>
                  <a:pt x="174227" y="155606"/>
                </a:lnTo>
                <a:lnTo>
                  <a:pt x="174462" y="155289"/>
                </a:lnTo>
                <a:lnTo>
                  <a:pt x="168588" y="163165"/>
                </a:lnTo>
                <a:lnTo>
                  <a:pt x="168804" y="162864"/>
                </a:lnTo>
                <a:lnTo>
                  <a:pt x="162998" y="170990"/>
                </a:lnTo>
                <a:lnTo>
                  <a:pt x="163316" y="170556"/>
                </a:lnTo>
                <a:lnTo>
                  <a:pt x="151935" y="187609"/>
                </a:lnTo>
                <a:lnTo>
                  <a:pt x="152303" y="187058"/>
                </a:lnTo>
                <a:lnTo>
                  <a:pt x="141274" y="205128"/>
                </a:lnTo>
                <a:lnTo>
                  <a:pt x="141591" y="204594"/>
                </a:lnTo>
                <a:lnTo>
                  <a:pt x="130930" y="223615"/>
                </a:lnTo>
                <a:lnTo>
                  <a:pt x="131212" y="223098"/>
                </a:lnTo>
                <a:lnTo>
                  <a:pt x="120934" y="243020"/>
                </a:lnTo>
                <a:lnTo>
                  <a:pt x="121184" y="242519"/>
                </a:lnTo>
                <a:lnTo>
                  <a:pt x="111340" y="263293"/>
                </a:lnTo>
                <a:lnTo>
                  <a:pt x="111558" y="262809"/>
                </a:lnTo>
                <a:lnTo>
                  <a:pt x="102165" y="284383"/>
                </a:lnTo>
                <a:lnTo>
                  <a:pt x="102348" y="283916"/>
                </a:lnTo>
                <a:lnTo>
                  <a:pt x="93420" y="306224"/>
                </a:lnTo>
                <a:lnTo>
                  <a:pt x="93605" y="305756"/>
                </a:lnTo>
                <a:lnTo>
                  <a:pt x="85162" y="328749"/>
                </a:lnTo>
                <a:lnTo>
                  <a:pt x="85327" y="328299"/>
                </a:lnTo>
                <a:lnTo>
                  <a:pt x="77420" y="351941"/>
                </a:lnTo>
                <a:lnTo>
                  <a:pt x="77552" y="351491"/>
                </a:lnTo>
                <a:lnTo>
                  <a:pt x="70196" y="375718"/>
                </a:lnTo>
                <a:lnTo>
                  <a:pt x="70328" y="375267"/>
                </a:lnTo>
                <a:lnTo>
                  <a:pt x="63554" y="400012"/>
                </a:lnTo>
                <a:lnTo>
                  <a:pt x="63654" y="399578"/>
                </a:lnTo>
                <a:lnTo>
                  <a:pt x="57480" y="424806"/>
                </a:lnTo>
                <a:lnTo>
                  <a:pt x="57581" y="424355"/>
                </a:lnTo>
                <a:lnTo>
                  <a:pt x="52042" y="450000"/>
                </a:lnTo>
                <a:lnTo>
                  <a:pt x="52125" y="449567"/>
                </a:lnTo>
                <a:lnTo>
                  <a:pt x="47237" y="475579"/>
                </a:lnTo>
                <a:lnTo>
                  <a:pt x="47285" y="475245"/>
                </a:lnTo>
                <a:lnTo>
                  <a:pt x="45100" y="488377"/>
                </a:lnTo>
                <a:lnTo>
                  <a:pt x="45133" y="488143"/>
                </a:lnTo>
                <a:lnTo>
                  <a:pt x="43115" y="501357"/>
                </a:lnTo>
                <a:lnTo>
                  <a:pt x="43147" y="501124"/>
                </a:lnTo>
                <a:lnTo>
                  <a:pt x="41296" y="514389"/>
                </a:lnTo>
                <a:lnTo>
                  <a:pt x="41329" y="514172"/>
                </a:lnTo>
                <a:lnTo>
                  <a:pt x="39660" y="527486"/>
                </a:lnTo>
                <a:lnTo>
                  <a:pt x="39694" y="527270"/>
                </a:lnTo>
                <a:lnTo>
                  <a:pt x="38209" y="540651"/>
                </a:lnTo>
                <a:lnTo>
                  <a:pt x="38242" y="540418"/>
                </a:lnTo>
                <a:lnTo>
                  <a:pt x="36941" y="553833"/>
                </a:lnTo>
                <a:lnTo>
                  <a:pt x="36974" y="553599"/>
                </a:lnTo>
                <a:lnTo>
                  <a:pt x="35874" y="567064"/>
                </a:lnTo>
                <a:lnTo>
                  <a:pt x="35890" y="566830"/>
                </a:lnTo>
                <a:lnTo>
                  <a:pt x="34972" y="580329"/>
                </a:lnTo>
                <a:lnTo>
                  <a:pt x="34990" y="580095"/>
                </a:lnTo>
                <a:lnTo>
                  <a:pt x="34271" y="593627"/>
                </a:lnTo>
                <a:lnTo>
                  <a:pt x="34289" y="593377"/>
                </a:lnTo>
                <a:lnTo>
                  <a:pt x="33771" y="606925"/>
                </a:lnTo>
                <a:lnTo>
                  <a:pt x="33788" y="606675"/>
                </a:lnTo>
                <a:lnTo>
                  <a:pt x="33471" y="620240"/>
                </a:lnTo>
                <a:lnTo>
                  <a:pt x="33471" y="619973"/>
                </a:lnTo>
                <a:lnTo>
                  <a:pt x="33369" y="633555"/>
                </a:lnTo>
                <a:lnTo>
                  <a:pt x="0" y="633288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8EA7DE03-8600-4247-96A4-DD24C9A5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179" y="2021774"/>
            <a:ext cx="382927" cy="382926"/>
          </a:xfrm>
          <a:custGeom xmlns:a="http://schemas.openxmlformats.org/drawingml/2006/main">
            <a:pathLst>
              <a:path w="382927" h="382926">
                <a:moveTo>
                  <a:pt x="250" y="181619"/>
                </a:moveTo>
                <a:lnTo>
                  <a:pt x="985" y="171908"/>
                </a:lnTo>
                <a:lnTo>
                  <a:pt x="2203" y="162331"/>
                </a:lnTo>
                <a:lnTo>
                  <a:pt x="3888" y="152887"/>
                </a:lnTo>
                <a:lnTo>
                  <a:pt x="6024" y="143627"/>
                </a:lnTo>
                <a:lnTo>
                  <a:pt x="8611" y="134533"/>
                </a:lnTo>
                <a:lnTo>
                  <a:pt x="11614" y="125623"/>
                </a:lnTo>
                <a:lnTo>
                  <a:pt x="15051" y="116930"/>
                </a:lnTo>
                <a:lnTo>
                  <a:pt x="18888" y="108437"/>
                </a:lnTo>
                <a:lnTo>
                  <a:pt x="23109" y="100195"/>
                </a:lnTo>
                <a:lnTo>
                  <a:pt x="27732" y="92169"/>
                </a:lnTo>
                <a:lnTo>
                  <a:pt x="32703" y="84394"/>
                </a:lnTo>
                <a:lnTo>
                  <a:pt x="38043" y="76902"/>
                </a:lnTo>
                <a:lnTo>
                  <a:pt x="43715" y="69661"/>
                </a:lnTo>
                <a:lnTo>
                  <a:pt x="49739" y="62720"/>
                </a:lnTo>
                <a:lnTo>
                  <a:pt x="56080" y="56079"/>
                </a:lnTo>
                <a:lnTo>
                  <a:pt x="62721" y="49739"/>
                </a:lnTo>
                <a:lnTo>
                  <a:pt x="69662" y="43715"/>
                </a:lnTo>
                <a:lnTo>
                  <a:pt x="76902" y="38042"/>
                </a:lnTo>
                <a:lnTo>
                  <a:pt x="84394" y="32703"/>
                </a:lnTo>
                <a:lnTo>
                  <a:pt x="92169" y="27731"/>
                </a:lnTo>
                <a:lnTo>
                  <a:pt x="100194" y="23109"/>
                </a:lnTo>
                <a:lnTo>
                  <a:pt x="108438" y="18888"/>
                </a:lnTo>
                <a:lnTo>
                  <a:pt x="116930" y="15050"/>
                </a:lnTo>
                <a:lnTo>
                  <a:pt x="125624" y="11613"/>
                </a:lnTo>
                <a:lnTo>
                  <a:pt x="134533" y="8609"/>
                </a:lnTo>
                <a:lnTo>
                  <a:pt x="143627" y="6023"/>
                </a:lnTo>
                <a:lnTo>
                  <a:pt x="152886" y="3888"/>
                </a:lnTo>
                <a:lnTo>
                  <a:pt x="162330" y="2202"/>
                </a:lnTo>
                <a:lnTo>
                  <a:pt x="171909" y="984"/>
                </a:lnTo>
                <a:lnTo>
                  <a:pt x="181618" y="250"/>
                </a:lnTo>
                <a:lnTo>
                  <a:pt x="191463" y="0"/>
                </a:lnTo>
                <a:lnTo>
                  <a:pt x="201307" y="250"/>
                </a:lnTo>
                <a:lnTo>
                  <a:pt x="211018" y="984"/>
                </a:lnTo>
                <a:lnTo>
                  <a:pt x="220595" y="2202"/>
                </a:lnTo>
                <a:lnTo>
                  <a:pt x="230041" y="3888"/>
                </a:lnTo>
                <a:lnTo>
                  <a:pt x="239300" y="6023"/>
                </a:lnTo>
                <a:lnTo>
                  <a:pt x="248394" y="8609"/>
                </a:lnTo>
                <a:lnTo>
                  <a:pt x="257302" y="11613"/>
                </a:lnTo>
                <a:lnTo>
                  <a:pt x="265997" y="15050"/>
                </a:lnTo>
                <a:lnTo>
                  <a:pt x="274473" y="18888"/>
                </a:lnTo>
                <a:lnTo>
                  <a:pt x="282731" y="23109"/>
                </a:lnTo>
                <a:lnTo>
                  <a:pt x="290757" y="27731"/>
                </a:lnTo>
                <a:lnTo>
                  <a:pt x="298532" y="32703"/>
                </a:lnTo>
                <a:lnTo>
                  <a:pt x="306023" y="38042"/>
                </a:lnTo>
                <a:lnTo>
                  <a:pt x="313265" y="43715"/>
                </a:lnTo>
                <a:lnTo>
                  <a:pt x="320206" y="49739"/>
                </a:lnTo>
                <a:lnTo>
                  <a:pt x="326847" y="56079"/>
                </a:lnTo>
                <a:lnTo>
                  <a:pt x="333187" y="62720"/>
                </a:lnTo>
                <a:lnTo>
                  <a:pt x="339211" y="69661"/>
                </a:lnTo>
                <a:lnTo>
                  <a:pt x="344885" y="76902"/>
                </a:lnTo>
                <a:lnTo>
                  <a:pt x="350223" y="84394"/>
                </a:lnTo>
                <a:lnTo>
                  <a:pt x="355196" y="92169"/>
                </a:lnTo>
                <a:lnTo>
                  <a:pt x="359816" y="100195"/>
                </a:lnTo>
                <a:lnTo>
                  <a:pt x="364038" y="108437"/>
                </a:lnTo>
                <a:lnTo>
                  <a:pt x="367877" y="116930"/>
                </a:lnTo>
                <a:lnTo>
                  <a:pt x="371313" y="125623"/>
                </a:lnTo>
                <a:lnTo>
                  <a:pt x="374316" y="134533"/>
                </a:lnTo>
                <a:lnTo>
                  <a:pt x="376903" y="143627"/>
                </a:lnTo>
                <a:lnTo>
                  <a:pt x="379039" y="152887"/>
                </a:lnTo>
                <a:lnTo>
                  <a:pt x="380724" y="162331"/>
                </a:lnTo>
                <a:lnTo>
                  <a:pt x="381943" y="171908"/>
                </a:lnTo>
                <a:lnTo>
                  <a:pt x="382675" y="181619"/>
                </a:lnTo>
                <a:lnTo>
                  <a:pt x="382927" y="191462"/>
                </a:lnTo>
                <a:lnTo>
                  <a:pt x="382675" y="201307"/>
                </a:lnTo>
                <a:lnTo>
                  <a:pt x="381943" y="211018"/>
                </a:lnTo>
                <a:lnTo>
                  <a:pt x="380724" y="220595"/>
                </a:lnTo>
                <a:lnTo>
                  <a:pt x="379039" y="230039"/>
                </a:lnTo>
                <a:lnTo>
                  <a:pt x="376903" y="239299"/>
                </a:lnTo>
                <a:lnTo>
                  <a:pt x="374316" y="248393"/>
                </a:lnTo>
                <a:lnTo>
                  <a:pt x="371313" y="257303"/>
                </a:lnTo>
                <a:lnTo>
                  <a:pt x="367877" y="265996"/>
                </a:lnTo>
                <a:lnTo>
                  <a:pt x="364038" y="274472"/>
                </a:lnTo>
                <a:lnTo>
                  <a:pt x="359816" y="282731"/>
                </a:lnTo>
                <a:lnTo>
                  <a:pt x="355196" y="290756"/>
                </a:lnTo>
                <a:lnTo>
                  <a:pt x="350223" y="298532"/>
                </a:lnTo>
                <a:lnTo>
                  <a:pt x="344885" y="306024"/>
                </a:lnTo>
                <a:lnTo>
                  <a:pt x="339211" y="313265"/>
                </a:lnTo>
                <a:lnTo>
                  <a:pt x="333187" y="320206"/>
                </a:lnTo>
                <a:lnTo>
                  <a:pt x="326847" y="326847"/>
                </a:lnTo>
                <a:lnTo>
                  <a:pt x="320206" y="333187"/>
                </a:lnTo>
                <a:lnTo>
                  <a:pt x="313265" y="339210"/>
                </a:lnTo>
                <a:lnTo>
                  <a:pt x="306023" y="344883"/>
                </a:lnTo>
                <a:lnTo>
                  <a:pt x="298532" y="350223"/>
                </a:lnTo>
                <a:lnTo>
                  <a:pt x="290757" y="355195"/>
                </a:lnTo>
                <a:lnTo>
                  <a:pt x="282731" y="359817"/>
                </a:lnTo>
                <a:lnTo>
                  <a:pt x="274473" y="364038"/>
                </a:lnTo>
                <a:lnTo>
                  <a:pt x="265997" y="367876"/>
                </a:lnTo>
                <a:lnTo>
                  <a:pt x="257302" y="371313"/>
                </a:lnTo>
                <a:lnTo>
                  <a:pt x="248394" y="374316"/>
                </a:lnTo>
                <a:lnTo>
                  <a:pt x="239300" y="376903"/>
                </a:lnTo>
                <a:lnTo>
                  <a:pt x="230041" y="379038"/>
                </a:lnTo>
                <a:lnTo>
                  <a:pt x="220595" y="380723"/>
                </a:lnTo>
                <a:lnTo>
                  <a:pt x="211018" y="381941"/>
                </a:lnTo>
                <a:lnTo>
                  <a:pt x="201307" y="382675"/>
                </a:lnTo>
                <a:lnTo>
                  <a:pt x="191463" y="382926"/>
                </a:lnTo>
                <a:lnTo>
                  <a:pt x="181618" y="382675"/>
                </a:lnTo>
                <a:lnTo>
                  <a:pt x="171909" y="381941"/>
                </a:lnTo>
                <a:lnTo>
                  <a:pt x="162330" y="380723"/>
                </a:lnTo>
                <a:lnTo>
                  <a:pt x="152886" y="379038"/>
                </a:lnTo>
                <a:lnTo>
                  <a:pt x="143627" y="376903"/>
                </a:lnTo>
                <a:lnTo>
                  <a:pt x="134533" y="374316"/>
                </a:lnTo>
                <a:lnTo>
                  <a:pt x="125624" y="371313"/>
                </a:lnTo>
                <a:lnTo>
                  <a:pt x="116930" y="367876"/>
                </a:lnTo>
                <a:lnTo>
                  <a:pt x="108438" y="364038"/>
                </a:lnTo>
                <a:lnTo>
                  <a:pt x="100194" y="359817"/>
                </a:lnTo>
                <a:lnTo>
                  <a:pt x="92169" y="355195"/>
                </a:lnTo>
                <a:lnTo>
                  <a:pt x="84394" y="350223"/>
                </a:lnTo>
                <a:lnTo>
                  <a:pt x="76902" y="344883"/>
                </a:lnTo>
                <a:lnTo>
                  <a:pt x="69662" y="339210"/>
                </a:lnTo>
                <a:lnTo>
                  <a:pt x="62721" y="333187"/>
                </a:lnTo>
                <a:lnTo>
                  <a:pt x="56080" y="326847"/>
                </a:lnTo>
                <a:lnTo>
                  <a:pt x="49739" y="320206"/>
                </a:lnTo>
                <a:lnTo>
                  <a:pt x="43715" y="313265"/>
                </a:lnTo>
                <a:lnTo>
                  <a:pt x="38043" y="306024"/>
                </a:lnTo>
                <a:lnTo>
                  <a:pt x="32703" y="298532"/>
                </a:lnTo>
                <a:lnTo>
                  <a:pt x="27732" y="290756"/>
                </a:lnTo>
                <a:lnTo>
                  <a:pt x="23109" y="282731"/>
                </a:lnTo>
                <a:lnTo>
                  <a:pt x="18888" y="274472"/>
                </a:lnTo>
                <a:lnTo>
                  <a:pt x="15051" y="265996"/>
                </a:lnTo>
                <a:lnTo>
                  <a:pt x="11614" y="257303"/>
                </a:lnTo>
                <a:lnTo>
                  <a:pt x="8611" y="248393"/>
                </a:lnTo>
                <a:lnTo>
                  <a:pt x="6024" y="239299"/>
                </a:lnTo>
                <a:lnTo>
                  <a:pt x="3888" y="230039"/>
                </a:lnTo>
                <a:lnTo>
                  <a:pt x="2203" y="220595"/>
                </a:lnTo>
                <a:lnTo>
                  <a:pt x="985" y="211018"/>
                </a:lnTo>
                <a:lnTo>
                  <a:pt x="250" y="201307"/>
                </a:lnTo>
                <a:lnTo>
                  <a:pt x="0" y="191462"/>
                </a:lnTo>
                <a:lnTo>
                  <a:pt x="250" y="181619"/>
                </a:lnTo>
                <a:moveTo>
                  <a:pt x="33370" y="191880"/>
                </a:moveTo>
                <a:lnTo>
                  <a:pt x="33370" y="191046"/>
                </a:lnTo>
                <a:lnTo>
                  <a:pt x="33587" y="200039"/>
                </a:lnTo>
                <a:lnTo>
                  <a:pt x="33555" y="199188"/>
                </a:lnTo>
                <a:lnTo>
                  <a:pt x="34222" y="208065"/>
                </a:lnTo>
                <a:lnTo>
                  <a:pt x="34139" y="207231"/>
                </a:lnTo>
                <a:lnTo>
                  <a:pt x="35257" y="215974"/>
                </a:lnTo>
                <a:lnTo>
                  <a:pt x="35123" y="215139"/>
                </a:lnTo>
                <a:lnTo>
                  <a:pt x="36658" y="223749"/>
                </a:lnTo>
                <a:lnTo>
                  <a:pt x="36491" y="222931"/>
                </a:lnTo>
                <a:lnTo>
                  <a:pt x="38443" y="231391"/>
                </a:lnTo>
                <a:lnTo>
                  <a:pt x="38243" y="230590"/>
                </a:lnTo>
                <a:lnTo>
                  <a:pt x="40596" y="238882"/>
                </a:lnTo>
                <a:lnTo>
                  <a:pt x="40346" y="238082"/>
                </a:lnTo>
                <a:lnTo>
                  <a:pt x="43098" y="246207"/>
                </a:lnTo>
                <a:lnTo>
                  <a:pt x="42815" y="245440"/>
                </a:lnTo>
                <a:lnTo>
                  <a:pt x="45936" y="253382"/>
                </a:lnTo>
                <a:lnTo>
                  <a:pt x="45617" y="252614"/>
                </a:lnTo>
                <a:lnTo>
                  <a:pt x="49122" y="260356"/>
                </a:lnTo>
                <a:lnTo>
                  <a:pt x="48771" y="259622"/>
                </a:lnTo>
                <a:lnTo>
                  <a:pt x="52626" y="267164"/>
                </a:lnTo>
                <a:lnTo>
                  <a:pt x="52242" y="266463"/>
                </a:lnTo>
                <a:lnTo>
                  <a:pt x="56446" y="273771"/>
                </a:lnTo>
                <a:lnTo>
                  <a:pt x="56029" y="273087"/>
                </a:lnTo>
                <a:lnTo>
                  <a:pt x="60585" y="280178"/>
                </a:lnTo>
                <a:lnTo>
                  <a:pt x="60134" y="279511"/>
                </a:lnTo>
                <a:lnTo>
                  <a:pt x="65005" y="286368"/>
                </a:lnTo>
                <a:lnTo>
                  <a:pt x="64522" y="285718"/>
                </a:lnTo>
                <a:lnTo>
                  <a:pt x="69711" y="292325"/>
                </a:lnTo>
                <a:lnTo>
                  <a:pt x="69210" y="291708"/>
                </a:lnTo>
                <a:lnTo>
                  <a:pt x="74701" y="298048"/>
                </a:lnTo>
                <a:lnTo>
                  <a:pt x="74165" y="297464"/>
                </a:lnTo>
                <a:lnTo>
                  <a:pt x="79956" y="303538"/>
                </a:lnTo>
                <a:lnTo>
                  <a:pt x="79389" y="302970"/>
                </a:lnTo>
                <a:lnTo>
                  <a:pt x="85462" y="308760"/>
                </a:lnTo>
                <a:lnTo>
                  <a:pt x="84877" y="308226"/>
                </a:lnTo>
                <a:lnTo>
                  <a:pt x="91219" y="313715"/>
                </a:lnTo>
                <a:lnTo>
                  <a:pt x="90601" y="313215"/>
                </a:lnTo>
                <a:lnTo>
                  <a:pt x="97191" y="318404"/>
                </a:lnTo>
                <a:lnTo>
                  <a:pt x="96557" y="317920"/>
                </a:lnTo>
                <a:lnTo>
                  <a:pt x="103415" y="322793"/>
                </a:lnTo>
                <a:lnTo>
                  <a:pt x="102747" y="322342"/>
                </a:lnTo>
                <a:lnTo>
                  <a:pt x="109839" y="326897"/>
                </a:lnTo>
                <a:lnTo>
                  <a:pt x="109155" y="326479"/>
                </a:lnTo>
                <a:lnTo>
                  <a:pt x="116463" y="330684"/>
                </a:lnTo>
                <a:lnTo>
                  <a:pt x="115763" y="330301"/>
                </a:lnTo>
                <a:lnTo>
                  <a:pt x="123303" y="334155"/>
                </a:lnTo>
                <a:lnTo>
                  <a:pt x="122569" y="333805"/>
                </a:lnTo>
                <a:lnTo>
                  <a:pt x="130311" y="337308"/>
                </a:lnTo>
                <a:lnTo>
                  <a:pt x="129545" y="336991"/>
                </a:lnTo>
                <a:lnTo>
                  <a:pt x="137488" y="340112"/>
                </a:lnTo>
                <a:lnTo>
                  <a:pt x="136718" y="339828"/>
                </a:lnTo>
                <a:lnTo>
                  <a:pt x="144844" y="342581"/>
                </a:lnTo>
                <a:lnTo>
                  <a:pt x="144044" y="342331"/>
                </a:lnTo>
                <a:lnTo>
                  <a:pt x="152337" y="344683"/>
                </a:lnTo>
                <a:lnTo>
                  <a:pt x="151536" y="344483"/>
                </a:lnTo>
                <a:lnTo>
                  <a:pt x="159995" y="346435"/>
                </a:lnTo>
                <a:lnTo>
                  <a:pt x="159177" y="346268"/>
                </a:lnTo>
                <a:lnTo>
                  <a:pt x="167787" y="347803"/>
                </a:lnTo>
                <a:lnTo>
                  <a:pt x="166952" y="347670"/>
                </a:lnTo>
                <a:lnTo>
                  <a:pt x="175695" y="348788"/>
                </a:lnTo>
                <a:lnTo>
                  <a:pt x="174861" y="348704"/>
                </a:lnTo>
                <a:lnTo>
                  <a:pt x="183737" y="349372"/>
                </a:lnTo>
                <a:lnTo>
                  <a:pt x="182886" y="349338"/>
                </a:lnTo>
                <a:lnTo>
                  <a:pt x="191880" y="349555"/>
                </a:lnTo>
                <a:lnTo>
                  <a:pt x="191046" y="349555"/>
                </a:lnTo>
                <a:lnTo>
                  <a:pt x="200039" y="349338"/>
                </a:lnTo>
                <a:lnTo>
                  <a:pt x="199190" y="349372"/>
                </a:lnTo>
                <a:lnTo>
                  <a:pt x="208065" y="348704"/>
                </a:lnTo>
                <a:lnTo>
                  <a:pt x="207232" y="348788"/>
                </a:lnTo>
                <a:lnTo>
                  <a:pt x="215975" y="347670"/>
                </a:lnTo>
                <a:lnTo>
                  <a:pt x="215139" y="347803"/>
                </a:lnTo>
                <a:lnTo>
                  <a:pt x="223750" y="346268"/>
                </a:lnTo>
                <a:lnTo>
                  <a:pt x="222932" y="346435"/>
                </a:lnTo>
                <a:lnTo>
                  <a:pt x="231391" y="344483"/>
                </a:lnTo>
                <a:lnTo>
                  <a:pt x="230590" y="344683"/>
                </a:lnTo>
                <a:lnTo>
                  <a:pt x="238883" y="342331"/>
                </a:lnTo>
                <a:lnTo>
                  <a:pt x="238083" y="342581"/>
                </a:lnTo>
                <a:lnTo>
                  <a:pt x="246208" y="339828"/>
                </a:lnTo>
                <a:lnTo>
                  <a:pt x="245439" y="340112"/>
                </a:lnTo>
                <a:lnTo>
                  <a:pt x="253382" y="336991"/>
                </a:lnTo>
                <a:lnTo>
                  <a:pt x="252614" y="337308"/>
                </a:lnTo>
                <a:lnTo>
                  <a:pt x="260356" y="333805"/>
                </a:lnTo>
                <a:lnTo>
                  <a:pt x="259622" y="334155"/>
                </a:lnTo>
                <a:lnTo>
                  <a:pt x="267163" y="330301"/>
                </a:lnTo>
                <a:lnTo>
                  <a:pt x="266464" y="330684"/>
                </a:lnTo>
                <a:lnTo>
                  <a:pt x="273772" y="326479"/>
                </a:lnTo>
                <a:lnTo>
                  <a:pt x="273086" y="326897"/>
                </a:lnTo>
                <a:lnTo>
                  <a:pt x="280179" y="322342"/>
                </a:lnTo>
                <a:lnTo>
                  <a:pt x="279511" y="322793"/>
                </a:lnTo>
                <a:lnTo>
                  <a:pt x="286369" y="317920"/>
                </a:lnTo>
                <a:lnTo>
                  <a:pt x="285719" y="318404"/>
                </a:lnTo>
                <a:lnTo>
                  <a:pt x="292325" y="313215"/>
                </a:lnTo>
                <a:lnTo>
                  <a:pt x="291708" y="313715"/>
                </a:lnTo>
                <a:lnTo>
                  <a:pt x="298049" y="308226"/>
                </a:lnTo>
                <a:lnTo>
                  <a:pt x="297463" y="308760"/>
                </a:lnTo>
                <a:lnTo>
                  <a:pt x="303538" y="302970"/>
                </a:lnTo>
                <a:lnTo>
                  <a:pt x="302971" y="303538"/>
                </a:lnTo>
                <a:lnTo>
                  <a:pt x="308760" y="297464"/>
                </a:lnTo>
                <a:lnTo>
                  <a:pt x="308226" y="298048"/>
                </a:lnTo>
                <a:lnTo>
                  <a:pt x="313715" y="291708"/>
                </a:lnTo>
                <a:lnTo>
                  <a:pt x="313216" y="292325"/>
                </a:lnTo>
                <a:lnTo>
                  <a:pt x="318404" y="285718"/>
                </a:lnTo>
                <a:lnTo>
                  <a:pt x="317920" y="286368"/>
                </a:lnTo>
                <a:lnTo>
                  <a:pt x="322793" y="279511"/>
                </a:lnTo>
                <a:lnTo>
                  <a:pt x="322343" y="280178"/>
                </a:lnTo>
                <a:lnTo>
                  <a:pt x="326898" y="273087"/>
                </a:lnTo>
                <a:lnTo>
                  <a:pt x="326479" y="273771"/>
                </a:lnTo>
                <a:lnTo>
                  <a:pt x="330684" y="266463"/>
                </a:lnTo>
                <a:lnTo>
                  <a:pt x="330301" y="267164"/>
                </a:lnTo>
                <a:lnTo>
                  <a:pt x="334155" y="259622"/>
                </a:lnTo>
                <a:lnTo>
                  <a:pt x="333805" y="260356"/>
                </a:lnTo>
                <a:lnTo>
                  <a:pt x="337308" y="252614"/>
                </a:lnTo>
                <a:lnTo>
                  <a:pt x="336991" y="253382"/>
                </a:lnTo>
                <a:lnTo>
                  <a:pt x="340111" y="245440"/>
                </a:lnTo>
                <a:lnTo>
                  <a:pt x="339829" y="246207"/>
                </a:lnTo>
                <a:lnTo>
                  <a:pt x="342581" y="238082"/>
                </a:lnTo>
                <a:lnTo>
                  <a:pt x="342331" y="238882"/>
                </a:lnTo>
                <a:lnTo>
                  <a:pt x="344684" y="230590"/>
                </a:lnTo>
                <a:lnTo>
                  <a:pt x="344484" y="231391"/>
                </a:lnTo>
                <a:lnTo>
                  <a:pt x="346435" y="222931"/>
                </a:lnTo>
                <a:lnTo>
                  <a:pt x="346270" y="223749"/>
                </a:lnTo>
                <a:lnTo>
                  <a:pt x="347804" y="215139"/>
                </a:lnTo>
                <a:lnTo>
                  <a:pt x="347670" y="215974"/>
                </a:lnTo>
                <a:lnTo>
                  <a:pt x="348788" y="207231"/>
                </a:lnTo>
                <a:lnTo>
                  <a:pt x="348704" y="208065"/>
                </a:lnTo>
                <a:lnTo>
                  <a:pt x="349372" y="199188"/>
                </a:lnTo>
                <a:lnTo>
                  <a:pt x="349339" y="200039"/>
                </a:lnTo>
                <a:lnTo>
                  <a:pt x="349555" y="191046"/>
                </a:lnTo>
                <a:lnTo>
                  <a:pt x="349555" y="191880"/>
                </a:lnTo>
                <a:lnTo>
                  <a:pt x="349339" y="182887"/>
                </a:lnTo>
                <a:lnTo>
                  <a:pt x="349372" y="183737"/>
                </a:lnTo>
                <a:lnTo>
                  <a:pt x="348704" y="174861"/>
                </a:lnTo>
                <a:lnTo>
                  <a:pt x="348788" y="175695"/>
                </a:lnTo>
                <a:lnTo>
                  <a:pt x="347670" y="166952"/>
                </a:lnTo>
                <a:lnTo>
                  <a:pt x="347804" y="167787"/>
                </a:lnTo>
                <a:lnTo>
                  <a:pt x="346270" y="159177"/>
                </a:lnTo>
                <a:lnTo>
                  <a:pt x="346435" y="159995"/>
                </a:lnTo>
                <a:lnTo>
                  <a:pt x="344484" y="151535"/>
                </a:lnTo>
                <a:lnTo>
                  <a:pt x="344684" y="152336"/>
                </a:lnTo>
                <a:lnTo>
                  <a:pt x="342331" y="144044"/>
                </a:lnTo>
                <a:lnTo>
                  <a:pt x="342581" y="144844"/>
                </a:lnTo>
                <a:lnTo>
                  <a:pt x="339829" y="136718"/>
                </a:lnTo>
                <a:lnTo>
                  <a:pt x="340111" y="137486"/>
                </a:lnTo>
                <a:lnTo>
                  <a:pt x="336991" y="129544"/>
                </a:lnTo>
                <a:lnTo>
                  <a:pt x="337308" y="130312"/>
                </a:lnTo>
                <a:lnTo>
                  <a:pt x="333805" y="122570"/>
                </a:lnTo>
                <a:lnTo>
                  <a:pt x="334155" y="123287"/>
                </a:lnTo>
                <a:lnTo>
                  <a:pt x="330301" y="115762"/>
                </a:lnTo>
                <a:lnTo>
                  <a:pt x="330684" y="116463"/>
                </a:lnTo>
                <a:lnTo>
                  <a:pt x="326479" y="109155"/>
                </a:lnTo>
                <a:lnTo>
                  <a:pt x="326898" y="109839"/>
                </a:lnTo>
                <a:lnTo>
                  <a:pt x="322343" y="102747"/>
                </a:lnTo>
                <a:lnTo>
                  <a:pt x="322793" y="103415"/>
                </a:lnTo>
                <a:lnTo>
                  <a:pt x="317920" y="96557"/>
                </a:lnTo>
                <a:lnTo>
                  <a:pt x="318404" y="97208"/>
                </a:lnTo>
                <a:lnTo>
                  <a:pt x="313216" y="90601"/>
                </a:lnTo>
                <a:lnTo>
                  <a:pt x="313715" y="91218"/>
                </a:lnTo>
                <a:lnTo>
                  <a:pt x="308226" y="84878"/>
                </a:lnTo>
                <a:lnTo>
                  <a:pt x="308760" y="85462"/>
                </a:lnTo>
                <a:lnTo>
                  <a:pt x="302971" y="79388"/>
                </a:lnTo>
                <a:lnTo>
                  <a:pt x="303538" y="79955"/>
                </a:lnTo>
                <a:lnTo>
                  <a:pt x="297463" y="74166"/>
                </a:lnTo>
                <a:lnTo>
                  <a:pt x="298049" y="74700"/>
                </a:lnTo>
                <a:lnTo>
                  <a:pt x="291708" y="69210"/>
                </a:lnTo>
                <a:lnTo>
                  <a:pt x="292325" y="69711"/>
                </a:lnTo>
                <a:lnTo>
                  <a:pt x="285719" y="64522"/>
                </a:lnTo>
                <a:lnTo>
                  <a:pt x="286369" y="65006"/>
                </a:lnTo>
                <a:lnTo>
                  <a:pt x="279511" y="60133"/>
                </a:lnTo>
                <a:lnTo>
                  <a:pt x="280179" y="60584"/>
                </a:lnTo>
                <a:lnTo>
                  <a:pt x="273086" y="56029"/>
                </a:lnTo>
                <a:lnTo>
                  <a:pt x="273772" y="56446"/>
                </a:lnTo>
                <a:lnTo>
                  <a:pt x="266464" y="52241"/>
                </a:lnTo>
                <a:lnTo>
                  <a:pt x="267163" y="52625"/>
                </a:lnTo>
                <a:lnTo>
                  <a:pt x="259622" y="48771"/>
                </a:lnTo>
                <a:lnTo>
                  <a:pt x="260356" y="49121"/>
                </a:lnTo>
                <a:lnTo>
                  <a:pt x="252614" y="45617"/>
                </a:lnTo>
                <a:lnTo>
                  <a:pt x="253382" y="45934"/>
                </a:lnTo>
                <a:lnTo>
                  <a:pt x="245439" y="42814"/>
                </a:lnTo>
                <a:lnTo>
                  <a:pt x="246208" y="43098"/>
                </a:lnTo>
                <a:lnTo>
                  <a:pt x="238083" y="40345"/>
                </a:lnTo>
                <a:lnTo>
                  <a:pt x="238883" y="40595"/>
                </a:lnTo>
                <a:lnTo>
                  <a:pt x="230590" y="38242"/>
                </a:lnTo>
                <a:lnTo>
                  <a:pt x="231391" y="38443"/>
                </a:lnTo>
                <a:lnTo>
                  <a:pt x="222932" y="36491"/>
                </a:lnTo>
                <a:lnTo>
                  <a:pt x="223750" y="36657"/>
                </a:lnTo>
                <a:lnTo>
                  <a:pt x="215139" y="35122"/>
                </a:lnTo>
                <a:lnTo>
                  <a:pt x="215975" y="35256"/>
                </a:lnTo>
                <a:lnTo>
                  <a:pt x="207232" y="34138"/>
                </a:lnTo>
                <a:lnTo>
                  <a:pt x="208065" y="34221"/>
                </a:lnTo>
                <a:lnTo>
                  <a:pt x="199190" y="33554"/>
                </a:lnTo>
                <a:lnTo>
                  <a:pt x="200039" y="33587"/>
                </a:lnTo>
                <a:lnTo>
                  <a:pt x="191046" y="33370"/>
                </a:lnTo>
                <a:lnTo>
                  <a:pt x="191880" y="33370"/>
                </a:lnTo>
                <a:lnTo>
                  <a:pt x="182886" y="33587"/>
                </a:lnTo>
                <a:lnTo>
                  <a:pt x="183737" y="33554"/>
                </a:lnTo>
                <a:lnTo>
                  <a:pt x="174861" y="34221"/>
                </a:lnTo>
                <a:lnTo>
                  <a:pt x="175695" y="34138"/>
                </a:lnTo>
                <a:lnTo>
                  <a:pt x="166952" y="35256"/>
                </a:lnTo>
                <a:lnTo>
                  <a:pt x="167787" y="35122"/>
                </a:lnTo>
                <a:lnTo>
                  <a:pt x="159177" y="36657"/>
                </a:lnTo>
                <a:lnTo>
                  <a:pt x="159995" y="36491"/>
                </a:lnTo>
                <a:lnTo>
                  <a:pt x="151536" y="38443"/>
                </a:lnTo>
                <a:lnTo>
                  <a:pt x="152337" y="38242"/>
                </a:lnTo>
                <a:lnTo>
                  <a:pt x="144044" y="40595"/>
                </a:lnTo>
                <a:lnTo>
                  <a:pt x="144844" y="40345"/>
                </a:lnTo>
                <a:lnTo>
                  <a:pt x="136718" y="43098"/>
                </a:lnTo>
                <a:lnTo>
                  <a:pt x="137488" y="42814"/>
                </a:lnTo>
                <a:lnTo>
                  <a:pt x="129545" y="45934"/>
                </a:lnTo>
                <a:lnTo>
                  <a:pt x="130311" y="45617"/>
                </a:lnTo>
                <a:lnTo>
                  <a:pt x="122569" y="49121"/>
                </a:lnTo>
                <a:lnTo>
                  <a:pt x="123303" y="48771"/>
                </a:lnTo>
                <a:lnTo>
                  <a:pt x="115763" y="52625"/>
                </a:lnTo>
                <a:lnTo>
                  <a:pt x="116463" y="52241"/>
                </a:lnTo>
                <a:lnTo>
                  <a:pt x="109155" y="56446"/>
                </a:lnTo>
                <a:lnTo>
                  <a:pt x="109839" y="56029"/>
                </a:lnTo>
                <a:lnTo>
                  <a:pt x="102747" y="60584"/>
                </a:lnTo>
                <a:lnTo>
                  <a:pt x="103415" y="60133"/>
                </a:lnTo>
                <a:lnTo>
                  <a:pt x="96557" y="65006"/>
                </a:lnTo>
                <a:lnTo>
                  <a:pt x="97191" y="64522"/>
                </a:lnTo>
                <a:lnTo>
                  <a:pt x="90601" y="69711"/>
                </a:lnTo>
                <a:lnTo>
                  <a:pt x="91219" y="69210"/>
                </a:lnTo>
                <a:lnTo>
                  <a:pt x="84877" y="74700"/>
                </a:lnTo>
                <a:lnTo>
                  <a:pt x="85462" y="74166"/>
                </a:lnTo>
                <a:lnTo>
                  <a:pt x="79389" y="79955"/>
                </a:lnTo>
                <a:lnTo>
                  <a:pt x="79956" y="79388"/>
                </a:lnTo>
                <a:lnTo>
                  <a:pt x="74165" y="85462"/>
                </a:lnTo>
                <a:lnTo>
                  <a:pt x="74701" y="84878"/>
                </a:lnTo>
                <a:lnTo>
                  <a:pt x="69210" y="91218"/>
                </a:lnTo>
                <a:lnTo>
                  <a:pt x="69711" y="90601"/>
                </a:lnTo>
                <a:lnTo>
                  <a:pt x="64522" y="97208"/>
                </a:lnTo>
                <a:lnTo>
                  <a:pt x="65005" y="96557"/>
                </a:lnTo>
                <a:lnTo>
                  <a:pt x="60134" y="103415"/>
                </a:lnTo>
                <a:lnTo>
                  <a:pt x="60585" y="102747"/>
                </a:lnTo>
                <a:lnTo>
                  <a:pt x="56029" y="109839"/>
                </a:lnTo>
                <a:lnTo>
                  <a:pt x="56446" y="109155"/>
                </a:lnTo>
                <a:lnTo>
                  <a:pt x="52242" y="116463"/>
                </a:lnTo>
                <a:lnTo>
                  <a:pt x="52626" y="115762"/>
                </a:lnTo>
                <a:lnTo>
                  <a:pt x="48771" y="123287"/>
                </a:lnTo>
                <a:lnTo>
                  <a:pt x="49122" y="122570"/>
                </a:lnTo>
                <a:lnTo>
                  <a:pt x="45617" y="130312"/>
                </a:lnTo>
                <a:lnTo>
                  <a:pt x="45936" y="129544"/>
                </a:lnTo>
                <a:lnTo>
                  <a:pt x="42815" y="137486"/>
                </a:lnTo>
                <a:lnTo>
                  <a:pt x="43098" y="136718"/>
                </a:lnTo>
                <a:lnTo>
                  <a:pt x="40346" y="144844"/>
                </a:lnTo>
                <a:lnTo>
                  <a:pt x="40596" y="144044"/>
                </a:lnTo>
                <a:lnTo>
                  <a:pt x="38243" y="152336"/>
                </a:lnTo>
                <a:lnTo>
                  <a:pt x="38443" y="151535"/>
                </a:lnTo>
                <a:lnTo>
                  <a:pt x="36491" y="159995"/>
                </a:lnTo>
                <a:lnTo>
                  <a:pt x="36658" y="159177"/>
                </a:lnTo>
                <a:lnTo>
                  <a:pt x="35123" y="167787"/>
                </a:lnTo>
                <a:lnTo>
                  <a:pt x="35257" y="166952"/>
                </a:lnTo>
                <a:lnTo>
                  <a:pt x="34139" y="175695"/>
                </a:lnTo>
                <a:lnTo>
                  <a:pt x="34222" y="174861"/>
                </a:lnTo>
                <a:lnTo>
                  <a:pt x="33555" y="183737"/>
                </a:lnTo>
                <a:lnTo>
                  <a:pt x="33587" y="182887"/>
                </a:lnTo>
                <a:lnTo>
                  <a:pt x="33370" y="19188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227-part-0">
            <a:extLst xmlns:a="http://schemas.openxmlformats.org/drawingml/2006/main">
              <a:ext uri="{FF2B5EF4-FFF2-40B4-BE49-F238E27FC236}">
                <a16:creationId xmlns:a16="http://schemas.microsoft.com/office/drawing/2014/main" id="{A5A9E73E-EC86-4BBE-9293-C46BB9A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2282" y="1883086"/>
            <a:ext cx="459778" cy="155373"/>
          </a:xfrm>
          <a:custGeom xmlns:a="http://schemas.openxmlformats.org/drawingml/2006/main">
            <a:pathLst>
              <a:path w="459778" h="155373">
                <a:moveTo>
                  <a:pt x="333454" y="77686"/>
                </a:moveTo>
                <a:lnTo>
                  <a:pt x="443308" y="114627"/>
                </a:lnTo>
                <a:lnTo>
                  <a:pt x="421602" y="133598"/>
                </a:lnTo>
                <a:lnTo>
                  <a:pt x="399677" y="19789"/>
                </a:lnTo>
                <a:lnTo>
                  <a:pt x="399394" y="16318"/>
                </a:lnTo>
                <a:lnTo>
                  <a:pt x="399811" y="12848"/>
                </a:lnTo>
                <a:lnTo>
                  <a:pt x="400962" y="9561"/>
                </a:lnTo>
                <a:lnTo>
                  <a:pt x="402764" y="6574"/>
                </a:lnTo>
                <a:lnTo>
                  <a:pt x="405150" y="4021"/>
                </a:lnTo>
                <a:lnTo>
                  <a:pt x="408003" y="2019"/>
                </a:lnTo>
                <a:lnTo>
                  <a:pt x="411224" y="667"/>
                </a:lnTo>
                <a:lnTo>
                  <a:pt x="414644" y="0"/>
                </a:lnTo>
                <a:lnTo>
                  <a:pt x="418131" y="83"/>
                </a:lnTo>
                <a:lnTo>
                  <a:pt x="421535" y="868"/>
                </a:lnTo>
                <a:lnTo>
                  <a:pt x="424689" y="2353"/>
                </a:lnTo>
                <a:lnTo>
                  <a:pt x="427476" y="4455"/>
                </a:lnTo>
                <a:lnTo>
                  <a:pt x="429762" y="7091"/>
                </a:lnTo>
                <a:lnTo>
                  <a:pt x="431445" y="10145"/>
                </a:lnTo>
                <a:lnTo>
                  <a:pt x="432446" y="13482"/>
                </a:lnTo>
                <a:lnTo>
                  <a:pt x="459778" y="155373"/>
                </a:lnTo>
                <a:lnTo>
                  <a:pt x="322809" y="109305"/>
                </a:lnTo>
                <a:lnTo>
                  <a:pt x="319639" y="107853"/>
                </a:lnTo>
                <a:lnTo>
                  <a:pt x="316836" y="105784"/>
                </a:lnTo>
                <a:lnTo>
                  <a:pt x="314533" y="103165"/>
                </a:lnTo>
                <a:lnTo>
                  <a:pt x="312815" y="100128"/>
                </a:lnTo>
                <a:lnTo>
                  <a:pt x="311780" y="96808"/>
                </a:lnTo>
                <a:lnTo>
                  <a:pt x="311447" y="93320"/>
                </a:lnTo>
                <a:lnTo>
                  <a:pt x="311848" y="89867"/>
                </a:lnTo>
                <a:lnTo>
                  <a:pt x="312965" y="86563"/>
                </a:lnTo>
                <a:lnTo>
                  <a:pt x="314733" y="83560"/>
                </a:lnTo>
                <a:lnTo>
                  <a:pt x="317086" y="80990"/>
                </a:lnTo>
                <a:lnTo>
                  <a:pt x="319939" y="78971"/>
                </a:lnTo>
                <a:lnTo>
                  <a:pt x="323143" y="77570"/>
                </a:lnTo>
                <a:lnTo>
                  <a:pt x="326564" y="76886"/>
                </a:lnTo>
                <a:lnTo>
                  <a:pt x="330050" y="76919"/>
                </a:lnTo>
                <a:lnTo>
                  <a:pt x="333454" y="77686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227-part-1">
            <a:extLst xmlns:a="http://schemas.openxmlformats.org/drawingml/2006/main">
              <a:ext uri="{FF2B5EF4-FFF2-40B4-BE49-F238E27FC236}">
                <a16:creationId xmlns:a16="http://schemas.microsoft.com/office/drawing/2014/main" id="{A4E5118B-ECC4-4F38-8051-18C63D90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2282" y="1883086"/>
            <a:ext cx="459778" cy="155373"/>
          </a:xfrm>
          <a:custGeom xmlns:a="http://schemas.openxmlformats.org/drawingml/2006/main">
            <a:pathLst>
              <a:path w="459778" h="155373">
                <a:moveTo>
                  <a:pt x="201" y="46919"/>
                </a:moveTo>
                <a:lnTo>
                  <a:pt x="21842" y="47052"/>
                </a:lnTo>
                <a:lnTo>
                  <a:pt x="43549" y="47453"/>
                </a:lnTo>
                <a:lnTo>
                  <a:pt x="65155" y="48103"/>
                </a:lnTo>
                <a:lnTo>
                  <a:pt x="86630" y="49004"/>
                </a:lnTo>
                <a:lnTo>
                  <a:pt x="107937" y="50139"/>
                </a:lnTo>
                <a:lnTo>
                  <a:pt x="129044" y="51490"/>
                </a:lnTo>
                <a:lnTo>
                  <a:pt x="149884" y="53076"/>
                </a:lnTo>
                <a:lnTo>
                  <a:pt x="170439" y="54878"/>
                </a:lnTo>
                <a:lnTo>
                  <a:pt x="190645" y="56880"/>
                </a:lnTo>
                <a:lnTo>
                  <a:pt x="210501" y="59066"/>
                </a:lnTo>
                <a:lnTo>
                  <a:pt x="229922" y="61452"/>
                </a:lnTo>
                <a:lnTo>
                  <a:pt x="248893" y="64021"/>
                </a:lnTo>
                <a:lnTo>
                  <a:pt x="267364" y="66757"/>
                </a:lnTo>
                <a:lnTo>
                  <a:pt x="285301" y="69661"/>
                </a:lnTo>
                <a:lnTo>
                  <a:pt x="302654" y="72714"/>
                </a:lnTo>
                <a:lnTo>
                  <a:pt x="319406" y="75918"/>
                </a:lnTo>
                <a:lnTo>
                  <a:pt x="335490" y="79271"/>
                </a:lnTo>
                <a:lnTo>
                  <a:pt x="350890" y="82759"/>
                </a:lnTo>
                <a:lnTo>
                  <a:pt x="365556" y="86363"/>
                </a:lnTo>
                <a:lnTo>
                  <a:pt x="379456" y="90117"/>
                </a:lnTo>
                <a:lnTo>
                  <a:pt x="392570" y="93971"/>
                </a:lnTo>
                <a:lnTo>
                  <a:pt x="404867" y="97976"/>
                </a:lnTo>
                <a:lnTo>
                  <a:pt x="416296" y="102080"/>
                </a:lnTo>
                <a:lnTo>
                  <a:pt x="426858" y="106335"/>
                </a:lnTo>
                <a:lnTo>
                  <a:pt x="436534" y="110756"/>
                </a:lnTo>
                <a:lnTo>
                  <a:pt x="445311" y="115362"/>
                </a:lnTo>
                <a:lnTo>
                  <a:pt x="446746" y="116246"/>
                </a:lnTo>
                <a:lnTo>
                  <a:pt x="429227" y="144644"/>
                </a:lnTo>
                <a:lnTo>
                  <a:pt x="428294" y="144060"/>
                </a:lnTo>
                <a:lnTo>
                  <a:pt x="429295" y="144644"/>
                </a:lnTo>
                <a:lnTo>
                  <a:pt x="421436" y="140523"/>
                </a:lnTo>
                <a:lnTo>
                  <a:pt x="422270" y="140923"/>
                </a:lnTo>
                <a:lnTo>
                  <a:pt x="413359" y="136852"/>
                </a:lnTo>
                <a:lnTo>
                  <a:pt x="414044" y="137152"/>
                </a:lnTo>
                <a:lnTo>
                  <a:pt x="404115" y="133148"/>
                </a:lnTo>
                <a:lnTo>
                  <a:pt x="404700" y="133382"/>
                </a:lnTo>
                <a:lnTo>
                  <a:pt x="393804" y="129461"/>
                </a:lnTo>
                <a:lnTo>
                  <a:pt x="394305" y="129628"/>
                </a:lnTo>
                <a:lnTo>
                  <a:pt x="382492" y="125790"/>
                </a:lnTo>
                <a:lnTo>
                  <a:pt x="382927" y="125923"/>
                </a:lnTo>
                <a:lnTo>
                  <a:pt x="370212" y="122169"/>
                </a:lnTo>
                <a:lnTo>
                  <a:pt x="370596" y="122286"/>
                </a:lnTo>
                <a:lnTo>
                  <a:pt x="357046" y="118632"/>
                </a:lnTo>
                <a:lnTo>
                  <a:pt x="357397" y="118732"/>
                </a:lnTo>
                <a:lnTo>
                  <a:pt x="343048" y="115195"/>
                </a:lnTo>
                <a:lnTo>
                  <a:pt x="343364" y="115262"/>
                </a:lnTo>
                <a:lnTo>
                  <a:pt x="328265" y="111841"/>
                </a:lnTo>
                <a:lnTo>
                  <a:pt x="328549" y="111908"/>
                </a:lnTo>
                <a:lnTo>
                  <a:pt x="312731" y="108621"/>
                </a:lnTo>
                <a:lnTo>
                  <a:pt x="312998" y="108671"/>
                </a:lnTo>
                <a:lnTo>
                  <a:pt x="296497" y="105517"/>
                </a:lnTo>
                <a:lnTo>
                  <a:pt x="296746" y="105551"/>
                </a:lnTo>
                <a:lnTo>
                  <a:pt x="279627" y="102547"/>
                </a:lnTo>
                <a:lnTo>
                  <a:pt x="279862" y="102581"/>
                </a:lnTo>
                <a:lnTo>
                  <a:pt x="262142" y="99711"/>
                </a:lnTo>
                <a:lnTo>
                  <a:pt x="262358" y="99744"/>
                </a:lnTo>
                <a:lnTo>
                  <a:pt x="244105" y="97041"/>
                </a:lnTo>
                <a:lnTo>
                  <a:pt x="244322" y="97075"/>
                </a:lnTo>
                <a:lnTo>
                  <a:pt x="225551" y="94538"/>
                </a:lnTo>
                <a:lnTo>
                  <a:pt x="225751" y="94572"/>
                </a:lnTo>
                <a:lnTo>
                  <a:pt x="206530" y="92203"/>
                </a:lnTo>
                <a:lnTo>
                  <a:pt x="206730" y="92236"/>
                </a:lnTo>
                <a:lnTo>
                  <a:pt x="187074" y="90050"/>
                </a:lnTo>
                <a:lnTo>
                  <a:pt x="187275" y="90083"/>
                </a:lnTo>
                <a:lnTo>
                  <a:pt x="167253" y="88098"/>
                </a:lnTo>
                <a:lnTo>
                  <a:pt x="167436" y="88115"/>
                </a:lnTo>
                <a:lnTo>
                  <a:pt x="147081" y="86329"/>
                </a:lnTo>
                <a:lnTo>
                  <a:pt x="147264" y="86346"/>
                </a:lnTo>
                <a:lnTo>
                  <a:pt x="126608" y="84778"/>
                </a:lnTo>
                <a:lnTo>
                  <a:pt x="126791" y="84794"/>
                </a:lnTo>
                <a:lnTo>
                  <a:pt x="105885" y="83443"/>
                </a:lnTo>
                <a:lnTo>
                  <a:pt x="106068" y="83459"/>
                </a:lnTo>
                <a:lnTo>
                  <a:pt x="84961" y="82325"/>
                </a:lnTo>
                <a:lnTo>
                  <a:pt x="85144" y="82341"/>
                </a:lnTo>
                <a:lnTo>
                  <a:pt x="63854" y="81441"/>
                </a:lnTo>
                <a:lnTo>
                  <a:pt x="64055" y="81457"/>
                </a:lnTo>
                <a:lnTo>
                  <a:pt x="42631" y="80806"/>
                </a:lnTo>
                <a:lnTo>
                  <a:pt x="42831" y="80806"/>
                </a:lnTo>
                <a:lnTo>
                  <a:pt x="21341" y="80423"/>
                </a:lnTo>
                <a:lnTo>
                  <a:pt x="21541" y="80423"/>
                </a:lnTo>
                <a:lnTo>
                  <a:pt x="0" y="80289"/>
                </a:lnTo>
                <a:lnTo>
                  <a:pt x="201" y="46919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path-228-part-0">
            <a:extLst xmlns:a="http://schemas.openxmlformats.org/drawingml/2006/main">
              <a:ext uri="{FF2B5EF4-FFF2-40B4-BE49-F238E27FC236}">
                <a16:creationId xmlns:a16="http://schemas.microsoft.com/office/drawing/2014/main" id="{39FDF87D-6D3F-440B-9015-0CF48AA5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6125" y="2310628"/>
            <a:ext cx="358665" cy="148665"/>
          </a:xfrm>
          <a:custGeom xmlns:a="http://schemas.openxmlformats.org/drawingml/2006/main">
            <a:pathLst>
              <a:path w="358665" h="148665">
                <a:moveTo>
                  <a:pt x="132932" y="29567"/>
                </a:moveTo>
                <a:lnTo>
                  <a:pt x="43281" y="103014"/>
                </a:lnTo>
                <a:lnTo>
                  <a:pt x="38726" y="74550"/>
                </a:lnTo>
                <a:lnTo>
                  <a:pt x="146797" y="116430"/>
                </a:lnTo>
                <a:lnTo>
                  <a:pt x="149900" y="118031"/>
                </a:lnTo>
                <a:lnTo>
                  <a:pt x="152603" y="120234"/>
                </a:lnTo>
                <a:lnTo>
                  <a:pt x="154789" y="122953"/>
                </a:lnTo>
                <a:lnTo>
                  <a:pt x="156358" y="126073"/>
                </a:lnTo>
                <a:lnTo>
                  <a:pt x="157258" y="129444"/>
                </a:lnTo>
                <a:lnTo>
                  <a:pt x="157425" y="132931"/>
                </a:lnTo>
                <a:lnTo>
                  <a:pt x="156875" y="136369"/>
                </a:lnTo>
                <a:lnTo>
                  <a:pt x="155606" y="139622"/>
                </a:lnTo>
                <a:lnTo>
                  <a:pt x="153705" y="142542"/>
                </a:lnTo>
                <a:lnTo>
                  <a:pt x="151218" y="144995"/>
                </a:lnTo>
                <a:lnTo>
                  <a:pt x="148282" y="146880"/>
                </a:lnTo>
                <a:lnTo>
                  <a:pt x="145028" y="148132"/>
                </a:lnTo>
                <a:lnTo>
                  <a:pt x="141574" y="148665"/>
                </a:lnTo>
                <a:lnTo>
                  <a:pt x="138104" y="148465"/>
                </a:lnTo>
                <a:lnTo>
                  <a:pt x="134733" y="147547"/>
                </a:lnTo>
                <a:lnTo>
                  <a:pt x="0" y="95323"/>
                </a:lnTo>
                <a:lnTo>
                  <a:pt x="111791" y="3754"/>
                </a:lnTo>
                <a:lnTo>
                  <a:pt x="114694" y="1836"/>
                </a:lnTo>
                <a:lnTo>
                  <a:pt x="117948" y="567"/>
                </a:lnTo>
                <a:lnTo>
                  <a:pt x="121385" y="0"/>
                </a:lnTo>
                <a:lnTo>
                  <a:pt x="124872" y="167"/>
                </a:lnTo>
                <a:lnTo>
                  <a:pt x="128243" y="1051"/>
                </a:lnTo>
                <a:lnTo>
                  <a:pt x="131362" y="2620"/>
                </a:lnTo>
                <a:lnTo>
                  <a:pt x="134082" y="4789"/>
                </a:lnTo>
                <a:lnTo>
                  <a:pt x="136302" y="7492"/>
                </a:lnTo>
                <a:lnTo>
                  <a:pt x="137904" y="10595"/>
                </a:lnTo>
                <a:lnTo>
                  <a:pt x="138821" y="13949"/>
                </a:lnTo>
                <a:lnTo>
                  <a:pt x="139021" y="17436"/>
                </a:lnTo>
                <a:lnTo>
                  <a:pt x="138504" y="20890"/>
                </a:lnTo>
                <a:lnTo>
                  <a:pt x="137269" y="24144"/>
                </a:lnTo>
                <a:lnTo>
                  <a:pt x="135384" y="27080"/>
                </a:lnTo>
                <a:lnTo>
                  <a:pt x="132932" y="29567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df-path-228-part-1">
            <a:extLst xmlns:a="http://schemas.openxmlformats.org/drawingml/2006/main">
              <a:ext uri="{FF2B5EF4-FFF2-40B4-BE49-F238E27FC236}">
                <a16:creationId xmlns:a16="http://schemas.microsoft.com/office/drawing/2014/main" id="{9F3CC733-FFCF-4BB4-8C89-2C6527DB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6125" y="2310628"/>
            <a:ext cx="358665" cy="148665"/>
          </a:xfrm>
          <a:custGeom xmlns:a="http://schemas.openxmlformats.org/drawingml/2006/main">
            <a:pathLst>
              <a:path w="358665" h="148665">
                <a:moveTo>
                  <a:pt x="358665" y="27547"/>
                </a:moveTo>
                <a:lnTo>
                  <a:pt x="358298" y="31752"/>
                </a:lnTo>
                <a:lnTo>
                  <a:pt x="356881" y="37124"/>
                </a:lnTo>
                <a:lnTo>
                  <a:pt x="354744" y="42080"/>
                </a:lnTo>
                <a:lnTo>
                  <a:pt x="352025" y="46602"/>
                </a:lnTo>
                <a:lnTo>
                  <a:pt x="348887" y="50706"/>
                </a:lnTo>
                <a:lnTo>
                  <a:pt x="345368" y="54511"/>
                </a:lnTo>
                <a:lnTo>
                  <a:pt x="341513" y="58031"/>
                </a:lnTo>
                <a:lnTo>
                  <a:pt x="337358" y="61335"/>
                </a:lnTo>
                <a:lnTo>
                  <a:pt x="332904" y="64472"/>
                </a:lnTo>
                <a:lnTo>
                  <a:pt x="328014" y="67542"/>
                </a:lnTo>
                <a:lnTo>
                  <a:pt x="317886" y="73032"/>
                </a:lnTo>
                <a:lnTo>
                  <a:pt x="306491" y="78154"/>
                </a:lnTo>
                <a:lnTo>
                  <a:pt x="294110" y="82842"/>
                </a:lnTo>
                <a:lnTo>
                  <a:pt x="280829" y="87113"/>
                </a:lnTo>
                <a:lnTo>
                  <a:pt x="266730" y="90918"/>
                </a:lnTo>
                <a:lnTo>
                  <a:pt x="251914" y="94255"/>
                </a:lnTo>
                <a:lnTo>
                  <a:pt x="236496" y="97075"/>
                </a:lnTo>
                <a:lnTo>
                  <a:pt x="220596" y="99344"/>
                </a:lnTo>
                <a:lnTo>
                  <a:pt x="204294" y="101029"/>
                </a:lnTo>
                <a:lnTo>
                  <a:pt x="187826" y="102064"/>
                </a:lnTo>
                <a:lnTo>
                  <a:pt x="179400" y="102330"/>
                </a:lnTo>
                <a:lnTo>
                  <a:pt x="171174" y="102414"/>
                </a:lnTo>
                <a:lnTo>
                  <a:pt x="139239" y="102631"/>
                </a:lnTo>
                <a:lnTo>
                  <a:pt x="139456" y="102631"/>
                </a:lnTo>
                <a:lnTo>
                  <a:pt x="108554" y="103231"/>
                </a:lnTo>
                <a:lnTo>
                  <a:pt x="108770" y="103231"/>
                </a:lnTo>
                <a:lnTo>
                  <a:pt x="79872" y="104183"/>
                </a:lnTo>
                <a:lnTo>
                  <a:pt x="80122" y="104166"/>
                </a:lnTo>
                <a:lnTo>
                  <a:pt x="54227" y="105401"/>
                </a:lnTo>
                <a:lnTo>
                  <a:pt x="54543" y="105384"/>
                </a:lnTo>
                <a:lnTo>
                  <a:pt x="33804" y="106752"/>
                </a:lnTo>
                <a:lnTo>
                  <a:pt x="31601" y="73448"/>
                </a:lnTo>
                <a:lnTo>
                  <a:pt x="52492" y="72064"/>
                </a:lnTo>
                <a:lnTo>
                  <a:pt x="78671" y="70829"/>
                </a:lnTo>
                <a:lnTo>
                  <a:pt x="107787" y="69878"/>
                </a:lnTo>
                <a:lnTo>
                  <a:pt x="138905" y="69260"/>
                </a:lnTo>
                <a:lnTo>
                  <a:pt x="170908" y="69044"/>
                </a:lnTo>
                <a:lnTo>
                  <a:pt x="170840" y="69044"/>
                </a:lnTo>
                <a:lnTo>
                  <a:pt x="178866" y="68960"/>
                </a:lnTo>
                <a:lnTo>
                  <a:pt x="178498" y="68960"/>
                </a:lnTo>
                <a:lnTo>
                  <a:pt x="186508" y="68710"/>
                </a:lnTo>
                <a:lnTo>
                  <a:pt x="185990" y="68726"/>
                </a:lnTo>
                <a:lnTo>
                  <a:pt x="201875" y="67742"/>
                </a:lnTo>
                <a:lnTo>
                  <a:pt x="201207" y="67792"/>
                </a:lnTo>
                <a:lnTo>
                  <a:pt x="216858" y="66190"/>
                </a:lnTo>
                <a:lnTo>
                  <a:pt x="216207" y="66257"/>
                </a:lnTo>
                <a:lnTo>
                  <a:pt x="231458" y="64088"/>
                </a:lnTo>
                <a:lnTo>
                  <a:pt x="230823" y="64188"/>
                </a:lnTo>
                <a:lnTo>
                  <a:pt x="245573" y="61485"/>
                </a:lnTo>
                <a:lnTo>
                  <a:pt x="244923" y="61618"/>
                </a:lnTo>
                <a:lnTo>
                  <a:pt x="259054" y="58448"/>
                </a:lnTo>
                <a:lnTo>
                  <a:pt x="258354" y="58615"/>
                </a:lnTo>
                <a:lnTo>
                  <a:pt x="271735" y="54995"/>
                </a:lnTo>
                <a:lnTo>
                  <a:pt x="271001" y="55211"/>
                </a:lnTo>
                <a:lnTo>
                  <a:pt x="283499" y="51207"/>
                </a:lnTo>
                <a:lnTo>
                  <a:pt x="282681" y="51490"/>
                </a:lnTo>
                <a:lnTo>
                  <a:pt x="294194" y="47119"/>
                </a:lnTo>
                <a:lnTo>
                  <a:pt x="293259" y="47503"/>
                </a:lnTo>
                <a:lnTo>
                  <a:pt x="303637" y="42848"/>
                </a:lnTo>
                <a:lnTo>
                  <a:pt x="302552" y="43382"/>
                </a:lnTo>
                <a:lnTo>
                  <a:pt x="311679" y="38443"/>
                </a:lnTo>
                <a:lnTo>
                  <a:pt x="310712" y="39010"/>
                </a:lnTo>
                <a:lnTo>
                  <a:pt x="314766" y="36457"/>
                </a:lnTo>
                <a:lnTo>
                  <a:pt x="314049" y="36941"/>
                </a:lnTo>
                <a:lnTo>
                  <a:pt x="317753" y="34338"/>
                </a:lnTo>
                <a:lnTo>
                  <a:pt x="316952" y="34939"/>
                </a:lnTo>
                <a:lnTo>
                  <a:pt x="320273" y="32286"/>
                </a:lnTo>
                <a:lnTo>
                  <a:pt x="319389" y="33037"/>
                </a:lnTo>
                <a:lnTo>
                  <a:pt x="322325" y="30350"/>
                </a:lnTo>
                <a:lnTo>
                  <a:pt x="321357" y="31302"/>
                </a:lnTo>
                <a:lnTo>
                  <a:pt x="323876" y="28599"/>
                </a:lnTo>
                <a:lnTo>
                  <a:pt x="322860" y="29817"/>
                </a:lnTo>
                <a:lnTo>
                  <a:pt x="324945" y="27063"/>
                </a:lnTo>
                <a:lnTo>
                  <a:pt x="323893" y="28615"/>
                </a:lnTo>
                <a:lnTo>
                  <a:pt x="325562" y="25862"/>
                </a:lnTo>
                <a:lnTo>
                  <a:pt x="324544" y="27815"/>
                </a:lnTo>
                <a:lnTo>
                  <a:pt x="325745" y="25028"/>
                </a:lnTo>
                <a:lnTo>
                  <a:pt x="324928" y="27430"/>
                </a:lnTo>
                <a:lnTo>
                  <a:pt x="325662" y="24627"/>
                </a:lnTo>
                <a:lnTo>
                  <a:pt x="325178" y="27397"/>
                </a:lnTo>
                <a:lnTo>
                  <a:pt x="325429" y="24611"/>
                </a:lnTo>
                <a:lnTo>
                  <a:pt x="358665" y="27547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df-path-229-part-0">
            <a:extLst xmlns:a="http://schemas.openxmlformats.org/drawingml/2006/main">
              <a:ext uri="{FF2B5EF4-FFF2-40B4-BE49-F238E27FC236}">
                <a16:creationId xmlns:a16="http://schemas.microsoft.com/office/drawing/2014/main" id="{936DACC4-BEBD-43AB-8534-A1A0055D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939728" y="386981"/>
                </a:moveTo>
                <a:lnTo>
                  <a:pt x="1005050" y="291241"/>
                </a:lnTo>
                <a:lnTo>
                  <a:pt x="976303" y="289205"/>
                </a:lnTo>
                <a:lnTo>
                  <a:pt x="1027493" y="393188"/>
                </a:lnTo>
                <a:lnTo>
                  <a:pt x="1029345" y="396141"/>
                </a:lnTo>
                <a:lnTo>
                  <a:pt x="1031781" y="398644"/>
                </a:lnTo>
                <a:lnTo>
                  <a:pt x="1034684" y="400579"/>
                </a:lnTo>
                <a:lnTo>
                  <a:pt x="1037921" y="401881"/>
                </a:lnTo>
                <a:lnTo>
                  <a:pt x="1041359" y="402481"/>
                </a:lnTo>
                <a:lnTo>
                  <a:pt x="1044845" y="402331"/>
                </a:lnTo>
                <a:lnTo>
                  <a:pt x="1048216" y="401480"/>
                </a:lnTo>
                <a:lnTo>
                  <a:pt x="1051353" y="399945"/>
                </a:lnTo>
                <a:lnTo>
                  <a:pt x="1054089" y="397792"/>
                </a:lnTo>
                <a:lnTo>
                  <a:pt x="1056324" y="395106"/>
                </a:lnTo>
                <a:lnTo>
                  <a:pt x="1057944" y="392020"/>
                </a:lnTo>
                <a:lnTo>
                  <a:pt x="1058894" y="388666"/>
                </a:lnTo>
                <a:lnTo>
                  <a:pt x="1059128" y="385179"/>
                </a:lnTo>
                <a:lnTo>
                  <a:pt x="1058627" y="381725"/>
                </a:lnTo>
                <a:lnTo>
                  <a:pt x="1057426" y="378454"/>
                </a:lnTo>
                <a:lnTo>
                  <a:pt x="993605" y="248810"/>
                </a:lnTo>
                <a:lnTo>
                  <a:pt x="912165" y="368176"/>
                </a:lnTo>
                <a:lnTo>
                  <a:pt x="910513" y="371247"/>
                </a:lnTo>
                <a:lnTo>
                  <a:pt x="909528" y="374600"/>
                </a:lnTo>
                <a:lnTo>
                  <a:pt x="909278" y="378071"/>
                </a:lnTo>
                <a:lnTo>
                  <a:pt x="909745" y="381541"/>
                </a:lnTo>
                <a:lnTo>
                  <a:pt x="910913" y="384812"/>
                </a:lnTo>
                <a:lnTo>
                  <a:pt x="912748" y="387782"/>
                </a:lnTo>
                <a:lnTo>
                  <a:pt x="915151" y="390301"/>
                </a:lnTo>
                <a:lnTo>
                  <a:pt x="918038" y="392270"/>
                </a:lnTo>
                <a:lnTo>
                  <a:pt x="921274" y="393605"/>
                </a:lnTo>
                <a:lnTo>
                  <a:pt x="924695" y="394222"/>
                </a:lnTo>
                <a:lnTo>
                  <a:pt x="928182" y="394122"/>
                </a:lnTo>
                <a:lnTo>
                  <a:pt x="931569" y="393288"/>
                </a:lnTo>
                <a:lnTo>
                  <a:pt x="934723" y="391786"/>
                </a:lnTo>
                <a:lnTo>
                  <a:pt x="937476" y="389650"/>
                </a:lnTo>
                <a:lnTo>
                  <a:pt x="939728" y="386981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df-path-229-part-1">
            <a:extLst xmlns:a="http://schemas.openxmlformats.org/drawingml/2006/main">
              <a:ext uri="{FF2B5EF4-FFF2-40B4-BE49-F238E27FC236}">
                <a16:creationId xmlns:a16="http://schemas.microsoft.com/office/drawing/2014/main" id="{96EEF143-D7B1-488B-9D97-6D7A10CF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0" y="401"/>
                </a:moveTo>
                <a:lnTo>
                  <a:pt x="183" y="15567"/>
                </a:lnTo>
                <a:lnTo>
                  <a:pt x="717" y="30918"/>
                </a:lnTo>
                <a:lnTo>
                  <a:pt x="1619" y="46235"/>
                </a:lnTo>
                <a:lnTo>
                  <a:pt x="2870" y="61535"/>
                </a:lnTo>
                <a:lnTo>
                  <a:pt x="4472" y="76802"/>
                </a:lnTo>
                <a:lnTo>
                  <a:pt x="6390" y="92019"/>
                </a:lnTo>
                <a:lnTo>
                  <a:pt x="8659" y="107186"/>
                </a:lnTo>
                <a:lnTo>
                  <a:pt x="11246" y="122303"/>
                </a:lnTo>
                <a:lnTo>
                  <a:pt x="13865" y="135935"/>
                </a:lnTo>
                <a:lnTo>
                  <a:pt x="46635" y="129611"/>
                </a:lnTo>
                <a:lnTo>
                  <a:pt x="44032" y="116163"/>
                </a:lnTo>
                <a:lnTo>
                  <a:pt x="44099" y="116513"/>
                </a:lnTo>
                <a:lnTo>
                  <a:pt x="41580" y="101747"/>
                </a:lnTo>
                <a:lnTo>
                  <a:pt x="41629" y="102097"/>
                </a:lnTo>
                <a:lnTo>
                  <a:pt x="39427" y="87281"/>
                </a:lnTo>
                <a:lnTo>
                  <a:pt x="39476" y="87648"/>
                </a:lnTo>
                <a:lnTo>
                  <a:pt x="37592" y="72798"/>
                </a:lnTo>
                <a:lnTo>
                  <a:pt x="37642" y="73165"/>
                </a:lnTo>
                <a:lnTo>
                  <a:pt x="36089" y="58265"/>
                </a:lnTo>
                <a:lnTo>
                  <a:pt x="36123" y="58632"/>
                </a:lnTo>
                <a:lnTo>
                  <a:pt x="34905" y="43715"/>
                </a:lnTo>
                <a:lnTo>
                  <a:pt x="34923" y="44099"/>
                </a:lnTo>
                <a:lnTo>
                  <a:pt x="34055" y="29149"/>
                </a:lnTo>
                <a:lnTo>
                  <a:pt x="34071" y="29533"/>
                </a:lnTo>
                <a:lnTo>
                  <a:pt x="33538" y="14583"/>
                </a:lnTo>
                <a:lnTo>
                  <a:pt x="33553" y="14967"/>
                </a:lnTo>
                <a:lnTo>
                  <a:pt x="33370" y="0"/>
                </a:lnTo>
                <a:lnTo>
                  <a:pt x="0" y="401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df-path-229-part-2">
            <a:extLst xmlns:a="http://schemas.openxmlformats.org/drawingml/2006/main">
              <a:ext uri="{FF2B5EF4-FFF2-40B4-BE49-F238E27FC236}">
                <a16:creationId xmlns:a16="http://schemas.microsoft.com/office/drawing/2014/main" id="{1E899BED-BC98-40CA-A2E8-8553878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40995" y="234678"/>
                </a:moveTo>
                <a:lnTo>
                  <a:pt x="42947" y="240301"/>
                </a:lnTo>
                <a:lnTo>
                  <a:pt x="48203" y="254583"/>
                </a:lnTo>
                <a:lnTo>
                  <a:pt x="53725" y="268733"/>
                </a:lnTo>
                <a:lnTo>
                  <a:pt x="59517" y="282748"/>
                </a:lnTo>
                <a:lnTo>
                  <a:pt x="65556" y="296613"/>
                </a:lnTo>
                <a:lnTo>
                  <a:pt x="71846" y="310345"/>
                </a:lnTo>
                <a:lnTo>
                  <a:pt x="78387" y="323910"/>
                </a:lnTo>
                <a:lnTo>
                  <a:pt x="85162" y="337309"/>
                </a:lnTo>
                <a:lnTo>
                  <a:pt x="92169" y="350540"/>
                </a:lnTo>
                <a:lnTo>
                  <a:pt x="96824" y="358916"/>
                </a:lnTo>
                <a:lnTo>
                  <a:pt x="126007" y="342731"/>
                </a:lnTo>
                <a:lnTo>
                  <a:pt x="121435" y="334489"/>
                </a:lnTo>
                <a:lnTo>
                  <a:pt x="121585" y="334773"/>
                </a:lnTo>
                <a:lnTo>
                  <a:pt x="114727" y="321825"/>
                </a:lnTo>
                <a:lnTo>
                  <a:pt x="114861" y="322108"/>
                </a:lnTo>
                <a:lnTo>
                  <a:pt x="108237" y="308994"/>
                </a:lnTo>
                <a:lnTo>
                  <a:pt x="108370" y="309277"/>
                </a:lnTo>
                <a:lnTo>
                  <a:pt x="101980" y="295996"/>
                </a:lnTo>
                <a:lnTo>
                  <a:pt x="102113" y="296296"/>
                </a:lnTo>
                <a:lnTo>
                  <a:pt x="95957" y="282865"/>
                </a:lnTo>
                <a:lnTo>
                  <a:pt x="96073" y="283148"/>
                </a:lnTo>
                <a:lnTo>
                  <a:pt x="90167" y="269567"/>
                </a:lnTo>
                <a:lnTo>
                  <a:pt x="90300" y="269867"/>
                </a:lnTo>
                <a:lnTo>
                  <a:pt x="84627" y="256152"/>
                </a:lnTo>
                <a:lnTo>
                  <a:pt x="84744" y="256452"/>
                </a:lnTo>
                <a:lnTo>
                  <a:pt x="79355" y="242603"/>
                </a:lnTo>
                <a:lnTo>
                  <a:pt x="79454" y="242904"/>
                </a:lnTo>
                <a:lnTo>
                  <a:pt x="74315" y="228938"/>
                </a:lnTo>
                <a:lnTo>
                  <a:pt x="74433" y="229238"/>
                </a:lnTo>
                <a:lnTo>
                  <a:pt x="72530" y="223765"/>
                </a:lnTo>
                <a:lnTo>
                  <a:pt x="40995" y="234678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df-path-229-part-3">
            <a:extLst xmlns:a="http://schemas.openxmlformats.org/drawingml/2006/main">
              <a:ext uri="{FF2B5EF4-FFF2-40B4-BE49-F238E27FC236}">
                <a16:creationId xmlns:a16="http://schemas.microsoft.com/office/drawing/2014/main" id="{76819364-03C6-4A1D-B0BF-73CD91F9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152569" y="444712"/>
                </a:moveTo>
                <a:lnTo>
                  <a:pt x="156073" y="449400"/>
                </a:lnTo>
                <a:lnTo>
                  <a:pt x="164950" y="460763"/>
                </a:lnTo>
                <a:lnTo>
                  <a:pt x="174027" y="471892"/>
                </a:lnTo>
                <a:lnTo>
                  <a:pt x="183253" y="482787"/>
                </a:lnTo>
                <a:lnTo>
                  <a:pt x="192664" y="493399"/>
                </a:lnTo>
                <a:lnTo>
                  <a:pt x="202241" y="503760"/>
                </a:lnTo>
                <a:lnTo>
                  <a:pt x="211986" y="513855"/>
                </a:lnTo>
                <a:lnTo>
                  <a:pt x="221880" y="523666"/>
                </a:lnTo>
                <a:lnTo>
                  <a:pt x="231924" y="533193"/>
                </a:lnTo>
                <a:lnTo>
                  <a:pt x="242119" y="542420"/>
                </a:lnTo>
                <a:lnTo>
                  <a:pt x="245356" y="545240"/>
                </a:lnTo>
                <a:lnTo>
                  <a:pt x="267196" y="519995"/>
                </a:lnTo>
                <a:lnTo>
                  <a:pt x="264076" y="517309"/>
                </a:lnTo>
                <a:lnTo>
                  <a:pt x="264377" y="517559"/>
                </a:lnTo>
                <a:lnTo>
                  <a:pt x="254466" y="508583"/>
                </a:lnTo>
                <a:lnTo>
                  <a:pt x="254750" y="508849"/>
                </a:lnTo>
                <a:lnTo>
                  <a:pt x="244973" y="499589"/>
                </a:lnTo>
                <a:lnTo>
                  <a:pt x="245239" y="499840"/>
                </a:lnTo>
                <a:lnTo>
                  <a:pt x="235611" y="490295"/>
                </a:lnTo>
                <a:lnTo>
                  <a:pt x="235878" y="490546"/>
                </a:lnTo>
                <a:lnTo>
                  <a:pt x="226385" y="480718"/>
                </a:lnTo>
                <a:lnTo>
                  <a:pt x="226635" y="480985"/>
                </a:lnTo>
                <a:lnTo>
                  <a:pt x="217291" y="470891"/>
                </a:lnTo>
                <a:lnTo>
                  <a:pt x="217542" y="471141"/>
                </a:lnTo>
                <a:lnTo>
                  <a:pt x="208364" y="460780"/>
                </a:lnTo>
                <a:lnTo>
                  <a:pt x="208581" y="461047"/>
                </a:lnTo>
                <a:lnTo>
                  <a:pt x="199572" y="450435"/>
                </a:lnTo>
                <a:lnTo>
                  <a:pt x="199789" y="450702"/>
                </a:lnTo>
                <a:lnTo>
                  <a:pt x="190945" y="439823"/>
                </a:lnTo>
                <a:lnTo>
                  <a:pt x="191146" y="440090"/>
                </a:lnTo>
                <a:lnTo>
                  <a:pt x="182487" y="428994"/>
                </a:lnTo>
                <a:lnTo>
                  <a:pt x="182686" y="429261"/>
                </a:lnTo>
                <a:lnTo>
                  <a:pt x="179265" y="424689"/>
                </a:lnTo>
                <a:lnTo>
                  <a:pt x="152569" y="444712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229-part-4">
            <a:extLst xmlns:a="http://schemas.openxmlformats.org/drawingml/2006/main">
              <a:ext uri="{FF2B5EF4-FFF2-40B4-BE49-F238E27FC236}">
                <a16:creationId xmlns:a16="http://schemas.microsoft.com/office/drawing/2014/main" id="{EBA27766-06BE-4924-8F23-8017CE2B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329432" y="605440"/>
                </a:moveTo>
                <a:lnTo>
                  <a:pt x="339561" y="611047"/>
                </a:lnTo>
                <a:lnTo>
                  <a:pt x="350924" y="616920"/>
                </a:lnTo>
                <a:lnTo>
                  <a:pt x="362402" y="622409"/>
                </a:lnTo>
                <a:lnTo>
                  <a:pt x="373949" y="627515"/>
                </a:lnTo>
                <a:lnTo>
                  <a:pt x="385579" y="632220"/>
                </a:lnTo>
                <a:lnTo>
                  <a:pt x="397292" y="636525"/>
                </a:lnTo>
                <a:lnTo>
                  <a:pt x="409071" y="640413"/>
                </a:lnTo>
                <a:lnTo>
                  <a:pt x="420918" y="643883"/>
                </a:lnTo>
                <a:lnTo>
                  <a:pt x="432831" y="646920"/>
                </a:lnTo>
                <a:lnTo>
                  <a:pt x="444794" y="649506"/>
                </a:lnTo>
                <a:lnTo>
                  <a:pt x="456792" y="651642"/>
                </a:lnTo>
                <a:lnTo>
                  <a:pt x="460145" y="652109"/>
                </a:lnTo>
                <a:lnTo>
                  <a:pt x="464767" y="619055"/>
                </a:lnTo>
                <a:lnTo>
                  <a:pt x="461714" y="618639"/>
                </a:lnTo>
                <a:lnTo>
                  <a:pt x="462347" y="618738"/>
                </a:lnTo>
                <a:lnTo>
                  <a:pt x="450951" y="616703"/>
                </a:lnTo>
                <a:lnTo>
                  <a:pt x="451552" y="616819"/>
                </a:lnTo>
                <a:lnTo>
                  <a:pt x="440189" y="614367"/>
                </a:lnTo>
                <a:lnTo>
                  <a:pt x="440773" y="614500"/>
                </a:lnTo>
                <a:lnTo>
                  <a:pt x="429444" y="611614"/>
                </a:lnTo>
                <a:lnTo>
                  <a:pt x="430012" y="611764"/>
                </a:lnTo>
                <a:lnTo>
                  <a:pt x="418715" y="608460"/>
                </a:lnTo>
                <a:lnTo>
                  <a:pt x="419266" y="608644"/>
                </a:lnTo>
                <a:lnTo>
                  <a:pt x="408020" y="604923"/>
                </a:lnTo>
                <a:lnTo>
                  <a:pt x="408538" y="605107"/>
                </a:lnTo>
                <a:lnTo>
                  <a:pt x="397341" y="601002"/>
                </a:lnTo>
                <a:lnTo>
                  <a:pt x="397859" y="601186"/>
                </a:lnTo>
                <a:lnTo>
                  <a:pt x="386714" y="596681"/>
                </a:lnTo>
                <a:lnTo>
                  <a:pt x="387197" y="596881"/>
                </a:lnTo>
                <a:lnTo>
                  <a:pt x="376119" y="591992"/>
                </a:lnTo>
                <a:lnTo>
                  <a:pt x="376586" y="592209"/>
                </a:lnTo>
                <a:lnTo>
                  <a:pt x="365573" y="586936"/>
                </a:lnTo>
                <a:lnTo>
                  <a:pt x="366024" y="587154"/>
                </a:lnTo>
                <a:lnTo>
                  <a:pt x="355078" y="581497"/>
                </a:lnTo>
                <a:lnTo>
                  <a:pt x="355512" y="581731"/>
                </a:lnTo>
                <a:lnTo>
                  <a:pt x="345584" y="576241"/>
                </a:lnTo>
                <a:lnTo>
                  <a:pt x="329432" y="60544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229-part-5">
            <a:extLst xmlns:a="http://schemas.openxmlformats.org/drawingml/2006/main">
              <a:ext uri="{FF2B5EF4-FFF2-40B4-BE49-F238E27FC236}">
                <a16:creationId xmlns:a16="http://schemas.microsoft.com/office/drawing/2014/main" id="{E753D9BD-3F21-4885-88A5-6DFA744C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564077" y="651942"/>
                </a:moveTo>
                <a:lnTo>
                  <a:pt x="564261" y="651909"/>
                </a:lnTo>
                <a:lnTo>
                  <a:pt x="576007" y="650357"/>
                </a:lnTo>
                <a:lnTo>
                  <a:pt x="587720" y="648538"/>
                </a:lnTo>
                <a:lnTo>
                  <a:pt x="599367" y="646453"/>
                </a:lnTo>
                <a:lnTo>
                  <a:pt x="610979" y="644116"/>
                </a:lnTo>
                <a:lnTo>
                  <a:pt x="622526" y="641530"/>
                </a:lnTo>
                <a:lnTo>
                  <a:pt x="634005" y="638694"/>
                </a:lnTo>
                <a:lnTo>
                  <a:pt x="645434" y="635607"/>
                </a:lnTo>
                <a:lnTo>
                  <a:pt x="656780" y="632287"/>
                </a:lnTo>
                <a:lnTo>
                  <a:pt x="668043" y="628733"/>
                </a:lnTo>
                <a:lnTo>
                  <a:pt x="679239" y="624945"/>
                </a:lnTo>
                <a:lnTo>
                  <a:pt x="690334" y="620941"/>
                </a:lnTo>
                <a:lnTo>
                  <a:pt x="697309" y="618254"/>
                </a:lnTo>
                <a:lnTo>
                  <a:pt x="685346" y="587103"/>
                </a:lnTo>
                <a:lnTo>
                  <a:pt x="678522" y="589740"/>
                </a:lnTo>
                <a:lnTo>
                  <a:pt x="678839" y="589623"/>
                </a:lnTo>
                <a:lnTo>
                  <a:pt x="668060" y="593510"/>
                </a:lnTo>
                <a:lnTo>
                  <a:pt x="668377" y="593394"/>
                </a:lnTo>
                <a:lnTo>
                  <a:pt x="657515" y="597064"/>
                </a:lnTo>
                <a:lnTo>
                  <a:pt x="657849" y="596964"/>
                </a:lnTo>
                <a:lnTo>
                  <a:pt x="646903" y="600418"/>
                </a:lnTo>
                <a:lnTo>
                  <a:pt x="647237" y="600301"/>
                </a:lnTo>
                <a:lnTo>
                  <a:pt x="636224" y="603538"/>
                </a:lnTo>
                <a:lnTo>
                  <a:pt x="636574" y="603438"/>
                </a:lnTo>
                <a:lnTo>
                  <a:pt x="625495" y="606425"/>
                </a:lnTo>
                <a:lnTo>
                  <a:pt x="625829" y="606341"/>
                </a:lnTo>
                <a:lnTo>
                  <a:pt x="614701" y="609094"/>
                </a:lnTo>
                <a:lnTo>
                  <a:pt x="615051" y="609011"/>
                </a:lnTo>
                <a:lnTo>
                  <a:pt x="603854" y="611514"/>
                </a:lnTo>
                <a:lnTo>
                  <a:pt x="604205" y="611447"/>
                </a:lnTo>
                <a:lnTo>
                  <a:pt x="592959" y="613716"/>
                </a:lnTo>
                <a:lnTo>
                  <a:pt x="593326" y="613649"/>
                </a:lnTo>
                <a:lnTo>
                  <a:pt x="582031" y="615651"/>
                </a:lnTo>
                <a:lnTo>
                  <a:pt x="582397" y="615602"/>
                </a:lnTo>
                <a:lnTo>
                  <a:pt x="571068" y="617354"/>
                </a:lnTo>
                <a:lnTo>
                  <a:pt x="571452" y="617303"/>
                </a:lnTo>
                <a:lnTo>
                  <a:pt x="560089" y="618805"/>
                </a:lnTo>
                <a:lnTo>
                  <a:pt x="560456" y="618755"/>
                </a:lnTo>
                <a:lnTo>
                  <a:pt x="560272" y="618789"/>
                </a:lnTo>
                <a:lnTo>
                  <a:pt x="560456" y="618755"/>
                </a:lnTo>
                <a:lnTo>
                  <a:pt x="564077" y="651942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df-path-229-part-6">
            <a:extLst xmlns:a="http://schemas.openxmlformats.org/drawingml/2006/main">
              <a:ext uri="{FF2B5EF4-FFF2-40B4-BE49-F238E27FC236}">
                <a16:creationId xmlns:a16="http://schemas.microsoft.com/office/drawing/2014/main" id="{4B631FB1-246C-4A7A-839F-3513B919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789712" y="572871"/>
                </a:moveTo>
                <a:lnTo>
                  <a:pt x="795201" y="569534"/>
                </a:lnTo>
                <a:lnTo>
                  <a:pt x="804979" y="563360"/>
                </a:lnTo>
                <a:lnTo>
                  <a:pt x="814589" y="557003"/>
                </a:lnTo>
                <a:lnTo>
                  <a:pt x="824032" y="550496"/>
                </a:lnTo>
                <a:lnTo>
                  <a:pt x="833310" y="543822"/>
                </a:lnTo>
                <a:lnTo>
                  <a:pt x="842437" y="536981"/>
                </a:lnTo>
                <a:lnTo>
                  <a:pt x="851380" y="529990"/>
                </a:lnTo>
                <a:lnTo>
                  <a:pt x="860139" y="522848"/>
                </a:lnTo>
                <a:lnTo>
                  <a:pt x="868699" y="515557"/>
                </a:lnTo>
                <a:lnTo>
                  <a:pt x="877092" y="508132"/>
                </a:lnTo>
                <a:lnTo>
                  <a:pt x="885268" y="500557"/>
                </a:lnTo>
                <a:lnTo>
                  <a:pt x="893260" y="492865"/>
                </a:lnTo>
                <a:lnTo>
                  <a:pt x="897765" y="488310"/>
                </a:lnTo>
                <a:lnTo>
                  <a:pt x="874088" y="464801"/>
                </a:lnTo>
                <a:lnTo>
                  <a:pt x="869700" y="469222"/>
                </a:lnTo>
                <a:lnTo>
                  <a:pt x="869950" y="468972"/>
                </a:lnTo>
                <a:lnTo>
                  <a:pt x="862225" y="476413"/>
                </a:lnTo>
                <a:lnTo>
                  <a:pt x="862493" y="476180"/>
                </a:lnTo>
                <a:lnTo>
                  <a:pt x="854567" y="483505"/>
                </a:lnTo>
                <a:lnTo>
                  <a:pt x="854817" y="483271"/>
                </a:lnTo>
                <a:lnTo>
                  <a:pt x="846708" y="490462"/>
                </a:lnTo>
                <a:lnTo>
                  <a:pt x="846958" y="490246"/>
                </a:lnTo>
                <a:lnTo>
                  <a:pt x="838649" y="497303"/>
                </a:lnTo>
                <a:lnTo>
                  <a:pt x="838916" y="497087"/>
                </a:lnTo>
                <a:lnTo>
                  <a:pt x="830423" y="504011"/>
                </a:lnTo>
                <a:lnTo>
                  <a:pt x="830691" y="503811"/>
                </a:lnTo>
                <a:lnTo>
                  <a:pt x="822014" y="510585"/>
                </a:lnTo>
                <a:lnTo>
                  <a:pt x="822281" y="510384"/>
                </a:lnTo>
                <a:lnTo>
                  <a:pt x="813421" y="517025"/>
                </a:lnTo>
                <a:lnTo>
                  <a:pt x="813688" y="516825"/>
                </a:lnTo>
                <a:lnTo>
                  <a:pt x="804678" y="523299"/>
                </a:lnTo>
                <a:lnTo>
                  <a:pt x="804945" y="523115"/>
                </a:lnTo>
                <a:lnTo>
                  <a:pt x="795769" y="529439"/>
                </a:lnTo>
                <a:lnTo>
                  <a:pt x="796051" y="529256"/>
                </a:lnTo>
                <a:lnTo>
                  <a:pt x="786708" y="535429"/>
                </a:lnTo>
                <a:lnTo>
                  <a:pt x="786991" y="535245"/>
                </a:lnTo>
                <a:lnTo>
                  <a:pt x="777498" y="541252"/>
                </a:lnTo>
                <a:lnTo>
                  <a:pt x="777782" y="541085"/>
                </a:lnTo>
                <a:lnTo>
                  <a:pt x="772426" y="544322"/>
                </a:lnTo>
                <a:lnTo>
                  <a:pt x="789712" y="572871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df-path-229-part-7">
            <a:extLst xmlns:a="http://schemas.openxmlformats.org/drawingml/2006/main">
              <a:ext uri="{FF2B5EF4-FFF2-40B4-BE49-F238E27FC236}">
                <a16:creationId xmlns:a16="http://schemas.microsoft.com/office/drawing/2014/main" id="{B52F7089-1EA3-4765-AF5E-C3DAA348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032" y="3797299"/>
            <a:ext cx="1059128" cy="652109"/>
          </a:xfrm>
          <a:custGeom xmlns:a="http://schemas.openxmlformats.org/drawingml/2006/main">
            <a:pathLst>
              <a:path w="1059128" h="652109">
                <a:moveTo>
                  <a:pt x="962187" y="406819"/>
                </a:moveTo>
                <a:lnTo>
                  <a:pt x="966041" y="400446"/>
                </a:lnTo>
                <a:lnTo>
                  <a:pt x="971131" y="391436"/>
                </a:lnTo>
                <a:lnTo>
                  <a:pt x="975952" y="382359"/>
                </a:lnTo>
                <a:lnTo>
                  <a:pt x="980490" y="373182"/>
                </a:lnTo>
                <a:lnTo>
                  <a:pt x="984729" y="363955"/>
                </a:lnTo>
                <a:lnTo>
                  <a:pt x="988666" y="354645"/>
                </a:lnTo>
                <a:lnTo>
                  <a:pt x="992304" y="345268"/>
                </a:lnTo>
                <a:lnTo>
                  <a:pt x="995624" y="335824"/>
                </a:lnTo>
                <a:lnTo>
                  <a:pt x="998628" y="326330"/>
                </a:lnTo>
                <a:lnTo>
                  <a:pt x="1001297" y="316769"/>
                </a:lnTo>
                <a:lnTo>
                  <a:pt x="1003650" y="307175"/>
                </a:lnTo>
                <a:lnTo>
                  <a:pt x="1005651" y="297515"/>
                </a:lnTo>
                <a:lnTo>
                  <a:pt x="1007304" y="287837"/>
                </a:lnTo>
                <a:lnTo>
                  <a:pt x="1007804" y="284050"/>
                </a:lnTo>
                <a:lnTo>
                  <a:pt x="974735" y="279628"/>
                </a:lnTo>
                <a:lnTo>
                  <a:pt x="974267" y="283115"/>
                </a:lnTo>
                <a:lnTo>
                  <a:pt x="974350" y="282514"/>
                </a:lnTo>
                <a:lnTo>
                  <a:pt x="972799" y="291608"/>
                </a:lnTo>
                <a:lnTo>
                  <a:pt x="972916" y="291024"/>
                </a:lnTo>
                <a:lnTo>
                  <a:pt x="971029" y="300101"/>
                </a:lnTo>
                <a:lnTo>
                  <a:pt x="971164" y="299533"/>
                </a:lnTo>
                <a:lnTo>
                  <a:pt x="968943" y="308593"/>
                </a:lnTo>
                <a:lnTo>
                  <a:pt x="969094" y="308043"/>
                </a:lnTo>
                <a:lnTo>
                  <a:pt x="966575" y="317053"/>
                </a:lnTo>
                <a:lnTo>
                  <a:pt x="966725" y="316536"/>
                </a:lnTo>
                <a:lnTo>
                  <a:pt x="963888" y="325512"/>
                </a:lnTo>
                <a:lnTo>
                  <a:pt x="964056" y="324995"/>
                </a:lnTo>
                <a:lnTo>
                  <a:pt x="960902" y="333938"/>
                </a:lnTo>
                <a:lnTo>
                  <a:pt x="961086" y="333438"/>
                </a:lnTo>
                <a:lnTo>
                  <a:pt x="957648" y="342348"/>
                </a:lnTo>
                <a:lnTo>
                  <a:pt x="957832" y="341864"/>
                </a:lnTo>
                <a:lnTo>
                  <a:pt x="954094" y="350707"/>
                </a:lnTo>
                <a:lnTo>
                  <a:pt x="954294" y="350256"/>
                </a:lnTo>
                <a:lnTo>
                  <a:pt x="950257" y="359049"/>
                </a:lnTo>
                <a:lnTo>
                  <a:pt x="950457" y="358615"/>
                </a:lnTo>
                <a:lnTo>
                  <a:pt x="946153" y="367342"/>
                </a:lnTo>
                <a:lnTo>
                  <a:pt x="946369" y="366925"/>
                </a:lnTo>
                <a:lnTo>
                  <a:pt x="941764" y="375601"/>
                </a:lnTo>
                <a:lnTo>
                  <a:pt x="941981" y="375184"/>
                </a:lnTo>
                <a:lnTo>
                  <a:pt x="937109" y="383794"/>
                </a:lnTo>
                <a:lnTo>
                  <a:pt x="937342" y="383410"/>
                </a:lnTo>
                <a:lnTo>
                  <a:pt x="933605" y="389600"/>
                </a:lnTo>
                <a:lnTo>
                  <a:pt x="962187" y="406819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DEF27405-301F-42F2-851A-0AC89884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2296" y="3433761"/>
            <a:ext cx="441325" cy="441324"/>
          </a:xfrm>
          <a:custGeom xmlns:a="http://schemas.openxmlformats.org/drawingml/2006/main">
            <a:pathLst>
              <a:path w="441325" h="441324">
                <a:moveTo>
                  <a:pt x="267" y="231524"/>
                </a:moveTo>
                <a:lnTo>
                  <a:pt x="0" y="220662"/>
                </a:lnTo>
                <a:lnTo>
                  <a:pt x="284" y="209316"/>
                </a:lnTo>
                <a:lnTo>
                  <a:pt x="1135" y="198120"/>
                </a:lnTo>
                <a:lnTo>
                  <a:pt x="2536" y="187074"/>
                </a:lnTo>
                <a:lnTo>
                  <a:pt x="4472" y="176212"/>
                </a:lnTo>
                <a:lnTo>
                  <a:pt x="6941" y="165534"/>
                </a:lnTo>
                <a:lnTo>
                  <a:pt x="9912" y="155056"/>
                </a:lnTo>
                <a:lnTo>
                  <a:pt x="13382" y="144794"/>
                </a:lnTo>
                <a:lnTo>
                  <a:pt x="17336" y="134766"/>
                </a:lnTo>
                <a:lnTo>
                  <a:pt x="21758" y="124989"/>
                </a:lnTo>
                <a:lnTo>
                  <a:pt x="26646" y="115462"/>
                </a:lnTo>
                <a:lnTo>
                  <a:pt x="27832" y="113392"/>
                </a:lnTo>
                <a:lnTo>
                  <a:pt x="60384" y="132113"/>
                </a:lnTo>
                <a:lnTo>
                  <a:pt x="59416" y="133782"/>
                </a:lnTo>
                <a:lnTo>
                  <a:pt x="59850" y="132981"/>
                </a:lnTo>
                <a:lnTo>
                  <a:pt x="55395" y="141691"/>
                </a:lnTo>
                <a:lnTo>
                  <a:pt x="55779" y="140873"/>
                </a:lnTo>
                <a:lnTo>
                  <a:pt x="51742" y="149816"/>
                </a:lnTo>
                <a:lnTo>
                  <a:pt x="52092" y="148965"/>
                </a:lnTo>
                <a:lnTo>
                  <a:pt x="48488" y="158125"/>
                </a:lnTo>
                <a:lnTo>
                  <a:pt x="48805" y="157258"/>
                </a:lnTo>
                <a:lnTo>
                  <a:pt x="45634" y="166635"/>
                </a:lnTo>
                <a:lnTo>
                  <a:pt x="45901" y="165751"/>
                </a:lnTo>
                <a:lnTo>
                  <a:pt x="43182" y="175328"/>
                </a:lnTo>
                <a:lnTo>
                  <a:pt x="43415" y="174427"/>
                </a:lnTo>
                <a:lnTo>
                  <a:pt x="41163" y="184188"/>
                </a:lnTo>
                <a:lnTo>
                  <a:pt x="41347" y="183270"/>
                </a:lnTo>
                <a:lnTo>
                  <a:pt x="39578" y="193215"/>
                </a:lnTo>
                <a:lnTo>
                  <a:pt x="39711" y="192280"/>
                </a:lnTo>
                <a:lnTo>
                  <a:pt x="38426" y="202391"/>
                </a:lnTo>
                <a:lnTo>
                  <a:pt x="38527" y="201440"/>
                </a:lnTo>
                <a:lnTo>
                  <a:pt x="37759" y="211702"/>
                </a:lnTo>
                <a:lnTo>
                  <a:pt x="37792" y="210751"/>
                </a:lnTo>
                <a:lnTo>
                  <a:pt x="37542" y="221129"/>
                </a:lnTo>
                <a:lnTo>
                  <a:pt x="37542" y="220194"/>
                </a:lnTo>
                <a:lnTo>
                  <a:pt x="37792" y="230573"/>
                </a:lnTo>
                <a:lnTo>
                  <a:pt x="267" y="231524"/>
                </a:lnTo>
                <a:moveTo>
                  <a:pt x="51074" y="79505"/>
                </a:moveTo>
                <a:lnTo>
                  <a:pt x="57331" y="72280"/>
                </a:lnTo>
                <a:lnTo>
                  <a:pt x="64622" y="64622"/>
                </a:lnTo>
                <a:lnTo>
                  <a:pt x="72280" y="57330"/>
                </a:lnTo>
                <a:lnTo>
                  <a:pt x="80290" y="50389"/>
                </a:lnTo>
                <a:lnTo>
                  <a:pt x="88615" y="43848"/>
                </a:lnTo>
                <a:lnTo>
                  <a:pt x="97275" y="37692"/>
                </a:lnTo>
                <a:lnTo>
                  <a:pt x="106219" y="31952"/>
                </a:lnTo>
                <a:lnTo>
                  <a:pt x="115462" y="26646"/>
                </a:lnTo>
                <a:lnTo>
                  <a:pt x="124990" y="21757"/>
                </a:lnTo>
                <a:lnTo>
                  <a:pt x="134768" y="17336"/>
                </a:lnTo>
                <a:lnTo>
                  <a:pt x="144794" y="13381"/>
                </a:lnTo>
                <a:lnTo>
                  <a:pt x="151019" y="11279"/>
                </a:lnTo>
                <a:lnTo>
                  <a:pt x="163048" y="46852"/>
                </a:lnTo>
                <a:lnTo>
                  <a:pt x="157258" y="48804"/>
                </a:lnTo>
                <a:lnTo>
                  <a:pt x="158126" y="48487"/>
                </a:lnTo>
                <a:lnTo>
                  <a:pt x="148966" y="52091"/>
                </a:lnTo>
                <a:lnTo>
                  <a:pt x="149817" y="51741"/>
                </a:lnTo>
                <a:lnTo>
                  <a:pt x="140874" y="55778"/>
                </a:lnTo>
                <a:lnTo>
                  <a:pt x="141692" y="55378"/>
                </a:lnTo>
                <a:lnTo>
                  <a:pt x="132981" y="59849"/>
                </a:lnTo>
                <a:lnTo>
                  <a:pt x="133782" y="59416"/>
                </a:lnTo>
                <a:lnTo>
                  <a:pt x="125323" y="64271"/>
                </a:lnTo>
                <a:lnTo>
                  <a:pt x="126107" y="63804"/>
                </a:lnTo>
                <a:lnTo>
                  <a:pt x="117915" y="69059"/>
                </a:lnTo>
                <a:lnTo>
                  <a:pt x="118665" y="68542"/>
                </a:lnTo>
                <a:lnTo>
                  <a:pt x="110740" y="74182"/>
                </a:lnTo>
                <a:lnTo>
                  <a:pt x="111458" y="73632"/>
                </a:lnTo>
                <a:lnTo>
                  <a:pt x="103833" y="79638"/>
                </a:lnTo>
                <a:lnTo>
                  <a:pt x="104534" y="79054"/>
                </a:lnTo>
                <a:lnTo>
                  <a:pt x="97208" y="85412"/>
                </a:lnTo>
                <a:lnTo>
                  <a:pt x="97876" y="84811"/>
                </a:lnTo>
                <a:lnTo>
                  <a:pt x="90852" y="91485"/>
                </a:lnTo>
                <a:lnTo>
                  <a:pt x="91485" y="90851"/>
                </a:lnTo>
                <a:lnTo>
                  <a:pt x="84812" y="97875"/>
                </a:lnTo>
                <a:lnTo>
                  <a:pt x="85413" y="97208"/>
                </a:lnTo>
                <a:lnTo>
                  <a:pt x="79438" y="104082"/>
                </a:lnTo>
                <a:lnTo>
                  <a:pt x="51074" y="79505"/>
                </a:lnTo>
                <a:moveTo>
                  <a:pt x="191180" y="2019"/>
                </a:moveTo>
                <a:lnTo>
                  <a:pt x="198121" y="1134"/>
                </a:lnTo>
                <a:lnTo>
                  <a:pt x="209317" y="283"/>
                </a:lnTo>
                <a:lnTo>
                  <a:pt x="220662" y="0"/>
                </a:lnTo>
                <a:lnTo>
                  <a:pt x="232009" y="283"/>
                </a:lnTo>
                <a:lnTo>
                  <a:pt x="243204" y="1134"/>
                </a:lnTo>
                <a:lnTo>
                  <a:pt x="254249" y="2536"/>
                </a:lnTo>
                <a:lnTo>
                  <a:pt x="265111" y="4471"/>
                </a:lnTo>
                <a:lnTo>
                  <a:pt x="275790" y="6941"/>
                </a:lnTo>
                <a:lnTo>
                  <a:pt x="286269" y="9911"/>
                </a:lnTo>
                <a:lnTo>
                  <a:pt x="296530" y="13381"/>
                </a:lnTo>
                <a:lnTo>
                  <a:pt x="306558" y="17336"/>
                </a:lnTo>
                <a:lnTo>
                  <a:pt x="311280" y="19471"/>
                </a:lnTo>
                <a:lnTo>
                  <a:pt x="295812" y="53693"/>
                </a:lnTo>
                <a:lnTo>
                  <a:pt x="291508" y="51741"/>
                </a:lnTo>
                <a:lnTo>
                  <a:pt x="292358" y="52091"/>
                </a:lnTo>
                <a:lnTo>
                  <a:pt x="283199" y="48487"/>
                </a:lnTo>
                <a:lnTo>
                  <a:pt x="284067" y="48804"/>
                </a:lnTo>
                <a:lnTo>
                  <a:pt x="274690" y="45634"/>
                </a:lnTo>
                <a:lnTo>
                  <a:pt x="275573" y="45901"/>
                </a:lnTo>
                <a:lnTo>
                  <a:pt x="265997" y="43181"/>
                </a:lnTo>
                <a:lnTo>
                  <a:pt x="266896" y="43415"/>
                </a:lnTo>
                <a:lnTo>
                  <a:pt x="257137" y="41162"/>
                </a:lnTo>
                <a:lnTo>
                  <a:pt x="258054" y="41346"/>
                </a:lnTo>
                <a:lnTo>
                  <a:pt x="248109" y="39577"/>
                </a:lnTo>
                <a:lnTo>
                  <a:pt x="249045" y="39710"/>
                </a:lnTo>
                <a:lnTo>
                  <a:pt x="238933" y="38426"/>
                </a:lnTo>
                <a:lnTo>
                  <a:pt x="239884" y="38526"/>
                </a:lnTo>
                <a:lnTo>
                  <a:pt x="229623" y="37758"/>
                </a:lnTo>
                <a:lnTo>
                  <a:pt x="230573" y="37792"/>
                </a:lnTo>
                <a:lnTo>
                  <a:pt x="220196" y="37541"/>
                </a:lnTo>
                <a:lnTo>
                  <a:pt x="221129" y="37541"/>
                </a:lnTo>
                <a:lnTo>
                  <a:pt x="210751" y="37792"/>
                </a:lnTo>
                <a:lnTo>
                  <a:pt x="211702" y="37758"/>
                </a:lnTo>
                <a:lnTo>
                  <a:pt x="201441" y="38526"/>
                </a:lnTo>
                <a:lnTo>
                  <a:pt x="202393" y="38426"/>
                </a:lnTo>
                <a:lnTo>
                  <a:pt x="195919" y="39260"/>
                </a:lnTo>
                <a:lnTo>
                  <a:pt x="191180" y="2019"/>
                </a:lnTo>
                <a:moveTo>
                  <a:pt x="347020" y="39794"/>
                </a:moveTo>
                <a:lnTo>
                  <a:pt x="352709" y="43848"/>
                </a:lnTo>
                <a:lnTo>
                  <a:pt x="361036" y="50389"/>
                </a:lnTo>
                <a:lnTo>
                  <a:pt x="369044" y="57330"/>
                </a:lnTo>
                <a:lnTo>
                  <a:pt x="376703" y="64622"/>
                </a:lnTo>
                <a:lnTo>
                  <a:pt x="383994" y="72280"/>
                </a:lnTo>
                <a:lnTo>
                  <a:pt x="390935" y="80289"/>
                </a:lnTo>
                <a:lnTo>
                  <a:pt x="397477" y="88615"/>
                </a:lnTo>
                <a:lnTo>
                  <a:pt x="403632" y="97275"/>
                </a:lnTo>
                <a:lnTo>
                  <a:pt x="409372" y="106218"/>
                </a:lnTo>
                <a:lnTo>
                  <a:pt x="414678" y="115462"/>
                </a:lnTo>
                <a:lnTo>
                  <a:pt x="419567" y="124989"/>
                </a:lnTo>
                <a:lnTo>
                  <a:pt x="423438" y="133565"/>
                </a:lnTo>
                <a:lnTo>
                  <a:pt x="389233" y="149032"/>
                </a:lnTo>
                <a:lnTo>
                  <a:pt x="385546" y="140873"/>
                </a:lnTo>
                <a:lnTo>
                  <a:pt x="385930" y="141691"/>
                </a:lnTo>
                <a:lnTo>
                  <a:pt x="381475" y="132981"/>
                </a:lnTo>
                <a:lnTo>
                  <a:pt x="381908" y="133782"/>
                </a:lnTo>
                <a:lnTo>
                  <a:pt x="377053" y="125323"/>
                </a:lnTo>
                <a:lnTo>
                  <a:pt x="377520" y="126107"/>
                </a:lnTo>
                <a:lnTo>
                  <a:pt x="372264" y="117914"/>
                </a:lnTo>
                <a:lnTo>
                  <a:pt x="372781" y="118665"/>
                </a:lnTo>
                <a:lnTo>
                  <a:pt x="367143" y="110739"/>
                </a:lnTo>
                <a:lnTo>
                  <a:pt x="367693" y="111457"/>
                </a:lnTo>
                <a:lnTo>
                  <a:pt x="361686" y="103832"/>
                </a:lnTo>
                <a:lnTo>
                  <a:pt x="362270" y="104533"/>
                </a:lnTo>
                <a:lnTo>
                  <a:pt x="355913" y="97208"/>
                </a:lnTo>
                <a:lnTo>
                  <a:pt x="356513" y="97875"/>
                </a:lnTo>
                <a:lnTo>
                  <a:pt x="349839" y="90851"/>
                </a:lnTo>
                <a:lnTo>
                  <a:pt x="350474" y="91485"/>
                </a:lnTo>
                <a:lnTo>
                  <a:pt x="343449" y="84811"/>
                </a:lnTo>
                <a:lnTo>
                  <a:pt x="344117" y="85412"/>
                </a:lnTo>
                <a:lnTo>
                  <a:pt x="336791" y="79054"/>
                </a:lnTo>
                <a:lnTo>
                  <a:pt x="337492" y="79638"/>
                </a:lnTo>
                <a:lnTo>
                  <a:pt x="329867" y="73632"/>
                </a:lnTo>
                <a:lnTo>
                  <a:pt x="330585" y="74182"/>
                </a:lnTo>
                <a:lnTo>
                  <a:pt x="325262" y="70395"/>
                </a:lnTo>
                <a:lnTo>
                  <a:pt x="347020" y="39794"/>
                </a:lnTo>
                <a:moveTo>
                  <a:pt x="436051" y="172775"/>
                </a:moveTo>
                <a:lnTo>
                  <a:pt x="436854" y="176212"/>
                </a:lnTo>
                <a:lnTo>
                  <a:pt x="438788" y="187074"/>
                </a:lnTo>
                <a:lnTo>
                  <a:pt x="440190" y="198120"/>
                </a:lnTo>
                <a:lnTo>
                  <a:pt x="441041" y="209316"/>
                </a:lnTo>
                <a:lnTo>
                  <a:pt x="441325" y="220662"/>
                </a:lnTo>
                <a:lnTo>
                  <a:pt x="441041" y="232008"/>
                </a:lnTo>
                <a:lnTo>
                  <a:pt x="440190" y="243204"/>
                </a:lnTo>
                <a:lnTo>
                  <a:pt x="438788" y="254249"/>
                </a:lnTo>
                <a:lnTo>
                  <a:pt x="436854" y="265111"/>
                </a:lnTo>
                <a:lnTo>
                  <a:pt x="434384" y="275790"/>
                </a:lnTo>
                <a:lnTo>
                  <a:pt x="431414" y="286268"/>
                </a:lnTo>
                <a:lnTo>
                  <a:pt x="428793" y="293977"/>
                </a:lnTo>
                <a:lnTo>
                  <a:pt x="393238" y="281947"/>
                </a:lnTo>
                <a:lnTo>
                  <a:pt x="395691" y="274689"/>
                </a:lnTo>
                <a:lnTo>
                  <a:pt x="395423" y="275573"/>
                </a:lnTo>
                <a:lnTo>
                  <a:pt x="398144" y="265996"/>
                </a:lnTo>
                <a:lnTo>
                  <a:pt x="397910" y="266896"/>
                </a:lnTo>
                <a:lnTo>
                  <a:pt x="400162" y="257136"/>
                </a:lnTo>
                <a:lnTo>
                  <a:pt x="399978" y="258054"/>
                </a:lnTo>
                <a:lnTo>
                  <a:pt x="401747" y="248109"/>
                </a:lnTo>
                <a:lnTo>
                  <a:pt x="401614" y="249043"/>
                </a:lnTo>
                <a:lnTo>
                  <a:pt x="402882" y="238932"/>
                </a:lnTo>
                <a:lnTo>
                  <a:pt x="402799" y="239883"/>
                </a:lnTo>
                <a:lnTo>
                  <a:pt x="403566" y="229622"/>
                </a:lnTo>
                <a:lnTo>
                  <a:pt x="403533" y="230573"/>
                </a:lnTo>
                <a:lnTo>
                  <a:pt x="403783" y="220194"/>
                </a:lnTo>
                <a:lnTo>
                  <a:pt x="403783" y="221129"/>
                </a:lnTo>
                <a:lnTo>
                  <a:pt x="403533" y="210751"/>
                </a:lnTo>
                <a:lnTo>
                  <a:pt x="403566" y="211702"/>
                </a:lnTo>
                <a:lnTo>
                  <a:pt x="402799" y="201440"/>
                </a:lnTo>
                <a:lnTo>
                  <a:pt x="402882" y="202391"/>
                </a:lnTo>
                <a:lnTo>
                  <a:pt x="401614" y="192280"/>
                </a:lnTo>
                <a:lnTo>
                  <a:pt x="401747" y="193215"/>
                </a:lnTo>
                <a:lnTo>
                  <a:pt x="399978" y="183270"/>
                </a:lnTo>
                <a:lnTo>
                  <a:pt x="400162" y="184188"/>
                </a:lnTo>
                <a:lnTo>
                  <a:pt x="399479" y="181218"/>
                </a:lnTo>
                <a:lnTo>
                  <a:pt x="436051" y="172775"/>
                </a:lnTo>
                <a:moveTo>
                  <a:pt x="411541" y="331335"/>
                </a:moveTo>
                <a:lnTo>
                  <a:pt x="409372" y="335106"/>
                </a:lnTo>
                <a:lnTo>
                  <a:pt x="403632" y="344049"/>
                </a:lnTo>
                <a:lnTo>
                  <a:pt x="397477" y="352709"/>
                </a:lnTo>
                <a:lnTo>
                  <a:pt x="390935" y="361035"/>
                </a:lnTo>
                <a:lnTo>
                  <a:pt x="383994" y="369043"/>
                </a:lnTo>
                <a:lnTo>
                  <a:pt x="376703" y="376702"/>
                </a:lnTo>
                <a:lnTo>
                  <a:pt x="369044" y="383994"/>
                </a:lnTo>
                <a:lnTo>
                  <a:pt x="361036" y="390935"/>
                </a:lnTo>
                <a:lnTo>
                  <a:pt x="352709" y="397475"/>
                </a:lnTo>
                <a:lnTo>
                  <a:pt x="344049" y="403632"/>
                </a:lnTo>
                <a:lnTo>
                  <a:pt x="335107" y="409372"/>
                </a:lnTo>
                <a:lnTo>
                  <a:pt x="325864" y="414678"/>
                </a:lnTo>
                <a:lnTo>
                  <a:pt x="323726" y="415779"/>
                </a:lnTo>
                <a:lnTo>
                  <a:pt x="306607" y="382358"/>
                </a:lnTo>
                <a:lnTo>
                  <a:pt x="308343" y="381474"/>
                </a:lnTo>
                <a:lnTo>
                  <a:pt x="307542" y="381908"/>
                </a:lnTo>
                <a:lnTo>
                  <a:pt x="316003" y="377052"/>
                </a:lnTo>
                <a:lnTo>
                  <a:pt x="315218" y="377520"/>
                </a:lnTo>
                <a:lnTo>
                  <a:pt x="323410" y="372264"/>
                </a:lnTo>
                <a:lnTo>
                  <a:pt x="322660" y="372781"/>
                </a:lnTo>
                <a:lnTo>
                  <a:pt x="330585" y="367141"/>
                </a:lnTo>
                <a:lnTo>
                  <a:pt x="329867" y="367692"/>
                </a:lnTo>
                <a:lnTo>
                  <a:pt x="337492" y="361685"/>
                </a:lnTo>
                <a:lnTo>
                  <a:pt x="336791" y="362269"/>
                </a:lnTo>
                <a:lnTo>
                  <a:pt x="344117" y="355912"/>
                </a:lnTo>
                <a:lnTo>
                  <a:pt x="343449" y="356513"/>
                </a:lnTo>
                <a:lnTo>
                  <a:pt x="350474" y="349839"/>
                </a:lnTo>
                <a:lnTo>
                  <a:pt x="349839" y="350473"/>
                </a:lnTo>
                <a:lnTo>
                  <a:pt x="356513" y="343449"/>
                </a:lnTo>
                <a:lnTo>
                  <a:pt x="355913" y="344116"/>
                </a:lnTo>
                <a:lnTo>
                  <a:pt x="362270" y="336791"/>
                </a:lnTo>
                <a:lnTo>
                  <a:pt x="361686" y="337492"/>
                </a:lnTo>
                <a:lnTo>
                  <a:pt x="367693" y="329850"/>
                </a:lnTo>
                <a:lnTo>
                  <a:pt x="367143" y="330584"/>
                </a:lnTo>
                <a:lnTo>
                  <a:pt x="372781" y="322659"/>
                </a:lnTo>
                <a:lnTo>
                  <a:pt x="372264" y="323409"/>
                </a:lnTo>
                <a:lnTo>
                  <a:pt x="377520" y="315217"/>
                </a:lnTo>
                <a:lnTo>
                  <a:pt x="377053" y="316001"/>
                </a:lnTo>
                <a:lnTo>
                  <a:pt x="378988" y="312614"/>
                </a:lnTo>
                <a:lnTo>
                  <a:pt x="411541" y="331335"/>
                </a:lnTo>
                <a:moveTo>
                  <a:pt x="285701" y="431563"/>
                </a:moveTo>
                <a:lnTo>
                  <a:pt x="275790" y="434383"/>
                </a:lnTo>
                <a:lnTo>
                  <a:pt x="265111" y="436852"/>
                </a:lnTo>
                <a:lnTo>
                  <a:pt x="254249" y="438788"/>
                </a:lnTo>
                <a:lnTo>
                  <a:pt x="243204" y="440190"/>
                </a:lnTo>
                <a:lnTo>
                  <a:pt x="232009" y="441040"/>
                </a:lnTo>
                <a:lnTo>
                  <a:pt x="220662" y="441324"/>
                </a:lnTo>
                <a:lnTo>
                  <a:pt x="209317" y="441040"/>
                </a:lnTo>
                <a:lnTo>
                  <a:pt x="198121" y="440190"/>
                </a:lnTo>
                <a:lnTo>
                  <a:pt x="187075" y="438788"/>
                </a:lnTo>
                <a:lnTo>
                  <a:pt x="176213" y="436852"/>
                </a:lnTo>
                <a:lnTo>
                  <a:pt x="165535" y="434383"/>
                </a:lnTo>
                <a:lnTo>
                  <a:pt x="164284" y="434033"/>
                </a:lnTo>
                <a:lnTo>
                  <a:pt x="174545" y="397909"/>
                </a:lnTo>
                <a:lnTo>
                  <a:pt x="175329" y="398142"/>
                </a:lnTo>
                <a:lnTo>
                  <a:pt x="174427" y="397909"/>
                </a:lnTo>
                <a:lnTo>
                  <a:pt x="184189" y="400162"/>
                </a:lnTo>
                <a:lnTo>
                  <a:pt x="183271" y="399978"/>
                </a:lnTo>
                <a:lnTo>
                  <a:pt x="193215" y="401747"/>
                </a:lnTo>
                <a:lnTo>
                  <a:pt x="192280" y="401613"/>
                </a:lnTo>
                <a:lnTo>
                  <a:pt x="202393" y="402881"/>
                </a:lnTo>
                <a:lnTo>
                  <a:pt x="201441" y="402798"/>
                </a:lnTo>
                <a:lnTo>
                  <a:pt x="211702" y="403565"/>
                </a:lnTo>
                <a:lnTo>
                  <a:pt x="210751" y="403532"/>
                </a:lnTo>
                <a:lnTo>
                  <a:pt x="221129" y="403782"/>
                </a:lnTo>
                <a:lnTo>
                  <a:pt x="220196" y="403782"/>
                </a:lnTo>
                <a:lnTo>
                  <a:pt x="230573" y="403532"/>
                </a:lnTo>
                <a:lnTo>
                  <a:pt x="229623" y="403565"/>
                </a:lnTo>
                <a:lnTo>
                  <a:pt x="239884" y="402798"/>
                </a:lnTo>
                <a:lnTo>
                  <a:pt x="238933" y="402881"/>
                </a:lnTo>
                <a:lnTo>
                  <a:pt x="249045" y="401613"/>
                </a:lnTo>
                <a:lnTo>
                  <a:pt x="248109" y="401747"/>
                </a:lnTo>
                <a:lnTo>
                  <a:pt x="258054" y="399978"/>
                </a:lnTo>
                <a:lnTo>
                  <a:pt x="257137" y="400162"/>
                </a:lnTo>
                <a:lnTo>
                  <a:pt x="266896" y="397909"/>
                </a:lnTo>
                <a:lnTo>
                  <a:pt x="265997" y="398142"/>
                </a:lnTo>
                <a:lnTo>
                  <a:pt x="275456" y="395457"/>
                </a:lnTo>
                <a:lnTo>
                  <a:pt x="285701" y="431563"/>
                </a:lnTo>
                <a:moveTo>
                  <a:pt x="126457" y="420234"/>
                </a:moveTo>
                <a:lnTo>
                  <a:pt x="124990" y="419566"/>
                </a:lnTo>
                <a:lnTo>
                  <a:pt x="115462" y="414678"/>
                </a:lnTo>
                <a:lnTo>
                  <a:pt x="106219" y="409372"/>
                </a:lnTo>
                <a:lnTo>
                  <a:pt x="97275" y="403632"/>
                </a:lnTo>
                <a:lnTo>
                  <a:pt x="88615" y="397475"/>
                </a:lnTo>
                <a:lnTo>
                  <a:pt x="80290" y="390935"/>
                </a:lnTo>
                <a:lnTo>
                  <a:pt x="72280" y="383994"/>
                </a:lnTo>
                <a:lnTo>
                  <a:pt x="64622" y="376702"/>
                </a:lnTo>
                <a:lnTo>
                  <a:pt x="57331" y="369043"/>
                </a:lnTo>
                <a:lnTo>
                  <a:pt x="50390" y="361035"/>
                </a:lnTo>
                <a:lnTo>
                  <a:pt x="43849" y="352709"/>
                </a:lnTo>
                <a:lnTo>
                  <a:pt x="37692" y="344049"/>
                </a:lnTo>
                <a:lnTo>
                  <a:pt x="34956" y="339794"/>
                </a:lnTo>
                <a:lnTo>
                  <a:pt x="66558" y="319521"/>
                </a:lnTo>
                <a:lnTo>
                  <a:pt x="69060" y="323409"/>
                </a:lnTo>
                <a:lnTo>
                  <a:pt x="68543" y="322659"/>
                </a:lnTo>
                <a:lnTo>
                  <a:pt x="74183" y="330584"/>
                </a:lnTo>
                <a:lnTo>
                  <a:pt x="73632" y="329850"/>
                </a:lnTo>
                <a:lnTo>
                  <a:pt x="79639" y="337492"/>
                </a:lnTo>
                <a:lnTo>
                  <a:pt x="79055" y="336791"/>
                </a:lnTo>
                <a:lnTo>
                  <a:pt x="85413" y="344116"/>
                </a:lnTo>
                <a:lnTo>
                  <a:pt x="84812" y="343449"/>
                </a:lnTo>
                <a:lnTo>
                  <a:pt x="91485" y="350473"/>
                </a:lnTo>
                <a:lnTo>
                  <a:pt x="90852" y="349839"/>
                </a:lnTo>
                <a:lnTo>
                  <a:pt x="97876" y="356513"/>
                </a:lnTo>
                <a:lnTo>
                  <a:pt x="97208" y="355912"/>
                </a:lnTo>
                <a:lnTo>
                  <a:pt x="104534" y="362269"/>
                </a:lnTo>
                <a:lnTo>
                  <a:pt x="103833" y="361685"/>
                </a:lnTo>
                <a:lnTo>
                  <a:pt x="111458" y="367692"/>
                </a:lnTo>
                <a:lnTo>
                  <a:pt x="110740" y="367141"/>
                </a:lnTo>
                <a:lnTo>
                  <a:pt x="118665" y="372781"/>
                </a:lnTo>
                <a:lnTo>
                  <a:pt x="117915" y="372264"/>
                </a:lnTo>
                <a:lnTo>
                  <a:pt x="126107" y="377520"/>
                </a:lnTo>
                <a:lnTo>
                  <a:pt x="125323" y="377052"/>
                </a:lnTo>
                <a:lnTo>
                  <a:pt x="133782" y="381908"/>
                </a:lnTo>
                <a:lnTo>
                  <a:pt x="132981" y="381474"/>
                </a:lnTo>
                <a:lnTo>
                  <a:pt x="141692" y="385929"/>
                </a:lnTo>
                <a:lnTo>
                  <a:pt x="140874" y="385545"/>
                </a:lnTo>
                <a:lnTo>
                  <a:pt x="141924" y="386029"/>
                </a:lnTo>
                <a:lnTo>
                  <a:pt x="126457" y="420234"/>
                </a:lnTo>
                <a:moveTo>
                  <a:pt x="16051" y="303270"/>
                </a:moveTo>
                <a:lnTo>
                  <a:pt x="13382" y="296530"/>
                </a:lnTo>
                <a:lnTo>
                  <a:pt x="9912" y="286268"/>
                </a:lnTo>
                <a:lnTo>
                  <a:pt x="6941" y="275790"/>
                </a:lnTo>
                <a:lnTo>
                  <a:pt x="4472" y="265111"/>
                </a:lnTo>
                <a:lnTo>
                  <a:pt x="2536" y="254249"/>
                </a:lnTo>
                <a:lnTo>
                  <a:pt x="1135" y="243204"/>
                </a:lnTo>
                <a:lnTo>
                  <a:pt x="317" y="232475"/>
                </a:lnTo>
                <a:lnTo>
                  <a:pt x="37759" y="229622"/>
                </a:lnTo>
                <a:lnTo>
                  <a:pt x="38527" y="239883"/>
                </a:lnTo>
                <a:lnTo>
                  <a:pt x="38426" y="238932"/>
                </a:lnTo>
                <a:lnTo>
                  <a:pt x="39711" y="249043"/>
                </a:lnTo>
                <a:lnTo>
                  <a:pt x="39578" y="248109"/>
                </a:lnTo>
                <a:lnTo>
                  <a:pt x="41347" y="258054"/>
                </a:lnTo>
                <a:lnTo>
                  <a:pt x="41163" y="257136"/>
                </a:lnTo>
                <a:lnTo>
                  <a:pt x="43415" y="266896"/>
                </a:lnTo>
                <a:lnTo>
                  <a:pt x="43182" y="265996"/>
                </a:lnTo>
                <a:lnTo>
                  <a:pt x="45901" y="275573"/>
                </a:lnTo>
                <a:lnTo>
                  <a:pt x="45634" y="274689"/>
                </a:lnTo>
                <a:lnTo>
                  <a:pt x="48805" y="284066"/>
                </a:lnTo>
                <a:lnTo>
                  <a:pt x="48488" y="283198"/>
                </a:lnTo>
                <a:lnTo>
                  <a:pt x="50973" y="289505"/>
                </a:lnTo>
                <a:lnTo>
                  <a:pt x="16051" y="30327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df-path-231-part-0">
            <a:extLst xmlns:a="http://schemas.openxmlformats.org/drawingml/2006/main">
              <a:ext uri="{FF2B5EF4-FFF2-40B4-BE49-F238E27FC236}">
                <a16:creationId xmlns:a16="http://schemas.microsoft.com/office/drawing/2014/main" id="{07AC5B10-2D5F-4F99-88AD-58153202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2636" y="3214768"/>
            <a:ext cx="550030" cy="296997"/>
          </a:xfrm>
          <a:custGeom xmlns:a="http://schemas.openxmlformats.org/drawingml/2006/main">
            <a:pathLst>
              <a:path w="550030" h="296997">
                <a:moveTo>
                  <a:pt x="119283" y="162480"/>
                </a:moveTo>
                <a:lnTo>
                  <a:pt x="48070" y="253932"/>
                </a:lnTo>
                <a:lnTo>
                  <a:pt x="76636" y="257770"/>
                </a:lnTo>
                <a:lnTo>
                  <a:pt x="32087" y="150767"/>
                </a:lnTo>
                <a:lnTo>
                  <a:pt x="30418" y="147714"/>
                </a:lnTo>
                <a:lnTo>
                  <a:pt x="28149" y="145061"/>
                </a:lnTo>
                <a:lnTo>
                  <a:pt x="25378" y="142942"/>
                </a:lnTo>
                <a:lnTo>
                  <a:pt x="22226" y="141440"/>
                </a:lnTo>
                <a:lnTo>
                  <a:pt x="18821" y="140640"/>
                </a:lnTo>
                <a:lnTo>
                  <a:pt x="15334" y="140556"/>
                </a:lnTo>
                <a:lnTo>
                  <a:pt x="11913" y="141190"/>
                </a:lnTo>
                <a:lnTo>
                  <a:pt x="8693" y="142542"/>
                </a:lnTo>
                <a:lnTo>
                  <a:pt x="5823" y="144510"/>
                </a:lnTo>
                <a:lnTo>
                  <a:pt x="3421" y="147047"/>
                </a:lnTo>
                <a:lnTo>
                  <a:pt x="1602" y="150034"/>
                </a:lnTo>
                <a:lnTo>
                  <a:pt x="450" y="153320"/>
                </a:lnTo>
                <a:lnTo>
                  <a:pt x="0" y="156774"/>
                </a:lnTo>
                <a:lnTo>
                  <a:pt x="284" y="160261"/>
                </a:lnTo>
                <a:lnTo>
                  <a:pt x="1285" y="163598"/>
                </a:lnTo>
                <a:lnTo>
                  <a:pt x="56830" y="296997"/>
                </a:lnTo>
                <a:lnTo>
                  <a:pt x="145612" y="182986"/>
                </a:lnTo>
                <a:lnTo>
                  <a:pt x="147448" y="180017"/>
                </a:lnTo>
                <a:lnTo>
                  <a:pt x="148632" y="176746"/>
                </a:lnTo>
                <a:lnTo>
                  <a:pt x="149116" y="173276"/>
                </a:lnTo>
                <a:lnTo>
                  <a:pt x="148866" y="169805"/>
                </a:lnTo>
                <a:lnTo>
                  <a:pt x="147898" y="166451"/>
                </a:lnTo>
                <a:lnTo>
                  <a:pt x="146263" y="163381"/>
                </a:lnTo>
                <a:lnTo>
                  <a:pt x="144010" y="160712"/>
                </a:lnTo>
                <a:lnTo>
                  <a:pt x="141257" y="158560"/>
                </a:lnTo>
                <a:lnTo>
                  <a:pt x="138121" y="157041"/>
                </a:lnTo>
                <a:lnTo>
                  <a:pt x="134734" y="156207"/>
                </a:lnTo>
                <a:lnTo>
                  <a:pt x="131246" y="156090"/>
                </a:lnTo>
                <a:lnTo>
                  <a:pt x="127810" y="156691"/>
                </a:lnTo>
                <a:lnTo>
                  <a:pt x="124588" y="158009"/>
                </a:lnTo>
                <a:lnTo>
                  <a:pt x="121703" y="159961"/>
                </a:lnTo>
                <a:lnTo>
                  <a:pt x="119283" y="16248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df-path-231-part-1">
            <a:extLst xmlns:a="http://schemas.openxmlformats.org/drawingml/2006/main">
              <a:ext uri="{FF2B5EF4-FFF2-40B4-BE49-F238E27FC236}">
                <a16:creationId xmlns:a16="http://schemas.microsoft.com/office/drawing/2014/main" id="{D330CEDF-B484-463D-9AAD-480ED54B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2636" y="3214768"/>
            <a:ext cx="550030" cy="296997"/>
          </a:xfrm>
          <a:custGeom xmlns:a="http://schemas.openxmlformats.org/drawingml/2006/main">
            <a:pathLst>
              <a:path w="550030" h="296997">
                <a:moveTo>
                  <a:pt x="549729" y="0"/>
                </a:moveTo>
                <a:lnTo>
                  <a:pt x="538033" y="99"/>
                </a:lnTo>
                <a:lnTo>
                  <a:pt x="526185" y="417"/>
                </a:lnTo>
                <a:lnTo>
                  <a:pt x="514373" y="934"/>
                </a:lnTo>
                <a:lnTo>
                  <a:pt x="502559" y="1652"/>
                </a:lnTo>
                <a:lnTo>
                  <a:pt x="490795" y="2552"/>
                </a:lnTo>
                <a:lnTo>
                  <a:pt x="479050" y="3670"/>
                </a:lnTo>
                <a:lnTo>
                  <a:pt x="467337" y="4955"/>
                </a:lnTo>
                <a:lnTo>
                  <a:pt x="455674" y="6440"/>
                </a:lnTo>
                <a:lnTo>
                  <a:pt x="444061" y="8109"/>
                </a:lnTo>
                <a:lnTo>
                  <a:pt x="432431" y="9977"/>
                </a:lnTo>
                <a:lnTo>
                  <a:pt x="414228" y="13314"/>
                </a:lnTo>
                <a:lnTo>
                  <a:pt x="420267" y="46134"/>
                </a:lnTo>
                <a:lnTo>
                  <a:pt x="438288" y="42831"/>
                </a:lnTo>
                <a:lnTo>
                  <a:pt x="437888" y="42897"/>
                </a:lnTo>
                <a:lnTo>
                  <a:pt x="449200" y="41078"/>
                </a:lnTo>
                <a:lnTo>
                  <a:pt x="448933" y="41129"/>
                </a:lnTo>
                <a:lnTo>
                  <a:pt x="460279" y="39494"/>
                </a:lnTo>
                <a:lnTo>
                  <a:pt x="460012" y="39527"/>
                </a:lnTo>
                <a:lnTo>
                  <a:pt x="471408" y="38075"/>
                </a:lnTo>
                <a:lnTo>
                  <a:pt x="471141" y="38109"/>
                </a:lnTo>
                <a:lnTo>
                  <a:pt x="482588" y="36841"/>
                </a:lnTo>
                <a:lnTo>
                  <a:pt x="482303" y="36874"/>
                </a:lnTo>
                <a:lnTo>
                  <a:pt x="493783" y="35789"/>
                </a:lnTo>
                <a:lnTo>
                  <a:pt x="493500" y="35823"/>
                </a:lnTo>
                <a:lnTo>
                  <a:pt x="505012" y="34922"/>
                </a:lnTo>
                <a:lnTo>
                  <a:pt x="504728" y="34955"/>
                </a:lnTo>
                <a:lnTo>
                  <a:pt x="516241" y="34255"/>
                </a:lnTo>
                <a:lnTo>
                  <a:pt x="515958" y="34271"/>
                </a:lnTo>
                <a:lnTo>
                  <a:pt x="527504" y="33754"/>
                </a:lnTo>
                <a:lnTo>
                  <a:pt x="527220" y="33771"/>
                </a:lnTo>
                <a:lnTo>
                  <a:pt x="538765" y="33470"/>
                </a:lnTo>
                <a:lnTo>
                  <a:pt x="538466" y="33470"/>
                </a:lnTo>
                <a:lnTo>
                  <a:pt x="550030" y="33370"/>
                </a:lnTo>
                <a:lnTo>
                  <a:pt x="549729" y="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df-path-231-part-2">
            <a:extLst xmlns:a="http://schemas.openxmlformats.org/drawingml/2006/main">
              <a:ext uri="{FF2B5EF4-FFF2-40B4-BE49-F238E27FC236}">
                <a16:creationId xmlns:a16="http://schemas.microsoft.com/office/drawing/2014/main" id="{A2375B3C-4431-466B-AE52-6A4E1F78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2636" y="3214768"/>
            <a:ext cx="550030" cy="296997"/>
          </a:xfrm>
          <a:custGeom xmlns:a="http://schemas.openxmlformats.org/drawingml/2006/main">
            <a:pathLst>
              <a:path w="550030" h="296997">
                <a:moveTo>
                  <a:pt x="315085" y="39710"/>
                </a:moveTo>
                <a:lnTo>
                  <a:pt x="299916" y="45016"/>
                </a:lnTo>
                <a:lnTo>
                  <a:pt x="279294" y="52942"/>
                </a:lnTo>
                <a:lnTo>
                  <a:pt x="259222" y="61418"/>
                </a:lnTo>
                <a:lnTo>
                  <a:pt x="239733" y="70395"/>
                </a:lnTo>
                <a:lnTo>
                  <a:pt x="220862" y="79855"/>
                </a:lnTo>
                <a:lnTo>
                  <a:pt x="202659" y="89783"/>
                </a:lnTo>
                <a:lnTo>
                  <a:pt x="190996" y="96690"/>
                </a:lnTo>
                <a:lnTo>
                  <a:pt x="208015" y="125389"/>
                </a:lnTo>
                <a:lnTo>
                  <a:pt x="219411" y="118631"/>
                </a:lnTo>
                <a:lnTo>
                  <a:pt x="218894" y="118932"/>
                </a:lnTo>
                <a:lnTo>
                  <a:pt x="236580" y="109288"/>
                </a:lnTo>
                <a:lnTo>
                  <a:pt x="236079" y="109555"/>
                </a:lnTo>
                <a:lnTo>
                  <a:pt x="254433" y="100345"/>
                </a:lnTo>
                <a:lnTo>
                  <a:pt x="253933" y="100578"/>
                </a:lnTo>
                <a:lnTo>
                  <a:pt x="272938" y="91835"/>
                </a:lnTo>
                <a:lnTo>
                  <a:pt x="272437" y="92052"/>
                </a:lnTo>
                <a:lnTo>
                  <a:pt x="292025" y="83793"/>
                </a:lnTo>
                <a:lnTo>
                  <a:pt x="291524" y="83993"/>
                </a:lnTo>
                <a:lnTo>
                  <a:pt x="311664" y="76251"/>
                </a:lnTo>
                <a:lnTo>
                  <a:pt x="311163" y="76434"/>
                </a:lnTo>
                <a:lnTo>
                  <a:pt x="326080" y="71212"/>
                </a:lnTo>
                <a:lnTo>
                  <a:pt x="315085" y="39710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231-part-3">
            <a:extLst xmlns:a="http://schemas.openxmlformats.org/drawingml/2006/main">
              <a:ext uri="{FF2B5EF4-FFF2-40B4-BE49-F238E27FC236}">
                <a16:creationId xmlns:a16="http://schemas.microsoft.com/office/drawing/2014/main" id="{8B82AB49-25A1-4D2A-9179-E8170A9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2636" y="3214768"/>
            <a:ext cx="550030" cy="296997"/>
          </a:xfrm>
          <a:custGeom xmlns:a="http://schemas.openxmlformats.org/drawingml/2006/main">
            <a:pathLst>
              <a:path w="550030" h="296997">
                <a:moveTo>
                  <a:pt x="108171" y="159644"/>
                </a:moveTo>
                <a:lnTo>
                  <a:pt x="103616" y="164182"/>
                </a:lnTo>
                <a:lnTo>
                  <a:pt x="97592" y="170540"/>
                </a:lnTo>
                <a:lnTo>
                  <a:pt x="91819" y="176980"/>
                </a:lnTo>
                <a:lnTo>
                  <a:pt x="86296" y="183487"/>
                </a:lnTo>
                <a:lnTo>
                  <a:pt x="81058" y="190078"/>
                </a:lnTo>
                <a:lnTo>
                  <a:pt x="76102" y="196735"/>
                </a:lnTo>
                <a:lnTo>
                  <a:pt x="71413" y="203476"/>
                </a:lnTo>
                <a:lnTo>
                  <a:pt x="67025" y="210300"/>
                </a:lnTo>
                <a:lnTo>
                  <a:pt x="62920" y="217191"/>
                </a:lnTo>
                <a:lnTo>
                  <a:pt x="59133" y="224149"/>
                </a:lnTo>
                <a:lnTo>
                  <a:pt x="55662" y="231173"/>
                </a:lnTo>
                <a:lnTo>
                  <a:pt x="52509" y="238265"/>
                </a:lnTo>
                <a:lnTo>
                  <a:pt x="49689" y="245423"/>
                </a:lnTo>
                <a:lnTo>
                  <a:pt x="47219" y="252647"/>
                </a:lnTo>
                <a:lnTo>
                  <a:pt x="45218" y="259505"/>
                </a:lnTo>
                <a:lnTo>
                  <a:pt x="77253" y="268849"/>
                </a:lnTo>
                <a:lnTo>
                  <a:pt x="79138" y="262358"/>
                </a:lnTo>
                <a:lnTo>
                  <a:pt x="78905" y="263109"/>
                </a:lnTo>
                <a:lnTo>
                  <a:pt x="81140" y="256602"/>
                </a:lnTo>
                <a:lnTo>
                  <a:pt x="80873" y="257302"/>
                </a:lnTo>
                <a:lnTo>
                  <a:pt x="83426" y="250828"/>
                </a:lnTo>
                <a:lnTo>
                  <a:pt x="83159" y="251479"/>
                </a:lnTo>
                <a:lnTo>
                  <a:pt x="86013" y="245022"/>
                </a:lnTo>
                <a:lnTo>
                  <a:pt x="85728" y="245656"/>
                </a:lnTo>
                <a:lnTo>
                  <a:pt x="88899" y="239232"/>
                </a:lnTo>
                <a:lnTo>
                  <a:pt x="88598" y="239816"/>
                </a:lnTo>
                <a:lnTo>
                  <a:pt x="92086" y="233426"/>
                </a:lnTo>
                <a:lnTo>
                  <a:pt x="91769" y="233960"/>
                </a:lnTo>
                <a:lnTo>
                  <a:pt x="95540" y="227603"/>
                </a:lnTo>
                <a:lnTo>
                  <a:pt x="95223" y="228120"/>
                </a:lnTo>
                <a:lnTo>
                  <a:pt x="99311" y="221796"/>
                </a:lnTo>
                <a:lnTo>
                  <a:pt x="98977" y="222280"/>
                </a:lnTo>
                <a:lnTo>
                  <a:pt x="103349" y="216007"/>
                </a:lnTo>
                <a:lnTo>
                  <a:pt x="103015" y="216457"/>
                </a:lnTo>
                <a:lnTo>
                  <a:pt x="107670" y="210217"/>
                </a:lnTo>
                <a:lnTo>
                  <a:pt x="107336" y="210634"/>
                </a:lnTo>
                <a:lnTo>
                  <a:pt x="112259" y="204460"/>
                </a:lnTo>
                <a:lnTo>
                  <a:pt x="111941" y="204844"/>
                </a:lnTo>
                <a:lnTo>
                  <a:pt x="117131" y="198721"/>
                </a:lnTo>
                <a:lnTo>
                  <a:pt x="116813" y="199088"/>
                </a:lnTo>
                <a:lnTo>
                  <a:pt x="122270" y="192998"/>
                </a:lnTo>
                <a:lnTo>
                  <a:pt x="121953" y="193348"/>
                </a:lnTo>
                <a:lnTo>
                  <a:pt x="127659" y="187325"/>
                </a:lnTo>
                <a:lnTo>
                  <a:pt x="127359" y="187642"/>
                </a:lnTo>
                <a:lnTo>
                  <a:pt x="131747" y="183253"/>
                </a:lnTo>
                <a:lnTo>
                  <a:pt x="108171" y="159644"/>
                </a:lnTo>
              </a:path>
            </a:pathLst>
          </a:custGeom>
          <a:solidFill xmlns:a="http://schemas.openxmlformats.org/drawingml/2006/main">
            <a:srgbClr val="EF949E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46FFF48C-3EB7-4F3F-9A59-8076EB52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0567" y="5234097"/>
            <a:ext cx="441325" cy="37542"/>
          </a:xfrm>
          <a:custGeom xmlns:a="http://schemas.openxmlformats.org/drawingml/2006/main">
            <a:pathLst>
              <a:path w="441325" h="37542">
                <a:moveTo>
                  <a:pt x="0" y="0"/>
                </a:moveTo>
                <a:lnTo>
                  <a:pt x="441325" y="0"/>
                </a:lnTo>
                <a:lnTo>
                  <a:pt x="441325" y="37542"/>
                </a:lnTo>
                <a:lnTo>
                  <a:pt x="0" y="37542"/>
                </a:lnTo>
                <a:close/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df-text-128-0">
            <a:extLst xmlns:a="http://schemas.openxmlformats.org/drawingml/2006/main">
              <a:ext uri="{FF2B5EF4-FFF2-40B4-BE49-F238E27FC236}">
                <a16:creationId xmlns:a16="http://schemas.microsoft.com/office/drawing/2014/main" id="{A5FE4B36-FB6C-4EFE-BED6-AB68885A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5462" y="5180436"/>
            <a:ext cx="2017397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Activated recovery branch</a:t>
            </a:r>
          </a:p>
        </p:txBody>
      </p:sp>
      <p:sp>
        <p:nvSpPr>
          <p:cNvPr id="265" name="pdf-path-234-part-0">
            <a:extLst xmlns:a="http://schemas.openxmlformats.org/drawingml/2006/main">
              <a:ext uri="{FF2B5EF4-FFF2-40B4-BE49-F238E27FC236}">
                <a16:creationId xmlns:a16="http://schemas.microsoft.com/office/drawing/2014/main" id="{FA1051D6-7760-44FC-A10C-34612E7C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3790" y="3222293"/>
            <a:ext cx="245307" cy="384578"/>
          </a:xfrm>
          <a:custGeom xmlns:a="http://schemas.openxmlformats.org/drawingml/2006/main">
            <a:pathLst>
              <a:path w="245307" h="384578">
                <a:moveTo>
                  <a:pt x="126090" y="244255"/>
                </a:moveTo>
                <a:lnTo>
                  <a:pt x="187309" y="342664"/>
                </a:lnTo>
                <a:lnTo>
                  <a:pt x="158493" y="343482"/>
                </a:lnTo>
                <a:lnTo>
                  <a:pt x="214037" y="241752"/>
                </a:lnTo>
                <a:lnTo>
                  <a:pt x="216023" y="238882"/>
                </a:lnTo>
                <a:lnTo>
                  <a:pt x="218559" y="236496"/>
                </a:lnTo>
                <a:lnTo>
                  <a:pt x="221530" y="234677"/>
                </a:lnTo>
                <a:lnTo>
                  <a:pt x="224817" y="233526"/>
                </a:lnTo>
                <a:lnTo>
                  <a:pt x="228288" y="233076"/>
                </a:lnTo>
                <a:lnTo>
                  <a:pt x="231757" y="233360"/>
                </a:lnTo>
                <a:lnTo>
                  <a:pt x="235095" y="234361"/>
                </a:lnTo>
                <a:lnTo>
                  <a:pt x="238165" y="236029"/>
                </a:lnTo>
                <a:lnTo>
                  <a:pt x="240802" y="238298"/>
                </a:lnTo>
                <a:lnTo>
                  <a:pt x="242921" y="241068"/>
                </a:lnTo>
                <a:lnTo>
                  <a:pt x="244421" y="244222"/>
                </a:lnTo>
                <a:lnTo>
                  <a:pt x="245223" y="247609"/>
                </a:lnTo>
                <a:lnTo>
                  <a:pt x="245307" y="251096"/>
                </a:lnTo>
                <a:lnTo>
                  <a:pt x="244672" y="254533"/>
                </a:lnTo>
                <a:lnTo>
                  <a:pt x="243320" y="257753"/>
                </a:lnTo>
                <a:lnTo>
                  <a:pt x="174077" y="384578"/>
                </a:lnTo>
                <a:lnTo>
                  <a:pt x="97759" y="261874"/>
                </a:lnTo>
                <a:lnTo>
                  <a:pt x="96240" y="258738"/>
                </a:lnTo>
                <a:lnTo>
                  <a:pt x="95406" y="255351"/>
                </a:lnTo>
                <a:lnTo>
                  <a:pt x="95290" y="251863"/>
                </a:lnTo>
                <a:lnTo>
                  <a:pt x="95905" y="248426"/>
                </a:lnTo>
                <a:lnTo>
                  <a:pt x="97208" y="245189"/>
                </a:lnTo>
                <a:lnTo>
                  <a:pt x="99177" y="242302"/>
                </a:lnTo>
                <a:lnTo>
                  <a:pt x="101680" y="239883"/>
                </a:lnTo>
                <a:lnTo>
                  <a:pt x="104650" y="238048"/>
                </a:lnTo>
                <a:lnTo>
                  <a:pt x="107920" y="236863"/>
                </a:lnTo>
                <a:lnTo>
                  <a:pt x="111391" y="236379"/>
                </a:lnTo>
                <a:lnTo>
                  <a:pt x="114862" y="236630"/>
                </a:lnTo>
                <a:lnTo>
                  <a:pt x="118215" y="237598"/>
                </a:lnTo>
                <a:lnTo>
                  <a:pt x="121283" y="239249"/>
                </a:lnTo>
                <a:lnTo>
                  <a:pt x="123955" y="241502"/>
                </a:lnTo>
                <a:lnTo>
                  <a:pt x="126090" y="244255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234-part-1">
            <a:extLst xmlns:a="http://schemas.openxmlformats.org/drawingml/2006/main">
              <a:ext uri="{FF2B5EF4-FFF2-40B4-BE49-F238E27FC236}">
                <a16:creationId xmlns:a16="http://schemas.microsoft.com/office/drawing/2014/main" id="{94F961C3-EF96-450D-AA0A-87F6459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3790" y="3222293"/>
            <a:ext cx="245307" cy="384578"/>
          </a:xfrm>
          <a:custGeom xmlns:a="http://schemas.openxmlformats.org/drawingml/2006/main">
            <a:pathLst>
              <a:path w="245307" h="384578">
                <a:moveTo>
                  <a:pt x="1101" y="0"/>
                </a:moveTo>
                <a:lnTo>
                  <a:pt x="5705" y="150"/>
                </a:lnTo>
                <a:lnTo>
                  <a:pt x="10845" y="651"/>
                </a:lnTo>
                <a:lnTo>
                  <a:pt x="15916" y="1469"/>
                </a:lnTo>
                <a:lnTo>
                  <a:pt x="20955" y="2620"/>
                </a:lnTo>
                <a:lnTo>
                  <a:pt x="25929" y="4054"/>
                </a:lnTo>
                <a:lnTo>
                  <a:pt x="30834" y="5773"/>
                </a:lnTo>
                <a:lnTo>
                  <a:pt x="35673" y="7775"/>
                </a:lnTo>
                <a:lnTo>
                  <a:pt x="40611" y="10111"/>
                </a:lnTo>
                <a:lnTo>
                  <a:pt x="49738" y="15267"/>
                </a:lnTo>
                <a:lnTo>
                  <a:pt x="58765" y="21474"/>
                </a:lnTo>
                <a:lnTo>
                  <a:pt x="67508" y="28531"/>
                </a:lnTo>
                <a:lnTo>
                  <a:pt x="76000" y="36407"/>
                </a:lnTo>
                <a:lnTo>
                  <a:pt x="84227" y="45067"/>
                </a:lnTo>
                <a:lnTo>
                  <a:pt x="92218" y="54461"/>
                </a:lnTo>
                <a:lnTo>
                  <a:pt x="99978" y="64555"/>
                </a:lnTo>
                <a:lnTo>
                  <a:pt x="107468" y="75317"/>
                </a:lnTo>
                <a:lnTo>
                  <a:pt x="114727" y="86730"/>
                </a:lnTo>
                <a:lnTo>
                  <a:pt x="121735" y="98759"/>
                </a:lnTo>
                <a:lnTo>
                  <a:pt x="128476" y="111357"/>
                </a:lnTo>
                <a:lnTo>
                  <a:pt x="134934" y="124522"/>
                </a:lnTo>
                <a:lnTo>
                  <a:pt x="141124" y="138187"/>
                </a:lnTo>
                <a:lnTo>
                  <a:pt x="147014" y="152353"/>
                </a:lnTo>
                <a:lnTo>
                  <a:pt x="152602" y="166986"/>
                </a:lnTo>
                <a:lnTo>
                  <a:pt x="157876" y="182036"/>
                </a:lnTo>
                <a:lnTo>
                  <a:pt x="162798" y="197486"/>
                </a:lnTo>
                <a:lnTo>
                  <a:pt x="167386" y="213304"/>
                </a:lnTo>
                <a:lnTo>
                  <a:pt x="171607" y="229455"/>
                </a:lnTo>
                <a:lnTo>
                  <a:pt x="175461" y="245907"/>
                </a:lnTo>
                <a:lnTo>
                  <a:pt x="178916" y="262625"/>
                </a:lnTo>
                <a:lnTo>
                  <a:pt x="181953" y="279578"/>
                </a:lnTo>
                <a:lnTo>
                  <a:pt x="184572" y="296746"/>
                </a:lnTo>
                <a:lnTo>
                  <a:pt x="186758" y="314099"/>
                </a:lnTo>
                <a:lnTo>
                  <a:pt x="188493" y="331585"/>
                </a:lnTo>
                <a:lnTo>
                  <a:pt x="189744" y="349171"/>
                </a:lnTo>
                <a:lnTo>
                  <a:pt x="189812" y="350757"/>
                </a:lnTo>
                <a:lnTo>
                  <a:pt x="156474" y="352192"/>
                </a:lnTo>
                <a:lnTo>
                  <a:pt x="156407" y="350857"/>
                </a:lnTo>
                <a:lnTo>
                  <a:pt x="156440" y="351324"/>
                </a:lnTo>
                <a:lnTo>
                  <a:pt x="155221" y="334172"/>
                </a:lnTo>
                <a:lnTo>
                  <a:pt x="155256" y="334639"/>
                </a:lnTo>
                <a:lnTo>
                  <a:pt x="153570" y="317586"/>
                </a:lnTo>
                <a:lnTo>
                  <a:pt x="153620" y="318037"/>
                </a:lnTo>
                <a:lnTo>
                  <a:pt x="151501" y="301135"/>
                </a:lnTo>
                <a:lnTo>
                  <a:pt x="151552" y="301569"/>
                </a:lnTo>
                <a:lnTo>
                  <a:pt x="148998" y="284833"/>
                </a:lnTo>
                <a:lnTo>
                  <a:pt x="149082" y="285267"/>
                </a:lnTo>
                <a:lnTo>
                  <a:pt x="146112" y="268732"/>
                </a:lnTo>
                <a:lnTo>
                  <a:pt x="146196" y="269149"/>
                </a:lnTo>
                <a:lnTo>
                  <a:pt x="142824" y="252865"/>
                </a:lnTo>
                <a:lnTo>
                  <a:pt x="142908" y="253281"/>
                </a:lnTo>
                <a:lnTo>
                  <a:pt x="139171" y="237264"/>
                </a:lnTo>
                <a:lnTo>
                  <a:pt x="139272" y="237681"/>
                </a:lnTo>
                <a:lnTo>
                  <a:pt x="135166" y="221963"/>
                </a:lnTo>
                <a:lnTo>
                  <a:pt x="135285" y="222381"/>
                </a:lnTo>
                <a:lnTo>
                  <a:pt x="130813" y="206997"/>
                </a:lnTo>
                <a:lnTo>
                  <a:pt x="130945" y="207414"/>
                </a:lnTo>
                <a:lnTo>
                  <a:pt x="126158" y="192397"/>
                </a:lnTo>
                <a:lnTo>
                  <a:pt x="126306" y="192848"/>
                </a:lnTo>
                <a:lnTo>
                  <a:pt x="121184" y="178231"/>
                </a:lnTo>
                <a:lnTo>
                  <a:pt x="121351" y="178665"/>
                </a:lnTo>
                <a:lnTo>
                  <a:pt x="115929" y="164499"/>
                </a:lnTo>
                <a:lnTo>
                  <a:pt x="116112" y="164950"/>
                </a:lnTo>
                <a:lnTo>
                  <a:pt x="110405" y="151251"/>
                </a:lnTo>
                <a:lnTo>
                  <a:pt x="110623" y="151718"/>
                </a:lnTo>
                <a:lnTo>
                  <a:pt x="104650" y="138520"/>
                </a:lnTo>
                <a:lnTo>
                  <a:pt x="104884" y="139004"/>
                </a:lnTo>
                <a:lnTo>
                  <a:pt x="98642" y="126340"/>
                </a:lnTo>
                <a:lnTo>
                  <a:pt x="98908" y="126841"/>
                </a:lnTo>
                <a:lnTo>
                  <a:pt x="92452" y="114761"/>
                </a:lnTo>
                <a:lnTo>
                  <a:pt x="92736" y="115295"/>
                </a:lnTo>
                <a:lnTo>
                  <a:pt x="86062" y="103815"/>
                </a:lnTo>
                <a:lnTo>
                  <a:pt x="86395" y="104366"/>
                </a:lnTo>
                <a:lnTo>
                  <a:pt x="79506" y="93521"/>
                </a:lnTo>
                <a:lnTo>
                  <a:pt x="79889" y="94104"/>
                </a:lnTo>
                <a:lnTo>
                  <a:pt x="72814" y="83943"/>
                </a:lnTo>
                <a:lnTo>
                  <a:pt x="73264" y="84561"/>
                </a:lnTo>
                <a:lnTo>
                  <a:pt x="66006" y="75100"/>
                </a:lnTo>
                <a:lnTo>
                  <a:pt x="66540" y="75751"/>
                </a:lnTo>
                <a:lnTo>
                  <a:pt x="59116" y="67041"/>
                </a:lnTo>
                <a:lnTo>
                  <a:pt x="59733" y="67725"/>
                </a:lnTo>
                <a:lnTo>
                  <a:pt x="52174" y="59783"/>
                </a:lnTo>
                <a:lnTo>
                  <a:pt x="52908" y="60517"/>
                </a:lnTo>
                <a:lnTo>
                  <a:pt x="45233" y="53376"/>
                </a:lnTo>
                <a:lnTo>
                  <a:pt x="46101" y="54127"/>
                </a:lnTo>
                <a:lnTo>
                  <a:pt x="38309" y="47837"/>
                </a:lnTo>
                <a:lnTo>
                  <a:pt x="39345" y="48621"/>
                </a:lnTo>
                <a:lnTo>
                  <a:pt x="31451" y="43198"/>
                </a:lnTo>
                <a:lnTo>
                  <a:pt x="32670" y="43966"/>
                </a:lnTo>
                <a:lnTo>
                  <a:pt x="24710" y="39461"/>
                </a:lnTo>
                <a:lnTo>
                  <a:pt x="25762" y="40011"/>
                </a:lnTo>
                <a:lnTo>
                  <a:pt x="21757" y="38109"/>
                </a:lnTo>
                <a:lnTo>
                  <a:pt x="22542" y="38460"/>
                </a:lnTo>
                <a:lnTo>
                  <a:pt x="18503" y="36790"/>
                </a:lnTo>
                <a:lnTo>
                  <a:pt x="19356" y="37108"/>
                </a:lnTo>
                <a:lnTo>
                  <a:pt x="15317" y="35690"/>
                </a:lnTo>
                <a:lnTo>
                  <a:pt x="16218" y="35973"/>
                </a:lnTo>
                <a:lnTo>
                  <a:pt x="12163" y="34805"/>
                </a:lnTo>
                <a:lnTo>
                  <a:pt x="13114" y="35056"/>
                </a:lnTo>
                <a:lnTo>
                  <a:pt x="9060" y="34138"/>
                </a:lnTo>
                <a:lnTo>
                  <a:pt x="10062" y="34338"/>
                </a:lnTo>
                <a:lnTo>
                  <a:pt x="6007" y="33670"/>
                </a:lnTo>
                <a:lnTo>
                  <a:pt x="7058" y="33804"/>
                </a:lnTo>
                <a:lnTo>
                  <a:pt x="2986" y="33403"/>
                </a:lnTo>
                <a:lnTo>
                  <a:pt x="4071" y="33471"/>
                </a:lnTo>
                <a:lnTo>
                  <a:pt x="0" y="33337"/>
                </a:lnTo>
                <a:lnTo>
                  <a:pt x="1101" y="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df-text-129-0">
            <a:extLst xmlns:a="http://schemas.openxmlformats.org/drawingml/2006/main">
              <a:ext uri="{FF2B5EF4-FFF2-40B4-BE49-F238E27FC236}">
                <a16:creationId xmlns:a16="http://schemas.microsoft.com/office/drawing/2014/main" id="{8C7B038B-60F9-47C2-AC28-99EF2A4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235" y="5018589"/>
            <a:ext cx="2044927" cy="166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8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8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Recovery transition branch</a:t>
            </a:r>
          </a:p>
        </p:txBody>
      </p:sp>
      <p:sp>
        <p:nvSpPr>
          <p:cNvPr id="268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63F89751-CA17-4B9A-86C5-7A79355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2294" y="954866"/>
            <a:ext cx="164803" cy="252241"/>
          </a:xfrm>
          <a:custGeom xmlns:a="http://schemas.openxmlformats.org/drawingml/2006/main">
            <a:pathLst>
              <a:path w="164803" h="252241">
                <a:moveTo>
                  <a:pt x="164803" y="18050"/>
                </a:moveTo>
                <a:cubicBezTo>
                  <a:pt x="164803" y="25865"/>
                  <a:pt x="160817" y="34735"/>
                  <a:pt x="152845" y="44660"/>
                </a:cubicBezTo>
                <a:cubicBezTo>
                  <a:pt x="144875" y="54583"/>
                  <a:pt x="132373" y="64154"/>
                  <a:pt x="115339" y="73373"/>
                </a:cubicBezTo>
                <a:lnTo>
                  <a:pt x="105960" y="61887"/>
                </a:lnTo>
                <a:cubicBezTo>
                  <a:pt x="115337" y="56886"/>
                  <a:pt x="120025" y="50089"/>
                  <a:pt x="120025" y="41494"/>
                </a:cubicBezTo>
                <a:cubicBezTo>
                  <a:pt x="120025" y="38835"/>
                  <a:pt x="119557" y="36412"/>
                  <a:pt x="118620" y="34226"/>
                </a:cubicBezTo>
                <a:cubicBezTo>
                  <a:pt x="117682" y="31881"/>
                  <a:pt x="115416" y="29654"/>
                  <a:pt x="111819" y="27544"/>
                </a:cubicBezTo>
                <a:cubicBezTo>
                  <a:pt x="108226" y="25433"/>
                  <a:pt x="104475" y="24378"/>
                  <a:pt x="100566" y="24378"/>
                </a:cubicBezTo>
                <a:cubicBezTo>
                  <a:pt x="96660" y="24378"/>
                  <a:pt x="93222" y="25629"/>
                  <a:pt x="90254" y="28130"/>
                </a:cubicBezTo>
                <a:cubicBezTo>
                  <a:pt x="77125" y="39226"/>
                  <a:pt x="66419" y="52277"/>
                  <a:pt x="58135" y="67281"/>
                </a:cubicBezTo>
                <a:cubicBezTo>
                  <a:pt x="49853" y="82283"/>
                  <a:pt x="45711" y="96973"/>
                  <a:pt x="45711" y="111351"/>
                </a:cubicBezTo>
                <a:cubicBezTo>
                  <a:pt x="45711" y="114947"/>
                  <a:pt x="45946" y="118542"/>
                  <a:pt x="46416" y="122136"/>
                </a:cubicBezTo>
                <a:cubicBezTo>
                  <a:pt x="51575" y="147609"/>
                  <a:pt x="66030" y="160346"/>
                  <a:pt x="89785" y="160346"/>
                </a:cubicBezTo>
                <a:cubicBezTo>
                  <a:pt x="99631" y="160346"/>
                  <a:pt x="108462" y="158471"/>
                  <a:pt x="116276" y="154719"/>
                </a:cubicBezTo>
                <a:lnTo>
                  <a:pt x="119088" y="144407"/>
                </a:lnTo>
                <a:lnTo>
                  <a:pt x="157771" y="148155"/>
                </a:lnTo>
                <a:cubicBezTo>
                  <a:pt x="148392" y="182696"/>
                  <a:pt x="133699" y="208678"/>
                  <a:pt x="113694" y="226104"/>
                </a:cubicBezTo>
                <a:cubicBezTo>
                  <a:pt x="93691" y="243529"/>
                  <a:pt x="69156" y="252241"/>
                  <a:pt x="40089" y="252241"/>
                </a:cubicBezTo>
                <a:cubicBezTo>
                  <a:pt x="21177" y="252241"/>
                  <a:pt x="7815" y="250288"/>
                  <a:pt x="0" y="246382"/>
                </a:cubicBezTo>
                <a:lnTo>
                  <a:pt x="11955" y="205825"/>
                </a:lnTo>
                <a:cubicBezTo>
                  <a:pt x="37586" y="218953"/>
                  <a:pt x="58372" y="225517"/>
                  <a:pt x="74314" y="225517"/>
                </a:cubicBezTo>
                <a:cubicBezTo>
                  <a:pt x="79157" y="225517"/>
                  <a:pt x="83415" y="224618"/>
                  <a:pt x="87088" y="222820"/>
                </a:cubicBezTo>
                <a:cubicBezTo>
                  <a:pt x="90762" y="221024"/>
                  <a:pt x="93733" y="218875"/>
                  <a:pt x="95998" y="216374"/>
                </a:cubicBezTo>
                <a:cubicBezTo>
                  <a:pt x="98264" y="213875"/>
                  <a:pt x="100412" y="210125"/>
                  <a:pt x="102444" y="205124"/>
                </a:cubicBezTo>
                <a:cubicBezTo>
                  <a:pt x="104476" y="200123"/>
                  <a:pt x="105999" y="195786"/>
                  <a:pt x="107015" y="192111"/>
                </a:cubicBezTo>
                <a:cubicBezTo>
                  <a:pt x="108031" y="188438"/>
                  <a:pt x="109399" y="183164"/>
                  <a:pt x="111118" y="176289"/>
                </a:cubicBezTo>
                <a:cubicBezTo>
                  <a:pt x="93302" y="183477"/>
                  <a:pt x="74860" y="187071"/>
                  <a:pt x="55792" y="187071"/>
                </a:cubicBezTo>
                <a:cubicBezTo>
                  <a:pt x="40007" y="187071"/>
                  <a:pt x="27622" y="183242"/>
                  <a:pt x="18637" y="175585"/>
                </a:cubicBezTo>
                <a:cubicBezTo>
                  <a:pt x="9651" y="167927"/>
                  <a:pt x="3830" y="157456"/>
                  <a:pt x="1173" y="144171"/>
                </a:cubicBezTo>
                <a:cubicBezTo>
                  <a:pt x="546" y="140889"/>
                  <a:pt x="232" y="137061"/>
                  <a:pt x="232" y="132685"/>
                </a:cubicBezTo>
                <a:cubicBezTo>
                  <a:pt x="232" y="115651"/>
                  <a:pt x="5702" y="98109"/>
                  <a:pt x="16641" y="80059"/>
                </a:cubicBezTo>
                <a:cubicBezTo>
                  <a:pt x="27582" y="62006"/>
                  <a:pt x="41571" y="45948"/>
                  <a:pt x="58607" y="31883"/>
                </a:cubicBezTo>
                <a:cubicBezTo>
                  <a:pt x="70328" y="22348"/>
                  <a:pt x="83650" y="14652"/>
                  <a:pt x="98574" y="8793"/>
                </a:cubicBezTo>
                <a:cubicBezTo>
                  <a:pt x="113499" y="2931"/>
                  <a:pt x="126746" y="0"/>
                  <a:pt x="138312" y="0"/>
                </a:cubicBezTo>
                <a:cubicBezTo>
                  <a:pt x="152376" y="0"/>
                  <a:pt x="160895" y="3907"/>
                  <a:pt x="163866" y="11722"/>
                </a:cubicBezTo>
                <a:cubicBezTo>
                  <a:pt x="164491" y="13439"/>
                  <a:pt x="164803" y="15548"/>
                  <a:pt x="164803" y="180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7C54B050-E043-41D8-81CA-0DB289A3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8006" y="1786428"/>
            <a:ext cx="137321" cy="138120"/>
          </a:xfrm>
          <a:custGeom xmlns:a="http://schemas.openxmlformats.org/drawingml/2006/main">
            <a:pathLst>
              <a:path w="137321" h="138120">
                <a:moveTo>
                  <a:pt x="137321" y="0"/>
                </a:moveTo>
                <a:cubicBezTo>
                  <a:pt x="127918" y="35838"/>
                  <a:pt x="117274" y="63692"/>
                  <a:pt x="105386" y="83563"/>
                </a:cubicBezTo>
                <a:cubicBezTo>
                  <a:pt x="95451" y="100064"/>
                  <a:pt x="87378" y="111685"/>
                  <a:pt x="81167" y="118425"/>
                </a:cubicBezTo>
                <a:cubicBezTo>
                  <a:pt x="68926" y="131555"/>
                  <a:pt x="55974" y="138120"/>
                  <a:pt x="42314" y="138120"/>
                </a:cubicBezTo>
                <a:cubicBezTo>
                  <a:pt x="28120" y="138120"/>
                  <a:pt x="18938" y="127963"/>
                  <a:pt x="14769" y="107648"/>
                </a:cubicBezTo>
                <a:cubicBezTo>
                  <a:pt x="10600" y="87333"/>
                  <a:pt x="10911" y="56064"/>
                  <a:pt x="15703" y="13839"/>
                </a:cubicBezTo>
                <a:lnTo>
                  <a:pt x="0" y="13839"/>
                </a:lnTo>
                <a:lnTo>
                  <a:pt x="2396" y="0"/>
                </a:lnTo>
                <a:lnTo>
                  <a:pt x="38322" y="0"/>
                </a:lnTo>
                <a:cubicBezTo>
                  <a:pt x="35661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0"/>
                </a:cubicBezTo>
                <a:cubicBezTo>
                  <a:pt x="40096" y="108047"/>
                  <a:pt x="43644" y="111506"/>
                  <a:pt x="48433" y="111506"/>
                </a:cubicBezTo>
                <a:cubicBezTo>
                  <a:pt x="54998" y="111506"/>
                  <a:pt x="61828" y="108003"/>
                  <a:pt x="68924" y="100996"/>
                </a:cubicBezTo>
                <a:cubicBezTo>
                  <a:pt x="76022" y="93988"/>
                  <a:pt x="81878" y="86758"/>
                  <a:pt x="86491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3FB38DE7-558D-43B4-8C42-1127B7DA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2840" y="1684564"/>
            <a:ext cx="106302" cy="145064"/>
          </a:xfrm>
          <a:custGeom xmlns:a="http://schemas.openxmlformats.org/drawingml/2006/main">
            <a:pathLst>
              <a:path w="106302" h="145064">
                <a:moveTo>
                  <a:pt x="92295" y="19189"/>
                </a:moveTo>
                <a:cubicBezTo>
                  <a:pt x="101633" y="31724"/>
                  <a:pt x="106302" y="49505"/>
                  <a:pt x="106302" y="72532"/>
                </a:cubicBezTo>
                <a:cubicBezTo>
                  <a:pt x="106302" y="95557"/>
                  <a:pt x="101633" y="113337"/>
                  <a:pt x="92295" y="125875"/>
                </a:cubicBezTo>
                <a:cubicBezTo>
                  <a:pt x="82957" y="138667"/>
                  <a:pt x="69909" y="145064"/>
                  <a:pt x="53152" y="145064"/>
                </a:cubicBezTo>
                <a:cubicBezTo>
                  <a:pt x="36522" y="145064"/>
                  <a:pt x="23410" y="138667"/>
                  <a:pt x="13817" y="125875"/>
                </a:cubicBezTo>
                <a:cubicBezTo>
                  <a:pt x="4605" y="113211"/>
                  <a:pt x="0" y="95430"/>
                  <a:pt x="0" y="72532"/>
                </a:cubicBezTo>
                <a:cubicBezTo>
                  <a:pt x="0" y="49634"/>
                  <a:pt x="4605" y="31853"/>
                  <a:pt x="13817" y="19189"/>
                </a:cubicBezTo>
                <a:cubicBezTo>
                  <a:pt x="23410" y="6396"/>
                  <a:pt x="36522" y="0"/>
                  <a:pt x="53152" y="0"/>
                </a:cubicBezTo>
                <a:cubicBezTo>
                  <a:pt x="69909" y="0"/>
                  <a:pt x="82957" y="6396"/>
                  <a:pt x="92295" y="19189"/>
                </a:cubicBezTo>
                <a:moveTo>
                  <a:pt x="76753" y="120118"/>
                </a:moveTo>
                <a:cubicBezTo>
                  <a:pt x="81998" y="109756"/>
                  <a:pt x="84621" y="93894"/>
                  <a:pt x="84621" y="72532"/>
                </a:cubicBezTo>
                <a:cubicBezTo>
                  <a:pt x="84621" y="51168"/>
                  <a:pt x="81998" y="35306"/>
                  <a:pt x="76753" y="24945"/>
                </a:cubicBezTo>
                <a:cubicBezTo>
                  <a:pt x="71636" y="14456"/>
                  <a:pt x="63767" y="9211"/>
                  <a:pt x="53149" y="9211"/>
                </a:cubicBezTo>
                <a:cubicBezTo>
                  <a:pt x="42533" y="9211"/>
                  <a:pt x="34667" y="14456"/>
                  <a:pt x="29551" y="24945"/>
                </a:cubicBezTo>
                <a:cubicBezTo>
                  <a:pt x="24306" y="35306"/>
                  <a:pt x="21684" y="51168"/>
                  <a:pt x="21684" y="72532"/>
                </a:cubicBezTo>
                <a:cubicBezTo>
                  <a:pt x="21684" y="93894"/>
                  <a:pt x="24306" y="109756"/>
                  <a:pt x="29551" y="120118"/>
                </a:cubicBezTo>
                <a:cubicBezTo>
                  <a:pt x="34667" y="130608"/>
                  <a:pt x="42533" y="135853"/>
                  <a:pt x="53149" y="135853"/>
                </a:cubicBezTo>
                <a:cubicBezTo>
                  <a:pt x="63767" y="135853"/>
                  <a:pt x="71636" y="130608"/>
                  <a:pt x="76753" y="1201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0E9BDDE2-A866-4050-AF5A-08B0B3DD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2166" y="2775863"/>
            <a:ext cx="137321" cy="138120"/>
          </a:xfrm>
          <a:custGeom xmlns:a="http://schemas.openxmlformats.org/drawingml/2006/main">
            <a:pathLst>
              <a:path w="137321" h="138120">
                <a:moveTo>
                  <a:pt x="137321" y="0"/>
                </a:moveTo>
                <a:cubicBezTo>
                  <a:pt x="127918" y="35838"/>
                  <a:pt x="117274" y="63692"/>
                  <a:pt x="105386" y="83563"/>
                </a:cubicBezTo>
                <a:cubicBezTo>
                  <a:pt x="95451" y="100064"/>
                  <a:pt x="87378" y="111684"/>
                  <a:pt x="81168" y="118425"/>
                </a:cubicBezTo>
                <a:cubicBezTo>
                  <a:pt x="68926" y="131555"/>
                  <a:pt x="55974" y="138120"/>
                  <a:pt x="42314" y="138120"/>
                </a:cubicBezTo>
                <a:cubicBezTo>
                  <a:pt x="28120" y="138120"/>
                  <a:pt x="18938" y="127963"/>
                  <a:pt x="14769" y="107648"/>
                </a:cubicBezTo>
                <a:cubicBezTo>
                  <a:pt x="10600" y="87333"/>
                  <a:pt x="10911" y="56063"/>
                  <a:pt x="15703" y="13839"/>
                </a:cubicBezTo>
                <a:lnTo>
                  <a:pt x="0" y="13839"/>
                </a:lnTo>
                <a:lnTo>
                  <a:pt x="2396" y="0"/>
                </a:lnTo>
                <a:lnTo>
                  <a:pt x="38322" y="0"/>
                </a:lnTo>
                <a:cubicBezTo>
                  <a:pt x="35661" y="27321"/>
                  <a:pt x="34330" y="49276"/>
                  <a:pt x="34330" y="65866"/>
                </a:cubicBezTo>
                <a:cubicBezTo>
                  <a:pt x="34330" y="82456"/>
                  <a:pt x="35483" y="94211"/>
                  <a:pt x="37790" y="101130"/>
                </a:cubicBezTo>
                <a:cubicBezTo>
                  <a:pt x="40096" y="108047"/>
                  <a:pt x="43644" y="111506"/>
                  <a:pt x="48433" y="111506"/>
                </a:cubicBezTo>
                <a:cubicBezTo>
                  <a:pt x="54998" y="111506"/>
                  <a:pt x="61828" y="108003"/>
                  <a:pt x="68924" y="100996"/>
                </a:cubicBezTo>
                <a:cubicBezTo>
                  <a:pt x="76022" y="93987"/>
                  <a:pt x="81878" y="86757"/>
                  <a:pt x="86491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E0F8995E-0902-42D7-A757-F57FF5D2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111" y="2673998"/>
            <a:ext cx="102466" cy="145063"/>
          </a:xfrm>
          <a:custGeom xmlns:a="http://schemas.openxmlformats.org/drawingml/2006/main">
            <a:pathLst>
              <a:path w="102466" h="145063">
                <a:moveTo>
                  <a:pt x="102466" y="104574"/>
                </a:moveTo>
                <a:cubicBezTo>
                  <a:pt x="102466" y="117622"/>
                  <a:pt x="97668" y="127665"/>
                  <a:pt x="88073" y="134702"/>
                </a:cubicBezTo>
                <a:cubicBezTo>
                  <a:pt x="78479" y="141610"/>
                  <a:pt x="64600" y="145063"/>
                  <a:pt x="46436" y="145063"/>
                </a:cubicBezTo>
                <a:cubicBezTo>
                  <a:pt x="38505" y="145063"/>
                  <a:pt x="30575" y="144296"/>
                  <a:pt x="22644" y="142759"/>
                </a:cubicBezTo>
                <a:cubicBezTo>
                  <a:pt x="14585" y="141096"/>
                  <a:pt x="7036" y="138730"/>
                  <a:pt x="0" y="135659"/>
                </a:cubicBezTo>
                <a:lnTo>
                  <a:pt x="0" y="108412"/>
                </a:lnTo>
                <a:lnTo>
                  <a:pt x="11515" y="108412"/>
                </a:lnTo>
                <a:cubicBezTo>
                  <a:pt x="12027" y="117239"/>
                  <a:pt x="15352" y="124083"/>
                  <a:pt x="21491" y="128943"/>
                </a:cubicBezTo>
                <a:cubicBezTo>
                  <a:pt x="27631" y="133549"/>
                  <a:pt x="36074" y="135852"/>
                  <a:pt x="46819" y="135852"/>
                </a:cubicBezTo>
                <a:cubicBezTo>
                  <a:pt x="57438" y="135852"/>
                  <a:pt x="65753" y="133038"/>
                  <a:pt x="71765" y="127409"/>
                </a:cubicBezTo>
                <a:cubicBezTo>
                  <a:pt x="77777" y="122164"/>
                  <a:pt x="80783" y="114617"/>
                  <a:pt x="80783" y="104767"/>
                </a:cubicBezTo>
                <a:cubicBezTo>
                  <a:pt x="80783" y="93767"/>
                  <a:pt x="77585" y="85451"/>
                  <a:pt x="71188" y="79822"/>
                </a:cubicBezTo>
                <a:cubicBezTo>
                  <a:pt x="65176" y="74195"/>
                  <a:pt x="56030" y="71381"/>
                  <a:pt x="43751" y="71381"/>
                </a:cubicBezTo>
                <a:lnTo>
                  <a:pt x="34156" y="71381"/>
                </a:lnTo>
                <a:lnTo>
                  <a:pt x="34156" y="61787"/>
                </a:lnTo>
                <a:lnTo>
                  <a:pt x="39145" y="61787"/>
                </a:lnTo>
                <a:cubicBezTo>
                  <a:pt x="51042" y="61787"/>
                  <a:pt x="60060" y="59484"/>
                  <a:pt x="66199" y="54880"/>
                </a:cubicBezTo>
                <a:cubicBezTo>
                  <a:pt x="72211" y="50529"/>
                  <a:pt x="75217" y="43749"/>
                  <a:pt x="75217" y="34540"/>
                </a:cubicBezTo>
                <a:cubicBezTo>
                  <a:pt x="75217" y="26480"/>
                  <a:pt x="72787" y="20212"/>
                  <a:pt x="67926" y="15734"/>
                </a:cubicBezTo>
                <a:cubicBezTo>
                  <a:pt x="63193" y="11385"/>
                  <a:pt x="56094" y="9211"/>
                  <a:pt x="46629" y="9211"/>
                </a:cubicBezTo>
                <a:cubicBezTo>
                  <a:pt x="37291" y="9211"/>
                  <a:pt x="30000" y="11258"/>
                  <a:pt x="24755" y="15351"/>
                </a:cubicBezTo>
                <a:cubicBezTo>
                  <a:pt x="19893" y="19188"/>
                  <a:pt x="16950" y="25072"/>
                  <a:pt x="15928" y="33003"/>
                </a:cubicBezTo>
                <a:lnTo>
                  <a:pt x="4415" y="33003"/>
                </a:lnTo>
                <a:lnTo>
                  <a:pt x="4415" y="8444"/>
                </a:lnTo>
                <a:cubicBezTo>
                  <a:pt x="12857" y="5629"/>
                  <a:pt x="20532" y="3583"/>
                  <a:pt x="27440" y="2304"/>
                </a:cubicBezTo>
                <a:cubicBezTo>
                  <a:pt x="34859" y="768"/>
                  <a:pt x="41830" y="0"/>
                  <a:pt x="48354" y="0"/>
                </a:cubicBezTo>
                <a:cubicBezTo>
                  <a:pt x="63450" y="0"/>
                  <a:pt x="75155" y="2942"/>
                  <a:pt x="83470" y="8827"/>
                </a:cubicBezTo>
                <a:cubicBezTo>
                  <a:pt x="91913" y="14839"/>
                  <a:pt x="96133" y="23027"/>
                  <a:pt x="96133" y="33389"/>
                </a:cubicBezTo>
                <a:cubicBezTo>
                  <a:pt x="96133" y="41958"/>
                  <a:pt x="93191" y="48994"/>
                  <a:pt x="87306" y="54496"/>
                </a:cubicBezTo>
                <a:cubicBezTo>
                  <a:pt x="81550" y="60123"/>
                  <a:pt x="73299" y="63961"/>
                  <a:pt x="62554" y="66009"/>
                </a:cubicBezTo>
                <a:cubicBezTo>
                  <a:pt x="75473" y="67798"/>
                  <a:pt x="85259" y="72019"/>
                  <a:pt x="91911" y="78672"/>
                </a:cubicBezTo>
                <a:cubicBezTo>
                  <a:pt x="98948" y="85195"/>
                  <a:pt x="102466" y="93829"/>
                  <a:pt x="102466" y="1045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0875B82F-1989-4F21-B446-987218F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6024" y="2372080"/>
            <a:ext cx="137321" cy="138120"/>
          </a:xfrm>
          <a:custGeom xmlns:a="http://schemas.openxmlformats.org/drawingml/2006/main">
            <a:pathLst>
              <a:path w="137321" h="138120">
                <a:moveTo>
                  <a:pt x="137321" y="0"/>
                </a:moveTo>
                <a:cubicBezTo>
                  <a:pt x="127918" y="35838"/>
                  <a:pt x="117274" y="63692"/>
                  <a:pt x="105386" y="83563"/>
                </a:cubicBezTo>
                <a:cubicBezTo>
                  <a:pt x="95451" y="100064"/>
                  <a:pt x="87378" y="111684"/>
                  <a:pt x="81168" y="118425"/>
                </a:cubicBezTo>
                <a:cubicBezTo>
                  <a:pt x="68926" y="131555"/>
                  <a:pt x="55974" y="138120"/>
                  <a:pt x="42314" y="138120"/>
                </a:cubicBezTo>
                <a:cubicBezTo>
                  <a:pt x="28120" y="138120"/>
                  <a:pt x="18938" y="127963"/>
                  <a:pt x="14769" y="107648"/>
                </a:cubicBezTo>
                <a:cubicBezTo>
                  <a:pt x="10600" y="87333"/>
                  <a:pt x="10911" y="56063"/>
                  <a:pt x="15703" y="13839"/>
                </a:cubicBezTo>
                <a:lnTo>
                  <a:pt x="0" y="13839"/>
                </a:lnTo>
                <a:lnTo>
                  <a:pt x="2396" y="0"/>
                </a:lnTo>
                <a:lnTo>
                  <a:pt x="38322" y="0"/>
                </a:lnTo>
                <a:cubicBezTo>
                  <a:pt x="35661" y="27321"/>
                  <a:pt x="34330" y="49276"/>
                  <a:pt x="34330" y="65866"/>
                </a:cubicBezTo>
                <a:cubicBezTo>
                  <a:pt x="34330" y="82456"/>
                  <a:pt x="35483" y="94211"/>
                  <a:pt x="37790" y="101130"/>
                </a:cubicBezTo>
                <a:cubicBezTo>
                  <a:pt x="40096" y="108047"/>
                  <a:pt x="43644" y="111506"/>
                  <a:pt x="48434" y="111506"/>
                </a:cubicBezTo>
                <a:cubicBezTo>
                  <a:pt x="54998" y="111506"/>
                  <a:pt x="61828" y="108003"/>
                  <a:pt x="68924" y="100996"/>
                </a:cubicBezTo>
                <a:cubicBezTo>
                  <a:pt x="76022" y="93987"/>
                  <a:pt x="81878" y="86757"/>
                  <a:pt x="86491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9" y="13839"/>
                </a:lnTo>
                <a:lnTo>
                  <a:pt x="101662" y="0"/>
                </a:lnTo>
                <a:lnTo>
                  <a:pt x="13732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65B0FBFF-E21E-4785-AF16-ABD8EF75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2564" y="2270216"/>
            <a:ext cx="78478" cy="142376"/>
          </a:xfrm>
          <a:custGeom xmlns:a="http://schemas.openxmlformats.org/drawingml/2006/main">
            <a:pathLst>
              <a:path w="78478" h="142376">
                <a:moveTo>
                  <a:pt x="78478" y="142376"/>
                </a:moveTo>
                <a:lnTo>
                  <a:pt x="4222" y="142376"/>
                </a:lnTo>
                <a:lnTo>
                  <a:pt x="4222" y="132397"/>
                </a:lnTo>
                <a:lnTo>
                  <a:pt x="31085" y="132397"/>
                </a:lnTo>
                <a:lnTo>
                  <a:pt x="31085" y="16118"/>
                </a:lnTo>
                <a:lnTo>
                  <a:pt x="0" y="34347"/>
                </a:lnTo>
                <a:lnTo>
                  <a:pt x="0" y="22067"/>
                </a:lnTo>
                <a:lnTo>
                  <a:pt x="37608" y="0"/>
                </a:lnTo>
                <a:lnTo>
                  <a:pt x="51808" y="0"/>
                </a:lnTo>
                <a:lnTo>
                  <a:pt x="51808" y="132397"/>
                </a:lnTo>
                <a:lnTo>
                  <a:pt x="78478" y="132397"/>
                </a:lnTo>
                <a:lnTo>
                  <a:pt x="78478" y="1423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E0981A49-A595-441A-84C4-82F47090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4904" y="2355395"/>
            <a:ext cx="137320" cy="138121"/>
          </a:xfrm>
          <a:custGeom xmlns:a="http://schemas.openxmlformats.org/drawingml/2006/main">
            <a:pathLst>
              <a:path w="137320" h="138121">
                <a:moveTo>
                  <a:pt x="137320" y="0"/>
                </a:moveTo>
                <a:cubicBezTo>
                  <a:pt x="127919" y="35838"/>
                  <a:pt x="117274" y="63692"/>
                  <a:pt x="105386" y="83564"/>
                </a:cubicBezTo>
                <a:cubicBezTo>
                  <a:pt x="95451" y="100064"/>
                  <a:pt x="87378" y="111685"/>
                  <a:pt x="81168" y="118426"/>
                </a:cubicBezTo>
                <a:cubicBezTo>
                  <a:pt x="68925" y="131555"/>
                  <a:pt x="55974" y="138121"/>
                  <a:pt x="42314" y="138121"/>
                </a:cubicBezTo>
                <a:cubicBezTo>
                  <a:pt x="28120" y="138121"/>
                  <a:pt x="18938" y="127963"/>
                  <a:pt x="14769" y="107648"/>
                </a:cubicBezTo>
                <a:cubicBezTo>
                  <a:pt x="10600" y="87333"/>
                  <a:pt x="10911" y="56064"/>
                  <a:pt x="15703" y="13839"/>
                </a:cubicBezTo>
                <a:lnTo>
                  <a:pt x="0" y="13839"/>
                </a:lnTo>
                <a:lnTo>
                  <a:pt x="2395" y="0"/>
                </a:lnTo>
                <a:lnTo>
                  <a:pt x="38322" y="0"/>
                </a:lnTo>
                <a:cubicBezTo>
                  <a:pt x="35660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1"/>
                </a:cubicBezTo>
                <a:cubicBezTo>
                  <a:pt x="40096" y="108047"/>
                  <a:pt x="43644" y="111506"/>
                  <a:pt x="48433" y="111506"/>
                </a:cubicBezTo>
                <a:cubicBezTo>
                  <a:pt x="54999" y="111506"/>
                  <a:pt x="61828" y="108003"/>
                  <a:pt x="68924" y="100997"/>
                </a:cubicBezTo>
                <a:cubicBezTo>
                  <a:pt x="76023" y="93988"/>
                  <a:pt x="81878" y="86758"/>
                  <a:pt x="86492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E51B0DC1-CD11-46B4-AB02-8B7CAB3B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0124" y="2253531"/>
            <a:ext cx="99202" cy="142376"/>
          </a:xfrm>
          <a:custGeom xmlns:a="http://schemas.openxmlformats.org/drawingml/2006/main">
            <a:pathLst>
              <a:path w="99202" h="142376">
                <a:moveTo>
                  <a:pt x="99202" y="142376"/>
                </a:moveTo>
                <a:lnTo>
                  <a:pt x="0" y="142376"/>
                </a:lnTo>
                <a:lnTo>
                  <a:pt x="0" y="132207"/>
                </a:lnTo>
                <a:lnTo>
                  <a:pt x="46625" y="89800"/>
                </a:lnTo>
                <a:cubicBezTo>
                  <a:pt x="56349" y="80974"/>
                  <a:pt x="63703" y="72403"/>
                  <a:pt x="68690" y="64088"/>
                </a:cubicBezTo>
                <a:cubicBezTo>
                  <a:pt x="73168" y="55517"/>
                  <a:pt x="75407" y="47266"/>
                  <a:pt x="75407" y="39336"/>
                </a:cubicBezTo>
                <a:cubicBezTo>
                  <a:pt x="75407" y="29871"/>
                  <a:pt x="72657" y="22516"/>
                  <a:pt x="67156" y="17271"/>
                </a:cubicBezTo>
                <a:cubicBezTo>
                  <a:pt x="61784" y="11898"/>
                  <a:pt x="54365" y="9211"/>
                  <a:pt x="44899" y="9211"/>
                </a:cubicBezTo>
                <a:cubicBezTo>
                  <a:pt x="35175" y="9211"/>
                  <a:pt x="27564" y="11450"/>
                  <a:pt x="22064" y="15927"/>
                </a:cubicBezTo>
                <a:cubicBezTo>
                  <a:pt x="16693" y="20405"/>
                  <a:pt x="13558" y="27057"/>
                  <a:pt x="12663" y="35884"/>
                </a:cubicBezTo>
                <a:lnTo>
                  <a:pt x="957" y="35884"/>
                </a:lnTo>
                <a:lnTo>
                  <a:pt x="957" y="10938"/>
                </a:lnTo>
                <a:cubicBezTo>
                  <a:pt x="8249" y="7357"/>
                  <a:pt x="15669" y="4606"/>
                  <a:pt x="23215" y="2688"/>
                </a:cubicBezTo>
                <a:cubicBezTo>
                  <a:pt x="30763" y="896"/>
                  <a:pt x="38055" y="0"/>
                  <a:pt x="45091" y="0"/>
                </a:cubicBezTo>
                <a:cubicBezTo>
                  <a:pt x="61338" y="0"/>
                  <a:pt x="74001" y="3518"/>
                  <a:pt x="83084" y="10555"/>
                </a:cubicBezTo>
                <a:cubicBezTo>
                  <a:pt x="92421" y="17589"/>
                  <a:pt x="97090" y="27183"/>
                  <a:pt x="97090" y="39336"/>
                </a:cubicBezTo>
                <a:cubicBezTo>
                  <a:pt x="97090" y="53024"/>
                  <a:pt x="86536" y="69398"/>
                  <a:pt x="65428" y="88456"/>
                </a:cubicBezTo>
                <a:cubicBezTo>
                  <a:pt x="63510" y="89992"/>
                  <a:pt x="62295" y="91080"/>
                  <a:pt x="61783" y="91718"/>
                </a:cubicBezTo>
                <a:lnTo>
                  <a:pt x="23024" y="127025"/>
                </a:lnTo>
                <a:lnTo>
                  <a:pt x="87112" y="127025"/>
                </a:lnTo>
                <a:lnTo>
                  <a:pt x="87112" y="109757"/>
                </a:lnTo>
                <a:lnTo>
                  <a:pt x="99202" y="109757"/>
                </a:lnTo>
                <a:lnTo>
                  <a:pt x="99202" y="1423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A508C904-5224-4A30-8B50-59C87037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8005" y="3850392"/>
            <a:ext cx="137321" cy="138121"/>
          </a:xfrm>
          <a:custGeom xmlns:a="http://schemas.openxmlformats.org/drawingml/2006/main">
            <a:pathLst>
              <a:path w="137321" h="138121">
                <a:moveTo>
                  <a:pt x="137321" y="0"/>
                </a:moveTo>
                <a:cubicBezTo>
                  <a:pt x="127918" y="35838"/>
                  <a:pt x="117274" y="63692"/>
                  <a:pt x="105386" y="83564"/>
                </a:cubicBezTo>
                <a:cubicBezTo>
                  <a:pt x="95451" y="100064"/>
                  <a:pt x="87378" y="111685"/>
                  <a:pt x="81168" y="118426"/>
                </a:cubicBezTo>
                <a:cubicBezTo>
                  <a:pt x="68926" y="131555"/>
                  <a:pt x="55974" y="138121"/>
                  <a:pt x="42314" y="138121"/>
                </a:cubicBezTo>
                <a:cubicBezTo>
                  <a:pt x="28120" y="138121"/>
                  <a:pt x="18938" y="127963"/>
                  <a:pt x="14769" y="107648"/>
                </a:cubicBezTo>
                <a:cubicBezTo>
                  <a:pt x="10600" y="87333"/>
                  <a:pt x="10911" y="56064"/>
                  <a:pt x="15703" y="13839"/>
                </a:cubicBezTo>
                <a:lnTo>
                  <a:pt x="0" y="13839"/>
                </a:lnTo>
                <a:lnTo>
                  <a:pt x="2396" y="0"/>
                </a:lnTo>
                <a:lnTo>
                  <a:pt x="38322" y="0"/>
                </a:lnTo>
                <a:cubicBezTo>
                  <a:pt x="35661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1"/>
                </a:cubicBezTo>
                <a:cubicBezTo>
                  <a:pt x="40096" y="108047"/>
                  <a:pt x="43644" y="111506"/>
                  <a:pt x="48434" y="111506"/>
                </a:cubicBezTo>
                <a:cubicBezTo>
                  <a:pt x="54998" y="111506"/>
                  <a:pt x="61828" y="108003"/>
                  <a:pt x="68924" y="100997"/>
                </a:cubicBezTo>
                <a:cubicBezTo>
                  <a:pt x="76023" y="93988"/>
                  <a:pt x="81878" y="86758"/>
                  <a:pt x="86491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9" y="13839"/>
                </a:lnTo>
                <a:lnTo>
                  <a:pt x="101662" y="0"/>
                </a:lnTo>
                <a:lnTo>
                  <a:pt x="13732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76D3B26C-1E5D-4B37-A9B5-E43C656A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5359" y="3748528"/>
            <a:ext cx="117237" cy="142376"/>
          </a:xfrm>
          <a:custGeom xmlns:a="http://schemas.openxmlformats.org/drawingml/2006/main">
            <a:pathLst>
              <a:path w="117237" h="142376">
                <a:moveTo>
                  <a:pt x="117237" y="104958"/>
                </a:moveTo>
                <a:lnTo>
                  <a:pt x="87880" y="104958"/>
                </a:lnTo>
                <a:lnTo>
                  <a:pt x="87880" y="132397"/>
                </a:lnTo>
                <a:lnTo>
                  <a:pt x="112442" y="132397"/>
                </a:lnTo>
                <a:lnTo>
                  <a:pt x="112442" y="142376"/>
                </a:lnTo>
                <a:lnTo>
                  <a:pt x="42404" y="142376"/>
                </a:lnTo>
                <a:lnTo>
                  <a:pt x="42404" y="132397"/>
                </a:lnTo>
                <a:lnTo>
                  <a:pt x="67156" y="132397"/>
                </a:lnTo>
                <a:lnTo>
                  <a:pt x="67156" y="104958"/>
                </a:lnTo>
                <a:lnTo>
                  <a:pt x="0" y="104958"/>
                </a:lnTo>
                <a:lnTo>
                  <a:pt x="0" y="94789"/>
                </a:lnTo>
                <a:lnTo>
                  <a:pt x="67349" y="0"/>
                </a:lnTo>
                <a:lnTo>
                  <a:pt x="87880" y="0"/>
                </a:lnTo>
                <a:lnTo>
                  <a:pt x="87880" y="94983"/>
                </a:lnTo>
                <a:lnTo>
                  <a:pt x="117237" y="94983"/>
                </a:lnTo>
                <a:lnTo>
                  <a:pt x="117237" y="104958"/>
                </a:lnTo>
                <a:moveTo>
                  <a:pt x="67156" y="94983"/>
                </a:moveTo>
                <a:lnTo>
                  <a:pt x="67156" y="20533"/>
                </a:lnTo>
                <a:lnTo>
                  <a:pt x="14581" y="94983"/>
                </a:lnTo>
                <a:lnTo>
                  <a:pt x="67156" y="949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4EB90C9A-CDFC-4C92-8F8B-B672DFCD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076" y="3848724"/>
            <a:ext cx="137320" cy="138121"/>
          </a:xfrm>
          <a:custGeom xmlns:a="http://schemas.openxmlformats.org/drawingml/2006/main">
            <a:pathLst>
              <a:path w="137320" h="138121">
                <a:moveTo>
                  <a:pt x="137320" y="0"/>
                </a:moveTo>
                <a:cubicBezTo>
                  <a:pt x="127919" y="35838"/>
                  <a:pt x="117274" y="63692"/>
                  <a:pt x="105386" y="83564"/>
                </a:cubicBezTo>
                <a:cubicBezTo>
                  <a:pt x="95451" y="100064"/>
                  <a:pt x="87378" y="111685"/>
                  <a:pt x="81168" y="118426"/>
                </a:cubicBezTo>
                <a:cubicBezTo>
                  <a:pt x="68925" y="131555"/>
                  <a:pt x="55974" y="138121"/>
                  <a:pt x="42314" y="138121"/>
                </a:cubicBezTo>
                <a:cubicBezTo>
                  <a:pt x="28120" y="138121"/>
                  <a:pt x="18938" y="127963"/>
                  <a:pt x="14769" y="107648"/>
                </a:cubicBezTo>
                <a:cubicBezTo>
                  <a:pt x="10600" y="87333"/>
                  <a:pt x="10912" y="56064"/>
                  <a:pt x="15703" y="13839"/>
                </a:cubicBezTo>
                <a:lnTo>
                  <a:pt x="0" y="13839"/>
                </a:lnTo>
                <a:lnTo>
                  <a:pt x="2395" y="0"/>
                </a:lnTo>
                <a:lnTo>
                  <a:pt x="38322" y="0"/>
                </a:lnTo>
                <a:cubicBezTo>
                  <a:pt x="35660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1"/>
                </a:cubicBezTo>
                <a:cubicBezTo>
                  <a:pt x="40096" y="108047"/>
                  <a:pt x="43644" y="111506"/>
                  <a:pt x="48433" y="111506"/>
                </a:cubicBezTo>
                <a:cubicBezTo>
                  <a:pt x="54999" y="111506"/>
                  <a:pt x="61828" y="108003"/>
                  <a:pt x="68924" y="100997"/>
                </a:cubicBezTo>
                <a:cubicBezTo>
                  <a:pt x="76023" y="93988"/>
                  <a:pt x="81878" y="86758"/>
                  <a:pt x="86492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5BD1C4AE-D6A3-4D83-AB60-3BA7A8A2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7941" y="3749355"/>
            <a:ext cx="99969" cy="142569"/>
          </a:xfrm>
          <a:custGeom xmlns:a="http://schemas.openxmlformats.org/drawingml/2006/main">
            <a:pathLst>
              <a:path w="99969" h="142569">
                <a:moveTo>
                  <a:pt x="99969" y="95556"/>
                </a:moveTo>
                <a:cubicBezTo>
                  <a:pt x="99969" y="110524"/>
                  <a:pt x="95107" y="122100"/>
                  <a:pt x="85385" y="130287"/>
                </a:cubicBezTo>
                <a:cubicBezTo>
                  <a:pt x="75407" y="138475"/>
                  <a:pt x="61783" y="142569"/>
                  <a:pt x="44515" y="142569"/>
                </a:cubicBezTo>
                <a:cubicBezTo>
                  <a:pt x="37351" y="142569"/>
                  <a:pt x="30060" y="141801"/>
                  <a:pt x="22641" y="140265"/>
                </a:cubicBezTo>
                <a:cubicBezTo>
                  <a:pt x="14837" y="138602"/>
                  <a:pt x="7290" y="136235"/>
                  <a:pt x="0" y="133165"/>
                </a:cubicBezTo>
                <a:lnTo>
                  <a:pt x="0" y="105918"/>
                </a:lnTo>
                <a:lnTo>
                  <a:pt x="11512" y="105918"/>
                </a:lnTo>
                <a:cubicBezTo>
                  <a:pt x="12024" y="114618"/>
                  <a:pt x="15094" y="121398"/>
                  <a:pt x="20723" y="126258"/>
                </a:cubicBezTo>
                <a:cubicBezTo>
                  <a:pt x="26350" y="130991"/>
                  <a:pt x="34281" y="133358"/>
                  <a:pt x="44515" y="133358"/>
                </a:cubicBezTo>
                <a:cubicBezTo>
                  <a:pt x="55516" y="133358"/>
                  <a:pt x="63766" y="130095"/>
                  <a:pt x="69267" y="123570"/>
                </a:cubicBezTo>
                <a:cubicBezTo>
                  <a:pt x="75279" y="116920"/>
                  <a:pt x="78285" y="107583"/>
                  <a:pt x="78285" y="95559"/>
                </a:cubicBezTo>
                <a:cubicBezTo>
                  <a:pt x="78285" y="83534"/>
                  <a:pt x="75407" y="74259"/>
                  <a:pt x="69651" y="67736"/>
                </a:cubicBezTo>
                <a:cubicBezTo>
                  <a:pt x="63894" y="61211"/>
                  <a:pt x="55516" y="57948"/>
                  <a:pt x="44515" y="57948"/>
                </a:cubicBezTo>
                <a:cubicBezTo>
                  <a:pt x="38374" y="57948"/>
                  <a:pt x="32873" y="58908"/>
                  <a:pt x="28013" y="60826"/>
                </a:cubicBezTo>
                <a:cubicBezTo>
                  <a:pt x="23154" y="63001"/>
                  <a:pt x="18996" y="66134"/>
                  <a:pt x="15541" y="70228"/>
                </a:cubicBezTo>
                <a:lnTo>
                  <a:pt x="6716" y="70228"/>
                </a:lnTo>
                <a:lnTo>
                  <a:pt x="6716" y="0"/>
                </a:lnTo>
                <a:lnTo>
                  <a:pt x="88073" y="0"/>
                </a:lnTo>
                <a:lnTo>
                  <a:pt x="88073" y="15351"/>
                </a:lnTo>
                <a:lnTo>
                  <a:pt x="17652" y="15351"/>
                </a:lnTo>
                <a:lnTo>
                  <a:pt x="17652" y="55453"/>
                </a:lnTo>
                <a:cubicBezTo>
                  <a:pt x="21489" y="53024"/>
                  <a:pt x="25647" y="51361"/>
                  <a:pt x="30125" y="50465"/>
                </a:cubicBezTo>
                <a:cubicBezTo>
                  <a:pt x="34984" y="49313"/>
                  <a:pt x="40293" y="48737"/>
                  <a:pt x="46049" y="48737"/>
                </a:cubicBezTo>
                <a:cubicBezTo>
                  <a:pt x="62808" y="48737"/>
                  <a:pt x="75920" y="52894"/>
                  <a:pt x="85385" y="61210"/>
                </a:cubicBezTo>
                <a:cubicBezTo>
                  <a:pt x="95107" y="69654"/>
                  <a:pt x="99969" y="81103"/>
                  <a:pt x="99969" y="955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5375F705-E3A2-4AC0-864A-6EAC3350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1284" y="4710350"/>
            <a:ext cx="103313" cy="103915"/>
          </a:xfrm>
          <a:custGeom xmlns:a="http://schemas.openxmlformats.org/drawingml/2006/main">
            <a:pathLst>
              <a:path w="103313" h="103915">
                <a:moveTo>
                  <a:pt x="103313" y="0"/>
                </a:moveTo>
                <a:cubicBezTo>
                  <a:pt x="96240" y="26963"/>
                  <a:pt x="88231" y="47919"/>
                  <a:pt x="79288" y="62869"/>
                </a:cubicBezTo>
                <a:cubicBezTo>
                  <a:pt x="71812" y="75283"/>
                  <a:pt x="65739" y="84026"/>
                  <a:pt x="61067" y="89098"/>
                </a:cubicBezTo>
                <a:cubicBezTo>
                  <a:pt x="51856" y="98976"/>
                  <a:pt x="42113" y="103915"/>
                  <a:pt x="31835" y="103915"/>
                </a:cubicBezTo>
                <a:cubicBezTo>
                  <a:pt x="21156" y="103915"/>
                  <a:pt x="14248" y="96273"/>
                  <a:pt x="11112" y="80989"/>
                </a:cubicBezTo>
                <a:cubicBezTo>
                  <a:pt x="7975" y="65706"/>
                  <a:pt x="8209" y="42180"/>
                  <a:pt x="11814" y="10412"/>
                </a:cubicBezTo>
                <a:lnTo>
                  <a:pt x="0" y="10412"/>
                </a:lnTo>
                <a:lnTo>
                  <a:pt x="1803" y="0"/>
                </a:lnTo>
                <a:lnTo>
                  <a:pt x="28832" y="0"/>
                </a:lnTo>
                <a:cubicBezTo>
                  <a:pt x="26830" y="20555"/>
                  <a:pt x="25829" y="37073"/>
                  <a:pt x="25829" y="49555"/>
                </a:cubicBezTo>
                <a:cubicBezTo>
                  <a:pt x="25829" y="62036"/>
                  <a:pt x="26696" y="70880"/>
                  <a:pt x="28432" y="76086"/>
                </a:cubicBezTo>
                <a:cubicBezTo>
                  <a:pt x="30167" y="81290"/>
                  <a:pt x="32836" y="83892"/>
                  <a:pt x="36439" y="83892"/>
                </a:cubicBezTo>
                <a:cubicBezTo>
                  <a:pt x="41378" y="83892"/>
                  <a:pt x="46517" y="81256"/>
                  <a:pt x="51855" y="75985"/>
                </a:cubicBezTo>
                <a:cubicBezTo>
                  <a:pt x="57196" y="70712"/>
                  <a:pt x="61601" y="65273"/>
                  <a:pt x="65072" y="59668"/>
                </a:cubicBezTo>
                <a:cubicBezTo>
                  <a:pt x="75349" y="42581"/>
                  <a:pt x="82424" y="26163"/>
                  <a:pt x="86296" y="10412"/>
                </a:cubicBezTo>
                <a:lnTo>
                  <a:pt x="74482" y="10412"/>
                </a:lnTo>
                <a:lnTo>
                  <a:pt x="76486" y="0"/>
                </a:lnTo>
                <a:lnTo>
                  <a:pt x="1033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A14C2E6C-2807-4D39-A543-836CB163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316" y="4637303"/>
            <a:ext cx="34179" cy="104382"/>
          </a:xfrm>
          <a:custGeom xmlns:a="http://schemas.openxmlformats.org/drawingml/2006/main">
            <a:pathLst>
              <a:path w="34179" h="104382">
                <a:moveTo>
                  <a:pt x="34179" y="6382"/>
                </a:moveTo>
                <a:cubicBezTo>
                  <a:pt x="34179" y="7043"/>
                  <a:pt x="34132" y="7563"/>
                  <a:pt x="34037" y="7942"/>
                </a:cubicBezTo>
                <a:cubicBezTo>
                  <a:pt x="33563" y="10117"/>
                  <a:pt x="32381" y="11960"/>
                  <a:pt x="30492" y="13471"/>
                </a:cubicBezTo>
                <a:cubicBezTo>
                  <a:pt x="28316" y="14985"/>
                  <a:pt x="26047" y="15742"/>
                  <a:pt x="23684" y="15742"/>
                </a:cubicBezTo>
                <a:cubicBezTo>
                  <a:pt x="21414" y="15742"/>
                  <a:pt x="19570" y="14985"/>
                  <a:pt x="18152" y="13471"/>
                </a:cubicBezTo>
                <a:cubicBezTo>
                  <a:pt x="17112" y="12433"/>
                  <a:pt x="16592" y="11109"/>
                  <a:pt x="16592" y="9500"/>
                </a:cubicBezTo>
                <a:cubicBezTo>
                  <a:pt x="16592" y="8839"/>
                  <a:pt x="16639" y="8320"/>
                  <a:pt x="16735" y="7942"/>
                </a:cubicBezTo>
                <a:cubicBezTo>
                  <a:pt x="17207" y="5767"/>
                  <a:pt x="18436" y="3923"/>
                  <a:pt x="20422" y="2411"/>
                </a:cubicBezTo>
                <a:cubicBezTo>
                  <a:pt x="22312" y="804"/>
                  <a:pt x="24486" y="0"/>
                  <a:pt x="26945" y="0"/>
                </a:cubicBezTo>
                <a:cubicBezTo>
                  <a:pt x="29309" y="0"/>
                  <a:pt x="31201" y="804"/>
                  <a:pt x="32619" y="2411"/>
                </a:cubicBezTo>
                <a:cubicBezTo>
                  <a:pt x="33659" y="3451"/>
                  <a:pt x="34179" y="4775"/>
                  <a:pt x="34179" y="6382"/>
                </a:cubicBezTo>
                <a:moveTo>
                  <a:pt x="29641" y="30775"/>
                </a:moveTo>
                <a:lnTo>
                  <a:pt x="15458" y="97007"/>
                </a:lnTo>
                <a:lnTo>
                  <a:pt x="28648" y="97007"/>
                </a:lnTo>
                <a:lnTo>
                  <a:pt x="27088" y="104382"/>
                </a:lnTo>
                <a:lnTo>
                  <a:pt x="0" y="104382"/>
                </a:lnTo>
                <a:lnTo>
                  <a:pt x="14040" y="38150"/>
                </a:lnTo>
                <a:lnTo>
                  <a:pt x="567" y="38150"/>
                </a:lnTo>
                <a:lnTo>
                  <a:pt x="2411" y="30775"/>
                </a:lnTo>
                <a:lnTo>
                  <a:pt x="29641" y="30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F68E8485-34B4-4CC8-9D85-25DDBAE4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4968" y="641203"/>
            <a:ext cx="139718" cy="240759"/>
          </a:xfrm>
          <a:custGeom xmlns:a="http://schemas.openxmlformats.org/drawingml/2006/main">
            <a:pathLst>
              <a:path w="139718" h="240759">
                <a:moveTo>
                  <a:pt x="139718" y="18050"/>
                </a:moveTo>
                <a:cubicBezTo>
                  <a:pt x="139718" y="24927"/>
                  <a:pt x="136943" y="32586"/>
                  <a:pt x="131394" y="41026"/>
                </a:cubicBezTo>
                <a:cubicBezTo>
                  <a:pt x="125848" y="49465"/>
                  <a:pt x="116900" y="57436"/>
                  <a:pt x="104556" y="64938"/>
                </a:cubicBezTo>
                <a:lnTo>
                  <a:pt x="97522" y="56496"/>
                </a:lnTo>
                <a:cubicBezTo>
                  <a:pt x="104713" y="52278"/>
                  <a:pt x="109870" y="47629"/>
                  <a:pt x="112994" y="42549"/>
                </a:cubicBezTo>
                <a:cubicBezTo>
                  <a:pt x="116119" y="37470"/>
                  <a:pt x="117684" y="32663"/>
                  <a:pt x="117684" y="28130"/>
                </a:cubicBezTo>
                <a:cubicBezTo>
                  <a:pt x="117684" y="26568"/>
                  <a:pt x="117371" y="24850"/>
                  <a:pt x="116745" y="22975"/>
                </a:cubicBezTo>
                <a:cubicBezTo>
                  <a:pt x="115026" y="17972"/>
                  <a:pt x="109478" y="15471"/>
                  <a:pt x="100101" y="15471"/>
                </a:cubicBezTo>
                <a:cubicBezTo>
                  <a:pt x="89473" y="15471"/>
                  <a:pt x="80252" y="18910"/>
                  <a:pt x="72440" y="25787"/>
                </a:cubicBezTo>
                <a:cubicBezTo>
                  <a:pt x="59468" y="37353"/>
                  <a:pt x="48878" y="50833"/>
                  <a:pt x="40672" y="66226"/>
                </a:cubicBezTo>
                <a:cubicBezTo>
                  <a:pt x="32468" y="81619"/>
                  <a:pt x="28367" y="96662"/>
                  <a:pt x="28367" y="111354"/>
                </a:cubicBezTo>
                <a:cubicBezTo>
                  <a:pt x="28367" y="114791"/>
                  <a:pt x="28601" y="118307"/>
                  <a:pt x="29069" y="121903"/>
                </a:cubicBezTo>
                <a:cubicBezTo>
                  <a:pt x="31257" y="133467"/>
                  <a:pt x="35712" y="142727"/>
                  <a:pt x="42432" y="149683"/>
                </a:cubicBezTo>
                <a:cubicBezTo>
                  <a:pt x="49152" y="156637"/>
                  <a:pt x="58608" y="160114"/>
                  <a:pt x="70797" y="160114"/>
                </a:cubicBezTo>
                <a:cubicBezTo>
                  <a:pt x="86738" y="160114"/>
                  <a:pt x="101038" y="155504"/>
                  <a:pt x="113698" y="146285"/>
                </a:cubicBezTo>
                <a:lnTo>
                  <a:pt x="115104" y="140422"/>
                </a:lnTo>
                <a:lnTo>
                  <a:pt x="134796" y="141828"/>
                </a:lnTo>
                <a:cubicBezTo>
                  <a:pt x="117605" y="207782"/>
                  <a:pt x="86738" y="240759"/>
                  <a:pt x="42196" y="240759"/>
                </a:cubicBezTo>
                <a:cubicBezTo>
                  <a:pt x="25317" y="240759"/>
                  <a:pt x="11251" y="237789"/>
                  <a:pt x="0" y="231849"/>
                </a:cubicBezTo>
                <a:lnTo>
                  <a:pt x="7034" y="210751"/>
                </a:lnTo>
                <a:cubicBezTo>
                  <a:pt x="25007" y="220440"/>
                  <a:pt x="41417" y="225285"/>
                  <a:pt x="56264" y="225285"/>
                </a:cubicBezTo>
                <a:cubicBezTo>
                  <a:pt x="70330" y="225285"/>
                  <a:pt x="81190" y="220049"/>
                  <a:pt x="88849" y="209578"/>
                </a:cubicBezTo>
                <a:cubicBezTo>
                  <a:pt x="96505" y="199106"/>
                  <a:pt x="103304" y="183478"/>
                  <a:pt x="109244" y="162693"/>
                </a:cubicBezTo>
                <a:cubicBezTo>
                  <a:pt x="93146" y="171290"/>
                  <a:pt x="75641" y="175588"/>
                  <a:pt x="56733" y="175588"/>
                </a:cubicBezTo>
                <a:cubicBezTo>
                  <a:pt x="42353" y="175588"/>
                  <a:pt x="31060" y="171720"/>
                  <a:pt x="22854" y="163984"/>
                </a:cubicBezTo>
                <a:cubicBezTo>
                  <a:pt x="14650" y="156248"/>
                  <a:pt x="9378" y="145815"/>
                  <a:pt x="7034" y="132685"/>
                </a:cubicBezTo>
                <a:cubicBezTo>
                  <a:pt x="6408" y="129403"/>
                  <a:pt x="6096" y="125497"/>
                  <a:pt x="6096" y="120966"/>
                </a:cubicBezTo>
                <a:cubicBezTo>
                  <a:pt x="6096" y="104242"/>
                  <a:pt x="11017" y="87051"/>
                  <a:pt x="20863" y="69392"/>
                </a:cubicBezTo>
                <a:cubicBezTo>
                  <a:pt x="30708" y="51730"/>
                  <a:pt x="43211" y="36102"/>
                  <a:pt x="58371" y="22507"/>
                </a:cubicBezTo>
                <a:cubicBezTo>
                  <a:pt x="66343" y="15317"/>
                  <a:pt x="75526" y="9769"/>
                  <a:pt x="85919" y="5863"/>
                </a:cubicBezTo>
                <a:cubicBezTo>
                  <a:pt x="96312" y="1954"/>
                  <a:pt x="106040" y="0"/>
                  <a:pt x="115104" y="0"/>
                </a:cubicBezTo>
                <a:cubicBezTo>
                  <a:pt x="128076" y="0"/>
                  <a:pt x="135968" y="3751"/>
                  <a:pt x="138780" y="11253"/>
                </a:cubicBezTo>
                <a:cubicBezTo>
                  <a:pt x="139406" y="12973"/>
                  <a:pt x="139718" y="15238"/>
                  <a:pt x="139718" y="180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df-path-100016">
            <a:extLst xmlns:a="http://schemas.openxmlformats.org/drawingml/2006/main">
              <a:ext uri="{FF2B5EF4-FFF2-40B4-BE49-F238E27FC236}">
                <a16:creationId xmlns:a16="http://schemas.microsoft.com/office/drawing/2014/main" id="{79C1BC6F-7566-4627-BBD3-B3D32C7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0241" y="1536234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59" y="40444"/>
                  <a:pt x="132346" y="71879"/>
                  <a:pt x="118931" y="94304"/>
                </a:cubicBezTo>
                <a:cubicBezTo>
                  <a:pt x="107719" y="112925"/>
                  <a:pt x="98609" y="126039"/>
                  <a:pt x="91600" y="133646"/>
                </a:cubicBezTo>
                <a:cubicBezTo>
                  <a:pt x="77784" y="148464"/>
                  <a:pt x="63169" y="155873"/>
                  <a:pt x="47752" y="155873"/>
                </a:cubicBezTo>
                <a:cubicBezTo>
                  <a:pt x="31734" y="155873"/>
                  <a:pt x="21372" y="144410"/>
                  <a:pt x="16667" y="121484"/>
                </a:cubicBezTo>
                <a:cubicBezTo>
                  <a:pt x="11963" y="98558"/>
                  <a:pt x="12314" y="63269"/>
                  <a:pt x="17722" y="15618"/>
                </a:cubicBezTo>
                <a:lnTo>
                  <a:pt x="0" y="15618"/>
                </a:lnTo>
                <a:lnTo>
                  <a:pt x="2704" y="0"/>
                </a:lnTo>
                <a:lnTo>
                  <a:pt x="43247" y="0"/>
                </a:lnTo>
                <a:cubicBezTo>
                  <a:pt x="40244" y="30833"/>
                  <a:pt x="38742" y="55610"/>
                  <a:pt x="38742" y="74332"/>
                </a:cubicBezTo>
                <a:cubicBezTo>
                  <a:pt x="38742" y="93054"/>
                  <a:pt x="40044" y="106320"/>
                  <a:pt x="42647" y="114129"/>
                </a:cubicBezTo>
                <a:cubicBezTo>
                  <a:pt x="45250" y="121934"/>
                  <a:pt x="49254" y="125838"/>
                  <a:pt x="54659" y="125838"/>
                </a:cubicBezTo>
                <a:cubicBezTo>
                  <a:pt x="62067" y="125838"/>
                  <a:pt x="69775" y="121884"/>
                  <a:pt x="77782" y="113977"/>
                </a:cubicBezTo>
                <a:cubicBezTo>
                  <a:pt x="85793" y="106068"/>
                  <a:pt x="92401" y="97909"/>
                  <a:pt x="97607" y="89501"/>
                </a:cubicBezTo>
                <a:cubicBezTo>
                  <a:pt x="113024" y="63871"/>
                  <a:pt x="123636" y="39244"/>
                  <a:pt x="129444" y="15618"/>
                </a:cubicBezTo>
                <a:lnTo>
                  <a:pt x="111722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df-path-100017">
            <a:extLst xmlns:a="http://schemas.openxmlformats.org/drawingml/2006/main">
              <a:ext uri="{FF2B5EF4-FFF2-40B4-BE49-F238E27FC236}">
                <a16:creationId xmlns:a16="http://schemas.microsoft.com/office/drawing/2014/main" id="{CC94CCC1-1BAE-4ABD-82D5-8CED558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6872" y="1422491"/>
            <a:ext cx="119705" cy="163354"/>
          </a:xfrm>
          <a:custGeom xmlns:a="http://schemas.openxmlformats.org/drawingml/2006/main">
            <a:pathLst>
              <a:path w="119705" h="163354">
                <a:moveTo>
                  <a:pt x="103932" y="21609"/>
                </a:moveTo>
                <a:cubicBezTo>
                  <a:pt x="114447" y="35724"/>
                  <a:pt x="119705" y="55747"/>
                  <a:pt x="119705" y="81677"/>
                </a:cubicBezTo>
                <a:cubicBezTo>
                  <a:pt x="119705" y="107605"/>
                  <a:pt x="114447" y="127628"/>
                  <a:pt x="103932" y="141746"/>
                </a:cubicBezTo>
                <a:cubicBezTo>
                  <a:pt x="93416" y="156152"/>
                  <a:pt x="78724" y="163354"/>
                  <a:pt x="59854" y="163354"/>
                </a:cubicBezTo>
                <a:cubicBezTo>
                  <a:pt x="41127" y="163354"/>
                  <a:pt x="26362" y="156152"/>
                  <a:pt x="15559" y="141746"/>
                </a:cubicBezTo>
                <a:cubicBezTo>
                  <a:pt x="5186" y="127485"/>
                  <a:pt x="0" y="107462"/>
                  <a:pt x="0" y="81677"/>
                </a:cubicBezTo>
                <a:cubicBezTo>
                  <a:pt x="0" y="55892"/>
                  <a:pt x="5186" y="35869"/>
                  <a:pt x="15559" y="21609"/>
                </a:cubicBezTo>
                <a:cubicBezTo>
                  <a:pt x="26362" y="7203"/>
                  <a:pt x="41127" y="0"/>
                  <a:pt x="59854" y="0"/>
                </a:cubicBezTo>
                <a:cubicBezTo>
                  <a:pt x="78724" y="0"/>
                  <a:pt x="93416" y="7203"/>
                  <a:pt x="103932" y="21609"/>
                </a:cubicBezTo>
                <a:moveTo>
                  <a:pt x="86431" y="135264"/>
                </a:moveTo>
                <a:cubicBezTo>
                  <a:pt x="92338" y="123594"/>
                  <a:pt x="95290" y="105732"/>
                  <a:pt x="95290" y="81677"/>
                </a:cubicBezTo>
                <a:cubicBezTo>
                  <a:pt x="95290" y="57620"/>
                  <a:pt x="92338" y="39758"/>
                  <a:pt x="86431" y="28091"/>
                </a:cubicBezTo>
                <a:cubicBezTo>
                  <a:pt x="80668" y="16279"/>
                  <a:pt x="71808" y="10372"/>
                  <a:pt x="59851" y="10372"/>
                </a:cubicBezTo>
                <a:cubicBezTo>
                  <a:pt x="47896" y="10372"/>
                  <a:pt x="39038" y="16279"/>
                  <a:pt x="33277" y="28091"/>
                </a:cubicBezTo>
                <a:cubicBezTo>
                  <a:pt x="27371" y="39758"/>
                  <a:pt x="24418" y="57620"/>
                  <a:pt x="24418" y="81677"/>
                </a:cubicBezTo>
                <a:cubicBezTo>
                  <a:pt x="24418" y="105732"/>
                  <a:pt x="27371" y="123594"/>
                  <a:pt x="33277" y="135264"/>
                </a:cubicBezTo>
                <a:cubicBezTo>
                  <a:pt x="39038" y="147076"/>
                  <a:pt x="47896" y="152982"/>
                  <a:pt x="59851" y="152982"/>
                </a:cubicBezTo>
                <a:cubicBezTo>
                  <a:pt x="71808" y="152982"/>
                  <a:pt x="80668" y="147076"/>
                  <a:pt x="86431" y="1352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df-path-100018">
            <a:extLst xmlns:a="http://schemas.openxmlformats.org/drawingml/2006/main">
              <a:ext uri="{FF2B5EF4-FFF2-40B4-BE49-F238E27FC236}">
                <a16:creationId xmlns:a16="http://schemas.microsoft.com/office/drawing/2014/main" id="{85561422-AC07-4424-AA02-7AE507E5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4402" y="2639128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59" y="40444"/>
                  <a:pt x="132346" y="71879"/>
                  <a:pt x="118931" y="94304"/>
                </a:cubicBezTo>
                <a:cubicBezTo>
                  <a:pt x="107719" y="112925"/>
                  <a:pt x="98609" y="126039"/>
                  <a:pt x="91600" y="133647"/>
                </a:cubicBezTo>
                <a:cubicBezTo>
                  <a:pt x="77784" y="148464"/>
                  <a:pt x="63169" y="155873"/>
                  <a:pt x="47752" y="155873"/>
                </a:cubicBezTo>
                <a:cubicBezTo>
                  <a:pt x="31734" y="155873"/>
                  <a:pt x="21372" y="144410"/>
                  <a:pt x="16667" y="121484"/>
                </a:cubicBezTo>
                <a:cubicBezTo>
                  <a:pt x="11963" y="98558"/>
                  <a:pt x="12314" y="63270"/>
                  <a:pt x="17722" y="15618"/>
                </a:cubicBezTo>
                <a:lnTo>
                  <a:pt x="0" y="15618"/>
                </a:lnTo>
                <a:lnTo>
                  <a:pt x="2704" y="0"/>
                </a:lnTo>
                <a:lnTo>
                  <a:pt x="43247" y="0"/>
                </a:lnTo>
                <a:cubicBezTo>
                  <a:pt x="40244" y="30833"/>
                  <a:pt x="38742" y="55610"/>
                  <a:pt x="38742" y="74332"/>
                </a:cubicBezTo>
                <a:cubicBezTo>
                  <a:pt x="38742" y="93054"/>
                  <a:pt x="40044" y="106320"/>
                  <a:pt x="42647" y="114129"/>
                </a:cubicBezTo>
                <a:cubicBezTo>
                  <a:pt x="45250" y="121935"/>
                  <a:pt x="49254" y="125838"/>
                  <a:pt x="54659" y="125838"/>
                </a:cubicBezTo>
                <a:cubicBezTo>
                  <a:pt x="62067" y="125838"/>
                  <a:pt x="69775" y="121884"/>
                  <a:pt x="77782" y="113977"/>
                </a:cubicBezTo>
                <a:cubicBezTo>
                  <a:pt x="85793" y="106068"/>
                  <a:pt x="92401" y="97909"/>
                  <a:pt x="97607" y="89501"/>
                </a:cubicBezTo>
                <a:cubicBezTo>
                  <a:pt x="113024" y="63871"/>
                  <a:pt x="123636" y="39244"/>
                  <a:pt x="129444" y="15618"/>
                </a:cubicBezTo>
                <a:lnTo>
                  <a:pt x="111722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df-path-100019">
            <a:extLst xmlns:a="http://schemas.openxmlformats.org/drawingml/2006/main">
              <a:ext uri="{FF2B5EF4-FFF2-40B4-BE49-F238E27FC236}">
                <a16:creationId xmlns:a16="http://schemas.microsoft.com/office/drawing/2014/main" id="{2ED62A41-9DF5-4599-B8E8-EA6D3D99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3410" y="2525385"/>
            <a:ext cx="115386" cy="163354"/>
          </a:xfrm>
          <a:custGeom xmlns:a="http://schemas.openxmlformats.org/drawingml/2006/main">
            <a:pathLst>
              <a:path w="115386" h="163354">
                <a:moveTo>
                  <a:pt x="115386" y="117760"/>
                </a:moveTo>
                <a:cubicBezTo>
                  <a:pt x="115386" y="132453"/>
                  <a:pt x="109983" y="143762"/>
                  <a:pt x="99178" y="151686"/>
                </a:cubicBezTo>
                <a:cubicBezTo>
                  <a:pt x="88374" y="159465"/>
                  <a:pt x="72746" y="163354"/>
                  <a:pt x="52291" y="163354"/>
                </a:cubicBezTo>
                <a:cubicBezTo>
                  <a:pt x="43360" y="163354"/>
                  <a:pt x="34430" y="162489"/>
                  <a:pt x="25499" y="160760"/>
                </a:cubicBezTo>
                <a:cubicBezTo>
                  <a:pt x="16423" y="158887"/>
                  <a:pt x="7923" y="156222"/>
                  <a:pt x="0" y="152764"/>
                </a:cubicBezTo>
                <a:lnTo>
                  <a:pt x="0" y="122082"/>
                </a:lnTo>
                <a:lnTo>
                  <a:pt x="12967" y="122082"/>
                </a:lnTo>
                <a:cubicBezTo>
                  <a:pt x="13543" y="132022"/>
                  <a:pt x="17287" y="139728"/>
                  <a:pt x="24200" y="145201"/>
                </a:cubicBezTo>
                <a:cubicBezTo>
                  <a:pt x="31115" y="150388"/>
                  <a:pt x="40622" y="152982"/>
                  <a:pt x="52723" y="152982"/>
                </a:cubicBezTo>
                <a:cubicBezTo>
                  <a:pt x="64680" y="152982"/>
                  <a:pt x="74043" y="149812"/>
                  <a:pt x="80814" y="143473"/>
                </a:cubicBezTo>
                <a:cubicBezTo>
                  <a:pt x="87583" y="137567"/>
                  <a:pt x="90968" y="129068"/>
                  <a:pt x="90968" y="117977"/>
                </a:cubicBezTo>
                <a:cubicBezTo>
                  <a:pt x="90968" y="105589"/>
                  <a:pt x="87367" y="96226"/>
                  <a:pt x="80164" y="89887"/>
                </a:cubicBezTo>
                <a:cubicBezTo>
                  <a:pt x="73393" y="83550"/>
                  <a:pt x="63095" y="80381"/>
                  <a:pt x="49268" y="80381"/>
                </a:cubicBezTo>
                <a:lnTo>
                  <a:pt x="38463" y="80381"/>
                </a:lnTo>
                <a:lnTo>
                  <a:pt x="38463" y="69577"/>
                </a:lnTo>
                <a:lnTo>
                  <a:pt x="44081" y="69577"/>
                </a:lnTo>
                <a:cubicBezTo>
                  <a:pt x="57478" y="69577"/>
                  <a:pt x="67633" y="66984"/>
                  <a:pt x="74545" y="61799"/>
                </a:cubicBezTo>
                <a:cubicBezTo>
                  <a:pt x="81315" y="56900"/>
                  <a:pt x="84700" y="49265"/>
                  <a:pt x="84700" y="38895"/>
                </a:cubicBezTo>
                <a:cubicBezTo>
                  <a:pt x="84700" y="29819"/>
                  <a:pt x="81964" y="22760"/>
                  <a:pt x="76491" y="17718"/>
                </a:cubicBezTo>
                <a:cubicBezTo>
                  <a:pt x="71161" y="12821"/>
                  <a:pt x="63166" y="10372"/>
                  <a:pt x="52508" y="10372"/>
                </a:cubicBezTo>
                <a:cubicBezTo>
                  <a:pt x="41993" y="10372"/>
                  <a:pt x="33782" y="12677"/>
                  <a:pt x="27876" y="17286"/>
                </a:cubicBezTo>
                <a:cubicBezTo>
                  <a:pt x="22401" y="21607"/>
                  <a:pt x="19087" y="28233"/>
                  <a:pt x="17936" y="37164"/>
                </a:cubicBezTo>
                <a:lnTo>
                  <a:pt x="4971" y="37164"/>
                </a:lnTo>
                <a:lnTo>
                  <a:pt x="4971" y="9508"/>
                </a:lnTo>
                <a:cubicBezTo>
                  <a:pt x="14478" y="6339"/>
                  <a:pt x="23120" y="4034"/>
                  <a:pt x="30900" y="2595"/>
                </a:cubicBezTo>
                <a:cubicBezTo>
                  <a:pt x="39254" y="865"/>
                  <a:pt x="47104" y="0"/>
                  <a:pt x="54450" y="0"/>
                </a:cubicBezTo>
                <a:cubicBezTo>
                  <a:pt x="71450" y="0"/>
                  <a:pt x="84631" y="3313"/>
                  <a:pt x="93995" y="9940"/>
                </a:cubicBezTo>
                <a:cubicBezTo>
                  <a:pt x="103502" y="16710"/>
                  <a:pt x="108254" y="25930"/>
                  <a:pt x="108254" y="37599"/>
                </a:cubicBezTo>
                <a:cubicBezTo>
                  <a:pt x="108254" y="47248"/>
                  <a:pt x="104941" y="55171"/>
                  <a:pt x="98314" y="61367"/>
                </a:cubicBezTo>
                <a:cubicBezTo>
                  <a:pt x="91832" y="67704"/>
                  <a:pt x="82541" y="72026"/>
                  <a:pt x="70441" y="74331"/>
                </a:cubicBezTo>
                <a:cubicBezTo>
                  <a:pt x="84990" y="76347"/>
                  <a:pt x="96009" y="81100"/>
                  <a:pt x="103500" y="88591"/>
                </a:cubicBezTo>
                <a:cubicBezTo>
                  <a:pt x="111424" y="95937"/>
                  <a:pt x="115386" y="105659"/>
                  <a:pt x="115386" y="11776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df-path-100020">
            <a:extLst xmlns:a="http://schemas.openxmlformats.org/drawingml/2006/main">
              <a:ext uri="{FF2B5EF4-FFF2-40B4-BE49-F238E27FC236}">
                <a16:creationId xmlns:a16="http://schemas.microsoft.com/office/drawing/2014/main" id="{85795DB8-F55D-485C-AABD-A54E11FF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6535" y="2196969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59" y="40444"/>
                  <a:pt x="132346" y="71879"/>
                  <a:pt x="118931" y="94304"/>
                </a:cubicBezTo>
                <a:cubicBezTo>
                  <a:pt x="107719" y="112925"/>
                  <a:pt x="98609" y="126039"/>
                  <a:pt x="91600" y="133647"/>
                </a:cubicBezTo>
                <a:cubicBezTo>
                  <a:pt x="77784" y="148464"/>
                  <a:pt x="63169" y="155873"/>
                  <a:pt x="47752" y="155873"/>
                </a:cubicBezTo>
                <a:cubicBezTo>
                  <a:pt x="31734" y="155873"/>
                  <a:pt x="21372" y="144410"/>
                  <a:pt x="16667" y="121484"/>
                </a:cubicBezTo>
                <a:cubicBezTo>
                  <a:pt x="11963" y="98558"/>
                  <a:pt x="12314" y="63270"/>
                  <a:pt x="17722" y="15618"/>
                </a:cubicBezTo>
                <a:lnTo>
                  <a:pt x="0" y="15618"/>
                </a:lnTo>
                <a:lnTo>
                  <a:pt x="2704" y="0"/>
                </a:lnTo>
                <a:lnTo>
                  <a:pt x="43247" y="0"/>
                </a:lnTo>
                <a:cubicBezTo>
                  <a:pt x="40244" y="30833"/>
                  <a:pt x="38742" y="55610"/>
                  <a:pt x="38742" y="74332"/>
                </a:cubicBezTo>
                <a:cubicBezTo>
                  <a:pt x="38742" y="93054"/>
                  <a:pt x="40044" y="106320"/>
                  <a:pt x="42647" y="114129"/>
                </a:cubicBezTo>
                <a:cubicBezTo>
                  <a:pt x="45250" y="121935"/>
                  <a:pt x="49254" y="125838"/>
                  <a:pt x="54659" y="125838"/>
                </a:cubicBezTo>
                <a:cubicBezTo>
                  <a:pt x="62067" y="125838"/>
                  <a:pt x="69775" y="121884"/>
                  <a:pt x="77782" y="113977"/>
                </a:cubicBezTo>
                <a:cubicBezTo>
                  <a:pt x="85793" y="106068"/>
                  <a:pt x="92401" y="97909"/>
                  <a:pt x="97607" y="89501"/>
                </a:cubicBezTo>
                <a:cubicBezTo>
                  <a:pt x="113024" y="63871"/>
                  <a:pt x="123636" y="39244"/>
                  <a:pt x="129444" y="15618"/>
                </a:cubicBezTo>
                <a:lnTo>
                  <a:pt x="111722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df-path-100021">
            <a:extLst xmlns:a="http://schemas.openxmlformats.org/drawingml/2006/main">
              <a:ext uri="{FF2B5EF4-FFF2-40B4-BE49-F238E27FC236}">
                <a16:creationId xmlns:a16="http://schemas.microsoft.com/office/drawing/2014/main" id="{0F006DDE-EE78-4E20-AAAF-CCFCFC0B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6348" y="2083226"/>
            <a:ext cx="88373" cy="160328"/>
          </a:xfrm>
          <a:custGeom xmlns:a="http://schemas.openxmlformats.org/drawingml/2006/main">
            <a:pathLst>
              <a:path w="88373" h="160328">
                <a:moveTo>
                  <a:pt x="88373" y="160328"/>
                </a:moveTo>
                <a:lnTo>
                  <a:pt x="4754" y="160328"/>
                </a:lnTo>
                <a:lnTo>
                  <a:pt x="4754" y="149092"/>
                </a:lnTo>
                <a:lnTo>
                  <a:pt x="35005" y="149092"/>
                </a:lnTo>
                <a:lnTo>
                  <a:pt x="35005" y="18150"/>
                </a:lnTo>
                <a:lnTo>
                  <a:pt x="0" y="38677"/>
                </a:lnTo>
                <a:lnTo>
                  <a:pt x="0" y="24850"/>
                </a:lnTo>
                <a:lnTo>
                  <a:pt x="42350" y="0"/>
                </a:lnTo>
                <a:lnTo>
                  <a:pt x="58340" y="0"/>
                </a:lnTo>
                <a:lnTo>
                  <a:pt x="58340" y="149092"/>
                </a:lnTo>
                <a:lnTo>
                  <a:pt x="88373" y="149092"/>
                </a:lnTo>
                <a:lnTo>
                  <a:pt x="88373" y="1603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df-path-100022">
            <a:extLst xmlns:a="http://schemas.openxmlformats.org/drawingml/2006/main">
              <a:ext uri="{FF2B5EF4-FFF2-40B4-BE49-F238E27FC236}">
                <a16:creationId xmlns:a16="http://schemas.microsoft.com/office/drawing/2014/main" id="{12288559-DC6D-4D1E-A774-3819B0C4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5527" y="2179450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61" y="40444"/>
                  <a:pt x="132348" y="71879"/>
                  <a:pt x="118932" y="94304"/>
                </a:cubicBezTo>
                <a:cubicBezTo>
                  <a:pt x="107720" y="112925"/>
                  <a:pt x="98609" y="126039"/>
                  <a:pt x="91601" y="133647"/>
                </a:cubicBezTo>
                <a:cubicBezTo>
                  <a:pt x="77786" y="148464"/>
                  <a:pt x="63169" y="155873"/>
                  <a:pt x="47753" y="155873"/>
                </a:cubicBezTo>
                <a:cubicBezTo>
                  <a:pt x="31735" y="155873"/>
                  <a:pt x="21374" y="144410"/>
                  <a:pt x="16668" y="121484"/>
                </a:cubicBezTo>
                <a:cubicBezTo>
                  <a:pt x="11963" y="98558"/>
                  <a:pt x="12315" y="63270"/>
                  <a:pt x="17722" y="15618"/>
                </a:cubicBezTo>
                <a:lnTo>
                  <a:pt x="0" y="15618"/>
                </a:lnTo>
                <a:lnTo>
                  <a:pt x="2705" y="0"/>
                </a:lnTo>
                <a:lnTo>
                  <a:pt x="43248" y="0"/>
                </a:lnTo>
                <a:cubicBezTo>
                  <a:pt x="40245" y="30833"/>
                  <a:pt x="38743" y="55610"/>
                  <a:pt x="38743" y="74332"/>
                </a:cubicBezTo>
                <a:cubicBezTo>
                  <a:pt x="38743" y="93054"/>
                  <a:pt x="40044" y="106320"/>
                  <a:pt x="42648" y="114129"/>
                </a:cubicBezTo>
                <a:cubicBezTo>
                  <a:pt x="45250" y="121935"/>
                  <a:pt x="49255" y="125838"/>
                  <a:pt x="54659" y="125838"/>
                </a:cubicBezTo>
                <a:cubicBezTo>
                  <a:pt x="62068" y="125838"/>
                  <a:pt x="69775" y="121884"/>
                  <a:pt x="77784" y="113977"/>
                </a:cubicBezTo>
                <a:cubicBezTo>
                  <a:pt x="85795" y="106068"/>
                  <a:pt x="92403" y="97909"/>
                  <a:pt x="97609" y="89501"/>
                </a:cubicBezTo>
                <a:cubicBezTo>
                  <a:pt x="113025" y="63871"/>
                  <a:pt x="123638" y="39244"/>
                  <a:pt x="129446" y="15618"/>
                </a:cubicBezTo>
                <a:lnTo>
                  <a:pt x="111724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df-path-100023">
            <a:extLst xmlns:a="http://schemas.openxmlformats.org/drawingml/2006/main">
              <a:ext uri="{FF2B5EF4-FFF2-40B4-BE49-F238E27FC236}">
                <a16:creationId xmlns:a16="http://schemas.microsoft.com/office/drawing/2014/main" id="{5DFB2EFA-F180-403E-A253-206EE8FB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2592" y="2065706"/>
            <a:ext cx="111710" cy="160328"/>
          </a:xfrm>
          <a:custGeom xmlns:a="http://schemas.openxmlformats.org/drawingml/2006/main">
            <a:pathLst>
              <a:path w="111710" h="160328">
                <a:moveTo>
                  <a:pt x="111710" y="160328"/>
                </a:moveTo>
                <a:lnTo>
                  <a:pt x="0" y="160328"/>
                </a:lnTo>
                <a:lnTo>
                  <a:pt x="0" y="148877"/>
                </a:lnTo>
                <a:lnTo>
                  <a:pt x="52506" y="101123"/>
                </a:lnTo>
                <a:cubicBezTo>
                  <a:pt x="63455" y="91184"/>
                  <a:pt x="71736" y="81532"/>
                  <a:pt x="77352" y="72168"/>
                </a:cubicBezTo>
                <a:cubicBezTo>
                  <a:pt x="82394" y="62517"/>
                  <a:pt x="84916" y="53226"/>
                  <a:pt x="84916" y="44296"/>
                </a:cubicBezTo>
                <a:cubicBezTo>
                  <a:pt x="84916" y="33637"/>
                  <a:pt x="81818" y="25355"/>
                  <a:pt x="75625" y="19449"/>
                </a:cubicBezTo>
                <a:cubicBezTo>
                  <a:pt x="69577" y="13398"/>
                  <a:pt x="61221" y="10372"/>
                  <a:pt x="50561" y="10372"/>
                </a:cubicBezTo>
                <a:cubicBezTo>
                  <a:pt x="39612" y="10372"/>
                  <a:pt x="31041" y="12894"/>
                  <a:pt x="24848" y="17936"/>
                </a:cubicBezTo>
                <a:cubicBezTo>
                  <a:pt x="18798" y="22978"/>
                  <a:pt x="15269" y="30469"/>
                  <a:pt x="14260" y="40408"/>
                </a:cubicBezTo>
                <a:lnTo>
                  <a:pt x="1080" y="40408"/>
                </a:lnTo>
                <a:lnTo>
                  <a:pt x="1080" y="12318"/>
                </a:lnTo>
                <a:cubicBezTo>
                  <a:pt x="9291" y="8284"/>
                  <a:pt x="17645" y="5187"/>
                  <a:pt x="26144" y="3027"/>
                </a:cubicBezTo>
                <a:cubicBezTo>
                  <a:pt x="34643" y="1009"/>
                  <a:pt x="42854" y="0"/>
                  <a:pt x="50779" y="0"/>
                </a:cubicBezTo>
                <a:cubicBezTo>
                  <a:pt x="69073" y="0"/>
                  <a:pt x="83334" y="3962"/>
                  <a:pt x="93561" y="11886"/>
                </a:cubicBezTo>
                <a:cubicBezTo>
                  <a:pt x="104076" y="19808"/>
                  <a:pt x="109333" y="30611"/>
                  <a:pt x="109333" y="44296"/>
                </a:cubicBezTo>
                <a:cubicBezTo>
                  <a:pt x="109333" y="59710"/>
                  <a:pt x="97449" y="78149"/>
                  <a:pt x="73679" y="99610"/>
                </a:cubicBezTo>
                <a:cubicBezTo>
                  <a:pt x="71519" y="101340"/>
                  <a:pt x="70150" y="102564"/>
                  <a:pt x="69575" y="103283"/>
                </a:cubicBezTo>
                <a:lnTo>
                  <a:pt x="25929" y="143041"/>
                </a:lnTo>
                <a:lnTo>
                  <a:pt x="98098" y="143041"/>
                </a:lnTo>
                <a:lnTo>
                  <a:pt x="98098" y="123596"/>
                </a:lnTo>
                <a:lnTo>
                  <a:pt x="111710" y="123596"/>
                </a:lnTo>
                <a:lnTo>
                  <a:pt x="111710" y="1603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df-path-100024">
            <a:extLst xmlns:a="http://schemas.openxmlformats.org/drawingml/2006/main">
              <a:ext uri="{FF2B5EF4-FFF2-40B4-BE49-F238E27FC236}">
                <a16:creationId xmlns:a16="http://schemas.microsoft.com/office/drawing/2014/main" id="{18C4EC8D-4BA5-49CC-8060-0B46D491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0243" y="3749530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59" y="40444"/>
                  <a:pt x="132346" y="71879"/>
                  <a:pt x="118931" y="94304"/>
                </a:cubicBezTo>
                <a:cubicBezTo>
                  <a:pt x="107719" y="112925"/>
                  <a:pt x="98609" y="126039"/>
                  <a:pt x="91600" y="133647"/>
                </a:cubicBezTo>
                <a:cubicBezTo>
                  <a:pt x="77784" y="148464"/>
                  <a:pt x="63169" y="155873"/>
                  <a:pt x="47752" y="155873"/>
                </a:cubicBezTo>
                <a:cubicBezTo>
                  <a:pt x="31734" y="155873"/>
                  <a:pt x="21372" y="144410"/>
                  <a:pt x="16667" y="121484"/>
                </a:cubicBezTo>
                <a:cubicBezTo>
                  <a:pt x="11963" y="98558"/>
                  <a:pt x="12314" y="63270"/>
                  <a:pt x="17722" y="15618"/>
                </a:cubicBezTo>
                <a:lnTo>
                  <a:pt x="0" y="15618"/>
                </a:lnTo>
                <a:lnTo>
                  <a:pt x="2704" y="0"/>
                </a:lnTo>
                <a:lnTo>
                  <a:pt x="43247" y="0"/>
                </a:lnTo>
                <a:cubicBezTo>
                  <a:pt x="40244" y="30833"/>
                  <a:pt x="38742" y="55610"/>
                  <a:pt x="38742" y="74332"/>
                </a:cubicBezTo>
                <a:cubicBezTo>
                  <a:pt x="38742" y="93054"/>
                  <a:pt x="40044" y="106320"/>
                  <a:pt x="42647" y="114129"/>
                </a:cubicBezTo>
                <a:cubicBezTo>
                  <a:pt x="45250" y="121935"/>
                  <a:pt x="49254" y="125838"/>
                  <a:pt x="54659" y="125838"/>
                </a:cubicBezTo>
                <a:cubicBezTo>
                  <a:pt x="62067" y="125838"/>
                  <a:pt x="69775" y="121884"/>
                  <a:pt x="77782" y="113977"/>
                </a:cubicBezTo>
                <a:cubicBezTo>
                  <a:pt x="85793" y="106068"/>
                  <a:pt x="92401" y="97909"/>
                  <a:pt x="97607" y="89501"/>
                </a:cubicBezTo>
                <a:cubicBezTo>
                  <a:pt x="113024" y="63871"/>
                  <a:pt x="123636" y="39244"/>
                  <a:pt x="129444" y="15618"/>
                </a:cubicBezTo>
                <a:lnTo>
                  <a:pt x="111722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df-path-100025">
            <a:extLst xmlns:a="http://schemas.openxmlformats.org/drawingml/2006/main">
              <a:ext uri="{FF2B5EF4-FFF2-40B4-BE49-F238E27FC236}">
                <a16:creationId xmlns:a16="http://schemas.microsoft.com/office/drawing/2014/main" id="{2CEADC58-2412-4DA1-B3AA-BAEF557F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8450" y="3635787"/>
            <a:ext cx="132019" cy="160328"/>
          </a:xfrm>
          <a:custGeom xmlns:a="http://schemas.openxmlformats.org/drawingml/2006/main">
            <a:pathLst>
              <a:path w="132019" h="160328">
                <a:moveTo>
                  <a:pt x="132019" y="118191"/>
                </a:moveTo>
                <a:lnTo>
                  <a:pt x="98960" y="118191"/>
                </a:lnTo>
                <a:lnTo>
                  <a:pt x="98960" y="149091"/>
                </a:lnTo>
                <a:lnTo>
                  <a:pt x="126618" y="149091"/>
                </a:lnTo>
                <a:lnTo>
                  <a:pt x="126618" y="160328"/>
                </a:lnTo>
                <a:lnTo>
                  <a:pt x="47750" y="160328"/>
                </a:lnTo>
                <a:lnTo>
                  <a:pt x="47750" y="149091"/>
                </a:lnTo>
                <a:lnTo>
                  <a:pt x="75624" y="149091"/>
                </a:lnTo>
                <a:lnTo>
                  <a:pt x="75624" y="118191"/>
                </a:lnTo>
                <a:lnTo>
                  <a:pt x="0" y="118191"/>
                </a:lnTo>
                <a:lnTo>
                  <a:pt x="0" y="106741"/>
                </a:lnTo>
                <a:lnTo>
                  <a:pt x="75841" y="0"/>
                </a:lnTo>
                <a:lnTo>
                  <a:pt x="98960" y="0"/>
                </a:lnTo>
                <a:lnTo>
                  <a:pt x="98960" y="106959"/>
                </a:lnTo>
                <a:lnTo>
                  <a:pt x="132019" y="106959"/>
                </a:lnTo>
                <a:lnTo>
                  <a:pt x="132019" y="118191"/>
                </a:lnTo>
                <a:moveTo>
                  <a:pt x="75624" y="106959"/>
                </a:moveTo>
                <a:lnTo>
                  <a:pt x="75624" y="23122"/>
                </a:lnTo>
                <a:lnTo>
                  <a:pt x="16419" y="106959"/>
                </a:lnTo>
                <a:lnTo>
                  <a:pt x="75624" y="1069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df-path-100026">
            <a:extLst xmlns:a="http://schemas.openxmlformats.org/drawingml/2006/main">
              <a:ext uri="{FF2B5EF4-FFF2-40B4-BE49-F238E27FC236}">
                <a16:creationId xmlns:a16="http://schemas.microsoft.com/office/drawing/2014/main" id="{430C3E97-E7E9-4E57-B523-26A4059E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2969" y="3746193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61" y="40444"/>
                  <a:pt x="132348" y="71879"/>
                  <a:pt x="118932" y="94304"/>
                </a:cubicBezTo>
                <a:cubicBezTo>
                  <a:pt x="107720" y="112925"/>
                  <a:pt x="98609" y="126039"/>
                  <a:pt x="91601" y="133647"/>
                </a:cubicBezTo>
                <a:cubicBezTo>
                  <a:pt x="77786" y="148464"/>
                  <a:pt x="63169" y="155873"/>
                  <a:pt x="47753" y="155873"/>
                </a:cubicBezTo>
                <a:cubicBezTo>
                  <a:pt x="31735" y="155873"/>
                  <a:pt x="21374" y="144410"/>
                  <a:pt x="16668" y="121484"/>
                </a:cubicBezTo>
                <a:cubicBezTo>
                  <a:pt x="11963" y="98558"/>
                  <a:pt x="12315" y="63270"/>
                  <a:pt x="17722" y="15618"/>
                </a:cubicBezTo>
                <a:lnTo>
                  <a:pt x="0" y="15618"/>
                </a:lnTo>
                <a:lnTo>
                  <a:pt x="2705" y="0"/>
                </a:lnTo>
                <a:lnTo>
                  <a:pt x="43248" y="0"/>
                </a:lnTo>
                <a:cubicBezTo>
                  <a:pt x="40245" y="30833"/>
                  <a:pt x="38743" y="55610"/>
                  <a:pt x="38743" y="74332"/>
                </a:cubicBezTo>
                <a:cubicBezTo>
                  <a:pt x="38743" y="93054"/>
                  <a:pt x="40044" y="106320"/>
                  <a:pt x="42648" y="114129"/>
                </a:cubicBezTo>
                <a:cubicBezTo>
                  <a:pt x="45250" y="121935"/>
                  <a:pt x="49255" y="125838"/>
                  <a:pt x="54659" y="125838"/>
                </a:cubicBezTo>
                <a:cubicBezTo>
                  <a:pt x="62068" y="125838"/>
                  <a:pt x="69775" y="121884"/>
                  <a:pt x="77784" y="113977"/>
                </a:cubicBezTo>
                <a:cubicBezTo>
                  <a:pt x="85795" y="106068"/>
                  <a:pt x="92403" y="97909"/>
                  <a:pt x="97609" y="89501"/>
                </a:cubicBezTo>
                <a:cubicBezTo>
                  <a:pt x="113025" y="63871"/>
                  <a:pt x="123638" y="39244"/>
                  <a:pt x="129446" y="15618"/>
                </a:cubicBezTo>
                <a:lnTo>
                  <a:pt x="111724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df-path-100027">
            <a:extLst xmlns:a="http://schemas.openxmlformats.org/drawingml/2006/main">
              <a:ext uri="{FF2B5EF4-FFF2-40B4-BE49-F238E27FC236}">
                <a16:creationId xmlns:a16="http://schemas.microsoft.com/office/drawing/2014/main" id="{28CA8F2B-8336-4317-BA42-8D066EFE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14143" y="3635259"/>
            <a:ext cx="112573" cy="160546"/>
          </a:xfrm>
          <a:custGeom xmlns:a="http://schemas.openxmlformats.org/drawingml/2006/main">
            <a:pathLst>
              <a:path w="112573" h="160546">
                <a:moveTo>
                  <a:pt x="112573" y="107605"/>
                </a:moveTo>
                <a:cubicBezTo>
                  <a:pt x="112573" y="124459"/>
                  <a:pt x="107099" y="137496"/>
                  <a:pt x="96151" y="146715"/>
                </a:cubicBezTo>
                <a:cubicBezTo>
                  <a:pt x="84916" y="155935"/>
                  <a:pt x="69573" y="160546"/>
                  <a:pt x="50128" y="160546"/>
                </a:cubicBezTo>
                <a:cubicBezTo>
                  <a:pt x="42062" y="160546"/>
                  <a:pt x="33851" y="159681"/>
                  <a:pt x="25497" y="157951"/>
                </a:cubicBezTo>
                <a:cubicBezTo>
                  <a:pt x="16708" y="156078"/>
                  <a:pt x="8209" y="153413"/>
                  <a:pt x="0" y="149956"/>
                </a:cubicBezTo>
                <a:lnTo>
                  <a:pt x="0" y="119273"/>
                </a:lnTo>
                <a:lnTo>
                  <a:pt x="12964" y="119273"/>
                </a:lnTo>
                <a:cubicBezTo>
                  <a:pt x="13539" y="129070"/>
                  <a:pt x="16998" y="136704"/>
                  <a:pt x="23336" y="142178"/>
                </a:cubicBezTo>
                <a:cubicBezTo>
                  <a:pt x="29674" y="147508"/>
                  <a:pt x="38603" y="150173"/>
                  <a:pt x="50128" y="150173"/>
                </a:cubicBezTo>
                <a:cubicBezTo>
                  <a:pt x="62517" y="150173"/>
                  <a:pt x="71807" y="146499"/>
                  <a:pt x="78000" y="139151"/>
                </a:cubicBezTo>
                <a:cubicBezTo>
                  <a:pt x="84771" y="131662"/>
                  <a:pt x="88156" y="121148"/>
                  <a:pt x="88156" y="107608"/>
                </a:cubicBezTo>
                <a:cubicBezTo>
                  <a:pt x="88156" y="94066"/>
                  <a:pt x="84916" y="83623"/>
                  <a:pt x="78433" y="76277"/>
                </a:cubicBezTo>
                <a:cubicBezTo>
                  <a:pt x="71950" y="68929"/>
                  <a:pt x="62517" y="65255"/>
                  <a:pt x="50128" y="65255"/>
                </a:cubicBezTo>
                <a:cubicBezTo>
                  <a:pt x="43213" y="65255"/>
                  <a:pt x="37020" y="66335"/>
                  <a:pt x="31545" y="68496"/>
                </a:cubicBezTo>
                <a:cubicBezTo>
                  <a:pt x="26072" y="70944"/>
                  <a:pt x="21391" y="74474"/>
                  <a:pt x="17500" y="79083"/>
                </a:cubicBezTo>
                <a:lnTo>
                  <a:pt x="7564" y="79083"/>
                </a:lnTo>
                <a:lnTo>
                  <a:pt x="7564" y="0"/>
                </a:lnTo>
                <a:lnTo>
                  <a:pt x="99177" y="0"/>
                </a:lnTo>
                <a:lnTo>
                  <a:pt x="99177" y="17286"/>
                </a:lnTo>
                <a:lnTo>
                  <a:pt x="19877" y="17286"/>
                </a:lnTo>
                <a:lnTo>
                  <a:pt x="19877" y="62446"/>
                </a:lnTo>
                <a:cubicBezTo>
                  <a:pt x="24199" y="59709"/>
                  <a:pt x="28880" y="57836"/>
                  <a:pt x="33922" y="56828"/>
                </a:cubicBezTo>
                <a:cubicBezTo>
                  <a:pt x="39397" y="55531"/>
                  <a:pt x="45374" y="54882"/>
                  <a:pt x="51855" y="54882"/>
                </a:cubicBezTo>
                <a:cubicBezTo>
                  <a:pt x="70728" y="54882"/>
                  <a:pt x="85493" y="59564"/>
                  <a:pt x="96151" y="68928"/>
                </a:cubicBezTo>
                <a:cubicBezTo>
                  <a:pt x="107099" y="78436"/>
                  <a:pt x="112573" y="91329"/>
                  <a:pt x="112573" y="1076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df-path-100028">
            <a:extLst xmlns:a="http://schemas.openxmlformats.org/drawingml/2006/main">
              <a:ext uri="{FF2B5EF4-FFF2-40B4-BE49-F238E27FC236}">
                <a16:creationId xmlns:a16="http://schemas.microsoft.com/office/drawing/2014/main" id="{028C6A6C-48DC-4130-8BB4-2AC42CB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0271" y="4684487"/>
            <a:ext cx="103313" cy="103915"/>
          </a:xfrm>
          <a:custGeom xmlns:a="http://schemas.openxmlformats.org/drawingml/2006/main">
            <a:pathLst>
              <a:path w="103313" h="103915">
                <a:moveTo>
                  <a:pt x="103313" y="0"/>
                </a:moveTo>
                <a:cubicBezTo>
                  <a:pt x="96239" y="26963"/>
                  <a:pt x="88230" y="47919"/>
                  <a:pt x="79287" y="62869"/>
                </a:cubicBezTo>
                <a:cubicBezTo>
                  <a:pt x="71812" y="75283"/>
                  <a:pt x="65739" y="84026"/>
                  <a:pt x="61066" y="89097"/>
                </a:cubicBezTo>
                <a:cubicBezTo>
                  <a:pt x="51856" y="98976"/>
                  <a:pt x="42112" y="103915"/>
                  <a:pt x="31835" y="103915"/>
                </a:cubicBezTo>
                <a:cubicBezTo>
                  <a:pt x="21156" y="103915"/>
                  <a:pt x="14248" y="96273"/>
                  <a:pt x="11112" y="80989"/>
                </a:cubicBezTo>
                <a:cubicBezTo>
                  <a:pt x="7975" y="65705"/>
                  <a:pt x="8209" y="42179"/>
                  <a:pt x="11814" y="10412"/>
                </a:cubicBezTo>
                <a:lnTo>
                  <a:pt x="0" y="10412"/>
                </a:lnTo>
                <a:lnTo>
                  <a:pt x="1803" y="0"/>
                </a:lnTo>
                <a:lnTo>
                  <a:pt x="28831" y="0"/>
                </a:lnTo>
                <a:cubicBezTo>
                  <a:pt x="26829" y="20555"/>
                  <a:pt x="25828" y="37073"/>
                  <a:pt x="25828" y="49555"/>
                </a:cubicBezTo>
                <a:cubicBezTo>
                  <a:pt x="25828" y="62036"/>
                  <a:pt x="26696" y="70879"/>
                  <a:pt x="28431" y="76085"/>
                </a:cubicBezTo>
                <a:cubicBezTo>
                  <a:pt x="30166" y="81289"/>
                  <a:pt x="32836" y="83892"/>
                  <a:pt x="36438" y="83892"/>
                </a:cubicBezTo>
                <a:cubicBezTo>
                  <a:pt x="41377" y="83892"/>
                  <a:pt x="46516" y="81256"/>
                  <a:pt x="51855" y="75985"/>
                </a:cubicBezTo>
                <a:cubicBezTo>
                  <a:pt x="57195" y="70712"/>
                  <a:pt x="61601" y="65272"/>
                  <a:pt x="65072" y="59667"/>
                </a:cubicBezTo>
                <a:cubicBezTo>
                  <a:pt x="75349" y="42580"/>
                  <a:pt x="82423" y="26162"/>
                  <a:pt x="86295" y="10412"/>
                </a:cubicBezTo>
                <a:lnTo>
                  <a:pt x="74482" y="10412"/>
                </a:lnTo>
                <a:lnTo>
                  <a:pt x="76486" y="0"/>
                </a:lnTo>
                <a:lnTo>
                  <a:pt x="1033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df-path-100029">
            <a:extLst xmlns:a="http://schemas.openxmlformats.org/drawingml/2006/main">
              <a:ext uri="{FF2B5EF4-FFF2-40B4-BE49-F238E27FC236}">
                <a16:creationId xmlns:a16="http://schemas.microsoft.com/office/drawing/2014/main" id="{7CAF274C-A05D-4F70-862A-8665D813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3303" y="4611439"/>
            <a:ext cx="34180" cy="104382"/>
          </a:xfrm>
          <a:custGeom xmlns:a="http://schemas.openxmlformats.org/drawingml/2006/main">
            <a:pathLst>
              <a:path w="34180" h="104382">
                <a:moveTo>
                  <a:pt x="34180" y="6382"/>
                </a:moveTo>
                <a:cubicBezTo>
                  <a:pt x="34180" y="7043"/>
                  <a:pt x="34133" y="7563"/>
                  <a:pt x="34037" y="7942"/>
                </a:cubicBezTo>
                <a:cubicBezTo>
                  <a:pt x="33564" y="10117"/>
                  <a:pt x="32382" y="11960"/>
                  <a:pt x="30492" y="13471"/>
                </a:cubicBezTo>
                <a:cubicBezTo>
                  <a:pt x="28317" y="14985"/>
                  <a:pt x="26047" y="15742"/>
                  <a:pt x="23684" y="15742"/>
                </a:cubicBezTo>
                <a:cubicBezTo>
                  <a:pt x="21415" y="15742"/>
                  <a:pt x="19571" y="14985"/>
                  <a:pt x="18152" y="13471"/>
                </a:cubicBezTo>
                <a:cubicBezTo>
                  <a:pt x="17112" y="12433"/>
                  <a:pt x="16592" y="11109"/>
                  <a:pt x="16592" y="9500"/>
                </a:cubicBezTo>
                <a:cubicBezTo>
                  <a:pt x="16592" y="8839"/>
                  <a:pt x="16640" y="8320"/>
                  <a:pt x="16735" y="7942"/>
                </a:cubicBezTo>
                <a:cubicBezTo>
                  <a:pt x="17207" y="5767"/>
                  <a:pt x="18436" y="3923"/>
                  <a:pt x="20422" y="2411"/>
                </a:cubicBezTo>
                <a:cubicBezTo>
                  <a:pt x="22313" y="804"/>
                  <a:pt x="24487" y="0"/>
                  <a:pt x="26945" y="0"/>
                </a:cubicBezTo>
                <a:cubicBezTo>
                  <a:pt x="29310" y="0"/>
                  <a:pt x="31202" y="804"/>
                  <a:pt x="32620" y="2411"/>
                </a:cubicBezTo>
                <a:cubicBezTo>
                  <a:pt x="33660" y="3451"/>
                  <a:pt x="34180" y="4775"/>
                  <a:pt x="34180" y="6382"/>
                </a:cubicBezTo>
                <a:moveTo>
                  <a:pt x="29642" y="30775"/>
                </a:moveTo>
                <a:lnTo>
                  <a:pt x="15459" y="97007"/>
                </a:lnTo>
                <a:lnTo>
                  <a:pt x="28648" y="97007"/>
                </a:lnTo>
                <a:lnTo>
                  <a:pt x="27088" y="104382"/>
                </a:lnTo>
                <a:lnTo>
                  <a:pt x="0" y="104382"/>
                </a:lnTo>
                <a:lnTo>
                  <a:pt x="14041" y="38150"/>
                </a:lnTo>
                <a:lnTo>
                  <a:pt x="568" y="38150"/>
                </a:lnTo>
                <a:lnTo>
                  <a:pt x="2411" y="30775"/>
                </a:lnTo>
                <a:lnTo>
                  <a:pt x="29642" y="30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df-path-100030">
            <a:extLst xmlns:a="http://schemas.openxmlformats.org/drawingml/2006/main">
              <a:ext uri="{FF2B5EF4-FFF2-40B4-BE49-F238E27FC236}">
                <a16:creationId xmlns:a16="http://schemas.microsoft.com/office/drawing/2014/main" id="{355D09EE-6B60-4401-89FA-AFEE3C8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599" y="6868434"/>
            <a:ext cx="120963" cy="121667"/>
          </a:xfrm>
          <a:custGeom xmlns:a="http://schemas.openxmlformats.org/drawingml/2006/main">
            <a:pathLst>
              <a:path w="120963" h="121667">
                <a:moveTo>
                  <a:pt x="120963" y="0"/>
                </a:moveTo>
                <a:cubicBezTo>
                  <a:pt x="112681" y="31569"/>
                  <a:pt x="103304" y="56105"/>
                  <a:pt x="92833" y="73609"/>
                </a:cubicBezTo>
                <a:cubicBezTo>
                  <a:pt x="84081" y="88144"/>
                  <a:pt x="76969" y="98380"/>
                  <a:pt x="71499" y="104318"/>
                </a:cubicBezTo>
                <a:cubicBezTo>
                  <a:pt x="60715" y="115884"/>
                  <a:pt x="49307" y="121667"/>
                  <a:pt x="37273" y="121667"/>
                </a:cubicBezTo>
                <a:cubicBezTo>
                  <a:pt x="24770" y="121667"/>
                  <a:pt x="16682" y="112720"/>
                  <a:pt x="13010" y="94825"/>
                </a:cubicBezTo>
                <a:cubicBezTo>
                  <a:pt x="9338" y="76930"/>
                  <a:pt x="9612" y="49385"/>
                  <a:pt x="13833" y="12190"/>
                </a:cubicBezTo>
                <a:lnTo>
                  <a:pt x="0" y="12190"/>
                </a:lnTo>
                <a:lnTo>
                  <a:pt x="2111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20" y="95176"/>
                  <a:pt x="38445" y="98223"/>
                  <a:pt x="42664" y="98223"/>
                </a:cubicBezTo>
                <a:cubicBezTo>
                  <a:pt x="48447" y="98223"/>
                  <a:pt x="54463" y="95137"/>
                  <a:pt x="60714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5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3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df-path-100031">
            <a:extLst xmlns:a="http://schemas.openxmlformats.org/drawingml/2006/main">
              <a:ext uri="{FF2B5EF4-FFF2-40B4-BE49-F238E27FC236}">
                <a16:creationId xmlns:a16="http://schemas.microsoft.com/office/drawing/2014/main" id="{CBAA0ABD-3421-45C3-B0EB-E06B91A6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298" y="6781820"/>
            <a:ext cx="91974" cy="125512"/>
          </a:xfrm>
          <a:custGeom xmlns:a="http://schemas.openxmlformats.org/drawingml/2006/main">
            <a:pathLst>
              <a:path w="91974" h="125512">
                <a:moveTo>
                  <a:pt x="79855" y="16603"/>
                </a:moveTo>
                <a:cubicBezTo>
                  <a:pt x="87935" y="27448"/>
                  <a:pt x="91974" y="42833"/>
                  <a:pt x="91974" y="62755"/>
                </a:cubicBezTo>
                <a:cubicBezTo>
                  <a:pt x="91974" y="82677"/>
                  <a:pt x="87935" y="98062"/>
                  <a:pt x="79855" y="108909"/>
                </a:cubicBezTo>
                <a:cubicBezTo>
                  <a:pt x="71776" y="119977"/>
                  <a:pt x="60487" y="125512"/>
                  <a:pt x="45988" y="125512"/>
                </a:cubicBezTo>
                <a:cubicBezTo>
                  <a:pt x="31600" y="125512"/>
                  <a:pt x="20255" y="119977"/>
                  <a:pt x="11954" y="108909"/>
                </a:cubicBezTo>
                <a:cubicBezTo>
                  <a:pt x="3985" y="97952"/>
                  <a:pt x="0" y="82567"/>
                  <a:pt x="0" y="62755"/>
                </a:cubicBezTo>
                <a:cubicBezTo>
                  <a:pt x="0" y="42944"/>
                  <a:pt x="3985" y="27560"/>
                  <a:pt x="11954" y="16603"/>
                </a:cubicBezTo>
                <a:cubicBezTo>
                  <a:pt x="20255" y="5534"/>
                  <a:pt x="31600" y="0"/>
                  <a:pt x="45988" y="0"/>
                </a:cubicBezTo>
                <a:cubicBezTo>
                  <a:pt x="60487" y="0"/>
                  <a:pt x="71776" y="5534"/>
                  <a:pt x="79855" y="16603"/>
                </a:cubicBezTo>
                <a:moveTo>
                  <a:pt x="66409" y="103929"/>
                </a:moveTo>
                <a:cubicBezTo>
                  <a:pt x="70947" y="94963"/>
                  <a:pt x="73216" y="81238"/>
                  <a:pt x="73216" y="62755"/>
                </a:cubicBezTo>
                <a:cubicBezTo>
                  <a:pt x="73216" y="44272"/>
                  <a:pt x="70947" y="30548"/>
                  <a:pt x="66409" y="21583"/>
                </a:cubicBezTo>
                <a:cubicBezTo>
                  <a:pt x="61981" y="12508"/>
                  <a:pt x="55173" y="7970"/>
                  <a:pt x="45986" y="7970"/>
                </a:cubicBezTo>
                <a:cubicBezTo>
                  <a:pt x="36800" y="7970"/>
                  <a:pt x="29994" y="12508"/>
                  <a:pt x="25568" y="21583"/>
                </a:cubicBezTo>
                <a:cubicBezTo>
                  <a:pt x="21030" y="30548"/>
                  <a:pt x="18761" y="44272"/>
                  <a:pt x="18761" y="62755"/>
                </a:cubicBezTo>
                <a:cubicBezTo>
                  <a:pt x="18761" y="81238"/>
                  <a:pt x="21030" y="94963"/>
                  <a:pt x="25568" y="103929"/>
                </a:cubicBezTo>
                <a:cubicBezTo>
                  <a:pt x="29994" y="113004"/>
                  <a:pt x="36800" y="117542"/>
                  <a:pt x="45986" y="117542"/>
                </a:cubicBezTo>
                <a:cubicBezTo>
                  <a:pt x="55173" y="117542"/>
                  <a:pt x="61981" y="113004"/>
                  <a:pt x="66409" y="103929"/>
                </a:cubicBez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df-path-100032">
            <a:extLst xmlns:a="http://schemas.openxmlformats.org/drawingml/2006/main">
              <a:ext uri="{FF2B5EF4-FFF2-40B4-BE49-F238E27FC236}">
                <a16:creationId xmlns:a16="http://schemas.microsoft.com/office/drawing/2014/main" id="{66756BE8-95A4-4857-9FA8-EFB492D8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657" y="6877809"/>
            <a:ext cx="195044" cy="95648"/>
          </a:xfrm>
          <a:custGeom xmlns:a="http://schemas.openxmlformats.org/drawingml/2006/main">
            <a:pathLst>
              <a:path w="195044" h="95648">
                <a:moveTo>
                  <a:pt x="195044" y="45010"/>
                </a:moveTo>
                <a:lnTo>
                  <a:pt x="195044" y="50637"/>
                </a:lnTo>
                <a:lnTo>
                  <a:pt x="150033" y="95648"/>
                </a:lnTo>
                <a:lnTo>
                  <a:pt x="144407" y="95648"/>
                </a:lnTo>
                <a:lnTo>
                  <a:pt x="169020" y="57201"/>
                </a:lnTo>
                <a:lnTo>
                  <a:pt x="0" y="57201"/>
                </a:lnTo>
                <a:lnTo>
                  <a:pt x="0" y="38446"/>
                </a:lnTo>
                <a:lnTo>
                  <a:pt x="169020" y="38446"/>
                </a:lnTo>
                <a:lnTo>
                  <a:pt x="144407" y="0"/>
                </a:lnTo>
                <a:lnTo>
                  <a:pt x="150033" y="0"/>
                </a:lnTo>
                <a:lnTo>
                  <a:pt x="195044" y="4501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df-path-100033">
            <a:extLst xmlns:a="http://schemas.openxmlformats.org/drawingml/2006/main">
              <a:ext uri="{FF2B5EF4-FFF2-40B4-BE49-F238E27FC236}">
                <a16:creationId xmlns:a16="http://schemas.microsoft.com/office/drawing/2014/main" id="{D2DECFF9-3683-49E0-A50E-A6C9432A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654" y="6868434"/>
            <a:ext cx="120963" cy="121667"/>
          </a:xfrm>
          <a:custGeom xmlns:a="http://schemas.openxmlformats.org/drawingml/2006/main">
            <a:pathLst>
              <a:path w="120963" h="121667">
                <a:moveTo>
                  <a:pt x="120963" y="0"/>
                </a:moveTo>
                <a:cubicBezTo>
                  <a:pt x="112681" y="31569"/>
                  <a:pt x="103304" y="56105"/>
                  <a:pt x="92833" y="73609"/>
                </a:cubicBezTo>
                <a:cubicBezTo>
                  <a:pt x="84081" y="88144"/>
                  <a:pt x="76969" y="98380"/>
                  <a:pt x="71499" y="104318"/>
                </a:cubicBezTo>
                <a:cubicBezTo>
                  <a:pt x="60715" y="115884"/>
                  <a:pt x="49307" y="121667"/>
                  <a:pt x="37273" y="121667"/>
                </a:cubicBezTo>
                <a:cubicBezTo>
                  <a:pt x="24770" y="121667"/>
                  <a:pt x="16682" y="112720"/>
                  <a:pt x="13010" y="94825"/>
                </a:cubicBezTo>
                <a:cubicBezTo>
                  <a:pt x="9338" y="76930"/>
                  <a:pt x="9612" y="49385"/>
                  <a:pt x="13833" y="12190"/>
                </a:cubicBezTo>
                <a:lnTo>
                  <a:pt x="0" y="12190"/>
                </a:lnTo>
                <a:lnTo>
                  <a:pt x="2111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20" y="95176"/>
                  <a:pt x="38445" y="98223"/>
                  <a:pt x="42664" y="98223"/>
                </a:cubicBezTo>
                <a:cubicBezTo>
                  <a:pt x="48447" y="98223"/>
                  <a:pt x="54463" y="95137"/>
                  <a:pt x="60714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5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3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df-path-100034">
            <a:extLst xmlns:a="http://schemas.openxmlformats.org/drawingml/2006/main">
              <a:ext uri="{FF2B5EF4-FFF2-40B4-BE49-F238E27FC236}">
                <a16:creationId xmlns:a16="http://schemas.microsoft.com/office/drawing/2014/main" id="{5A4F22CE-B975-4DE0-B9EF-0090D653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0180" y="6781820"/>
            <a:ext cx="88656" cy="125512"/>
          </a:xfrm>
          <a:custGeom xmlns:a="http://schemas.openxmlformats.org/drawingml/2006/main">
            <a:pathLst>
              <a:path w="88656" h="125512">
                <a:moveTo>
                  <a:pt x="88656" y="90479"/>
                </a:moveTo>
                <a:cubicBezTo>
                  <a:pt x="88656" y="101770"/>
                  <a:pt x="84505" y="110459"/>
                  <a:pt x="76202" y="116546"/>
                </a:cubicBezTo>
                <a:cubicBezTo>
                  <a:pt x="67902" y="122523"/>
                  <a:pt x="55893" y="125512"/>
                  <a:pt x="40177" y="125512"/>
                </a:cubicBezTo>
                <a:cubicBezTo>
                  <a:pt x="33315" y="125512"/>
                  <a:pt x="26454" y="124847"/>
                  <a:pt x="19592" y="123518"/>
                </a:cubicBezTo>
                <a:cubicBezTo>
                  <a:pt x="12619" y="122079"/>
                  <a:pt x="6088" y="120031"/>
                  <a:pt x="0" y="117375"/>
                </a:cubicBezTo>
                <a:lnTo>
                  <a:pt x="0" y="93801"/>
                </a:lnTo>
                <a:lnTo>
                  <a:pt x="9963" y="93801"/>
                </a:lnTo>
                <a:cubicBezTo>
                  <a:pt x="10406" y="101437"/>
                  <a:pt x="13283" y="107359"/>
                  <a:pt x="18594" y="111564"/>
                </a:cubicBezTo>
                <a:cubicBezTo>
                  <a:pt x="23907" y="115550"/>
                  <a:pt x="31212" y="117542"/>
                  <a:pt x="40509" y="117542"/>
                </a:cubicBezTo>
                <a:cubicBezTo>
                  <a:pt x="49696" y="117542"/>
                  <a:pt x="56891" y="115107"/>
                  <a:pt x="62092" y="110236"/>
                </a:cubicBezTo>
                <a:cubicBezTo>
                  <a:pt x="67294" y="105698"/>
                  <a:pt x="69894" y="99168"/>
                  <a:pt x="69894" y="90647"/>
                </a:cubicBezTo>
                <a:cubicBezTo>
                  <a:pt x="69894" y="81128"/>
                  <a:pt x="67127" y="73934"/>
                  <a:pt x="61593" y="69064"/>
                </a:cubicBezTo>
                <a:cubicBezTo>
                  <a:pt x="56392" y="64194"/>
                  <a:pt x="48478" y="61760"/>
                  <a:pt x="37854" y="61760"/>
                </a:cubicBezTo>
                <a:lnTo>
                  <a:pt x="29553" y="61760"/>
                </a:lnTo>
                <a:lnTo>
                  <a:pt x="29553" y="53459"/>
                </a:lnTo>
                <a:lnTo>
                  <a:pt x="33869" y="53459"/>
                </a:lnTo>
                <a:cubicBezTo>
                  <a:pt x="44163" y="53459"/>
                  <a:pt x="51965" y="51467"/>
                  <a:pt x="57276" y="47483"/>
                </a:cubicBezTo>
                <a:cubicBezTo>
                  <a:pt x="62478" y="43719"/>
                  <a:pt x="65079" y="37853"/>
                  <a:pt x="65079" y="29885"/>
                </a:cubicBezTo>
                <a:cubicBezTo>
                  <a:pt x="65079" y="22911"/>
                  <a:pt x="62976" y="17488"/>
                  <a:pt x="58771" y="13613"/>
                </a:cubicBezTo>
                <a:cubicBezTo>
                  <a:pt x="54676" y="9851"/>
                  <a:pt x="48533" y="7970"/>
                  <a:pt x="40344" y="7970"/>
                </a:cubicBezTo>
                <a:cubicBezTo>
                  <a:pt x="32265" y="7970"/>
                  <a:pt x="25956" y="9740"/>
                  <a:pt x="21419" y="13282"/>
                </a:cubicBezTo>
                <a:cubicBezTo>
                  <a:pt x="17212" y="16602"/>
                  <a:pt x="14666" y="21693"/>
                  <a:pt x="13781" y="28555"/>
                </a:cubicBezTo>
                <a:lnTo>
                  <a:pt x="3820" y="28555"/>
                </a:lnTo>
                <a:lnTo>
                  <a:pt x="3820" y="7306"/>
                </a:lnTo>
                <a:cubicBezTo>
                  <a:pt x="11124" y="4870"/>
                  <a:pt x="17765" y="3100"/>
                  <a:pt x="23742" y="1993"/>
                </a:cubicBezTo>
                <a:cubicBezTo>
                  <a:pt x="30161" y="664"/>
                  <a:pt x="36192" y="0"/>
                  <a:pt x="41836" y="0"/>
                </a:cubicBezTo>
                <a:cubicBezTo>
                  <a:pt x="54898" y="0"/>
                  <a:pt x="65026" y="2545"/>
                  <a:pt x="72220" y="7637"/>
                </a:cubicBezTo>
                <a:cubicBezTo>
                  <a:pt x="79524" y="12839"/>
                  <a:pt x="83176" y="19923"/>
                  <a:pt x="83176" y="28889"/>
                </a:cubicBezTo>
                <a:cubicBezTo>
                  <a:pt x="83176" y="36303"/>
                  <a:pt x="80630" y="42390"/>
                  <a:pt x="75538" y="47151"/>
                </a:cubicBezTo>
                <a:cubicBezTo>
                  <a:pt x="70558" y="52020"/>
                  <a:pt x="63420" y="55341"/>
                  <a:pt x="54122" y="57112"/>
                </a:cubicBezTo>
                <a:cubicBezTo>
                  <a:pt x="65301" y="58660"/>
                  <a:pt x="73768" y="62312"/>
                  <a:pt x="79523" y="68068"/>
                </a:cubicBezTo>
                <a:cubicBezTo>
                  <a:pt x="85612" y="73712"/>
                  <a:pt x="88656" y="81183"/>
                  <a:pt x="88656" y="90479"/>
                </a:cubicBez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df-path-100035">
            <a:extLst xmlns:a="http://schemas.openxmlformats.org/drawingml/2006/main">
              <a:ext uri="{FF2B5EF4-FFF2-40B4-BE49-F238E27FC236}">
                <a16:creationId xmlns:a16="http://schemas.microsoft.com/office/drawing/2014/main" id="{72327BF8-544E-46D3-BF43-8228C1FB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1279" y="6850882"/>
            <a:ext cx="132452" cy="121667"/>
          </a:xfrm>
          <a:custGeom xmlns:a="http://schemas.openxmlformats.org/drawingml/2006/main">
            <a:pathLst>
              <a:path w="132452" h="121667">
                <a:moveTo>
                  <a:pt x="132452" y="12190"/>
                </a:moveTo>
                <a:lnTo>
                  <a:pt x="118856" y="12190"/>
                </a:lnTo>
                <a:lnTo>
                  <a:pt x="74081" y="121667"/>
                </a:lnTo>
                <a:lnTo>
                  <a:pt x="58607" y="121667"/>
                </a:lnTo>
                <a:lnTo>
                  <a:pt x="13832" y="12190"/>
                </a:lnTo>
                <a:lnTo>
                  <a:pt x="0" y="12190"/>
                </a:lnTo>
                <a:lnTo>
                  <a:pt x="0" y="0"/>
                </a:lnTo>
                <a:lnTo>
                  <a:pt x="56028" y="0"/>
                </a:lnTo>
                <a:lnTo>
                  <a:pt x="56028" y="12190"/>
                </a:lnTo>
                <a:lnTo>
                  <a:pt x="36572" y="12190"/>
                </a:lnTo>
                <a:lnTo>
                  <a:pt x="70797" y="95880"/>
                </a:lnTo>
                <a:lnTo>
                  <a:pt x="105027" y="12190"/>
                </a:lnTo>
                <a:lnTo>
                  <a:pt x="86740" y="12190"/>
                </a:lnTo>
                <a:lnTo>
                  <a:pt x="86740" y="0"/>
                </a:lnTo>
                <a:lnTo>
                  <a:pt x="132452" y="0"/>
                </a:lnTo>
                <a:lnTo>
                  <a:pt x="132452" y="1219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df-path-100036">
            <a:extLst xmlns:a="http://schemas.openxmlformats.org/drawingml/2006/main">
              <a:ext uri="{FF2B5EF4-FFF2-40B4-BE49-F238E27FC236}">
                <a16:creationId xmlns:a16="http://schemas.microsoft.com/office/drawing/2014/main" id="{A114A541-27F2-4EF6-B68F-B806FFDC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7742" y="6764266"/>
            <a:ext cx="92306" cy="125512"/>
          </a:xfrm>
          <a:custGeom xmlns:a="http://schemas.openxmlformats.org/drawingml/2006/main">
            <a:pathLst>
              <a:path w="92306" h="125512">
                <a:moveTo>
                  <a:pt x="92306" y="85003"/>
                </a:moveTo>
                <a:cubicBezTo>
                  <a:pt x="92306" y="97177"/>
                  <a:pt x="88210" y="107027"/>
                  <a:pt x="80020" y="114553"/>
                </a:cubicBezTo>
                <a:cubicBezTo>
                  <a:pt x="71719" y="121859"/>
                  <a:pt x="60596" y="125512"/>
                  <a:pt x="46652" y="125512"/>
                </a:cubicBezTo>
                <a:cubicBezTo>
                  <a:pt x="31709" y="125512"/>
                  <a:pt x="20143" y="120420"/>
                  <a:pt x="11954" y="110236"/>
                </a:cubicBezTo>
                <a:cubicBezTo>
                  <a:pt x="3985" y="100164"/>
                  <a:pt x="0" y="85610"/>
                  <a:pt x="0" y="66573"/>
                </a:cubicBezTo>
                <a:cubicBezTo>
                  <a:pt x="0" y="45214"/>
                  <a:pt x="4815" y="28833"/>
                  <a:pt x="14444" y="17434"/>
                </a:cubicBezTo>
                <a:cubicBezTo>
                  <a:pt x="23851" y="5811"/>
                  <a:pt x="37298" y="0"/>
                  <a:pt x="54786" y="0"/>
                </a:cubicBezTo>
                <a:cubicBezTo>
                  <a:pt x="59878" y="0"/>
                  <a:pt x="64803" y="387"/>
                  <a:pt x="69563" y="1162"/>
                </a:cubicBezTo>
                <a:cubicBezTo>
                  <a:pt x="75206" y="2048"/>
                  <a:pt x="80518" y="3265"/>
                  <a:pt x="85499" y="4815"/>
                </a:cubicBezTo>
                <a:lnTo>
                  <a:pt x="85499" y="24737"/>
                </a:lnTo>
                <a:lnTo>
                  <a:pt x="75371" y="24737"/>
                </a:lnTo>
                <a:cubicBezTo>
                  <a:pt x="74708" y="19314"/>
                  <a:pt x="72384" y="15164"/>
                  <a:pt x="68400" y="12286"/>
                </a:cubicBezTo>
                <a:cubicBezTo>
                  <a:pt x="64637" y="9408"/>
                  <a:pt x="59490" y="7970"/>
                  <a:pt x="52959" y="7970"/>
                </a:cubicBezTo>
                <a:cubicBezTo>
                  <a:pt x="41339" y="7970"/>
                  <a:pt x="32761" y="11954"/>
                  <a:pt x="27227" y="19923"/>
                </a:cubicBezTo>
                <a:cubicBezTo>
                  <a:pt x="21583" y="27561"/>
                  <a:pt x="18650" y="39790"/>
                  <a:pt x="18429" y="56613"/>
                </a:cubicBezTo>
                <a:cubicBezTo>
                  <a:pt x="22302" y="52628"/>
                  <a:pt x="26839" y="49585"/>
                  <a:pt x="32040" y="47483"/>
                </a:cubicBezTo>
                <a:cubicBezTo>
                  <a:pt x="37244" y="45490"/>
                  <a:pt x="43055" y="44494"/>
                  <a:pt x="49474" y="44494"/>
                </a:cubicBezTo>
                <a:cubicBezTo>
                  <a:pt x="62755" y="44494"/>
                  <a:pt x="73214" y="48145"/>
                  <a:pt x="80851" y="55450"/>
                </a:cubicBezTo>
                <a:cubicBezTo>
                  <a:pt x="88487" y="62645"/>
                  <a:pt x="92306" y="72495"/>
                  <a:pt x="92306" y="85003"/>
                </a:cubicBezTo>
                <a:moveTo>
                  <a:pt x="66738" y="109240"/>
                </a:moveTo>
                <a:cubicBezTo>
                  <a:pt x="71276" y="103706"/>
                  <a:pt x="73545" y="95627"/>
                  <a:pt x="73545" y="85003"/>
                </a:cubicBezTo>
                <a:cubicBezTo>
                  <a:pt x="73545" y="74376"/>
                  <a:pt x="71276" y="66297"/>
                  <a:pt x="66738" y="60765"/>
                </a:cubicBezTo>
                <a:cubicBezTo>
                  <a:pt x="62202" y="55231"/>
                  <a:pt x="55783" y="52464"/>
                  <a:pt x="47480" y="52464"/>
                </a:cubicBezTo>
                <a:cubicBezTo>
                  <a:pt x="39070" y="52464"/>
                  <a:pt x="32540" y="55175"/>
                  <a:pt x="27891" y="60597"/>
                </a:cubicBezTo>
                <a:cubicBezTo>
                  <a:pt x="23464" y="66242"/>
                  <a:pt x="21251" y="74045"/>
                  <a:pt x="21251" y="84007"/>
                </a:cubicBezTo>
                <a:cubicBezTo>
                  <a:pt x="21251" y="94520"/>
                  <a:pt x="23520" y="102820"/>
                  <a:pt x="28058" y="108909"/>
                </a:cubicBezTo>
                <a:cubicBezTo>
                  <a:pt x="32817" y="114665"/>
                  <a:pt x="39291" y="117542"/>
                  <a:pt x="47480" y="117542"/>
                </a:cubicBezTo>
                <a:cubicBezTo>
                  <a:pt x="55783" y="117542"/>
                  <a:pt x="62202" y="114775"/>
                  <a:pt x="66738" y="109240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df-path-100037">
            <a:extLst xmlns:a="http://schemas.openxmlformats.org/drawingml/2006/main">
              <a:ext uri="{FF2B5EF4-FFF2-40B4-BE49-F238E27FC236}">
                <a16:creationId xmlns:a16="http://schemas.microsoft.com/office/drawing/2014/main" id="{7863716C-80D3-40B0-85D0-6AAEDCE5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8225" y="6869735"/>
            <a:ext cx="120963" cy="121667"/>
          </a:xfrm>
          <a:custGeom xmlns:a="http://schemas.openxmlformats.org/drawingml/2006/main">
            <a:pathLst>
              <a:path w="120963" h="121667">
                <a:moveTo>
                  <a:pt x="120963" y="0"/>
                </a:moveTo>
                <a:cubicBezTo>
                  <a:pt x="112681" y="31569"/>
                  <a:pt x="103304" y="56105"/>
                  <a:pt x="92833" y="73609"/>
                </a:cubicBezTo>
                <a:cubicBezTo>
                  <a:pt x="84081" y="88144"/>
                  <a:pt x="76969" y="98380"/>
                  <a:pt x="71499" y="104318"/>
                </a:cubicBezTo>
                <a:cubicBezTo>
                  <a:pt x="60715" y="115884"/>
                  <a:pt x="49306" y="121667"/>
                  <a:pt x="37273" y="121667"/>
                </a:cubicBezTo>
                <a:cubicBezTo>
                  <a:pt x="24770" y="121667"/>
                  <a:pt x="16683" y="112720"/>
                  <a:pt x="13010" y="94825"/>
                </a:cubicBezTo>
                <a:cubicBezTo>
                  <a:pt x="9337" y="76930"/>
                  <a:pt x="9612" y="49384"/>
                  <a:pt x="13833" y="12190"/>
                </a:cubicBezTo>
                <a:lnTo>
                  <a:pt x="0" y="12190"/>
                </a:lnTo>
                <a:lnTo>
                  <a:pt x="2111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20" y="95176"/>
                  <a:pt x="38445" y="98223"/>
                  <a:pt x="42664" y="98223"/>
                </a:cubicBezTo>
                <a:cubicBezTo>
                  <a:pt x="48447" y="98223"/>
                  <a:pt x="54464" y="95137"/>
                  <a:pt x="60714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5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3" y="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df-path-100038">
            <a:extLst xmlns:a="http://schemas.openxmlformats.org/drawingml/2006/main">
              <a:ext uri="{FF2B5EF4-FFF2-40B4-BE49-F238E27FC236}">
                <a16:creationId xmlns:a16="http://schemas.microsoft.com/office/drawing/2014/main" id="{0696FFB1-F1DA-4FE0-AB30-FA378952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1092" y="6783121"/>
            <a:ext cx="92306" cy="125512"/>
          </a:xfrm>
          <a:custGeom xmlns:a="http://schemas.openxmlformats.org/drawingml/2006/main">
            <a:pathLst>
              <a:path w="92306" h="125512">
                <a:moveTo>
                  <a:pt x="92306" y="85003"/>
                </a:moveTo>
                <a:cubicBezTo>
                  <a:pt x="92306" y="97177"/>
                  <a:pt x="88210" y="107027"/>
                  <a:pt x="80020" y="114553"/>
                </a:cubicBezTo>
                <a:cubicBezTo>
                  <a:pt x="71719" y="121859"/>
                  <a:pt x="60596" y="125512"/>
                  <a:pt x="46652" y="125512"/>
                </a:cubicBezTo>
                <a:cubicBezTo>
                  <a:pt x="31709" y="125512"/>
                  <a:pt x="20143" y="120420"/>
                  <a:pt x="11954" y="110236"/>
                </a:cubicBezTo>
                <a:cubicBezTo>
                  <a:pt x="3985" y="100164"/>
                  <a:pt x="0" y="85610"/>
                  <a:pt x="0" y="66573"/>
                </a:cubicBezTo>
                <a:cubicBezTo>
                  <a:pt x="0" y="45214"/>
                  <a:pt x="4815" y="28833"/>
                  <a:pt x="14444" y="17434"/>
                </a:cubicBezTo>
                <a:cubicBezTo>
                  <a:pt x="23851" y="5811"/>
                  <a:pt x="37298" y="0"/>
                  <a:pt x="54786" y="0"/>
                </a:cubicBezTo>
                <a:cubicBezTo>
                  <a:pt x="59878" y="0"/>
                  <a:pt x="64803" y="387"/>
                  <a:pt x="69563" y="1162"/>
                </a:cubicBezTo>
                <a:cubicBezTo>
                  <a:pt x="75206" y="2048"/>
                  <a:pt x="80518" y="3265"/>
                  <a:pt x="85499" y="4815"/>
                </a:cubicBezTo>
                <a:lnTo>
                  <a:pt x="85499" y="24737"/>
                </a:lnTo>
                <a:lnTo>
                  <a:pt x="75371" y="24737"/>
                </a:lnTo>
                <a:cubicBezTo>
                  <a:pt x="74708" y="19314"/>
                  <a:pt x="72384" y="15164"/>
                  <a:pt x="68400" y="12286"/>
                </a:cubicBezTo>
                <a:cubicBezTo>
                  <a:pt x="64637" y="9408"/>
                  <a:pt x="59490" y="7970"/>
                  <a:pt x="52959" y="7970"/>
                </a:cubicBezTo>
                <a:cubicBezTo>
                  <a:pt x="41339" y="7970"/>
                  <a:pt x="32761" y="11954"/>
                  <a:pt x="27227" y="19923"/>
                </a:cubicBezTo>
                <a:cubicBezTo>
                  <a:pt x="21583" y="27561"/>
                  <a:pt x="18650" y="39790"/>
                  <a:pt x="18429" y="56613"/>
                </a:cubicBezTo>
                <a:cubicBezTo>
                  <a:pt x="22302" y="52628"/>
                  <a:pt x="26839" y="49585"/>
                  <a:pt x="32040" y="47483"/>
                </a:cubicBezTo>
                <a:cubicBezTo>
                  <a:pt x="37244" y="45490"/>
                  <a:pt x="43055" y="44494"/>
                  <a:pt x="49474" y="44494"/>
                </a:cubicBezTo>
                <a:cubicBezTo>
                  <a:pt x="62755" y="44494"/>
                  <a:pt x="73214" y="48145"/>
                  <a:pt x="80851" y="55450"/>
                </a:cubicBezTo>
                <a:cubicBezTo>
                  <a:pt x="88487" y="62645"/>
                  <a:pt x="92306" y="72495"/>
                  <a:pt x="92306" y="85003"/>
                </a:cubicBezTo>
                <a:moveTo>
                  <a:pt x="66738" y="109240"/>
                </a:moveTo>
                <a:cubicBezTo>
                  <a:pt x="71276" y="103706"/>
                  <a:pt x="73545" y="95627"/>
                  <a:pt x="73545" y="85003"/>
                </a:cubicBezTo>
                <a:cubicBezTo>
                  <a:pt x="73545" y="74376"/>
                  <a:pt x="71276" y="66297"/>
                  <a:pt x="66738" y="60765"/>
                </a:cubicBezTo>
                <a:cubicBezTo>
                  <a:pt x="62202" y="55231"/>
                  <a:pt x="55783" y="52464"/>
                  <a:pt x="47480" y="52464"/>
                </a:cubicBezTo>
                <a:cubicBezTo>
                  <a:pt x="39070" y="52464"/>
                  <a:pt x="32540" y="55175"/>
                  <a:pt x="27891" y="60597"/>
                </a:cubicBezTo>
                <a:cubicBezTo>
                  <a:pt x="23464" y="66242"/>
                  <a:pt x="21251" y="74045"/>
                  <a:pt x="21251" y="84007"/>
                </a:cubicBezTo>
                <a:cubicBezTo>
                  <a:pt x="21251" y="94520"/>
                  <a:pt x="23520" y="102820"/>
                  <a:pt x="28058" y="108909"/>
                </a:cubicBezTo>
                <a:cubicBezTo>
                  <a:pt x="32817" y="114665"/>
                  <a:pt x="39291" y="117542"/>
                  <a:pt x="47480" y="117542"/>
                </a:cubicBezTo>
                <a:cubicBezTo>
                  <a:pt x="55783" y="117542"/>
                  <a:pt x="62202" y="114775"/>
                  <a:pt x="66738" y="109240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df-path-100039">
            <a:extLst xmlns:a="http://schemas.openxmlformats.org/drawingml/2006/main">
              <a:ext uri="{FF2B5EF4-FFF2-40B4-BE49-F238E27FC236}">
                <a16:creationId xmlns:a16="http://schemas.microsoft.com/office/drawing/2014/main" id="{1737FFEB-4E2C-441E-822B-3A8DA0B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0284" y="6879110"/>
            <a:ext cx="195044" cy="95648"/>
          </a:xfrm>
          <a:custGeom xmlns:a="http://schemas.openxmlformats.org/drawingml/2006/main">
            <a:pathLst>
              <a:path w="195044" h="95648">
                <a:moveTo>
                  <a:pt x="195044" y="45010"/>
                </a:moveTo>
                <a:lnTo>
                  <a:pt x="195044" y="50637"/>
                </a:lnTo>
                <a:lnTo>
                  <a:pt x="150034" y="95648"/>
                </a:lnTo>
                <a:lnTo>
                  <a:pt x="144407" y="95648"/>
                </a:lnTo>
                <a:lnTo>
                  <a:pt x="169021" y="57201"/>
                </a:lnTo>
                <a:lnTo>
                  <a:pt x="0" y="57201"/>
                </a:lnTo>
                <a:lnTo>
                  <a:pt x="0" y="38446"/>
                </a:lnTo>
                <a:lnTo>
                  <a:pt x="169021" y="38446"/>
                </a:lnTo>
                <a:lnTo>
                  <a:pt x="144407" y="0"/>
                </a:lnTo>
                <a:lnTo>
                  <a:pt x="150034" y="0"/>
                </a:lnTo>
                <a:lnTo>
                  <a:pt x="195044" y="4501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df-path-100040">
            <a:extLst xmlns:a="http://schemas.openxmlformats.org/drawingml/2006/main">
              <a:ext uri="{FF2B5EF4-FFF2-40B4-BE49-F238E27FC236}">
                <a16:creationId xmlns:a16="http://schemas.microsoft.com/office/drawing/2014/main" id="{2514F9C8-629F-4C78-AEB1-2A928222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7283" y="6869735"/>
            <a:ext cx="120962" cy="121667"/>
          </a:xfrm>
          <a:custGeom xmlns:a="http://schemas.openxmlformats.org/drawingml/2006/main">
            <a:pathLst>
              <a:path w="120962" h="121667">
                <a:moveTo>
                  <a:pt x="120962" y="0"/>
                </a:moveTo>
                <a:cubicBezTo>
                  <a:pt x="112680" y="31569"/>
                  <a:pt x="103304" y="56105"/>
                  <a:pt x="92832" y="73609"/>
                </a:cubicBezTo>
                <a:cubicBezTo>
                  <a:pt x="84080" y="88144"/>
                  <a:pt x="76969" y="98380"/>
                  <a:pt x="71499" y="104318"/>
                </a:cubicBezTo>
                <a:cubicBezTo>
                  <a:pt x="60715" y="115884"/>
                  <a:pt x="49306" y="121667"/>
                  <a:pt x="37273" y="121667"/>
                </a:cubicBezTo>
                <a:cubicBezTo>
                  <a:pt x="24769" y="121667"/>
                  <a:pt x="16682" y="112720"/>
                  <a:pt x="13009" y="94825"/>
                </a:cubicBezTo>
                <a:cubicBezTo>
                  <a:pt x="9337" y="76930"/>
                  <a:pt x="9612" y="49384"/>
                  <a:pt x="13832" y="12190"/>
                </a:cubicBezTo>
                <a:lnTo>
                  <a:pt x="0" y="12190"/>
                </a:lnTo>
                <a:lnTo>
                  <a:pt x="2110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19" y="95176"/>
                  <a:pt x="38445" y="98223"/>
                  <a:pt x="42664" y="98223"/>
                </a:cubicBezTo>
                <a:cubicBezTo>
                  <a:pt x="48446" y="98223"/>
                  <a:pt x="54463" y="95137"/>
                  <a:pt x="60713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4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2" y="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df-path-100041">
            <a:extLst xmlns:a="http://schemas.openxmlformats.org/drawingml/2006/main">
              <a:ext uri="{FF2B5EF4-FFF2-40B4-BE49-F238E27FC236}">
                <a16:creationId xmlns:a16="http://schemas.microsoft.com/office/drawing/2014/main" id="{1188789A-98FA-4EBC-B79B-E144E61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1808" y="6783121"/>
            <a:ext cx="88655" cy="125512"/>
          </a:xfrm>
          <a:custGeom xmlns:a="http://schemas.openxmlformats.org/drawingml/2006/main">
            <a:pathLst>
              <a:path w="88655" h="125512">
                <a:moveTo>
                  <a:pt x="88655" y="90479"/>
                </a:moveTo>
                <a:cubicBezTo>
                  <a:pt x="88655" y="101770"/>
                  <a:pt x="84504" y="110459"/>
                  <a:pt x="76201" y="116546"/>
                </a:cubicBezTo>
                <a:cubicBezTo>
                  <a:pt x="67901" y="122523"/>
                  <a:pt x="55893" y="125512"/>
                  <a:pt x="40177" y="125512"/>
                </a:cubicBezTo>
                <a:cubicBezTo>
                  <a:pt x="33315" y="125512"/>
                  <a:pt x="26453" y="124847"/>
                  <a:pt x="19591" y="123518"/>
                </a:cubicBezTo>
                <a:cubicBezTo>
                  <a:pt x="12618" y="122079"/>
                  <a:pt x="6088" y="120031"/>
                  <a:pt x="0" y="117375"/>
                </a:cubicBezTo>
                <a:lnTo>
                  <a:pt x="0" y="93801"/>
                </a:lnTo>
                <a:lnTo>
                  <a:pt x="9963" y="93801"/>
                </a:lnTo>
                <a:cubicBezTo>
                  <a:pt x="10405" y="101437"/>
                  <a:pt x="13282" y="107359"/>
                  <a:pt x="18594" y="111564"/>
                </a:cubicBezTo>
                <a:cubicBezTo>
                  <a:pt x="23907" y="115550"/>
                  <a:pt x="31211" y="117542"/>
                  <a:pt x="40509" y="117542"/>
                </a:cubicBezTo>
                <a:cubicBezTo>
                  <a:pt x="49696" y="117542"/>
                  <a:pt x="56890" y="115107"/>
                  <a:pt x="62092" y="110236"/>
                </a:cubicBezTo>
                <a:cubicBezTo>
                  <a:pt x="67294" y="105698"/>
                  <a:pt x="69894" y="99168"/>
                  <a:pt x="69894" y="90647"/>
                </a:cubicBezTo>
                <a:cubicBezTo>
                  <a:pt x="69894" y="81128"/>
                  <a:pt x="67127" y="73934"/>
                  <a:pt x="61593" y="69064"/>
                </a:cubicBezTo>
                <a:cubicBezTo>
                  <a:pt x="56391" y="64194"/>
                  <a:pt x="48478" y="61760"/>
                  <a:pt x="37854" y="61760"/>
                </a:cubicBezTo>
                <a:lnTo>
                  <a:pt x="29553" y="61760"/>
                </a:lnTo>
                <a:lnTo>
                  <a:pt x="29553" y="53459"/>
                </a:lnTo>
                <a:lnTo>
                  <a:pt x="33869" y="53459"/>
                </a:lnTo>
                <a:cubicBezTo>
                  <a:pt x="44163" y="53459"/>
                  <a:pt x="51965" y="51467"/>
                  <a:pt x="57276" y="47483"/>
                </a:cubicBezTo>
                <a:cubicBezTo>
                  <a:pt x="62477" y="43719"/>
                  <a:pt x="65079" y="37853"/>
                  <a:pt x="65079" y="29885"/>
                </a:cubicBezTo>
                <a:cubicBezTo>
                  <a:pt x="65079" y="22911"/>
                  <a:pt x="62976" y="17488"/>
                  <a:pt x="58770" y="13613"/>
                </a:cubicBezTo>
                <a:cubicBezTo>
                  <a:pt x="54675" y="9851"/>
                  <a:pt x="48533" y="7970"/>
                  <a:pt x="40344" y="7970"/>
                </a:cubicBezTo>
                <a:cubicBezTo>
                  <a:pt x="32265" y="7970"/>
                  <a:pt x="25956" y="9740"/>
                  <a:pt x="21418" y="13282"/>
                </a:cubicBezTo>
                <a:cubicBezTo>
                  <a:pt x="17211" y="16602"/>
                  <a:pt x="14665" y="21693"/>
                  <a:pt x="13780" y="28555"/>
                </a:cubicBezTo>
                <a:lnTo>
                  <a:pt x="3820" y="28555"/>
                </a:lnTo>
                <a:lnTo>
                  <a:pt x="3820" y="7306"/>
                </a:lnTo>
                <a:cubicBezTo>
                  <a:pt x="11124" y="4870"/>
                  <a:pt x="17764" y="3100"/>
                  <a:pt x="23741" y="1993"/>
                </a:cubicBezTo>
                <a:cubicBezTo>
                  <a:pt x="30160" y="664"/>
                  <a:pt x="36192" y="0"/>
                  <a:pt x="41836" y="0"/>
                </a:cubicBezTo>
                <a:cubicBezTo>
                  <a:pt x="54898" y="0"/>
                  <a:pt x="65025" y="2545"/>
                  <a:pt x="72220" y="7637"/>
                </a:cubicBezTo>
                <a:cubicBezTo>
                  <a:pt x="79524" y="12839"/>
                  <a:pt x="83176" y="19923"/>
                  <a:pt x="83176" y="28889"/>
                </a:cubicBezTo>
                <a:cubicBezTo>
                  <a:pt x="83176" y="36303"/>
                  <a:pt x="80630" y="42390"/>
                  <a:pt x="75538" y="47151"/>
                </a:cubicBezTo>
                <a:cubicBezTo>
                  <a:pt x="70558" y="52020"/>
                  <a:pt x="63419" y="55341"/>
                  <a:pt x="54122" y="57112"/>
                </a:cubicBezTo>
                <a:cubicBezTo>
                  <a:pt x="65300" y="58660"/>
                  <a:pt x="73768" y="62312"/>
                  <a:pt x="79523" y="68068"/>
                </a:cubicBezTo>
                <a:cubicBezTo>
                  <a:pt x="85611" y="73712"/>
                  <a:pt x="88655" y="81183"/>
                  <a:pt x="88655" y="90479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100042">
            <a:extLst xmlns:a="http://schemas.openxmlformats.org/drawingml/2006/main">
              <a:ext uri="{FF2B5EF4-FFF2-40B4-BE49-F238E27FC236}">
                <a16:creationId xmlns:a16="http://schemas.microsoft.com/office/drawing/2014/main" id="{9C7BFC83-66F6-429F-91B9-74E5443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7629" y="6851632"/>
            <a:ext cx="120962" cy="121667"/>
          </a:xfrm>
          <a:custGeom xmlns:a="http://schemas.openxmlformats.org/drawingml/2006/main">
            <a:pathLst>
              <a:path w="120962" h="121667">
                <a:moveTo>
                  <a:pt x="120962" y="0"/>
                </a:moveTo>
                <a:cubicBezTo>
                  <a:pt x="112680" y="31569"/>
                  <a:pt x="103304" y="56105"/>
                  <a:pt x="92832" y="73609"/>
                </a:cubicBezTo>
                <a:cubicBezTo>
                  <a:pt x="84080" y="88144"/>
                  <a:pt x="76969" y="98380"/>
                  <a:pt x="71499" y="104318"/>
                </a:cubicBezTo>
                <a:cubicBezTo>
                  <a:pt x="60715" y="115884"/>
                  <a:pt x="49306" y="121667"/>
                  <a:pt x="37273" y="121667"/>
                </a:cubicBezTo>
                <a:cubicBezTo>
                  <a:pt x="24769" y="121667"/>
                  <a:pt x="16682" y="112720"/>
                  <a:pt x="13009" y="94825"/>
                </a:cubicBezTo>
                <a:cubicBezTo>
                  <a:pt x="9337" y="76930"/>
                  <a:pt x="9612" y="49384"/>
                  <a:pt x="13832" y="12190"/>
                </a:cubicBezTo>
                <a:lnTo>
                  <a:pt x="0" y="12190"/>
                </a:lnTo>
                <a:lnTo>
                  <a:pt x="2110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19" y="95176"/>
                  <a:pt x="38445" y="98223"/>
                  <a:pt x="42664" y="98223"/>
                </a:cubicBezTo>
                <a:cubicBezTo>
                  <a:pt x="48446" y="98223"/>
                  <a:pt x="54463" y="95137"/>
                  <a:pt x="60713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4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2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df-path-100043">
            <a:extLst xmlns:a="http://schemas.openxmlformats.org/drawingml/2006/main">
              <a:ext uri="{FF2B5EF4-FFF2-40B4-BE49-F238E27FC236}">
                <a16:creationId xmlns:a16="http://schemas.microsoft.com/office/drawing/2014/main" id="{EC5B21BA-A0A1-4605-B3BF-EDD6299F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2155" y="6765019"/>
            <a:ext cx="88655" cy="125512"/>
          </a:xfrm>
          <a:custGeom xmlns:a="http://schemas.openxmlformats.org/drawingml/2006/main">
            <a:pathLst>
              <a:path w="88655" h="125512">
                <a:moveTo>
                  <a:pt x="88655" y="90479"/>
                </a:moveTo>
                <a:cubicBezTo>
                  <a:pt x="88655" y="101770"/>
                  <a:pt x="84504" y="110459"/>
                  <a:pt x="76201" y="116546"/>
                </a:cubicBezTo>
                <a:cubicBezTo>
                  <a:pt x="67901" y="122523"/>
                  <a:pt x="55893" y="125512"/>
                  <a:pt x="40177" y="125512"/>
                </a:cubicBezTo>
                <a:cubicBezTo>
                  <a:pt x="33315" y="125512"/>
                  <a:pt x="26453" y="124847"/>
                  <a:pt x="19591" y="123518"/>
                </a:cubicBezTo>
                <a:cubicBezTo>
                  <a:pt x="12618" y="122079"/>
                  <a:pt x="6088" y="120031"/>
                  <a:pt x="0" y="117375"/>
                </a:cubicBezTo>
                <a:lnTo>
                  <a:pt x="0" y="93801"/>
                </a:lnTo>
                <a:lnTo>
                  <a:pt x="9963" y="93801"/>
                </a:lnTo>
                <a:cubicBezTo>
                  <a:pt x="10405" y="101437"/>
                  <a:pt x="13282" y="107359"/>
                  <a:pt x="18594" y="111564"/>
                </a:cubicBezTo>
                <a:cubicBezTo>
                  <a:pt x="23907" y="115550"/>
                  <a:pt x="31211" y="117542"/>
                  <a:pt x="40509" y="117542"/>
                </a:cubicBezTo>
                <a:cubicBezTo>
                  <a:pt x="49696" y="117542"/>
                  <a:pt x="56890" y="115107"/>
                  <a:pt x="62092" y="110236"/>
                </a:cubicBezTo>
                <a:cubicBezTo>
                  <a:pt x="67294" y="105698"/>
                  <a:pt x="69894" y="99168"/>
                  <a:pt x="69894" y="90647"/>
                </a:cubicBezTo>
                <a:cubicBezTo>
                  <a:pt x="69894" y="81128"/>
                  <a:pt x="67127" y="73934"/>
                  <a:pt x="61593" y="69064"/>
                </a:cubicBezTo>
                <a:cubicBezTo>
                  <a:pt x="56391" y="64194"/>
                  <a:pt x="48478" y="61760"/>
                  <a:pt x="37854" y="61760"/>
                </a:cubicBezTo>
                <a:lnTo>
                  <a:pt x="29553" y="61760"/>
                </a:lnTo>
                <a:lnTo>
                  <a:pt x="29553" y="53459"/>
                </a:lnTo>
                <a:lnTo>
                  <a:pt x="33869" y="53459"/>
                </a:lnTo>
                <a:cubicBezTo>
                  <a:pt x="44163" y="53459"/>
                  <a:pt x="51965" y="51467"/>
                  <a:pt x="57276" y="47483"/>
                </a:cubicBezTo>
                <a:cubicBezTo>
                  <a:pt x="62477" y="43719"/>
                  <a:pt x="65079" y="37853"/>
                  <a:pt x="65079" y="29885"/>
                </a:cubicBezTo>
                <a:cubicBezTo>
                  <a:pt x="65079" y="22911"/>
                  <a:pt x="62976" y="17488"/>
                  <a:pt x="58770" y="13613"/>
                </a:cubicBezTo>
                <a:cubicBezTo>
                  <a:pt x="54675" y="9851"/>
                  <a:pt x="48533" y="7970"/>
                  <a:pt x="40344" y="7970"/>
                </a:cubicBezTo>
                <a:cubicBezTo>
                  <a:pt x="32265" y="7970"/>
                  <a:pt x="25956" y="9740"/>
                  <a:pt x="21418" y="13282"/>
                </a:cubicBezTo>
                <a:cubicBezTo>
                  <a:pt x="17211" y="16602"/>
                  <a:pt x="14665" y="21693"/>
                  <a:pt x="13780" y="28555"/>
                </a:cubicBezTo>
                <a:lnTo>
                  <a:pt x="3820" y="28555"/>
                </a:lnTo>
                <a:lnTo>
                  <a:pt x="3820" y="7306"/>
                </a:lnTo>
                <a:cubicBezTo>
                  <a:pt x="11124" y="4870"/>
                  <a:pt x="17764" y="3100"/>
                  <a:pt x="23741" y="1993"/>
                </a:cubicBezTo>
                <a:cubicBezTo>
                  <a:pt x="30160" y="664"/>
                  <a:pt x="36192" y="0"/>
                  <a:pt x="41836" y="0"/>
                </a:cubicBezTo>
                <a:cubicBezTo>
                  <a:pt x="54898" y="0"/>
                  <a:pt x="65025" y="2545"/>
                  <a:pt x="72220" y="7637"/>
                </a:cubicBezTo>
                <a:cubicBezTo>
                  <a:pt x="79524" y="12839"/>
                  <a:pt x="83176" y="19923"/>
                  <a:pt x="83176" y="28889"/>
                </a:cubicBezTo>
                <a:cubicBezTo>
                  <a:pt x="83176" y="36303"/>
                  <a:pt x="80630" y="42390"/>
                  <a:pt x="75538" y="47151"/>
                </a:cubicBezTo>
                <a:cubicBezTo>
                  <a:pt x="70558" y="52020"/>
                  <a:pt x="63419" y="55341"/>
                  <a:pt x="54122" y="57112"/>
                </a:cubicBezTo>
                <a:cubicBezTo>
                  <a:pt x="65300" y="58660"/>
                  <a:pt x="73768" y="62312"/>
                  <a:pt x="79523" y="68068"/>
                </a:cubicBezTo>
                <a:cubicBezTo>
                  <a:pt x="85611" y="73712"/>
                  <a:pt x="88655" y="81183"/>
                  <a:pt x="88655" y="90479"/>
                </a:cubicBez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100044">
            <a:extLst xmlns:a="http://schemas.openxmlformats.org/drawingml/2006/main">
              <a:ext uri="{FF2B5EF4-FFF2-40B4-BE49-F238E27FC236}">
                <a16:creationId xmlns:a16="http://schemas.microsoft.com/office/drawing/2014/main" id="{2704256A-24F4-4723-9CA1-DC3E9346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689" y="6861008"/>
            <a:ext cx="195044" cy="95648"/>
          </a:xfrm>
          <a:custGeom xmlns:a="http://schemas.openxmlformats.org/drawingml/2006/main">
            <a:pathLst>
              <a:path w="195044" h="95648">
                <a:moveTo>
                  <a:pt x="195044" y="45010"/>
                </a:moveTo>
                <a:lnTo>
                  <a:pt x="195044" y="50637"/>
                </a:lnTo>
                <a:lnTo>
                  <a:pt x="150034" y="95648"/>
                </a:lnTo>
                <a:lnTo>
                  <a:pt x="144406" y="95648"/>
                </a:lnTo>
                <a:lnTo>
                  <a:pt x="169020" y="57201"/>
                </a:lnTo>
                <a:lnTo>
                  <a:pt x="0" y="57201"/>
                </a:lnTo>
                <a:lnTo>
                  <a:pt x="0" y="38446"/>
                </a:lnTo>
                <a:lnTo>
                  <a:pt x="169020" y="38446"/>
                </a:lnTo>
                <a:lnTo>
                  <a:pt x="144406" y="0"/>
                </a:lnTo>
                <a:lnTo>
                  <a:pt x="150034" y="0"/>
                </a:lnTo>
                <a:lnTo>
                  <a:pt x="195044" y="4501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df-path-100045">
            <a:extLst xmlns:a="http://schemas.openxmlformats.org/drawingml/2006/main">
              <a:ext uri="{FF2B5EF4-FFF2-40B4-BE49-F238E27FC236}">
                <a16:creationId xmlns:a16="http://schemas.microsoft.com/office/drawing/2014/main" id="{1563040A-C126-4749-BF65-6E1CC9E9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6685" y="6851632"/>
            <a:ext cx="120962" cy="121667"/>
          </a:xfrm>
          <a:custGeom xmlns:a="http://schemas.openxmlformats.org/drawingml/2006/main">
            <a:pathLst>
              <a:path w="120962" h="121667">
                <a:moveTo>
                  <a:pt x="120962" y="0"/>
                </a:moveTo>
                <a:cubicBezTo>
                  <a:pt x="112680" y="31569"/>
                  <a:pt x="103304" y="56105"/>
                  <a:pt x="92832" y="73609"/>
                </a:cubicBezTo>
                <a:cubicBezTo>
                  <a:pt x="84080" y="88144"/>
                  <a:pt x="76969" y="98380"/>
                  <a:pt x="71499" y="104318"/>
                </a:cubicBezTo>
                <a:cubicBezTo>
                  <a:pt x="60715" y="115884"/>
                  <a:pt x="49306" y="121667"/>
                  <a:pt x="37273" y="121667"/>
                </a:cubicBezTo>
                <a:cubicBezTo>
                  <a:pt x="24769" y="121667"/>
                  <a:pt x="16682" y="112720"/>
                  <a:pt x="13009" y="94825"/>
                </a:cubicBezTo>
                <a:cubicBezTo>
                  <a:pt x="9337" y="76930"/>
                  <a:pt x="9612" y="49384"/>
                  <a:pt x="13832" y="12190"/>
                </a:cubicBezTo>
                <a:lnTo>
                  <a:pt x="0" y="12190"/>
                </a:lnTo>
                <a:lnTo>
                  <a:pt x="2110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19" y="95176"/>
                  <a:pt x="38445" y="98223"/>
                  <a:pt x="42664" y="98223"/>
                </a:cubicBezTo>
                <a:cubicBezTo>
                  <a:pt x="48446" y="98223"/>
                  <a:pt x="54463" y="95137"/>
                  <a:pt x="60713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4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2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df-path-100046">
            <a:extLst xmlns:a="http://schemas.openxmlformats.org/drawingml/2006/main">
              <a:ext uri="{FF2B5EF4-FFF2-40B4-BE49-F238E27FC236}">
                <a16:creationId xmlns:a16="http://schemas.microsoft.com/office/drawing/2014/main" id="{4574B10C-0330-43A1-A1A6-6265D84F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2911" y="6765019"/>
            <a:ext cx="101436" cy="123186"/>
          </a:xfrm>
          <a:custGeom xmlns:a="http://schemas.openxmlformats.org/drawingml/2006/main">
            <a:pathLst>
              <a:path w="101436" h="123186">
                <a:moveTo>
                  <a:pt x="101436" y="90812"/>
                </a:moveTo>
                <a:lnTo>
                  <a:pt x="76035" y="90812"/>
                </a:lnTo>
                <a:lnTo>
                  <a:pt x="76035" y="114553"/>
                </a:lnTo>
                <a:lnTo>
                  <a:pt x="97287" y="114553"/>
                </a:lnTo>
                <a:lnTo>
                  <a:pt x="97287" y="123186"/>
                </a:lnTo>
                <a:lnTo>
                  <a:pt x="36688" y="123186"/>
                </a:lnTo>
                <a:lnTo>
                  <a:pt x="36688" y="114553"/>
                </a:lnTo>
                <a:lnTo>
                  <a:pt x="58105" y="114553"/>
                </a:lnTo>
                <a:lnTo>
                  <a:pt x="58105" y="90812"/>
                </a:lnTo>
                <a:lnTo>
                  <a:pt x="0" y="90812"/>
                </a:lnTo>
                <a:lnTo>
                  <a:pt x="0" y="82014"/>
                </a:lnTo>
                <a:lnTo>
                  <a:pt x="58272" y="0"/>
                </a:lnTo>
                <a:lnTo>
                  <a:pt x="76035" y="0"/>
                </a:lnTo>
                <a:lnTo>
                  <a:pt x="76035" y="82181"/>
                </a:lnTo>
                <a:lnTo>
                  <a:pt x="101436" y="82181"/>
                </a:lnTo>
                <a:lnTo>
                  <a:pt x="101436" y="90812"/>
                </a:lnTo>
                <a:moveTo>
                  <a:pt x="58105" y="82181"/>
                </a:moveTo>
                <a:lnTo>
                  <a:pt x="58105" y="17765"/>
                </a:lnTo>
                <a:lnTo>
                  <a:pt x="12616" y="82181"/>
                </a:lnTo>
                <a:lnTo>
                  <a:pt x="58105" y="82181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df-path-100047">
            <a:extLst xmlns:a="http://schemas.openxmlformats.org/drawingml/2006/main">
              <a:ext uri="{FF2B5EF4-FFF2-40B4-BE49-F238E27FC236}">
                <a16:creationId xmlns:a16="http://schemas.microsoft.com/office/drawing/2014/main" id="{2CDB652B-10E1-4DD0-B028-BC89A820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975" y="6839152"/>
            <a:ext cx="120962" cy="121667"/>
          </a:xfrm>
          <a:custGeom xmlns:a="http://schemas.openxmlformats.org/drawingml/2006/main">
            <a:pathLst>
              <a:path w="120962" h="121667">
                <a:moveTo>
                  <a:pt x="120962" y="0"/>
                </a:moveTo>
                <a:cubicBezTo>
                  <a:pt x="112680" y="31569"/>
                  <a:pt x="103304" y="56105"/>
                  <a:pt x="92832" y="73609"/>
                </a:cubicBezTo>
                <a:cubicBezTo>
                  <a:pt x="84080" y="88144"/>
                  <a:pt x="76969" y="98380"/>
                  <a:pt x="71499" y="104318"/>
                </a:cubicBezTo>
                <a:cubicBezTo>
                  <a:pt x="60715" y="115884"/>
                  <a:pt x="49306" y="121667"/>
                  <a:pt x="37273" y="121667"/>
                </a:cubicBezTo>
                <a:cubicBezTo>
                  <a:pt x="24769" y="121667"/>
                  <a:pt x="16682" y="112720"/>
                  <a:pt x="13009" y="94825"/>
                </a:cubicBezTo>
                <a:cubicBezTo>
                  <a:pt x="9337" y="76930"/>
                  <a:pt x="9612" y="49384"/>
                  <a:pt x="13832" y="12190"/>
                </a:cubicBezTo>
                <a:lnTo>
                  <a:pt x="0" y="12190"/>
                </a:lnTo>
                <a:lnTo>
                  <a:pt x="2110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19" y="95176"/>
                  <a:pt x="38445" y="98223"/>
                  <a:pt x="42664" y="98223"/>
                </a:cubicBezTo>
                <a:cubicBezTo>
                  <a:pt x="48446" y="98223"/>
                  <a:pt x="54463" y="95137"/>
                  <a:pt x="60713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4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2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df-path-100048">
            <a:extLst xmlns:a="http://schemas.openxmlformats.org/drawingml/2006/main">
              <a:ext uri="{FF2B5EF4-FFF2-40B4-BE49-F238E27FC236}">
                <a16:creationId xmlns:a16="http://schemas.microsoft.com/office/drawing/2014/main" id="{88E00A3E-EF68-4B37-9729-CCFA40E7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7202" y="6752538"/>
            <a:ext cx="101436" cy="123186"/>
          </a:xfrm>
          <a:custGeom xmlns:a="http://schemas.openxmlformats.org/drawingml/2006/main">
            <a:pathLst>
              <a:path w="101436" h="123186">
                <a:moveTo>
                  <a:pt x="101436" y="90812"/>
                </a:moveTo>
                <a:lnTo>
                  <a:pt x="76035" y="90812"/>
                </a:lnTo>
                <a:lnTo>
                  <a:pt x="76035" y="114553"/>
                </a:lnTo>
                <a:lnTo>
                  <a:pt x="97287" y="114553"/>
                </a:lnTo>
                <a:lnTo>
                  <a:pt x="97287" y="123186"/>
                </a:lnTo>
                <a:lnTo>
                  <a:pt x="36688" y="123186"/>
                </a:lnTo>
                <a:lnTo>
                  <a:pt x="36688" y="114553"/>
                </a:lnTo>
                <a:lnTo>
                  <a:pt x="58105" y="114553"/>
                </a:lnTo>
                <a:lnTo>
                  <a:pt x="58105" y="90812"/>
                </a:lnTo>
                <a:lnTo>
                  <a:pt x="0" y="90812"/>
                </a:lnTo>
                <a:lnTo>
                  <a:pt x="0" y="82014"/>
                </a:lnTo>
                <a:lnTo>
                  <a:pt x="58272" y="0"/>
                </a:lnTo>
                <a:lnTo>
                  <a:pt x="76035" y="0"/>
                </a:lnTo>
                <a:lnTo>
                  <a:pt x="76035" y="82181"/>
                </a:lnTo>
                <a:lnTo>
                  <a:pt x="101436" y="82181"/>
                </a:lnTo>
                <a:lnTo>
                  <a:pt x="101436" y="90812"/>
                </a:lnTo>
                <a:moveTo>
                  <a:pt x="58105" y="82181"/>
                </a:moveTo>
                <a:lnTo>
                  <a:pt x="58105" y="17765"/>
                </a:lnTo>
                <a:lnTo>
                  <a:pt x="12616" y="82181"/>
                </a:lnTo>
                <a:lnTo>
                  <a:pt x="58105" y="82181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df-path-100049">
            <a:extLst xmlns:a="http://schemas.openxmlformats.org/drawingml/2006/main">
              <a:ext uri="{FF2B5EF4-FFF2-40B4-BE49-F238E27FC236}">
                <a16:creationId xmlns:a16="http://schemas.microsoft.com/office/drawing/2014/main" id="{00D8C004-A181-48D0-894D-CEA3B3A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34" y="6848527"/>
            <a:ext cx="195044" cy="95648"/>
          </a:xfrm>
          <a:custGeom xmlns:a="http://schemas.openxmlformats.org/drawingml/2006/main">
            <a:pathLst>
              <a:path w="195044" h="95648">
                <a:moveTo>
                  <a:pt x="195044" y="45010"/>
                </a:moveTo>
                <a:lnTo>
                  <a:pt x="195044" y="50637"/>
                </a:lnTo>
                <a:lnTo>
                  <a:pt x="150034" y="95648"/>
                </a:lnTo>
                <a:lnTo>
                  <a:pt x="144406" y="95648"/>
                </a:lnTo>
                <a:lnTo>
                  <a:pt x="169020" y="57201"/>
                </a:lnTo>
                <a:lnTo>
                  <a:pt x="0" y="57201"/>
                </a:lnTo>
                <a:lnTo>
                  <a:pt x="0" y="38446"/>
                </a:lnTo>
                <a:lnTo>
                  <a:pt x="169020" y="38446"/>
                </a:lnTo>
                <a:lnTo>
                  <a:pt x="144406" y="0"/>
                </a:lnTo>
                <a:lnTo>
                  <a:pt x="150034" y="0"/>
                </a:lnTo>
                <a:lnTo>
                  <a:pt x="195044" y="4501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df-path-100050">
            <a:extLst xmlns:a="http://schemas.openxmlformats.org/drawingml/2006/main">
              <a:ext uri="{FF2B5EF4-FFF2-40B4-BE49-F238E27FC236}">
                <a16:creationId xmlns:a16="http://schemas.microsoft.com/office/drawing/2014/main" id="{E14A4AC5-F4FB-4A74-B571-73698A5D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030" y="6839152"/>
            <a:ext cx="120962" cy="121667"/>
          </a:xfrm>
          <a:custGeom xmlns:a="http://schemas.openxmlformats.org/drawingml/2006/main">
            <a:pathLst>
              <a:path w="120962" h="121667">
                <a:moveTo>
                  <a:pt x="120962" y="0"/>
                </a:moveTo>
                <a:cubicBezTo>
                  <a:pt x="112680" y="31569"/>
                  <a:pt x="103304" y="56105"/>
                  <a:pt x="92832" y="73609"/>
                </a:cubicBezTo>
                <a:cubicBezTo>
                  <a:pt x="84080" y="88144"/>
                  <a:pt x="76969" y="98380"/>
                  <a:pt x="71499" y="104318"/>
                </a:cubicBezTo>
                <a:cubicBezTo>
                  <a:pt x="60715" y="115884"/>
                  <a:pt x="49306" y="121667"/>
                  <a:pt x="37273" y="121667"/>
                </a:cubicBezTo>
                <a:cubicBezTo>
                  <a:pt x="24769" y="121667"/>
                  <a:pt x="16682" y="112720"/>
                  <a:pt x="13009" y="94825"/>
                </a:cubicBezTo>
                <a:cubicBezTo>
                  <a:pt x="9337" y="76930"/>
                  <a:pt x="9612" y="49384"/>
                  <a:pt x="13832" y="12190"/>
                </a:cubicBezTo>
                <a:lnTo>
                  <a:pt x="0" y="12190"/>
                </a:lnTo>
                <a:lnTo>
                  <a:pt x="2110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19" y="95176"/>
                  <a:pt x="38445" y="98223"/>
                  <a:pt x="42664" y="98223"/>
                </a:cubicBezTo>
                <a:cubicBezTo>
                  <a:pt x="48446" y="98223"/>
                  <a:pt x="54463" y="95137"/>
                  <a:pt x="60713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4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2" y="0"/>
                </a:ln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df-path-100051">
            <a:extLst xmlns:a="http://schemas.openxmlformats.org/drawingml/2006/main">
              <a:ext uri="{FF2B5EF4-FFF2-40B4-BE49-F238E27FC236}">
                <a16:creationId xmlns:a16="http://schemas.microsoft.com/office/drawing/2014/main" id="{F616C721-85C7-4890-84AE-22AA9436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6218" y="6754696"/>
            <a:ext cx="86495" cy="123354"/>
          </a:xfrm>
          <a:custGeom xmlns:a="http://schemas.openxmlformats.org/drawingml/2006/main">
            <a:pathLst>
              <a:path w="86495" h="123354">
                <a:moveTo>
                  <a:pt x="86495" y="82677"/>
                </a:moveTo>
                <a:cubicBezTo>
                  <a:pt x="86495" y="95627"/>
                  <a:pt x="82289" y="105643"/>
                  <a:pt x="73877" y="112726"/>
                </a:cubicBezTo>
                <a:cubicBezTo>
                  <a:pt x="65243" y="119811"/>
                  <a:pt x="53457" y="123354"/>
                  <a:pt x="38515" y="123354"/>
                </a:cubicBezTo>
                <a:cubicBezTo>
                  <a:pt x="32318" y="123354"/>
                  <a:pt x="26009" y="122689"/>
                  <a:pt x="19590" y="121360"/>
                </a:cubicBezTo>
                <a:cubicBezTo>
                  <a:pt x="12838" y="119921"/>
                  <a:pt x="6307" y="117873"/>
                  <a:pt x="0" y="115217"/>
                </a:cubicBezTo>
                <a:lnTo>
                  <a:pt x="0" y="91643"/>
                </a:lnTo>
                <a:lnTo>
                  <a:pt x="9960" y="91643"/>
                </a:lnTo>
                <a:cubicBezTo>
                  <a:pt x="10403" y="99169"/>
                  <a:pt x="13060" y="105035"/>
                  <a:pt x="17930" y="109240"/>
                </a:cubicBezTo>
                <a:cubicBezTo>
                  <a:pt x="22799" y="113336"/>
                  <a:pt x="29661" y="115384"/>
                  <a:pt x="38515" y="115384"/>
                </a:cubicBezTo>
                <a:cubicBezTo>
                  <a:pt x="48034" y="115384"/>
                  <a:pt x="55172" y="112561"/>
                  <a:pt x="59932" y="106916"/>
                </a:cubicBezTo>
                <a:cubicBezTo>
                  <a:pt x="65133" y="101161"/>
                  <a:pt x="67734" y="93082"/>
                  <a:pt x="67734" y="82680"/>
                </a:cubicBezTo>
                <a:cubicBezTo>
                  <a:pt x="67734" y="72275"/>
                  <a:pt x="65243" y="64250"/>
                  <a:pt x="60263" y="58606"/>
                </a:cubicBezTo>
                <a:cubicBezTo>
                  <a:pt x="55283" y="52961"/>
                  <a:pt x="48034" y="50138"/>
                  <a:pt x="38515" y="50138"/>
                </a:cubicBezTo>
                <a:cubicBezTo>
                  <a:pt x="33202" y="50138"/>
                  <a:pt x="28443" y="50968"/>
                  <a:pt x="24238" y="52628"/>
                </a:cubicBezTo>
                <a:cubicBezTo>
                  <a:pt x="20033" y="54509"/>
                  <a:pt x="16436" y="57221"/>
                  <a:pt x="13447" y="60762"/>
                </a:cubicBezTo>
                <a:lnTo>
                  <a:pt x="5811" y="60762"/>
                </a:lnTo>
                <a:lnTo>
                  <a:pt x="5811" y="0"/>
                </a:lnTo>
                <a:lnTo>
                  <a:pt x="76202" y="0"/>
                </a:lnTo>
                <a:lnTo>
                  <a:pt x="76202" y="13282"/>
                </a:lnTo>
                <a:lnTo>
                  <a:pt x="15273" y="13282"/>
                </a:lnTo>
                <a:lnTo>
                  <a:pt x="15273" y="47980"/>
                </a:lnTo>
                <a:cubicBezTo>
                  <a:pt x="18594" y="45877"/>
                  <a:pt x="22191" y="44438"/>
                  <a:pt x="26064" y="43663"/>
                </a:cubicBezTo>
                <a:cubicBezTo>
                  <a:pt x="30269" y="42666"/>
                  <a:pt x="34862" y="42168"/>
                  <a:pt x="39843" y="42168"/>
                </a:cubicBezTo>
                <a:cubicBezTo>
                  <a:pt x="54343" y="42168"/>
                  <a:pt x="65688" y="45766"/>
                  <a:pt x="73877" y="52960"/>
                </a:cubicBezTo>
                <a:cubicBezTo>
                  <a:pt x="82289" y="60266"/>
                  <a:pt x="86495" y="70171"/>
                  <a:pt x="86495" y="82677"/>
                </a:cubicBezTo>
              </a:path>
            </a:pathLst>
          </a:cu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df-path-100052">
            <a:extLst xmlns:a="http://schemas.openxmlformats.org/drawingml/2006/main">
              <a:ext uri="{FF2B5EF4-FFF2-40B4-BE49-F238E27FC236}">
                <a16:creationId xmlns:a16="http://schemas.microsoft.com/office/drawing/2014/main" id="{BD0F8D0D-AEFF-4464-A5DF-A53EA4F0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2074" y="6834329"/>
            <a:ext cx="132452" cy="121667"/>
          </a:xfrm>
          <a:custGeom xmlns:a="http://schemas.openxmlformats.org/drawingml/2006/main">
            <a:pathLst>
              <a:path w="132452" h="121667">
                <a:moveTo>
                  <a:pt x="132452" y="12190"/>
                </a:moveTo>
                <a:lnTo>
                  <a:pt x="118856" y="12190"/>
                </a:lnTo>
                <a:lnTo>
                  <a:pt x="74082" y="121667"/>
                </a:lnTo>
                <a:lnTo>
                  <a:pt x="58607" y="121667"/>
                </a:lnTo>
                <a:lnTo>
                  <a:pt x="13832" y="12190"/>
                </a:lnTo>
                <a:lnTo>
                  <a:pt x="0" y="12190"/>
                </a:lnTo>
                <a:lnTo>
                  <a:pt x="0" y="0"/>
                </a:lnTo>
                <a:lnTo>
                  <a:pt x="56028" y="0"/>
                </a:lnTo>
                <a:lnTo>
                  <a:pt x="56028" y="12190"/>
                </a:lnTo>
                <a:lnTo>
                  <a:pt x="36572" y="12190"/>
                </a:lnTo>
                <a:lnTo>
                  <a:pt x="70797" y="95880"/>
                </a:lnTo>
                <a:lnTo>
                  <a:pt x="105027" y="12190"/>
                </a:lnTo>
                <a:lnTo>
                  <a:pt x="86741" y="12190"/>
                </a:lnTo>
                <a:lnTo>
                  <a:pt x="86741" y="0"/>
                </a:lnTo>
                <a:lnTo>
                  <a:pt x="132452" y="0"/>
                </a:lnTo>
                <a:lnTo>
                  <a:pt x="132452" y="1219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df-path-100053">
            <a:extLst xmlns:a="http://schemas.openxmlformats.org/drawingml/2006/main">
              <a:ext uri="{FF2B5EF4-FFF2-40B4-BE49-F238E27FC236}">
                <a16:creationId xmlns:a16="http://schemas.microsoft.com/office/drawing/2014/main" id="{BC5EA3FD-7027-4359-BA09-112026E8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1528" y="6749874"/>
            <a:ext cx="87657" cy="121028"/>
          </a:xfrm>
          <a:custGeom xmlns:a="http://schemas.openxmlformats.org/drawingml/2006/main">
            <a:pathLst>
              <a:path w="87657" h="121028">
                <a:moveTo>
                  <a:pt x="87657" y="8301"/>
                </a:moveTo>
                <a:lnTo>
                  <a:pt x="35693" y="121028"/>
                </a:lnTo>
                <a:lnTo>
                  <a:pt x="22411" y="121028"/>
                </a:lnTo>
                <a:lnTo>
                  <a:pt x="72050" y="13282"/>
                </a:lnTo>
                <a:lnTo>
                  <a:pt x="10457" y="13282"/>
                </a:lnTo>
                <a:lnTo>
                  <a:pt x="10457" y="28223"/>
                </a:lnTo>
                <a:lnTo>
                  <a:pt x="0" y="28223"/>
                </a:lnTo>
                <a:lnTo>
                  <a:pt x="0" y="0"/>
                </a:lnTo>
                <a:lnTo>
                  <a:pt x="87657" y="0"/>
                </a:lnTo>
                <a:lnTo>
                  <a:pt x="87657" y="8301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df-path-100054">
            <a:extLst xmlns:a="http://schemas.openxmlformats.org/drawingml/2006/main">
              <a:ext uri="{FF2B5EF4-FFF2-40B4-BE49-F238E27FC236}">
                <a16:creationId xmlns:a16="http://schemas.microsoft.com/office/drawing/2014/main" id="{309FFEC1-60FE-4A85-90EB-9A7BAA91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8349" y="6851065"/>
            <a:ext cx="120962" cy="121667"/>
          </a:xfrm>
          <a:custGeom xmlns:a="http://schemas.openxmlformats.org/drawingml/2006/main">
            <a:pathLst>
              <a:path w="120962" h="121667">
                <a:moveTo>
                  <a:pt x="120962" y="0"/>
                </a:moveTo>
                <a:cubicBezTo>
                  <a:pt x="112680" y="31569"/>
                  <a:pt x="103304" y="56105"/>
                  <a:pt x="92832" y="73609"/>
                </a:cubicBezTo>
                <a:cubicBezTo>
                  <a:pt x="84080" y="88144"/>
                  <a:pt x="76969" y="98380"/>
                  <a:pt x="71499" y="104318"/>
                </a:cubicBezTo>
                <a:cubicBezTo>
                  <a:pt x="60715" y="115884"/>
                  <a:pt x="49306" y="121667"/>
                  <a:pt x="37273" y="121667"/>
                </a:cubicBezTo>
                <a:cubicBezTo>
                  <a:pt x="24769" y="121667"/>
                  <a:pt x="16682" y="112720"/>
                  <a:pt x="13009" y="94825"/>
                </a:cubicBezTo>
                <a:cubicBezTo>
                  <a:pt x="9337" y="76930"/>
                  <a:pt x="9612" y="49384"/>
                  <a:pt x="13832" y="12190"/>
                </a:cubicBezTo>
                <a:lnTo>
                  <a:pt x="0" y="12190"/>
                </a:lnTo>
                <a:lnTo>
                  <a:pt x="2110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8" y="89083"/>
                </a:cubicBezTo>
                <a:cubicBezTo>
                  <a:pt x="35319" y="95176"/>
                  <a:pt x="38445" y="98223"/>
                  <a:pt x="42664" y="98223"/>
                </a:cubicBezTo>
                <a:cubicBezTo>
                  <a:pt x="48446" y="98223"/>
                  <a:pt x="54463" y="95137"/>
                  <a:pt x="60713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2" y="49855"/>
                  <a:pt x="96504" y="30631"/>
                  <a:pt x="101038" y="12190"/>
                </a:cubicBezTo>
                <a:lnTo>
                  <a:pt x="87206" y="12190"/>
                </a:lnTo>
                <a:lnTo>
                  <a:pt x="89552" y="0"/>
                </a:lnTo>
                <a:lnTo>
                  <a:pt x="120962" y="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df-path-100055">
            <a:extLst xmlns:a="http://schemas.openxmlformats.org/drawingml/2006/main">
              <a:ext uri="{FF2B5EF4-FFF2-40B4-BE49-F238E27FC236}">
                <a16:creationId xmlns:a16="http://schemas.microsoft.com/office/drawing/2014/main" id="{9A03BAFD-B8D9-4587-A75C-FA9B532A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4205" y="6766610"/>
            <a:ext cx="87657" cy="121028"/>
          </a:xfrm>
          <a:custGeom xmlns:a="http://schemas.openxmlformats.org/drawingml/2006/main">
            <a:pathLst>
              <a:path w="87657" h="121028">
                <a:moveTo>
                  <a:pt x="87657" y="8301"/>
                </a:moveTo>
                <a:lnTo>
                  <a:pt x="35693" y="121028"/>
                </a:lnTo>
                <a:lnTo>
                  <a:pt x="22411" y="121028"/>
                </a:lnTo>
                <a:lnTo>
                  <a:pt x="72050" y="13282"/>
                </a:lnTo>
                <a:lnTo>
                  <a:pt x="10457" y="13282"/>
                </a:lnTo>
                <a:lnTo>
                  <a:pt x="10457" y="28223"/>
                </a:lnTo>
                <a:lnTo>
                  <a:pt x="0" y="28223"/>
                </a:lnTo>
                <a:lnTo>
                  <a:pt x="0" y="0"/>
                </a:lnTo>
                <a:lnTo>
                  <a:pt x="87657" y="0"/>
                </a:lnTo>
                <a:lnTo>
                  <a:pt x="87657" y="8301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path-100056">
            <a:extLst xmlns:a="http://schemas.openxmlformats.org/drawingml/2006/main">
              <a:ext uri="{FF2B5EF4-FFF2-40B4-BE49-F238E27FC236}">
                <a16:creationId xmlns:a16="http://schemas.microsoft.com/office/drawing/2014/main" id="{022C050A-C1F4-4BE6-9FE8-968D77DE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0406" y="6860440"/>
            <a:ext cx="195044" cy="95648"/>
          </a:xfrm>
          <a:custGeom xmlns:a="http://schemas.openxmlformats.org/drawingml/2006/main">
            <a:pathLst>
              <a:path w="195044" h="95648">
                <a:moveTo>
                  <a:pt x="195044" y="45010"/>
                </a:moveTo>
                <a:lnTo>
                  <a:pt x="195044" y="50637"/>
                </a:lnTo>
                <a:lnTo>
                  <a:pt x="150034" y="95648"/>
                </a:lnTo>
                <a:lnTo>
                  <a:pt x="144408" y="95648"/>
                </a:lnTo>
                <a:lnTo>
                  <a:pt x="169020" y="57201"/>
                </a:lnTo>
                <a:lnTo>
                  <a:pt x="0" y="57201"/>
                </a:lnTo>
                <a:lnTo>
                  <a:pt x="0" y="38446"/>
                </a:lnTo>
                <a:lnTo>
                  <a:pt x="169020" y="38446"/>
                </a:lnTo>
                <a:lnTo>
                  <a:pt x="144408" y="0"/>
                </a:lnTo>
                <a:lnTo>
                  <a:pt x="150034" y="0"/>
                </a:lnTo>
                <a:lnTo>
                  <a:pt x="195044" y="4501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df-path-100057">
            <a:extLst xmlns:a="http://schemas.openxmlformats.org/drawingml/2006/main">
              <a:ext uri="{FF2B5EF4-FFF2-40B4-BE49-F238E27FC236}">
                <a16:creationId xmlns:a16="http://schemas.microsoft.com/office/drawing/2014/main" id="{3F961DE5-039F-4C9F-9F68-630BE370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404" y="6851065"/>
            <a:ext cx="120962" cy="121667"/>
          </a:xfrm>
          <a:custGeom xmlns:a="http://schemas.openxmlformats.org/drawingml/2006/main">
            <a:pathLst>
              <a:path w="120962" h="121667">
                <a:moveTo>
                  <a:pt x="120962" y="0"/>
                </a:moveTo>
                <a:cubicBezTo>
                  <a:pt x="112681" y="31569"/>
                  <a:pt x="103304" y="56105"/>
                  <a:pt x="92832" y="73609"/>
                </a:cubicBezTo>
                <a:cubicBezTo>
                  <a:pt x="84080" y="88144"/>
                  <a:pt x="76970" y="98380"/>
                  <a:pt x="71499" y="104318"/>
                </a:cubicBezTo>
                <a:cubicBezTo>
                  <a:pt x="60715" y="115884"/>
                  <a:pt x="49307" y="121667"/>
                  <a:pt x="37274" y="121667"/>
                </a:cubicBezTo>
                <a:cubicBezTo>
                  <a:pt x="24771" y="121667"/>
                  <a:pt x="16682" y="112720"/>
                  <a:pt x="13011" y="94825"/>
                </a:cubicBezTo>
                <a:cubicBezTo>
                  <a:pt x="9338" y="76930"/>
                  <a:pt x="9612" y="49384"/>
                  <a:pt x="13832" y="12190"/>
                </a:cubicBezTo>
                <a:lnTo>
                  <a:pt x="0" y="12190"/>
                </a:lnTo>
                <a:lnTo>
                  <a:pt x="2110" y="0"/>
                </a:lnTo>
                <a:lnTo>
                  <a:pt x="33757" y="0"/>
                </a:lnTo>
                <a:cubicBezTo>
                  <a:pt x="31413" y="24067"/>
                  <a:pt x="30241" y="43407"/>
                  <a:pt x="30241" y="58020"/>
                </a:cubicBezTo>
                <a:cubicBezTo>
                  <a:pt x="30241" y="72634"/>
                  <a:pt x="31257" y="82988"/>
                  <a:pt x="33289" y="89083"/>
                </a:cubicBezTo>
                <a:cubicBezTo>
                  <a:pt x="35321" y="95176"/>
                  <a:pt x="38446" y="98223"/>
                  <a:pt x="42664" y="98223"/>
                </a:cubicBezTo>
                <a:cubicBezTo>
                  <a:pt x="48447" y="98223"/>
                  <a:pt x="54464" y="95137"/>
                  <a:pt x="60715" y="88965"/>
                </a:cubicBezTo>
                <a:cubicBezTo>
                  <a:pt x="66967" y="82791"/>
                  <a:pt x="72125" y="76423"/>
                  <a:pt x="76188" y="69860"/>
                </a:cubicBezTo>
                <a:cubicBezTo>
                  <a:pt x="88223" y="49855"/>
                  <a:pt x="96505" y="30631"/>
                  <a:pt x="101038" y="12190"/>
                </a:cubicBezTo>
                <a:lnTo>
                  <a:pt x="87206" y="12190"/>
                </a:lnTo>
                <a:lnTo>
                  <a:pt x="89553" y="0"/>
                </a:lnTo>
                <a:lnTo>
                  <a:pt x="120962" y="0"/>
                </a:ln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df-path-100058">
            <a:extLst xmlns:a="http://schemas.openxmlformats.org/drawingml/2006/main">
              <a:ext uri="{FF2B5EF4-FFF2-40B4-BE49-F238E27FC236}">
                <a16:creationId xmlns:a16="http://schemas.microsoft.com/office/drawing/2014/main" id="{3129C091-A392-44C7-AFE3-B11EC3A4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3591" y="6766610"/>
            <a:ext cx="86494" cy="123354"/>
          </a:xfrm>
          <a:custGeom xmlns:a="http://schemas.openxmlformats.org/drawingml/2006/main">
            <a:pathLst>
              <a:path w="86494" h="123354">
                <a:moveTo>
                  <a:pt x="86494" y="82677"/>
                </a:moveTo>
                <a:cubicBezTo>
                  <a:pt x="86494" y="95627"/>
                  <a:pt x="82289" y="105643"/>
                  <a:pt x="73877" y="112726"/>
                </a:cubicBezTo>
                <a:cubicBezTo>
                  <a:pt x="65244" y="119811"/>
                  <a:pt x="53456" y="123354"/>
                  <a:pt x="38516" y="123354"/>
                </a:cubicBezTo>
                <a:cubicBezTo>
                  <a:pt x="32318" y="123354"/>
                  <a:pt x="26009" y="122689"/>
                  <a:pt x="19590" y="121360"/>
                </a:cubicBezTo>
                <a:cubicBezTo>
                  <a:pt x="12838" y="119921"/>
                  <a:pt x="6308" y="117873"/>
                  <a:pt x="0" y="115217"/>
                </a:cubicBezTo>
                <a:lnTo>
                  <a:pt x="0" y="91643"/>
                </a:lnTo>
                <a:lnTo>
                  <a:pt x="9960" y="91643"/>
                </a:lnTo>
                <a:cubicBezTo>
                  <a:pt x="10403" y="99169"/>
                  <a:pt x="13060" y="105035"/>
                  <a:pt x="17931" y="109240"/>
                </a:cubicBezTo>
                <a:cubicBezTo>
                  <a:pt x="22799" y="113336"/>
                  <a:pt x="29662" y="115384"/>
                  <a:pt x="38516" y="115384"/>
                </a:cubicBezTo>
                <a:cubicBezTo>
                  <a:pt x="48034" y="115384"/>
                  <a:pt x="55172" y="112561"/>
                  <a:pt x="59932" y="106916"/>
                </a:cubicBezTo>
                <a:cubicBezTo>
                  <a:pt x="65133" y="101161"/>
                  <a:pt x="67733" y="93082"/>
                  <a:pt x="67733" y="82680"/>
                </a:cubicBezTo>
                <a:cubicBezTo>
                  <a:pt x="67733" y="72275"/>
                  <a:pt x="65244" y="64250"/>
                  <a:pt x="60263" y="58606"/>
                </a:cubicBezTo>
                <a:cubicBezTo>
                  <a:pt x="55282" y="52961"/>
                  <a:pt x="48034" y="50138"/>
                  <a:pt x="38516" y="50138"/>
                </a:cubicBezTo>
                <a:cubicBezTo>
                  <a:pt x="33202" y="50138"/>
                  <a:pt x="28442" y="50968"/>
                  <a:pt x="24237" y="52628"/>
                </a:cubicBezTo>
                <a:cubicBezTo>
                  <a:pt x="20032" y="54509"/>
                  <a:pt x="16436" y="57221"/>
                  <a:pt x="13447" y="60762"/>
                </a:cubicBezTo>
                <a:lnTo>
                  <a:pt x="5811" y="60762"/>
                </a:lnTo>
                <a:lnTo>
                  <a:pt x="5811" y="0"/>
                </a:lnTo>
                <a:lnTo>
                  <a:pt x="76202" y="0"/>
                </a:lnTo>
                <a:lnTo>
                  <a:pt x="76202" y="13282"/>
                </a:lnTo>
                <a:lnTo>
                  <a:pt x="15273" y="13282"/>
                </a:lnTo>
                <a:lnTo>
                  <a:pt x="15273" y="47980"/>
                </a:lnTo>
                <a:cubicBezTo>
                  <a:pt x="18594" y="45877"/>
                  <a:pt x="22190" y="44438"/>
                  <a:pt x="26065" y="43663"/>
                </a:cubicBezTo>
                <a:cubicBezTo>
                  <a:pt x="30270" y="42666"/>
                  <a:pt x="34862" y="42168"/>
                  <a:pt x="39843" y="42168"/>
                </a:cubicBezTo>
                <a:cubicBezTo>
                  <a:pt x="54344" y="42168"/>
                  <a:pt x="65687" y="45766"/>
                  <a:pt x="73877" y="52960"/>
                </a:cubicBezTo>
                <a:cubicBezTo>
                  <a:pt x="82289" y="60266"/>
                  <a:pt x="86494" y="70171"/>
                  <a:pt x="86494" y="82677"/>
                </a:cubicBezTo>
              </a:path>
            </a:pathLst>
          </a:custGeom>
          <a:solidFill xmlns:a="http://schemas.openxmlformats.org/drawingml/2006/main">
            <a:srgbClr val="EF94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df-path-100059">
            <a:extLst xmlns:a="http://schemas.openxmlformats.org/drawingml/2006/main">
              <a:ext uri="{FF2B5EF4-FFF2-40B4-BE49-F238E27FC236}">
                <a16:creationId xmlns:a16="http://schemas.microsoft.com/office/drawing/2014/main" id="{D93B030B-6466-4116-B80E-8E040B57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1301" y="918155"/>
            <a:ext cx="164803" cy="252241"/>
          </a:xfrm>
          <a:custGeom xmlns:a="http://schemas.openxmlformats.org/drawingml/2006/main">
            <a:pathLst>
              <a:path w="164803" h="252241">
                <a:moveTo>
                  <a:pt x="164803" y="18050"/>
                </a:moveTo>
                <a:cubicBezTo>
                  <a:pt x="164803" y="25865"/>
                  <a:pt x="160817" y="34735"/>
                  <a:pt x="152845" y="44660"/>
                </a:cubicBezTo>
                <a:cubicBezTo>
                  <a:pt x="144875" y="54583"/>
                  <a:pt x="132373" y="64154"/>
                  <a:pt x="115339" y="73373"/>
                </a:cubicBezTo>
                <a:lnTo>
                  <a:pt x="105960" y="61887"/>
                </a:lnTo>
                <a:cubicBezTo>
                  <a:pt x="115337" y="56886"/>
                  <a:pt x="120025" y="50089"/>
                  <a:pt x="120025" y="41494"/>
                </a:cubicBezTo>
                <a:cubicBezTo>
                  <a:pt x="120025" y="38835"/>
                  <a:pt x="119557" y="36412"/>
                  <a:pt x="118619" y="34225"/>
                </a:cubicBezTo>
                <a:cubicBezTo>
                  <a:pt x="117682" y="31881"/>
                  <a:pt x="115415" y="29654"/>
                  <a:pt x="111819" y="27543"/>
                </a:cubicBezTo>
                <a:cubicBezTo>
                  <a:pt x="108225" y="25433"/>
                  <a:pt x="104475" y="24378"/>
                  <a:pt x="100565" y="24378"/>
                </a:cubicBezTo>
                <a:cubicBezTo>
                  <a:pt x="96660" y="24378"/>
                  <a:pt x="93222" y="25629"/>
                  <a:pt x="90253" y="28130"/>
                </a:cubicBezTo>
                <a:cubicBezTo>
                  <a:pt x="77125" y="39226"/>
                  <a:pt x="66419" y="52277"/>
                  <a:pt x="58135" y="67281"/>
                </a:cubicBezTo>
                <a:cubicBezTo>
                  <a:pt x="49852" y="82283"/>
                  <a:pt x="45711" y="96973"/>
                  <a:pt x="45711" y="111351"/>
                </a:cubicBezTo>
                <a:cubicBezTo>
                  <a:pt x="45711" y="114947"/>
                  <a:pt x="45946" y="118542"/>
                  <a:pt x="46416" y="122136"/>
                </a:cubicBezTo>
                <a:cubicBezTo>
                  <a:pt x="51574" y="147609"/>
                  <a:pt x="66030" y="160346"/>
                  <a:pt x="89784" y="160346"/>
                </a:cubicBezTo>
                <a:cubicBezTo>
                  <a:pt x="99631" y="160346"/>
                  <a:pt x="108462" y="158471"/>
                  <a:pt x="116276" y="154719"/>
                </a:cubicBezTo>
                <a:lnTo>
                  <a:pt x="119087" y="144407"/>
                </a:lnTo>
                <a:lnTo>
                  <a:pt x="157770" y="148155"/>
                </a:lnTo>
                <a:cubicBezTo>
                  <a:pt x="148392" y="182696"/>
                  <a:pt x="133699" y="208678"/>
                  <a:pt x="113694" y="226104"/>
                </a:cubicBezTo>
                <a:cubicBezTo>
                  <a:pt x="93690" y="243529"/>
                  <a:pt x="69155" y="252241"/>
                  <a:pt x="40088" y="252241"/>
                </a:cubicBezTo>
                <a:cubicBezTo>
                  <a:pt x="21177" y="252241"/>
                  <a:pt x="7814" y="250288"/>
                  <a:pt x="0" y="246382"/>
                </a:cubicBezTo>
                <a:lnTo>
                  <a:pt x="11954" y="205825"/>
                </a:lnTo>
                <a:cubicBezTo>
                  <a:pt x="37585" y="218953"/>
                  <a:pt x="58372" y="225517"/>
                  <a:pt x="74313" y="225517"/>
                </a:cubicBezTo>
                <a:cubicBezTo>
                  <a:pt x="79157" y="225517"/>
                  <a:pt x="83415" y="224618"/>
                  <a:pt x="87087" y="222820"/>
                </a:cubicBezTo>
                <a:cubicBezTo>
                  <a:pt x="90762" y="221024"/>
                  <a:pt x="93732" y="218876"/>
                  <a:pt x="95998" y="216374"/>
                </a:cubicBezTo>
                <a:cubicBezTo>
                  <a:pt x="98263" y="213875"/>
                  <a:pt x="100412" y="210125"/>
                  <a:pt x="102444" y="205124"/>
                </a:cubicBezTo>
                <a:cubicBezTo>
                  <a:pt x="104476" y="200123"/>
                  <a:pt x="105999" y="195786"/>
                  <a:pt x="107015" y="192111"/>
                </a:cubicBezTo>
                <a:cubicBezTo>
                  <a:pt x="108031" y="188438"/>
                  <a:pt x="109399" y="183164"/>
                  <a:pt x="111118" y="176289"/>
                </a:cubicBezTo>
                <a:cubicBezTo>
                  <a:pt x="93302" y="183477"/>
                  <a:pt x="74859" y="187071"/>
                  <a:pt x="55791" y="187071"/>
                </a:cubicBezTo>
                <a:cubicBezTo>
                  <a:pt x="40007" y="187071"/>
                  <a:pt x="27622" y="183242"/>
                  <a:pt x="18636" y="175585"/>
                </a:cubicBezTo>
                <a:cubicBezTo>
                  <a:pt x="9651" y="167927"/>
                  <a:pt x="3829" y="157456"/>
                  <a:pt x="1173" y="144171"/>
                </a:cubicBezTo>
                <a:cubicBezTo>
                  <a:pt x="546" y="140889"/>
                  <a:pt x="232" y="137060"/>
                  <a:pt x="232" y="132685"/>
                </a:cubicBezTo>
                <a:cubicBezTo>
                  <a:pt x="232" y="115651"/>
                  <a:pt x="5701" y="98109"/>
                  <a:pt x="16640" y="80058"/>
                </a:cubicBezTo>
                <a:cubicBezTo>
                  <a:pt x="27582" y="62006"/>
                  <a:pt x="41570" y="45948"/>
                  <a:pt x="58606" y="31882"/>
                </a:cubicBezTo>
                <a:cubicBezTo>
                  <a:pt x="70327" y="22348"/>
                  <a:pt x="83650" y="14652"/>
                  <a:pt x="98574" y="8792"/>
                </a:cubicBezTo>
                <a:cubicBezTo>
                  <a:pt x="113499" y="2931"/>
                  <a:pt x="126745" y="0"/>
                  <a:pt x="138311" y="0"/>
                </a:cubicBezTo>
                <a:cubicBezTo>
                  <a:pt x="152376" y="0"/>
                  <a:pt x="160895" y="3907"/>
                  <a:pt x="163866" y="11722"/>
                </a:cubicBezTo>
                <a:cubicBezTo>
                  <a:pt x="164490" y="13439"/>
                  <a:pt x="164803" y="15548"/>
                  <a:pt x="164803" y="180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df-path-100060">
            <a:extLst xmlns:a="http://schemas.openxmlformats.org/drawingml/2006/main">
              <a:ext uri="{FF2B5EF4-FFF2-40B4-BE49-F238E27FC236}">
                <a16:creationId xmlns:a16="http://schemas.microsoft.com/office/drawing/2014/main" id="{49164F13-F092-469B-A11F-AFB29AF0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6391" y="1061479"/>
            <a:ext cx="92471" cy="90814"/>
          </a:xfrm>
          <a:custGeom xmlns:a="http://schemas.openxmlformats.org/drawingml/2006/main">
            <a:pathLst>
              <a:path w="92471" h="90814">
                <a:moveTo>
                  <a:pt x="64912" y="17434"/>
                </a:moveTo>
                <a:cubicBezTo>
                  <a:pt x="64691" y="14223"/>
                  <a:pt x="63031" y="12618"/>
                  <a:pt x="59932" y="12618"/>
                </a:cubicBezTo>
                <a:cubicBezTo>
                  <a:pt x="52737" y="12618"/>
                  <a:pt x="45599" y="16935"/>
                  <a:pt x="38515" y="25568"/>
                </a:cubicBezTo>
                <a:cubicBezTo>
                  <a:pt x="35084" y="29663"/>
                  <a:pt x="32151" y="38352"/>
                  <a:pt x="29717" y="51632"/>
                </a:cubicBezTo>
                <a:cubicBezTo>
                  <a:pt x="27725" y="61705"/>
                  <a:pt x="27448" y="68678"/>
                  <a:pt x="28887" y="72552"/>
                </a:cubicBezTo>
                <a:cubicBezTo>
                  <a:pt x="30214" y="76315"/>
                  <a:pt x="33478" y="78196"/>
                  <a:pt x="38680" y="78196"/>
                </a:cubicBezTo>
                <a:cubicBezTo>
                  <a:pt x="43662" y="78196"/>
                  <a:pt x="47703" y="75982"/>
                  <a:pt x="50802" y="71554"/>
                </a:cubicBezTo>
                <a:cubicBezTo>
                  <a:pt x="54011" y="67237"/>
                  <a:pt x="56611" y="59933"/>
                  <a:pt x="58605" y="49641"/>
                </a:cubicBezTo>
                <a:lnTo>
                  <a:pt x="64912" y="17434"/>
                </a:lnTo>
                <a:moveTo>
                  <a:pt x="92471" y="4980"/>
                </a:moveTo>
                <a:lnTo>
                  <a:pt x="78194" y="78692"/>
                </a:lnTo>
                <a:lnTo>
                  <a:pt x="88986" y="78528"/>
                </a:lnTo>
                <a:lnTo>
                  <a:pt x="86992" y="88488"/>
                </a:lnTo>
                <a:lnTo>
                  <a:pt x="50966" y="88488"/>
                </a:lnTo>
                <a:lnTo>
                  <a:pt x="53125" y="77532"/>
                </a:lnTo>
                <a:cubicBezTo>
                  <a:pt x="47149" y="86387"/>
                  <a:pt x="38958" y="90814"/>
                  <a:pt x="28552" y="90814"/>
                </a:cubicBezTo>
                <a:cubicBezTo>
                  <a:pt x="18150" y="90814"/>
                  <a:pt x="10624" y="87382"/>
                  <a:pt x="5976" y="80519"/>
                </a:cubicBezTo>
                <a:cubicBezTo>
                  <a:pt x="1217" y="73769"/>
                  <a:pt x="0" y="64306"/>
                  <a:pt x="2323" y="52131"/>
                </a:cubicBezTo>
                <a:cubicBezTo>
                  <a:pt x="4647" y="40067"/>
                  <a:pt x="11011" y="28832"/>
                  <a:pt x="21416" y="18429"/>
                </a:cubicBezTo>
                <a:cubicBezTo>
                  <a:pt x="33701" y="6143"/>
                  <a:pt x="48089" y="0"/>
                  <a:pt x="64580" y="0"/>
                </a:cubicBezTo>
                <a:cubicBezTo>
                  <a:pt x="80629" y="0"/>
                  <a:pt x="89926" y="1660"/>
                  <a:pt x="92471" y="49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df-path-100061">
            <a:extLst xmlns:a="http://schemas.openxmlformats.org/drawingml/2006/main">
              <a:ext uri="{FF2B5EF4-FFF2-40B4-BE49-F238E27FC236}">
                <a16:creationId xmlns:a16="http://schemas.microsoft.com/office/drawing/2014/main" id="{732B2A14-E74F-46AE-B7F3-23A306B3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6182" y="1063804"/>
            <a:ext cx="100939" cy="88598"/>
          </a:xfrm>
          <a:custGeom xmlns:a="http://schemas.openxmlformats.org/drawingml/2006/main">
            <a:pathLst>
              <a:path w="100939" h="88598">
                <a:moveTo>
                  <a:pt x="100939" y="0"/>
                </a:moveTo>
                <a:lnTo>
                  <a:pt x="86163" y="76367"/>
                </a:lnTo>
                <a:lnTo>
                  <a:pt x="98282" y="76367"/>
                </a:lnTo>
                <a:lnTo>
                  <a:pt x="96455" y="86163"/>
                </a:lnTo>
                <a:lnTo>
                  <a:pt x="55450" y="86163"/>
                </a:lnTo>
                <a:lnTo>
                  <a:pt x="57773" y="74044"/>
                </a:lnTo>
                <a:cubicBezTo>
                  <a:pt x="53346" y="79136"/>
                  <a:pt x="48698" y="82844"/>
                  <a:pt x="43827" y="85167"/>
                </a:cubicBezTo>
                <a:cubicBezTo>
                  <a:pt x="38958" y="87491"/>
                  <a:pt x="33148" y="88598"/>
                  <a:pt x="26396" y="88488"/>
                </a:cubicBezTo>
                <a:cubicBezTo>
                  <a:pt x="16767" y="88488"/>
                  <a:pt x="10015" y="85666"/>
                  <a:pt x="6143" y="80020"/>
                </a:cubicBezTo>
                <a:cubicBezTo>
                  <a:pt x="3708" y="76478"/>
                  <a:pt x="2490" y="71719"/>
                  <a:pt x="2490" y="65743"/>
                </a:cubicBezTo>
                <a:cubicBezTo>
                  <a:pt x="2490" y="62201"/>
                  <a:pt x="2878" y="58549"/>
                  <a:pt x="3653" y="54786"/>
                </a:cubicBezTo>
                <a:lnTo>
                  <a:pt x="12451" y="9793"/>
                </a:lnTo>
                <a:lnTo>
                  <a:pt x="0" y="9793"/>
                </a:lnTo>
                <a:lnTo>
                  <a:pt x="1991" y="0"/>
                </a:lnTo>
                <a:lnTo>
                  <a:pt x="42999" y="0"/>
                </a:lnTo>
                <a:lnTo>
                  <a:pt x="33203" y="50303"/>
                </a:lnTo>
                <a:cubicBezTo>
                  <a:pt x="31876" y="57164"/>
                  <a:pt x="31212" y="62367"/>
                  <a:pt x="31212" y="65910"/>
                </a:cubicBezTo>
                <a:cubicBezTo>
                  <a:pt x="31212" y="68122"/>
                  <a:pt x="31433" y="69727"/>
                  <a:pt x="31876" y="70723"/>
                </a:cubicBezTo>
                <a:cubicBezTo>
                  <a:pt x="33093" y="73601"/>
                  <a:pt x="36082" y="75039"/>
                  <a:pt x="40840" y="75039"/>
                </a:cubicBezTo>
                <a:cubicBezTo>
                  <a:pt x="46596" y="75039"/>
                  <a:pt x="51245" y="72937"/>
                  <a:pt x="54786" y="68732"/>
                </a:cubicBezTo>
                <a:cubicBezTo>
                  <a:pt x="58327" y="64415"/>
                  <a:pt x="60983" y="57608"/>
                  <a:pt x="62753" y="48311"/>
                </a:cubicBezTo>
                <a:lnTo>
                  <a:pt x="72217" y="0"/>
                </a:lnTo>
                <a:lnTo>
                  <a:pt x="10093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df-path-100062">
            <a:extLst xmlns:a="http://schemas.openxmlformats.org/drawingml/2006/main">
              <a:ext uri="{FF2B5EF4-FFF2-40B4-BE49-F238E27FC236}">
                <a16:creationId xmlns:a16="http://schemas.microsoft.com/office/drawing/2014/main" id="{FC4AC9FB-D5B4-4808-949B-801157AC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4659" y="1061479"/>
            <a:ext cx="106750" cy="125345"/>
          </a:xfrm>
          <a:custGeom xmlns:a="http://schemas.openxmlformats.org/drawingml/2006/main">
            <a:pathLst>
              <a:path w="106750" h="125345">
                <a:moveTo>
                  <a:pt x="76202" y="17434"/>
                </a:moveTo>
                <a:cubicBezTo>
                  <a:pt x="75869" y="14223"/>
                  <a:pt x="73988" y="12618"/>
                  <a:pt x="70558" y="12618"/>
                </a:cubicBezTo>
                <a:cubicBezTo>
                  <a:pt x="60707" y="12618"/>
                  <a:pt x="52737" y="16935"/>
                  <a:pt x="46649" y="25568"/>
                </a:cubicBezTo>
                <a:cubicBezTo>
                  <a:pt x="42777" y="31212"/>
                  <a:pt x="39678" y="39900"/>
                  <a:pt x="37352" y="51632"/>
                </a:cubicBezTo>
                <a:cubicBezTo>
                  <a:pt x="35361" y="61593"/>
                  <a:pt x="35196" y="68566"/>
                  <a:pt x="36856" y="72552"/>
                </a:cubicBezTo>
                <a:cubicBezTo>
                  <a:pt x="38516" y="76315"/>
                  <a:pt x="42278" y="78196"/>
                  <a:pt x="48144" y="78196"/>
                </a:cubicBezTo>
                <a:cubicBezTo>
                  <a:pt x="53569" y="78196"/>
                  <a:pt x="58162" y="75982"/>
                  <a:pt x="61924" y="71554"/>
                </a:cubicBezTo>
                <a:cubicBezTo>
                  <a:pt x="65466" y="66795"/>
                  <a:pt x="68123" y="59491"/>
                  <a:pt x="69894" y="49641"/>
                </a:cubicBezTo>
                <a:lnTo>
                  <a:pt x="76202" y="17434"/>
                </a:lnTo>
                <a:moveTo>
                  <a:pt x="106750" y="7805"/>
                </a:moveTo>
                <a:lnTo>
                  <a:pt x="91310" y="87326"/>
                </a:lnTo>
                <a:cubicBezTo>
                  <a:pt x="88875" y="100497"/>
                  <a:pt x="82732" y="109850"/>
                  <a:pt x="72881" y="115384"/>
                </a:cubicBezTo>
                <a:cubicBezTo>
                  <a:pt x="61039" y="122024"/>
                  <a:pt x="48255" y="125345"/>
                  <a:pt x="34530" y="125345"/>
                </a:cubicBezTo>
                <a:cubicBezTo>
                  <a:pt x="29108" y="125345"/>
                  <a:pt x="23407" y="124902"/>
                  <a:pt x="17431" y="124017"/>
                </a:cubicBezTo>
                <a:cubicBezTo>
                  <a:pt x="11566" y="123130"/>
                  <a:pt x="5755" y="121802"/>
                  <a:pt x="0" y="120032"/>
                </a:cubicBezTo>
                <a:lnTo>
                  <a:pt x="3984" y="99445"/>
                </a:lnTo>
                <a:lnTo>
                  <a:pt x="13115" y="99445"/>
                </a:lnTo>
                <a:lnTo>
                  <a:pt x="13115" y="100775"/>
                </a:lnTo>
                <a:cubicBezTo>
                  <a:pt x="13115" y="105755"/>
                  <a:pt x="14553" y="109518"/>
                  <a:pt x="17431" y="112063"/>
                </a:cubicBezTo>
                <a:cubicBezTo>
                  <a:pt x="20530" y="114831"/>
                  <a:pt x="25676" y="116215"/>
                  <a:pt x="32871" y="116215"/>
                </a:cubicBezTo>
                <a:cubicBezTo>
                  <a:pt x="41725" y="116215"/>
                  <a:pt x="48366" y="114056"/>
                  <a:pt x="52792" y="109740"/>
                </a:cubicBezTo>
                <a:cubicBezTo>
                  <a:pt x="57109" y="105754"/>
                  <a:pt x="60374" y="98283"/>
                  <a:pt x="62588" y="87326"/>
                </a:cubicBezTo>
                <a:lnTo>
                  <a:pt x="64580" y="77532"/>
                </a:lnTo>
                <a:cubicBezTo>
                  <a:pt x="57939" y="86387"/>
                  <a:pt x="48532" y="90814"/>
                  <a:pt x="36357" y="90814"/>
                </a:cubicBezTo>
                <a:cubicBezTo>
                  <a:pt x="24293" y="90814"/>
                  <a:pt x="15494" y="87383"/>
                  <a:pt x="9960" y="80522"/>
                </a:cubicBezTo>
                <a:cubicBezTo>
                  <a:pt x="4426" y="73658"/>
                  <a:pt x="2821" y="64195"/>
                  <a:pt x="5145" y="52131"/>
                </a:cubicBezTo>
                <a:cubicBezTo>
                  <a:pt x="7913" y="37410"/>
                  <a:pt x="16158" y="24792"/>
                  <a:pt x="29882" y="14277"/>
                </a:cubicBezTo>
                <a:cubicBezTo>
                  <a:pt x="42277" y="4759"/>
                  <a:pt x="57441" y="0"/>
                  <a:pt x="75371" y="0"/>
                </a:cubicBezTo>
                <a:cubicBezTo>
                  <a:pt x="89760" y="0"/>
                  <a:pt x="100219" y="2602"/>
                  <a:pt x="106750" y="780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df-path-100063">
            <a:extLst xmlns:a="http://schemas.openxmlformats.org/drawingml/2006/main">
              <a:ext uri="{FF2B5EF4-FFF2-40B4-BE49-F238E27FC236}">
                <a16:creationId xmlns:a16="http://schemas.microsoft.com/office/drawing/2014/main" id="{D46B5B21-CD7D-4624-8760-4606299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2378" y="1615719"/>
            <a:ext cx="137320" cy="138120"/>
          </a:xfrm>
          <a:custGeom xmlns:a="http://schemas.openxmlformats.org/drawingml/2006/main">
            <a:pathLst>
              <a:path w="137320" h="138120">
                <a:moveTo>
                  <a:pt x="137320" y="0"/>
                </a:moveTo>
                <a:cubicBezTo>
                  <a:pt x="127919" y="35838"/>
                  <a:pt x="117274" y="63692"/>
                  <a:pt x="105386" y="83563"/>
                </a:cubicBezTo>
                <a:cubicBezTo>
                  <a:pt x="95451" y="100064"/>
                  <a:pt x="87378" y="111685"/>
                  <a:pt x="81168" y="118425"/>
                </a:cubicBezTo>
                <a:cubicBezTo>
                  <a:pt x="68925" y="131555"/>
                  <a:pt x="55974" y="138120"/>
                  <a:pt x="42314" y="138120"/>
                </a:cubicBezTo>
                <a:cubicBezTo>
                  <a:pt x="28120" y="138120"/>
                  <a:pt x="18938" y="127963"/>
                  <a:pt x="14769" y="107648"/>
                </a:cubicBezTo>
                <a:cubicBezTo>
                  <a:pt x="10601" y="87333"/>
                  <a:pt x="10912" y="56063"/>
                  <a:pt x="15703" y="13839"/>
                </a:cubicBezTo>
                <a:lnTo>
                  <a:pt x="0" y="13839"/>
                </a:lnTo>
                <a:lnTo>
                  <a:pt x="2395" y="0"/>
                </a:lnTo>
                <a:lnTo>
                  <a:pt x="38322" y="0"/>
                </a:lnTo>
                <a:cubicBezTo>
                  <a:pt x="35660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0"/>
                </a:cubicBezTo>
                <a:cubicBezTo>
                  <a:pt x="40096" y="108047"/>
                  <a:pt x="43644" y="111506"/>
                  <a:pt x="48433" y="111506"/>
                </a:cubicBezTo>
                <a:cubicBezTo>
                  <a:pt x="54999" y="111506"/>
                  <a:pt x="61828" y="108003"/>
                  <a:pt x="68924" y="100996"/>
                </a:cubicBezTo>
                <a:cubicBezTo>
                  <a:pt x="76023" y="93988"/>
                  <a:pt x="81878" y="86758"/>
                  <a:pt x="86492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df-path-100064">
            <a:extLst xmlns:a="http://schemas.openxmlformats.org/drawingml/2006/main">
              <a:ext uri="{FF2B5EF4-FFF2-40B4-BE49-F238E27FC236}">
                <a16:creationId xmlns:a16="http://schemas.microsoft.com/office/drawing/2014/main" id="{62658EAA-9BF1-4134-B88B-AFF1F53F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212" y="1513855"/>
            <a:ext cx="106303" cy="145064"/>
          </a:xfrm>
          <a:custGeom xmlns:a="http://schemas.openxmlformats.org/drawingml/2006/main">
            <a:pathLst>
              <a:path w="106303" h="145064">
                <a:moveTo>
                  <a:pt x="92295" y="19189"/>
                </a:moveTo>
                <a:cubicBezTo>
                  <a:pt x="101633" y="31724"/>
                  <a:pt x="106303" y="49505"/>
                  <a:pt x="106303" y="72532"/>
                </a:cubicBezTo>
                <a:cubicBezTo>
                  <a:pt x="106303" y="95557"/>
                  <a:pt x="101633" y="113337"/>
                  <a:pt x="92295" y="125875"/>
                </a:cubicBezTo>
                <a:cubicBezTo>
                  <a:pt x="82957" y="138667"/>
                  <a:pt x="69910" y="145064"/>
                  <a:pt x="53153" y="145064"/>
                </a:cubicBezTo>
                <a:cubicBezTo>
                  <a:pt x="36523" y="145064"/>
                  <a:pt x="23411" y="138667"/>
                  <a:pt x="13817" y="125875"/>
                </a:cubicBezTo>
                <a:cubicBezTo>
                  <a:pt x="4606" y="113211"/>
                  <a:pt x="0" y="95430"/>
                  <a:pt x="0" y="72532"/>
                </a:cubicBezTo>
                <a:cubicBezTo>
                  <a:pt x="0" y="49634"/>
                  <a:pt x="4606" y="31853"/>
                  <a:pt x="13817" y="19189"/>
                </a:cubicBezTo>
                <a:cubicBezTo>
                  <a:pt x="23411" y="6396"/>
                  <a:pt x="36523" y="0"/>
                  <a:pt x="53153" y="0"/>
                </a:cubicBezTo>
                <a:cubicBezTo>
                  <a:pt x="69910" y="0"/>
                  <a:pt x="82957" y="6396"/>
                  <a:pt x="92295" y="19189"/>
                </a:cubicBezTo>
                <a:moveTo>
                  <a:pt x="76754" y="120118"/>
                </a:moveTo>
                <a:cubicBezTo>
                  <a:pt x="81999" y="109756"/>
                  <a:pt x="84621" y="93894"/>
                  <a:pt x="84621" y="72532"/>
                </a:cubicBezTo>
                <a:cubicBezTo>
                  <a:pt x="84621" y="51168"/>
                  <a:pt x="81999" y="35306"/>
                  <a:pt x="76754" y="24945"/>
                </a:cubicBezTo>
                <a:cubicBezTo>
                  <a:pt x="71636" y="14456"/>
                  <a:pt x="63768" y="9211"/>
                  <a:pt x="53150" y="9211"/>
                </a:cubicBezTo>
                <a:cubicBezTo>
                  <a:pt x="42534" y="9211"/>
                  <a:pt x="34667" y="14456"/>
                  <a:pt x="29551" y="24945"/>
                </a:cubicBezTo>
                <a:cubicBezTo>
                  <a:pt x="24306" y="35306"/>
                  <a:pt x="21684" y="51168"/>
                  <a:pt x="21684" y="72532"/>
                </a:cubicBezTo>
                <a:cubicBezTo>
                  <a:pt x="21684" y="93894"/>
                  <a:pt x="24306" y="109756"/>
                  <a:pt x="29551" y="120118"/>
                </a:cubicBezTo>
                <a:cubicBezTo>
                  <a:pt x="34667" y="130608"/>
                  <a:pt x="42534" y="135853"/>
                  <a:pt x="53150" y="135853"/>
                </a:cubicBezTo>
                <a:cubicBezTo>
                  <a:pt x="63768" y="135853"/>
                  <a:pt x="71636" y="130608"/>
                  <a:pt x="76754" y="1201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df-path-100065">
            <a:extLst xmlns:a="http://schemas.openxmlformats.org/drawingml/2006/main">
              <a:ext uri="{FF2B5EF4-FFF2-40B4-BE49-F238E27FC236}">
                <a16:creationId xmlns:a16="http://schemas.microsoft.com/office/drawing/2014/main" id="{2578AE81-284F-41DC-A909-B1FB8318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538" y="2830404"/>
            <a:ext cx="137320" cy="138121"/>
          </a:xfrm>
          <a:custGeom xmlns:a="http://schemas.openxmlformats.org/drawingml/2006/main">
            <a:pathLst>
              <a:path w="137320" h="138121">
                <a:moveTo>
                  <a:pt x="137320" y="0"/>
                </a:moveTo>
                <a:cubicBezTo>
                  <a:pt x="127919" y="35838"/>
                  <a:pt x="117274" y="63692"/>
                  <a:pt x="105386" y="83564"/>
                </a:cubicBezTo>
                <a:cubicBezTo>
                  <a:pt x="95451" y="100064"/>
                  <a:pt x="87378" y="111685"/>
                  <a:pt x="81168" y="118426"/>
                </a:cubicBezTo>
                <a:cubicBezTo>
                  <a:pt x="68925" y="131555"/>
                  <a:pt x="55974" y="138121"/>
                  <a:pt x="42314" y="138121"/>
                </a:cubicBezTo>
                <a:cubicBezTo>
                  <a:pt x="28120" y="138121"/>
                  <a:pt x="18938" y="127963"/>
                  <a:pt x="14769" y="107648"/>
                </a:cubicBezTo>
                <a:cubicBezTo>
                  <a:pt x="10601" y="87333"/>
                  <a:pt x="10912" y="56064"/>
                  <a:pt x="15703" y="13839"/>
                </a:cubicBezTo>
                <a:lnTo>
                  <a:pt x="0" y="13839"/>
                </a:lnTo>
                <a:lnTo>
                  <a:pt x="2395" y="0"/>
                </a:lnTo>
                <a:lnTo>
                  <a:pt x="38322" y="0"/>
                </a:lnTo>
                <a:cubicBezTo>
                  <a:pt x="35660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1"/>
                </a:cubicBezTo>
                <a:cubicBezTo>
                  <a:pt x="40096" y="108047"/>
                  <a:pt x="43645" y="111506"/>
                  <a:pt x="48433" y="111506"/>
                </a:cubicBezTo>
                <a:cubicBezTo>
                  <a:pt x="54999" y="111506"/>
                  <a:pt x="61828" y="108003"/>
                  <a:pt x="68924" y="100997"/>
                </a:cubicBezTo>
                <a:cubicBezTo>
                  <a:pt x="76023" y="93988"/>
                  <a:pt x="81878" y="86758"/>
                  <a:pt x="86492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df-path-100066">
            <a:extLst xmlns:a="http://schemas.openxmlformats.org/drawingml/2006/main">
              <a:ext uri="{FF2B5EF4-FFF2-40B4-BE49-F238E27FC236}">
                <a16:creationId xmlns:a16="http://schemas.microsoft.com/office/drawing/2014/main" id="{9C2A7DE1-8D95-4E32-86F3-7AF80A1F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3483" y="2728540"/>
            <a:ext cx="102466" cy="145064"/>
          </a:xfrm>
          <a:custGeom xmlns:a="http://schemas.openxmlformats.org/drawingml/2006/main">
            <a:pathLst>
              <a:path w="102466" h="145064">
                <a:moveTo>
                  <a:pt x="102466" y="104575"/>
                </a:moveTo>
                <a:cubicBezTo>
                  <a:pt x="102466" y="117623"/>
                  <a:pt x="97668" y="127666"/>
                  <a:pt x="88073" y="134702"/>
                </a:cubicBezTo>
                <a:cubicBezTo>
                  <a:pt x="78479" y="141610"/>
                  <a:pt x="64601" y="145064"/>
                  <a:pt x="46436" y="145064"/>
                </a:cubicBezTo>
                <a:cubicBezTo>
                  <a:pt x="38506" y="145064"/>
                  <a:pt x="30575" y="144296"/>
                  <a:pt x="22644" y="142760"/>
                </a:cubicBezTo>
                <a:cubicBezTo>
                  <a:pt x="14585" y="141097"/>
                  <a:pt x="7036" y="138730"/>
                  <a:pt x="0" y="135660"/>
                </a:cubicBezTo>
                <a:lnTo>
                  <a:pt x="0" y="108413"/>
                </a:lnTo>
                <a:lnTo>
                  <a:pt x="11515" y="108413"/>
                </a:lnTo>
                <a:cubicBezTo>
                  <a:pt x="12027" y="117240"/>
                  <a:pt x="15352" y="124083"/>
                  <a:pt x="21491" y="128943"/>
                </a:cubicBezTo>
                <a:cubicBezTo>
                  <a:pt x="27631" y="133550"/>
                  <a:pt x="36075" y="135853"/>
                  <a:pt x="46820" y="135853"/>
                </a:cubicBezTo>
                <a:cubicBezTo>
                  <a:pt x="57438" y="135853"/>
                  <a:pt x="65753" y="133038"/>
                  <a:pt x="71765" y="127409"/>
                </a:cubicBezTo>
                <a:cubicBezTo>
                  <a:pt x="77776" y="122164"/>
                  <a:pt x="80782" y="114617"/>
                  <a:pt x="80782" y="104768"/>
                </a:cubicBezTo>
                <a:cubicBezTo>
                  <a:pt x="80782" y="93767"/>
                  <a:pt x="77585" y="85452"/>
                  <a:pt x="71188" y="79823"/>
                </a:cubicBezTo>
                <a:cubicBezTo>
                  <a:pt x="65176" y="74195"/>
                  <a:pt x="56030" y="71381"/>
                  <a:pt x="43751" y="71381"/>
                </a:cubicBezTo>
                <a:lnTo>
                  <a:pt x="34157" y="71381"/>
                </a:lnTo>
                <a:lnTo>
                  <a:pt x="34157" y="61787"/>
                </a:lnTo>
                <a:lnTo>
                  <a:pt x="39146" y="61787"/>
                </a:lnTo>
                <a:cubicBezTo>
                  <a:pt x="51042" y="61787"/>
                  <a:pt x="60060" y="59484"/>
                  <a:pt x="66199" y="54880"/>
                </a:cubicBezTo>
                <a:cubicBezTo>
                  <a:pt x="72211" y="50529"/>
                  <a:pt x="75217" y="43749"/>
                  <a:pt x="75217" y="34540"/>
                </a:cubicBezTo>
                <a:cubicBezTo>
                  <a:pt x="75217" y="26481"/>
                  <a:pt x="72787" y="20212"/>
                  <a:pt x="67927" y="15735"/>
                </a:cubicBezTo>
                <a:cubicBezTo>
                  <a:pt x="63193" y="11386"/>
                  <a:pt x="56094" y="9211"/>
                  <a:pt x="46629" y="9211"/>
                </a:cubicBezTo>
                <a:cubicBezTo>
                  <a:pt x="37291" y="9211"/>
                  <a:pt x="30000" y="11258"/>
                  <a:pt x="24755" y="15351"/>
                </a:cubicBezTo>
                <a:cubicBezTo>
                  <a:pt x="19893" y="19188"/>
                  <a:pt x="16951" y="25072"/>
                  <a:pt x="15928" y="33003"/>
                </a:cubicBezTo>
                <a:lnTo>
                  <a:pt x="4415" y="33003"/>
                </a:lnTo>
                <a:lnTo>
                  <a:pt x="4415" y="8444"/>
                </a:lnTo>
                <a:cubicBezTo>
                  <a:pt x="12857" y="5629"/>
                  <a:pt x="20532" y="3583"/>
                  <a:pt x="27440" y="2304"/>
                </a:cubicBezTo>
                <a:cubicBezTo>
                  <a:pt x="34859" y="768"/>
                  <a:pt x="41830" y="0"/>
                  <a:pt x="48354" y="0"/>
                </a:cubicBezTo>
                <a:cubicBezTo>
                  <a:pt x="63450" y="0"/>
                  <a:pt x="75155" y="2943"/>
                  <a:pt x="83471" y="8828"/>
                </a:cubicBezTo>
                <a:cubicBezTo>
                  <a:pt x="91912" y="14840"/>
                  <a:pt x="96134" y="23027"/>
                  <a:pt x="96134" y="33390"/>
                </a:cubicBezTo>
                <a:cubicBezTo>
                  <a:pt x="96134" y="41958"/>
                  <a:pt x="93191" y="48994"/>
                  <a:pt x="87306" y="54496"/>
                </a:cubicBezTo>
                <a:cubicBezTo>
                  <a:pt x="81550" y="60124"/>
                  <a:pt x="73299" y="63961"/>
                  <a:pt x="62554" y="66009"/>
                </a:cubicBezTo>
                <a:cubicBezTo>
                  <a:pt x="75473" y="67799"/>
                  <a:pt x="85259" y="72020"/>
                  <a:pt x="91911" y="78672"/>
                </a:cubicBezTo>
                <a:cubicBezTo>
                  <a:pt x="98948" y="85195"/>
                  <a:pt x="102466" y="93829"/>
                  <a:pt x="102466" y="1045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df-path-100067">
            <a:extLst xmlns:a="http://schemas.openxmlformats.org/drawingml/2006/main">
              <a:ext uri="{FF2B5EF4-FFF2-40B4-BE49-F238E27FC236}">
                <a16:creationId xmlns:a16="http://schemas.microsoft.com/office/drawing/2014/main" id="{58F6CCB8-CCA3-4609-B049-B871CAC7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0551" y="2227000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59" y="40444"/>
                  <a:pt x="132346" y="71879"/>
                  <a:pt x="118931" y="94304"/>
                </a:cubicBezTo>
                <a:cubicBezTo>
                  <a:pt x="107719" y="112925"/>
                  <a:pt x="98609" y="126039"/>
                  <a:pt x="91600" y="133647"/>
                </a:cubicBezTo>
                <a:cubicBezTo>
                  <a:pt x="77784" y="148464"/>
                  <a:pt x="63169" y="155873"/>
                  <a:pt x="47752" y="155873"/>
                </a:cubicBezTo>
                <a:cubicBezTo>
                  <a:pt x="31734" y="155873"/>
                  <a:pt x="21372" y="144410"/>
                  <a:pt x="16667" y="121484"/>
                </a:cubicBezTo>
                <a:cubicBezTo>
                  <a:pt x="11963" y="98558"/>
                  <a:pt x="12314" y="63270"/>
                  <a:pt x="17722" y="15618"/>
                </a:cubicBezTo>
                <a:lnTo>
                  <a:pt x="0" y="15618"/>
                </a:lnTo>
                <a:lnTo>
                  <a:pt x="2704" y="0"/>
                </a:lnTo>
                <a:lnTo>
                  <a:pt x="43247" y="0"/>
                </a:lnTo>
                <a:cubicBezTo>
                  <a:pt x="40244" y="30833"/>
                  <a:pt x="38742" y="55610"/>
                  <a:pt x="38742" y="74332"/>
                </a:cubicBezTo>
                <a:cubicBezTo>
                  <a:pt x="38742" y="93054"/>
                  <a:pt x="40044" y="106320"/>
                  <a:pt x="42647" y="114129"/>
                </a:cubicBezTo>
                <a:cubicBezTo>
                  <a:pt x="45250" y="121935"/>
                  <a:pt x="49254" y="125838"/>
                  <a:pt x="54659" y="125838"/>
                </a:cubicBezTo>
                <a:cubicBezTo>
                  <a:pt x="62067" y="125838"/>
                  <a:pt x="69775" y="121884"/>
                  <a:pt x="77782" y="113977"/>
                </a:cubicBezTo>
                <a:cubicBezTo>
                  <a:pt x="85793" y="106068"/>
                  <a:pt x="92401" y="97909"/>
                  <a:pt x="97607" y="89501"/>
                </a:cubicBezTo>
                <a:cubicBezTo>
                  <a:pt x="113024" y="63871"/>
                  <a:pt x="123636" y="39244"/>
                  <a:pt x="129444" y="15618"/>
                </a:cubicBezTo>
                <a:lnTo>
                  <a:pt x="111722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df-path-100068">
            <a:extLst xmlns:a="http://schemas.openxmlformats.org/drawingml/2006/main">
              <a:ext uri="{FF2B5EF4-FFF2-40B4-BE49-F238E27FC236}">
                <a16:creationId xmlns:a16="http://schemas.microsoft.com/office/drawing/2014/main" id="{070C4036-2FF2-4172-A693-7B41BA81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0363" y="2113257"/>
            <a:ext cx="88373" cy="160328"/>
          </a:xfrm>
          <a:custGeom xmlns:a="http://schemas.openxmlformats.org/drawingml/2006/main">
            <a:pathLst>
              <a:path w="88373" h="160328">
                <a:moveTo>
                  <a:pt x="88373" y="160328"/>
                </a:moveTo>
                <a:lnTo>
                  <a:pt x="4754" y="160328"/>
                </a:lnTo>
                <a:lnTo>
                  <a:pt x="4754" y="149092"/>
                </a:lnTo>
                <a:lnTo>
                  <a:pt x="35005" y="149092"/>
                </a:lnTo>
                <a:lnTo>
                  <a:pt x="35005" y="18150"/>
                </a:lnTo>
                <a:lnTo>
                  <a:pt x="0" y="38677"/>
                </a:lnTo>
                <a:lnTo>
                  <a:pt x="0" y="24850"/>
                </a:lnTo>
                <a:lnTo>
                  <a:pt x="42350" y="0"/>
                </a:lnTo>
                <a:lnTo>
                  <a:pt x="58340" y="0"/>
                </a:lnTo>
                <a:lnTo>
                  <a:pt x="58340" y="149092"/>
                </a:lnTo>
                <a:lnTo>
                  <a:pt x="88373" y="149092"/>
                </a:lnTo>
                <a:lnTo>
                  <a:pt x="88373" y="1603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df-path-100069">
            <a:extLst xmlns:a="http://schemas.openxmlformats.org/drawingml/2006/main">
              <a:ext uri="{FF2B5EF4-FFF2-40B4-BE49-F238E27FC236}">
                <a16:creationId xmlns:a16="http://schemas.microsoft.com/office/drawing/2014/main" id="{3AC97E6B-9C74-4187-82BD-51988847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9542" y="2209481"/>
            <a:ext cx="154970" cy="155873"/>
          </a:xfrm>
          <a:custGeom xmlns:a="http://schemas.openxmlformats.org/drawingml/2006/main">
            <a:pathLst>
              <a:path w="154970" h="155873">
                <a:moveTo>
                  <a:pt x="154970" y="0"/>
                </a:moveTo>
                <a:cubicBezTo>
                  <a:pt x="144359" y="40444"/>
                  <a:pt x="132346" y="71879"/>
                  <a:pt x="118931" y="94304"/>
                </a:cubicBezTo>
                <a:cubicBezTo>
                  <a:pt x="107719" y="112925"/>
                  <a:pt x="98609" y="126039"/>
                  <a:pt x="91600" y="133647"/>
                </a:cubicBezTo>
                <a:cubicBezTo>
                  <a:pt x="77784" y="148464"/>
                  <a:pt x="63169" y="155873"/>
                  <a:pt x="47752" y="155873"/>
                </a:cubicBezTo>
                <a:cubicBezTo>
                  <a:pt x="31734" y="155873"/>
                  <a:pt x="21372" y="144410"/>
                  <a:pt x="16667" y="121484"/>
                </a:cubicBezTo>
                <a:cubicBezTo>
                  <a:pt x="11963" y="98558"/>
                  <a:pt x="12314" y="63270"/>
                  <a:pt x="17722" y="15618"/>
                </a:cubicBezTo>
                <a:lnTo>
                  <a:pt x="0" y="15618"/>
                </a:lnTo>
                <a:lnTo>
                  <a:pt x="2704" y="0"/>
                </a:lnTo>
                <a:lnTo>
                  <a:pt x="43247" y="0"/>
                </a:lnTo>
                <a:cubicBezTo>
                  <a:pt x="40244" y="30833"/>
                  <a:pt x="38742" y="55610"/>
                  <a:pt x="38742" y="74332"/>
                </a:cubicBezTo>
                <a:cubicBezTo>
                  <a:pt x="38742" y="93054"/>
                  <a:pt x="40044" y="106320"/>
                  <a:pt x="42647" y="114129"/>
                </a:cubicBezTo>
                <a:cubicBezTo>
                  <a:pt x="45250" y="121935"/>
                  <a:pt x="49254" y="125838"/>
                  <a:pt x="54659" y="125838"/>
                </a:cubicBezTo>
                <a:cubicBezTo>
                  <a:pt x="62067" y="125838"/>
                  <a:pt x="69775" y="121884"/>
                  <a:pt x="77782" y="113977"/>
                </a:cubicBezTo>
                <a:cubicBezTo>
                  <a:pt x="85793" y="106068"/>
                  <a:pt x="92401" y="97909"/>
                  <a:pt x="97607" y="89501"/>
                </a:cubicBezTo>
                <a:cubicBezTo>
                  <a:pt x="113024" y="63871"/>
                  <a:pt x="123636" y="39244"/>
                  <a:pt x="129444" y="15618"/>
                </a:cubicBezTo>
                <a:lnTo>
                  <a:pt x="111722" y="15618"/>
                </a:lnTo>
                <a:lnTo>
                  <a:pt x="114729" y="0"/>
                </a:lnTo>
                <a:lnTo>
                  <a:pt x="15497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df-path-100070">
            <a:extLst xmlns:a="http://schemas.openxmlformats.org/drawingml/2006/main">
              <a:ext uri="{FF2B5EF4-FFF2-40B4-BE49-F238E27FC236}">
                <a16:creationId xmlns:a16="http://schemas.microsoft.com/office/drawing/2014/main" id="{11F4B3C8-A58E-4BF0-95D6-0377F517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6609" y="2095738"/>
            <a:ext cx="111710" cy="160328"/>
          </a:xfrm>
          <a:custGeom xmlns:a="http://schemas.openxmlformats.org/drawingml/2006/main">
            <a:pathLst>
              <a:path w="111710" h="160328">
                <a:moveTo>
                  <a:pt x="111710" y="160328"/>
                </a:moveTo>
                <a:lnTo>
                  <a:pt x="0" y="160328"/>
                </a:lnTo>
                <a:lnTo>
                  <a:pt x="0" y="148877"/>
                </a:lnTo>
                <a:lnTo>
                  <a:pt x="52505" y="101123"/>
                </a:lnTo>
                <a:cubicBezTo>
                  <a:pt x="63453" y="91184"/>
                  <a:pt x="71736" y="81532"/>
                  <a:pt x="77352" y="72168"/>
                </a:cubicBezTo>
                <a:cubicBezTo>
                  <a:pt x="82394" y="62517"/>
                  <a:pt x="84915" y="53226"/>
                  <a:pt x="84915" y="44295"/>
                </a:cubicBezTo>
                <a:cubicBezTo>
                  <a:pt x="84915" y="33637"/>
                  <a:pt x="81818" y="25355"/>
                  <a:pt x="75624" y="19449"/>
                </a:cubicBezTo>
                <a:cubicBezTo>
                  <a:pt x="69575" y="13398"/>
                  <a:pt x="61220" y="10372"/>
                  <a:pt x="50560" y="10372"/>
                </a:cubicBezTo>
                <a:cubicBezTo>
                  <a:pt x="39612" y="10372"/>
                  <a:pt x="31040" y="12894"/>
                  <a:pt x="24846" y="17936"/>
                </a:cubicBezTo>
                <a:cubicBezTo>
                  <a:pt x="18798" y="22978"/>
                  <a:pt x="15269" y="30469"/>
                  <a:pt x="14260" y="40408"/>
                </a:cubicBezTo>
                <a:lnTo>
                  <a:pt x="1078" y="40408"/>
                </a:lnTo>
                <a:lnTo>
                  <a:pt x="1078" y="12318"/>
                </a:lnTo>
                <a:cubicBezTo>
                  <a:pt x="9290" y="8284"/>
                  <a:pt x="17645" y="5187"/>
                  <a:pt x="26142" y="3027"/>
                </a:cubicBezTo>
                <a:cubicBezTo>
                  <a:pt x="34642" y="1009"/>
                  <a:pt x="42854" y="0"/>
                  <a:pt x="50777" y="0"/>
                </a:cubicBezTo>
                <a:cubicBezTo>
                  <a:pt x="69072" y="0"/>
                  <a:pt x="83332" y="3962"/>
                  <a:pt x="93559" y="11886"/>
                </a:cubicBezTo>
                <a:cubicBezTo>
                  <a:pt x="104075" y="19807"/>
                  <a:pt x="109333" y="30611"/>
                  <a:pt x="109333" y="44295"/>
                </a:cubicBezTo>
                <a:cubicBezTo>
                  <a:pt x="109333" y="59710"/>
                  <a:pt x="97448" y="78149"/>
                  <a:pt x="73679" y="99610"/>
                </a:cubicBezTo>
                <a:cubicBezTo>
                  <a:pt x="71518" y="101340"/>
                  <a:pt x="70149" y="102564"/>
                  <a:pt x="69574" y="103283"/>
                </a:cubicBezTo>
                <a:lnTo>
                  <a:pt x="25927" y="143041"/>
                </a:lnTo>
                <a:lnTo>
                  <a:pt x="98097" y="143041"/>
                </a:lnTo>
                <a:lnTo>
                  <a:pt x="98097" y="123596"/>
                </a:lnTo>
                <a:lnTo>
                  <a:pt x="111710" y="123596"/>
                </a:lnTo>
                <a:lnTo>
                  <a:pt x="111710" y="1603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df-path-100071">
            <a:extLst xmlns:a="http://schemas.openxmlformats.org/drawingml/2006/main">
              <a:ext uri="{FF2B5EF4-FFF2-40B4-BE49-F238E27FC236}">
                <a16:creationId xmlns:a16="http://schemas.microsoft.com/office/drawing/2014/main" id="{45910A63-A601-48D0-820A-184052C2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2378" y="3783132"/>
            <a:ext cx="137320" cy="138121"/>
          </a:xfrm>
          <a:custGeom xmlns:a="http://schemas.openxmlformats.org/drawingml/2006/main">
            <a:pathLst>
              <a:path w="137320" h="138121">
                <a:moveTo>
                  <a:pt x="137320" y="0"/>
                </a:moveTo>
                <a:cubicBezTo>
                  <a:pt x="127919" y="35838"/>
                  <a:pt x="117274" y="63692"/>
                  <a:pt x="105386" y="83564"/>
                </a:cubicBezTo>
                <a:cubicBezTo>
                  <a:pt x="95451" y="100064"/>
                  <a:pt x="87378" y="111685"/>
                  <a:pt x="81168" y="118426"/>
                </a:cubicBezTo>
                <a:cubicBezTo>
                  <a:pt x="68925" y="131555"/>
                  <a:pt x="55974" y="138121"/>
                  <a:pt x="42314" y="138121"/>
                </a:cubicBezTo>
                <a:cubicBezTo>
                  <a:pt x="28120" y="138121"/>
                  <a:pt x="18938" y="127963"/>
                  <a:pt x="14769" y="107648"/>
                </a:cubicBezTo>
                <a:cubicBezTo>
                  <a:pt x="10601" y="87333"/>
                  <a:pt x="10912" y="56064"/>
                  <a:pt x="15703" y="13839"/>
                </a:cubicBezTo>
                <a:lnTo>
                  <a:pt x="0" y="13839"/>
                </a:lnTo>
                <a:lnTo>
                  <a:pt x="2395" y="0"/>
                </a:lnTo>
                <a:lnTo>
                  <a:pt x="38322" y="0"/>
                </a:lnTo>
                <a:cubicBezTo>
                  <a:pt x="35660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1"/>
                </a:cubicBezTo>
                <a:cubicBezTo>
                  <a:pt x="40096" y="108047"/>
                  <a:pt x="43644" y="111506"/>
                  <a:pt x="48433" y="111506"/>
                </a:cubicBezTo>
                <a:cubicBezTo>
                  <a:pt x="54999" y="111506"/>
                  <a:pt x="61828" y="108003"/>
                  <a:pt x="68924" y="100997"/>
                </a:cubicBezTo>
                <a:cubicBezTo>
                  <a:pt x="76023" y="93988"/>
                  <a:pt x="81878" y="86758"/>
                  <a:pt x="86492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df-path-100072">
            <a:extLst xmlns:a="http://schemas.openxmlformats.org/drawingml/2006/main">
              <a:ext uri="{FF2B5EF4-FFF2-40B4-BE49-F238E27FC236}">
                <a16:creationId xmlns:a16="http://schemas.microsoft.com/office/drawing/2014/main" id="{AD9D76D4-6917-491F-97CE-1461A568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9731" y="3681268"/>
            <a:ext cx="117237" cy="142376"/>
          </a:xfrm>
          <a:custGeom xmlns:a="http://schemas.openxmlformats.org/drawingml/2006/main">
            <a:pathLst>
              <a:path w="117237" h="142376">
                <a:moveTo>
                  <a:pt x="117237" y="104958"/>
                </a:moveTo>
                <a:lnTo>
                  <a:pt x="87880" y="104958"/>
                </a:lnTo>
                <a:lnTo>
                  <a:pt x="87880" y="132398"/>
                </a:lnTo>
                <a:lnTo>
                  <a:pt x="112442" y="132398"/>
                </a:lnTo>
                <a:lnTo>
                  <a:pt x="112442" y="142376"/>
                </a:lnTo>
                <a:lnTo>
                  <a:pt x="42404" y="142376"/>
                </a:lnTo>
                <a:lnTo>
                  <a:pt x="42404" y="132398"/>
                </a:lnTo>
                <a:lnTo>
                  <a:pt x="67157" y="132398"/>
                </a:lnTo>
                <a:lnTo>
                  <a:pt x="67157" y="104958"/>
                </a:lnTo>
                <a:lnTo>
                  <a:pt x="0" y="104958"/>
                </a:lnTo>
                <a:lnTo>
                  <a:pt x="0" y="94790"/>
                </a:lnTo>
                <a:lnTo>
                  <a:pt x="67349" y="0"/>
                </a:lnTo>
                <a:lnTo>
                  <a:pt x="87880" y="0"/>
                </a:lnTo>
                <a:lnTo>
                  <a:pt x="87880" y="94983"/>
                </a:lnTo>
                <a:lnTo>
                  <a:pt x="117237" y="94983"/>
                </a:lnTo>
                <a:lnTo>
                  <a:pt x="117237" y="104958"/>
                </a:lnTo>
                <a:moveTo>
                  <a:pt x="67157" y="94983"/>
                </a:moveTo>
                <a:lnTo>
                  <a:pt x="67157" y="20533"/>
                </a:lnTo>
                <a:lnTo>
                  <a:pt x="14581" y="94983"/>
                </a:lnTo>
                <a:lnTo>
                  <a:pt x="67157" y="9498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df-path-100073">
            <a:extLst xmlns:a="http://schemas.openxmlformats.org/drawingml/2006/main">
              <a:ext uri="{FF2B5EF4-FFF2-40B4-BE49-F238E27FC236}">
                <a16:creationId xmlns:a16="http://schemas.microsoft.com/office/drawing/2014/main" id="{1C36630F-B257-42B6-9F2F-057A044B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663" y="3782298"/>
            <a:ext cx="137320" cy="138121"/>
          </a:xfrm>
          <a:custGeom xmlns:a="http://schemas.openxmlformats.org/drawingml/2006/main">
            <a:pathLst>
              <a:path w="137320" h="138121">
                <a:moveTo>
                  <a:pt x="137320" y="0"/>
                </a:moveTo>
                <a:cubicBezTo>
                  <a:pt x="127919" y="35838"/>
                  <a:pt x="117274" y="63692"/>
                  <a:pt x="105386" y="83564"/>
                </a:cubicBezTo>
                <a:cubicBezTo>
                  <a:pt x="95451" y="100064"/>
                  <a:pt x="87378" y="111685"/>
                  <a:pt x="81168" y="118426"/>
                </a:cubicBezTo>
                <a:cubicBezTo>
                  <a:pt x="68925" y="131555"/>
                  <a:pt x="55974" y="138121"/>
                  <a:pt x="42314" y="138121"/>
                </a:cubicBezTo>
                <a:cubicBezTo>
                  <a:pt x="28120" y="138121"/>
                  <a:pt x="18938" y="127963"/>
                  <a:pt x="14769" y="107648"/>
                </a:cubicBezTo>
                <a:cubicBezTo>
                  <a:pt x="10601" y="87333"/>
                  <a:pt x="10912" y="56064"/>
                  <a:pt x="15703" y="13839"/>
                </a:cubicBezTo>
                <a:lnTo>
                  <a:pt x="0" y="13839"/>
                </a:lnTo>
                <a:lnTo>
                  <a:pt x="2395" y="0"/>
                </a:lnTo>
                <a:lnTo>
                  <a:pt x="38322" y="0"/>
                </a:lnTo>
                <a:cubicBezTo>
                  <a:pt x="35660" y="27321"/>
                  <a:pt x="34330" y="49277"/>
                  <a:pt x="34330" y="65866"/>
                </a:cubicBezTo>
                <a:cubicBezTo>
                  <a:pt x="34330" y="82456"/>
                  <a:pt x="35483" y="94211"/>
                  <a:pt x="37790" y="101131"/>
                </a:cubicBezTo>
                <a:cubicBezTo>
                  <a:pt x="40096" y="108047"/>
                  <a:pt x="43645" y="111506"/>
                  <a:pt x="48433" y="111506"/>
                </a:cubicBezTo>
                <a:cubicBezTo>
                  <a:pt x="54999" y="111506"/>
                  <a:pt x="61828" y="108003"/>
                  <a:pt x="68924" y="100997"/>
                </a:cubicBezTo>
                <a:cubicBezTo>
                  <a:pt x="76023" y="93988"/>
                  <a:pt x="81878" y="86758"/>
                  <a:pt x="86492" y="79308"/>
                </a:cubicBezTo>
                <a:cubicBezTo>
                  <a:pt x="100152" y="56597"/>
                  <a:pt x="109555" y="34774"/>
                  <a:pt x="114702" y="13839"/>
                </a:cubicBezTo>
                <a:lnTo>
                  <a:pt x="98998" y="13839"/>
                </a:lnTo>
                <a:lnTo>
                  <a:pt x="101662" y="0"/>
                </a:lnTo>
                <a:lnTo>
                  <a:pt x="1373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df-path-100074">
            <a:extLst xmlns:a="http://schemas.openxmlformats.org/drawingml/2006/main">
              <a:ext uri="{FF2B5EF4-FFF2-40B4-BE49-F238E27FC236}">
                <a16:creationId xmlns:a16="http://schemas.microsoft.com/office/drawing/2014/main" id="{38CAB160-4478-4031-A13D-52C9CEA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6530" y="3682929"/>
            <a:ext cx="99969" cy="142569"/>
          </a:xfrm>
          <a:custGeom xmlns:a="http://schemas.openxmlformats.org/drawingml/2006/main">
            <a:pathLst>
              <a:path w="99969" h="142569">
                <a:moveTo>
                  <a:pt x="99969" y="95556"/>
                </a:moveTo>
                <a:cubicBezTo>
                  <a:pt x="99969" y="110524"/>
                  <a:pt x="95107" y="122100"/>
                  <a:pt x="85385" y="130287"/>
                </a:cubicBezTo>
                <a:cubicBezTo>
                  <a:pt x="75407" y="138475"/>
                  <a:pt x="61783" y="142569"/>
                  <a:pt x="44515" y="142569"/>
                </a:cubicBezTo>
                <a:cubicBezTo>
                  <a:pt x="37351" y="142569"/>
                  <a:pt x="30060" y="141801"/>
                  <a:pt x="22641" y="140265"/>
                </a:cubicBezTo>
                <a:cubicBezTo>
                  <a:pt x="14837" y="138602"/>
                  <a:pt x="7290" y="136235"/>
                  <a:pt x="0" y="133165"/>
                </a:cubicBezTo>
                <a:lnTo>
                  <a:pt x="0" y="105918"/>
                </a:lnTo>
                <a:lnTo>
                  <a:pt x="11512" y="105918"/>
                </a:lnTo>
                <a:cubicBezTo>
                  <a:pt x="12024" y="114618"/>
                  <a:pt x="15094" y="121398"/>
                  <a:pt x="20723" y="126258"/>
                </a:cubicBezTo>
                <a:cubicBezTo>
                  <a:pt x="26350" y="130991"/>
                  <a:pt x="34281" y="133358"/>
                  <a:pt x="44515" y="133358"/>
                </a:cubicBezTo>
                <a:cubicBezTo>
                  <a:pt x="55516" y="133358"/>
                  <a:pt x="63766" y="130095"/>
                  <a:pt x="69267" y="123570"/>
                </a:cubicBezTo>
                <a:cubicBezTo>
                  <a:pt x="75279" y="116920"/>
                  <a:pt x="78285" y="107583"/>
                  <a:pt x="78285" y="95559"/>
                </a:cubicBezTo>
                <a:cubicBezTo>
                  <a:pt x="78285" y="83534"/>
                  <a:pt x="75407" y="74259"/>
                  <a:pt x="69651" y="67736"/>
                </a:cubicBezTo>
                <a:cubicBezTo>
                  <a:pt x="63894" y="61211"/>
                  <a:pt x="55516" y="57948"/>
                  <a:pt x="44515" y="57948"/>
                </a:cubicBezTo>
                <a:cubicBezTo>
                  <a:pt x="38374" y="57948"/>
                  <a:pt x="32873" y="58908"/>
                  <a:pt x="28013" y="60826"/>
                </a:cubicBezTo>
                <a:cubicBezTo>
                  <a:pt x="23154" y="63001"/>
                  <a:pt x="18996" y="66134"/>
                  <a:pt x="15541" y="70228"/>
                </a:cubicBezTo>
                <a:lnTo>
                  <a:pt x="6716" y="70228"/>
                </a:lnTo>
                <a:lnTo>
                  <a:pt x="6716" y="0"/>
                </a:lnTo>
                <a:lnTo>
                  <a:pt x="88073" y="0"/>
                </a:lnTo>
                <a:lnTo>
                  <a:pt x="88073" y="15351"/>
                </a:lnTo>
                <a:lnTo>
                  <a:pt x="17652" y="15351"/>
                </a:lnTo>
                <a:lnTo>
                  <a:pt x="17652" y="55453"/>
                </a:lnTo>
                <a:cubicBezTo>
                  <a:pt x="21489" y="53024"/>
                  <a:pt x="25647" y="51361"/>
                  <a:pt x="30125" y="50465"/>
                </a:cubicBezTo>
                <a:cubicBezTo>
                  <a:pt x="34984" y="49313"/>
                  <a:pt x="40293" y="48737"/>
                  <a:pt x="46049" y="48737"/>
                </a:cubicBezTo>
                <a:cubicBezTo>
                  <a:pt x="62808" y="48737"/>
                  <a:pt x="75920" y="52894"/>
                  <a:pt x="85385" y="61210"/>
                </a:cubicBezTo>
                <a:cubicBezTo>
                  <a:pt x="95107" y="69654"/>
                  <a:pt x="99969" y="81103"/>
                  <a:pt x="99969" y="955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df-path-100075">
            <a:extLst xmlns:a="http://schemas.openxmlformats.org/drawingml/2006/main">
              <a:ext uri="{FF2B5EF4-FFF2-40B4-BE49-F238E27FC236}">
                <a16:creationId xmlns:a16="http://schemas.microsoft.com/office/drawing/2014/main" id="{D4F077B1-4FA4-4AE5-85A2-EEF5FF7C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1753" y="4732039"/>
            <a:ext cx="103313" cy="103915"/>
          </a:xfrm>
          <a:custGeom xmlns:a="http://schemas.openxmlformats.org/drawingml/2006/main">
            <a:pathLst>
              <a:path w="103313" h="103915">
                <a:moveTo>
                  <a:pt x="103313" y="0"/>
                </a:moveTo>
                <a:cubicBezTo>
                  <a:pt x="96239" y="26963"/>
                  <a:pt x="88230" y="47919"/>
                  <a:pt x="79288" y="62869"/>
                </a:cubicBezTo>
                <a:cubicBezTo>
                  <a:pt x="71812" y="75283"/>
                  <a:pt x="65739" y="84026"/>
                  <a:pt x="61066" y="89098"/>
                </a:cubicBezTo>
                <a:cubicBezTo>
                  <a:pt x="51856" y="98976"/>
                  <a:pt x="42112" y="103915"/>
                  <a:pt x="31835" y="103915"/>
                </a:cubicBezTo>
                <a:cubicBezTo>
                  <a:pt x="21156" y="103915"/>
                  <a:pt x="14248" y="96273"/>
                  <a:pt x="11112" y="80989"/>
                </a:cubicBezTo>
                <a:cubicBezTo>
                  <a:pt x="7975" y="65706"/>
                  <a:pt x="8209" y="42180"/>
                  <a:pt x="11814" y="10412"/>
                </a:cubicBezTo>
                <a:lnTo>
                  <a:pt x="0" y="10412"/>
                </a:lnTo>
                <a:lnTo>
                  <a:pt x="1803" y="0"/>
                </a:lnTo>
                <a:lnTo>
                  <a:pt x="28831" y="0"/>
                </a:lnTo>
                <a:cubicBezTo>
                  <a:pt x="26829" y="20555"/>
                  <a:pt x="25828" y="37073"/>
                  <a:pt x="25828" y="49555"/>
                </a:cubicBezTo>
                <a:cubicBezTo>
                  <a:pt x="25828" y="62036"/>
                  <a:pt x="26696" y="70880"/>
                  <a:pt x="28431" y="76086"/>
                </a:cubicBezTo>
                <a:cubicBezTo>
                  <a:pt x="30166" y="81290"/>
                  <a:pt x="32836" y="83892"/>
                  <a:pt x="36438" y="83892"/>
                </a:cubicBezTo>
                <a:cubicBezTo>
                  <a:pt x="41377" y="83892"/>
                  <a:pt x="46516" y="81256"/>
                  <a:pt x="51855" y="75985"/>
                </a:cubicBezTo>
                <a:cubicBezTo>
                  <a:pt x="57195" y="70712"/>
                  <a:pt x="61601" y="65273"/>
                  <a:pt x="65072" y="59668"/>
                </a:cubicBezTo>
                <a:cubicBezTo>
                  <a:pt x="75349" y="42581"/>
                  <a:pt x="82423" y="26163"/>
                  <a:pt x="86295" y="10412"/>
                </a:cubicBezTo>
                <a:lnTo>
                  <a:pt x="74482" y="10412"/>
                </a:lnTo>
                <a:lnTo>
                  <a:pt x="76486" y="0"/>
                </a:lnTo>
                <a:lnTo>
                  <a:pt x="1033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df-path-100076">
            <a:extLst xmlns:a="http://schemas.openxmlformats.org/drawingml/2006/main">
              <a:ext uri="{FF2B5EF4-FFF2-40B4-BE49-F238E27FC236}">
                <a16:creationId xmlns:a16="http://schemas.microsoft.com/office/drawing/2014/main" id="{F6C5BB35-5E6D-48C5-A9D2-90E962B8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4784" y="4658992"/>
            <a:ext cx="34180" cy="104382"/>
          </a:xfrm>
          <a:custGeom xmlns:a="http://schemas.openxmlformats.org/drawingml/2006/main">
            <a:pathLst>
              <a:path w="34180" h="104382">
                <a:moveTo>
                  <a:pt x="34180" y="6382"/>
                </a:moveTo>
                <a:cubicBezTo>
                  <a:pt x="34180" y="7043"/>
                  <a:pt x="34133" y="7563"/>
                  <a:pt x="34037" y="7942"/>
                </a:cubicBezTo>
                <a:cubicBezTo>
                  <a:pt x="33564" y="10117"/>
                  <a:pt x="32382" y="11960"/>
                  <a:pt x="30492" y="13471"/>
                </a:cubicBezTo>
                <a:cubicBezTo>
                  <a:pt x="28317" y="14985"/>
                  <a:pt x="26047" y="15742"/>
                  <a:pt x="23684" y="15742"/>
                </a:cubicBezTo>
                <a:cubicBezTo>
                  <a:pt x="21415" y="15742"/>
                  <a:pt x="19571" y="14985"/>
                  <a:pt x="18152" y="13471"/>
                </a:cubicBezTo>
                <a:cubicBezTo>
                  <a:pt x="17112" y="12433"/>
                  <a:pt x="16592" y="11109"/>
                  <a:pt x="16592" y="9500"/>
                </a:cubicBezTo>
                <a:cubicBezTo>
                  <a:pt x="16592" y="8839"/>
                  <a:pt x="16640" y="8320"/>
                  <a:pt x="16735" y="7942"/>
                </a:cubicBezTo>
                <a:cubicBezTo>
                  <a:pt x="17207" y="5766"/>
                  <a:pt x="18436" y="3923"/>
                  <a:pt x="20422" y="2411"/>
                </a:cubicBezTo>
                <a:cubicBezTo>
                  <a:pt x="22313" y="804"/>
                  <a:pt x="24487" y="0"/>
                  <a:pt x="26945" y="0"/>
                </a:cubicBezTo>
                <a:cubicBezTo>
                  <a:pt x="29310" y="0"/>
                  <a:pt x="31202" y="804"/>
                  <a:pt x="32620" y="2411"/>
                </a:cubicBezTo>
                <a:cubicBezTo>
                  <a:pt x="33660" y="3451"/>
                  <a:pt x="34180" y="4775"/>
                  <a:pt x="34180" y="6382"/>
                </a:cubicBezTo>
                <a:moveTo>
                  <a:pt x="29642" y="30775"/>
                </a:moveTo>
                <a:lnTo>
                  <a:pt x="15459" y="97007"/>
                </a:lnTo>
                <a:lnTo>
                  <a:pt x="28648" y="97007"/>
                </a:lnTo>
                <a:lnTo>
                  <a:pt x="27088" y="104382"/>
                </a:lnTo>
                <a:lnTo>
                  <a:pt x="0" y="104382"/>
                </a:lnTo>
                <a:lnTo>
                  <a:pt x="14041" y="38150"/>
                </a:lnTo>
                <a:lnTo>
                  <a:pt x="568" y="38150"/>
                </a:lnTo>
                <a:lnTo>
                  <a:pt x="2411" y="30775"/>
                </a:lnTo>
                <a:lnTo>
                  <a:pt x="29642" y="3077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df-path-100077">
            <a:extLst xmlns:a="http://schemas.openxmlformats.org/drawingml/2006/main">
              <a:ext uri="{FF2B5EF4-FFF2-40B4-BE49-F238E27FC236}">
                <a16:creationId xmlns:a16="http://schemas.microsoft.com/office/drawing/2014/main" id="{ABA0DD1C-386E-4E3F-93EE-5B9C763C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108" y="3233204"/>
            <a:ext cx="103313" cy="103915"/>
          </a:xfrm>
          <a:custGeom xmlns:a="http://schemas.openxmlformats.org/drawingml/2006/main">
            <a:pathLst>
              <a:path w="103313" h="103915">
                <a:moveTo>
                  <a:pt x="103313" y="0"/>
                </a:moveTo>
                <a:cubicBezTo>
                  <a:pt x="96239" y="26963"/>
                  <a:pt x="88230" y="47919"/>
                  <a:pt x="79288" y="62869"/>
                </a:cubicBezTo>
                <a:cubicBezTo>
                  <a:pt x="71812" y="75283"/>
                  <a:pt x="65739" y="84026"/>
                  <a:pt x="61066" y="89098"/>
                </a:cubicBezTo>
                <a:cubicBezTo>
                  <a:pt x="51856" y="98976"/>
                  <a:pt x="42112" y="103915"/>
                  <a:pt x="31835" y="103915"/>
                </a:cubicBezTo>
                <a:cubicBezTo>
                  <a:pt x="21156" y="103915"/>
                  <a:pt x="14248" y="96273"/>
                  <a:pt x="11112" y="80989"/>
                </a:cubicBezTo>
                <a:cubicBezTo>
                  <a:pt x="7975" y="65706"/>
                  <a:pt x="8209" y="42180"/>
                  <a:pt x="11814" y="10412"/>
                </a:cubicBezTo>
                <a:lnTo>
                  <a:pt x="0" y="10412"/>
                </a:lnTo>
                <a:lnTo>
                  <a:pt x="1803" y="0"/>
                </a:lnTo>
                <a:lnTo>
                  <a:pt x="28831" y="0"/>
                </a:lnTo>
                <a:cubicBezTo>
                  <a:pt x="26829" y="20555"/>
                  <a:pt x="25828" y="37073"/>
                  <a:pt x="25828" y="49555"/>
                </a:cubicBezTo>
                <a:cubicBezTo>
                  <a:pt x="25828" y="62036"/>
                  <a:pt x="26696" y="70880"/>
                  <a:pt x="28431" y="76086"/>
                </a:cubicBezTo>
                <a:cubicBezTo>
                  <a:pt x="30166" y="81290"/>
                  <a:pt x="32836" y="83892"/>
                  <a:pt x="36438" y="83892"/>
                </a:cubicBezTo>
                <a:cubicBezTo>
                  <a:pt x="41377" y="83892"/>
                  <a:pt x="46516" y="81256"/>
                  <a:pt x="51855" y="75985"/>
                </a:cubicBezTo>
                <a:cubicBezTo>
                  <a:pt x="57195" y="70712"/>
                  <a:pt x="61601" y="65273"/>
                  <a:pt x="65072" y="59668"/>
                </a:cubicBezTo>
                <a:cubicBezTo>
                  <a:pt x="75349" y="42581"/>
                  <a:pt x="82423" y="26163"/>
                  <a:pt x="86295" y="10412"/>
                </a:cubicBezTo>
                <a:lnTo>
                  <a:pt x="74482" y="10412"/>
                </a:lnTo>
                <a:lnTo>
                  <a:pt x="76486" y="0"/>
                </a:lnTo>
                <a:lnTo>
                  <a:pt x="1033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df-path-100078">
            <a:extLst xmlns:a="http://schemas.openxmlformats.org/drawingml/2006/main">
              <a:ext uri="{FF2B5EF4-FFF2-40B4-BE49-F238E27FC236}">
                <a16:creationId xmlns:a16="http://schemas.microsoft.com/office/drawing/2014/main" id="{2BA462E3-E4D8-48BA-9C0E-0403052F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5707" y="3161148"/>
            <a:ext cx="74883" cy="103391"/>
          </a:xfrm>
          <a:custGeom xmlns:a="http://schemas.openxmlformats.org/drawingml/2006/main">
            <a:pathLst>
              <a:path w="74883" h="103391">
                <a:moveTo>
                  <a:pt x="74883" y="7092"/>
                </a:moveTo>
                <a:lnTo>
                  <a:pt x="30492" y="103391"/>
                </a:lnTo>
                <a:lnTo>
                  <a:pt x="19146" y="103391"/>
                </a:lnTo>
                <a:lnTo>
                  <a:pt x="61550" y="11347"/>
                </a:lnTo>
                <a:lnTo>
                  <a:pt x="8933" y="11347"/>
                </a:lnTo>
                <a:lnTo>
                  <a:pt x="8933" y="24110"/>
                </a:lnTo>
                <a:lnTo>
                  <a:pt x="0" y="24110"/>
                </a:lnTo>
                <a:lnTo>
                  <a:pt x="0" y="0"/>
                </a:lnTo>
                <a:lnTo>
                  <a:pt x="74883" y="0"/>
                </a:lnTo>
                <a:lnTo>
                  <a:pt x="74883" y="7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df-path-100079">
            <a:extLst xmlns:a="http://schemas.openxmlformats.org/drawingml/2006/main">
              <a:ext uri="{FF2B5EF4-FFF2-40B4-BE49-F238E27FC236}">
                <a16:creationId xmlns:a16="http://schemas.microsoft.com/office/drawing/2014/main" id="{E3DEF884-1812-4FF7-95D8-9642EAF4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444" y="2309426"/>
            <a:ext cx="103313" cy="103915"/>
          </a:xfrm>
          <a:custGeom xmlns:a="http://schemas.openxmlformats.org/drawingml/2006/main">
            <a:pathLst>
              <a:path w="103313" h="103915">
                <a:moveTo>
                  <a:pt x="103313" y="0"/>
                </a:moveTo>
                <a:cubicBezTo>
                  <a:pt x="96239" y="26963"/>
                  <a:pt x="88230" y="47919"/>
                  <a:pt x="79288" y="62869"/>
                </a:cubicBezTo>
                <a:cubicBezTo>
                  <a:pt x="71812" y="75283"/>
                  <a:pt x="65739" y="84026"/>
                  <a:pt x="61066" y="89098"/>
                </a:cubicBezTo>
                <a:cubicBezTo>
                  <a:pt x="51856" y="98976"/>
                  <a:pt x="42112" y="103915"/>
                  <a:pt x="31835" y="103915"/>
                </a:cubicBezTo>
                <a:cubicBezTo>
                  <a:pt x="21156" y="103915"/>
                  <a:pt x="14248" y="96273"/>
                  <a:pt x="11112" y="80989"/>
                </a:cubicBezTo>
                <a:cubicBezTo>
                  <a:pt x="7975" y="65706"/>
                  <a:pt x="8209" y="42180"/>
                  <a:pt x="11814" y="10412"/>
                </a:cubicBezTo>
                <a:lnTo>
                  <a:pt x="0" y="10412"/>
                </a:lnTo>
                <a:lnTo>
                  <a:pt x="1803" y="0"/>
                </a:lnTo>
                <a:lnTo>
                  <a:pt x="28831" y="0"/>
                </a:lnTo>
                <a:cubicBezTo>
                  <a:pt x="26829" y="20555"/>
                  <a:pt x="25828" y="37073"/>
                  <a:pt x="25828" y="49555"/>
                </a:cubicBezTo>
                <a:cubicBezTo>
                  <a:pt x="25828" y="62036"/>
                  <a:pt x="26696" y="70880"/>
                  <a:pt x="28431" y="76086"/>
                </a:cubicBezTo>
                <a:cubicBezTo>
                  <a:pt x="30166" y="81290"/>
                  <a:pt x="32836" y="83892"/>
                  <a:pt x="36438" y="83892"/>
                </a:cubicBezTo>
                <a:cubicBezTo>
                  <a:pt x="41377" y="83892"/>
                  <a:pt x="46516" y="81256"/>
                  <a:pt x="51855" y="75985"/>
                </a:cubicBezTo>
                <a:cubicBezTo>
                  <a:pt x="57195" y="70712"/>
                  <a:pt x="61601" y="65273"/>
                  <a:pt x="65072" y="59668"/>
                </a:cubicBezTo>
                <a:cubicBezTo>
                  <a:pt x="75349" y="42581"/>
                  <a:pt x="82423" y="26163"/>
                  <a:pt x="86295" y="10412"/>
                </a:cubicBezTo>
                <a:lnTo>
                  <a:pt x="74482" y="10412"/>
                </a:lnTo>
                <a:lnTo>
                  <a:pt x="76486" y="0"/>
                </a:lnTo>
                <a:lnTo>
                  <a:pt x="10331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df-path-100080">
            <a:extLst xmlns:a="http://schemas.openxmlformats.org/drawingml/2006/main">
              <a:ext uri="{FF2B5EF4-FFF2-40B4-BE49-F238E27FC236}">
                <a16:creationId xmlns:a16="http://schemas.microsoft.com/office/drawing/2014/main" id="{263570F5-ACFA-44AA-BADE-9047907D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2490" y="2235525"/>
            <a:ext cx="78855" cy="107221"/>
          </a:xfrm>
          <a:custGeom xmlns:a="http://schemas.openxmlformats.org/drawingml/2006/main">
            <a:pathLst>
              <a:path w="78855" h="107221">
                <a:moveTo>
                  <a:pt x="78855" y="72615"/>
                </a:moveTo>
                <a:cubicBezTo>
                  <a:pt x="78855" y="83016"/>
                  <a:pt x="75356" y="91430"/>
                  <a:pt x="68359" y="97859"/>
                </a:cubicBezTo>
                <a:cubicBezTo>
                  <a:pt x="61268" y="104100"/>
                  <a:pt x="51766" y="107221"/>
                  <a:pt x="39854" y="107221"/>
                </a:cubicBezTo>
                <a:cubicBezTo>
                  <a:pt x="27089" y="107221"/>
                  <a:pt x="17208" y="102871"/>
                  <a:pt x="10212" y="94172"/>
                </a:cubicBezTo>
                <a:cubicBezTo>
                  <a:pt x="3404" y="85567"/>
                  <a:pt x="0" y="73134"/>
                  <a:pt x="0" y="56872"/>
                </a:cubicBezTo>
                <a:cubicBezTo>
                  <a:pt x="0" y="38624"/>
                  <a:pt x="4113" y="24631"/>
                  <a:pt x="12340" y="14893"/>
                </a:cubicBezTo>
                <a:cubicBezTo>
                  <a:pt x="20376" y="4964"/>
                  <a:pt x="31863" y="0"/>
                  <a:pt x="46802" y="0"/>
                </a:cubicBezTo>
                <a:cubicBezTo>
                  <a:pt x="51152" y="0"/>
                  <a:pt x="55360" y="331"/>
                  <a:pt x="59426" y="993"/>
                </a:cubicBezTo>
                <a:cubicBezTo>
                  <a:pt x="64248" y="1749"/>
                  <a:pt x="68786" y="2789"/>
                  <a:pt x="73039" y="4114"/>
                </a:cubicBezTo>
                <a:lnTo>
                  <a:pt x="73039" y="21132"/>
                </a:lnTo>
                <a:lnTo>
                  <a:pt x="64388" y="21132"/>
                </a:lnTo>
                <a:cubicBezTo>
                  <a:pt x="63821" y="16499"/>
                  <a:pt x="61835" y="12954"/>
                  <a:pt x="58433" y="10495"/>
                </a:cubicBezTo>
                <a:cubicBezTo>
                  <a:pt x="55218" y="8037"/>
                  <a:pt x="50822" y="6808"/>
                  <a:pt x="45242" y="6808"/>
                </a:cubicBezTo>
                <a:cubicBezTo>
                  <a:pt x="35315" y="6808"/>
                  <a:pt x="27987" y="10212"/>
                  <a:pt x="23260" y="17020"/>
                </a:cubicBezTo>
                <a:cubicBezTo>
                  <a:pt x="18438" y="23544"/>
                  <a:pt x="15933" y="33992"/>
                  <a:pt x="15744" y="48362"/>
                </a:cubicBezTo>
                <a:cubicBezTo>
                  <a:pt x="19052" y="44959"/>
                  <a:pt x="22928" y="42359"/>
                  <a:pt x="27372" y="40563"/>
                </a:cubicBezTo>
                <a:cubicBezTo>
                  <a:pt x="31816" y="38861"/>
                  <a:pt x="36781" y="38010"/>
                  <a:pt x="42264" y="38010"/>
                </a:cubicBezTo>
                <a:cubicBezTo>
                  <a:pt x="53610" y="38010"/>
                  <a:pt x="62544" y="41129"/>
                  <a:pt x="69069" y="47369"/>
                </a:cubicBezTo>
                <a:cubicBezTo>
                  <a:pt x="75593" y="53515"/>
                  <a:pt x="78855" y="61931"/>
                  <a:pt x="78855" y="72615"/>
                </a:cubicBezTo>
                <a:moveTo>
                  <a:pt x="57013" y="93321"/>
                </a:moveTo>
                <a:cubicBezTo>
                  <a:pt x="60889" y="88593"/>
                  <a:pt x="62828" y="81691"/>
                  <a:pt x="62828" y="72615"/>
                </a:cubicBezTo>
                <a:cubicBezTo>
                  <a:pt x="62828" y="63538"/>
                  <a:pt x="60889" y="56636"/>
                  <a:pt x="57013" y="51909"/>
                </a:cubicBezTo>
                <a:cubicBezTo>
                  <a:pt x="53138" y="47182"/>
                  <a:pt x="47653" y="44818"/>
                  <a:pt x="40561" y="44818"/>
                </a:cubicBezTo>
                <a:cubicBezTo>
                  <a:pt x="33376" y="44818"/>
                  <a:pt x="27799" y="47134"/>
                  <a:pt x="23827" y="51766"/>
                </a:cubicBezTo>
                <a:cubicBezTo>
                  <a:pt x="20046" y="56588"/>
                  <a:pt x="18155" y="63254"/>
                  <a:pt x="18155" y="71765"/>
                </a:cubicBezTo>
                <a:cubicBezTo>
                  <a:pt x="18155" y="80746"/>
                  <a:pt x="20093" y="87837"/>
                  <a:pt x="23970" y="93037"/>
                </a:cubicBezTo>
                <a:cubicBezTo>
                  <a:pt x="28035" y="97954"/>
                  <a:pt x="33566" y="100413"/>
                  <a:pt x="40561" y="100413"/>
                </a:cubicBezTo>
                <a:cubicBezTo>
                  <a:pt x="47653" y="100413"/>
                  <a:pt x="53138" y="98049"/>
                  <a:pt x="57013" y="933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df-path-100081">
            <a:extLst xmlns:a="http://schemas.openxmlformats.org/drawingml/2006/main">
              <a:ext uri="{FF2B5EF4-FFF2-40B4-BE49-F238E27FC236}">
                <a16:creationId xmlns:a16="http://schemas.microsoft.com/office/drawing/2014/main" id="{1A6464F9-2EFC-4C79-B5DD-D92E67CA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3115" y="3199833"/>
            <a:ext cx="103314" cy="103915"/>
          </a:xfrm>
          <a:custGeom xmlns:a="http://schemas.openxmlformats.org/drawingml/2006/main">
            <a:pathLst>
              <a:path w="103314" h="103915">
                <a:moveTo>
                  <a:pt x="103314" y="0"/>
                </a:moveTo>
                <a:cubicBezTo>
                  <a:pt x="96240" y="26963"/>
                  <a:pt x="88231" y="47919"/>
                  <a:pt x="79288" y="62869"/>
                </a:cubicBezTo>
                <a:cubicBezTo>
                  <a:pt x="71812" y="75283"/>
                  <a:pt x="65740" y="84026"/>
                  <a:pt x="61067" y="89098"/>
                </a:cubicBezTo>
                <a:cubicBezTo>
                  <a:pt x="51857" y="98976"/>
                  <a:pt x="42113" y="103915"/>
                  <a:pt x="31835" y="103915"/>
                </a:cubicBezTo>
                <a:cubicBezTo>
                  <a:pt x="21156" y="103915"/>
                  <a:pt x="14249" y="96273"/>
                  <a:pt x="11112" y="80989"/>
                </a:cubicBezTo>
                <a:cubicBezTo>
                  <a:pt x="7976" y="65706"/>
                  <a:pt x="8209" y="42180"/>
                  <a:pt x="11814" y="10412"/>
                </a:cubicBezTo>
                <a:lnTo>
                  <a:pt x="0" y="10412"/>
                </a:lnTo>
                <a:lnTo>
                  <a:pt x="1803" y="0"/>
                </a:lnTo>
                <a:lnTo>
                  <a:pt x="28831" y="0"/>
                </a:lnTo>
                <a:cubicBezTo>
                  <a:pt x="26829" y="20555"/>
                  <a:pt x="25828" y="37073"/>
                  <a:pt x="25828" y="49555"/>
                </a:cubicBezTo>
                <a:cubicBezTo>
                  <a:pt x="25828" y="62036"/>
                  <a:pt x="26697" y="70880"/>
                  <a:pt x="28432" y="76086"/>
                </a:cubicBezTo>
                <a:cubicBezTo>
                  <a:pt x="30167" y="81290"/>
                  <a:pt x="32836" y="83892"/>
                  <a:pt x="36439" y="83892"/>
                </a:cubicBezTo>
                <a:cubicBezTo>
                  <a:pt x="41378" y="83892"/>
                  <a:pt x="46518" y="81256"/>
                  <a:pt x="51855" y="75985"/>
                </a:cubicBezTo>
                <a:cubicBezTo>
                  <a:pt x="57195" y="70712"/>
                  <a:pt x="61601" y="65273"/>
                  <a:pt x="65072" y="59668"/>
                </a:cubicBezTo>
                <a:cubicBezTo>
                  <a:pt x="75349" y="42581"/>
                  <a:pt x="82425" y="26163"/>
                  <a:pt x="86297" y="10412"/>
                </a:cubicBezTo>
                <a:lnTo>
                  <a:pt x="74483" y="10412"/>
                </a:lnTo>
                <a:lnTo>
                  <a:pt x="76487" y="0"/>
                </a:lnTo>
                <a:lnTo>
                  <a:pt x="1033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df-path-100082">
            <a:extLst xmlns:a="http://schemas.openxmlformats.org/drawingml/2006/main">
              <a:ext uri="{FF2B5EF4-FFF2-40B4-BE49-F238E27FC236}">
                <a16:creationId xmlns:a16="http://schemas.microsoft.com/office/drawing/2014/main" id="{D11EB429-B233-41BB-AB91-E8B4D21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6715" y="3127777"/>
            <a:ext cx="74884" cy="103391"/>
          </a:xfrm>
          <a:custGeom xmlns:a="http://schemas.openxmlformats.org/drawingml/2006/main">
            <a:pathLst>
              <a:path w="74884" h="103391">
                <a:moveTo>
                  <a:pt x="74884" y="7092"/>
                </a:moveTo>
                <a:lnTo>
                  <a:pt x="30492" y="103391"/>
                </a:lnTo>
                <a:lnTo>
                  <a:pt x="19145" y="103391"/>
                </a:lnTo>
                <a:lnTo>
                  <a:pt x="61550" y="11347"/>
                </a:lnTo>
                <a:lnTo>
                  <a:pt x="8933" y="11347"/>
                </a:lnTo>
                <a:lnTo>
                  <a:pt x="8933" y="24110"/>
                </a:lnTo>
                <a:lnTo>
                  <a:pt x="0" y="24110"/>
                </a:lnTo>
                <a:lnTo>
                  <a:pt x="0" y="0"/>
                </a:lnTo>
                <a:lnTo>
                  <a:pt x="74884" y="0"/>
                </a:lnTo>
                <a:lnTo>
                  <a:pt x="74884" y="7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df-path-100083">
            <a:extLst xmlns:a="http://schemas.openxmlformats.org/drawingml/2006/main">
              <a:ext uri="{FF2B5EF4-FFF2-40B4-BE49-F238E27FC236}">
                <a16:creationId xmlns:a16="http://schemas.microsoft.com/office/drawing/2014/main" id="{2EE345D9-5458-4863-961E-0C8FDD9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4921" y="2191794"/>
            <a:ext cx="103314" cy="103915"/>
          </a:xfrm>
          <a:custGeom xmlns:a="http://schemas.openxmlformats.org/drawingml/2006/main">
            <a:pathLst>
              <a:path w="103314" h="103915">
                <a:moveTo>
                  <a:pt x="103314" y="0"/>
                </a:moveTo>
                <a:cubicBezTo>
                  <a:pt x="96240" y="26963"/>
                  <a:pt x="88231" y="47919"/>
                  <a:pt x="79288" y="62869"/>
                </a:cubicBezTo>
                <a:cubicBezTo>
                  <a:pt x="71812" y="75283"/>
                  <a:pt x="65740" y="84026"/>
                  <a:pt x="61067" y="89098"/>
                </a:cubicBezTo>
                <a:cubicBezTo>
                  <a:pt x="51857" y="98976"/>
                  <a:pt x="42113" y="103915"/>
                  <a:pt x="31835" y="103915"/>
                </a:cubicBezTo>
                <a:cubicBezTo>
                  <a:pt x="21156" y="103915"/>
                  <a:pt x="14249" y="96273"/>
                  <a:pt x="11112" y="80989"/>
                </a:cubicBezTo>
                <a:cubicBezTo>
                  <a:pt x="7976" y="65706"/>
                  <a:pt x="8209" y="42180"/>
                  <a:pt x="11814" y="10412"/>
                </a:cubicBezTo>
                <a:lnTo>
                  <a:pt x="0" y="10412"/>
                </a:lnTo>
                <a:lnTo>
                  <a:pt x="1803" y="0"/>
                </a:lnTo>
                <a:lnTo>
                  <a:pt x="28831" y="0"/>
                </a:lnTo>
                <a:cubicBezTo>
                  <a:pt x="26829" y="20555"/>
                  <a:pt x="25828" y="37073"/>
                  <a:pt x="25828" y="49555"/>
                </a:cubicBezTo>
                <a:cubicBezTo>
                  <a:pt x="25828" y="62036"/>
                  <a:pt x="26697" y="70880"/>
                  <a:pt x="28432" y="76086"/>
                </a:cubicBezTo>
                <a:cubicBezTo>
                  <a:pt x="30167" y="81290"/>
                  <a:pt x="32836" y="83892"/>
                  <a:pt x="36439" y="83892"/>
                </a:cubicBezTo>
                <a:cubicBezTo>
                  <a:pt x="41378" y="83892"/>
                  <a:pt x="46518" y="81256"/>
                  <a:pt x="51855" y="75985"/>
                </a:cubicBezTo>
                <a:cubicBezTo>
                  <a:pt x="57195" y="70712"/>
                  <a:pt x="61601" y="65273"/>
                  <a:pt x="65072" y="59668"/>
                </a:cubicBezTo>
                <a:cubicBezTo>
                  <a:pt x="75349" y="42581"/>
                  <a:pt x="82425" y="26163"/>
                  <a:pt x="86297" y="10412"/>
                </a:cubicBezTo>
                <a:lnTo>
                  <a:pt x="74483" y="10412"/>
                </a:lnTo>
                <a:lnTo>
                  <a:pt x="76487" y="0"/>
                </a:lnTo>
                <a:lnTo>
                  <a:pt x="10331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df-path-100084">
            <a:extLst xmlns:a="http://schemas.openxmlformats.org/drawingml/2006/main">
              <a:ext uri="{FF2B5EF4-FFF2-40B4-BE49-F238E27FC236}">
                <a16:creationId xmlns:a16="http://schemas.microsoft.com/office/drawing/2014/main" id="{C67089BE-D866-401B-9962-E3932A2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5967" y="2117894"/>
            <a:ext cx="78853" cy="107221"/>
          </a:xfrm>
          <a:custGeom xmlns:a="http://schemas.openxmlformats.org/drawingml/2006/main">
            <a:pathLst>
              <a:path w="78853" h="107221">
                <a:moveTo>
                  <a:pt x="78853" y="72615"/>
                </a:moveTo>
                <a:cubicBezTo>
                  <a:pt x="78853" y="83016"/>
                  <a:pt x="75355" y="91430"/>
                  <a:pt x="68357" y="97859"/>
                </a:cubicBezTo>
                <a:cubicBezTo>
                  <a:pt x="61268" y="104100"/>
                  <a:pt x="51766" y="107221"/>
                  <a:pt x="39852" y="107221"/>
                </a:cubicBezTo>
                <a:cubicBezTo>
                  <a:pt x="27087" y="107221"/>
                  <a:pt x="17207" y="102871"/>
                  <a:pt x="10212" y="94172"/>
                </a:cubicBezTo>
                <a:cubicBezTo>
                  <a:pt x="3403" y="85567"/>
                  <a:pt x="0" y="73134"/>
                  <a:pt x="0" y="56872"/>
                </a:cubicBezTo>
                <a:cubicBezTo>
                  <a:pt x="0" y="38624"/>
                  <a:pt x="4113" y="24631"/>
                  <a:pt x="12339" y="14893"/>
                </a:cubicBezTo>
                <a:cubicBezTo>
                  <a:pt x="20374" y="4964"/>
                  <a:pt x="31863" y="0"/>
                  <a:pt x="46802" y="0"/>
                </a:cubicBezTo>
                <a:cubicBezTo>
                  <a:pt x="51152" y="0"/>
                  <a:pt x="55359" y="331"/>
                  <a:pt x="59424" y="993"/>
                </a:cubicBezTo>
                <a:cubicBezTo>
                  <a:pt x="64247" y="1749"/>
                  <a:pt x="68785" y="2789"/>
                  <a:pt x="73039" y="4114"/>
                </a:cubicBezTo>
                <a:lnTo>
                  <a:pt x="73039" y="21132"/>
                </a:lnTo>
                <a:lnTo>
                  <a:pt x="64386" y="21132"/>
                </a:lnTo>
                <a:cubicBezTo>
                  <a:pt x="63819" y="16499"/>
                  <a:pt x="61835" y="12954"/>
                  <a:pt x="58432" y="10495"/>
                </a:cubicBezTo>
                <a:cubicBezTo>
                  <a:pt x="55218" y="8037"/>
                  <a:pt x="50821" y="6808"/>
                  <a:pt x="45241" y="6808"/>
                </a:cubicBezTo>
                <a:cubicBezTo>
                  <a:pt x="35314" y="6808"/>
                  <a:pt x="27987" y="10212"/>
                  <a:pt x="23259" y="17020"/>
                </a:cubicBezTo>
                <a:cubicBezTo>
                  <a:pt x="18437" y="23544"/>
                  <a:pt x="15932" y="33992"/>
                  <a:pt x="15744" y="48362"/>
                </a:cubicBezTo>
                <a:cubicBezTo>
                  <a:pt x="19051" y="44959"/>
                  <a:pt x="22928" y="42359"/>
                  <a:pt x="27370" y="40563"/>
                </a:cubicBezTo>
                <a:cubicBezTo>
                  <a:pt x="31815" y="38861"/>
                  <a:pt x="36779" y="38010"/>
                  <a:pt x="42264" y="38010"/>
                </a:cubicBezTo>
                <a:cubicBezTo>
                  <a:pt x="53610" y="38010"/>
                  <a:pt x="62544" y="41129"/>
                  <a:pt x="69067" y="47369"/>
                </a:cubicBezTo>
                <a:cubicBezTo>
                  <a:pt x="75592" y="53515"/>
                  <a:pt x="78853" y="61931"/>
                  <a:pt x="78853" y="72615"/>
                </a:cubicBezTo>
                <a:moveTo>
                  <a:pt x="57012" y="93321"/>
                </a:moveTo>
                <a:cubicBezTo>
                  <a:pt x="60888" y="88593"/>
                  <a:pt x="62827" y="81691"/>
                  <a:pt x="62827" y="72615"/>
                </a:cubicBezTo>
                <a:cubicBezTo>
                  <a:pt x="62827" y="63538"/>
                  <a:pt x="60888" y="56636"/>
                  <a:pt x="57012" y="51909"/>
                </a:cubicBezTo>
                <a:cubicBezTo>
                  <a:pt x="53137" y="47182"/>
                  <a:pt x="47653" y="44818"/>
                  <a:pt x="40560" y="44818"/>
                </a:cubicBezTo>
                <a:cubicBezTo>
                  <a:pt x="33376" y="44818"/>
                  <a:pt x="27797" y="47134"/>
                  <a:pt x="23826" y="51766"/>
                </a:cubicBezTo>
                <a:cubicBezTo>
                  <a:pt x="20045" y="56588"/>
                  <a:pt x="18154" y="63254"/>
                  <a:pt x="18154" y="71765"/>
                </a:cubicBezTo>
                <a:cubicBezTo>
                  <a:pt x="18154" y="80746"/>
                  <a:pt x="20092" y="87837"/>
                  <a:pt x="23969" y="93037"/>
                </a:cubicBezTo>
                <a:cubicBezTo>
                  <a:pt x="28034" y="97954"/>
                  <a:pt x="33565" y="100413"/>
                  <a:pt x="40560" y="100413"/>
                </a:cubicBezTo>
                <a:cubicBezTo>
                  <a:pt x="47653" y="100413"/>
                  <a:pt x="53137" y="98049"/>
                  <a:pt x="57012" y="933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8396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2026-10-09T21:03:17.3000000Z</dcterms:created>
  <dcterms:modified xsi:type="dcterms:W3CDTF">2026-10-09T21:03:17.3000000Z</dcterms:modified>
</coreProperties>
</file>