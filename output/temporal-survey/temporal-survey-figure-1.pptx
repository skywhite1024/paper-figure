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75092404a64a34" /><Relationship Type="http://schemas.openxmlformats.org/officeDocument/2006/relationships/extended-properties" Target="/docProps/app.xml" Id="Re6f2ac3664be4eb1" /><Relationship Type="http://schemas.openxmlformats.org/officeDocument/2006/relationships/officeDocument" Target="/ppt/presentation.xml" Id="R3b7aebabc3f54e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3d0653edbb485b"/>
  </p:sldMasterIdLst>
  <p:notesMasterIdLst>
    <p:notesMasterId xmlns:r="http://schemas.openxmlformats.org/officeDocument/2006/relationships" r:id="R977496366a304e38"/>
  </p:notesMasterIdLst>
  <p:sldIdLst>
    <p:sldId xmlns:r="http://schemas.openxmlformats.org/officeDocument/2006/relationships" id="256" r:id="Ra9db9ad9996a4051"/>
  </p:sldIdLst>
  <p:sldSz cx="11801475" cy="3657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9769f955cd4b89" /><Relationship Type="http://schemas.openxmlformats.org/officeDocument/2006/relationships/slideMaster" Target="/ppt/slideMasters/slideMaster1.xml" Id="R3d3d0653edbb485b" /><Relationship Type="http://schemas.openxmlformats.org/officeDocument/2006/relationships/notesMaster" Target="/ppt/notesMasters/notesMaster1.xml" Id="R977496366a304e38" /><Relationship Type="http://schemas.openxmlformats.org/officeDocument/2006/relationships/presProps" Target="/ppt/presProps.xml" Id="R818eb106eb2f4cfc" /><Relationship Type="http://schemas.openxmlformats.org/officeDocument/2006/relationships/tableStyles" Target="/ppt/tableStyles.xml" Id="R7127318793fc4e01" /><Relationship Type="http://schemas.openxmlformats.org/officeDocument/2006/relationships/slide" Target="/ppt/slides/slide1.xml" Id="Ra9db9ad9996a40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8a7e79aa2c46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110aaa8ad54b2c" /><Relationship Type="http://schemas.openxmlformats.org/officeDocument/2006/relationships/notesMaster" Target="/ppt/notesMasters/notesMaster1.xml" Id="Rde29023069dd4b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"Discovering Temporal Structure: An Overview of Hierarchical Reinforcement Learning",</a:t>
            </a:r>
          </a:p>
          <a:p xmlns:a="http://schemas.openxmlformats.org/drawingml/2006/main">
            <a:r>
              <a:t>  "paper_url": "https://arxiv.org/abs/2506.14045v2",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"http://creativecommons.org/licenses/by/4.0/",</a:t>
            </a:r>
          </a:p>
          <a:p xmlns:a="http://schemas.openxmlformats.org/drawingml/2006/main">
            <a:r>
              <a:t>  "notes": "Original vector geometry and editable text; source photo/plot/formula assets preserved separately with their transparency. Internal pixels of raster subassets are not editable. Freeform arrows lack semantic endpoint attachment. Independent cross-format QA pending. Native arrow shapes recovered from original source clipping outlines; inside-clipped border strokes use half source width.",</a:t>
            </a:r>
          </a:p>
          <a:p xmlns:a="http://schemas.openxmlformats.org/drawingml/2006/main">
            <a:r>
              <a:t>  "page": 5,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"70463ca1b717e55535b7d0faa19662bf2d80e61f1716f11086671d2316058d2d",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100,</a:t>
            </a:r>
          </a:p>
          <a:p xmlns:a="http://schemas.openxmlformats.org/drawingml/2006/main">
            <a:r>
              <a:t>    88,</a:t>
            </a:r>
          </a:p>
          <a:p xmlns:a="http://schemas.openxmlformats.org/drawingml/2006/main">
            <a:r>
              <a:t>    513,</a:t>
            </a:r>
          </a:p>
          <a:p xmlns:a="http://schemas.openxmlformats.org/drawingml/2006/main">
            <a:r>
              <a:t>    216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"CMR",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"177 source clipping groups intersect crop; extracted paths require explicit clipping review"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"reviewed_clip_repairs": [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1,</a:t>
            </a:r>
          </a:p>
          <a:p xmlns:a="http://schemas.openxmlformats.org/drawingml/2006/main">
            <a:r>
              <a:t>      "clip outline restored"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2,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5,</a:t>
            </a:r>
          </a:p>
          <a:p xmlns:a="http://schemas.openxmlformats.org/drawingml/2006/main">
            <a:r>
              <a:t>      "clip outline restored"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6,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9,</a:t>
            </a:r>
          </a:p>
          <a:p xmlns:a="http://schemas.openxmlformats.org/drawingml/2006/main">
            <a:r>
              <a:t>      "clip outline restored"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10,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13,</a:t>
            </a:r>
          </a:p>
          <a:p xmlns:a="http://schemas.openxmlformats.org/drawingml/2006/main">
            <a:r>
              <a:t>      "clip outline restored"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14,</a:t>
            </a:r>
          </a:p>
          <a:p xmlns:a="http://schemas.openxmlformats.org/drawingml/2006/main">
            <a:r>
              <a:t>      "clip outline restored"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26,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28,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30,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32,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34,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36,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38,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40,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42,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44,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47,</a:t>
            </a:r>
          </a:p>
          <a:p xmlns:a="http://schemas.openxmlformats.org/drawingml/2006/main">
            <a:r>
              <a:t>      "clip outline restored"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48,</a:t>
            </a:r>
          </a:p>
          <a:p xmlns:a="http://schemas.openxmlformats.org/drawingml/2006/main">
            <a:r>
              <a:t>      "clip outline restored"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49,</a:t>
            </a:r>
          </a:p>
          <a:p xmlns:a="http://schemas.openxmlformats.org/drawingml/2006/main">
            <a:r>
              <a:t>      "clip outline restored"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61,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63,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65,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67,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69,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71,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73,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75,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77,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79,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82,</a:t>
            </a:r>
          </a:p>
          <a:p xmlns:a="http://schemas.openxmlformats.org/drawingml/2006/main">
            <a:r>
              <a:t>      "clip outline restored"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83,</a:t>
            </a:r>
          </a:p>
          <a:p xmlns:a="http://schemas.openxmlformats.org/drawingml/2006/main">
            <a:r>
              <a:t>      "clip outline restored"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95,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97,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99,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101,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103,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105,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107,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109,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111,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113,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116,</a:t>
            </a:r>
          </a:p>
          <a:p xmlns:a="http://schemas.openxmlformats.org/drawingml/2006/main">
            <a:r>
              <a:t>      "clip outline restored"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118,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121,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123,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127,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129,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133,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135,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139,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142,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147,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149,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153,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155,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159,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161,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165,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168,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173,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175,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179,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181,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185,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187,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191,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[</a:t>
            </a:r>
          </a:p>
          <a:p xmlns:a="http://schemas.openxmlformats.org/drawingml/2006/main">
            <a:r>
              <a:t>      194,</a:t>
            </a:r>
          </a:p>
          <a:p xmlns:a="http://schemas.openxmlformats.org/drawingml/2006/main">
            <a:r>
              <a:t>      "inside-clipped stroke halved"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7035e75c104c4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3c4da3ba5e4d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5aac1939a74c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932bd9a0b94f8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fab3dfd38475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b8b68705941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44301A-0739-41CF-8E9A-3DD38362A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80148" y="1381760"/>
            <a:ext cx="9441180" cy="52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031E5A-77D7-43FB-BC3B-1E229462C0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70221" y="2011680"/>
            <a:ext cx="8261033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B41CDF1-029A-4D00-8342-349FC94C8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80148" y="1524000"/>
            <a:ext cx="944118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91306A-6BBD-4999-8224-52EF501B5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3833" y="284480"/>
            <a:ext cx="10473809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17E8B5-AB47-4023-9030-D8EFF41BA2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3833" y="1016000"/>
            <a:ext cx="10473809" cy="227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192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1pPr>
            <a:lvl2pPr marL="28448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2pPr>
            <a:lvl3pPr marL="44704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3pPr>
            <a:lvl4pPr marL="60960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4pPr>
            <a:lvl5pPr marL="77216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5pPr>
            <a:lvl6pPr marL="93472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6pPr>
            <a:lvl7pPr marL="109728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7pPr>
            <a:lvl8pPr marL="125984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8pPr>
            <a:lvl9pPr marL="142240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8E44C7-DAAC-4F7B-81FD-BF3833313C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3833" y="284480"/>
            <a:ext cx="10473809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7AC6A3-69F8-4644-8AD6-4E70A1990A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3833" y="1016000"/>
            <a:ext cx="4868108" cy="227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192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1pPr>
            <a:lvl2pPr marL="28448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2pPr>
            <a:lvl3pPr marL="44704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3pPr>
            <a:lvl4pPr marL="60960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4pPr>
            <a:lvl5pPr marL="77216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5pPr>
            <a:lvl6pPr marL="93472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6pPr>
            <a:lvl7pPr marL="109728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7pPr>
            <a:lvl8pPr marL="125984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8pPr>
            <a:lvl9pPr marL="142240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454D465-F135-430A-8E9E-1B1ED88271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69534" y="1016000"/>
            <a:ext cx="4868108" cy="227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192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1pPr>
            <a:lvl2pPr marL="28448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2pPr>
            <a:lvl3pPr marL="44704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3pPr>
            <a:lvl4pPr marL="60960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4pPr>
            <a:lvl5pPr marL="77216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5pPr>
            <a:lvl6pPr marL="93472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6pPr>
            <a:lvl7pPr marL="109728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7pPr>
            <a:lvl8pPr marL="125984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8pPr>
            <a:lvl9pPr marL="142240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4B5737-18DE-4858-B6A2-AA837290D2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3833" y="284480"/>
            <a:ext cx="10473809" cy="4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DE06DE-9AEE-4667-B165-820FBED0E8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3833" y="1016000"/>
            <a:ext cx="4868108" cy="227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192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1pPr>
            <a:lvl2pPr marL="28448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2pPr>
            <a:lvl3pPr marL="44704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3pPr>
            <a:lvl4pPr marL="60960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4pPr>
            <a:lvl5pPr marL="77216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5pPr>
            <a:lvl6pPr marL="93472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6pPr>
            <a:lvl7pPr marL="109728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7pPr>
            <a:lvl8pPr marL="125984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8pPr>
            <a:lvl9pPr marL="1422400" indent="-121920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8dbf9c50ca4b72" /><Relationship Type="http://schemas.openxmlformats.org/officeDocument/2006/relationships/slideLayout" Target="/ppt/slideLayouts/slideLayout1.xml" Id="R43c80c849a4543d8" /><Relationship Type="http://schemas.openxmlformats.org/officeDocument/2006/relationships/slideLayout" Target="/ppt/slideLayouts/slideLayout2.xml" Id="Rc31ef0f9afd34ffa" /><Relationship Type="http://schemas.openxmlformats.org/officeDocument/2006/relationships/slideLayout" Target="/ppt/slideLayouts/slideLayout3.xml" Id="Re6ca98afff794907" /><Relationship Type="http://schemas.openxmlformats.org/officeDocument/2006/relationships/slideLayout" Target="/ppt/slideLayouts/slideLayout4.xml" Id="R0be54352f6a947db" /><Relationship Type="http://schemas.openxmlformats.org/officeDocument/2006/relationships/slideLayout" Target="/ppt/slideLayouts/slideLayout5.xml" Id="R0a4a44d5ad394d83" /><Relationship Type="http://schemas.openxmlformats.org/officeDocument/2006/relationships/slideLayout" Target="/ppt/slideLayouts/slideLayout6.xml" Id="R2ab603e0111e42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c80c849a4543d8"/>
    <p:sldLayoutId xmlns:r="http://schemas.openxmlformats.org/officeDocument/2006/relationships" id="2147483650" r:id="Rc31ef0f9afd34ffa"/>
    <p:sldLayoutId xmlns:r="http://schemas.openxmlformats.org/officeDocument/2006/relationships" id="2147483651" r:id="Re6ca98afff794907"/>
    <p:sldLayoutId xmlns:r="http://schemas.openxmlformats.org/officeDocument/2006/relationships" id="2147483652" r:id="R0be54352f6a947db"/>
    <p:sldLayoutId xmlns:r="http://schemas.openxmlformats.org/officeDocument/2006/relationships" id="2147483653" r:id="R0a4a44d5ad394d83"/>
    <p:sldLayoutId xmlns:r="http://schemas.openxmlformats.org/officeDocument/2006/relationships" id="2147483654" r:id="R2ab603e0111e42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acc5d8083f4aff" /><Relationship Type="http://schemas.openxmlformats.org/officeDocument/2006/relationships/image" Target="/ppt/media/image.png" Id="R5df4ec6e8c00418f" /><Relationship Type="http://schemas.openxmlformats.org/officeDocument/2006/relationships/image" Target="/ppt/media/image2.png" Id="R19e22efac7964616" /><Relationship Type="http://schemas.openxmlformats.org/officeDocument/2006/relationships/image" Target="/ppt/media/image3.png" Id="Re0085fb01f314fd7" /><Relationship Type="http://schemas.openxmlformats.org/officeDocument/2006/relationships/notesSlide" Target="/ppt/notesSlides/notesSlide1.xml" Id="R7aadd563c9ca4b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pdf-path-1">
            <a:extLst xmlns:a="http://schemas.openxmlformats.org/drawingml/2006/main">
              <a:ext uri="{FF2B5EF4-FFF2-40B4-BE49-F238E27FC236}">
                <a16:creationId xmlns:a16="http://schemas.microsoft.com/office/drawing/2014/main" id="{11A85F57-C4C4-4FB9-9B12-BBA1C005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89" y="81622"/>
            <a:ext cx="3768179" cy="3533715"/>
          </a:xfrm>
          <a:custGeom xmlns:a="http://schemas.openxmlformats.org/drawingml/2006/main">
            <a:pathLst>
              <a:path w="3768179" h="3533715">
                <a:moveTo>
                  <a:pt x="244172" y="0"/>
                </a:moveTo>
                <a:lnTo>
                  <a:pt x="3524007" y="0"/>
                </a:lnTo>
                <a:cubicBezTo>
                  <a:pt x="3658860" y="0"/>
                  <a:pt x="3768179" y="109319"/>
                  <a:pt x="3768179" y="244172"/>
                </a:cubicBezTo>
                <a:lnTo>
                  <a:pt x="3768179" y="3289543"/>
                </a:lnTo>
                <a:cubicBezTo>
                  <a:pt x="3768179" y="3424395"/>
                  <a:pt x="3658860" y="3533715"/>
                  <a:pt x="3524007" y="3533715"/>
                </a:cubicBezTo>
                <a:lnTo>
                  <a:pt x="244172" y="3533715"/>
                </a:lnTo>
                <a:cubicBezTo>
                  <a:pt x="109320" y="3533715"/>
                  <a:pt x="0" y="3424395"/>
                  <a:pt x="0" y="3289543"/>
                </a:cubicBezTo>
                <a:lnTo>
                  <a:pt x="0" y="244172"/>
                </a:lnTo>
                <a:cubicBezTo>
                  <a:pt x="0" y="109319"/>
                  <a:pt x="109320" y="0"/>
                  <a:pt x="244172" y="0"/>
                </a:cubicBezTo>
                <a:close/>
              </a:path>
            </a:pathLst>
          </a:custGeom>
          <a:solidFill xmlns:a="http://schemas.openxmlformats.org/drawingml/2006/main">
            <a:srgbClr val="E7E7E7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2">
            <a:extLst xmlns:a="http://schemas.openxmlformats.org/drawingml/2006/main">
              <a:ext uri="{FF2B5EF4-FFF2-40B4-BE49-F238E27FC236}">
                <a16:creationId xmlns:a16="http://schemas.microsoft.com/office/drawing/2014/main" id="{DAF9E7EE-12E0-4CB6-B7AC-17CFD374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89" y="81622"/>
            <a:ext cx="3768180" cy="3533715"/>
          </a:xfrm>
          <a:custGeom xmlns:a="http://schemas.openxmlformats.org/drawingml/2006/main">
            <a:pathLst>
              <a:path w="3768180" h="3533715">
                <a:moveTo>
                  <a:pt x="244172" y="0"/>
                </a:moveTo>
                <a:lnTo>
                  <a:pt x="3524007" y="0"/>
                </a:lnTo>
                <a:cubicBezTo>
                  <a:pt x="3658860" y="0"/>
                  <a:pt x="3768180" y="109320"/>
                  <a:pt x="3768180" y="244172"/>
                </a:cubicBezTo>
                <a:lnTo>
                  <a:pt x="3768180" y="3289543"/>
                </a:lnTo>
                <a:cubicBezTo>
                  <a:pt x="3768180" y="3424395"/>
                  <a:pt x="3658860" y="3533715"/>
                  <a:pt x="3524007" y="3533715"/>
                </a:cubicBezTo>
                <a:lnTo>
                  <a:pt x="244172" y="3533715"/>
                </a:lnTo>
                <a:cubicBezTo>
                  <a:pt x="109320" y="3533715"/>
                  <a:pt x="0" y="3424395"/>
                  <a:pt x="0" y="3289543"/>
                </a:cubicBezTo>
                <a:lnTo>
                  <a:pt x="0" y="244172"/>
                </a:lnTo>
                <a:cubicBezTo>
                  <a:pt x="0" y="109320"/>
                  <a:pt x="109320" y="0"/>
                  <a:pt x="24417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565">
            <a:solidFill>
              <a:srgbClr val="000000"/>
            </a:solidFill>
            <a:prstDash val="solid"/>
          </a:ln>
        </p:spPr>
      </p:sp>
      <p:sp>
        <p:nvSpPr>
          <p:cNvPr id="3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E7910481-18DC-4D69-9DB8-33695ECE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788" y="364727"/>
            <a:ext cx="1876576" cy="25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Discovery from</a:t>
            </a:r>
          </a:p>
        </p:txBody>
      </p:sp>
      <p:sp>
        <p:nvSpPr>
          <p:cNvPr id="4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82C0232C-8F7C-4DE6-9735-91BD1569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791" y="676725"/>
            <a:ext cx="2320500" cy="25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Online Experience</a:t>
            </a:r>
          </a:p>
        </p:txBody>
      </p:sp>
      <p:sp>
        <p:nvSpPr>
          <p:cNvPr id="5" name="pdf-path-5">
            <a:extLst xmlns:a="http://schemas.openxmlformats.org/drawingml/2006/main">
              <a:ext uri="{FF2B5EF4-FFF2-40B4-BE49-F238E27FC236}">
                <a16:creationId xmlns:a16="http://schemas.microsoft.com/office/drawing/2014/main" id="{8477BE24-8F8C-43A7-BBED-E95E9547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5300" y="81622"/>
            <a:ext cx="3768180" cy="3533715"/>
          </a:xfrm>
          <a:custGeom xmlns:a="http://schemas.openxmlformats.org/drawingml/2006/main">
            <a:pathLst>
              <a:path w="3768180" h="3533715">
                <a:moveTo>
                  <a:pt x="244172" y="0"/>
                </a:moveTo>
                <a:lnTo>
                  <a:pt x="3524007" y="0"/>
                </a:lnTo>
                <a:cubicBezTo>
                  <a:pt x="3658860" y="0"/>
                  <a:pt x="3768180" y="109319"/>
                  <a:pt x="3768180" y="244172"/>
                </a:cubicBezTo>
                <a:lnTo>
                  <a:pt x="3768180" y="3289543"/>
                </a:lnTo>
                <a:cubicBezTo>
                  <a:pt x="3768180" y="3424395"/>
                  <a:pt x="3658860" y="3533715"/>
                  <a:pt x="3524007" y="3533715"/>
                </a:cubicBezTo>
                <a:lnTo>
                  <a:pt x="244172" y="3533715"/>
                </a:lnTo>
                <a:cubicBezTo>
                  <a:pt x="109319" y="3533715"/>
                  <a:pt x="0" y="3424395"/>
                  <a:pt x="0" y="3289543"/>
                </a:cubicBezTo>
                <a:lnTo>
                  <a:pt x="0" y="244172"/>
                </a:lnTo>
                <a:cubicBezTo>
                  <a:pt x="0" y="109319"/>
                  <a:pt x="109319" y="0"/>
                  <a:pt x="244172" y="0"/>
                </a:cubicBezTo>
                <a:close/>
              </a:path>
            </a:pathLst>
          </a:custGeom>
          <a:solidFill xmlns:a="http://schemas.openxmlformats.org/drawingml/2006/main">
            <a:srgbClr val="E7E7E7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6">
            <a:extLst xmlns:a="http://schemas.openxmlformats.org/drawingml/2006/main">
              <a:ext uri="{FF2B5EF4-FFF2-40B4-BE49-F238E27FC236}">
                <a16:creationId xmlns:a16="http://schemas.microsoft.com/office/drawing/2014/main" id="{A5569705-833D-4F86-B6E6-2D70BBB6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5300" y="81622"/>
            <a:ext cx="3768180" cy="3533715"/>
          </a:xfrm>
          <a:custGeom xmlns:a="http://schemas.openxmlformats.org/drawingml/2006/main">
            <a:pathLst>
              <a:path w="3768180" h="3533715">
                <a:moveTo>
                  <a:pt x="244172" y="0"/>
                </a:moveTo>
                <a:lnTo>
                  <a:pt x="3524007" y="0"/>
                </a:lnTo>
                <a:cubicBezTo>
                  <a:pt x="3658859" y="0"/>
                  <a:pt x="3768180" y="109320"/>
                  <a:pt x="3768180" y="244172"/>
                </a:cubicBezTo>
                <a:lnTo>
                  <a:pt x="3768180" y="3289543"/>
                </a:lnTo>
                <a:cubicBezTo>
                  <a:pt x="3768180" y="3424395"/>
                  <a:pt x="3658859" y="3533715"/>
                  <a:pt x="3524007" y="3533715"/>
                </a:cubicBezTo>
                <a:lnTo>
                  <a:pt x="244172" y="3533715"/>
                </a:lnTo>
                <a:cubicBezTo>
                  <a:pt x="109320" y="3533715"/>
                  <a:pt x="0" y="3424395"/>
                  <a:pt x="0" y="3289543"/>
                </a:cubicBezTo>
                <a:lnTo>
                  <a:pt x="0" y="244172"/>
                </a:lnTo>
                <a:cubicBezTo>
                  <a:pt x="0" y="109320"/>
                  <a:pt x="109320" y="0"/>
                  <a:pt x="24417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565">
            <a:solidFill>
              <a:srgbClr val="000000"/>
            </a:solidFill>
            <a:prstDash val="solid"/>
          </a:ln>
        </p:spPr>
      </p:sp>
      <p:sp>
        <p:nvSpPr>
          <p:cNvPr id="7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25276BE0-9358-434B-AA5A-1BB78697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7861" y="364727"/>
            <a:ext cx="1819172" cy="25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Discovery with</a:t>
            </a:r>
          </a:p>
        </p:txBody>
      </p:sp>
      <p:sp>
        <p:nvSpPr>
          <p:cNvPr id="8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3954DF1D-C8D3-47AA-AC30-4140A75D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0476" y="676725"/>
            <a:ext cx="2433802" cy="25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Foundation Models</a:t>
            </a:r>
          </a:p>
        </p:txBody>
      </p:sp>
      <p:sp>
        <p:nvSpPr>
          <p:cNvPr id="9" name="pdf-path-9">
            <a:extLst xmlns:a="http://schemas.openxmlformats.org/drawingml/2006/main">
              <a:ext uri="{FF2B5EF4-FFF2-40B4-BE49-F238E27FC236}">
                <a16:creationId xmlns:a16="http://schemas.microsoft.com/office/drawing/2014/main" id="{74657F1E-B9C4-4FA7-ADC7-EC9AA677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9624" y="81622"/>
            <a:ext cx="3768179" cy="3533715"/>
          </a:xfrm>
          <a:custGeom xmlns:a="http://schemas.openxmlformats.org/drawingml/2006/main">
            <a:pathLst>
              <a:path w="3768179" h="3533715">
                <a:moveTo>
                  <a:pt x="244173" y="0"/>
                </a:moveTo>
                <a:lnTo>
                  <a:pt x="3524007" y="0"/>
                </a:lnTo>
                <a:cubicBezTo>
                  <a:pt x="3658860" y="0"/>
                  <a:pt x="3768179" y="109319"/>
                  <a:pt x="3768179" y="244172"/>
                </a:cubicBezTo>
                <a:lnTo>
                  <a:pt x="3768179" y="3289543"/>
                </a:lnTo>
                <a:cubicBezTo>
                  <a:pt x="3768179" y="3424395"/>
                  <a:pt x="3658860" y="3533715"/>
                  <a:pt x="3524007" y="3533715"/>
                </a:cubicBezTo>
                <a:lnTo>
                  <a:pt x="244173" y="3533715"/>
                </a:lnTo>
                <a:cubicBezTo>
                  <a:pt x="109320" y="3533715"/>
                  <a:pt x="0" y="3424395"/>
                  <a:pt x="0" y="3289543"/>
                </a:cubicBezTo>
                <a:lnTo>
                  <a:pt x="0" y="244172"/>
                </a:lnTo>
                <a:cubicBezTo>
                  <a:pt x="0" y="109319"/>
                  <a:pt x="109320" y="0"/>
                  <a:pt x="244173" y="0"/>
                </a:cubicBezTo>
                <a:close/>
              </a:path>
            </a:pathLst>
          </a:custGeom>
          <a:solidFill xmlns:a="http://schemas.openxmlformats.org/drawingml/2006/main">
            <a:srgbClr val="E7E7E7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df-path-10">
            <a:extLst xmlns:a="http://schemas.openxmlformats.org/drawingml/2006/main">
              <a:ext uri="{FF2B5EF4-FFF2-40B4-BE49-F238E27FC236}">
                <a16:creationId xmlns:a16="http://schemas.microsoft.com/office/drawing/2014/main" id="{1BF176F6-0975-4B7D-89D7-D375B49E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9624" y="81622"/>
            <a:ext cx="3768180" cy="3533715"/>
          </a:xfrm>
          <a:custGeom xmlns:a="http://schemas.openxmlformats.org/drawingml/2006/main">
            <a:pathLst>
              <a:path w="3768180" h="3533715">
                <a:moveTo>
                  <a:pt x="244172" y="0"/>
                </a:moveTo>
                <a:lnTo>
                  <a:pt x="3524007" y="0"/>
                </a:lnTo>
                <a:cubicBezTo>
                  <a:pt x="3658859" y="0"/>
                  <a:pt x="3768180" y="109320"/>
                  <a:pt x="3768180" y="244172"/>
                </a:cubicBezTo>
                <a:lnTo>
                  <a:pt x="3768180" y="3289543"/>
                </a:lnTo>
                <a:cubicBezTo>
                  <a:pt x="3768180" y="3424395"/>
                  <a:pt x="3658859" y="3533715"/>
                  <a:pt x="3524007" y="3533715"/>
                </a:cubicBezTo>
                <a:lnTo>
                  <a:pt x="244172" y="3533715"/>
                </a:lnTo>
                <a:cubicBezTo>
                  <a:pt x="109320" y="3533715"/>
                  <a:pt x="0" y="3424395"/>
                  <a:pt x="0" y="3289543"/>
                </a:cubicBezTo>
                <a:lnTo>
                  <a:pt x="0" y="244172"/>
                </a:lnTo>
                <a:cubicBezTo>
                  <a:pt x="0" y="109320"/>
                  <a:pt x="109320" y="0"/>
                  <a:pt x="24417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565">
            <a:solidFill>
              <a:srgbClr val="000000"/>
            </a:solidFill>
            <a:prstDash val="solid"/>
          </a:ln>
        </p:spPr>
      </p:sp>
      <p:sp>
        <p:nvSpPr>
          <p:cNvPr id="11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90381F96-7EFE-44CC-B3F5-14DBD741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7864" y="364727"/>
            <a:ext cx="2277119" cy="25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Discovery through</a:t>
            </a:r>
          </a:p>
        </p:txBody>
      </p:sp>
      <p:sp>
        <p:nvSpPr>
          <p:cNvPr id="12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3C49E006-C765-481D-8F82-AA28EC93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01" y="676725"/>
            <a:ext cx="1962246" cy="25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Ofﬂine Datasets</a:t>
            </a:r>
          </a:p>
        </p:txBody>
      </p:sp>
      <p:sp>
        <p:nvSpPr>
          <p:cNvPr id="13" name="pdf-path-13">
            <a:extLst xmlns:a="http://schemas.openxmlformats.org/drawingml/2006/main">
              <a:ext uri="{FF2B5EF4-FFF2-40B4-BE49-F238E27FC236}">
                <a16:creationId xmlns:a16="http://schemas.microsoft.com/office/drawing/2014/main" id="{3D893E36-104C-4537-8AAC-D77703A1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32" y="1953610"/>
            <a:ext cx="1024167" cy="1085210"/>
          </a:xfrm>
          <a:custGeom xmlns:a="http://schemas.openxmlformats.org/drawingml/2006/main">
            <a:pathLst>
              <a:path w="1024167" h="1085210">
                <a:moveTo>
                  <a:pt x="115304" y="0"/>
                </a:moveTo>
                <a:lnTo>
                  <a:pt x="908863" y="0"/>
                </a:lnTo>
                <a:cubicBezTo>
                  <a:pt x="972544" y="0"/>
                  <a:pt x="1024167" y="51623"/>
                  <a:pt x="1024167" y="115304"/>
                </a:cubicBezTo>
                <a:lnTo>
                  <a:pt x="1024167" y="969906"/>
                </a:lnTo>
                <a:cubicBezTo>
                  <a:pt x="1024167" y="1033586"/>
                  <a:pt x="972544" y="1085210"/>
                  <a:pt x="908863" y="1085210"/>
                </a:cubicBezTo>
                <a:lnTo>
                  <a:pt x="115304" y="1085210"/>
                </a:lnTo>
                <a:cubicBezTo>
                  <a:pt x="51623" y="1085210"/>
                  <a:pt x="0" y="1033586"/>
                  <a:pt x="0" y="969906"/>
                </a:cubicBezTo>
                <a:lnTo>
                  <a:pt x="0" y="115304"/>
                </a:lnTo>
                <a:cubicBezTo>
                  <a:pt x="0" y="51623"/>
                  <a:pt x="51623" y="0"/>
                  <a:pt x="115304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df-path-14">
            <a:extLst xmlns:a="http://schemas.openxmlformats.org/drawingml/2006/main">
              <a:ext uri="{FF2B5EF4-FFF2-40B4-BE49-F238E27FC236}">
                <a16:creationId xmlns:a16="http://schemas.microsoft.com/office/drawing/2014/main" id="{5B0DED6F-5A83-4ADD-A8C0-D8EDDD9D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643" y="1838306"/>
            <a:ext cx="1177792" cy="1247991"/>
          </a:xfrm>
          <a:custGeom xmlns:a="http://schemas.openxmlformats.org/drawingml/2006/main">
            <a:pathLst>
              <a:path w="1177792" h="1247991">
                <a:moveTo>
                  <a:pt x="115304" y="0"/>
                </a:moveTo>
                <a:lnTo>
                  <a:pt x="1062488" y="0"/>
                </a:lnTo>
                <a:cubicBezTo>
                  <a:pt x="1126170" y="0"/>
                  <a:pt x="1177792" y="51623"/>
                  <a:pt x="1177792" y="115304"/>
                </a:cubicBezTo>
                <a:lnTo>
                  <a:pt x="1177792" y="1132688"/>
                </a:lnTo>
                <a:cubicBezTo>
                  <a:pt x="1177792" y="1196368"/>
                  <a:pt x="1126170" y="1247991"/>
                  <a:pt x="1062488" y="1247991"/>
                </a:cubicBezTo>
                <a:lnTo>
                  <a:pt x="115304" y="1247991"/>
                </a:lnTo>
                <a:cubicBezTo>
                  <a:pt x="51622" y="1247991"/>
                  <a:pt x="0" y="1196368"/>
                  <a:pt x="0" y="1132688"/>
                </a:cubicBezTo>
                <a:lnTo>
                  <a:pt x="0" y="115304"/>
                </a:lnTo>
                <a:cubicBezTo>
                  <a:pt x="0" y="51623"/>
                  <a:pt x="51622" y="0"/>
                  <a:pt x="115304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df-path-15">
            <a:extLst xmlns:a="http://schemas.openxmlformats.org/drawingml/2006/main">
              <a:ext uri="{FF2B5EF4-FFF2-40B4-BE49-F238E27FC236}">
                <a16:creationId xmlns:a16="http://schemas.microsoft.com/office/drawing/2014/main" id="{A92D6CDF-C830-4F5F-A082-4C2155C2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582" y="2274877"/>
            <a:ext cx="187477" cy="72121"/>
          </a:xfrm>
          <a:custGeom xmlns:a="http://schemas.openxmlformats.org/drawingml/2006/main">
            <a:pathLst>
              <a:path w="187477" h="72121">
                <a:moveTo>
                  <a:pt x="0" y="0"/>
                </a:moveTo>
                <a:lnTo>
                  <a:pt x="187477" y="72121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16" name="pdf-path-16">
            <a:extLst xmlns:a="http://schemas.openxmlformats.org/drawingml/2006/main">
              <a:ext uri="{FF2B5EF4-FFF2-40B4-BE49-F238E27FC236}">
                <a16:creationId xmlns:a16="http://schemas.microsoft.com/office/drawing/2014/main" id="{59F16506-7EC8-4C32-A5B7-851DFFE7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364" y="2543693"/>
            <a:ext cx="196694" cy="54260"/>
          </a:xfrm>
          <a:custGeom xmlns:a="http://schemas.openxmlformats.org/drawingml/2006/main">
            <a:pathLst>
              <a:path w="196694" h="54260">
                <a:moveTo>
                  <a:pt x="0" y="0"/>
                </a:moveTo>
                <a:lnTo>
                  <a:pt x="196694" y="54260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17" name="pdf-path-17">
            <a:extLst xmlns:a="http://schemas.openxmlformats.org/drawingml/2006/main">
              <a:ext uri="{FF2B5EF4-FFF2-40B4-BE49-F238E27FC236}">
                <a16:creationId xmlns:a16="http://schemas.microsoft.com/office/drawing/2014/main" id="{A3B0A0AA-4D6F-46DF-95BD-45BD4D35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147" y="2428389"/>
            <a:ext cx="189912" cy="61043"/>
          </a:xfrm>
          <a:custGeom xmlns:a="http://schemas.openxmlformats.org/drawingml/2006/main">
            <a:pathLst>
              <a:path w="189912" h="61043">
                <a:moveTo>
                  <a:pt x="0" y="61043"/>
                </a:moveTo>
                <a:lnTo>
                  <a:pt x="189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18" name="pdf-path-18">
            <a:extLst xmlns:a="http://schemas.openxmlformats.org/drawingml/2006/main">
              <a:ext uri="{FF2B5EF4-FFF2-40B4-BE49-F238E27FC236}">
                <a16:creationId xmlns:a16="http://schemas.microsoft.com/office/drawing/2014/main" id="{1C41D96F-B5E5-498F-A4EE-9BFB66AE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23" y="2679344"/>
            <a:ext cx="194236" cy="92457"/>
          </a:xfrm>
          <a:custGeom xmlns:a="http://schemas.openxmlformats.org/drawingml/2006/main">
            <a:pathLst>
              <a:path w="194236" h="92457">
                <a:moveTo>
                  <a:pt x="0" y="92457"/>
                </a:moveTo>
                <a:lnTo>
                  <a:pt x="1942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19" name="pdf-path-19">
            <a:extLst xmlns:a="http://schemas.openxmlformats.org/drawingml/2006/main">
              <a:ext uri="{FF2B5EF4-FFF2-40B4-BE49-F238E27FC236}">
                <a16:creationId xmlns:a16="http://schemas.microsoft.com/office/drawing/2014/main" id="{BE25DD65-075C-4BD0-8B2C-B48A5B2B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428" y="2580045"/>
            <a:ext cx="212219" cy="273206"/>
          </a:xfrm>
          <a:custGeom xmlns:a="http://schemas.openxmlformats.org/drawingml/2006/main">
            <a:pathLst>
              <a:path w="212219" h="273206">
                <a:moveTo>
                  <a:pt x="0" y="0"/>
                </a:moveTo>
                <a:lnTo>
                  <a:pt x="212219" y="273206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20" name="pdf-path-20">
            <a:extLst xmlns:a="http://schemas.openxmlformats.org/drawingml/2006/main">
              <a:ext uri="{FF2B5EF4-FFF2-40B4-BE49-F238E27FC236}">
                <a16:creationId xmlns:a16="http://schemas.microsoft.com/office/drawing/2014/main" id="{A1CE43AA-0B10-424A-9D8D-5120FCC5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452" y="2166309"/>
            <a:ext cx="228196" cy="295993"/>
          </a:xfrm>
          <a:custGeom xmlns:a="http://schemas.openxmlformats.org/drawingml/2006/main">
            <a:pathLst>
              <a:path w="228196" h="295993">
                <a:moveTo>
                  <a:pt x="0" y="295993"/>
                </a:moveTo>
                <a:lnTo>
                  <a:pt x="2281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21" name="pdf-path-21">
            <a:extLst xmlns:a="http://schemas.openxmlformats.org/drawingml/2006/main">
              <a:ext uri="{FF2B5EF4-FFF2-40B4-BE49-F238E27FC236}">
                <a16:creationId xmlns:a16="http://schemas.microsoft.com/office/drawing/2014/main" id="{8278DA06-D1C8-4EFA-BCE9-9E7E13DA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605" y="2702098"/>
            <a:ext cx="246034" cy="144403"/>
          </a:xfrm>
          <a:custGeom xmlns:a="http://schemas.openxmlformats.org/drawingml/2006/main">
            <a:pathLst>
              <a:path w="246034" h="144403">
                <a:moveTo>
                  <a:pt x="0" y="144403"/>
                </a:moveTo>
                <a:lnTo>
                  <a:pt x="2460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22" name="pdf-path-22">
            <a:extLst xmlns:a="http://schemas.openxmlformats.org/drawingml/2006/main">
              <a:ext uri="{FF2B5EF4-FFF2-40B4-BE49-F238E27FC236}">
                <a16:creationId xmlns:a16="http://schemas.microsoft.com/office/drawing/2014/main" id="{BD977B93-7DCC-4D87-97A9-EF71312F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605" y="2152711"/>
            <a:ext cx="246034" cy="144403"/>
          </a:xfrm>
          <a:custGeom xmlns:a="http://schemas.openxmlformats.org/drawingml/2006/main">
            <a:pathLst>
              <a:path w="246034" h="144403">
                <a:moveTo>
                  <a:pt x="0" y="0"/>
                </a:moveTo>
                <a:lnTo>
                  <a:pt x="246034" y="144403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23" name="pdf-path-23">
            <a:extLst xmlns:a="http://schemas.openxmlformats.org/drawingml/2006/main">
              <a:ext uri="{FF2B5EF4-FFF2-40B4-BE49-F238E27FC236}">
                <a16:creationId xmlns:a16="http://schemas.microsoft.com/office/drawing/2014/main" id="{3BF0DB5F-8B30-492F-90D1-BA633E54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605" y="2369758"/>
            <a:ext cx="246034" cy="212219"/>
          </a:xfrm>
          <a:custGeom xmlns:a="http://schemas.openxmlformats.org/drawingml/2006/main">
            <a:pathLst>
              <a:path w="246034" h="212219">
                <a:moveTo>
                  <a:pt x="0" y="212219"/>
                </a:moveTo>
                <a:lnTo>
                  <a:pt x="2460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24" name="pdf-path-24">
            <a:extLst xmlns:a="http://schemas.openxmlformats.org/drawingml/2006/main">
              <a:ext uri="{FF2B5EF4-FFF2-40B4-BE49-F238E27FC236}">
                <a16:creationId xmlns:a16="http://schemas.microsoft.com/office/drawing/2014/main" id="{FACA2449-C908-4848-866E-F6FB3CD5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605" y="2430801"/>
            <a:ext cx="246034" cy="212219"/>
          </a:xfrm>
          <a:custGeom xmlns:a="http://schemas.openxmlformats.org/drawingml/2006/main">
            <a:pathLst>
              <a:path w="246034" h="212219">
                <a:moveTo>
                  <a:pt x="0" y="0"/>
                </a:moveTo>
                <a:lnTo>
                  <a:pt x="246034" y="212219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25" name="pdf-path-25-native-circle">
            <a:extLst xmlns:a="http://schemas.openxmlformats.org/drawingml/2006/main">
              <a:ext uri="{FF2B5EF4-FFF2-40B4-BE49-F238E27FC236}">
                <a16:creationId xmlns:a16="http://schemas.microsoft.com/office/drawing/2014/main" id="{7B5BA0E4-A1A7-4F62-986F-AECA1982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583" y="2170652"/>
            <a:ext cx="149216" cy="149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6" name="pdf-path-27-native-circle">
            <a:extLst xmlns:a="http://schemas.openxmlformats.org/drawingml/2006/main">
              <a:ext uri="{FF2B5EF4-FFF2-40B4-BE49-F238E27FC236}">
                <a16:creationId xmlns:a16="http://schemas.microsoft.com/office/drawing/2014/main" id="{DB2859FE-4CDC-4962-A817-7E2B383D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583" y="2448737"/>
            <a:ext cx="149216" cy="1492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7" name="pdf-path-29-native-circle">
            <a:extLst xmlns:a="http://schemas.openxmlformats.org/drawingml/2006/main">
              <a:ext uri="{FF2B5EF4-FFF2-40B4-BE49-F238E27FC236}">
                <a16:creationId xmlns:a16="http://schemas.microsoft.com/office/drawing/2014/main" id="{7A542C1E-FA29-4E81-A6E5-DF17D877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583" y="2720039"/>
            <a:ext cx="149216" cy="1492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8" name="pdf-path-31-native-circle">
            <a:extLst xmlns:a="http://schemas.openxmlformats.org/drawingml/2006/main">
              <a:ext uri="{FF2B5EF4-FFF2-40B4-BE49-F238E27FC236}">
                <a16:creationId xmlns:a16="http://schemas.microsoft.com/office/drawing/2014/main" id="{217CC015-54A2-4205-BD56-9D4985A5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494" y="2035000"/>
            <a:ext cx="149216" cy="1492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9" name="pdf-path-33-native-circle">
            <a:extLst xmlns:a="http://schemas.openxmlformats.org/drawingml/2006/main">
              <a:ext uri="{FF2B5EF4-FFF2-40B4-BE49-F238E27FC236}">
                <a16:creationId xmlns:a16="http://schemas.microsoft.com/office/drawing/2014/main" id="{4B146C9B-E9B0-4190-B9D3-7E0447B1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494" y="2306303"/>
            <a:ext cx="149216" cy="1492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0" name="pdf-path-35-native-circle">
            <a:extLst xmlns:a="http://schemas.openxmlformats.org/drawingml/2006/main">
              <a:ext uri="{FF2B5EF4-FFF2-40B4-BE49-F238E27FC236}">
                <a16:creationId xmlns:a16="http://schemas.microsoft.com/office/drawing/2014/main" id="{9A7A421B-E6BC-4CEB-B9AF-04EF70B7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494" y="2557258"/>
            <a:ext cx="149216" cy="1492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pdf-path-37-native-circle">
            <a:extLst xmlns:a="http://schemas.openxmlformats.org/drawingml/2006/main">
              <a:ext uri="{FF2B5EF4-FFF2-40B4-BE49-F238E27FC236}">
                <a16:creationId xmlns:a16="http://schemas.microsoft.com/office/drawing/2014/main" id="{58E5FDAA-3B16-4392-9BE4-642E8A02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494" y="2828560"/>
            <a:ext cx="149216" cy="149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pdf-path-39-native-circle">
            <a:extLst xmlns:a="http://schemas.openxmlformats.org/drawingml/2006/main">
              <a:ext uri="{FF2B5EF4-FFF2-40B4-BE49-F238E27FC236}">
                <a16:creationId xmlns:a16="http://schemas.microsoft.com/office/drawing/2014/main" id="{5087D3ED-45F5-42EE-B239-381B85D1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839" y="2272390"/>
            <a:ext cx="149216" cy="149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3" name="pdf-path-41-native-circle">
            <a:extLst xmlns:a="http://schemas.openxmlformats.org/drawingml/2006/main">
              <a:ext uri="{FF2B5EF4-FFF2-40B4-BE49-F238E27FC236}">
                <a16:creationId xmlns:a16="http://schemas.microsoft.com/office/drawing/2014/main" id="{D8768958-45B3-4D51-9FC0-FAAB3F24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839" y="2591171"/>
            <a:ext cx="149216" cy="1492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E7CAA4-4295-4E12-B164-858ECE563A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4ec6e8c0041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8176" y="1845089"/>
            <a:ext cx="1180166" cy="1180166"/>
          </a:xfrm>
          <a:prstGeom xmlns:a="http://schemas.openxmlformats.org/drawingml/2006/main" prst="rect">
            <a:avLst/>
          </a:prstGeom>
        </p:spPr>
      </p:pic>
      <p:sp>
        <p:nvSpPr>
          <p:cNvPr id="35" name="pdf-source-image-0">
            <a:extLst xmlns:a="http://schemas.openxmlformats.org/drawingml/2006/main">
              <a:ext uri="{FF2B5EF4-FFF2-40B4-BE49-F238E27FC236}">
                <a16:creationId xmlns:a16="http://schemas.microsoft.com/office/drawing/2014/main" id="{90E42ECD-AE45-465E-B44A-E98B0303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8176" y="1845089"/>
            <a:ext cx="1180166" cy="1180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pdf-path-44">
            <a:extLst xmlns:a="http://schemas.openxmlformats.org/drawingml/2006/main">
              <a:ext uri="{FF2B5EF4-FFF2-40B4-BE49-F238E27FC236}">
                <a16:creationId xmlns:a16="http://schemas.microsoft.com/office/drawing/2014/main" id="{782627DE-F89C-427F-8FA9-B530F430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8176" y="1845089"/>
            <a:ext cx="1180166" cy="1180166"/>
          </a:xfrm>
          <a:custGeom xmlns:a="http://schemas.openxmlformats.org/drawingml/2006/main">
            <a:pathLst>
              <a:path w="1180166" h="1180166">
                <a:moveTo>
                  <a:pt x="590083" y="1180166"/>
                </a:moveTo>
                <a:cubicBezTo>
                  <a:pt x="915977" y="1180166"/>
                  <a:pt x="1180166" y="915977"/>
                  <a:pt x="1180166" y="590083"/>
                </a:cubicBezTo>
                <a:cubicBezTo>
                  <a:pt x="1180166" y="264189"/>
                  <a:pt x="915977" y="0"/>
                  <a:pt x="590083" y="0"/>
                </a:cubicBezTo>
                <a:cubicBezTo>
                  <a:pt x="264189" y="0"/>
                  <a:pt x="0" y="264189"/>
                  <a:pt x="0" y="590083"/>
                </a:cubicBezTo>
                <a:cubicBezTo>
                  <a:pt x="0" y="915977"/>
                  <a:pt x="264189" y="1180166"/>
                  <a:pt x="590083" y="118016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7826">
            <a:solidFill>
              <a:srgbClr val="000000"/>
            </a:solidFill>
            <a:prstDash val="solid"/>
          </a:ln>
        </p:spPr>
      </p:sp>
      <p:sp>
        <p:nvSpPr>
          <p:cNvPr id="37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D03A7B79-1BC7-461E-94E2-94FDD657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5501" y="1246460"/>
            <a:ext cx="725799" cy="25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38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2F16B966-5643-4B3C-A23B-891D44AF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798" y="1246460"/>
            <a:ext cx="730378" cy="25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39" name="pdf-path-47">
            <a:extLst xmlns:a="http://schemas.openxmlformats.org/drawingml/2006/main">
              <a:ext uri="{FF2B5EF4-FFF2-40B4-BE49-F238E27FC236}">
                <a16:creationId xmlns:a16="http://schemas.microsoft.com/office/drawing/2014/main" id="{F0D43EA0-085E-4B8C-8D03-B27A5AB5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047" y="1665351"/>
            <a:ext cx="1389259" cy="334570"/>
          </a:xfrm>
          <a:custGeom xmlns:a="http://schemas.openxmlformats.org/drawingml/2006/main">
            <a:pathLst>
              <a:path w="1389259" h="334570">
                <a:moveTo>
                  <a:pt x="683872" y="0"/>
                </a:moveTo>
                <a:cubicBezTo>
                  <a:pt x="879323" y="0"/>
                  <a:pt x="1074485" y="68368"/>
                  <a:pt x="1269160" y="204761"/>
                </a:cubicBezTo>
                <a:lnTo>
                  <a:pt x="1311492" y="150845"/>
                </a:lnTo>
                <a:lnTo>
                  <a:pt x="1389259" y="315389"/>
                </a:lnTo>
                <a:lnTo>
                  <a:pt x="1210964" y="278877"/>
                </a:lnTo>
                <a:lnTo>
                  <a:pt x="1252376" y="226129"/>
                </a:lnTo>
                <a:cubicBezTo>
                  <a:pt x="1062456" y="93349"/>
                  <a:pt x="873021" y="27130"/>
                  <a:pt x="683872" y="27130"/>
                </a:cubicBezTo>
                <a:cubicBezTo>
                  <a:pt x="454800" y="27130"/>
                  <a:pt x="238578" y="124273"/>
                  <a:pt x="34785" y="319201"/>
                </a:cubicBezTo>
                <a:lnTo>
                  <a:pt x="28613" y="325139"/>
                </a:lnTo>
                <a:lnTo>
                  <a:pt x="18864" y="334570"/>
                </a:lnTo>
                <a:lnTo>
                  <a:pt x="0" y="315071"/>
                </a:lnTo>
                <a:lnTo>
                  <a:pt x="9750" y="305639"/>
                </a:lnTo>
                <a:cubicBezTo>
                  <a:pt x="220149" y="102101"/>
                  <a:pt x="445001" y="0"/>
                  <a:pt x="68387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df-path-48">
            <a:extLst xmlns:a="http://schemas.openxmlformats.org/drawingml/2006/main">
              <a:ext uri="{FF2B5EF4-FFF2-40B4-BE49-F238E27FC236}">
                <a16:creationId xmlns:a16="http://schemas.microsoft.com/office/drawing/2014/main" id="{5B2E6FCE-7AAA-461B-980E-36D6E7C1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229" y="2948421"/>
            <a:ext cx="1389259" cy="334570"/>
          </a:xfrm>
          <a:custGeom xmlns:a="http://schemas.openxmlformats.org/drawingml/2006/main">
            <a:pathLst>
              <a:path w="1389259" h="334570">
                <a:moveTo>
                  <a:pt x="705386" y="334570"/>
                </a:moveTo>
                <a:cubicBezTo>
                  <a:pt x="509936" y="334570"/>
                  <a:pt x="314775" y="266202"/>
                  <a:pt x="120100" y="129809"/>
                </a:cubicBezTo>
                <a:lnTo>
                  <a:pt x="77767" y="183725"/>
                </a:lnTo>
                <a:lnTo>
                  <a:pt x="0" y="19181"/>
                </a:lnTo>
                <a:lnTo>
                  <a:pt x="178295" y="55694"/>
                </a:lnTo>
                <a:lnTo>
                  <a:pt x="136884" y="108441"/>
                </a:lnTo>
                <a:cubicBezTo>
                  <a:pt x="326803" y="241221"/>
                  <a:pt x="516238" y="307440"/>
                  <a:pt x="705386" y="307440"/>
                </a:cubicBezTo>
                <a:cubicBezTo>
                  <a:pt x="934459" y="307440"/>
                  <a:pt x="1150682" y="210298"/>
                  <a:pt x="1354473" y="15368"/>
                </a:cubicBezTo>
                <a:lnTo>
                  <a:pt x="1360645" y="9432"/>
                </a:lnTo>
                <a:lnTo>
                  <a:pt x="1370396" y="0"/>
                </a:lnTo>
                <a:lnTo>
                  <a:pt x="1389259" y="19499"/>
                </a:lnTo>
                <a:lnTo>
                  <a:pt x="1379510" y="28931"/>
                </a:lnTo>
                <a:cubicBezTo>
                  <a:pt x="1169110" y="232469"/>
                  <a:pt x="944258" y="334570"/>
                  <a:pt x="705386" y="3345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df-path-49">
            <a:extLst xmlns:a="http://schemas.openxmlformats.org/drawingml/2006/main">
              <a:ext uri="{FF2B5EF4-FFF2-40B4-BE49-F238E27FC236}">
                <a16:creationId xmlns:a16="http://schemas.microsoft.com/office/drawing/2014/main" id="{4716A82C-C0EA-4B24-9BDB-2E72378C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3442" y="1682307"/>
            <a:ext cx="1024167" cy="1675293"/>
          </a:xfrm>
          <a:custGeom xmlns:a="http://schemas.openxmlformats.org/drawingml/2006/main">
            <a:pathLst>
              <a:path w="1024167" h="1675293">
                <a:moveTo>
                  <a:pt x="115304" y="0"/>
                </a:moveTo>
                <a:lnTo>
                  <a:pt x="908863" y="0"/>
                </a:lnTo>
                <a:cubicBezTo>
                  <a:pt x="972545" y="0"/>
                  <a:pt x="1024167" y="51623"/>
                  <a:pt x="1024167" y="115304"/>
                </a:cubicBezTo>
                <a:lnTo>
                  <a:pt x="1024167" y="1559990"/>
                </a:lnTo>
                <a:cubicBezTo>
                  <a:pt x="1024167" y="1623670"/>
                  <a:pt x="972545" y="1675293"/>
                  <a:pt x="908863" y="1675293"/>
                </a:cubicBezTo>
                <a:lnTo>
                  <a:pt x="115304" y="1675293"/>
                </a:lnTo>
                <a:cubicBezTo>
                  <a:pt x="51622" y="1675293"/>
                  <a:pt x="0" y="1623670"/>
                  <a:pt x="0" y="1559990"/>
                </a:cubicBezTo>
                <a:lnTo>
                  <a:pt x="0" y="115304"/>
                </a:lnTo>
                <a:cubicBezTo>
                  <a:pt x="0" y="51623"/>
                  <a:pt x="51622" y="0"/>
                  <a:pt x="115304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df-path-50">
            <a:extLst xmlns:a="http://schemas.openxmlformats.org/drawingml/2006/main">
              <a:ext uri="{FF2B5EF4-FFF2-40B4-BE49-F238E27FC236}">
                <a16:creationId xmlns:a16="http://schemas.microsoft.com/office/drawing/2014/main" id="{14125ADB-C80D-4ADC-B6D1-21614CA6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7180" y="2566527"/>
            <a:ext cx="187477" cy="72121"/>
          </a:xfrm>
          <a:custGeom xmlns:a="http://schemas.openxmlformats.org/drawingml/2006/main">
            <a:pathLst>
              <a:path w="187477" h="72121">
                <a:moveTo>
                  <a:pt x="0" y="0"/>
                </a:moveTo>
                <a:lnTo>
                  <a:pt x="187477" y="72121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43" name="pdf-path-51">
            <a:extLst xmlns:a="http://schemas.openxmlformats.org/drawingml/2006/main">
              <a:ext uri="{FF2B5EF4-FFF2-40B4-BE49-F238E27FC236}">
                <a16:creationId xmlns:a16="http://schemas.microsoft.com/office/drawing/2014/main" id="{CCB17AB5-78D2-4C24-B8E9-F603D706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7962" y="2835343"/>
            <a:ext cx="196695" cy="54260"/>
          </a:xfrm>
          <a:custGeom xmlns:a="http://schemas.openxmlformats.org/drawingml/2006/main">
            <a:pathLst>
              <a:path w="196695" h="54260">
                <a:moveTo>
                  <a:pt x="0" y="0"/>
                </a:moveTo>
                <a:lnTo>
                  <a:pt x="196695" y="54260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44" name="pdf-path-52">
            <a:extLst xmlns:a="http://schemas.openxmlformats.org/drawingml/2006/main">
              <a:ext uri="{FF2B5EF4-FFF2-40B4-BE49-F238E27FC236}">
                <a16:creationId xmlns:a16="http://schemas.microsoft.com/office/drawing/2014/main" id="{4EBB193B-0D13-4F87-8300-476A5036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745" y="2720039"/>
            <a:ext cx="189912" cy="61043"/>
          </a:xfrm>
          <a:custGeom xmlns:a="http://schemas.openxmlformats.org/drawingml/2006/main">
            <a:pathLst>
              <a:path w="189912" h="61043">
                <a:moveTo>
                  <a:pt x="0" y="61043"/>
                </a:moveTo>
                <a:lnTo>
                  <a:pt x="189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45" name="pdf-path-53">
            <a:extLst xmlns:a="http://schemas.openxmlformats.org/drawingml/2006/main">
              <a:ext uri="{FF2B5EF4-FFF2-40B4-BE49-F238E27FC236}">
                <a16:creationId xmlns:a16="http://schemas.microsoft.com/office/drawing/2014/main" id="{9311CFF8-64A4-491F-B65B-D0462EA3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0420" y="2970994"/>
            <a:ext cx="194236" cy="92457"/>
          </a:xfrm>
          <a:custGeom xmlns:a="http://schemas.openxmlformats.org/drawingml/2006/main">
            <a:pathLst>
              <a:path w="194236" h="92457">
                <a:moveTo>
                  <a:pt x="0" y="92457"/>
                </a:moveTo>
                <a:lnTo>
                  <a:pt x="1942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46" name="pdf-path-54">
            <a:extLst xmlns:a="http://schemas.openxmlformats.org/drawingml/2006/main">
              <a:ext uri="{FF2B5EF4-FFF2-40B4-BE49-F238E27FC236}">
                <a16:creationId xmlns:a16="http://schemas.microsoft.com/office/drawing/2014/main" id="{16AF6715-8FCD-46D1-ABDD-114353D5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0026" y="2871695"/>
            <a:ext cx="212220" cy="273206"/>
          </a:xfrm>
          <a:custGeom xmlns:a="http://schemas.openxmlformats.org/drawingml/2006/main">
            <a:pathLst>
              <a:path w="212220" h="273206">
                <a:moveTo>
                  <a:pt x="0" y="0"/>
                </a:moveTo>
                <a:lnTo>
                  <a:pt x="212220" y="273206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47" name="pdf-path-55">
            <a:extLst xmlns:a="http://schemas.openxmlformats.org/drawingml/2006/main">
              <a:ext uri="{FF2B5EF4-FFF2-40B4-BE49-F238E27FC236}">
                <a16:creationId xmlns:a16="http://schemas.microsoft.com/office/drawing/2014/main" id="{0B75199F-AE8B-4CEA-B1A2-F1E0ED79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4049" y="2457959"/>
            <a:ext cx="228195" cy="295993"/>
          </a:xfrm>
          <a:custGeom xmlns:a="http://schemas.openxmlformats.org/drawingml/2006/main">
            <a:pathLst>
              <a:path w="228195" h="295993">
                <a:moveTo>
                  <a:pt x="0" y="295993"/>
                </a:moveTo>
                <a:lnTo>
                  <a:pt x="2281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48" name="pdf-path-56">
            <a:extLst xmlns:a="http://schemas.openxmlformats.org/drawingml/2006/main">
              <a:ext uri="{FF2B5EF4-FFF2-40B4-BE49-F238E27FC236}">
                <a16:creationId xmlns:a16="http://schemas.microsoft.com/office/drawing/2014/main" id="{9D0E1B4C-D648-42CB-B6A3-9EE452EE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9202" y="2993748"/>
            <a:ext cx="246035" cy="144403"/>
          </a:xfrm>
          <a:custGeom xmlns:a="http://schemas.openxmlformats.org/drawingml/2006/main">
            <a:pathLst>
              <a:path w="246035" h="144403">
                <a:moveTo>
                  <a:pt x="0" y="144403"/>
                </a:moveTo>
                <a:lnTo>
                  <a:pt x="2460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49" name="pdf-path-57">
            <a:extLst xmlns:a="http://schemas.openxmlformats.org/drawingml/2006/main">
              <a:ext uri="{FF2B5EF4-FFF2-40B4-BE49-F238E27FC236}">
                <a16:creationId xmlns:a16="http://schemas.microsoft.com/office/drawing/2014/main" id="{53270F8D-917F-4332-86FB-C98D6D81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9202" y="2444361"/>
            <a:ext cx="246035" cy="144403"/>
          </a:xfrm>
          <a:custGeom xmlns:a="http://schemas.openxmlformats.org/drawingml/2006/main">
            <a:pathLst>
              <a:path w="246035" h="144403">
                <a:moveTo>
                  <a:pt x="0" y="0"/>
                </a:moveTo>
                <a:lnTo>
                  <a:pt x="246035" y="144403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50" name="pdf-path-58">
            <a:extLst xmlns:a="http://schemas.openxmlformats.org/drawingml/2006/main">
              <a:ext uri="{FF2B5EF4-FFF2-40B4-BE49-F238E27FC236}">
                <a16:creationId xmlns:a16="http://schemas.microsoft.com/office/drawing/2014/main" id="{A9740E17-87DB-468D-A436-1DBD9A0D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9202" y="2661408"/>
            <a:ext cx="246035" cy="212219"/>
          </a:xfrm>
          <a:custGeom xmlns:a="http://schemas.openxmlformats.org/drawingml/2006/main">
            <a:pathLst>
              <a:path w="246035" h="212219">
                <a:moveTo>
                  <a:pt x="0" y="212219"/>
                </a:moveTo>
                <a:lnTo>
                  <a:pt x="2460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51" name="pdf-path-59">
            <a:extLst xmlns:a="http://schemas.openxmlformats.org/drawingml/2006/main">
              <a:ext uri="{FF2B5EF4-FFF2-40B4-BE49-F238E27FC236}">
                <a16:creationId xmlns:a16="http://schemas.microsoft.com/office/drawing/2014/main" id="{248AB01F-B435-4F65-918C-CCB09D32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9202" y="2722451"/>
            <a:ext cx="246035" cy="212219"/>
          </a:xfrm>
          <a:custGeom xmlns:a="http://schemas.openxmlformats.org/drawingml/2006/main">
            <a:pathLst>
              <a:path w="246035" h="212219">
                <a:moveTo>
                  <a:pt x="0" y="0"/>
                </a:moveTo>
                <a:lnTo>
                  <a:pt x="246035" y="212219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52" name="pdf-path-60-native-circle">
            <a:extLst xmlns:a="http://schemas.openxmlformats.org/drawingml/2006/main">
              <a:ext uri="{FF2B5EF4-FFF2-40B4-BE49-F238E27FC236}">
                <a16:creationId xmlns:a16="http://schemas.microsoft.com/office/drawing/2014/main" id="{AFFB6EBF-D4C5-4BA1-8B4C-08ECE114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5181" y="2462302"/>
            <a:ext cx="149217" cy="149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pdf-path-62-native-circle">
            <a:extLst xmlns:a="http://schemas.openxmlformats.org/drawingml/2006/main">
              <a:ext uri="{FF2B5EF4-FFF2-40B4-BE49-F238E27FC236}">
                <a16:creationId xmlns:a16="http://schemas.microsoft.com/office/drawing/2014/main" id="{991C58B4-8A4C-44A2-AAD3-A17F9FB1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5181" y="2740387"/>
            <a:ext cx="149217" cy="149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4" name="pdf-path-64-native-circle">
            <a:extLst xmlns:a="http://schemas.openxmlformats.org/drawingml/2006/main">
              <a:ext uri="{FF2B5EF4-FFF2-40B4-BE49-F238E27FC236}">
                <a16:creationId xmlns:a16="http://schemas.microsoft.com/office/drawing/2014/main" id="{B4BA3DCF-7BF0-4306-8AE9-E255C01C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5181" y="3011689"/>
            <a:ext cx="149217" cy="1492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5" name="pdf-path-66-native-circle">
            <a:extLst xmlns:a="http://schemas.openxmlformats.org/drawingml/2006/main">
              <a:ext uri="{FF2B5EF4-FFF2-40B4-BE49-F238E27FC236}">
                <a16:creationId xmlns:a16="http://schemas.microsoft.com/office/drawing/2014/main" id="{1B861945-076D-40C2-BBBD-328E851B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1091" y="2326651"/>
            <a:ext cx="149217" cy="1492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6" name="pdf-path-68-native-circle">
            <a:extLst xmlns:a="http://schemas.openxmlformats.org/drawingml/2006/main">
              <a:ext uri="{FF2B5EF4-FFF2-40B4-BE49-F238E27FC236}">
                <a16:creationId xmlns:a16="http://schemas.microsoft.com/office/drawing/2014/main" id="{6A56A648-28BA-4A2C-9938-7C2474B3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1091" y="2597953"/>
            <a:ext cx="149217" cy="149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7" name="pdf-path-70-native-circle">
            <a:extLst xmlns:a="http://schemas.openxmlformats.org/drawingml/2006/main">
              <a:ext uri="{FF2B5EF4-FFF2-40B4-BE49-F238E27FC236}">
                <a16:creationId xmlns:a16="http://schemas.microsoft.com/office/drawing/2014/main" id="{B55BA57F-A25F-4E29-9ECE-438F7B03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1091" y="2848908"/>
            <a:ext cx="149217" cy="1492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8" name="pdf-path-72-native-circle">
            <a:extLst xmlns:a="http://schemas.openxmlformats.org/drawingml/2006/main">
              <a:ext uri="{FF2B5EF4-FFF2-40B4-BE49-F238E27FC236}">
                <a16:creationId xmlns:a16="http://schemas.microsoft.com/office/drawing/2014/main" id="{FAAA1C11-2D43-4667-B80B-7156C46D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1091" y="3120210"/>
            <a:ext cx="149217" cy="1492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9" name="pdf-path-74-native-circle">
            <a:extLst xmlns:a="http://schemas.openxmlformats.org/drawingml/2006/main">
              <a:ext uri="{FF2B5EF4-FFF2-40B4-BE49-F238E27FC236}">
                <a16:creationId xmlns:a16="http://schemas.microsoft.com/office/drawing/2014/main" id="{714F4FD7-811D-43C4-8D4A-DD191DD0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3436" y="2564040"/>
            <a:ext cx="149217" cy="149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0" name="pdf-path-76-native-circle">
            <a:extLst xmlns:a="http://schemas.openxmlformats.org/drawingml/2006/main">
              <a:ext uri="{FF2B5EF4-FFF2-40B4-BE49-F238E27FC236}">
                <a16:creationId xmlns:a16="http://schemas.microsoft.com/office/drawing/2014/main" id="{A0036B1E-1EF0-4AA6-AADE-7742644C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3436" y="2882821"/>
            <a:ext cx="149217" cy="1492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C937E14-4A8E-4164-A803-ACBA2EFA9A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22efac79646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68035" y="1845089"/>
            <a:ext cx="1180165" cy="1180166"/>
          </a:xfrm>
          <a:prstGeom xmlns:a="http://schemas.openxmlformats.org/drawingml/2006/main" prst="rect">
            <a:avLst/>
          </a:prstGeom>
        </p:spPr>
      </p:pic>
      <p:sp>
        <p:nvSpPr>
          <p:cNvPr id="62" name="pdf-source-image-1">
            <a:extLst xmlns:a="http://schemas.openxmlformats.org/drawingml/2006/main">
              <a:ext uri="{FF2B5EF4-FFF2-40B4-BE49-F238E27FC236}">
                <a16:creationId xmlns:a16="http://schemas.microsoft.com/office/drawing/2014/main" id="{2E461D0C-13DD-4D61-96C7-6E065D17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8035" y="1845089"/>
            <a:ext cx="1180165" cy="1180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pdf-path-79">
            <a:extLst xmlns:a="http://schemas.openxmlformats.org/drawingml/2006/main">
              <a:ext uri="{FF2B5EF4-FFF2-40B4-BE49-F238E27FC236}">
                <a16:creationId xmlns:a16="http://schemas.microsoft.com/office/drawing/2014/main" id="{AB72FD24-2ACA-4098-972D-F6F595B2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8035" y="1845089"/>
            <a:ext cx="1180165" cy="1180166"/>
          </a:xfrm>
          <a:custGeom xmlns:a="http://schemas.openxmlformats.org/drawingml/2006/main">
            <a:pathLst>
              <a:path w="1180165" h="1180166">
                <a:moveTo>
                  <a:pt x="590083" y="1180166"/>
                </a:moveTo>
                <a:cubicBezTo>
                  <a:pt x="915977" y="1180166"/>
                  <a:pt x="1180165" y="915977"/>
                  <a:pt x="1180165" y="590083"/>
                </a:cubicBezTo>
                <a:cubicBezTo>
                  <a:pt x="1180165" y="264189"/>
                  <a:pt x="915977" y="0"/>
                  <a:pt x="590083" y="0"/>
                </a:cubicBezTo>
                <a:cubicBezTo>
                  <a:pt x="264189" y="0"/>
                  <a:pt x="0" y="264189"/>
                  <a:pt x="0" y="590083"/>
                </a:cubicBezTo>
                <a:cubicBezTo>
                  <a:pt x="0" y="915977"/>
                  <a:pt x="264189" y="1180166"/>
                  <a:pt x="590083" y="118016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7826">
            <a:solidFill>
              <a:srgbClr val="000000"/>
            </a:solidFill>
            <a:prstDash val="solid"/>
          </a:ln>
        </p:spPr>
      </p:sp>
      <p:sp>
        <p:nvSpPr>
          <p:cNvPr id="64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E3B537B2-2482-4D09-BB12-569B1B16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5359" y="1246460"/>
            <a:ext cx="725799" cy="25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65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E5AA449D-0CFE-488D-A388-48432FBB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9570" y="1246460"/>
            <a:ext cx="730379" cy="25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66" name="pdf-path-82">
            <a:extLst xmlns:a="http://schemas.openxmlformats.org/drawingml/2006/main">
              <a:ext uri="{FF2B5EF4-FFF2-40B4-BE49-F238E27FC236}">
                <a16:creationId xmlns:a16="http://schemas.microsoft.com/office/drawing/2014/main" id="{C7428413-6D20-4D1F-9729-40033D19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7297" y="1461874"/>
            <a:ext cx="1389259" cy="334570"/>
          </a:xfrm>
          <a:custGeom xmlns:a="http://schemas.openxmlformats.org/drawingml/2006/main">
            <a:pathLst>
              <a:path w="1389259" h="334570">
                <a:moveTo>
                  <a:pt x="683872" y="0"/>
                </a:moveTo>
                <a:cubicBezTo>
                  <a:pt x="879323" y="0"/>
                  <a:pt x="1074484" y="68368"/>
                  <a:pt x="1269160" y="204761"/>
                </a:cubicBezTo>
                <a:lnTo>
                  <a:pt x="1311492" y="150846"/>
                </a:lnTo>
                <a:lnTo>
                  <a:pt x="1389259" y="315389"/>
                </a:lnTo>
                <a:lnTo>
                  <a:pt x="1210963" y="278877"/>
                </a:lnTo>
                <a:lnTo>
                  <a:pt x="1252376" y="226129"/>
                </a:lnTo>
                <a:cubicBezTo>
                  <a:pt x="1062457" y="93349"/>
                  <a:pt x="873020" y="27130"/>
                  <a:pt x="683872" y="27130"/>
                </a:cubicBezTo>
                <a:cubicBezTo>
                  <a:pt x="454800" y="27130"/>
                  <a:pt x="238576" y="124273"/>
                  <a:pt x="34786" y="319202"/>
                </a:cubicBezTo>
                <a:lnTo>
                  <a:pt x="28613" y="325139"/>
                </a:lnTo>
                <a:lnTo>
                  <a:pt x="18862" y="334570"/>
                </a:lnTo>
                <a:lnTo>
                  <a:pt x="0" y="315071"/>
                </a:lnTo>
                <a:lnTo>
                  <a:pt x="9749" y="305639"/>
                </a:lnTo>
                <a:cubicBezTo>
                  <a:pt x="220148" y="102101"/>
                  <a:pt x="445002" y="0"/>
                  <a:pt x="68387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path-83">
            <a:extLst xmlns:a="http://schemas.openxmlformats.org/drawingml/2006/main">
              <a:ext uri="{FF2B5EF4-FFF2-40B4-BE49-F238E27FC236}">
                <a16:creationId xmlns:a16="http://schemas.microsoft.com/office/drawing/2014/main" id="{860582E9-F5C9-40B6-800C-DA3AC53F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6477" y="3151898"/>
            <a:ext cx="1389259" cy="334570"/>
          </a:xfrm>
          <a:custGeom xmlns:a="http://schemas.openxmlformats.org/drawingml/2006/main">
            <a:pathLst>
              <a:path w="1389259" h="334570">
                <a:moveTo>
                  <a:pt x="705387" y="334570"/>
                </a:moveTo>
                <a:cubicBezTo>
                  <a:pt x="509936" y="334570"/>
                  <a:pt x="314775" y="266202"/>
                  <a:pt x="120099" y="129809"/>
                </a:cubicBezTo>
                <a:lnTo>
                  <a:pt x="77767" y="183724"/>
                </a:lnTo>
                <a:lnTo>
                  <a:pt x="0" y="19181"/>
                </a:lnTo>
                <a:lnTo>
                  <a:pt x="178296" y="55694"/>
                </a:lnTo>
                <a:lnTo>
                  <a:pt x="136883" y="108441"/>
                </a:lnTo>
                <a:cubicBezTo>
                  <a:pt x="326802" y="241221"/>
                  <a:pt x="516239" y="307440"/>
                  <a:pt x="705387" y="307440"/>
                </a:cubicBezTo>
                <a:cubicBezTo>
                  <a:pt x="934459" y="307440"/>
                  <a:pt x="1150683" y="210298"/>
                  <a:pt x="1354474" y="15368"/>
                </a:cubicBezTo>
                <a:lnTo>
                  <a:pt x="1360646" y="9432"/>
                </a:lnTo>
                <a:lnTo>
                  <a:pt x="1370397" y="0"/>
                </a:lnTo>
                <a:lnTo>
                  <a:pt x="1389259" y="19499"/>
                </a:lnTo>
                <a:lnTo>
                  <a:pt x="1379510" y="28931"/>
                </a:lnTo>
                <a:cubicBezTo>
                  <a:pt x="1169111" y="232469"/>
                  <a:pt x="944257" y="334570"/>
                  <a:pt x="705387" y="3345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path-84">
            <a:extLst xmlns:a="http://schemas.openxmlformats.org/drawingml/2006/main">
              <a:ext uri="{FF2B5EF4-FFF2-40B4-BE49-F238E27FC236}">
                <a16:creationId xmlns:a16="http://schemas.microsoft.com/office/drawing/2014/main" id="{2E1B7E32-8B3D-4680-893A-D0137C44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0248" y="2220842"/>
            <a:ext cx="207564" cy="78678"/>
          </a:xfrm>
          <a:custGeom xmlns:a="http://schemas.openxmlformats.org/drawingml/2006/main">
            <a:pathLst>
              <a:path w="207564" h="78678">
                <a:moveTo>
                  <a:pt x="0" y="0"/>
                </a:moveTo>
                <a:lnTo>
                  <a:pt x="207564" y="78678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69" name="pdf-path-85">
            <a:extLst xmlns:a="http://schemas.openxmlformats.org/drawingml/2006/main">
              <a:ext uri="{FF2B5EF4-FFF2-40B4-BE49-F238E27FC236}">
                <a16:creationId xmlns:a16="http://schemas.microsoft.com/office/drawing/2014/main" id="{0BA457F0-CD24-489D-9C43-538A9274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0770" y="2509780"/>
            <a:ext cx="217042" cy="61043"/>
          </a:xfrm>
          <a:custGeom xmlns:a="http://schemas.openxmlformats.org/drawingml/2006/main">
            <a:pathLst>
              <a:path w="217042" h="61043">
                <a:moveTo>
                  <a:pt x="0" y="0"/>
                </a:moveTo>
                <a:lnTo>
                  <a:pt x="217042" y="61043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70" name="pdf-path-86">
            <a:extLst xmlns:a="http://schemas.openxmlformats.org/drawingml/2006/main">
              <a:ext uri="{FF2B5EF4-FFF2-40B4-BE49-F238E27FC236}">
                <a16:creationId xmlns:a16="http://schemas.microsoft.com/office/drawing/2014/main" id="{1FDB6E50-4C6C-43E1-B9C6-6A2ABC34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7553" y="2387694"/>
            <a:ext cx="210259" cy="67826"/>
          </a:xfrm>
          <a:custGeom xmlns:a="http://schemas.openxmlformats.org/drawingml/2006/main">
            <a:pathLst>
              <a:path w="210259" h="67826">
                <a:moveTo>
                  <a:pt x="0" y="67826"/>
                </a:moveTo>
                <a:lnTo>
                  <a:pt x="2102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71" name="pdf-path-87">
            <a:extLst xmlns:a="http://schemas.openxmlformats.org/drawingml/2006/main">
              <a:ext uri="{FF2B5EF4-FFF2-40B4-BE49-F238E27FC236}">
                <a16:creationId xmlns:a16="http://schemas.microsoft.com/office/drawing/2014/main" id="{2EDA78A4-A7F5-4F9F-B35F-7F8E4276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3483" y="2665779"/>
            <a:ext cx="214329" cy="99061"/>
          </a:xfrm>
          <a:custGeom xmlns:a="http://schemas.openxmlformats.org/drawingml/2006/main">
            <a:pathLst>
              <a:path w="214329" h="99061">
                <a:moveTo>
                  <a:pt x="0" y="99061"/>
                </a:moveTo>
                <a:lnTo>
                  <a:pt x="2143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72" name="pdf-path-88">
            <a:extLst xmlns:a="http://schemas.openxmlformats.org/drawingml/2006/main">
              <a:ext uri="{FF2B5EF4-FFF2-40B4-BE49-F238E27FC236}">
                <a16:creationId xmlns:a16="http://schemas.microsoft.com/office/drawing/2014/main" id="{437A7BC8-93C6-46DE-92FF-D3E73146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6278" y="2553152"/>
            <a:ext cx="232114" cy="299861"/>
          </a:xfrm>
          <a:custGeom xmlns:a="http://schemas.openxmlformats.org/drawingml/2006/main">
            <a:pathLst>
              <a:path w="232114" h="299861">
                <a:moveTo>
                  <a:pt x="0" y="0"/>
                </a:moveTo>
                <a:lnTo>
                  <a:pt x="232114" y="299861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73" name="pdf-path-89">
            <a:extLst xmlns:a="http://schemas.openxmlformats.org/drawingml/2006/main">
              <a:ext uri="{FF2B5EF4-FFF2-40B4-BE49-F238E27FC236}">
                <a16:creationId xmlns:a16="http://schemas.microsoft.com/office/drawing/2014/main" id="{972F6C0E-D6FE-43E0-B410-723C674B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0075" y="2098705"/>
            <a:ext cx="248331" cy="322902"/>
          </a:xfrm>
          <a:custGeom xmlns:a="http://schemas.openxmlformats.org/drawingml/2006/main">
            <a:pathLst>
              <a:path w="248331" h="322902">
                <a:moveTo>
                  <a:pt x="0" y="322902"/>
                </a:moveTo>
                <a:lnTo>
                  <a:pt x="248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74" name="pdf-path-90">
            <a:extLst xmlns:a="http://schemas.openxmlformats.org/drawingml/2006/main">
              <a:ext uri="{FF2B5EF4-FFF2-40B4-BE49-F238E27FC236}">
                <a16:creationId xmlns:a16="http://schemas.microsoft.com/office/drawing/2014/main" id="{893AA1B1-F0CB-4B13-8458-752ED9B5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9407" y="2688752"/>
            <a:ext cx="272633" cy="157530"/>
          </a:xfrm>
          <a:custGeom xmlns:a="http://schemas.openxmlformats.org/drawingml/2006/main">
            <a:pathLst>
              <a:path w="272633" h="157530">
                <a:moveTo>
                  <a:pt x="0" y="157530"/>
                </a:moveTo>
                <a:lnTo>
                  <a:pt x="272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75" name="pdf-path-91">
            <a:extLst xmlns:a="http://schemas.openxmlformats.org/drawingml/2006/main">
              <a:ext uri="{FF2B5EF4-FFF2-40B4-BE49-F238E27FC236}">
                <a16:creationId xmlns:a16="http://schemas.microsoft.com/office/drawing/2014/main" id="{4DC09163-8998-4752-BA7B-943229E3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9407" y="2085104"/>
            <a:ext cx="272633" cy="157530"/>
          </a:xfrm>
          <a:custGeom xmlns:a="http://schemas.openxmlformats.org/drawingml/2006/main">
            <a:pathLst>
              <a:path w="272633" h="157530">
                <a:moveTo>
                  <a:pt x="0" y="0"/>
                </a:moveTo>
                <a:lnTo>
                  <a:pt x="272633" y="157530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76" name="pdf-path-92">
            <a:extLst xmlns:a="http://schemas.openxmlformats.org/drawingml/2006/main">
              <a:ext uri="{FF2B5EF4-FFF2-40B4-BE49-F238E27FC236}">
                <a16:creationId xmlns:a16="http://schemas.microsoft.com/office/drawing/2014/main" id="{5FE6457C-9A2D-45FC-8EFB-3D7F6D5F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9407" y="2322506"/>
            <a:ext cx="272633" cy="232114"/>
          </a:xfrm>
          <a:custGeom xmlns:a="http://schemas.openxmlformats.org/drawingml/2006/main">
            <a:pathLst>
              <a:path w="272633" h="232114">
                <a:moveTo>
                  <a:pt x="0" y="232114"/>
                </a:moveTo>
                <a:lnTo>
                  <a:pt x="272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77" name="pdf-path-93">
            <a:extLst xmlns:a="http://schemas.openxmlformats.org/drawingml/2006/main">
              <a:ext uri="{FF2B5EF4-FFF2-40B4-BE49-F238E27FC236}">
                <a16:creationId xmlns:a16="http://schemas.microsoft.com/office/drawing/2014/main" id="{C9856C40-E907-4929-8311-D9A0ADCD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9407" y="2390332"/>
            <a:ext cx="272633" cy="232114"/>
          </a:xfrm>
          <a:custGeom xmlns:a="http://schemas.openxmlformats.org/drawingml/2006/main">
            <a:pathLst>
              <a:path w="272633" h="232114">
                <a:moveTo>
                  <a:pt x="0" y="0"/>
                </a:moveTo>
                <a:lnTo>
                  <a:pt x="272633" y="232114"/>
                </a:lnTo>
              </a:path>
            </a:pathLst>
          </a:custGeom>
          <a:noFill xmlns:a="http://schemas.openxmlformats.org/drawingml/2006/main"/>
          <a:ln xmlns:a="http://schemas.openxmlformats.org/drawingml/2006/main" w="27130">
            <a:solidFill>
              <a:srgbClr val="000000"/>
            </a:solidFill>
            <a:prstDash val="solid"/>
          </a:ln>
        </p:spPr>
      </p:sp>
      <p:sp>
        <p:nvSpPr>
          <p:cNvPr id="78" name="pdf-path-94-native-circle">
            <a:extLst xmlns:a="http://schemas.openxmlformats.org/drawingml/2006/main">
              <a:ext uri="{FF2B5EF4-FFF2-40B4-BE49-F238E27FC236}">
                <a16:creationId xmlns:a16="http://schemas.microsoft.com/office/drawing/2014/main" id="{F9FA9854-2413-46E2-86C3-1456F888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7641" y="2102826"/>
            <a:ext cx="169564" cy="1695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9" name="pdf-path-96-native-circle">
            <a:extLst xmlns:a="http://schemas.openxmlformats.org/drawingml/2006/main">
              <a:ext uri="{FF2B5EF4-FFF2-40B4-BE49-F238E27FC236}">
                <a16:creationId xmlns:a16="http://schemas.microsoft.com/office/drawing/2014/main" id="{CA386C2B-06BC-44EA-8740-6A6E4469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7641" y="2408041"/>
            <a:ext cx="169564" cy="1695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0" name="pdf-path-98-native-circle">
            <a:extLst xmlns:a="http://schemas.openxmlformats.org/drawingml/2006/main">
              <a:ext uri="{FF2B5EF4-FFF2-40B4-BE49-F238E27FC236}">
                <a16:creationId xmlns:a16="http://schemas.microsoft.com/office/drawing/2014/main" id="{968F9410-EBEB-4C4A-B4BE-447FFF97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7641" y="2706474"/>
            <a:ext cx="169564" cy="1695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1" name="pdf-path-100-native-circle">
            <a:extLst xmlns:a="http://schemas.openxmlformats.org/drawingml/2006/main">
              <a:ext uri="{FF2B5EF4-FFF2-40B4-BE49-F238E27FC236}">
                <a16:creationId xmlns:a16="http://schemas.microsoft.com/office/drawing/2014/main" id="{E69AFCC2-BB39-44A1-9BBE-9B17E736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7465" y="1953610"/>
            <a:ext cx="169564" cy="1695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2" name="pdf-path-102-native-circle">
            <a:extLst xmlns:a="http://schemas.openxmlformats.org/drawingml/2006/main">
              <a:ext uri="{FF2B5EF4-FFF2-40B4-BE49-F238E27FC236}">
                <a16:creationId xmlns:a16="http://schemas.microsoft.com/office/drawing/2014/main" id="{C41B1834-2869-4DDD-9CF0-38A80DBB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7465" y="2252042"/>
            <a:ext cx="169564" cy="1695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3" name="pdf-path-104-native-circle">
            <a:extLst xmlns:a="http://schemas.openxmlformats.org/drawingml/2006/main">
              <a:ext uri="{FF2B5EF4-FFF2-40B4-BE49-F238E27FC236}">
                <a16:creationId xmlns:a16="http://schemas.microsoft.com/office/drawing/2014/main" id="{45CFC0AA-851B-4B2A-ABA0-8251C593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7465" y="2523345"/>
            <a:ext cx="169564" cy="1695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4" name="pdf-path-106-native-circle">
            <a:extLst xmlns:a="http://schemas.openxmlformats.org/drawingml/2006/main">
              <a:ext uri="{FF2B5EF4-FFF2-40B4-BE49-F238E27FC236}">
                <a16:creationId xmlns:a16="http://schemas.microsoft.com/office/drawing/2014/main" id="{44DC7E9B-D709-4C50-8D5C-1FC03592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7465" y="2821778"/>
            <a:ext cx="169564" cy="1695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5" name="pdf-path-108-native-circle">
            <a:extLst xmlns:a="http://schemas.openxmlformats.org/drawingml/2006/main">
              <a:ext uri="{FF2B5EF4-FFF2-40B4-BE49-F238E27FC236}">
                <a16:creationId xmlns:a16="http://schemas.microsoft.com/office/drawing/2014/main" id="{204E111F-648E-477B-A346-5C216136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723" y="2211347"/>
            <a:ext cx="169564" cy="1695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6" name="pdf-path-110-native-circle">
            <a:extLst xmlns:a="http://schemas.openxmlformats.org/drawingml/2006/main">
              <a:ext uri="{FF2B5EF4-FFF2-40B4-BE49-F238E27FC236}">
                <a16:creationId xmlns:a16="http://schemas.microsoft.com/office/drawing/2014/main" id="{E85DC90C-C6FF-4090-9570-14BC093B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723" y="2564040"/>
            <a:ext cx="169564" cy="1695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4069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pic>
        <p:nvPic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7A6633C-58E5-4558-9901-D162FC6C42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85fb01f314f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68035" y="1845089"/>
            <a:ext cx="1180165" cy="1180166"/>
          </a:xfrm>
          <a:prstGeom xmlns:a="http://schemas.openxmlformats.org/drawingml/2006/main" prst="rect">
            <a:avLst/>
          </a:prstGeom>
        </p:spPr>
      </p:pic>
      <p:sp>
        <p:nvSpPr>
          <p:cNvPr id="88" name="pdf-source-image-2">
            <a:extLst xmlns:a="http://schemas.openxmlformats.org/drawingml/2006/main">
              <a:ext uri="{FF2B5EF4-FFF2-40B4-BE49-F238E27FC236}">
                <a16:creationId xmlns:a16="http://schemas.microsoft.com/office/drawing/2014/main" id="{79F6BFF4-42FD-4E24-B17A-EECA139C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8035" y="1845089"/>
            <a:ext cx="1180165" cy="1180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pdf-path-113">
            <a:extLst xmlns:a="http://schemas.openxmlformats.org/drawingml/2006/main">
              <a:ext uri="{FF2B5EF4-FFF2-40B4-BE49-F238E27FC236}">
                <a16:creationId xmlns:a16="http://schemas.microsoft.com/office/drawing/2014/main" id="{152A6C46-4D23-4597-A3D3-3DC273B9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8035" y="1845089"/>
            <a:ext cx="1180165" cy="1180166"/>
          </a:xfrm>
          <a:custGeom xmlns:a="http://schemas.openxmlformats.org/drawingml/2006/main">
            <a:pathLst>
              <a:path w="1180165" h="1180166">
                <a:moveTo>
                  <a:pt x="590083" y="1180166"/>
                </a:moveTo>
                <a:cubicBezTo>
                  <a:pt x="915977" y="1180166"/>
                  <a:pt x="1180165" y="915977"/>
                  <a:pt x="1180165" y="590083"/>
                </a:cubicBezTo>
                <a:cubicBezTo>
                  <a:pt x="1180165" y="264189"/>
                  <a:pt x="915977" y="0"/>
                  <a:pt x="590083" y="0"/>
                </a:cubicBezTo>
                <a:cubicBezTo>
                  <a:pt x="264189" y="0"/>
                  <a:pt x="0" y="264189"/>
                  <a:pt x="0" y="590083"/>
                </a:cubicBezTo>
                <a:cubicBezTo>
                  <a:pt x="0" y="915977"/>
                  <a:pt x="264189" y="1180166"/>
                  <a:pt x="590083" y="1180166"/>
                </a:cubicBezTo>
              </a:path>
            </a:pathLst>
          </a:custGeom>
          <a:noFill xmlns:a="http://schemas.openxmlformats.org/drawingml/2006/main"/>
          <a:ln xmlns:a="http://schemas.openxmlformats.org/drawingml/2006/main" w="67826">
            <a:solidFill>
              <a:srgbClr val="000000"/>
            </a:solidFill>
            <a:prstDash val="solid"/>
          </a:ln>
        </p:spPr>
      </p:sp>
      <p:sp>
        <p:nvSpPr>
          <p:cNvPr id="90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67685469-C1C8-4D5A-BE1C-85799302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2916" y="1246460"/>
            <a:ext cx="931208" cy="25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91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F70D7AFB-5A46-4FFE-8583-746DA864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2727" y="1246460"/>
            <a:ext cx="730378" cy="257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92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B1CADF61-10EA-41D2-A352-912D7EF4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7286" y="2276349"/>
            <a:ext cx="986910" cy="162781"/>
          </a:xfrm>
          <a:custGeom xmlns:a="http://schemas.openxmlformats.org/drawingml/2006/main">
            <a:pathLst>
              <a:path w="986910" h="162781">
                <a:moveTo>
                  <a:pt x="162497" y="162781"/>
                </a:moveTo>
                <a:lnTo>
                  <a:pt x="0" y="80823"/>
                </a:lnTo>
                <a:lnTo>
                  <a:pt x="163064" y="0"/>
                </a:lnTo>
                <a:lnTo>
                  <a:pt x="162829" y="67828"/>
                </a:lnTo>
                <a:lnTo>
                  <a:pt x="973345" y="70649"/>
                </a:lnTo>
                <a:lnTo>
                  <a:pt x="986910" y="70696"/>
                </a:lnTo>
                <a:lnTo>
                  <a:pt x="986815" y="97827"/>
                </a:lnTo>
                <a:lnTo>
                  <a:pt x="973250" y="97779"/>
                </a:lnTo>
                <a:lnTo>
                  <a:pt x="162740" y="94951"/>
                </a:lnTo>
                <a:lnTo>
                  <a:pt x="162497" y="1627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F806B749-1741-496C-BB78-F6F9ABCC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4486" y="1736568"/>
            <a:ext cx="908863" cy="440867"/>
          </a:xfrm>
          <a:custGeom xmlns:a="http://schemas.openxmlformats.org/drawingml/2006/main">
            <a:pathLst>
              <a:path w="908863" h="440867">
                <a:moveTo>
                  <a:pt x="128868" y="0"/>
                </a:moveTo>
                <a:lnTo>
                  <a:pt x="779994" y="0"/>
                </a:lnTo>
                <a:cubicBezTo>
                  <a:pt x="851167" y="0"/>
                  <a:pt x="908863" y="57696"/>
                  <a:pt x="908863" y="128869"/>
                </a:cubicBezTo>
                <a:lnTo>
                  <a:pt x="908863" y="311998"/>
                </a:lnTo>
                <a:cubicBezTo>
                  <a:pt x="908863" y="383170"/>
                  <a:pt x="851167" y="440867"/>
                  <a:pt x="779994" y="440867"/>
                </a:cubicBezTo>
                <a:lnTo>
                  <a:pt x="128868" y="440867"/>
                </a:lnTo>
                <a:cubicBezTo>
                  <a:pt x="57697" y="440867"/>
                  <a:pt x="0" y="383170"/>
                  <a:pt x="0" y="311998"/>
                </a:cubicBezTo>
                <a:lnTo>
                  <a:pt x="0" y="128869"/>
                </a:lnTo>
                <a:cubicBezTo>
                  <a:pt x="0" y="57696"/>
                  <a:pt x="57697" y="0"/>
                  <a:pt x="128868" y="0"/>
                </a:cubicBezTo>
              </a:path>
            </a:pathLst>
          </a:custGeom>
          <a:solidFill xmlns:a="http://schemas.openxmlformats.org/drawingml/2006/main">
            <a:srgbClr val="E2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3057F7DA-5A6F-40AC-9008-A54BBA32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4486" y="1736568"/>
            <a:ext cx="908863" cy="440867"/>
          </a:xfrm>
          <a:custGeom xmlns:a="http://schemas.openxmlformats.org/drawingml/2006/main">
            <a:pathLst>
              <a:path w="908863" h="440867">
                <a:moveTo>
                  <a:pt x="128868" y="0"/>
                </a:moveTo>
                <a:lnTo>
                  <a:pt x="779994" y="0"/>
                </a:lnTo>
                <a:cubicBezTo>
                  <a:pt x="851167" y="0"/>
                  <a:pt x="908863" y="57696"/>
                  <a:pt x="908863" y="128869"/>
                </a:cubicBezTo>
                <a:lnTo>
                  <a:pt x="908863" y="311998"/>
                </a:lnTo>
                <a:cubicBezTo>
                  <a:pt x="908863" y="383170"/>
                  <a:pt x="851167" y="440867"/>
                  <a:pt x="779994" y="440867"/>
                </a:cubicBezTo>
                <a:lnTo>
                  <a:pt x="128868" y="440867"/>
                </a:lnTo>
                <a:cubicBezTo>
                  <a:pt x="57697" y="440867"/>
                  <a:pt x="0" y="383170"/>
                  <a:pt x="0" y="311998"/>
                </a:cubicBezTo>
                <a:lnTo>
                  <a:pt x="0" y="128869"/>
                </a:lnTo>
                <a:cubicBezTo>
                  <a:pt x="0" y="57696"/>
                  <a:pt x="57697" y="0"/>
                  <a:pt x="12886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783">
            <a:solidFill>
              <a:srgbClr val="979797"/>
            </a:solidFill>
            <a:prstDash val="solid"/>
          </a:ln>
        </p:spPr>
      </p:sp>
      <p:sp>
        <p:nvSpPr>
          <p:cNvPr id="95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2FB7EB10-216C-4554-BA3C-1C66CE31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0516" y="1787437"/>
            <a:ext cx="696775" cy="339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67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7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7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96" name="dataset-native-body-0">
            <a:extLst xmlns:a="http://schemas.openxmlformats.org/drawingml/2006/main">
              <a:ext uri="{FF2B5EF4-FFF2-40B4-BE49-F238E27FC236}">
                <a16:creationId xmlns:a16="http://schemas.microsoft.com/office/drawing/2014/main" id="{100D9BE5-2399-4538-952B-48F5589F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4655" y="2475548"/>
            <a:ext cx="733425" cy="436245"/>
          </a:xfrm>
          <a:custGeom xmlns:a="http://schemas.openxmlformats.org/drawingml/2006/main">
            <a:pathLst>
              <a:path w="733425" h="436245">
                <a:moveTo>
                  <a:pt x="0" y="81915"/>
                </a:moveTo>
                <a:cubicBezTo>
                  <a:pt x="0" y="-26670"/>
                  <a:pt x="733425" y="-26670"/>
                  <a:pt x="733425" y="81915"/>
                </a:cubicBezTo>
                <a:lnTo>
                  <a:pt x="733425" y="354330"/>
                </a:lnTo>
                <a:cubicBezTo>
                  <a:pt x="733425" y="462915"/>
                  <a:pt x="0" y="462915"/>
                  <a:pt x="0" y="35433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000000"/>
            </a:solidFill>
            <a:prstDash val="solid"/>
          </a:ln>
        </p:spPr>
      </p:sp>
      <p:sp>
        <p:nvSpPr>
          <p:cNvPr id="97" name="dataset-native-top-0">
            <a:extLst xmlns:a="http://schemas.openxmlformats.org/drawingml/2006/main">
              <a:ext uri="{FF2B5EF4-FFF2-40B4-BE49-F238E27FC236}">
                <a16:creationId xmlns:a16="http://schemas.microsoft.com/office/drawing/2014/main" id="{41E83575-7967-4587-A2E2-8A163A93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4655" y="2475548"/>
            <a:ext cx="733425" cy="1638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8" name="dataset-native-body-1">
            <a:extLst xmlns:a="http://schemas.openxmlformats.org/drawingml/2006/main">
              <a:ext uri="{FF2B5EF4-FFF2-40B4-BE49-F238E27FC236}">
                <a16:creationId xmlns:a16="http://schemas.microsoft.com/office/drawing/2014/main" id="{283DB0ED-D85C-47A5-A3B0-FCCC426D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4655" y="2150745"/>
            <a:ext cx="733425" cy="436245"/>
          </a:xfrm>
          <a:custGeom xmlns:a="http://schemas.openxmlformats.org/drawingml/2006/main">
            <a:pathLst>
              <a:path w="733425" h="436245">
                <a:moveTo>
                  <a:pt x="0" y="81915"/>
                </a:moveTo>
                <a:cubicBezTo>
                  <a:pt x="0" y="-26670"/>
                  <a:pt x="733425" y="-26670"/>
                  <a:pt x="733425" y="81915"/>
                </a:cubicBezTo>
                <a:lnTo>
                  <a:pt x="733425" y="354330"/>
                </a:lnTo>
                <a:cubicBezTo>
                  <a:pt x="733425" y="462915"/>
                  <a:pt x="0" y="462915"/>
                  <a:pt x="0" y="35433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000000"/>
            </a:solidFill>
            <a:prstDash val="solid"/>
          </a:ln>
        </p:spPr>
      </p:sp>
      <p:sp>
        <p:nvSpPr>
          <p:cNvPr id="99" name="dataset-native-top-1">
            <a:extLst xmlns:a="http://schemas.openxmlformats.org/drawingml/2006/main">
              <a:ext uri="{FF2B5EF4-FFF2-40B4-BE49-F238E27FC236}">
                <a16:creationId xmlns:a16="http://schemas.microsoft.com/office/drawing/2014/main" id="{C6CB286F-601B-4BC2-A7A1-AC873CE0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4655" y="2150745"/>
            <a:ext cx="733425" cy="1638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0" name="dataset-native-body-2">
            <a:extLst xmlns:a="http://schemas.openxmlformats.org/drawingml/2006/main">
              <a:ext uri="{FF2B5EF4-FFF2-40B4-BE49-F238E27FC236}">
                <a16:creationId xmlns:a16="http://schemas.microsoft.com/office/drawing/2014/main" id="{9CDA1F88-B92C-485D-92EB-AA901F6D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4655" y="1831658"/>
            <a:ext cx="733425" cy="436245"/>
          </a:xfrm>
          <a:custGeom xmlns:a="http://schemas.openxmlformats.org/drawingml/2006/main">
            <a:pathLst>
              <a:path w="733425" h="436245">
                <a:moveTo>
                  <a:pt x="0" y="81915"/>
                </a:moveTo>
                <a:cubicBezTo>
                  <a:pt x="0" y="-26670"/>
                  <a:pt x="733425" y="-26670"/>
                  <a:pt x="733425" y="81915"/>
                </a:cubicBezTo>
                <a:lnTo>
                  <a:pt x="733425" y="354330"/>
                </a:lnTo>
                <a:cubicBezTo>
                  <a:pt x="733425" y="462915"/>
                  <a:pt x="0" y="462915"/>
                  <a:pt x="0" y="35433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000000"/>
            </a:solidFill>
            <a:prstDash val="solid"/>
          </a:ln>
        </p:spPr>
      </p:sp>
      <p:sp>
        <p:nvSpPr>
          <p:cNvPr id="101" name="dataset-native-top-2">
            <a:extLst xmlns:a="http://schemas.openxmlformats.org/drawingml/2006/main">
              <a:ext uri="{FF2B5EF4-FFF2-40B4-BE49-F238E27FC236}">
                <a16:creationId xmlns:a16="http://schemas.microsoft.com/office/drawing/2014/main" id="{B320FB3D-7377-4F58-AD7F-9EE449F8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4655" y="1831658"/>
            <a:ext cx="733425" cy="1638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90683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2026-10-09T20:47:45.2670000Z</dcterms:created>
  <dcterms:modified xsi:type="dcterms:W3CDTF">2026-10-09T20:47:45.2670000Z</dcterms:modified>
</coreProperties>
</file>