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b7d72b1684860" /><Relationship Type="http://schemas.openxmlformats.org/officeDocument/2006/relationships/extended-properties" Target="/docProps/app.xml" Id="R7e1ceba9a20c4fa0" /><Relationship Type="http://schemas.openxmlformats.org/officeDocument/2006/relationships/officeDocument" Target="/ppt/presentation.xml" Id="R87cd35586fec48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299e3ea9247be"/>
  </p:sldMasterIdLst>
  <p:notesMasterIdLst>
    <p:notesMasterId xmlns:r="http://schemas.openxmlformats.org/officeDocument/2006/relationships" r:id="Red4d09f3b3694673"/>
  </p:notesMasterIdLst>
  <p:sldIdLst>
    <p:sldId xmlns:r="http://schemas.openxmlformats.org/officeDocument/2006/relationships" id="256" r:id="R50b1e376bd3e4ccc"/>
  </p:sldIdLst>
  <p:sldSz cx="11430000" cy="4914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b82e2070f54b1a" /><Relationship Type="http://schemas.openxmlformats.org/officeDocument/2006/relationships/slideMaster" Target="/ppt/slideMasters/slideMaster1.xml" Id="R7d8299e3ea9247be" /><Relationship Type="http://schemas.openxmlformats.org/officeDocument/2006/relationships/notesMaster" Target="/ppt/notesMasters/notesMaster1.xml" Id="Red4d09f3b3694673" /><Relationship Type="http://schemas.openxmlformats.org/officeDocument/2006/relationships/presProps" Target="/ppt/presProps.xml" Id="R94778fcae66445cb" /><Relationship Type="http://schemas.openxmlformats.org/officeDocument/2006/relationships/tableStyles" Target="/ppt/tableStyles.xml" Id="Rd77042bd47f74bbb" /><Relationship Type="http://schemas.openxmlformats.org/officeDocument/2006/relationships/slide" Target="/ppt/slides/slide1.xml" Id="R50b1e376bd3e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b67cf4c5bf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cb01f11d04362" /><Relationship Type="http://schemas.openxmlformats.org/officeDocument/2006/relationships/notesMaster" Target="/ppt/notesMasters/notesMaster1.xml" Id="R0cb676a726b24e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"GenSim2: Scaling Robot Data Generation with Multi-Modal and Reasoning LLMs",</a:t>
            </a:r>
          </a:p>
          <a:p xmlns:a="http://schemas.openxmlformats.org/drawingml/2006/main">
            <a:r>
              <a:t>  "paper_url": "https://arxiv.org/abs/2410.03645v1",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"unverified; private user-requested adaptation, no public redistribution authorization.",</a:t>
            </a:r>
          </a:p>
          <a:p xmlns:a="http://schemas.openxmlformats.org/drawingml/2006/main">
            <a:r>
              <a:t>  "notes": "Source-native figure paths and typeable labels reconstructed from the inspected original PDF; source photo/icon details remain separate raster subassets. Independent target-application QA pending. Original source image transparency and reviewed rectangular clips retained; CMYK photos converted to RGB.",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"f42d44427b8c7e4a4027bc6057d432e8c2a9dc72e7cba3e57629562d211d7ddb",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106,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506,</a:t>
            </a:r>
          </a:p>
          <a:p xmlns:a="http://schemas.openxmlformats.org/drawingml/2006/main">
            <a:r>
              <a:t>    242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"45 source clipping groups intersect crop; extracted paths require explicit clipping review"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"45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10: [118.04462432861328, 98.86024475097656, 134.3557586669922, 115.17862701416016]; requires reviewed raster region",</a:t>
            </a:r>
          </a:p>
          <a:p xmlns:a="http://schemas.openxmlformats.org/drawingml/2006/main">
            <a:r>
              <a:t>    "unhandled image/shading at seq 15: [135.5445098876953, 97.9964599609375, 152.65859985351562, 115.11006164550781]; requires reviewed raster region",</a:t>
            </a:r>
          </a:p>
          <a:p xmlns:a="http://schemas.openxmlformats.org/drawingml/2006/main">
            <a:r>
              <a:t>    "unhandled image/shading at seq 16: [175.6427764892578, 99.13024139404297, 190.20523071289062, 113.57250213623047]; requires reviewed raster region",</a:t>
            </a:r>
          </a:p>
          <a:p xmlns:a="http://schemas.openxmlformats.org/drawingml/2006/main">
            <a:r>
              <a:t>    "unhandled image/shading at seq 17: [152.8060302734375, 96.4190902709961, 173.6457977294922, 117.31314849853516]; requires reviewed raster region",</a:t>
            </a:r>
          </a:p>
          <a:p xmlns:a="http://schemas.openxmlformats.org/drawingml/2006/main">
            <a:r>
              <a:t>    "unhandled image/shading at seq 52: [175.4023895263672, 144.61636352539062, 193.16050720214844, 164.04159545898438]; requires reviewed raster region",</a:t>
            </a:r>
          </a:p>
          <a:p xmlns:a="http://schemas.openxmlformats.org/drawingml/2006/main">
            <a:r>
              <a:t>    "unhandled image/shading at seq 54: [114.126220703125, 105.33032989501953, 188.65806579589844, 180.2018280029297]; requires reviewed raster region",</a:t>
            </a:r>
          </a:p>
          <a:p xmlns:a="http://schemas.openxmlformats.org/drawingml/2006/main">
            <a:r>
              <a:t>    "unhandled image/shading at seq 72: [127.92655944824219, 218.98309326171875, 137.42172241210938, 229.34805297851562]; requires reviewed raster region",</a:t>
            </a:r>
          </a:p>
          <a:p xmlns:a="http://schemas.openxmlformats.org/drawingml/2006/main">
            <a:r>
              <a:t>    "unhandled image/shading at seq 73: [148.511474609375, 143.16671752929688, 156.5570068359375, 151.21224975585938]; requires reviewed raster region",</a:t>
            </a:r>
          </a:p>
          <a:p xmlns:a="http://schemas.openxmlformats.org/drawingml/2006/main">
            <a:r>
              <a:t>    "unhandled image/shading at seq 74: [150.541015625, 208.25572204589844, 158.94894409179688, 216.66366577148438]; requires reviewed raster region",</a:t>
            </a:r>
          </a:p>
          <a:p xmlns:a="http://schemas.openxmlformats.org/drawingml/2006/main">
            <a:r>
              <a:t>    "unhandled image/shading at seq 75: [149.88865661621094, 219.1280517578125, 159.38381958007812, 229.56549072265625]; requires reviewed raster region",</a:t>
            </a:r>
          </a:p>
          <a:p xmlns:a="http://schemas.openxmlformats.org/drawingml/2006/main">
            <a:r>
              <a:t>    "unhandled image/shading at seq 76: [172.14071655273438, 218.91061401367188, 181.63587951660156, 229.27557373046875]; requires reviewed raster region",</a:t>
            </a:r>
          </a:p>
          <a:p xmlns:a="http://schemas.openxmlformats.org/drawingml/2006/main">
            <a:r>
              <a:t>    "unhandled image/shading at seq 77: [101.12966918945312, 178.1029052734375, 151.7550506591797, 228.812744140625]; requires reviewed raster region",</a:t>
            </a:r>
          </a:p>
          <a:p xmlns:a="http://schemas.openxmlformats.org/drawingml/2006/main">
            <a:r>
              <a:t>    "unhandled image/shading at seq 78: [143.8217010498047, 177.53201293945312, 194.44708251953125, 227.9435577392578]; requires reviewed raster region",</a:t>
            </a:r>
          </a:p>
          <a:p xmlns:a="http://schemas.openxmlformats.org/drawingml/2006/main">
            <a:r>
              <a:t>    "unhandled image/shading at seq 82: [341.3140869140625, 95.03852844238281, 372.408935546875, 126.13338470458984]; requires reviewed raster region",</a:t>
            </a:r>
          </a:p>
          <a:p xmlns:a="http://schemas.openxmlformats.org/drawingml/2006/main">
            <a:r>
              <a:t>    "unhandled image/shading at seq 102: [218.09439086914062, 106.92559814453125, 252.8133544921875, 145.27403259277344]; requires reviewed raster region",</a:t>
            </a:r>
          </a:p>
          <a:p xmlns:a="http://schemas.openxmlformats.org/drawingml/2006/main">
            <a:r>
              <a:t>    "unhandled image/shading at seq 124: [261.438720703125, 203.61685180664062, 284.1981201171875, 223.62193298339844]; requires reviewed raster region",</a:t>
            </a:r>
          </a:p>
          <a:p xmlns:a="http://schemas.openxmlformats.org/drawingml/2006/main">
            <a:r>
              <a:t>    "unhandled image/shading at seq 125: [227.0821990966797, 214.41671752929688, 242.1584930419922, 226.88363647460938]; requires reviewed raster region",</a:t>
            </a:r>
          </a:p>
          <a:p xmlns:a="http://schemas.openxmlformats.org/drawingml/2006/main">
            <a:r>
              <a:t>    "unhandled image/shading at seq 134: [305.58038330078125, 130.11990356445312, 348.4173583984375, 169.47775268554688]; requires reviewed raster region",</a:t>
            </a:r>
          </a:p>
          <a:p xmlns:a="http://schemas.openxmlformats.org/drawingml/2006/main">
            <a:r>
              <a:t>    "unhandled image/shading at seq 135: [342.54632568359375, 140.26718139648438, 369.7271423339844, 167.92764282226562]; requires reviewed raster region",</a:t>
            </a:r>
          </a:p>
          <a:p xmlns:a="http://schemas.openxmlformats.org/drawingml/2006/main">
            <a:r>
              <a:t>    "unhandled image/shading at seq 144: [313.04608154296875, 176.6534881591797, 341.53155517578125, 205.13897705078125]; requires reviewed raster region",</a:t>
            </a:r>
          </a:p>
          <a:p xmlns:a="http://schemas.openxmlformats.org/drawingml/2006/main">
            <a:r>
              <a:t>    "unhandled image/shading at seq 145: [341.8215026855469, 176.21856689453125, 370.596923828125, 205.0664825439453]; requires reviewed raster region",</a:t>
            </a:r>
          </a:p>
          <a:p xmlns:a="http://schemas.openxmlformats.org/drawingml/2006/main">
            <a:r>
              <a:t>    "unhandled image/shading at seq 146: [370.4519348144531, 176.21856689453125, 399.22735595703125, 205.0664825439453]; requires reviewed raster region",</a:t>
            </a:r>
          </a:p>
          <a:p xmlns:a="http://schemas.openxmlformats.org/drawingml/2006/main">
            <a:r>
              <a:t>    "unhandled image/shading at seq 147: [313.04608154296875, 205.3564453125, 341.53155517578125, 234.34933471679688]; requires reviewed raster region",</a:t>
            </a:r>
          </a:p>
          <a:p xmlns:a="http://schemas.openxmlformats.org/drawingml/2006/main">
            <a:r>
              <a:t>    "unhandled image/shading at seq 148: [341.676513671875, 205.3564453125, 370.596923828125, 234.34933471679688]; requires reviewed raster region",</a:t>
            </a:r>
          </a:p>
          <a:p xmlns:a="http://schemas.openxmlformats.org/drawingml/2006/main">
            <a:r>
              <a:t>    "unhandled image/shading at seq 149: [370.6694030761719, 205.28395080566406, 399.0823974609375, 234.56674194335938]; requires reviewed raster region",</a:t>
            </a:r>
          </a:p>
          <a:p xmlns:a="http://schemas.openxmlformats.org/drawingml/2006/main">
            <a:r>
              <a:t>    "unhandled image/shading at seq 166: [459.677490234375, 130.51669311523438, 493.7441101074219, 164.57533264160156]; requires reviewed raster region",</a:t>
            </a:r>
          </a:p>
          <a:p xmlns:a="http://schemas.openxmlformats.org/drawingml/2006/main">
            <a:r>
              <a:t>    "unhandled image/shading at seq 167: [422.7840576171875, 98.26129150390625, 456.4158020019531, 131.93197631835938]; requires reviewed raster region",</a:t>
            </a:r>
          </a:p>
          <a:p xmlns:a="http://schemas.openxmlformats.org/drawingml/2006/main">
            <a:r>
              <a:t>    "unhandled image/shading at seq 168: [423.073974609375, 134.39637756347656, 456.7057189941406, 168.0670623779297]; requires reviewed raster region",</a:t>
            </a:r>
          </a:p>
          <a:p xmlns:a="http://schemas.openxmlformats.org/drawingml/2006/main">
            <a:r>
              <a:t>    "unhandled image/shading at seq 169: [460.1123962402344, 104.02633666992188, 493.30926513671875, 138.3891143798828]; requires reviewed raster region",</a:t>
            </a:r>
          </a:p>
          <a:p xmlns:a="http://schemas.openxmlformats.org/drawingml/2006/main">
            <a:r>
              <a:t>    "unhandled image/shading at seq 172: [370.6694030761719, 128.74276733398438, 399.3723449707031, 154.9813232421875]; requires reviewed raster region",</a:t>
            </a:r>
          </a:p>
          <a:p xmlns:a="http://schemas.openxmlformats.org/drawingml/2006/main">
            <a:r>
              <a:t>    "unhandled image/shading at seq 173: [403.1483459472656, 179.48028564453125, 499.8002624511719, 232.68222045898438];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"manual_image_review": "All displayed source images handled explicitly using isolated alpha assets and reviewed clips; source versus generated preview inspected."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6e07cf90448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5e5d1ba1c49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993d53f3342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8e6ae5a4240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0038681b748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e586db70f47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127566-69BD-47D3-BE41-5D29DB9B8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1856740"/>
            <a:ext cx="9144000" cy="709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3EE066-E9B8-49A7-A10D-BAEC83FDC5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2703195"/>
            <a:ext cx="8001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04BF13-5884-4F58-B15A-D830EE401F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20478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DC0DD5-8229-450B-9068-19D9F00AF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382270"/>
            <a:ext cx="10144125" cy="60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5816F8-E9D7-4B36-89E7-35D5E23E9A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365250"/>
            <a:ext cx="10144125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2A161F-B054-414B-982B-96FF82E0B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382270"/>
            <a:ext cx="10144125" cy="60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5AC38-125C-435D-9C0B-663B9A431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365250"/>
            <a:ext cx="4714875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2AA556-3351-4736-8D9E-A1E27E56C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1365250"/>
            <a:ext cx="4714875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207CBC-5C8A-42DC-9022-F12FAD550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382270"/>
            <a:ext cx="10144125" cy="60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62F8E0-9E79-4F16-98C0-973AA2BEE8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1365250"/>
            <a:ext cx="4714875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fe5cb5477f4bb6" /><Relationship Type="http://schemas.openxmlformats.org/officeDocument/2006/relationships/slideLayout" Target="/ppt/slideLayouts/slideLayout1.xml" Id="R635c034d45c64556" /><Relationship Type="http://schemas.openxmlformats.org/officeDocument/2006/relationships/slideLayout" Target="/ppt/slideLayouts/slideLayout2.xml" Id="R2c3566b3305048e9" /><Relationship Type="http://schemas.openxmlformats.org/officeDocument/2006/relationships/slideLayout" Target="/ppt/slideLayouts/slideLayout3.xml" Id="R6a50131e523b4067" /><Relationship Type="http://schemas.openxmlformats.org/officeDocument/2006/relationships/slideLayout" Target="/ppt/slideLayouts/slideLayout4.xml" Id="R538e23037e054d55" /><Relationship Type="http://schemas.openxmlformats.org/officeDocument/2006/relationships/slideLayout" Target="/ppt/slideLayouts/slideLayout5.xml" Id="Re20559c5f6564cca" /><Relationship Type="http://schemas.openxmlformats.org/officeDocument/2006/relationships/slideLayout" Target="/ppt/slideLayouts/slideLayout6.xml" Id="Re6f5da5562b448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5c034d45c64556"/>
    <p:sldLayoutId xmlns:r="http://schemas.openxmlformats.org/officeDocument/2006/relationships" id="2147483650" r:id="R2c3566b3305048e9"/>
    <p:sldLayoutId xmlns:r="http://schemas.openxmlformats.org/officeDocument/2006/relationships" id="2147483651" r:id="R6a50131e523b4067"/>
    <p:sldLayoutId xmlns:r="http://schemas.openxmlformats.org/officeDocument/2006/relationships" id="2147483652" r:id="R538e23037e054d55"/>
    <p:sldLayoutId xmlns:r="http://schemas.openxmlformats.org/officeDocument/2006/relationships" id="2147483653" r:id="Re20559c5f6564cca"/>
    <p:sldLayoutId xmlns:r="http://schemas.openxmlformats.org/officeDocument/2006/relationships" id="2147483654" r:id="Re6f5da5562b448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beff29bf24ada" /><Relationship Type="http://schemas.openxmlformats.org/officeDocument/2006/relationships/image" Target="/ppt/media/image.png" Id="R8275722632f54ab3" /><Relationship Type="http://schemas.openxmlformats.org/officeDocument/2006/relationships/image" Target="/ppt/media/image2.png" Id="R043576201364463e" /><Relationship Type="http://schemas.openxmlformats.org/officeDocument/2006/relationships/image" Target="/ppt/media/image3.png" Id="R4f5077037eec4349" /><Relationship Type="http://schemas.openxmlformats.org/officeDocument/2006/relationships/image" Target="/ppt/media/image4.png" Id="Racd97f981e3c441b" /><Relationship Type="http://schemas.openxmlformats.org/officeDocument/2006/relationships/image" Target="/ppt/media/image5.png" Id="R13154d0b72f644ce" /><Relationship Type="http://schemas.openxmlformats.org/officeDocument/2006/relationships/image" Target="/ppt/media/image6.png" Id="R1eac7258ff574d79" /><Relationship Type="http://schemas.openxmlformats.org/officeDocument/2006/relationships/image" Target="/ppt/media/image7.png" Id="R74dcc573b2594bde" /><Relationship Type="http://schemas.openxmlformats.org/officeDocument/2006/relationships/image" Target="/ppt/media/image8.png" Id="R92193bdce24c4098" /><Relationship Type="http://schemas.openxmlformats.org/officeDocument/2006/relationships/image" Target="/ppt/media/image9.png" Id="Ra204941a2bb246e2" /><Relationship Type="http://schemas.openxmlformats.org/officeDocument/2006/relationships/image" Target="/ppt/media/image10.png" Id="Rbb736747248c4bd8" /><Relationship Type="http://schemas.openxmlformats.org/officeDocument/2006/relationships/image" Target="/ppt/media/image11.png" Id="Rfa0900a2ac81478f" /><Relationship Type="http://schemas.openxmlformats.org/officeDocument/2006/relationships/image" Target="/ppt/media/image12.png" Id="R1e00e176c3f84684" /><Relationship Type="http://schemas.openxmlformats.org/officeDocument/2006/relationships/image" Target="/ppt/media/image13.png" Id="R39036290464c4b1e" /><Relationship Type="http://schemas.openxmlformats.org/officeDocument/2006/relationships/image" Target="/ppt/media/image14.png" Id="Rceaa31e0f2834411" /><Relationship Type="http://schemas.openxmlformats.org/officeDocument/2006/relationships/image" Target="/ppt/media/image15.png" Id="R4627784d689147bc" /><Relationship Type="http://schemas.openxmlformats.org/officeDocument/2006/relationships/image" Target="/ppt/media/image16.png" Id="R832472a26653490b" /><Relationship Type="http://schemas.openxmlformats.org/officeDocument/2006/relationships/image" Target="/ppt/media/image17.png" Id="Ra677307232ab4919" /><Relationship Type="http://schemas.openxmlformats.org/officeDocument/2006/relationships/image" Target="/ppt/media/image18.png" Id="Rbfe27e8fcac142cb" /><Relationship Type="http://schemas.openxmlformats.org/officeDocument/2006/relationships/image" Target="/ppt/media/image19.png" Id="R9d501486610e4fa2" /><Relationship Type="http://schemas.openxmlformats.org/officeDocument/2006/relationships/image" Target="/ppt/media/image20.png" Id="R5907dcfe9ae34d3e" /><Relationship Type="http://schemas.openxmlformats.org/officeDocument/2006/relationships/image" Target="/ppt/media/image21.png" Id="R37bfbbfc68994b91" /><Relationship Type="http://schemas.openxmlformats.org/officeDocument/2006/relationships/image" Target="/ppt/media/image22.png" Id="R35c92e4b6f0d494b" /><Relationship Type="http://schemas.openxmlformats.org/officeDocument/2006/relationships/image" Target="/ppt/media/image23.png" Id="Re61d25c573d84dbc" /><Relationship Type="http://schemas.openxmlformats.org/officeDocument/2006/relationships/image" Target="/ppt/media/image24.png" Id="Rb3502dd96ee64522" /><Relationship Type="http://schemas.openxmlformats.org/officeDocument/2006/relationships/image" Target="/ppt/media/image25.png" Id="R037dbd427f984d7f" /><Relationship Type="http://schemas.openxmlformats.org/officeDocument/2006/relationships/image" Target="/ppt/media/image26.png" Id="Re4551c025ff84952" /><Relationship Type="http://schemas.openxmlformats.org/officeDocument/2006/relationships/image" Target="/ppt/media/image27.png" Id="Rb984ea8e49fb4daa" /><Relationship Type="http://schemas.openxmlformats.org/officeDocument/2006/relationships/image" Target="/ppt/media/image28.png" Id="Rb9cb0c938ae84ddf" /><Relationship Type="http://schemas.openxmlformats.org/officeDocument/2006/relationships/image" Target="/ppt/media/image29.png" Id="R5209cba0fe224804" /><Relationship Type="http://schemas.openxmlformats.org/officeDocument/2006/relationships/image" Target="/ppt/media/image30.png" Id="R197a9ef5c0f9434c" /><Relationship Type="http://schemas.openxmlformats.org/officeDocument/2006/relationships/image" Target="/ppt/media/image31.png" Id="Rbb0bbba4fdfa4757" /><Relationship Type="http://schemas.openxmlformats.org/officeDocument/2006/relationships/notesSlide" Target="/ppt/notesSlides/notesSlide1.xml" Id="Rbc56489bca034f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pdf-path-0">
            <a:extLst xmlns:a="http://schemas.openxmlformats.org/drawingml/2006/main">
              <a:ext uri="{FF2B5EF4-FFF2-40B4-BE49-F238E27FC236}">
                <a16:creationId xmlns:a16="http://schemas.microsoft.com/office/drawing/2014/main" id="{5180F8D9-C078-4910-BD11-55402805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57187"/>
            <a:ext cx="11314845" cy="4821704"/>
          </a:xfrm>
          <a:custGeom xmlns:a="http://schemas.openxmlformats.org/drawingml/2006/main">
            <a:pathLst>
              <a:path w="11314845" h="4821704">
                <a:moveTo>
                  <a:pt x="0" y="4821704"/>
                </a:moveTo>
                <a:lnTo>
                  <a:pt x="11314845" y="4821704"/>
                </a:lnTo>
                <a:lnTo>
                  <a:pt x="1131484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ACB99864-347F-4FB3-BE14-4BC494AD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6376" y="247391"/>
            <a:ext cx="3036347" cy="4608371"/>
          </a:xfrm>
          <a:custGeom xmlns:a="http://schemas.openxmlformats.org/drawingml/2006/main">
            <a:pathLst>
              <a:path w="3036347" h="4608371">
                <a:moveTo>
                  <a:pt x="0" y="227056"/>
                </a:moveTo>
                <a:cubicBezTo>
                  <a:pt x="0" y="101656"/>
                  <a:pt x="101657" y="0"/>
                  <a:pt x="227056" y="0"/>
                </a:cubicBezTo>
                <a:lnTo>
                  <a:pt x="2809289" y="0"/>
                </a:lnTo>
                <a:cubicBezTo>
                  <a:pt x="2934689" y="0"/>
                  <a:pt x="3036347" y="101656"/>
                  <a:pt x="3036347" y="227056"/>
                </a:cubicBezTo>
                <a:lnTo>
                  <a:pt x="3036347" y="4381315"/>
                </a:lnTo>
                <a:cubicBezTo>
                  <a:pt x="3036347" y="4506715"/>
                  <a:pt x="2934689" y="4608371"/>
                  <a:pt x="2809289" y="4608371"/>
                </a:cubicBezTo>
                <a:lnTo>
                  <a:pt x="227056" y="4608371"/>
                </a:lnTo>
                <a:cubicBezTo>
                  <a:pt x="101657" y="4608371"/>
                  <a:pt x="0" y="4506715"/>
                  <a:pt x="0" y="4381315"/>
                </a:cubicBezTo>
                <a:lnTo>
                  <a:pt x="0" y="227056"/>
                </a:lnTo>
              </a:path>
            </a:pathLst>
          </a:custGeom>
          <a:solidFill xmlns:a="http://schemas.openxmlformats.org/drawingml/2006/main">
            <a:srgbClr val="E8F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174F1A25-80A5-48E7-9371-FD975D86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6376" y="247391"/>
            <a:ext cx="3036347" cy="4608372"/>
          </a:xfrm>
          <a:custGeom xmlns:a="http://schemas.openxmlformats.org/drawingml/2006/main">
            <a:pathLst>
              <a:path w="3036347" h="4608372">
                <a:moveTo>
                  <a:pt x="0" y="227057"/>
                </a:moveTo>
                <a:cubicBezTo>
                  <a:pt x="0" y="101657"/>
                  <a:pt x="101657" y="0"/>
                  <a:pt x="227057" y="0"/>
                </a:cubicBezTo>
                <a:lnTo>
                  <a:pt x="2809289" y="0"/>
                </a:lnTo>
                <a:cubicBezTo>
                  <a:pt x="2934689" y="0"/>
                  <a:pt x="3036347" y="101657"/>
                  <a:pt x="3036347" y="227057"/>
                </a:cubicBezTo>
                <a:lnTo>
                  <a:pt x="3036347" y="4381315"/>
                </a:lnTo>
                <a:cubicBezTo>
                  <a:pt x="3036347" y="4506715"/>
                  <a:pt x="2934689" y="4608372"/>
                  <a:pt x="2809289" y="4608372"/>
                </a:cubicBezTo>
                <a:lnTo>
                  <a:pt x="227057" y="4608372"/>
                </a:lnTo>
                <a:cubicBezTo>
                  <a:pt x="101657" y="4608372"/>
                  <a:pt x="0" y="4506715"/>
                  <a:pt x="0" y="4381315"/>
                </a:cubicBezTo>
                <a:lnTo>
                  <a:pt x="0" y="227057"/>
                </a:lnTo>
              </a:path>
            </a:pathLst>
          </a:custGeom>
          <a:noFill xmlns:a="http://schemas.openxmlformats.org/drawingml/2006/main"/>
          <a:ln xmlns:a="http://schemas.openxmlformats.org/drawingml/2006/main" w="28479">
            <a:solidFill>
              <a:srgbClr val="1AA21C"/>
            </a:solidFill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ABE2277B-5A20-42F6-B4BB-1648414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210" y="241177"/>
            <a:ext cx="2661550" cy="4610443"/>
          </a:xfrm>
          <a:custGeom xmlns:a="http://schemas.openxmlformats.org/drawingml/2006/main">
            <a:pathLst>
              <a:path w="2661550" h="4610443">
                <a:moveTo>
                  <a:pt x="0" y="199030"/>
                </a:moveTo>
                <a:cubicBezTo>
                  <a:pt x="0" y="89109"/>
                  <a:pt x="89109" y="0"/>
                  <a:pt x="199030" y="0"/>
                </a:cubicBezTo>
                <a:lnTo>
                  <a:pt x="2462520" y="0"/>
                </a:lnTo>
                <a:cubicBezTo>
                  <a:pt x="2572441" y="0"/>
                  <a:pt x="2661550" y="89109"/>
                  <a:pt x="2661550" y="199030"/>
                </a:cubicBezTo>
                <a:lnTo>
                  <a:pt x="2661550" y="4411413"/>
                </a:lnTo>
                <a:cubicBezTo>
                  <a:pt x="2661550" y="4521334"/>
                  <a:pt x="2572441" y="4610443"/>
                  <a:pt x="2462520" y="4610443"/>
                </a:cubicBezTo>
                <a:lnTo>
                  <a:pt x="199030" y="4610443"/>
                </a:lnTo>
                <a:cubicBezTo>
                  <a:pt x="89109" y="4610443"/>
                  <a:pt x="0" y="4521334"/>
                  <a:pt x="0" y="4411413"/>
                </a:cubicBezTo>
                <a:lnTo>
                  <a:pt x="0" y="199030"/>
                </a:lnTo>
              </a:path>
            </a:pathLst>
          </a:custGeom>
          <a:solidFill xmlns:a="http://schemas.openxmlformats.org/drawingml/2006/main">
            <a:srgbClr val="DD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4">
            <a:extLst xmlns:a="http://schemas.openxmlformats.org/drawingml/2006/main">
              <a:ext uri="{FF2B5EF4-FFF2-40B4-BE49-F238E27FC236}">
                <a16:creationId xmlns:a16="http://schemas.microsoft.com/office/drawing/2014/main" id="{ECE9418B-995E-4B3D-8DA5-893CD26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210" y="241177"/>
            <a:ext cx="2661550" cy="4610443"/>
          </a:xfrm>
          <a:custGeom xmlns:a="http://schemas.openxmlformats.org/drawingml/2006/main">
            <a:pathLst>
              <a:path w="2661550" h="4610443">
                <a:moveTo>
                  <a:pt x="0" y="199030"/>
                </a:moveTo>
                <a:cubicBezTo>
                  <a:pt x="0" y="89109"/>
                  <a:pt x="89109" y="0"/>
                  <a:pt x="199030" y="0"/>
                </a:cubicBezTo>
                <a:lnTo>
                  <a:pt x="2462520" y="0"/>
                </a:lnTo>
                <a:cubicBezTo>
                  <a:pt x="2572441" y="0"/>
                  <a:pt x="2661550" y="89109"/>
                  <a:pt x="2661550" y="199030"/>
                </a:cubicBezTo>
                <a:lnTo>
                  <a:pt x="2661550" y="4411414"/>
                </a:lnTo>
                <a:cubicBezTo>
                  <a:pt x="2661550" y="4521335"/>
                  <a:pt x="2572441" y="4610443"/>
                  <a:pt x="2462520" y="4610443"/>
                </a:cubicBezTo>
                <a:lnTo>
                  <a:pt x="199030" y="4610443"/>
                </a:lnTo>
                <a:cubicBezTo>
                  <a:pt x="89109" y="4610443"/>
                  <a:pt x="0" y="4521335"/>
                  <a:pt x="0" y="4411414"/>
                </a:cubicBezTo>
                <a:lnTo>
                  <a:pt x="0" y="199030"/>
                </a:lnTo>
              </a:path>
            </a:pathLst>
          </a:custGeom>
          <a:noFill xmlns:a="http://schemas.openxmlformats.org/drawingml/2006/main"/>
          <a:ln xmlns:a="http://schemas.openxmlformats.org/drawingml/2006/main" w="28479">
            <a:solidFill>
              <a:srgbClr val="2F528F">
                <a:alpha val="51000"/>
              </a:srgbClr>
            </a:solidFill>
            <a:prstDash val="solid"/>
          </a:ln>
        </p:spPr>
      </p:sp>
      <p:sp>
        <p:nvSpPr>
          <p:cNvPr id="6" name="pdf-path-5">
            <a:extLst xmlns:a="http://schemas.openxmlformats.org/drawingml/2006/main">
              <a:ext uri="{FF2B5EF4-FFF2-40B4-BE49-F238E27FC236}">
                <a16:creationId xmlns:a16="http://schemas.microsoft.com/office/drawing/2014/main" id="{DCC81E99-29E2-4A25-A52C-4C22400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47" y="241177"/>
            <a:ext cx="2661551" cy="4610443"/>
          </a:xfrm>
          <a:custGeom xmlns:a="http://schemas.openxmlformats.org/drawingml/2006/main">
            <a:pathLst>
              <a:path w="2661551" h="4610443">
                <a:moveTo>
                  <a:pt x="0" y="199030"/>
                </a:moveTo>
                <a:cubicBezTo>
                  <a:pt x="0" y="89109"/>
                  <a:pt x="89109" y="0"/>
                  <a:pt x="199030" y="0"/>
                </a:cubicBezTo>
                <a:lnTo>
                  <a:pt x="2462520" y="0"/>
                </a:lnTo>
                <a:cubicBezTo>
                  <a:pt x="2572442" y="0"/>
                  <a:pt x="2661551" y="89109"/>
                  <a:pt x="2661551" y="199030"/>
                </a:cubicBezTo>
                <a:lnTo>
                  <a:pt x="2661551" y="4411413"/>
                </a:lnTo>
                <a:cubicBezTo>
                  <a:pt x="2661551" y="4521334"/>
                  <a:pt x="2572442" y="4610443"/>
                  <a:pt x="2462520" y="4610443"/>
                </a:cubicBezTo>
                <a:lnTo>
                  <a:pt x="199030" y="4610443"/>
                </a:lnTo>
                <a:cubicBezTo>
                  <a:pt x="89109" y="4610443"/>
                  <a:pt x="0" y="4521334"/>
                  <a:pt x="0" y="4411413"/>
                </a:cubicBezTo>
                <a:lnTo>
                  <a:pt x="0" y="199030"/>
                </a:lnTo>
              </a:path>
            </a:pathLst>
          </a:custGeom>
          <a:solidFill xmlns:a="http://schemas.openxmlformats.org/drawingml/2006/main">
            <a:srgbClr val="FFF3CC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6">
            <a:extLst xmlns:a="http://schemas.openxmlformats.org/drawingml/2006/main">
              <a:ext uri="{FF2B5EF4-FFF2-40B4-BE49-F238E27FC236}">
                <a16:creationId xmlns:a16="http://schemas.microsoft.com/office/drawing/2014/main" id="{5CC7B976-2C36-4EFD-BE83-BFBF5F03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47" y="241177"/>
            <a:ext cx="2661550" cy="4610443"/>
          </a:xfrm>
          <a:custGeom xmlns:a="http://schemas.openxmlformats.org/drawingml/2006/main">
            <a:pathLst>
              <a:path w="2661550" h="4610443">
                <a:moveTo>
                  <a:pt x="0" y="199030"/>
                </a:moveTo>
                <a:cubicBezTo>
                  <a:pt x="0" y="89109"/>
                  <a:pt x="89109" y="0"/>
                  <a:pt x="199030" y="0"/>
                </a:cubicBezTo>
                <a:lnTo>
                  <a:pt x="2462520" y="0"/>
                </a:lnTo>
                <a:cubicBezTo>
                  <a:pt x="2572442" y="0"/>
                  <a:pt x="2661550" y="89109"/>
                  <a:pt x="2661550" y="199030"/>
                </a:cubicBezTo>
                <a:lnTo>
                  <a:pt x="2661550" y="4411414"/>
                </a:lnTo>
                <a:cubicBezTo>
                  <a:pt x="2661550" y="4521335"/>
                  <a:pt x="2572442" y="4610443"/>
                  <a:pt x="2462520" y="4610443"/>
                </a:cubicBezTo>
                <a:lnTo>
                  <a:pt x="199030" y="4610443"/>
                </a:lnTo>
                <a:cubicBezTo>
                  <a:pt x="89109" y="4610443"/>
                  <a:pt x="0" y="4521335"/>
                  <a:pt x="0" y="4411414"/>
                </a:cubicBezTo>
                <a:lnTo>
                  <a:pt x="0" y="199030"/>
                </a:lnTo>
              </a:path>
            </a:pathLst>
          </a:custGeom>
          <a:noFill xmlns:a="http://schemas.openxmlformats.org/drawingml/2006/main"/>
          <a:ln xmlns:a="http://schemas.openxmlformats.org/drawingml/2006/main" w="28479">
            <a:solidFill>
              <a:srgbClr val="BF9001">
                <a:alpha val="51000"/>
              </a:srgbClr>
            </a:solidFill>
            <a:prstDash val="solid"/>
          </a:ln>
        </p:spPr>
      </p:sp>
      <p:sp>
        <p:nvSpPr>
          <p:cNvPr id="8" name="pdf-path-7">
            <a:extLst xmlns:a="http://schemas.openxmlformats.org/drawingml/2006/main">
              <a:ext uri="{FF2B5EF4-FFF2-40B4-BE49-F238E27FC236}">
                <a16:creationId xmlns:a16="http://schemas.microsoft.com/office/drawing/2014/main" id="{C0E160F1-E0B8-42B5-9B63-0FEE6627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758" y="67198"/>
            <a:ext cx="1427043" cy="360385"/>
          </a:xfrm>
          <a:custGeom xmlns:a="http://schemas.openxmlformats.org/drawingml/2006/main">
            <a:pathLst>
              <a:path w="1427043" h="360385">
                <a:moveTo>
                  <a:pt x="0" y="60065"/>
                </a:moveTo>
                <a:cubicBezTo>
                  <a:pt x="0" y="26892"/>
                  <a:pt x="26892" y="0"/>
                  <a:pt x="60066" y="0"/>
                </a:cubicBezTo>
                <a:lnTo>
                  <a:pt x="1366976" y="0"/>
                </a:lnTo>
                <a:cubicBezTo>
                  <a:pt x="1400151" y="0"/>
                  <a:pt x="1427043" y="26892"/>
                  <a:pt x="1427043" y="60065"/>
                </a:cubicBezTo>
                <a:lnTo>
                  <a:pt x="1427043" y="300319"/>
                </a:lnTo>
                <a:cubicBezTo>
                  <a:pt x="1427043" y="333492"/>
                  <a:pt x="1400151" y="360385"/>
                  <a:pt x="1366976" y="360385"/>
                </a:cubicBezTo>
                <a:lnTo>
                  <a:pt x="60066" y="360385"/>
                </a:lnTo>
                <a:cubicBezTo>
                  <a:pt x="26892" y="360385"/>
                  <a:pt x="0" y="333492"/>
                  <a:pt x="0" y="300319"/>
                </a:cubicBezTo>
                <a:lnTo>
                  <a:pt x="0" y="60065"/>
                </a:lnTo>
              </a:path>
            </a:pathLst>
          </a:custGeom>
          <a:solidFill xmlns:a="http://schemas.openxmlformats.org/drawingml/2006/main">
            <a:srgbClr val="E7CE0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037F4222-32A7-4B54-B7BF-B608E8FF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83" y="166235"/>
            <a:ext cx="1208953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 Proposal</a:t>
            </a:r>
          </a:p>
        </p:txBody>
      </p:sp>
      <p:sp>
        <p:nvSpPr>
          <p:cNvPr id="10" name="pdf-path-9">
            <a:extLst xmlns:a="http://schemas.openxmlformats.org/drawingml/2006/main">
              <a:ext uri="{FF2B5EF4-FFF2-40B4-BE49-F238E27FC236}">
                <a16:creationId xmlns:a16="http://schemas.microsoft.com/office/drawing/2014/main" id="{D66BC169-3BA8-4F60-805C-3286A94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558" y="540461"/>
            <a:ext cx="2261727" cy="780834"/>
          </a:xfrm>
          <a:custGeom xmlns:a="http://schemas.openxmlformats.org/drawingml/2006/main">
            <a:pathLst>
              <a:path w="2261727" h="780834">
                <a:moveTo>
                  <a:pt x="0" y="130141"/>
                </a:moveTo>
                <a:cubicBezTo>
                  <a:pt x="0" y="58266"/>
                  <a:pt x="58266" y="0"/>
                  <a:pt x="130141" y="0"/>
                </a:cubicBezTo>
                <a:lnTo>
                  <a:pt x="2131586" y="0"/>
                </a:lnTo>
                <a:cubicBezTo>
                  <a:pt x="2203461" y="0"/>
                  <a:pt x="2261727" y="58266"/>
                  <a:pt x="2261727" y="130141"/>
                </a:cubicBezTo>
                <a:lnTo>
                  <a:pt x="2261727" y="650693"/>
                </a:lnTo>
                <a:cubicBezTo>
                  <a:pt x="2261727" y="722568"/>
                  <a:pt x="2203461" y="780834"/>
                  <a:pt x="2131586" y="780834"/>
                </a:cubicBezTo>
                <a:lnTo>
                  <a:pt x="130141" y="780834"/>
                </a:lnTo>
                <a:cubicBezTo>
                  <a:pt x="58266" y="780834"/>
                  <a:pt x="0" y="722568"/>
                  <a:pt x="0" y="650693"/>
                </a:cubicBezTo>
                <a:lnTo>
                  <a:pt x="0" y="130141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D0A301"/>
            </a:solidFill>
            <a:prstDash val="dash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39F41-84F6-49F8-AE88-77D9C887C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5722632f54ab3"/>
          <a:srcRect xmlns:a="http://schemas.openxmlformats.org/drawingml/2006/main" l="316" t="0" r="3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736" y="899798"/>
            <a:ext cx="356216" cy="248545"/>
          </a:xfrm>
          <a:prstGeom xmlns:a="http://schemas.openxmlformats.org/drawingml/2006/main" prst="rect">
            <a:avLst/>
          </a:prstGeom>
        </p:spPr>
      </p:pic>
      <p:sp>
        <p:nvSpPr>
          <p:cNvPr id="12" name="reviewed-image-0">
            <a:extLst xmlns:a="http://schemas.openxmlformats.org/drawingml/2006/main">
              <a:ext uri="{FF2B5EF4-FFF2-40B4-BE49-F238E27FC236}">
                <a16:creationId xmlns:a16="http://schemas.microsoft.com/office/drawing/2014/main" id="{EA1FA4D7-9C95-4619-B79B-F323A9D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736" y="899798"/>
            <a:ext cx="356216" cy="248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5ED91DF7-8E1E-4C8C-B35D-DF34E1ED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13" y="624996"/>
            <a:ext cx="334941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Asset</a:t>
            </a:r>
          </a:p>
        </p:txBody>
      </p:sp>
      <p:sp>
        <p:nvSpPr>
          <p:cNvPr id="1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80ECAE67-7E2F-4B19-A54C-60842FD2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022" y="624996"/>
            <a:ext cx="95705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2B0A4C2E-F84E-4E07-BDE2-602A3B74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923" y="624996"/>
            <a:ext cx="258191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2D61C2D2-70D6-465F-9B00-C483CD3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867" y="624996"/>
            <a:ext cx="413997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77FB6-0A43-4575-8490-1CACF98B1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576201364463e"/>
          <a:srcRect xmlns:a="http://schemas.openxmlformats.org/drawingml/2006/main" l="174" t="0" r="1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314" y="835619"/>
            <a:ext cx="356245" cy="347958"/>
          </a:xfrm>
          <a:prstGeom xmlns:a="http://schemas.openxmlformats.org/drawingml/2006/main" prst="rect">
            <a:avLst/>
          </a:prstGeom>
        </p:spPr>
      </p:pic>
      <p:sp>
        <p:nvSpPr>
          <p:cNvPr id="18" name="reviewed-image-1">
            <a:extLst xmlns:a="http://schemas.openxmlformats.org/drawingml/2006/main">
              <a:ext uri="{FF2B5EF4-FFF2-40B4-BE49-F238E27FC236}">
                <a16:creationId xmlns:a16="http://schemas.microsoft.com/office/drawing/2014/main" id="{0962A8AF-6BBF-4E19-B479-90D94CA5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14" y="835619"/>
            <a:ext cx="356245" cy="347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3DD71-1006-413D-979D-2FC8521AD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077037eec4349"/>
          <a:srcRect xmlns:a="http://schemas.openxmlformats.org/drawingml/2006/main" l="0" t="128" r="0" b="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24596" y="843877"/>
            <a:ext cx="341757" cy="331413"/>
          </a:xfrm>
          <a:prstGeom xmlns:a="http://schemas.openxmlformats.org/drawingml/2006/main" prst="rect">
            <a:avLst/>
          </a:prstGeom>
        </p:spPr>
      </p:pic>
      <p:sp>
        <p:nvSpPr>
          <p:cNvPr id="20" name="reviewed-image-2">
            <a:extLst xmlns:a="http://schemas.openxmlformats.org/drawingml/2006/main">
              <a:ext uri="{FF2B5EF4-FFF2-40B4-BE49-F238E27FC236}">
                <a16:creationId xmlns:a16="http://schemas.microsoft.com/office/drawing/2014/main" id="{6B80C1BF-B6DB-471B-935D-895AFF8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4596" y="843877"/>
            <a:ext cx="341757" cy="331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19DF7-7937-4E5C-A1DE-9C9D1EF2A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97f981e3c441b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7441" y="860450"/>
            <a:ext cx="333470" cy="300323"/>
          </a:xfrm>
          <a:prstGeom xmlns:a="http://schemas.openxmlformats.org/drawingml/2006/main" prst="rect">
            <a:avLst/>
          </a:prstGeom>
        </p:spPr>
      </p:pic>
      <p:sp>
        <p:nvSpPr>
          <p:cNvPr id="22" name="reviewed-image-3">
            <a:extLst xmlns:a="http://schemas.openxmlformats.org/drawingml/2006/main">
              <a:ext uri="{FF2B5EF4-FFF2-40B4-BE49-F238E27FC236}">
                <a16:creationId xmlns:a16="http://schemas.microsoft.com/office/drawing/2014/main" id="{D669E6B5-27CA-4111-A027-0EF135B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441" y="860450"/>
            <a:ext cx="333470" cy="30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df-path-18">
            <a:extLst xmlns:a="http://schemas.openxmlformats.org/drawingml/2006/main">
              <a:ext uri="{FF2B5EF4-FFF2-40B4-BE49-F238E27FC236}">
                <a16:creationId xmlns:a16="http://schemas.microsoft.com/office/drawing/2014/main" id="{850CF22A-2E5F-49CA-890D-0BB880C4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93" y="1452816"/>
            <a:ext cx="598571" cy="372812"/>
          </a:xfrm>
          <a:custGeom xmlns:a="http://schemas.openxmlformats.org/drawingml/2006/main">
            <a:pathLst>
              <a:path w="598571" h="372812">
                <a:moveTo>
                  <a:pt x="0" y="62137"/>
                </a:moveTo>
                <a:cubicBezTo>
                  <a:pt x="0" y="27819"/>
                  <a:pt x="27820" y="0"/>
                  <a:pt x="62137" y="0"/>
                </a:cubicBezTo>
                <a:lnTo>
                  <a:pt x="536434" y="0"/>
                </a:lnTo>
                <a:cubicBezTo>
                  <a:pt x="570751" y="0"/>
                  <a:pt x="598571" y="27819"/>
                  <a:pt x="598571" y="62137"/>
                </a:cubicBezTo>
                <a:lnTo>
                  <a:pt x="598571" y="310676"/>
                </a:lnTo>
                <a:cubicBezTo>
                  <a:pt x="598571" y="344993"/>
                  <a:pt x="570751" y="372812"/>
                  <a:pt x="536434" y="372812"/>
                </a:cubicBezTo>
                <a:lnTo>
                  <a:pt x="62137" y="372812"/>
                </a:lnTo>
                <a:cubicBezTo>
                  <a:pt x="27820" y="372812"/>
                  <a:pt x="0" y="344993"/>
                  <a:pt x="0" y="310676"/>
                </a:cubicBezTo>
                <a:lnTo>
                  <a:pt x="0" y="62137"/>
                </a:lnTo>
              </a:path>
            </a:pathLst>
          </a:custGeom>
          <a:solidFill xmlns:a="http://schemas.openxmlformats.org/drawingml/2006/main">
            <a:srgbClr val="E7C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FAFB3ACE-2269-4D0E-BE85-26A357F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738" y="1559731"/>
            <a:ext cx="317160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5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44E57B9A-4402-4ACD-8E35-83804A1E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738" y="1559731"/>
            <a:ext cx="317160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6" name="pdf-path-21">
            <a:extLst xmlns:a="http://schemas.openxmlformats.org/drawingml/2006/main">
              <a:ext uri="{FF2B5EF4-FFF2-40B4-BE49-F238E27FC236}">
                <a16:creationId xmlns:a16="http://schemas.microsoft.com/office/drawing/2014/main" id="{98F4B6AA-9275-4B4E-B5BE-4326643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736" y="2231058"/>
            <a:ext cx="2475650" cy="318216"/>
          </a:xfrm>
          <a:custGeom xmlns:a="http://schemas.openxmlformats.org/drawingml/2006/main">
            <a:pathLst>
              <a:path w="2475650" h="318216">
                <a:moveTo>
                  <a:pt x="2369188" y="0"/>
                </a:moveTo>
                <a:lnTo>
                  <a:pt x="2373527" y="0"/>
                </a:lnTo>
                <a:cubicBezTo>
                  <a:pt x="2399670" y="445"/>
                  <a:pt x="2419221" y="6425"/>
                  <a:pt x="2432181" y="17938"/>
                </a:cubicBezTo>
                <a:cubicBezTo>
                  <a:pt x="2445141" y="29452"/>
                  <a:pt x="2451622" y="46778"/>
                  <a:pt x="2451622" y="69917"/>
                </a:cubicBezTo>
                <a:cubicBezTo>
                  <a:pt x="2451622" y="79151"/>
                  <a:pt x="2450314" y="89664"/>
                  <a:pt x="2447700" y="101455"/>
                </a:cubicBezTo>
                <a:cubicBezTo>
                  <a:pt x="2445086" y="113248"/>
                  <a:pt x="2443778" y="121146"/>
                  <a:pt x="2443778" y="125150"/>
                </a:cubicBezTo>
                <a:cubicBezTo>
                  <a:pt x="2443778" y="132827"/>
                  <a:pt x="2446420" y="139084"/>
                  <a:pt x="2451705" y="143923"/>
                </a:cubicBezTo>
                <a:cubicBezTo>
                  <a:pt x="2456988" y="148762"/>
                  <a:pt x="2464970" y="151349"/>
                  <a:pt x="2475650" y="151682"/>
                </a:cubicBezTo>
                <a:lnTo>
                  <a:pt x="2475650" y="165365"/>
                </a:lnTo>
                <a:cubicBezTo>
                  <a:pt x="2464970" y="165699"/>
                  <a:pt x="2456988" y="168285"/>
                  <a:pt x="2451705" y="173125"/>
                </a:cubicBezTo>
                <a:cubicBezTo>
                  <a:pt x="2446420" y="177965"/>
                  <a:pt x="2443778" y="184221"/>
                  <a:pt x="2443778" y="191897"/>
                </a:cubicBezTo>
                <a:cubicBezTo>
                  <a:pt x="2443778" y="195902"/>
                  <a:pt x="2445086" y="203800"/>
                  <a:pt x="2447700" y="215592"/>
                </a:cubicBezTo>
                <a:cubicBezTo>
                  <a:pt x="2450314" y="227384"/>
                  <a:pt x="2451622" y="237897"/>
                  <a:pt x="2451622" y="247130"/>
                </a:cubicBezTo>
                <a:cubicBezTo>
                  <a:pt x="2451622" y="271048"/>
                  <a:pt x="2445141" y="288763"/>
                  <a:pt x="2432181" y="300278"/>
                </a:cubicBezTo>
                <a:cubicBezTo>
                  <a:pt x="2419221" y="311791"/>
                  <a:pt x="2399670" y="317771"/>
                  <a:pt x="2373527" y="318216"/>
                </a:cubicBezTo>
                <a:lnTo>
                  <a:pt x="2369188" y="318216"/>
                </a:lnTo>
                <a:lnTo>
                  <a:pt x="2369188" y="305534"/>
                </a:lnTo>
                <a:lnTo>
                  <a:pt x="2371692" y="305534"/>
                </a:lnTo>
                <a:cubicBezTo>
                  <a:pt x="2387822" y="305534"/>
                  <a:pt x="2400448" y="301335"/>
                  <a:pt x="2409571" y="292936"/>
                </a:cubicBezTo>
                <a:cubicBezTo>
                  <a:pt x="2418692" y="284537"/>
                  <a:pt x="2423254" y="270270"/>
                  <a:pt x="2423254" y="250134"/>
                </a:cubicBezTo>
                <a:cubicBezTo>
                  <a:pt x="2423254" y="242347"/>
                  <a:pt x="2422141" y="232724"/>
                  <a:pt x="2419916" y="221267"/>
                </a:cubicBezTo>
                <a:cubicBezTo>
                  <a:pt x="2417692" y="209808"/>
                  <a:pt x="2416579" y="201631"/>
                  <a:pt x="2416579" y="196737"/>
                </a:cubicBezTo>
                <a:cubicBezTo>
                  <a:pt x="2416579" y="187281"/>
                  <a:pt x="2419360" y="179521"/>
                  <a:pt x="2424922" y="173459"/>
                </a:cubicBezTo>
                <a:cubicBezTo>
                  <a:pt x="2430484" y="167396"/>
                  <a:pt x="2437104" y="162918"/>
                  <a:pt x="2444779" y="160025"/>
                </a:cubicBezTo>
                <a:lnTo>
                  <a:pt x="2444779" y="157022"/>
                </a:lnTo>
                <a:cubicBezTo>
                  <a:pt x="2437104" y="154130"/>
                  <a:pt x="2430484" y="149652"/>
                  <a:pt x="2424922" y="143590"/>
                </a:cubicBezTo>
                <a:cubicBezTo>
                  <a:pt x="2419360" y="137526"/>
                  <a:pt x="2416579" y="129767"/>
                  <a:pt x="2416579" y="120311"/>
                </a:cubicBezTo>
                <a:cubicBezTo>
                  <a:pt x="2416579" y="115417"/>
                  <a:pt x="2417692" y="107240"/>
                  <a:pt x="2419916" y="95782"/>
                </a:cubicBezTo>
                <a:cubicBezTo>
                  <a:pt x="2422141" y="84324"/>
                  <a:pt x="2423254" y="74701"/>
                  <a:pt x="2423254" y="66914"/>
                </a:cubicBezTo>
                <a:cubicBezTo>
                  <a:pt x="2423254" y="47558"/>
                  <a:pt x="2418692" y="33679"/>
                  <a:pt x="2409571" y="25281"/>
                </a:cubicBezTo>
                <a:cubicBezTo>
                  <a:pt x="2400448" y="16881"/>
                  <a:pt x="2387822" y="12682"/>
                  <a:pt x="2371692" y="12682"/>
                </a:cubicBezTo>
                <a:lnTo>
                  <a:pt x="2369188" y="12682"/>
                </a:lnTo>
                <a:lnTo>
                  <a:pt x="2369188" y="0"/>
                </a:lnTo>
                <a:moveTo>
                  <a:pt x="102123" y="0"/>
                </a:moveTo>
                <a:lnTo>
                  <a:pt x="106461" y="0"/>
                </a:lnTo>
                <a:lnTo>
                  <a:pt x="106461" y="12682"/>
                </a:lnTo>
                <a:lnTo>
                  <a:pt x="103958" y="12682"/>
                </a:lnTo>
                <a:cubicBezTo>
                  <a:pt x="87828" y="12682"/>
                  <a:pt x="75202" y="16881"/>
                  <a:pt x="66079" y="25281"/>
                </a:cubicBezTo>
                <a:cubicBezTo>
                  <a:pt x="56957" y="33679"/>
                  <a:pt x="52396" y="47501"/>
                  <a:pt x="52396" y="66746"/>
                </a:cubicBezTo>
                <a:cubicBezTo>
                  <a:pt x="52396" y="74535"/>
                  <a:pt x="53509" y="84157"/>
                  <a:pt x="55734" y="95615"/>
                </a:cubicBezTo>
                <a:cubicBezTo>
                  <a:pt x="57959" y="107073"/>
                  <a:pt x="59071" y="115249"/>
                  <a:pt x="59071" y="120144"/>
                </a:cubicBezTo>
                <a:cubicBezTo>
                  <a:pt x="59071" y="129600"/>
                  <a:pt x="56290" y="137359"/>
                  <a:pt x="50728" y="143422"/>
                </a:cubicBezTo>
                <a:cubicBezTo>
                  <a:pt x="45165" y="149485"/>
                  <a:pt x="38546" y="153963"/>
                  <a:pt x="30870" y="156855"/>
                </a:cubicBezTo>
                <a:lnTo>
                  <a:pt x="30870" y="159858"/>
                </a:lnTo>
                <a:cubicBezTo>
                  <a:pt x="38546" y="162751"/>
                  <a:pt x="45165" y="167229"/>
                  <a:pt x="50728" y="173292"/>
                </a:cubicBezTo>
                <a:cubicBezTo>
                  <a:pt x="56290" y="179355"/>
                  <a:pt x="59071" y="187114"/>
                  <a:pt x="59071" y="196570"/>
                </a:cubicBezTo>
                <a:cubicBezTo>
                  <a:pt x="59071" y="201465"/>
                  <a:pt x="57959" y="209641"/>
                  <a:pt x="55734" y="221099"/>
                </a:cubicBezTo>
                <a:cubicBezTo>
                  <a:pt x="53509" y="232557"/>
                  <a:pt x="52396" y="242180"/>
                  <a:pt x="52396" y="249967"/>
                </a:cubicBezTo>
                <a:cubicBezTo>
                  <a:pt x="52396" y="270213"/>
                  <a:pt x="56957" y="284537"/>
                  <a:pt x="66079" y="292936"/>
                </a:cubicBezTo>
                <a:cubicBezTo>
                  <a:pt x="75202" y="301335"/>
                  <a:pt x="87828" y="305534"/>
                  <a:pt x="103958" y="305534"/>
                </a:cubicBezTo>
                <a:lnTo>
                  <a:pt x="106461" y="305534"/>
                </a:lnTo>
                <a:lnTo>
                  <a:pt x="106461" y="318216"/>
                </a:lnTo>
                <a:lnTo>
                  <a:pt x="102123" y="318216"/>
                </a:lnTo>
                <a:cubicBezTo>
                  <a:pt x="75980" y="317771"/>
                  <a:pt x="56429" y="311791"/>
                  <a:pt x="43469" y="300278"/>
                </a:cubicBezTo>
                <a:cubicBezTo>
                  <a:pt x="30509" y="288763"/>
                  <a:pt x="24029" y="270993"/>
                  <a:pt x="24029" y="246964"/>
                </a:cubicBezTo>
                <a:cubicBezTo>
                  <a:pt x="24029" y="237731"/>
                  <a:pt x="25336" y="227217"/>
                  <a:pt x="27950" y="215427"/>
                </a:cubicBezTo>
                <a:cubicBezTo>
                  <a:pt x="30565" y="203634"/>
                  <a:pt x="31872" y="195735"/>
                  <a:pt x="31872" y="191731"/>
                </a:cubicBezTo>
                <a:cubicBezTo>
                  <a:pt x="31872" y="184055"/>
                  <a:pt x="29230" y="177797"/>
                  <a:pt x="23946" y="172958"/>
                </a:cubicBezTo>
                <a:cubicBezTo>
                  <a:pt x="18661" y="168119"/>
                  <a:pt x="10680" y="165532"/>
                  <a:pt x="0" y="165198"/>
                </a:cubicBezTo>
                <a:lnTo>
                  <a:pt x="0" y="151515"/>
                </a:lnTo>
                <a:cubicBezTo>
                  <a:pt x="10680" y="151182"/>
                  <a:pt x="18661" y="148595"/>
                  <a:pt x="23946" y="143757"/>
                </a:cubicBezTo>
                <a:cubicBezTo>
                  <a:pt x="29230" y="138917"/>
                  <a:pt x="31872" y="132659"/>
                  <a:pt x="31872" y="124984"/>
                </a:cubicBezTo>
                <a:cubicBezTo>
                  <a:pt x="31872" y="120979"/>
                  <a:pt x="30565" y="113080"/>
                  <a:pt x="27950" y="101288"/>
                </a:cubicBezTo>
                <a:cubicBezTo>
                  <a:pt x="25336" y="89496"/>
                  <a:pt x="24029" y="78984"/>
                  <a:pt x="24029" y="69751"/>
                </a:cubicBezTo>
                <a:cubicBezTo>
                  <a:pt x="24029" y="46723"/>
                  <a:pt x="30509" y="29452"/>
                  <a:pt x="43469" y="17938"/>
                </a:cubicBezTo>
                <a:cubicBezTo>
                  <a:pt x="56429" y="6425"/>
                  <a:pt x="75980" y="445"/>
                  <a:pt x="102123" y="0"/>
                </a:cubicBezTo>
              </a:path>
            </a:pathLst>
          </a:custGeom>
          <a:solidFill xmlns:a="http://schemas.openxmlformats.org/drawingml/2006/main">
            <a:srgbClr val="D0A30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6AE1FC-118F-4427-91E8-03178CB07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54d0b72f644ce"/>
          <a:srcRect xmlns:a="http://schemas.openxmlformats.org/drawingml/2006/main" l="0" t="449" r="0" b="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3162" y="2132152"/>
            <a:ext cx="507463" cy="555098"/>
          </a:xfrm>
          <a:prstGeom xmlns:a="http://schemas.openxmlformats.org/drawingml/2006/main" prst="rect">
            <a:avLst/>
          </a:prstGeom>
        </p:spPr>
      </p:pic>
      <p:sp>
        <p:nvSpPr>
          <p:cNvPr id="28" name="reviewed-image-4">
            <a:extLst xmlns:a="http://schemas.openxmlformats.org/drawingml/2006/main">
              <a:ext uri="{FF2B5EF4-FFF2-40B4-BE49-F238E27FC236}">
                <a16:creationId xmlns:a16="http://schemas.microsoft.com/office/drawing/2014/main" id="{D12FE422-75B3-468F-B336-5D51102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3162" y="2132152"/>
            <a:ext cx="507463" cy="555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12377532-D155-49A8-A599-3ED97AE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397" y="2364965"/>
            <a:ext cx="58737" cy="227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9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9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794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F4EA1-D748-4EF5-81C0-C658F02ED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c7258ff574d79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7311" y="2113521"/>
            <a:ext cx="439112" cy="519865"/>
          </a:xfrm>
          <a:prstGeom xmlns:a="http://schemas.openxmlformats.org/drawingml/2006/main" prst="rect">
            <a:avLst/>
          </a:prstGeom>
        </p:spPr>
      </p:pic>
      <p:sp>
        <p:nvSpPr>
          <p:cNvPr id="31" name="reviewed-image-5">
            <a:extLst xmlns:a="http://schemas.openxmlformats.org/drawingml/2006/main">
              <a:ext uri="{FF2B5EF4-FFF2-40B4-BE49-F238E27FC236}">
                <a16:creationId xmlns:a16="http://schemas.microsoft.com/office/drawing/2014/main" id="{8560199B-C013-482B-AFB2-E3DD9AAF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311" y="2113521"/>
            <a:ext cx="439112" cy="519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B4C24379-041B-44BE-A7A9-8D72E2A7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24" y="2241980"/>
            <a:ext cx="785937" cy="15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91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91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191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“put a ball </a:t>
            </a:r>
          </a:p>
        </p:txBody>
      </p:sp>
      <p:sp>
        <p:nvSpPr>
          <p:cNvPr id="33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DC35A9EC-215F-41E4-8DA6-27BE1E9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019" y="2424244"/>
            <a:ext cx="692528" cy="15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91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91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191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in a box” </a:t>
            </a:r>
          </a:p>
        </p:txBody>
      </p:sp>
      <p:sp>
        <p:nvSpPr>
          <p:cNvPr id="34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8559F361-826C-41C1-80B8-4FAEF49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368" y="2340111"/>
            <a:ext cx="58737" cy="227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9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9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794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35" name="pdf-path-58">
            <a:extLst xmlns:a="http://schemas.openxmlformats.org/drawingml/2006/main">
              <a:ext uri="{FF2B5EF4-FFF2-40B4-BE49-F238E27FC236}">
                <a16:creationId xmlns:a16="http://schemas.microsoft.com/office/drawing/2014/main" id="{F1F7700C-177B-4731-8551-BB79C3D7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828" y="3281780"/>
            <a:ext cx="282815" cy="248378"/>
          </a:xfrm>
          <a:custGeom xmlns:a="http://schemas.openxmlformats.org/drawingml/2006/main">
            <a:pathLst>
              <a:path w="282815" h="248378">
                <a:moveTo>
                  <a:pt x="282815" y="82733"/>
                </a:moveTo>
                <a:lnTo>
                  <a:pt x="113008" y="207012"/>
                </a:lnTo>
                <a:lnTo>
                  <a:pt x="143283" y="248378"/>
                </a:lnTo>
                <a:lnTo>
                  <a:pt x="0" y="226196"/>
                </a:lnTo>
                <a:lnTo>
                  <a:pt x="22182" y="82913"/>
                </a:lnTo>
                <a:lnTo>
                  <a:pt x="52457" y="124279"/>
                </a:lnTo>
                <a:lnTo>
                  <a:pt x="222264" y="0"/>
                </a:lnTo>
                <a:lnTo>
                  <a:pt x="282815" y="82733"/>
                </a:lnTo>
              </a:path>
            </a:pathLst>
          </a:custGeom>
          <a:solidFill xmlns:a="http://schemas.openxmlformats.org/drawingml/2006/main">
            <a:srgbClr val="E7C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59">
            <a:extLst xmlns:a="http://schemas.openxmlformats.org/drawingml/2006/main">
              <a:ext uri="{FF2B5EF4-FFF2-40B4-BE49-F238E27FC236}">
                <a16:creationId xmlns:a16="http://schemas.microsoft.com/office/drawing/2014/main" id="{A347BF22-FEFE-4249-82A4-7917A33E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969" y="3356228"/>
            <a:ext cx="205046" cy="331390"/>
          </a:xfrm>
          <a:custGeom xmlns:a="http://schemas.openxmlformats.org/drawingml/2006/main">
            <a:pathLst>
              <a:path w="205046" h="331390">
                <a:moveTo>
                  <a:pt x="153785" y="0"/>
                </a:moveTo>
                <a:lnTo>
                  <a:pt x="153785" y="228866"/>
                </a:lnTo>
                <a:lnTo>
                  <a:pt x="205046" y="228866"/>
                </a:lnTo>
                <a:lnTo>
                  <a:pt x="102523" y="331390"/>
                </a:lnTo>
                <a:lnTo>
                  <a:pt x="0" y="228866"/>
                </a:lnTo>
                <a:lnTo>
                  <a:pt x="51262" y="228866"/>
                </a:lnTo>
                <a:lnTo>
                  <a:pt x="51262" y="0"/>
                </a:lnTo>
                <a:lnTo>
                  <a:pt x="153785" y="0"/>
                </a:lnTo>
              </a:path>
            </a:pathLst>
          </a:custGeom>
          <a:solidFill xmlns:a="http://schemas.openxmlformats.org/drawingml/2006/main">
            <a:srgbClr val="E7C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60">
            <a:extLst xmlns:a="http://schemas.openxmlformats.org/drawingml/2006/main">
              <a:ext uri="{FF2B5EF4-FFF2-40B4-BE49-F238E27FC236}">
                <a16:creationId xmlns:a16="http://schemas.microsoft.com/office/drawing/2014/main" id="{371B7669-15A3-4E5A-B207-FE3FF476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898" y="3271379"/>
            <a:ext cx="272687" cy="260177"/>
          </a:xfrm>
          <a:custGeom xmlns:a="http://schemas.openxmlformats.org/drawingml/2006/main">
            <a:pathLst>
              <a:path w="272687" h="260177">
                <a:moveTo>
                  <a:pt x="68548" y="0"/>
                </a:moveTo>
                <a:lnTo>
                  <a:pt x="230724" y="145820"/>
                </a:lnTo>
                <a:lnTo>
                  <a:pt x="264998" y="107702"/>
                </a:lnTo>
                <a:lnTo>
                  <a:pt x="272687" y="252488"/>
                </a:lnTo>
                <a:lnTo>
                  <a:pt x="127901" y="260177"/>
                </a:lnTo>
                <a:lnTo>
                  <a:pt x="162175" y="222058"/>
                </a:lnTo>
                <a:lnTo>
                  <a:pt x="0" y="76237"/>
                </a:lnTo>
                <a:lnTo>
                  <a:pt x="68548" y="0"/>
                </a:lnTo>
              </a:path>
            </a:pathLst>
          </a:custGeom>
          <a:solidFill xmlns:a="http://schemas.openxmlformats.org/drawingml/2006/main">
            <a:srgbClr val="E7C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61">
            <a:extLst xmlns:a="http://schemas.openxmlformats.org/drawingml/2006/main">
              <a:ext uri="{FF2B5EF4-FFF2-40B4-BE49-F238E27FC236}">
                <a16:creationId xmlns:a16="http://schemas.microsoft.com/office/drawing/2014/main" id="{D88BD060-8F19-4813-B568-9DD627C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629" y="2704842"/>
            <a:ext cx="2261727" cy="2058752"/>
          </a:xfrm>
          <a:custGeom xmlns:a="http://schemas.openxmlformats.org/drawingml/2006/main">
            <a:pathLst>
              <a:path w="2261727" h="2058752">
                <a:moveTo>
                  <a:pt x="0" y="343133"/>
                </a:moveTo>
                <a:cubicBezTo>
                  <a:pt x="0" y="153626"/>
                  <a:pt x="153626" y="0"/>
                  <a:pt x="343132" y="0"/>
                </a:cubicBezTo>
                <a:lnTo>
                  <a:pt x="1918595" y="0"/>
                </a:lnTo>
                <a:cubicBezTo>
                  <a:pt x="2108101" y="0"/>
                  <a:pt x="2261727" y="153626"/>
                  <a:pt x="2261727" y="343133"/>
                </a:cubicBezTo>
                <a:lnTo>
                  <a:pt x="2261727" y="1715619"/>
                </a:lnTo>
                <a:cubicBezTo>
                  <a:pt x="2261727" y="1905126"/>
                  <a:pt x="2108101" y="2058752"/>
                  <a:pt x="1918595" y="2058752"/>
                </a:cubicBezTo>
                <a:lnTo>
                  <a:pt x="343132" y="2058752"/>
                </a:lnTo>
                <a:cubicBezTo>
                  <a:pt x="153626" y="2058752"/>
                  <a:pt x="0" y="1905126"/>
                  <a:pt x="0" y="1715619"/>
                </a:cubicBezTo>
                <a:lnTo>
                  <a:pt x="0" y="343133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D0A301"/>
            </a:solidFill>
            <a:prstDash val="dash"/>
          </a:ln>
        </p:spPr>
      </p:sp>
      <p:sp>
        <p:nvSpPr>
          <p:cNvPr id="39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F878A740-702A-40DD-BB63-928D8491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010" y="4589232"/>
            <a:ext cx="1208667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Task Decomposition</a:t>
            </a:r>
          </a:p>
        </p:txBody>
      </p:sp>
      <p:sp>
        <p:nvSpPr>
          <p:cNvPr id="40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F718EF95-E2C8-4550-8F4E-B049526D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904" y="3171694"/>
            <a:ext cx="195387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Sub</a:t>
            </a:r>
          </a:p>
        </p:txBody>
      </p:sp>
      <p:sp>
        <p:nvSpPr>
          <p:cNvPr id="41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DE57F938-10AB-4A9A-AFDB-39CCEBB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695" y="3171694"/>
            <a:ext cx="35997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2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D788D98D-6EC5-4EA9-A7F2-591DEA8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294" y="3171694"/>
            <a:ext cx="307798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43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3F4C9D78-B5F4-4E99-A9F1-FF9A06B5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961" y="3221401"/>
            <a:ext cx="195387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Sub</a:t>
            </a:r>
          </a:p>
        </p:txBody>
      </p:sp>
      <p:sp>
        <p:nvSpPr>
          <p:cNvPr id="44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A76A3B6C-4F0E-4D46-8391-A5A70B5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2752" y="3221401"/>
            <a:ext cx="35997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5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E3C8B8C2-ED3C-4661-B7CF-558BB97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350" y="3221401"/>
            <a:ext cx="307798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46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47F1AF13-D77E-461C-80F7-0D700BB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083" y="3157195"/>
            <a:ext cx="195387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Sub</a:t>
            </a:r>
          </a:p>
        </p:txBody>
      </p:sp>
      <p:sp>
        <p:nvSpPr>
          <p:cNvPr id="47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7FDCB324-DEBC-4C9B-8E7E-22F271CD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874" y="3157195"/>
            <a:ext cx="35997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8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8D2E4B80-E844-4301-B6DA-0550C85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472" y="3157195"/>
            <a:ext cx="307798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task 3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09869F-6983-4F73-B65C-48FF235AB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cc573b2594bde"/>
          <a:srcRect xmlns:a="http://schemas.openxmlformats.org/drawingml/2006/main" l="179" t="0" r="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564" y="4257189"/>
            <a:ext cx="271320" cy="296180"/>
          </a:xfrm>
          <a:prstGeom xmlns:a="http://schemas.openxmlformats.org/drawingml/2006/main" prst="rect">
            <a:avLst/>
          </a:prstGeom>
        </p:spPr>
      </p:pic>
      <p:sp>
        <p:nvSpPr>
          <p:cNvPr id="50" name="reviewed-image-6">
            <a:extLst xmlns:a="http://schemas.openxmlformats.org/drawingml/2006/main">
              <a:ext uri="{FF2B5EF4-FFF2-40B4-BE49-F238E27FC236}">
                <a16:creationId xmlns:a16="http://schemas.microsoft.com/office/drawing/2014/main" id="{3037B5C3-BF24-4DCB-AA4D-57A8D65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564" y="4257189"/>
            <a:ext cx="271320" cy="29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AF784A-D574-4FD2-AA8D-4D856D496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93bdce24c4098"/>
          <a:srcRect xmlns:a="http://schemas.openxmlformats.org/drawingml/2006/main" l="0" t="6" r="0" b="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4752" y="2090747"/>
            <a:ext cx="229914" cy="229886"/>
          </a:xfrm>
          <a:prstGeom xmlns:a="http://schemas.openxmlformats.org/drawingml/2006/main" prst="rect">
            <a:avLst/>
          </a:prstGeom>
        </p:spPr>
      </p:pic>
      <p:sp>
        <p:nvSpPr>
          <p:cNvPr id="52" name="reviewed-image-7">
            <a:extLst xmlns:a="http://schemas.openxmlformats.org/drawingml/2006/main">
              <a:ext uri="{FF2B5EF4-FFF2-40B4-BE49-F238E27FC236}">
                <a16:creationId xmlns:a16="http://schemas.microsoft.com/office/drawing/2014/main" id="{6A93E0B8-0E2E-468E-9781-1B26EA4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52" y="2090747"/>
            <a:ext cx="229914" cy="229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217E53-C11B-4E36-B419-93AB34EA5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4941a2bb246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2759" y="3950665"/>
            <a:ext cx="240259" cy="240259"/>
          </a:xfrm>
          <a:prstGeom xmlns:a="http://schemas.openxmlformats.org/drawingml/2006/main" prst="rect">
            <a:avLst/>
          </a:prstGeom>
        </p:spPr>
      </p:pic>
      <p:sp>
        <p:nvSpPr>
          <p:cNvPr id="54" name="reviewed-image-8">
            <a:extLst xmlns:a="http://schemas.openxmlformats.org/drawingml/2006/main">
              <a:ext uri="{FF2B5EF4-FFF2-40B4-BE49-F238E27FC236}">
                <a16:creationId xmlns:a16="http://schemas.microsoft.com/office/drawing/2014/main" id="{7DF866C6-2D31-4BDD-B9E0-199DC1B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759" y="3950665"/>
            <a:ext cx="240259" cy="240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9A7851-F37A-48F5-817C-3F8FBDD91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36747248c4bd8"/>
          <a:srcRect xmlns:a="http://schemas.openxmlformats.org/drawingml/2006/main" l="523" t="0" r="5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4128" y="4261333"/>
            <a:ext cx="271320" cy="298237"/>
          </a:xfrm>
          <a:prstGeom xmlns:a="http://schemas.openxmlformats.org/drawingml/2006/main" prst="rect">
            <a:avLst/>
          </a:prstGeom>
        </p:spPr>
      </p:pic>
      <p:sp>
        <p:nvSpPr>
          <p:cNvPr id="56" name="reviewed-image-9">
            <a:extLst xmlns:a="http://schemas.openxmlformats.org/drawingml/2006/main">
              <a:ext uri="{FF2B5EF4-FFF2-40B4-BE49-F238E27FC236}">
                <a16:creationId xmlns:a16="http://schemas.microsoft.com/office/drawing/2014/main" id="{0F307064-F111-4D43-BF3E-93EEA14C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128" y="4261333"/>
            <a:ext cx="271320" cy="298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747B6C-CB39-441D-8902-A6E32A430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900a2ac81478f"/>
          <a:srcRect xmlns:a="http://schemas.openxmlformats.org/drawingml/2006/main" l="179" t="0" r="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9979" y="4255132"/>
            <a:ext cx="271320" cy="296180"/>
          </a:xfrm>
          <a:prstGeom xmlns:a="http://schemas.openxmlformats.org/drawingml/2006/main" prst="rect">
            <a:avLst/>
          </a:prstGeom>
        </p:spPr>
      </p:pic>
      <p:sp>
        <p:nvSpPr>
          <p:cNvPr id="58" name="reviewed-image-10">
            <a:extLst xmlns:a="http://schemas.openxmlformats.org/drawingml/2006/main">
              <a:ext uri="{FF2B5EF4-FFF2-40B4-BE49-F238E27FC236}">
                <a16:creationId xmlns:a16="http://schemas.microsoft.com/office/drawing/2014/main" id="{2F001040-112B-4EB5-A067-37B5486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9979" y="4255132"/>
            <a:ext cx="271320" cy="29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89F9F2-294B-4853-BEFE-65B5D26867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0e176c3f84684"/>
          <a:srcRect xmlns:a="http://schemas.openxmlformats.org/drawingml/2006/main" l="254" t="0" r="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277" y="3836737"/>
            <a:ext cx="298237" cy="352101"/>
          </a:xfrm>
          <a:prstGeom xmlns:a="http://schemas.openxmlformats.org/drawingml/2006/main" prst="rect">
            <a:avLst/>
          </a:prstGeom>
        </p:spPr>
      </p:pic>
      <p:sp>
        <p:nvSpPr>
          <p:cNvPr id="60" name="reviewed-image-11">
            <a:extLst xmlns:a="http://schemas.openxmlformats.org/drawingml/2006/main">
              <a:ext uri="{FF2B5EF4-FFF2-40B4-BE49-F238E27FC236}">
                <a16:creationId xmlns:a16="http://schemas.microsoft.com/office/drawing/2014/main" id="{DB210416-F60C-40F9-AF58-BCD30897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277" y="3836737"/>
            <a:ext cx="298237" cy="35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D62D91-CEFD-4B55-B058-EE0F812B2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36290464c4b1e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8201" y="3816020"/>
            <a:ext cx="298237" cy="350044"/>
          </a:xfrm>
          <a:prstGeom xmlns:a="http://schemas.openxmlformats.org/drawingml/2006/main" prst="rect">
            <a:avLst/>
          </a:prstGeom>
        </p:spPr>
      </p:pic>
      <p:sp>
        <p:nvSpPr>
          <p:cNvPr id="62" name="reviewed-image-12">
            <a:extLst xmlns:a="http://schemas.openxmlformats.org/drawingml/2006/main">
              <a:ext uri="{FF2B5EF4-FFF2-40B4-BE49-F238E27FC236}">
                <a16:creationId xmlns:a16="http://schemas.microsoft.com/office/drawing/2014/main" id="{09BAA970-BDA8-4128-B56A-1C398344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201" y="3816020"/>
            <a:ext cx="298237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DF65335E-BEB9-47B7-B0F9-69A653B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14" y="3619103"/>
            <a:ext cx="360977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354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“...” </a:t>
            </a:r>
          </a:p>
        </p:txBody>
      </p:sp>
      <p:sp>
        <p:nvSpPr>
          <p:cNvPr id="64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C7D57347-BD88-40B3-BEED-A41D114E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790" y="3722660"/>
            <a:ext cx="360978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354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“...” </a:t>
            </a:r>
          </a:p>
        </p:txBody>
      </p:sp>
      <p:sp>
        <p:nvSpPr>
          <p:cNvPr id="6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EC806C61-B0C7-4CAE-B979-A4E768D9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153" y="3600460"/>
            <a:ext cx="360978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1" i="0">
                <a:solidFill>
                  <a:srgbClr val="D0A301"/>
                </a:solidFill>
                <a:latin typeface="Arial"/>
                <a:ea typeface="Arial"/>
                <a:cs typeface="Arial"/>
              </a:defRPr>
            </a:pPr>
            <a:r>
              <a:rPr sz="1354" b="1" i="0">
                <a:solidFill>
                  <a:srgbClr val="D0A301"/>
                </a:solidFill>
                <a:latin typeface="Arial"/>
                <a:ea typeface="Arial"/>
                <a:cs typeface="Arial"/>
              </a:rPr>
              <a:t>“...” </a:t>
            </a:r>
          </a:p>
        </p:txBody>
      </p:sp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7EB598-9BA4-4563-B487-BD8ED6874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a31e0f2834411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098" y="715489"/>
            <a:ext cx="888540" cy="888511"/>
          </a:xfrm>
          <a:prstGeom xmlns:a="http://schemas.openxmlformats.org/drawingml/2006/main" prst="rect">
            <a:avLst/>
          </a:prstGeom>
        </p:spPr>
      </p:pic>
      <p:sp>
        <p:nvSpPr>
          <p:cNvPr id="67" name="reviewed-image-13">
            <a:extLst xmlns:a="http://schemas.openxmlformats.org/drawingml/2006/main">
              <a:ext uri="{FF2B5EF4-FFF2-40B4-BE49-F238E27FC236}">
                <a16:creationId xmlns:a16="http://schemas.microsoft.com/office/drawing/2014/main" id="{2D418A15-CC0B-4EFE-ADE7-4AE416C8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098" y="715489"/>
            <a:ext cx="888540" cy="888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EB973BFA-294A-4F33-A36A-67EBC1E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7009" y="1669722"/>
            <a:ext cx="743144" cy="15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91" b="1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91" b="1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191" b="1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69" name="pdf-path-84">
            <a:extLst xmlns:a="http://schemas.openxmlformats.org/drawingml/2006/main">
              <a:ext uri="{FF2B5EF4-FFF2-40B4-BE49-F238E27FC236}">
                <a16:creationId xmlns:a16="http://schemas.microsoft.com/office/drawing/2014/main" id="{E63BFEDB-7C3F-43EF-9EED-C0E470C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5297" y="60984"/>
            <a:ext cx="1793642" cy="360385"/>
          </a:xfrm>
          <a:custGeom xmlns:a="http://schemas.openxmlformats.org/drawingml/2006/main">
            <a:pathLst>
              <a:path w="1793642" h="360385">
                <a:moveTo>
                  <a:pt x="0" y="60065"/>
                </a:moveTo>
                <a:cubicBezTo>
                  <a:pt x="0" y="26892"/>
                  <a:pt x="26892" y="0"/>
                  <a:pt x="60066" y="0"/>
                </a:cubicBezTo>
                <a:lnTo>
                  <a:pt x="1733577" y="0"/>
                </a:lnTo>
                <a:cubicBezTo>
                  <a:pt x="1766749" y="0"/>
                  <a:pt x="1793642" y="26892"/>
                  <a:pt x="1793642" y="60065"/>
                </a:cubicBezTo>
                <a:lnTo>
                  <a:pt x="1793642" y="300320"/>
                </a:lnTo>
                <a:cubicBezTo>
                  <a:pt x="1793642" y="333493"/>
                  <a:pt x="1766749" y="360385"/>
                  <a:pt x="1733577" y="360385"/>
                </a:cubicBezTo>
                <a:lnTo>
                  <a:pt x="60066" y="360385"/>
                </a:lnTo>
                <a:cubicBezTo>
                  <a:pt x="26892" y="360385"/>
                  <a:pt x="0" y="333493"/>
                  <a:pt x="0" y="300320"/>
                </a:cubicBezTo>
                <a:lnTo>
                  <a:pt x="0" y="60065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4022439F-CBD4-47B9-8F29-F750D7C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3106" y="160021"/>
            <a:ext cx="477705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</a:t>
            </a:r>
          </a:p>
        </p:txBody>
      </p:sp>
      <p:sp>
        <p:nvSpPr>
          <p:cNvPr id="71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6D468123-40A5-46D6-ACB7-DA43A510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0124" y="160021"/>
            <a:ext cx="999579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72" name="pdf-path-87">
            <a:extLst xmlns:a="http://schemas.openxmlformats.org/drawingml/2006/main">
              <a:ext uri="{FF2B5EF4-FFF2-40B4-BE49-F238E27FC236}">
                <a16:creationId xmlns:a16="http://schemas.microsoft.com/office/drawing/2014/main" id="{AD6D9CE7-0820-45BA-B13B-354DF45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350" y="2768014"/>
            <a:ext cx="596499" cy="372812"/>
          </a:xfrm>
          <a:custGeom xmlns:a="http://schemas.openxmlformats.org/drawingml/2006/main">
            <a:pathLst>
              <a:path w="596499" h="372812">
                <a:moveTo>
                  <a:pt x="0" y="62137"/>
                </a:moveTo>
                <a:cubicBezTo>
                  <a:pt x="0" y="27820"/>
                  <a:pt x="27819" y="0"/>
                  <a:pt x="62136" y="0"/>
                </a:cubicBezTo>
                <a:lnTo>
                  <a:pt x="534362" y="0"/>
                </a:lnTo>
                <a:cubicBezTo>
                  <a:pt x="568679" y="0"/>
                  <a:pt x="596499" y="27820"/>
                  <a:pt x="596499" y="62137"/>
                </a:cubicBezTo>
                <a:lnTo>
                  <a:pt x="596499" y="310675"/>
                </a:lnTo>
                <a:cubicBezTo>
                  <a:pt x="596499" y="344992"/>
                  <a:pt x="568679" y="372812"/>
                  <a:pt x="534362" y="372812"/>
                </a:cubicBezTo>
                <a:lnTo>
                  <a:pt x="62136" y="372812"/>
                </a:lnTo>
                <a:cubicBezTo>
                  <a:pt x="27819" y="372812"/>
                  <a:pt x="0" y="344992"/>
                  <a:pt x="0" y="310675"/>
                </a:cubicBezTo>
                <a:lnTo>
                  <a:pt x="0" y="62137"/>
                </a:lnTo>
              </a:path>
            </a:pathLst>
          </a:custGeom>
          <a:solidFill xmlns:a="http://schemas.openxmlformats.org/drawingml/2006/main">
            <a:srgbClr val="E7C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1C39109E-2ADF-44F9-8171-C4AF88D9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037" y="2874929"/>
            <a:ext cx="317160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74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9062D31D-2B87-4CCF-9328-1C9A2FB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037" y="2874929"/>
            <a:ext cx="317160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75" name="pdf-path-90">
            <a:extLst xmlns:a="http://schemas.openxmlformats.org/drawingml/2006/main">
              <a:ext uri="{FF2B5EF4-FFF2-40B4-BE49-F238E27FC236}">
                <a16:creationId xmlns:a16="http://schemas.microsoft.com/office/drawing/2014/main" id="{182A9BAE-CF98-405F-B4EE-62AB19B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9150" y="540461"/>
            <a:ext cx="2259656" cy="2510268"/>
          </a:xfrm>
          <a:custGeom xmlns:a="http://schemas.openxmlformats.org/drawingml/2006/main">
            <a:pathLst>
              <a:path w="2259656" h="2510268">
                <a:moveTo>
                  <a:pt x="0" y="376617"/>
                </a:moveTo>
                <a:cubicBezTo>
                  <a:pt x="0" y="168617"/>
                  <a:pt x="168618" y="0"/>
                  <a:pt x="376617" y="0"/>
                </a:cubicBezTo>
                <a:lnTo>
                  <a:pt x="1883038" y="0"/>
                </a:lnTo>
                <a:cubicBezTo>
                  <a:pt x="2091038" y="0"/>
                  <a:pt x="2259656" y="168617"/>
                  <a:pt x="2259656" y="376617"/>
                </a:cubicBezTo>
                <a:lnTo>
                  <a:pt x="2259656" y="2133652"/>
                </a:lnTo>
                <a:cubicBezTo>
                  <a:pt x="2259656" y="2341651"/>
                  <a:pt x="2091038" y="2510268"/>
                  <a:pt x="1883038" y="2510268"/>
                </a:cubicBezTo>
                <a:lnTo>
                  <a:pt x="376617" y="2510268"/>
                </a:lnTo>
                <a:cubicBezTo>
                  <a:pt x="168618" y="2510268"/>
                  <a:pt x="0" y="2341651"/>
                  <a:pt x="0" y="2133652"/>
                </a:cubicBezTo>
                <a:lnTo>
                  <a:pt x="0" y="376617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2E75B7"/>
            </a:solidFill>
            <a:prstDash val="dash"/>
          </a:ln>
        </p:spPr>
      </p:sp>
      <p:sp>
        <p:nvSpPr>
          <p:cNvPr id="76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18008BB0-E955-4B28-BAE7-321C636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868" y="598071"/>
            <a:ext cx="1306810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kPAM Motion Planner</a:t>
            </a:r>
          </a:p>
        </p:txBody>
      </p:sp>
      <p:sp>
        <p:nvSpPr>
          <p:cNvPr id="77" name="pdf-path-92">
            <a:extLst xmlns:a="http://schemas.openxmlformats.org/drawingml/2006/main">
              <a:ext uri="{FF2B5EF4-FFF2-40B4-BE49-F238E27FC236}">
                <a16:creationId xmlns:a16="http://schemas.microsoft.com/office/drawing/2014/main" id="{5FD32686-5DA0-4E25-9ED8-D198552A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2023" y="796253"/>
            <a:ext cx="668991" cy="358313"/>
          </a:xfrm>
          <a:custGeom xmlns:a="http://schemas.openxmlformats.org/drawingml/2006/main">
            <a:pathLst>
              <a:path w="668991" h="358313">
                <a:moveTo>
                  <a:pt x="0" y="59720"/>
                </a:moveTo>
                <a:cubicBezTo>
                  <a:pt x="0" y="26737"/>
                  <a:pt x="26738" y="0"/>
                  <a:pt x="59719" y="0"/>
                </a:cubicBezTo>
                <a:lnTo>
                  <a:pt x="609272" y="0"/>
                </a:lnTo>
                <a:cubicBezTo>
                  <a:pt x="642253" y="0"/>
                  <a:pt x="668991" y="26737"/>
                  <a:pt x="668991" y="59720"/>
                </a:cubicBezTo>
                <a:lnTo>
                  <a:pt x="668991" y="298593"/>
                </a:lnTo>
                <a:cubicBezTo>
                  <a:pt x="668991" y="331576"/>
                  <a:pt x="642253" y="358313"/>
                  <a:pt x="609272" y="358313"/>
                </a:cubicBezTo>
                <a:lnTo>
                  <a:pt x="59719" y="358313"/>
                </a:lnTo>
                <a:cubicBezTo>
                  <a:pt x="26738" y="358313"/>
                  <a:pt x="0" y="331576"/>
                  <a:pt x="0" y="298593"/>
                </a:cubicBezTo>
                <a:lnTo>
                  <a:pt x="0" y="59720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67DD48AC-FBDF-42F8-9FD7-2BA936D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485" y="896955"/>
            <a:ext cx="423948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79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3BD154C6-3B68-405F-9901-E7FF799A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485" y="896955"/>
            <a:ext cx="423948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80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FCA78E1D-D9A9-4EF2-A026-F79753F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3966" y="1322984"/>
            <a:ext cx="722719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Constraints:</a:t>
            </a:r>
          </a:p>
        </p:txBody>
      </p:sp>
      <p:sp>
        <p:nvSpPr>
          <p:cNvPr id="81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29221C3B-0050-4235-95AC-4802A31E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9066" y="1482464"/>
            <a:ext cx="529095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(p1, p2), </a:t>
            </a:r>
          </a:p>
        </p:txBody>
      </p:sp>
      <p:sp>
        <p:nvSpPr>
          <p:cNvPr id="82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A0C58BE0-E491-44B0-B713-12CD31E0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4572" y="1641945"/>
            <a:ext cx="861345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(v1, v2, align), </a:t>
            </a:r>
          </a:p>
        </p:txBody>
      </p:sp>
      <p:sp>
        <p:nvSpPr>
          <p:cNvPr id="83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5429F392-5C01-4F9E-B4D4-8D1AA41D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8862" y="1801426"/>
            <a:ext cx="132555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84" name="pdf-path-99">
            <a:extLst xmlns:a="http://schemas.openxmlformats.org/drawingml/2006/main">
              <a:ext uri="{FF2B5EF4-FFF2-40B4-BE49-F238E27FC236}">
                <a16:creationId xmlns:a16="http://schemas.microsoft.com/office/drawing/2014/main" id="{67EAEE99-4BE6-4841-B645-6113976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9029" y="2358430"/>
            <a:ext cx="179922" cy="180890"/>
          </a:xfrm>
          <a:custGeom xmlns:a="http://schemas.openxmlformats.org/drawingml/2006/main">
            <a:pathLst>
              <a:path w="179922" h="180890">
                <a:moveTo>
                  <a:pt x="179922" y="66248"/>
                </a:moveTo>
                <a:lnTo>
                  <a:pt x="117368" y="140130"/>
                </a:lnTo>
                <a:lnTo>
                  <a:pt x="156491" y="173254"/>
                </a:lnTo>
                <a:lnTo>
                  <a:pt x="15692" y="180890"/>
                </a:lnTo>
                <a:lnTo>
                  <a:pt x="0" y="40760"/>
                </a:lnTo>
                <a:lnTo>
                  <a:pt x="39122" y="73883"/>
                </a:lnTo>
                <a:lnTo>
                  <a:pt x="101675" y="0"/>
                </a:lnTo>
                <a:lnTo>
                  <a:pt x="179922" y="66248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E50B549E-EB96-4042-BF7B-F7C81AB0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2936" y="3175001"/>
            <a:ext cx="2261727" cy="1588594"/>
          </a:xfrm>
          <a:custGeom xmlns:a="http://schemas.openxmlformats.org/drawingml/2006/main">
            <a:pathLst>
              <a:path w="2261727" h="1588594">
                <a:moveTo>
                  <a:pt x="0" y="264771"/>
                </a:moveTo>
                <a:cubicBezTo>
                  <a:pt x="0" y="118542"/>
                  <a:pt x="118542" y="0"/>
                  <a:pt x="264771" y="0"/>
                </a:cubicBezTo>
                <a:lnTo>
                  <a:pt x="1996955" y="0"/>
                </a:lnTo>
                <a:cubicBezTo>
                  <a:pt x="2143184" y="0"/>
                  <a:pt x="2261727" y="118542"/>
                  <a:pt x="2261727" y="264771"/>
                </a:cubicBezTo>
                <a:lnTo>
                  <a:pt x="2261727" y="1323822"/>
                </a:lnTo>
                <a:cubicBezTo>
                  <a:pt x="2261727" y="1470052"/>
                  <a:pt x="2143184" y="1588594"/>
                  <a:pt x="1996955" y="1588594"/>
                </a:cubicBezTo>
                <a:lnTo>
                  <a:pt x="264771" y="1588594"/>
                </a:lnTo>
                <a:cubicBezTo>
                  <a:pt x="118542" y="1588594"/>
                  <a:pt x="0" y="1470052"/>
                  <a:pt x="0" y="1323822"/>
                </a:cubicBezTo>
                <a:lnTo>
                  <a:pt x="0" y="264771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2E75B7"/>
            </a:solidFill>
            <a:prstDash val="dash"/>
          </a:ln>
        </p:spPr>
      </p:sp>
      <p:sp>
        <p:nvSpPr>
          <p:cNvPr id="86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4B10BC60-1311-437E-B0DB-9E38695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345" y="3284390"/>
            <a:ext cx="1031705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RL Policy Learner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E32F52-C7FE-4529-8527-27B737E67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7784d689147bc"/>
          <a:srcRect xmlns:a="http://schemas.openxmlformats.org/drawingml/2006/main" l="260" t="0" r="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3086" y="1055160"/>
            <a:ext cx="992095" cy="863679"/>
          </a:xfrm>
          <a:prstGeom xmlns:a="http://schemas.openxmlformats.org/drawingml/2006/main" prst="rect">
            <a:avLst/>
          </a:prstGeom>
        </p:spPr>
      </p:pic>
      <p:sp>
        <p:nvSpPr>
          <p:cNvPr id="88" name="reviewed-image-14">
            <a:extLst xmlns:a="http://schemas.openxmlformats.org/drawingml/2006/main">
              <a:ext uri="{FF2B5EF4-FFF2-40B4-BE49-F238E27FC236}">
                <a16:creationId xmlns:a16="http://schemas.microsoft.com/office/drawing/2014/main" id="{36B77857-9488-4692-BF46-3957548D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3086" y="1055160"/>
            <a:ext cx="992095" cy="86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31F8D5B5-1988-4E6D-93A5-406E074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020" y="2351891"/>
            <a:ext cx="177472" cy="176911"/>
          </a:xfrm>
          <a:custGeom xmlns:a="http://schemas.openxmlformats.org/drawingml/2006/main">
            <a:pathLst>
              <a:path w="177472" h="176911">
                <a:moveTo>
                  <a:pt x="72998" y="0"/>
                </a:moveTo>
                <a:lnTo>
                  <a:pt x="140972" y="68930"/>
                </a:lnTo>
                <a:lnTo>
                  <a:pt x="177472" y="32935"/>
                </a:lnTo>
                <a:lnTo>
                  <a:pt x="172448" y="173852"/>
                </a:lnTo>
                <a:lnTo>
                  <a:pt x="31475" y="176911"/>
                </a:lnTo>
                <a:lnTo>
                  <a:pt x="67974" y="140917"/>
                </a:lnTo>
                <a:lnTo>
                  <a:pt x="0" y="71988"/>
                </a:lnTo>
                <a:lnTo>
                  <a:pt x="72998" y="0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A168FBD3-F9C5-4267-8F9C-D67A55D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5763" y="2648537"/>
            <a:ext cx="198250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Pre</a:t>
            </a:r>
          </a:p>
        </p:txBody>
      </p:sp>
      <p:sp>
        <p:nvSpPr>
          <p:cNvPr id="91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BEC86C19-40CB-4FA7-8590-DE5BD297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3927" y="2648537"/>
            <a:ext cx="41888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92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5B9A305F-9176-4A8D-89BC-5A19F3E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5458" y="2648537"/>
            <a:ext cx="558005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actuation</a:t>
            </a:r>
          </a:p>
        </p:txBody>
      </p:sp>
      <p:sp>
        <p:nvSpPr>
          <p:cNvPr id="93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51255A29-81FC-4A6A-9E2F-C3821F34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1826" y="2808017"/>
            <a:ext cx="484808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motions</a:t>
            </a:r>
          </a:p>
        </p:txBody>
      </p:sp>
      <p:sp>
        <p:nvSpPr>
          <p:cNvPr id="94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7979618B-2562-47EB-8DAF-4725A2EC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6617" y="2658894"/>
            <a:ext cx="266224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95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7C64BF43-CC9E-48F5-A784-B9C84F6D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2418" y="2658894"/>
            <a:ext cx="41888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96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79A83043-A2D4-4203-AD09-82799B8D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3950" y="2658894"/>
            <a:ext cx="558005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actuation</a:t>
            </a:r>
          </a:p>
        </p:txBody>
      </p:sp>
      <p:sp>
        <p:nvSpPr>
          <p:cNvPr id="97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F90B76EE-9F18-4642-B62E-F688BA14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6475" y="2818374"/>
            <a:ext cx="484809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motions</a:t>
            </a:r>
          </a:p>
        </p:txBody>
      </p:sp>
      <p:sp>
        <p:nvSpPr>
          <p:cNvPr id="98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AC47FFD2-21B2-492C-BD5F-B8C4C0A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8301" y="3492926"/>
            <a:ext cx="608928" cy="356244"/>
          </a:xfrm>
          <a:custGeom xmlns:a="http://schemas.openxmlformats.org/drawingml/2006/main">
            <a:pathLst>
              <a:path w="608928" h="356244">
                <a:moveTo>
                  <a:pt x="0" y="59375"/>
                </a:moveTo>
                <a:cubicBezTo>
                  <a:pt x="0" y="26583"/>
                  <a:pt x="26584" y="0"/>
                  <a:pt x="59375" y="0"/>
                </a:cubicBezTo>
                <a:lnTo>
                  <a:pt x="549553" y="0"/>
                </a:lnTo>
                <a:cubicBezTo>
                  <a:pt x="582344" y="0"/>
                  <a:pt x="608928" y="26583"/>
                  <a:pt x="608928" y="59375"/>
                </a:cubicBezTo>
                <a:lnTo>
                  <a:pt x="608928" y="296869"/>
                </a:lnTo>
                <a:cubicBezTo>
                  <a:pt x="608928" y="329660"/>
                  <a:pt x="582344" y="356244"/>
                  <a:pt x="549553" y="356244"/>
                </a:cubicBezTo>
                <a:lnTo>
                  <a:pt x="59375" y="356244"/>
                </a:lnTo>
                <a:cubicBezTo>
                  <a:pt x="26584" y="356244"/>
                  <a:pt x="0" y="329660"/>
                  <a:pt x="0" y="296869"/>
                </a:cubicBezTo>
                <a:lnTo>
                  <a:pt x="0" y="59375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D0B8D12D-FF61-4D7A-A360-39F199CE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9126" y="3591558"/>
            <a:ext cx="423948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100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29EA8A03-252F-4E32-8BF8-EE0C30E5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9126" y="3591558"/>
            <a:ext cx="423948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101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EA3CA9BD-45EF-4386-A9AD-E76CE85F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35" y="1946003"/>
            <a:ext cx="831236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1A300"/>
                </a:solidFill>
                <a:latin typeface="Arial"/>
                <a:ea typeface="Arial"/>
                <a:cs typeface="Arial"/>
              </a:rPr>
              <a:t>task description</a:t>
            </a:r>
          </a:p>
        </p:txBody>
      </p:sp>
      <p:sp>
        <p:nvSpPr>
          <p:cNvPr id="102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03B98DC7-C18C-41D3-AEB0-BA5DB2FA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35" y="1946003"/>
            <a:ext cx="831236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1A300"/>
                </a:solidFill>
                <a:latin typeface="Arial"/>
                <a:ea typeface="Arial"/>
                <a:cs typeface="Arial"/>
              </a:rPr>
              <a:t>task description</a:t>
            </a:r>
          </a:p>
        </p:txBody>
      </p:sp>
      <p:sp>
        <p:nvSpPr>
          <p:cNvPr id="103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03F6B7AB-51C9-4F42-B521-9990AA5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879" y="1941861"/>
            <a:ext cx="317765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1A300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04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DE851E22-2633-4ABC-9BC1-D4CAE33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879" y="1941861"/>
            <a:ext cx="317765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1A300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05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540F5305-643D-46DF-94B7-FA90181A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2735" y="1941861"/>
            <a:ext cx="477451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1A300"/>
                </a:solidFill>
                <a:latin typeface="Arial"/>
                <a:ea typeface="Arial"/>
                <a:cs typeface="Arial"/>
              </a:rPr>
              <a:t>env code</a:t>
            </a:r>
          </a:p>
        </p:txBody>
      </p:sp>
      <p:sp>
        <p:nvSpPr>
          <p:cNvPr id="106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618B4004-7017-4E33-9449-92A861B7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2735" y="1941861"/>
            <a:ext cx="477451" cy="113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D1A300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D1A300"/>
                </a:solidFill>
                <a:latin typeface="Arial"/>
                <a:ea typeface="Arial"/>
                <a:cs typeface="Arial"/>
              </a:rPr>
              <a:t>env code</a:t>
            </a:r>
          </a:p>
        </p:txBody>
      </p:sp>
      <p:sp>
        <p:nvSpPr>
          <p:cNvPr id="107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EEC02AE7-D7A0-4CF8-8674-CE6E4C52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9952" y="1951970"/>
            <a:ext cx="668991" cy="356241"/>
          </a:xfrm>
          <a:custGeom xmlns:a="http://schemas.openxmlformats.org/drawingml/2006/main">
            <a:pathLst>
              <a:path w="668991" h="356241">
                <a:moveTo>
                  <a:pt x="0" y="59375"/>
                </a:moveTo>
                <a:cubicBezTo>
                  <a:pt x="0" y="26582"/>
                  <a:pt x="26584" y="0"/>
                  <a:pt x="59375" y="0"/>
                </a:cubicBezTo>
                <a:lnTo>
                  <a:pt x="609616" y="0"/>
                </a:lnTo>
                <a:cubicBezTo>
                  <a:pt x="642408" y="0"/>
                  <a:pt x="668991" y="26582"/>
                  <a:pt x="668991" y="59375"/>
                </a:cubicBezTo>
                <a:lnTo>
                  <a:pt x="668991" y="296866"/>
                </a:lnTo>
                <a:cubicBezTo>
                  <a:pt x="668991" y="329659"/>
                  <a:pt x="642408" y="356241"/>
                  <a:pt x="609616" y="356241"/>
                </a:cubicBezTo>
                <a:lnTo>
                  <a:pt x="59375" y="356241"/>
                </a:lnTo>
                <a:cubicBezTo>
                  <a:pt x="26584" y="356241"/>
                  <a:pt x="0" y="329659"/>
                  <a:pt x="0" y="296866"/>
                </a:cubicBezTo>
                <a:lnTo>
                  <a:pt x="0" y="59375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91977D66-5D58-40B0-9486-FD9030B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1496" y="2052672"/>
            <a:ext cx="423949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109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E022B20F-275E-4931-93F6-F21B36B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1496" y="2052672"/>
            <a:ext cx="423949" cy="171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DB8CC4F-3F53-4978-A49D-96FEF94C7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472a26653490b"/>
          <a:srcRect xmlns:a="http://schemas.openxmlformats.org/drawingml/2006/main" l="0" t="6050" r="0" b="6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1669" y="3818106"/>
            <a:ext cx="650338" cy="571643"/>
          </a:xfrm>
          <a:prstGeom xmlns:a="http://schemas.openxmlformats.org/drawingml/2006/main" prst="rect">
            <a:avLst/>
          </a:prstGeom>
        </p:spPr>
      </p:pic>
      <p:sp>
        <p:nvSpPr>
          <p:cNvPr id="111" name="reviewed-image-15">
            <a:extLst xmlns:a="http://schemas.openxmlformats.org/drawingml/2006/main">
              <a:ext uri="{FF2B5EF4-FFF2-40B4-BE49-F238E27FC236}">
                <a16:creationId xmlns:a16="http://schemas.microsoft.com/office/drawing/2014/main" id="{F418E249-E791-4AD8-98E6-F5E045A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1669" y="3818106"/>
            <a:ext cx="650338" cy="5716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91D3AD7-E8A2-404D-9B31-1555241799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7307232ab4919"/>
          <a:srcRect xmlns:a="http://schemas.openxmlformats.org/drawingml/2006/main" l="0" t="383" r="0" b="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9918" y="4126716"/>
            <a:ext cx="430797" cy="356245"/>
          </a:xfrm>
          <a:prstGeom xmlns:a="http://schemas.openxmlformats.org/drawingml/2006/main" prst="rect">
            <a:avLst/>
          </a:prstGeom>
        </p:spPr>
      </p:pic>
      <p:sp>
        <p:nvSpPr>
          <p:cNvPr id="113" name="reviewed-image-16">
            <a:extLst xmlns:a="http://schemas.openxmlformats.org/drawingml/2006/main">
              <a:ext uri="{FF2B5EF4-FFF2-40B4-BE49-F238E27FC236}">
                <a16:creationId xmlns:a16="http://schemas.microsoft.com/office/drawing/2014/main" id="{7F2EF784-8F66-4C64-BD4F-1008AE4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918" y="4126716"/>
            <a:ext cx="430797" cy="35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A1972056-E55A-4BB0-BD21-44DA560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2081" y="4407230"/>
            <a:ext cx="269565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PPO</a:t>
            </a:r>
          </a:p>
        </p:txBody>
      </p:sp>
      <p:sp>
        <p:nvSpPr>
          <p:cNvPr id="115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76145C71-F311-4ED3-B99F-3C7731A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2081" y="4407230"/>
            <a:ext cx="269565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PPO</a:t>
            </a:r>
          </a:p>
        </p:txBody>
      </p:sp>
      <p:sp>
        <p:nvSpPr>
          <p:cNvPr id="116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685FB352-83E5-4EB5-8AC2-9CDACE4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2532" y="4566712"/>
            <a:ext cx="488970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17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F82289D4-EF46-4083-A037-1D259173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2532" y="4566712"/>
            <a:ext cx="488970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18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DA8AEE15-B5A6-4034-8D8B-603F0D7C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531" y="4485935"/>
            <a:ext cx="453406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119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D111AAFD-C05F-49C5-AD1F-A3D1F0E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531" y="4485935"/>
            <a:ext cx="453406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2E75B7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2E75B7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120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3F6C45E8-FF2D-4CE8-9DB3-760DD826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990" y="3907468"/>
            <a:ext cx="179763" cy="180358"/>
          </a:xfrm>
          <a:custGeom xmlns:a="http://schemas.openxmlformats.org/drawingml/2006/main">
            <a:pathLst>
              <a:path w="179763" h="180358">
                <a:moveTo>
                  <a:pt x="179763" y="66725"/>
                </a:moveTo>
                <a:lnTo>
                  <a:pt x="116756" y="140224"/>
                </a:lnTo>
                <a:lnTo>
                  <a:pt x="155675" y="173586"/>
                </a:lnTo>
                <a:lnTo>
                  <a:pt x="14832" y="180358"/>
                </a:lnTo>
                <a:lnTo>
                  <a:pt x="0" y="40134"/>
                </a:lnTo>
                <a:lnTo>
                  <a:pt x="38919" y="73497"/>
                </a:lnTo>
                <a:lnTo>
                  <a:pt x="101924" y="0"/>
                </a:lnTo>
                <a:lnTo>
                  <a:pt x="179763" y="66725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A4ED2AC0-4CD3-4883-8B59-9C1D691B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277" y="4224053"/>
            <a:ext cx="279609" cy="173979"/>
          </a:xfrm>
          <a:custGeom xmlns:a="http://schemas.openxmlformats.org/drawingml/2006/main">
            <a:pathLst>
              <a:path w="279609" h="173979">
                <a:moveTo>
                  <a:pt x="0" y="43495"/>
                </a:moveTo>
                <a:lnTo>
                  <a:pt x="192620" y="43495"/>
                </a:lnTo>
                <a:lnTo>
                  <a:pt x="192620" y="0"/>
                </a:lnTo>
                <a:lnTo>
                  <a:pt x="279609" y="86990"/>
                </a:lnTo>
                <a:lnTo>
                  <a:pt x="192620" y="173979"/>
                </a:lnTo>
                <a:lnTo>
                  <a:pt x="192620" y="130485"/>
                </a:lnTo>
                <a:lnTo>
                  <a:pt x="0" y="130485"/>
                </a:lnTo>
                <a:lnTo>
                  <a:pt x="0" y="43495"/>
                </a:lnTo>
              </a:path>
            </a:pathLst>
          </a:custGeom>
          <a:solidFill xmlns:a="http://schemas.openxmlformats.org/drawingml/2006/main">
            <a:srgbClr val="99B9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EDCA026-2131-481A-BC19-1DD05C56E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27e8fcac142cb"/>
          <a:srcRect xmlns:a="http://schemas.openxmlformats.org/drawingml/2006/main" l="0" t="184" r="0" b="1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2999" y="1717929"/>
            <a:ext cx="1224067" cy="1124655"/>
          </a:xfrm>
          <a:prstGeom xmlns:a="http://schemas.openxmlformats.org/drawingml/2006/main" prst="rect">
            <a:avLst/>
          </a:prstGeom>
        </p:spPr>
      </p:pic>
      <p:sp>
        <p:nvSpPr>
          <p:cNvPr id="123" name="reviewed-image-17">
            <a:extLst xmlns:a="http://schemas.openxmlformats.org/drawingml/2006/main">
              <a:ext uri="{FF2B5EF4-FFF2-40B4-BE49-F238E27FC236}">
                <a16:creationId xmlns:a16="http://schemas.microsoft.com/office/drawing/2014/main" id="{0303E771-437C-43B9-827E-AD3857CD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2999" y="1717929"/>
            <a:ext cx="1224067" cy="1124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1C670AB-3355-4909-8EE2-7B0ED03D45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01486610e4fa2"/>
          <a:srcRect xmlns:a="http://schemas.openxmlformats.org/drawingml/2006/main" l="1000" t="0" r="1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59302" y="2007880"/>
            <a:ext cx="776697" cy="685571"/>
          </a:xfrm>
          <a:prstGeom xmlns:a="http://schemas.openxmlformats.org/drawingml/2006/main" prst="rect">
            <a:avLst/>
          </a:prstGeom>
        </p:spPr>
      </p:pic>
      <p:sp>
        <p:nvSpPr>
          <p:cNvPr id="125" name="reviewed-image-18">
            <a:extLst xmlns:a="http://schemas.openxmlformats.org/drawingml/2006/main">
              <a:ext uri="{FF2B5EF4-FFF2-40B4-BE49-F238E27FC236}">
                <a16:creationId xmlns:a16="http://schemas.microsoft.com/office/drawing/2014/main" id="{F3E106DD-AF78-4BA1-B789-4654D20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9302" y="2007880"/>
            <a:ext cx="776697" cy="685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F3C8A7B8-09B5-414D-9322-56551A0F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7374" y="73410"/>
            <a:ext cx="1864061" cy="360386"/>
          </a:xfrm>
          <a:custGeom xmlns:a="http://schemas.openxmlformats.org/drawingml/2006/main">
            <a:pathLst>
              <a:path w="1864061" h="360386">
                <a:moveTo>
                  <a:pt x="0" y="60066"/>
                </a:moveTo>
                <a:cubicBezTo>
                  <a:pt x="0" y="26893"/>
                  <a:pt x="26893" y="0"/>
                  <a:pt x="60067" y="0"/>
                </a:cubicBezTo>
                <a:lnTo>
                  <a:pt x="1803994" y="0"/>
                </a:lnTo>
                <a:cubicBezTo>
                  <a:pt x="1837168" y="0"/>
                  <a:pt x="1864061" y="26893"/>
                  <a:pt x="1864061" y="60066"/>
                </a:cubicBezTo>
                <a:lnTo>
                  <a:pt x="1864061" y="300320"/>
                </a:lnTo>
                <a:cubicBezTo>
                  <a:pt x="1864061" y="333493"/>
                  <a:pt x="1837168" y="360386"/>
                  <a:pt x="1803994" y="360386"/>
                </a:cubicBezTo>
                <a:lnTo>
                  <a:pt x="60067" y="360386"/>
                </a:lnTo>
                <a:cubicBezTo>
                  <a:pt x="26893" y="360386"/>
                  <a:pt x="0" y="333493"/>
                  <a:pt x="0" y="300320"/>
                </a:cubicBezTo>
                <a:lnTo>
                  <a:pt x="0" y="60066"/>
                </a:lnTo>
              </a:path>
            </a:pathLst>
          </a:custGeom>
          <a:solidFill xmlns:a="http://schemas.openxmlformats.org/drawingml/2006/main">
            <a:srgbClr val="99D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98D3D209-F49D-4568-B02D-69775F39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9879" y="172448"/>
            <a:ext cx="458154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</a:t>
            </a:r>
          </a:p>
        </p:txBody>
      </p:sp>
      <p:sp>
        <p:nvSpPr>
          <p:cNvPr id="128" name="pdf-text-92-0">
            <a:extLst xmlns:a="http://schemas.openxmlformats.org/drawingml/2006/main">
              <a:ext uri="{FF2B5EF4-FFF2-40B4-BE49-F238E27FC236}">
                <a16:creationId xmlns:a16="http://schemas.microsoft.com/office/drawing/2014/main" id="{39236A5E-7E9D-4003-B247-36CF04D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8291" y="172448"/>
            <a:ext cx="60022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9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4D47186B-2BF5-4B82-8C3F-7CE5C9E2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7622" y="172448"/>
            <a:ext cx="1139595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 Training</a:t>
            </a:r>
          </a:p>
        </p:txBody>
      </p:sp>
      <p:sp>
        <p:nvSpPr>
          <p:cNvPr id="130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D551D962-67D2-46F1-94F1-3388055A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325" y="1500124"/>
            <a:ext cx="181717" cy="190932"/>
          </a:xfrm>
          <a:custGeom xmlns:a="http://schemas.openxmlformats.org/drawingml/2006/main">
            <a:pathLst>
              <a:path w="181717" h="190932">
                <a:moveTo>
                  <a:pt x="181717" y="54950"/>
                </a:moveTo>
                <a:lnTo>
                  <a:pt x="129833" y="136678"/>
                </a:lnTo>
                <a:lnTo>
                  <a:pt x="173109" y="164152"/>
                </a:lnTo>
                <a:lnTo>
                  <a:pt x="34669" y="190932"/>
                </a:lnTo>
                <a:lnTo>
                  <a:pt x="0" y="54253"/>
                </a:lnTo>
                <a:lnTo>
                  <a:pt x="43278" y="81728"/>
                </a:lnTo>
                <a:lnTo>
                  <a:pt x="95164" y="0"/>
                </a:lnTo>
                <a:lnTo>
                  <a:pt x="181717" y="54950"/>
                </a:lnTo>
              </a:path>
            </a:pathLst>
          </a:custGeom>
          <a:solidFill xmlns:a="http://schemas.openxmlformats.org/drawingml/2006/main">
            <a:srgbClr val="99D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B2CB44A5-0164-47B2-B21B-998E28F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386" y="1524083"/>
            <a:ext cx="181684" cy="189985"/>
          </a:xfrm>
          <a:custGeom xmlns:a="http://schemas.openxmlformats.org/drawingml/2006/main">
            <a:pathLst>
              <a:path w="181684" h="189985">
                <a:moveTo>
                  <a:pt x="85703" y="0"/>
                </a:moveTo>
                <a:lnTo>
                  <a:pt x="138832" y="80926"/>
                </a:lnTo>
                <a:lnTo>
                  <a:pt x="181684" y="52793"/>
                </a:lnTo>
                <a:lnTo>
                  <a:pt x="149109" y="189985"/>
                </a:lnTo>
                <a:lnTo>
                  <a:pt x="10275" y="165325"/>
                </a:lnTo>
                <a:lnTo>
                  <a:pt x="53128" y="137192"/>
                </a:lnTo>
                <a:lnTo>
                  <a:pt x="0" y="56266"/>
                </a:lnTo>
                <a:lnTo>
                  <a:pt x="85703" y="0"/>
                </a:lnTo>
              </a:path>
            </a:pathLst>
          </a:custGeom>
          <a:solidFill xmlns:a="http://schemas.openxmlformats.org/drawingml/2006/main">
            <a:srgbClr val="99D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F8D2126D-4E17-47B5-8D8A-A3CA21E8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5844" y="1840127"/>
            <a:ext cx="205047" cy="194691"/>
          </a:xfrm>
          <a:custGeom xmlns:a="http://schemas.openxmlformats.org/drawingml/2006/main">
            <a:pathLst>
              <a:path w="205047" h="194691">
                <a:moveTo>
                  <a:pt x="153785" y="0"/>
                </a:moveTo>
                <a:lnTo>
                  <a:pt x="153785" y="97344"/>
                </a:lnTo>
                <a:lnTo>
                  <a:pt x="205047" y="97344"/>
                </a:lnTo>
                <a:lnTo>
                  <a:pt x="102524" y="194691"/>
                </a:lnTo>
                <a:lnTo>
                  <a:pt x="0" y="97344"/>
                </a:lnTo>
                <a:lnTo>
                  <a:pt x="51262" y="97344"/>
                </a:lnTo>
                <a:lnTo>
                  <a:pt x="51262" y="0"/>
                </a:lnTo>
                <a:lnTo>
                  <a:pt x="153785" y="0"/>
                </a:lnTo>
              </a:path>
            </a:pathLst>
          </a:custGeom>
          <a:solidFill xmlns:a="http://schemas.openxmlformats.org/drawingml/2006/main">
            <a:srgbClr val="99D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text-94-0">
            <a:extLst xmlns:a="http://schemas.openxmlformats.org/drawingml/2006/main">
              <a:ext uri="{FF2B5EF4-FFF2-40B4-BE49-F238E27FC236}">
                <a16:creationId xmlns:a16="http://schemas.microsoft.com/office/drawing/2014/main" id="{99D1CA8F-9630-445B-9101-129C395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862" y="2384891"/>
            <a:ext cx="867991" cy="15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91" b="1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91" b="1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191" b="1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“open box” 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72FE80-9CAF-4B3A-8CFA-968768A5EA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7dcfe9ae34d3e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6339" y="3047638"/>
            <a:ext cx="813987" cy="813959"/>
          </a:xfrm>
          <a:prstGeom xmlns:a="http://schemas.openxmlformats.org/drawingml/2006/main" prst="rect">
            <a:avLst/>
          </a:prstGeom>
        </p:spPr>
      </p:pic>
      <p:sp>
        <p:nvSpPr>
          <p:cNvPr id="135" name="reviewed-image-19">
            <a:extLst xmlns:a="http://schemas.openxmlformats.org/drawingml/2006/main">
              <a:ext uri="{FF2B5EF4-FFF2-40B4-BE49-F238E27FC236}">
                <a16:creationId xmlns:a16="http://schemas.microsoft.com/office/drawing/2014/main" id="{08DA3D69-F284-431E-9706-FDE29C54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339" y="3047638"/>
            <a:ext cx="813987" cy="813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BF18CC3-6C6A-47E0-87D5-022B18F0DE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fbbfc68994b91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8614" y="3035208"/>
            <a:ext cx="822246" cy="824303"/>
          </a:xfrm>
          <a:prstGeom xmlns:a="http://schemas.openxmlformats.org/drawingml/2006/main" prst="rect">
            <a:avLst/>
          </a:prstGeom>
        </p:spPr>
      </p:pic>
      <p:sp>
        <p:nvSpPr>
          <p:cNvPr id="137" name="reviewed-image-20">
            <a:extLst xmlns:a="http://schemas.openxmlformats.org/drawingml/2006/main">
              <a:ext uri="{FF2B5EF4-FFF2-40B4-BE49-F238E27FC236}">
                <a16:creationId xmlns:a16="http://schemas.microsoft.com/office/drawing/2014/main" id="{4437FE59-F812-4B1D-9177-4D4EAF9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614" y="3035208"/>
            <a:ext cx="822246" cy="82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BC42DD2-1C14-435E-A3EB-F66A911A2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92e4b6f0d494b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6716" y="3035208"/>
            <a:ext cx="822246" cy="824303"/>
          </a:xfrm>
          <a:prstGeom xmlns:a="http://schemas.openxmlformats.org/drawingml/2006/main" prst="rect">
            <a:avLst/>
          </a:prstGeom>
        </p:spPr>
      </p:pic>
      <p:sp>
        <p:nvSpPr>
          <p:cNvPr id="139" name="reviewed-image-21">
            <a:extLst xmlns:a="http://schemas.openxmlformats.org/drawingml/2006/main">
              <a:ext uri="{FF2B5EF4-FFF2-40B4-BE49-F238E27FC236}">
                <a16:creationId xmlns:a16="http://schemas.microsoft.com/office/drawing/2014/main" id="{2F548331-6EE1-4D66-8212-E3B74D4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6716" y="3035208"/>
            <a:ext cx="822246" cy="82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A5DB5B4-3711-40E2-8332-FC7146156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d25c573d84dbc"/>
          <a:srcRect xmlns:a="http://schemas.openxmlformats.org/drawingml/2006/main" l="874" t="0" r="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16339" y="3867798"/>
            <a:ext cx="813987" cy="828475"/>
          </a:xfrm>
          <a:prstGeom xmlns:a="http://schemas.openxmlformats.org/drawingml/2006/main" prst="rect">
            <a:avLst/>
          </a:prstGeom>
        </p:spPr>
      </p:pic>
      <p:sp>
        <p:nvSpPr>
          <p:cNvPr id="141" name="reviewed-image-22">
            <a:extLst xmlns:a="http://schemas.openxmlformats.org/drawingml/2006/main">
              <a:ext uri="{FF2B5EF4-FFF2-40B4-BE49-F238E27FC236}">
                <a16:creationId xmlns:a16="http://schemas.microsoft.com/office/drawing/2014/main" id="{5D10FF46-9464-4976-8F6D-59CCB268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339" y="3867798"/>
            <a:ext cx="813987" cy="82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AAE7533-6200-4F93-8C7A-14F529E344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02dd96ee64522"/>
          <a:srcRect xmlns:a="http://schemas.openxmlformats.org/drawingml/2006/main" l="126" t="0" r="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4470" y="3867798"/>
            <a:ext cx="826389" cy="828475"/>
          </a:xfrm>
          <a:prstGeom xmlns:a="http://schemas.openxmlformats.org/drawingml/2006/main" prst="rect">
            <a:avLst/>
          </a:prstGeom>
        </p:spPr>
      </p:pic>
      <p:sp>
        <p:nvSpPr>
          <p:cNvPr id="143" name="reviewed-image-23">
            <a:extLst xmlns:a="http://schemas.openxmlformats.org/drawingml/2006/main">
              <a:ext uri="{FF2B5EF4-FFF2-40B4-BE49-F238E27FC236}">
                <a16:creationId xmlns:a16="http://schemas.microsoft.com/office/drawing/2014/main" id="{5699C207-1540-46DF-A526-9FF194A2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470" y="3867798"/>
            <a:ext cx="826389" cy="82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7E52C3F-F9D8-4484-A030-DEEE847C1D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dbd427f984d7f"/>
          <a:srcRect xmlns:a="http://schemas.openxmlformats.org/drawingml/2006/main" l="1486" t="0" r="14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917" y="3865740"/>
            <a:ext cx="811901" cy="836762"/>
          </a:xfrm>
          <a:prstGeom xmlns:a="http://schemas.openxmlformats.org/drawingml/2006/main" prst="rect">
            <a:avLst/>
          </a:prstGeom>
        </p:spPr>
      </p:pic>
      <p:sp>
        <p:nvSpPr>
          <p:cNvPr id="145" name="reviewed-image-24">
            <a:extLst xmlns:a="http://schemas.openxmlformats.org/drawingml/2006/main">
              <a:ext uri="{FF2B5EF4-FFF2-40B4-BE49-F238E27FC236}">
                <a16:creationId xmlns:a16="http://schemas.microsoft.com/office/drawing/2014/main" id="{896338FD-7503-4D07-903B-9457DE6B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917" y="3865740"/>
            <a:ext cx="811901" cy="836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B75791D8-FE19-419E-B305-0E69E216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137" y="247391"/>
            <a:ext cx="2559974" cy="4608371"/>
          </a:xfrm>
          <a:custGeom xmlns:a="http://schemas.openxmlformats.org/drawingml/2006/main">
            <a:pathLst>
              <a:path w="2559974" h="4608371">
                <a:moveTo>
                  <a:pt x="0" y="191436"/>
                </a:moveTo>
                <a:cubicBezTo>
                  <a:pt x="0" y="85708"/>
                  <a:pt x="85708" y="0"/>
                  <a:pt x="191436" y="0"/>
                </a:cubicBezTo>
                <a:lnTo>
                  <a:pt x="2368540" y="0"/>
                </a:lnTo>
                <a:cubicBezTo>
                  <a:pt x="2474272" y="0"/>
                  <a:pt x="2559974" y="85708"/>
                  <a:pt x="2559974" y="191436"/>
                </a:cubicBezTo>
                <a:lnTo>
                  <a:pt x="2559974" y="4416936"/>
                </a:lnTo>
                <a:cubicBezTo>
                  <a:pt x="2559974" y="4522663"/>
                  <a:pt x="2474272" y="4608371"/>
                  <a:pt x="2368540" y="4608371"/>
                </a:cubicBezTo>
                <a:lnTo>
                  <a:pt x="191436" y="4608371"/>
                </a:lnTo>
                <a:cubicBezTo>
                  <a:pt x="85708" y="4608371"/>
                  <a:pt x="0" y="4522663"/>
                  <a:pt x="0" y="4416936"/>
                </a:cubicBezTo>
                <a:lnTo>
                  <a:pt x="0" y="191436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E4A0ACF8-4B17-4D68-A9D2-8ED37895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137" y="247391"/>
            <a:ext cx="2559976" cy="4608372"/>
          </a:xfrm>
          <a:custGeom xmlns:a="http://schemas.openxmlformats.org/drawingml/2006/main">
            <a:pathLst>
              <a:path w="2559976" h="4608372">
                <a:moveTo>
                  <a:pt x="0" y="191436"/>
                </a:moveTo>
                <a:cubicBezTo>
                  <a:pt x="0" y="85709"/>
                  <a:pt x="85708" y="0"/>
                  <a:pt x="191436" y="0"/>
                </a:cubicBezTo>
                <a:lnTo>
                  <a:pt x="2368540" y="0"/>
                </a:lnTo>
                <a:cubicBezTo>
                  <a:pt x="2474267" y="0"/>
                  <a:pt x="2559976" y="85709"/>
                  <a:pt x="2559976" y="191436"/>
                </a:cubicBezTo>
                <a:lnTo>
                  <a:pt x="2559976" y="4416936"/>
                </a:lnTo>
                <a:cubicBezTo>
                  <a:pt x="2559976" y="4522663"/>
                  <a:pt x="2474267" y="4608372"/>
                  <a:pt x="2368540" y="4608372"/>
                </a:cubicBezTo>
                <a:lnTo>
                  <a:pt x="191436" y="4608372"/>
                </a:lnTo>
                <a:cubicBezTo>
                  <a:pt x="85708" y="4608372"/>
                  <a:pt x="0" y="4522663"/>
                  <a:pt x="0" y="4416936"/>
                </a:cubicBezTo>
                <a:lnTo>
                  <a:pt x="0" y="191436"/>
                </a:lnTo>
              </a:path>
            </a:pathLst>
          </a:custGeom>
          <a:noFill xmlns:a="http://schemas.openxmlformats.org/drawingml/2006/main"/>
          <a:ln xmlns:a="http://schemas.openxmlformats.org/drawingml/2006/main" w="28479">
            <a:solidFill>
              <a:srgbClr val="C00000"/>
            </a:solidFill>
            <a:prstDash val="solid"/>
          </a:ln>
        </p:spPr>
      </p:sp>
      <p:sp>
        <p:nvSpPr>
          <p:cNvPr id="148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A19EA050-4C2C-4FF4-A348-2439A3C5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3465" y="71340"/>
            <a:ext cx="2085678" cy="362456"/>
          </a:xfrm>
          <a:custGeom xmlns:a="http://schemas.openxmlformats.org/drawingml/2006/main">
            <a:pathLst>
              <a:path w="2085678" h="362456">
                <a:moveTo>
                  <a:pt x="0" y="60411"/>
                </a:moveTo>
                <a:cubicBezTo>
                  <a:pt x="0" y="27047"/>
                  <a:pt x="27046" y="0"/>
                  <a:pt x="60410" y="0"/>
                </a:cubicBezTo>
                <a:lnTo>
                  <a:pt x="2025264" y="0"/>
                </a:lnTo>
                <a:cubicBezTo>
                  <a:pt x="2058632" y="0"/>
                  <a:pt x="2085678" y="27047"/>
                  <a:pt x="2085678" y="60411"/>
                </a:cubicBezTo>
                <a:lnTo>
                  <a:pt x="2085678" y="302046"/>
                </a:lnTo>
                <a:cubicBezTo>
                  <a:pt x="2085678" y="335410"/>
                  <a:pt x="2058632" y="362456"/>
                  <a:pt x="2025264" y="362456"/>
                </a:cubicBezTo>
                <a:lnTo>
                  <a:pt x="60410" y="362456"/>
                </a:lnTo>
                <a:cubicBezTo>
                  <a:pt x="27046" y="362456"/>
                  <a:pt x="0" y="335410"/>
                  <a:pt x="0" y="302046"/>
                </a:cubicBezTo>
                <a:lnTo>
                  <a:pt x="0" y="60411"/>
                </a:lnTo>
              </a:path>
            </a:pathLst>
          </a:custGeom>
          <a:solidFill xmlns:a="http://schemas.openxmlformats.org/drawingml/2006/main">
            <a:srgbClr val="DE67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E02CD8FC-86F9-43E0-B3B7-0562E53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1519" y="170377"/>
            <a:ext cx="927151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50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8F45FA1E-D817-4FBC-951D-0661E730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4224" y="170377"/>
            <a:ext cx="141196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51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86F11AA1-214F-40E4-8D83-A1B46871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1202" y="170377"/>
            <a:ext cx="710574" cy="1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152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018D1C1-BB0B-4BA1-BDD6-FB50CFD6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9319" y="463829"/>
            <a:ext cx="2725670" cy="2241015"/>
          </a:xfrm>
          <a:custGeom xmlns:a="http://schemas.openxmlformats.org/drawingml/2006/main">
            <a:pathLst>
              <a:path w="2725670" h="2241015">
                <a:moveTo>
                  <a:pt x="0" y="373510"/>
                </a:moveTo>
                <a:cubicBezTo>
                  <a:pt x="0" y="167226"/>
                  <a:pt x="167226" y="0"/>
                  <a:pt x="373509" y="0"/>
                </a:cubicBezTo>
                <a:lnTo>
                  <a:pt x="2352161" y="0"/>
                </a:lnTo>
                <a:cubicBezTo>
                  <a:pt x="2558444" y="0"/>
                  <a:pt x="2725670" y="167226"/>
                  <a:pt x="2725670" y="373510"/>
                </a:cubicBezTo>
                <a:lnTo>
                  <a:pt x="2725670" y="1867505"/>
                </a:lnTo>
                <a:cubicBezTo>
                  <a:pt x="2725670" y="2073789"/>
                  <a:pt x="2558444" y="2241015"/>
                  <a:pt x="2352161" y="2241015"/>
                </a:cubicBezTo>
                <a:lnTo>
                  <a:pt x="373509" y="2241015"/>
                </a:lnTo>
                <a:cubicBezTo>
                  <a:pt x="167226" y="2241015"/>
                  <a:pt x="0" y="2073789"/>
                  <a:pt x="0" y="1867505"/>
                </a:cubicBezTo>
                <a:lnTo>
                  <a:pt x="0" y="373510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1AA21C"/>
            </a:solidFill>
            <a:prstDash val="dash"/>
          </a:ln>
        </p:spPr>
      </p:sp>
      <p:sp>
        <p:nvSpPr>
          <p:cNvPr id="153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DE98667F-19C4-4838-9B0A-9B4D177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190" y="550433"/>
            <a:ext cx="897267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154" name="pdf-text-99-0">
            <a:extLst xmlns:a="http://schemas.openxmlformats.org/drawingml/2006/main">
              <a:ext uri="{FF2B5EF4-FFF2-40B4-BE49-F238E27FC236}">
                <a16:creationId xmlns:a16="http://schemas.microsoft.com/office/drawing/2014/main" id="{4D692BCE-697C-492F-960A-3A3CD274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5054" y="550433"/>
            <a:ext cx="608800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155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045F5CDA-2953-4C5A-83B2-77A7DB8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9319" y="2802188"/>
            <a:ext cx="2725670" cy="1973833"/>
          </a:xfrm>
          <a:custGeom xmlns:a="http://schemas.openxmlformats.org/drawingml/2006/main">
            <a:pathLst>
              <a:path w="2725670" h="1973833">
                <a:moveTo>
                  <a:pt x="0" y="227208"/>
                </a:moveTo>
                <a:cubicBezTo>
                  <a:pt x="0" y="101724"/>
                  <a:pt x="101724" y="0"/>
                  <a:pt x="227207" y="0"/>
                </a:cubicBezTo>
                <a:lnTo>
                  <a:pt x="2498463" y="0"/>
                </a:lnTo>
                <a:cubicBezTo>
                  <a:pt x="2623946" y="0"/>
                  <a:pt x="2725670" y="101724"/>
                  <a:pt x="2725670" y="227208"/>
                </a:cubicBezTo>
                <a:lnTo>
                  <a:pt x="2725670" y="1746625"/>
                </a:lnTo>
                <a:cubicBezTo>
                  <a:pt x="2725670" y="1872109"/>
                  <a:pt x="2623946" y="1973833"/>
                  <a:pt x="2498463" y="1973833"/>
                </a:cubicBezTo>
                <a:lnTo>
                  <a:pt x="227207" y="1973833"/>
                </a:lnTo>
                <a:cubicBezTo>
                  <a:pt x="101724" y="1973833"/>
                  <a:pt x="0" y="1872109"/>
                  <a:pt x="0" y="1746625"/>
                </a:cubicBezTo>
                <a:lnTo>
                  <a:pt x="0" y="227208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1AA21C"/>
            </a:solidFill>
            <a:prstDash val="dash"/>
          </a:ln>
        </p:spPr>
      </p:sp>
      <p:sp>
        <p:nvSpPr>
          <p:cNvPr id="156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2BA93C9D-7373-488E-973D-AFD10DB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646" y="2882581"/>
            <a:ext cx="305991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Multi</a:t>
            </a:r>
          </a:p>
        </p:txBody>
      </p:sp>
      <p:sp>
        <p:nvSpPr>
          <p:cNvPr id="157" name="pdf-text-101-0">
            <a:extLst xmlns:a="http://schemas.openxmlformats.org/drawingml/2006/main">
              <a:ext uri="{FF2B5EF4-FFF2-40B4-BE49-F238E27FC236}">
                <a16:creationId xmlns:a16="http://schemas.microsoft.com/office/drawing/2014/main" id="{F1D24CD4-05F7-426E-992E-26E48DFD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8792" y="2882581"/>
            <a:ext cx="41888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58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92636291-858C-4BE6-B6D5-7E63D410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325" y="2882581"/>
            <a:ext cx="1157527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1AA21C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1AA21C"/>
                </a:solidFill>
                <a:latin typeface="Arial"/>
                <a:ea typeface="Arial"/>
                <a:cs typeface="Arial"/>
              </a:rPr>
              <a:t>Task Policy Training</a:t>
            </a:r>
          </a:p>
        </p:txBody>
      </p:sp>
      <p:sp>
        <p:nvSpPr>
          <p:cNvPr id="159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1D3B2A9D-E2BF-410D-B27D-98BC9DF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6443" y="567387"/>
            <a:ext cx="2311435" cy="2234802"/>
          </a:xfrm>
          <a:custGeom xmlns:a="http://schemas.openxmlformats.org/drawingml/2006/main">
            <a:pathLst>
              <a:path w="2311435" h="2234802">
                <a:moveTo>
                  <a:pt x="0" y="238901"/>
                </a:moveTo>
                <a:cubicBezTo>
                  <a:pt x="0" y="106960"/>
                  <a:pt x="106960" y="0"/>
                  <a:pt x="238901" y="0"/>
                </a:cubicBezTo>
                <a:lnTo>
                  <a:pt x="2072533" y="0"/>
                </a:lnTo>
                <a:cubicBezTo>
                  <a:pt x="2204475" y="0"/>
                  <a:pt x="2311435" y="106960"/>
                  <a:pt x="2311435" y="238901"/>
                </a:cubicBezTo>
                <a:lnTo>
                  <a:pt x="2311435" y="1995900"/>
                </a:lnTo>
                <a:cubicBezTo>
                  <a:pt x="2311435" y="2127842"/>
                  <a:pt x="2204475" y="2234802"/>
                  <a:pt x="2072533" y="2234802"/>
                </a:cubicBezTo>
                <a:lnTo>
                  <a:pt x="238901" y="2234802"/>
                </a:lnTo>
                <a:cubicBezTo>
                  <a:pt x="106960" y="2234802"/>
                  <a:pt x="0" y="2127842"/>
                  <a:pt x="0" y="1995900"/>
                </a:cubicBezTo>
                <a:lnTo>
                  <a:pt x="0" y="238901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C00000"/>
            </a:solidFill>
            <a:prstDash val="dash"/>
          </a:ln>
        </p:spPr>
      </p:sp>
      <p:sp>
        <p:nvSpPr>
          <p:cNvPr id="160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7DB91B7B-D1A4-40CE-8A44-14BCE624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4647" y="633281"/>
            <a:ext cx="1334965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Spatial &amp; Object Level</a:t>
            </a:r>
          </a:p>
        </p:txBody>
      </p:sp>
      <p:sp>
        <p:nvSpPr>
          <p:cNvPr id="161" name="pdf-text-104-0">
            <a:extLst xmlns:a="http://schemas.openxmlformats.org/drawingml/2006/main">
              <a:ext uri="{FF2B5EF4-FFF2-40B4-BE49-F238E27FC236}">
                <a16:creationId xmlns:a16="http://schemas.microsoft.com/office/drawing/2014/main" id="{8DD720B3-074C-4216-A314-C49356D3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5593" y="792762"/>
            <a:ext cx="869749" cy="132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Generalization</a:t>
            </a:r>
          </a:p>
        </p:txBody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D4C4AB9-2F3E-411F-B2DD-569E18F9A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51c025ff84952"/>
          <a:srcRect xmlns:a="http://schemas.openxmlformats.org/drawingml/2006/main" l="158" t="0" r="1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6320" y="1842202"/>
            <a:ext cx="973465" cy="809816"/>
          </a:xfrm>
          <a:prstGeom xmlns:a="http://schemas.openxmlformats.org/drawingml/2006/main" prst="rect">
            <a:avLst/>
          </a:prstGeom>
        </p:spPr>
      </p:pic>
      <p:sp>
        <p:nvSpPr>
          <p:cNvPr id="163" name="reviewed-image-25">
            <a:extLst xmlns:a="http://schemas.openxmlformats.org/drawingml/2006/main">
              <a:ext uri="{FF2B5EF4-FFF2-40B4-BE49-F238E27FC236}">
                <a16:creationId xmlns:a16="http://schemas.microsoft.com/office/drawing/2014/main" id="{E49E0119-96C5-476C-831D-19A2D13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6320" y="1842202"/>
            <a:ext cx="973465" cy="809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7B5186E-69E7-4825-9FD2-3CBFD1E7B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4ea8e49fb4daa"/>
          <a:srcRect xmlns:a="http://schemas.openxmlformats.org/drawingml/2006/main" l="192" t="0" r="1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2103" y="957805"/>
            <a:ext cx="961034" cy="811901"/>
          </a:xfrm>
          <a:prstGeom xmlns:a="http://schemas.openxmlformats.org/drawingml/2006/main" prst="rect">
            <a:avLst/>
          </a:prstGeom>
        </p:spPr>
      </p:pic>
      <p:sp>
        <p:nvSpPr>
          <p:cNvPr id="165" name="reviewed-image-26">
            <a:extLst xmlns:a="http://schemas.openxmlformats.org/drawingml/2006/main">
              <a:ext uri="{FF2B5EF4-FFF2-40B4-BE49-F238E27FC236}">
                <a16:creationId xmlns:a16="http://schemas.microsoft.com/office/drawing/2014/main" id="{9F8F14D6-2862-438C-A3A1-1B71975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2103" y="957805"/>
            <a:ext cx="961034" cy="81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FA1309C-6C0A-4140-8D7F-1BD442391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b0c938ae84ddf"/>
          <a:srcRect xmlns:a="http://schemas.openxmlformats.org/drawingml/2006/main" l="192" t="0" r="1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0390" y="1840116"/>
            <a:ext cx="961034" cy="811901"/>
          </a:xfrm>
          <a:prstGeom xmlns:a="http://schemas.openxmlformats.org/drawingml/2006/main" prst="rect">
            <a:avLst/>
          </a:prstGeom>
        </p:spPr>
      </p:pic>
      <p:sp>
        <p:nvSpPr>
          <p:cNvPr id="167" name="reviewed-image-27">
            <a:extLst xmlns:a="http://schemas.openxmlformats.org/drawingml/2006/main">
              <a:ext uri="{FF2B5EF4-FFF2-40B4-BE49-F238E27FC236}">
                <a16:creationId xmlns:a16="http://schemas.microsoft.com/office/drawing/2014/main" id="{7D1EC514-4D4D-4ADB-B1A7-5B807F05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390" y="1840116"/>
            <a:ext cx="961034" cy="811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22EAFD8-73BA-4129-9205-42A30722F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9cba0fe224804"/>
          <a:srcRect xmlns:a="http://schemas.openxmlformats.org/drawingml/2006/main" l="1752" t="0" r="17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8750" y="972293"/>
            <a:ext cx="948604" cy="795328"/>
          </a:xfrm>
          <a:prstGeom xmlns:a="http://schemas.openxmlformats.org/drawingml/2006/main" prst="rect">
            <a:avLst/>
          </a:prstGeom>
        </p:spPr>
      </p:pic>
      <p:sp>
        <p:nvSpPr>
          <p:cNvPr id="169" name="reviewed-image-28">
            <a:extLst xmlns:a="http://schemas.openxmlformats.org/drawingml/2006/main">
              <a:ext uri="{FF2B5EF4-FFF2-40B4-BE49-F238E27FC236}">
                <a16:creationId xmlns:a16="http://schemas.microsoft.com/office/drawing/2014/main" id="{13F6D46E-9450-489D-AECF-FA4574C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8750" y="972293"/>
            <a:ext cx="948604" cy="795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152A2C6B-6F26-4D3D-B47C-BEC286F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6443" y="2872609"/>
            <a:ext cx="2311435" cy="1872320"/>
          </a:xfrm>
          <a:custGeom xmlns:a="http://schemas.openxmlformats.org/drawingml/2006/main">
            <a:pathLst>
              <a:path w="2311435" h="1872320">
                <a:moveTo>
                  <a:pt x="0" y="200150"/>
                </a:moveTo>
                <a:cubicBezTo>
                  <a:pt x="0" y="89610"/>
                  <a:pt x="89610" y="0"/>
                  <a:pt x="200150" y="0"/>
                </a:cubicBezTo>
                <a:lnTo>
                  <a:pt x="2111285" y="0"/>
                </a:lnTo>
                <a:cubicBezTo>
                  <a:pt x="2221825" y="0"/>
                  <a:pt x="2311435" y="89610"/>
                  <a:pt x="2311435" y="200150"/>
                </a:cubicBezTo>
                <a:lnTo>
                  <a:pt x="2311435" y="1672170"/>
                </a:lnTo>
                <a:cubicBezTo>
                  <a:pt x="2311435" y="1782710"/>
                  <a:pt x="2221825" y="1872320"/>
                  <a:pt x="2111285" y="1872320"/>
                </a:cubicBezTo>
                <a:lnTo>
                  <a:pt x="200150" y="1872320"/>
                </a:lnTo>
                <a:cubicBezTo>
                  <a:pt x="89610" y="1872320"/>
                  <a:pt x="0" y="1782710"/>
                  <a:pt x="0" y="1672170"/>
                </a:cubicBezTo>
                <a:lnTo>
                  <a:pt x="0" y="200150"/>
                </a:lnTo>
              </a:path>
            </a:pathLst>
          </a:custGeom>
          <a:noFill xmlns:a="http://schemas.openxmlformats.org/drawingml/2006/main"/>
          <a:ln xmlns:a="http://schemas.openxmlformats.org/drawingml/2006/main" w="18986">
            <a:solidFill>
              <a:srgbClr val="C00000"/>
            </a:solidFill>
            <a:prstDash val="dash"/>
          </a:ln>
        </p:spPr>
      </p:sp>
      <p:sp>
        <p:nvSpPr>
          <p:cNvPr id="171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1D3D3A46-D460-4B1E-8131-3ACD0C76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319" y="2946786"/>
            <a:ext cx="1064420" cy="132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Sim2Real Transfer</a:t>
            </a:r>
          </a:p>
        </p:txBody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79131C8-2342-4689-9ED0-9B472B760F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a9ef5c0f9434c"/>
          <a:srcRect xmlns:a="http://schemas.openxmlformats.org/drawingml/2006/main" l="73" t="0" r="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917" y="1678581"/>
            <a:ext cx="820188" cy="749751"/>
          </a:xfrm>
          <a:prstGeom xmlns:a="http://schemas.openxmlformats.org/drawingml/2006/main" prst="rect">
            <a:avLst/>
          </a:prstGeom>
        </p:spPr>
      </p:pic>
      <p:sp>
        <p:nvSpPr>
          <p:cNvPr id="173" name="reviewed-image-29">
            <a:extLst xmlns:a="http://schemas.openxmlformats.org/drawingml/2006/main">
              <a:ext uri="{FF2B5EF4-FFF2-40B4-BE49-F238E27FC236}">
                <a16:creationId xmlns:a16="http://schemas.microsoft.com/office/drawing/2014/main" id="{5A9509AB-8A1B-4E2E-88A4-164BA878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917" y="1678581"/>
            <a:ext cx="820188" cy="749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C92073C-CFDB-4BBC-89CA-3D76E88F5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bbba4fdfa4757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1386" y="3128391"/>
            <a:ext cx="2079460" cy="1520247"/>
          </a:xfrm>
          <a:prstGeom xmlns:a="http://schemas.openxmlformats.org/drawingml/2006/main" prst="rect">
            <a:avLst/>
          </a:prstGeom>
        </p:spPr>
      </p:pic>
      <p:sp>
        <p:nvSpPr>
          <p:cNvPr id="175" name="reviewed-image-30">
            <a:extLst xmlns:a="http://schemas.openxmlformats.org/drawingml/2006/main">
              <a:ext uri="{FF2B5EF4-FFF2-40B4-BE49-F238E27FC236}">
                <a16:creationId xmlns:a16="http://schemas.microsoft.com/office/drawing/2014/main" id="{717F9697-EF2E-4809-8D97-01BF6F56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1386" y="3128391"/>
            <a:ext cx="2079460" cy="152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0212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2026-10-09T20:57:40.8660000Z</dcterms:created>
  <dcterms:modified xsi:type="dcterms:W3CDTF">2026-10-09T20:57:40.8660000Z</dcterms:modified>
</coreProperties>
</file>