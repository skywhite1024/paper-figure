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940a4c4e68460d" /><Relationship Type="http://schemas.openxmlformats.org/officeDocument/2006/relationships/extended-properties" Target="/docProps/app.xml" Id="R431aa617618f49ec" /><Relationship Type="http://schemas.openxmlformats.org/officeDocument/2006/relationships/officeDocument" Target="/ppt/presentation.xml" Id="Ra1e6a1a211144044" /></Relationships>
</file>

<file path=ppt/presentation.xml><?xml version="1.0" encoding="utf-8"?>
<p:presentation xmlns:p="http://schemas.openxmlformats.org/presentationml/2006/main">
  <p:sldMasterIdLst>
    <p:sldMasterId xmlns:r="http://schemas.openxmlformats.org/officeDocument/2006/relationships" id="2147483648" r:id="R9fcbd88957ba4cd1"/>
  </p:sldMasterIdLst>
  <p:notesMasterIdLst>
    <p:notesMasterId xmlns:r="http://schemas.openxmlformats.org/officeDocument/2006/relationships" r:id="R31dd47980d564cfa"/>
  </p:notesMasterIdLst>
  <p:sldIdLst>
    <p:sldId xmlns:r="http://schemas.openxmlformats.org/officeDocument/2006/relationships" id="256" r:id="R3bfffbc9a4d64adf"/>
  </p:sldIdLst>
  <p:sldSz cx="14716125" cy="4772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e28081d2af4b05" /><Relationship Type="http://schemas.openxmlformats.org/officeDocument/2006/relationships/slideMaster" Target="/ppt/slideMasters/slideMaster1.xml" Id="R9fcbd88957ba4cd1" /><Relationship Type="http://schemas.openxmlformats.org/officeDocument/2006/relationships/notesMaster" Target="/ppt/notesMasters/notesMaster1.xml" Id="R31dd47980d564cfa" /><Relationship Type="http://schemas.openxmlformats.org/officeDocument/2006/relationships/presProps" Target="/ppt/presProps.xml" Id="R576a091346e0406f" /><Relationship Type="http://schemas.openxmlformats.org/officeDocument/2006/relationships/tableStyles" Target="/ppt/tableStyles.xml" Id="Rc329dd68ed484b60" /><Relationship Type="http://schemas.openxmlformats.org/officeDocument/2006/relationships/slide" Target="/ppt/slides/slide1.xml" Id="R3bfffbc9a4d64a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3c8d90048049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7ad54fd85b4e70" /><Relationship Type="http://schemas.openxmlformats.org/officeDocument/2006/relationships/notesMaster" Target="/ppt/notesMasters/notesMaster1.xml" Id="Ra6e58d70130e4b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"GORDON: Graph-based Object-centric Rewards for Decomposition of Long-Horizon Manipulation",</a:t>
            </a:r>
          </a:p>
          <a:p xmlns:a="http://schemas.openxmlformats.org/drawingml/2006/main">
            <a:r>
              <a:t>  "paper_url": "https://arxiv.org/abs/2608.03753v1",</a:t>
            </a:r>
          </a:p>
          <a:p xmlns:a="http://schemas.openxmlformats.org/drawingml/2006/main">
            <a:r>
              <a:t>  "figure": "Figure 2",</a:t>
            </a:r>
          </a:p>
          <a:p xmlns:a="http://schemas.openxmlformats.org/drawingml/2006/main">
            <a:r>
              <a:t>  "license": "http://arxiv.org/licenses/nonexclusive-distrib/1.0/",</a:t>
            </a:r>
          </a:p>
          <a:p xmlns:a="http://schemas.openxmlformats.org/drawingml/2006/main">
            <a:r>
              <a:t>  "notes": "Source GORDON figure reconstructed from native geometry, native ordinary labels, source Cambria mathematical outlines and individually clipped original photographs, icons, gradients and transparent effects. Literal raster word shadows are omitted to keep live text editing clean.",</a:t>
            </a:r>
          </a:p>
          <a:p xmlns:a="http://schemas.openxmlformats.org/drawingml/2006/main">
            <a:r>
              <a:t>  "page": 2,</a:t>
            </a:r>
          </a:p>
          <a:p xmlns:a="http://schemas.openxmlformats.org/drawingml/2006/main">
            <a:r>
              <a:t>  "status": "figure_recreation",</a:t>
            </a:r>
          </a:p>
          <a:p xmlns:a="http://schemas.openxmlformats.org/drawingml/2006/main">
            <a:r>
              <a:t>  "source_sha256": "2b068c624a58db12eae36bc71d54709395df888ad56ced794eacafe9a93a0725",</a:t>
            </a:r>
          </a:p>
          <a:p xmlns:a="http://schemas.openxmlformats.org/drawingml/2006/main">
            <a:r>
              <a:t>  "source_crop_pdf_points": [</a:t>
            </a:r>
          </a:p>
          <a:p xmlns:a="http://schemas.openxmlformats.org/drawingml/2006/main">
            <a:r>
              <a:t>    48,</a:t>
            </a:r>
          </a:p>
          <a:p xmlns:a="http://schemas.openxmlformats.org/drawingml/2006/main">
            <a:r>
              <a:t>    53,</a:t>
            </a:r>
          </a:p>
          <a:p xmlns:a="http://schemas.openxmlformats.org/drawingml/2006/main">
            <a:r>
              <a:t>    563,</a:t>
            </a:r>
          </a:p>
          <a:p xmlns:a="http://schemas.openxmlformats.org/drawingml/2006/main">
            <a:r>
              <a:t>    220</a:t>
            </a:r>
          </a:p>
          <a:p xmlns:a="http://schemas.openxmlformats.org/drawingml/2006/main">
            <a:r>
              <a:t>  ],</a:t>
            </a:r>
          </a:p>
          <a:p xmlns:a="http://schemas.openxmlformats.org/drawingml/2006/main">
            <a:r>
              <a:t>  "extraction_review": "Source inspected; preview and independent editor QA pending.",</a:t>
            </a:r>
          </a:p>
          <a:p xmlns:a="http://schemas.openxmlformats.org/drawingml/2006/main">
            <a:r>
              <a:t>  "font_substitutions": "Source Titillium Web uses width-fitted Arial with original boldness; Cambria mathematical shapes retained.",</a:t>
            </a:r>
          </a:p>
          <a:p xmlns:a="http://schemas.openxmlformats.org/drawingml/2006/main">
            <a:r>
              <a:t>  "outlined_font_families": [</a:t>
            </a:r>
          </a:p>
          <a:p xmlns:a="http://schemas.openxmlformats.org/drawingml/2006/main">
            <a:r>
              <a:t>    "CambriaMath"</a:t>
            </a:r>
          </a:p>
          <a:p xmlns:a="http://schemas.openxmlformats.org/drawingml/2006/main">
            <a:r>
              <a:t>  ],</a:t>
            </a:r>
          </a:p>
          <a:p xmlns:a="http://schemas.openxmlformats.org/drawingml/2006/main">
            <a:r>
              <a:t>  "outlined_math_limit": "Selected source mathematical fonts preserved as editable glyph outlines, not live equation/text objects.",</a:t>
            </a:r>
          </a:p>
          <a:p xmlns:a="http://schemas.openxmlformats.org/drawingml/2006/main">
            <a:r>
              <a:t>  "dash_fidelity": "Source custom dashed boundaries expanded into native solid segments, cubic sampling &lt;=0.4 scene pixel.",</a:t>
            </a:r>
          </a:p>
          <a:p xmlns:a="http://schemas.openxmlformats.org/drawingml/2006/main">
            <a:r>
              <a:t>  "extraction_warnings": [</a:t>
            </a:r>
          </a:p>
          <a:p xmlns:a="http://schemas.openxmlformats.org/drawingml/2006/main">
            <a:r>
              <a:t>    "288 source clipping groups intersect crop; extracted paths require explicit clipping review",</a:t>
            </a:r>
          </a:p>
          <a:p xmlns:a="http://schemas.openxmlformats.org/drawingml/2006/main">
            <a:r>
              <a:t>    "path crosses crop boundary: 1",</a:t>
            </a:r>
          </a:p>
          <a:p xmlns:a="http://schemas.openxmlformats.org/drawingml/2006/main">
            <a:r>
              <a:t>    "rotated text needs manual reconstruction: G",</a:t>
            </a:r>
          </a:p>
          <a:p xmlns:a="http://schemas.openxmlformats.org/drawingml/2006/main">
            <a:r>
              <a:t>    "rotated text needs manual reconstruction: N",</a:t>
            </a:r>
          </a:p>
          <a:p xmlns:a="http://schemas.openxmlformats.org/drawingml/2006/main">
            <a:r>
              <a:t>    "rotated text needs manual reconstruction: N",</a:t>
            </a:r>
          </a:p>
          <a:p xmlns:a="http://schemas.openxmlformats.org/drawingml/2006/main">
            <a:r>
              <a:t>    "rotated text needs manual reconstruction: p",</a:t>
            </a:r>
          </a:p>
          <a:p xmlns:a="http://schemas.openxmlformats.org/drawingml/2006/main">
            <a:r>
              <a:t>    "rotated text needs manual reconstruction: r",</a:t>
            </a:r>
          </a:p>
          <a:p xmlns:a="http://schemas.openxmlformats.org/drawingml/2006/main">
            <a:r>
              <a:t>    "rotated text needs manual reconstruction: e",</a:t>
            </a:r>
          </a:p>
          <a:p xmlns:a="http://schemas.openxmlformats.org/drawingml/2006/main">
            <a:r>
              <a:t>    "rotated text needs manual reconstruction: t",</a:t>
            </a:r>
          </a:p>
          <a:p xmlns:a="http://schemas.openxmlformats.org/drawingml/2006/main">
            <a:r>
              <a:t>    "rotated text needs manual reconstruction: r",</a:t>
            </a:r>
          </a:p>
          <a:p xmlns:a="http://schemas.openxmlformats.org/drawingml/2006/main">
            <a:r>
              <a:t>    "rotated text needs manual reconstruction: a",</a:t>
            </a:r>
          </a:p>
          <a:p xmlns:a="http://schemas.openxmlformats.org/drawingml/2006/main">
            <a:r>
              <a:t>    "rotated text needs manual reconstruction: i",</a:t>
            </a:r>
          </a:p>
          <a:p xmlns:a="http://schemas.openxmlformats.org/drawingml/2006/main">
            <a:r>
              <a:t>    "rotated text needs manual reconstruction: n",</a:t>
            </a:r>
          </a:p>
          <a:p xmlns:a="http://schemas.openxmlformats.org/drawingml/2006/main">
            <a:r>
              <a:t>    "rotated text needs manual reconstruction: i",</a:t>
            </a:r>
          </a:p>
          <a:p xmlns:a="http://schemas.openxmlformats.org/drawingml/2006/main">
            <a:r>
              <a:t>    "rotated text needs manual reconstruction: n",</a:t>
            </a:r>
          </a:p>
          <a:p xmlns:a="http://schemas.openxmlformats.org/drawingml/2006/main">
            <a:r>
              <a:t>    "rotated text needs manual reconstruction: g",</a:t>
            </a:r>
          </a:p>
          <a:p xmlns:a="http://schemas.openxmlformats.org/drawingml/2006/main">
            <a:r>
              <a:t>    "rotated text needs manual reconstruction: R",</a:t>
            </a:r>
          </a:p>
          <a:p xmlns:a="http://schemas.openxmlformats.org/drawingml/2006/main">
            <a:r>
              <a:t>    "rotated text needs manual reconstruction: L",</a:t>
            </a:r>
          </a:p>
          <a:p xmlns:a="http://schemas.openxmlformats.org/drawingml/2006/main">
            <a:r>
              <a:t>    "rotated text needs manual reconstruction: w",</a:t>
            </a:r>
          </a:p>
          <a:p xmlns:a="http://schemas.openxmlformats.org/drawingml/2006/main">
            <a:r>
              <a:t>    "rotated text needs manual reconstruction: /",</a:t>
            </a:r>
          </a:p>
          <a:p xmlns:a="http://schemas.openxmlformats.org/drawingml/2006/main">
            <a:r>
              <a:t>    "rotated text needs manual reconstruction: L",</a:t>
            </a:r>
          </a:p>
          <a:p xmlns:a="http://schemas.openxmlformats.org/drawingml/2006/main">
            <a:r>
              <a:t>    "rotated text needs manual reconstruction: e",</a:t>
            </a:r>
          </a:p>
          <a:p xmlns:a="http://schemas.openxmlformats.org/drawingml/2006/main">
            <a:r>
              <a:t>    "rotated text needs manual reconstruction: a",</a:t>
            </a:r>
          </a:p>
          <a:p xmlns:a="http://schemas.openxmlformats.org/drawingml/2006/main">
            <a:r>
              <a:t>    "rotated text needs manual reconstruction: r",</a:t>
            </a:r>
          </a:p>
          <a:p xmlns:a="http://schemas.openxmlformats.org/drawingml/2006/main">
            <a:r>
              <a:t>    "rotated text needs manual reconstruction: n",</a:t>
            </a:r>
          </a:p>
          <a:p xmlns:a="http://schemas.openxmlformats.org/drawingml/2006/main">
            <a:r>
              <a:t>    "rotated text needs manual reconstruction: e",</a:t>
            </a:r>
          </a:p>
          <a:p xmlns:a="http://schemas.openxmlformats.org/drawingml/2006/main">
            <a:r>
              <a:t>    "rotated text needs manual reconstruction: d",</a:t>
            </a:r>
          </a:p>
          <a:p xmlns:a="http://schemas.openxmlformats.org/drawingml/2006/main">
            <a:r>
              <a:t>    "rotated text needs manual reconstruction: R",</a:t>
            </a:r>
          </a:p>
          <a:p xmlns:a="http://schemas.openxmlformats.org/drawingml/2006/main">
            <a:r>
              <a:t>    "rotated text needs manual reconstruction: e",</a:t>
            </a:r>
          </a:p>
          <a:p xmlns:a="http://schemas.openxmlformats.org/drawingml/2006/main">
            <a:r>
              <a:t>    "rotated text needs manual reconstruction: w",</a:t>
            </a:r>
          </a:p>
          <a:p xmlns:a="http://schemas.openxmlformats.org/drawingml/2006/main">
            <a:r>
              <a:t>    "rotated text needs manual reconstruction: a",</a:t>
            </a:r>
          </a:p>
          <a:p xmlns:a="http://schemas.openxmlformats.org/drawingml/2006/main">
            <a:r>
              <a:t>    "rotated text needs manual reconstruction: r",</a:t>
            </a:r>
          </a:p>
          <a:p xmlns:a="http://schemas.openxmlformats.org/drawingml/2006/main">
            <a:r>
              <a:t>    "rotated text needs manual reconstruction: d",</a:t>
            </a:r>
          </a:p>
          <a:p xmlns:a="http://schemas.openxmlformats.org/drawingml/2006/main">
            <a:r>
              <a:t>    "rotated text needs manual reconstruction: P",</a:t>
            </a:r>
          </a:p>
          <a:p xmlns:a="http://schemas.openxmlformats.org/drawingml/2006/main">
            <a:r>
              <a:t>    "rotated text needs manual reconstruction: o",</a:t>
            </a:r>
          </a:p>
          <a:p xmlns:a="http://schemas.openxmlformats.org/drawingml/2006/main">
            <a:r>
              <a:t>    "rotated text needs manual reconstruction: l",</a:t>
            </a:r>
          </a:p>
          <a:p xmlns:a="http://schemas.openxmlformats.org/drawingml/2006/main">
            <a:r>
              <a:t>    "rotated text needs manual reconstruction: i",</a:t>
            </a:r>
          </a:p>
          <a:p xmlns:a="http://schemas.openxmlformats.org/drawingml/2006/main">
            <a:r>
              <a:t>    "rotated text needs manual reconstruction: c",</a:t>
            </a:r>
          </a:p>
          <a:p xmlns:a="http://schemas.openxmlformats.org/drawingml/2006/main">
            <a:r>
              <a:t>    "rotated text needs manual reconstruction: y",</a:t>
            </a:r>
          </a:p>
          <a:p xmlns:a="http://schemas.openxmlformats.org/drawingml/2006/main">
            <a:r>
              <a:t>    "rotated text needs manual reconstruction: R",</a:t>
            </a:r>
          </a:p>
          <a:p xmlns:a="http://schemas.openxmlformats.org/drawingml/2006/main">
            <a:r>
              <a:t>    "rotated text needs manual reconstruction: o",</a:t>
            </a:r>
          </a:p>
          <a:p xmlns:a="http://schemas.openxmlformats.org/drawingml/2006/main">
            <a:r>
              <a:t>    "rotated text needs manual reconstruction: l",</a:t>
            </a:r>
          </a:p>
          <a:p xmlns:a="http://schemas.openxmlformats.org/drawingml/2006/main">
            <a:r>
              <a:t>    "rotated text needs manual reconstruction: l",</a:t>
            </a:r>
          </a:p>
          <a:p xmlns:a="http://schemas.openxmlformats.org/drawingml/2006/main">
            <a:r>
              <a:t>    "rotated text needs manual reconstruction: o",</a:t>
            </a:r>
          </a:p>
          <a:p xmlns:a="http://schemas.openxmlformats.org/drawingml/2006/main">
            <a:r>
              <a:t>    "rotated text needs manual reconstruction: u",</a:t>
            </a:r>
          </a:p>
          <a:p xmlns:a="http://schemas.openxmlformats.org/drawingml/2006/main">
            <a:r>
              <a:t>    "rotated text needs manual reconstruction: t",</a:t>
            </a:r>
          </a:p>
          <a:p xmlns:a="http://schemas.openxmlformats.org/drawingml/2006/main">
            <a:r>
              <a:t>    "rotated text needs manual reconstruction: T",</a:t>
            </a:r>
          </a:p>
          <a:p xmlns:a="http://schemas.openxmlformats.org/drawingml/2006/main">
            <a:r>
              <a:t>    "rotated text needs manual reconstruction: a",</a:t>
            </a:r>
          </a:p>
          <a:p xmlns:a="http://schemas.openxmlformats.org/drawingml/2006/main">
            <a:r>
              <a:t>    "rotated text needs manual reconstruction: s",</a:t>
            </a:r>
          </a:p>
          <a:p xmlns:a="http://schemas.openxmlformats.org/drawingml/2006/main">
            <a:r>
              <a:t>    "rotated text needs manual reconstruction: k",</a:t>
            </a:r>
          </a:p>
          <a:p xmlns:a="http://schemas.openxmlformats.org/drawingml/2006/main">
            <a:r>
              <a:t>    "rotated text needs manual reconstruction: P",</a:t>
            </a:r>
          </a:p>
          <a:p xmlns:a="http://schemas.openxmlformats.org/drawingml/2006/main">
            <a:r>
              <a:t>    "rotated text needs manual reconstruction: r",</a:t>
            </a:r>
          </a:p>
          <a:p xmlns:a="http://schemas.openxmlformats.org/drawingml/2006/main">
            <a:r>
              <a:t>    "rotated text needs manual reconstruction: o",</a:t>
            </a:r>
          </a:p>
          <a:p xmlns:a="http://schemas.openxmlformats.org/drawingml/2006/main">
            <a:r>
              <a:t>    "rotated text needs manual reconstruction: g",</a:t>
            </a:r>
          </a:p>
          <a:p xmlns:a="http://schemas.openxmlformats.org/drawingml/2006/main">
            <a:r>
              <a:t>    "rotated text needs manual reconstruction: r",</a:t>
            </a:r>
          </a:p>
          <a:p xmlns:a="http://schemas.openxmlformats.org/drawingml/2006/main">
            <a:r>
              <a:t>    "rotated text needs manual reconstruction: e",</a:t>
            </a:r>
          </a:p>
          <a:p xmlns:a="http://schemas.openxmlformats.org/drawingml/2006/main">
            <a:r>
              <a:t>    "rotated text needs manual reconstruction: s",</a:t>
            </a:r>
          </a:p>
          <a:p xmlns:a="http://schemas.openxmlformats.org/drawingml/2006/main">
            <a:r>
              <a:t>    "rotated text needs manual reconstruction: s",</a:t>
            </a:r>
          </a:p>
          <a:p xmlns:a="http://schemas.openxmlformats.org/drawingml/2006/main">
            <a:r>
              <a:t>    "unhandled image/shading at seq 14: [233.38499450683594, 70.7311782836914, 272.8460388183594, 98.33753204345703]; requires reviewed raster region",</a:t>
            </a:r>
          </a:p>
          <a:p xmlns:a="http://schemas.openxmlformats.org/drawingml/2006/main">
            <a:r>
              <a:t>    "unhandled image/shading at seq 15: [235.33230590820312, 72.56393432617188, 270.78515625, 98.45207977294922]; requires reviewed raster region",</a:t>
            </a:r>
          </a:p>
          <a:p xmlns:a="http://schemas.openxmlformats.org/drawingml/2006/main">
            <a:r>
              <a:t>    "unhandled image/shading at seq 25: [231.32313537597656, 196.44720458984375, 274.39288330078125, 212.6002655029297]; requires reviewed raster region",</a:t>
            </a:r>
          </a:p>
          <a:p xmlns:a="http://schemas.openxmlformats.org/drawingml/2006/main">
            <a:r>
              <a:t>    "unhandled image/shading at seq 26: [236.13412475585938, 197.36367797851562, 269.5251159667969, 213.62985229492188]; requires reviewed raster region",</a:t>
            </a:r>
          </a:p>
          <a:p xmlns:a="http://schemas.openxmlformats.org/drawingml/2006/main">
            <a:r>
              <a:t>    "unhandled image/shading at seq 30: [302.68603515625, 157.10023498535156, 357.1532287597656, 178.92147827148438]; requires reviewed raster region",</a:t>
            </a:r>
          </a:p>
          <a:p xmlns:a="http://schemas.openxmlformats.org/drawingml/2006/main">
            <a:r>
              <a:t>    "unhandled image/shading at seq 31: [305.0342712402344, 157.2147979736328, 356.29412841796875, 180.5838623046875]; requires reviewed raster region",</a:t>
            </a:r>
          </a:p>
          <a:p xmlns:a="http://schemas.openxmlformats.org/drawingml/2006/main">
            <a:r>
              <a:t>    "unhandled image/shading at seq 85: [387.5655212402344, 140.1458282470703, 427.54296875, 159.3911895751953]; requires reviewed raster region",</a:t>
            </a:r>
          </a:p>
          <a:p xmlns:a="http://schemas.openxmlformats.org/drawingml/2006/main">
            <a:r>
              <a:t>    "unhandled image/shading at seq 86: [391.689208984375, 143.12501525878906, 423.41925048828125, 159.3911895751953]; requires reviewed raster region",</a:t>
            </a:r>
          </a:p>
          <a:p xmlns:a="http://schemas.openxmlformats.org/drawingml/2006/main">
            <a:r>
              <a:t>    "unhandled image/shading at seq 89: [390.7060241699219, 135.98538208007812, 400.49981689453125, 146.122802734375]; requires reviewed raster region",</a:t>
            </a:r>
          </a:p>
          <a:p xmlns:a="http://schemas.openxmlformats.org/drawingml/2006/main">
            <a:r>
              <a:t>    "unhandled image/shading at seq 90: [429.6043395996094, 135.8507843017578, 470.2117919921875, 160.2502899169922]; requires reviewed raster region",</a:t>
            </a:r>
          </a:p>
          <a:p xmlns:a="http://schemas.openxmlformats.org/drawingml/2006/main">
            <a:r>
              <a:t>    "unhandled image/shading at seq 93: [432.7591552734375, 136.81585693359375, 442.7247619628906, 146.95327758789062]; requires reviewed raster region",</a:t>
            </a:r>
          </a:p>
          <a:p xmlns:a="http://schemas.openxmlformats.org/drawingml/2006/main">
            <a:r>
              <a:t>    "unhandled image/shading at seq 94: [471.64312744140625, 135.8507843017578, 512.2506103515625, 160.2502899169922]; requires reviewed raster region",</a:t>
            </a:r>
          </a:p>
          <a:p xmlns:a="http://schemas.openxmlformats.org/drawingml/2006/main">
            <a:r>
              <a:t>    "unhandled image/shading at seq 97: [474.77886962890625, 136.81585693359375, 484.7444763183594, 146.95327758789062]; requires reviewed raster region",</a:t>
            </a:r>
          </a:p>
          <a:p xmlns:a="http://schemas.openxmlformats.org/drawingml/2006/main">
            <a:r>
              <a:t>    "unhandled image/shading at seq 105: [522.9603271484375, 138.4276123046875, 552.7993774414062, 158.36026000976562]; requires reviewed raster region",</a:t>
            </a:r>
          </a:p>
          <a:p xmlns:a="http://schemas.openxmlformats.org/drawingml/2006/main">
            <a:r>
              <a:t>    "unhandled image/shading at seq 108: [525.4612426757812, 139.450439453125, 532.5631713867188, 147.3542022705078]; requires reviewed raster region",</a:t>
            </a:r>
          </a:p>
          <a:p xmlns:a="http://schemas.openxmlformats.org/drawingml/2006/main">
            <a:r>
              <a:t>    "unhandled image/shading at seq 115: [140.811767578125, 56.73780822753906, 158.7384033203125, 74.66444396972656]; requires reviewed raster region",</a:t>
            </a:r>
          </a:p>
          <a:p xmlns:a="http://schemas.openxmlformats.org/drawingml/2006/main">
            <a:r>
              <a:t>    "unhandled image/shading at seq 116: [388.1811828613281, 177.95394897460938, 424.5069580078125, 215.30540466308594]; requires reviewed raster region",</a:t>
            </a:r>
          </a:p>
          <a:p xmlns:a="http://schemas.openxmlformats.org/drawingml/2006/main">
            <a:r>
              <a:t>    "unhandled image/shading at seq 117: [431.9429931640625, 177.8466033935547, 468.28167724609375, 215.19281005859375]; requires reviewed raster region",</a:t>
            </a:r>
          </a:p>
          <a:p xmlns:a="http://schemas.openxmlformats.org/drawingml/2006/main">
            <a:r>
              <a:t>    "unhandled image/shading at seq 118: [472.7313537597656, 177.8466033935547, 509.4504089355469, 215.19281005859375]; requires reviewed raster region",</a:t>
            </a:r>
          </a:p>
          <a:p xmlns:a="http://schemas.openxmlformats.org/drawingml/2006/main">
            <a:r>
              <a:t>    "unhandled image/shading at seq 120: [71.52789306640625, 81.51246643066406, 107.60787963867188, 123.69065856933594]; requires reviewed raster region",</a:t>
            </a:r>
          </a:p>
          <a:p xmlns:a="http://schemas.openxmlformats.org/drawingml/2006/main">
            <a:r>
              <a:t>    "unhandled image/shading at seq 126: [71.50306701660156, 125.73961639404297, 107.47613525390625, 167.815185546875]; requires reviewed raster region",</a:t>
            </a:r>
          </a:p>
          <a:p xmlns:a="http://schemas.openxmlformats.org/drawingml/2006/main">
            <a:r>
              <a:t>    "unhandled image/shading at seq 132: [71.50306701660156, 169.62550354003906, 107.47613525390625, 211.7464141845703]; requires reviewed raster region",</a:t>
            </a:r>
          </a:p>
          <a:p xmlns:a="http://schemas.openxmlformats.org/drawingml/2006/main">
            <a:r>
              <a:t>    "unhandled image/shading at seq 138: [111.64994812011719, 81.50482177734375, 148.07643127441406, 123.64291381835938]; requires reviewed raster region",</a:t>
            </a:r>
          </a:p>
          <a:p xmlns:a="http://schemas.openxmlformats.org/drawingml/2006/main">
            <a:r>
              <a:t>    "unhandled image/shading at seq 144: [111.71676635742188, 125.74915313720703, 148.10411071777344, 167.82472229003906]; requires reviewed raster region",</a:t>
            </a:r>
          </a:p>
          <a:p xmlns:a="http://schemas.openxmlformats.org/drawingml/2006/main">
            <a:r>
              <a:t>    "unhandled image/shading at seq 150: [111.71676635742188, 169.56631469726562, 148.19956970214844, 211.7464141845703]; requires reviewed raster region",</a:t>
            </a:r>
          </a:p>
          <a:p xmlns:a="http://schemas.openxmlformats.org/drawingml/2006/main">
            <a:r>
              <a:t>    "unhandled image/shading at seq 152: [524.2871704101562, 175.07699584960938, 550.6220703125, 203.63885498046875]; requires reviewed raster region",</a:t>
            </a:r>
          </a:p>
          <a:p xmlns:a="http://schemas.openxmlformats.org/drawingml/2006/main">
            <a:r>
              <a:t>    "unhandled image/shading at seq 164: [542.61474609375, 187.4977264404297, 557.3340454101562, 202.217041015625]; requires reviewed raster region",</a:t>
            </a:r>
          </a:p>
          <a:p xmlns:a="http://schemas.openxmlformats.org/drawingml/2006/main">
            <a:r>
              <a:t>    "unhandled image/shading at seq 259: [387.50823974609375, 114.94688415527344, 541.3450927734375, 129.2080078125]; requires reviewed raster region",</a:t>
            </a:r>
          </a:p>
          <a:p xmlns:a="http://schemas.openxmlformats.org/drawingml/2006/main">
            <a:r>
              <a:t>    "unhandled image/shading at seq 260: [430.86431884765625, 114.0863265991211, 497.93170166015625, 131.95712280273438]; requires reviewed raster region",</a:t>
            </a:r>
          </a:p>
          <a:p xmlns:a="http://schemas.openxmlformats.org/drawingml/2006/main">
            <a:r>
              <a:t>    "unhandled image/shading at seq 264: [233.3277130126953, 114.0304946899414, 272.78875732421875, 139.97543334960938]; requires reviewed raster region",</a:t>
            </a:r>
          </a:p>
          <a:p xmlns:a="http://schemas.openxmlformats.org/drawingml/2006/main">
            <a:r>
              <a:t>    "unhandled image/shading at seq 265: [235.61865234375, 113.05636596679688, 271.70196533203125, 142.66729736328125]; requires reviewed raster region",</a:t>
            </a:r>
          </a:p>
          <a:p xmlns:a="http://schemas.openxmlformats.org/drawingml/2006/main">
            <a:r>
              <a:t>    "unhandled image/shading at seq 271: [233.3277130126953, 151.31561279296875, 272.7314758300781, 179.4364776611328]; requires reviewed raster region",</a:t>
            </a:r>
          </a:p>
          <a:p xmlns:a="http://schemas.openxmlformats.org/drawingml/2006/main">
            <a:r>
              <a:t>    "unhandled image/shading at seq 272: [240.65875244140625, 157.38662719726562, 265.34271240234375, 175.25741577148438]; requires reviewed raster region",</a:t>
            </a:r>
          </a:p>
          <a:p xmlns:a="http://schemas.openxmlformats.org/drawingml/2006/main">
            <a:r>
              <a:t>    "unhandled image/shading at seq 276: [304.91973876953125, 71.81937408447266, 354.5759582519531, 99.71209716796875]; requires reviewed raster region",</a:t>
            </a:r>
          </a:p>
          <a:p xmlns:a="http://schemas.openxmlformats.org/drawingml/2006/main">
            <a:r>
              <a:t>    "unhandled image/shading at seq 277: [311.84979248046875, 73.76668548583984, 347.5894775390625, 99.65483093261719]; requires reviewed raster region"</a:t>
            </a:r>
          </a:p>
          <a:p xmlns:a="http://schemas.openxmlformats.org/drawingml/2006/main">
            <a:r>
              <a:t>  ],</a:t>
            </a:r>
          </a:p>
          <a:p xmlns:a="http://schemas.openxmlformats.org/drawingml/2006/main">
            <a:r>
              <a:t>  "ignored_invisible_text_spans": 0,</a:t>
            </a:r>
          </a:p>
          <a:p xmlns:a="http://schemas.openxmlformats.org/drawingml/2006/main">
            <a:r>
              <a:t>  "text_editability": "Ordinary labels and four vertical labels are native typeable text. Mathematical Cambria glyphs are editable native paths, not live equation text.",</a:t>
            </a:r>
          </a:p>
          <a:p xmlns:a="http://schemas.openxmlformats.org/drawingml/2006/main">
            <a:r>
              <a:t>  "extraction_warnings_reviewed": [</a:t>
            </a:r>
          </a:p>
          <a:p xmlns:a="http://schemas.openxmlformats.org/drawingml/2006/main">
            <a:r>
              <a:t>    "Every in-crop source image reviewed individually. Eight literal word-shadow bitmaps omitted; image outside figure crop excluded. Remaining photographs, icons, gradients and module shadows retain exact source SVG masks/clipping. Rotated labels restored as typeable native text."</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406c0cf4684e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9192e4f1cd43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24727d1f9946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40cac7917d4d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300b6e27d849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53c8dd66a248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350469-46E7-474E-A050-BEA9F33935EE}"/>
              </a:ext>
            </a:extLst>
          </p:cNvPr>
          <p:cNvSpPr>
            <a:spLocks xmlns:a="http://schemas.openxmlformats.org/drawingml/2006/main" noGrp="1"/>
          </p:cNvSpPr>
          <p:nvPr>
            <p:ph type="title" idx="0"/>
          </p:nvPr>
        </p:nvSpPr>
        <p:spPr>
          <a:xfrm xmlns:a="http://schemas.openxmlformats.org/drawingml/2006/main">
            <a:off x="1471613" y="1802765"/>
            <a:ext cx="11772900" cy="6892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3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D624A6-B100-4CFF-B98E-333E95619780}"/>
              </a:ext>
            </a:extLst>
          </p:cNvPr>
          <p:cNvSpPr>
            <a:spLocks xmlns:a="http://schemas.openxmlformats.org/drawingml/2006/main" noGrp="1"/>
          </p:cNvSpPr>
          <p:nvPr>
            <p:ph type="subTitle" idx="1"/>
          </p:nvPr>
        </p:nvSpPr>
        <p:spPr>
          <a:xfrm xmlns:a="http://schemas.openxmlformats.org/drawingml/2006/main">
            <a:off x="2207419" y="2624614"/>
            <a:ext cx="10301288" cy="5302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61"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FA395F-592B-4831-BD8B-6067735A6F06}"/>
              </a:ext>
            </a:extLst>
          </p:cNvPr>
          <p:cNvSpPr>
            <a:spLocks xmlns:a="http://schemas.openxmlformats.org/drawingml/2006/main" noGrp="1"/>
          </p:cNvSpPr>
          <p:nvPr>
            <p:ph type="title" idx="0"/>
          </p:nvPr>
        </p:nvSpPr>
        <p:spPr>
          <a:xfrm xmlns:a="http://schemas.openxmlformats.org/drawingml/2006/main">
            <a:off x="1471613" y="1988344"/>
            <a:ext cx="11772900" cy="7953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2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8B4EC6-69F1-4D75-B4D0-AD8E4E5801D6}"/>
              </a:ext>
            </a:extLst>
          </p:cNvPr>
          <p:cNvSpPr>
            <a:spLocks xmlns:a="http://schemas.openxmlformats.org/drawingml/2006/main" noGrp="1"/>
          </p:cNvSpPr>
          <p:nvPr>
            <p:ph type="title" idx="0"/>
          </p:nvPr>
        </p:nvSpPr>
        <p:spPr>
          <a:xfrm xmlns:a="http://schemas.openxmlformats.org/drawingml/2006/main">
            <a:off x="827782" y="371158"/>
            <a:ext cx="13060561" cy="58324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9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E1DF68F-C13F-450A-895D-22DC11E155F6}"/>
              </a:ext>
            </a:extLst>
          </p:cNvPr>
          <p:cNvSpPr>
            <a:spLocks xmlns:a="http://schemas.openxmlformats.org/drawingml/2006/main" noGrp="1"/>
          </p:cNvSpPr>
          <p:nvPr>
            <p:ph type="body" idx="1"/>
          </p:nvPr>
        </p:nvSpPr>
        <p:spPr>
          <a:xfrm xmlns:a="http://schemas.openxmlformats.org/drawingml/2006/main">
            <a:off x="827782" y="1325563"/>
            <a:ext cx="13060561" cy="29692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66" b="0">
                <a:solidFill>
                  <a:schemeClr val="tx1"/>
                </a:solidFill>
                <a:latin typeface="+mn-lt"/>
                <a:ea typeface="+mn-lt"/>
                <a:cs typeface="+mn-lt"/>
              </a:defRPr>
            </a:defPPr>
            <a:lvl1pPr marL="159068" indent="-159067">
              <a:lnSpc>
                <a:spcPct val="110000"/>
              </a:lnSpc>
              <a:spcBef>
                <a:spcPts val="0"/>
              </a:spcBef>
              <a:spcAft>
                <a:spcPts val="835"/>
              </a:spcAft>
              <a:buChar char="•"/>
            </a:lvl1pPr>
            <a:lvl2pPr marL="371158" indent="-159067">
              <a:lnSpc>
                <a:spcPct val="110000"/>
              </a:lnSpc>
              <a:spcBef>
                <a:spcPts val="0"/>
              </a:spcBef>
              <a:spcAft>
                <a:spcPts val="835"/>
              </a:spcAft>
              <a:buChar char="•"/>
            </a:lvl2pPr>
            <a:lvl3pPr marL="583248" indent="-159067">
              <a:lnSpc>
                <a:spcPct val="110000"/>
              </a:lnSpc>
              <a:spcBef>
                <a:spcPts val="0"/>
              </a:spcBef>
              <a:spcAft>
                <a:spcPts val="835"/>
              </a:spcAft>
              <a:buChar char="•"/>
            </a:lvl3pPr>
            <a:lvl4pPr marL="795338" indent="-159067">
              <a:lnSpc>
                <a:spcPct val="110000"/>
              </a:lnSpc>
              <a:spcBef>
                <a:spcPts val="0"/>
              </a:spcBef>
              <a:spcAft>
                <a:spcPts val="835"/>
              </a:spcAft>
              <a:buChar char="•"/>
            </a:lvl4pPr>
            <a:lvl5pPr marL="1007428" indent="-159067">
              <a:lnSpc>
                <a:spcPct val="110000"/>
              </a:lnSpc>
              <a:spcBef>
                <a:spcPts val="0"/>
              </a:spcBef>
              <a:spcAft>
                <a:spcPts val="835"/>
              </a:spcAft>
              <a:buChar char="•"/>
            </a:lvl5pPr>
            <a:lvl6pPr marL="1219518" indent="-159067">
              <a:lnSpc>
                <a:spcPct val="110000"/>
              </a:lnSpc>
              <a:spcBef>
                <a:spcPts val="0"/>
              </a:spcBef>
              <a:spcAft>
                <a:spcPts val="835"/>
              </a:spcAft>
              <a:buChar char="•"/>
            </a:lvl6pPr>
            <a:lvl7pPr marL="1431607" indent="-159067">
              <a:lnSpc>
                <a:spcPct val="110000"/>
              </a:lnSpc>
              <a:spcBef>
                <a:spcPts val="0"/>
              </a:spcBef>
              <a:spcAft>
                <a:spcPts val="835"/>
              </a:spcAft>
              <a:buChar char="•"/>
            </a:lvl7pPr>
            <a:lvl8pPr marL="1643698" indent="-159067">
              <a:lnSpc>
                <a:spcPct val="110000"/>
              </a:lnSpc>
              <a:spcBef>
                <a:spcPts val="0"/>
              </a:spcBef>
              <a:spcAft>
                <a:spcPts val="835"/>
              </a:spcAft>
              <a:buChar char="•"/>
            </a:lvl8pPr>
            <a:lvl9pPr marL="1855787" indent="-159067">
              <a:lnSpc>
                <a:spcPct val="110000"/>
              </a:lnSpc>
              <a:spcBef>
                <a:spcPts val="0"/>
              </a:spcBef>
              <a:spcAft>
                <a:spcPts val="83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0E9FFB-DFFF-481F-9C29-25FAA407FD65}"/>
              </a:ext>
            </a:extLst>
          </p:cNvPr>
          <p:cNvSpPr>
            <a:spLocks xmlns:a="http://schemas.openxmlformats.org/drawingml/2006/main" noGrp="1"/>
          </p:cNvSpPr>
          <p:nvPr>
            <p:ph type="title" idx="0"/>
          </p:nvPr>
        </p:nvSpPr>
        <p:spPr>
          <a:xfrm xmlns:a="http://schemas.openxmlformats.org/drawingml/2006/main">
            <a:off x="827782" y="371158"/>
            <a:ext cx="13060561" cy="58324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9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D99028-4593-4701-96AD-110FB6C745A1}"/>
              </a:ext>
            </a:extLst>
          </p:cNvPr>
          <p:cNvSpPr>
            <a:spLocks xmlns:a="http://schemas.openxmlformats.org/drawingml/2006/main" noGrp="1"/>
          </p:cNvSpPr>
          <p:nvPr>
            <p:ph type="body" idx="1"/>
          </p:nvPr>
        </p:nvSpPr>
        <p:spPr>
          <a:xfrm xmlns:a="http://schemas.openxmlformats.org/drawingml/2006/main">
            <a:off x="827782" y="1325563"/>
            <a:ext cx="6070402" cy="29692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61" b="0">
                <a:solidFill>
                  <a:schemeClr val="tx1"/>
                </a:solidFill>
                <a:latin typeface="+mn-lt"/>
                <a:ea typeface="+mn-lt"/>
                <a:cs typeface="+mn-lt"/>
              </a:defRPr>
            </a:defPPr>
            <a:lvl1pPr marL="159068" indent="-159067">
              <a:lnSpc>
                <a:spcPct val="110000"/>
              </a:lnSpc>
              <a:spcBef>
                <a:spcPts val="0"/>
              </a:spcBef>
              <a:spcAft>
                <a:spcPts val="835"/>
              </a:spcAft>
              <a:buChar char="•"/>
            </a:lvl1pPr>
            <a:lvl2pPr marL="371158" indent="-159067">
              <a:lnSpc>
                <a:spcPct val="110000"/>
              </a:lnSpc>
              <a:spcBef>
                <a:spcPts val="0"/>
              </a:spcBef>
              <a:spcAft>
                <a:spcPts val="835"/>
              </a:spcAft>
              <a:buChar char="•"/>
            </a:lvl2pPr>
            <a:lvl3pPr marL="583248" indent="-159067">
              <a:lnSpc>
                <a:spcPct val="110000"/>
              </a:lnSpc>
              <a:spcBef>
                <a:spcPts val="0"/>
              </a:spcBef>
              <a:spcAft>
                <a:spcPts val="835"/>
              </a:spcAft>
              <a:buChar char="•"/>
            </a:lvl3pPr>
            <a:lvl4pPr marL="795338" indent="-159067">
              <a:lnSpc>
                <a:spcPct val="110000"/>
              </a:lnSpc>
              <a:spcBef>
                <a:spcPts val="0"/>
              </a:spcBef>
              <a:spcAft>
                <a:spcPts val="835"/>
              </a:spcAft>
              <a:buChar char="•"/>
            </a:lvl4pPr>
            <a:lvl5pPr marL="1007428" indent="-159067">
              <a:lnSpc>
                <a:spcPct val="110000"/>
              </a:lnSpc>
              <a:spcBef>
                <a:spcPts val="0"/>
              </a:spcBef>
              <a:spcAft>
                <a:spcPts val="835"/>
              </a:spcAft>
              <a:buChar char="•"/>
            </a:lvl5pPr>
            <a:lvl6pPr marL="1219518" indent="-159067">
              <a:lnSpc>
                <a:spcPct val="110000"/>
              </a:lnSpc>
              <a:spcBef>
                <a:spcPts val="0"/>
              </a:spcBef>
              <a:spcAft>
                <a:spcPts val="835"/>
              </a:spcAft>
              <a:buChar char="•"/>
            </a:lvl6pPr>
            <a:lvl7pPr marL="1431607" indent="-159067">
              <a:lnSpc>
                <a:spcPct val="110000"/>
              </a:lnSpc>
              <a:spcBef>
                <a:spcPts val="0"/>
              </a:spcBef>
              <a:spcAft>
                <a:spcPts val="835"/>
              </a:spcAft>
              <a:buChar char="•"/>
            </a:lvl7pPr>
            <a:lvl8pPr marL="1643698" indent="-159067">
              <a:lnSpc>
                <a:spcPct val="110000"/>
              </a:lnSpc>
              <a:spcBef>
                <a:spcPts val="0"/>
              </a:spcBef>
              <a:spcAft>
                <a:spcPts val="835"/>
              </a:spcAft>
              <a:buChar char="•"/>
            </a:lvl8pPr>
            <a:lvl9pPr marL="1855787" indent="-159067">
              <a:lnSpc>
                <a:spcPct val="110000"/>
              </a:lnSpc>
              <a:spcBef>
                <a:spcPts val="0"/>
              </a:spcBef>
              <a:spcAft>
                <a:spcPts val="83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2199C5-7963-4CE0-BC5A-71D3117BE0BD}"/>
              </a:ext>
            </a:extLst>
          </p:cNvPr>
          <p:cNvSpPr>
            <a:spLocks xmlns:a="http://schemas.openxmlformats.org/drawingml/2006/main" noGrp="1"/>
          </p:cNvSpPr>
          <p:nvPr>
            <p:ph type="body" idx="2"/>
          </p:nvPr>
        </p:nvSpPr>
        <p:spPr>
          <a:xfrm xmlns:a="http://schemas.openxmlformats.org/drawingml/2006/main">
            <a:off x="7817941" y="1325563"/>
            <a:ext cx="6070402" cy="29692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61" b="0">
                <a:solidFill>
                  <a:schemeClr val="tx1"/>
                </a:solidFill>
                <a:latin typeface="+mn-lt"/>
                <a:ea typeface="+mn-lt"/>
                <a:cs typeface="+mn-lt"/>
              </a:defRPr>
            </a:defPPr>
            <a:lvl1pPr marL="159068" indent="-159067">
              <a:lnSpc>
                <a:spcPct val="110000"/>
              </a:lnSpc>
              <a:spcBef>
                <a:spcPts val="0"/>
              </a:spcBef>
              <a:spcAft>
                <a:spcPts val="835"/>
              </a:spcAft>
              <a:buChar char="•"/>
            </a:lvl1pPr>
            <a:lvl2pPr marL="371158" indent="-159067">
              <a:lnSpc>
                <a:spcPct val="110000"/>
              </a:lnSpc>
              <a:spcBef>
                <a:spcPts val="0"/>
              </a:spcBef>
              <a:spcAft>
                <a:spcPts val="835"/>
              </a:spcAft>
              <a:buChar char="•"/>
            </a:lvl2pPr>
            <a:lvl3pPr marL="583248" indent="-159067">
              <a:lnSpc>
                <a:spcPct val="110000"/>
              </a:lnSpc>
              <a:spcBef>
                <a:spcPts val="0"/>
              </a:spcBef>
              <a:spcAft>
                <a:spcPts val="835"/>
              </a:spcAft>
              <a:buChar char="•"/>
            </a:lvl3pPr>
            <a:lvl4pPr marL="795338" indent="-159067">
              <a:lnSpc>
                <a:spcPct val="110000"/>
              </a:lnSpc>
              <a:spcBef>
                <a:spcPts val="0"/>
              </a:spcBef>
              <a:spcAft>
                <a:spcPts val="835"/>
              </a:spcAft>
              <a:buChar char="•"/>
            </a:lvl4pPr>
            <a:lvl5pPr marL="1007428" indent="-159067">
              <a:lnSpc>
                <a:spcPct val="110000"/>
              </a:lnSpc>
              <a:spcBef>
                <a:spcPts val="0"/>
              </a:spcBef>
              <a:spcAft>
                <a:spcPts val="835"/>
              </a:spcAft>
              <a:buChar char="•"/>
            </a:lvl5pPr>
            <a:lvl6pPr marL="1219518" indent="-159067">
              <a:lnSpc>
                <a:spcPct val="110000"/>
              </a:lnSpc>
              <a:spcBef>
                <a:spcPts val="0"/>
              </a:spcBef>
              <a:spcAft>
                <a:spcPts val="835"/>
              </a:spcAft>
              <a:buChar char="•"/>
            </a:lvl6pPr>
            <a:lvl7pPr marL="1431607" indent="-159067">
              <a:lnSpc>
                <a:spcPct val="110000"/>
              </a:lnSpc>
              <a:spcBef>
                <a:spcPts val="0"/>
              </a:spcBef>
              <a:spcAft>
                <a:spcPts val="835"/>
              </a:spcAft>
              <a:buChar char="•"/>
            </a:lvl7pPr>
            <a:lvl8pPr marL="1643698" indent="-159067">
              <a:lnSpc>
                <a:spcPct val="110000"/>
              </a:lnSpc>
              <a:spcBef>
                <a:spcPts val="0"/>
              </a:spcBef>
              <a:spcAft>
                <a:spcPts val="835"/>
              </a:spcAft>
              <a:buChar char="•"/>
            </a:lvl8pPr>
            <a:lvl9pPr marL="1855787" indent="-159067">
              <a:lnSpc>
                <a:spcPct val="110000"/>
              </a:lnSpc>
              <a:spcBef>
                <a:spcPts val="0"/>
              </a:spcBef>
              <a:spcAft>
                <a:spcPts val="83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5A355B-9B9C-4272-A454-FE22DC040570}"/>
              </a:ext>
            </a:extLst>
          </p:cNvPr>
          <p:cNvSpPr>
            <a:spLocks xmlns:a="http://schemas.openxmlformats.org/drawingml/2006/main" noGrp="1"/>
          </p:cNvSpPr>
          <p:nvPr>
            <p:ph type="title" idx="0"/>
          </p:nvPr>
        </p:nvSpPr>
        <p:spPr>
          <a:xfrm xmlns:a="http://schemas.openxmlformats.org/drawingml/2006/main">
            <a:off x="827782" y="371158"/>
            <a:ext cx="13060561" cy="58324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9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48BBE7-E323-4171-B972-EAF9A6941F5D}"/>
              </a:ext>
            </a:extLst>
          </p:cNvPr>
          <p:cNvSpPr>
            <a:spLocks xmlns:a="http://schemas.openxmlformats.org/drawingml/2006/main" noGrp="1"/>
          </p:cNvSpPr>
          <p:nvPr>
            <p:ph type="body" idx="1"/>
          </p:nvPr>
        </p:nvSpPr>
        <p:spPr>
          <a:xfrm xmlns:a="http://schemas.openxmlformats.org/drawingml/2006/main">
            <a:off x="827782" y="1325563"/>
            <a:ext cx="6070402" cy="29692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66" b="0">
                <a:solidFill>
                  <a:schemeClr val="tx1"/>
                </a:solidFill>
                <a:latin typeface="+mn-lt"/>
                <a:ea typeface="+mn-lt"/>
                <a:cs typeface="+mn-lt"/>
              </a:defRPr>
            </a:defPPr>
            <a:lvl1pPr marL="159068" indent="-159067">
              <a:lnSpc>
                <a:spcPct val="110000"/>
              </a:lnSpc>
              <a:spcBef>
                <a:spcPts val="0"/>
              </a:spcBef>
              <a:spcAft>
                <a:spcPts val="835"/>
              </a:spcAft>
              <a:buChar char="•"/>
            </a:lvl1pPr>
            <a:lvl2pPr marL="371158" indent="-159067">
              <a:lnSpc>
                <a:spcPct val="110000"/>
              </a:lnSpc>
              <a:spcBef>
                <a:spcPts val="0"/>
              </a:spcBef>
              <a:spcAft>
                <a:spcPts val="835"/>
              </a:spcAft>
              <a:buChar char="•"/>
            </a:lvl2pPr>
            <a:lvl3pPr marL="583248" indent="-159067">
              <a:lnSpc>
                <a:spcPct val="110000"/>
              </a:lnSpc>
              <a:spcBef>
                <a:spcPts val="0"/>
              </a:spcBef>
              <a:spcAft>
                <a:spcPts val="835"/>
              </a:spcAft>
              <a:buChar char="•"/>
            </a:lvl3pPr>
            <a:lvl4pPr marL="795338" indent="-159067">
              <a:lnSpc>
                <a:spcPct val="110000"/>
              </a:lnSpc>
              <a:spcBef>
                <a:spcPts val="0"/>
              </a:spcBef>
              <a:spcAft>
                <a:spcPts val="835"/>
              </a:spcAft>
              <a:buChar char="•"/>
            </a:lvl4pPr>
            <a:lvl5pPr marL="1007428" indent="-159067">
              <a:lnSpc>
                <a:spcPct val="110000"/>
              </a:lnSpc>
              <a:spcBef>
                <a:spcPts val="0"/>
              </a:spcBef>
              <a:spcAft>
                <a:spcPts val="835"/>
              </a:spcAft>
              <a:buChar char="•"/>
            </a:lvl5pPr>
            <a:lvl6pPr marL="1219518" indent="-159067">
              <a:lnSpc>
                <a:spcPct val="110000"/>
              </a:lnSpc>
              <a:spcBef>
                <a:spcPts val="0"/>
              </a:spcBef>
              <a:spcAft>
                <a:spcPts val="835"/>
              </a:spcAft>
              <a:buChar char="•"/>
            </a:lvl6pPr>
            <a:lvl7pPr marL="1431607" indent="-159067">
              <a:lnSpc>
                <a:spcPct val="110000"/>
              </a:lnSpc>
              <a:spcBef>
                <a:spcPts val="0"/>
              </a:spcBef>
              <a:spcAft>
                <a:spcPts val="835"/>
              </a:spcAft>
              <a:buChar char="•"/>
            </a:lvl7pPr>
            <a:lvl8pPr marL="1643698" indent="-159067">
              <a:lnSpc>
                <a:spcPct val="110000"/>
              </a:lnSpc>
              <a:spcBef>
                <a:spcPts val="0"/>
              </a:spcBef>
              <a:spcAft>
                <a:spcPts val="835"/>
              </a:spcAft>
              <a:buChar char="•"/>
            </a:lvl8pPr>
            <a:lvl9pPr marL="1855787" indent="-159067">
              <a:lnSpc>
                <a:spcPct val="110000"/>
              </a:lnSpc>
              <a:spcBef>
                <a:spcPts val="0"/>
              </a:spcBef>
              <a:spcAft>
                <a:spcPts val="83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fd99c7ed944252" /><Relationship Type="http://schemas.openxmlformats.org/officeDocument/2006/relationships/slideLayout" Target="/ppt/slideLayouts/slideLayout1.xml" Id="R67eee92144e34fba" /><Relationship Type="http://schemas.openxmlformats.org/officeDocument/2006/relationships/slideLayout" Target="/ppt/slideLayouts/slideLayout2.xml" Id="R6ce028071cc642dc" /><Relationship Type="http://schemas.openxmlformats.org/officeDocument/2006/relationships/slideLayout" Target="/ppt/slideLayouts/slideLayout3.xml" Id="R379db0cb56924126" /><Relationship Type="http://schemas.openxmlformats.org/officeDocument/2006/relationships/slideLayout" Target="/ppt/slideLayouts/slideLayout4.xml" Id="Rea65bfb41cad4dcc" /><Relationship Type="http://schemas.openxmlformats.org/officeDocument/2006/relationships/slideLayout" Target="/ppt/slideLayouts/slideLayout5.xml" Id="R3e3478aff23d4e59" /><Relationship Type="http://schemas.openxmlformats.org/officeDocument/2006/relationships/slideLayout" Target="/ppt/slideLayouts/slideLayout6.xml" Id="R397d7bd692c140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eee92144e34fba"/>
    <p:sldLayoutId xmlns:r="http://schemas.openxmlformats.org/officeDocument/2006/relationships" id="2147483650" r:id="R6ce028071cc642dc"/>
    <p:sldLayoutId xmlns:r="http://schemas.openxmlformats.org/officeDocument/2006/relationships" id="2147483651" r:id="R379db0cb56924126"/>
    <p:sldLayoutId xmlns:r="http://schemas.openxmlformats.org/officeDocument/2006/relationships" id="2147483652" r:id="Rea65bfb41cad4dcc"/>
    <p:sldLayoutId xmlns:r="http://schemas.openxmlformats.org/officeDocument/2006/relationships" id="2147483653" r:id="R3e3478aff23d4e59"/>
    <p:sldLayoutId xmlns:r="http://schemas.openxmlformats.org/officeDocument/2006/relationships" id="2147483654" r:id="R397d7bd692c140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2bc4847ccf44b5" /><Relationship Type="http://schemas.openxmlformats.org/officeDocument/2006/relationships/image" Target="/ppt/media/image.png" Id="Rf5af316896a748c3" /><Relationship Type="http://schemas.openxmlformats.org/officeDocument/2006/relationships/image" Target="/ppt/media/image2.png" Id="Rd076b586321c4169" /><Relationship Type="http://schemas.openxmlformats.org/officeDocument/2006/relationships/image" Target="/ppt/media/image3.png" Id="Ref0aed7bc7074fec" /><Relationship Type="http://schemas.openxmlformats.org/officeDocument/2006/relationships/image" Target="/ppt/media/image4.png" Id="Reb2ca42ef5424eef" /><Relationship Type="http://schemas.openxmlformats.org/officeDocument/2006/relationships/image" Target="/ppt/media/image5.png" Id="R7a851e43c0e143fe" /><Relationship Type="http://schemas.openxmlformats.org/officeDocument/2006/relationships/image" Target="/ppt/media/image6.png" Id="Rd894f26035e246f0" /><Relationship Type="http://schemas.openxmlformats.org/officeDocument/2006/relationships/image" Target="/ppt/media/image7.png" Id="Rad40fcad1e444a98" /><Relationship Type="http://schemas.openxmlformats.org/officeDocument/2006/relationships/image" Target="/ppt/media/image8.png" Id="R549e679fe59d4b9a" /><Relationship Type="http://schemas.openxmlformats.org/officeDocument/2006/relationships/image" Target="/ppt/media/image9.png" Id="R10a62a82b9b74338" /><Relationship Type="http://schemas.openxmlformats.org/officeDocument/2006/relationships/image" Target="/ppt/media/image10.png" Id="Rad1a0bed6ad343dc" /><Relationship Type="http://schemas.openxmlformats.org/officeDocument/2006/relationships/image" Target="/ppt/media/image11.png" Id="R522be46d5588465f" /><Relationship Type="http://schemas.openxmlformats.org/officeDocument/2006/relationships/image" Target="/ppt/media/image12.png" Id="R04280a7572be4a28" /><Relationship Type="http://schemas.openxmlformats.org/officeDocument/2006/relationships/image" Target="/ppt/media/image13.png" Id="R4f044e7c77854a20" /><Relationship Type="http://schemas.openxmlformats.org/officeDocument/2006/relationships/image" Target="/ppt/media/image14.png" Id="Rd6e47e8af1c2485b" /><Relationship Type="http://schemas.openxmlformats.org/officeDocument/2006/relationships/image" Target="/ppt/media/image15.png" Id="R193f5b6615ea4b9f" /><Relationship Type="http://schemas.openxmlformats.org/officeDocument/2006/relationships/image" Target="/ppt/media/image16.png" Id="R6ed1b25e1a93422b" /><Relationship Type="http://schemas.openxmlformats.org/officeDocument/2006/relationships/image" Target="/ppt/media/image17.png" Id="R9ef3a0b83b654873" /><Relationship Type="http://schemas.openxmlformats.org/officeDocument/2006/relationships/image" Target="/ppt/media/image18.png" Id="R47343aed14e3416d" /><Relationship Type="http://schemas.openxmlformats.org/officeDocument/2006/relationships/image" Target="/ppt/media/image19.png" Id="Rf44e88c49eeb43d9" /><Relationship Type="http://schemas.openxmlformats.org/officeDocument/2006/relationships/image" Target="/ppt/media/image20.png" Id="R2d1eed16bf5d4ec1" /><Relationship Type="http://schemas.openxmlformats.org/officeDocument/2006/relationships/image" Target="/ppt/media/image21.png" Id="Rfb6e7b27ff38441c" /><Relationship Type="http://schemas.openxmlformats.org/officeDocument/2006/relationships/image" Target="/ppt/media/image22.png" Id="R53591b44a45841c9" /><Relationship Type="http://schemas.openxmlformats.org/officeDocument/2006/relationships/image" Target="/ppt/media/image23.png" Id="R6ae50e802a144eda" /><Relationship Type="http://schemas.openxmlformats.org/officeDocument/2006/relationships/image" Target="/ppt/media/image24.png" Id="R5ba4f4060851472e" /><Relationship Type="http://schemas.openxmlformats.org/officeDocument/2006/relationships/image" Target="/ppt/media/image25.png" Id="Rc1965dd8a2ff46e9" /><Relationship Type="http://schemas.openxmlformats.org/officeDocument/2006/relationships/image" Target="/ppt/media/image26.png" Id="R5ec2487e647e42e2" /><Relationship Type="http://schemas.openxmlformats.org/officeDocument/2006/relationships/image" Target="/ppt/media/image27.png" Id="Rebe3c184c8a94d1c" /><Relationship Type="http://schemas.openxmlformats.org/officeDocument/2006/relationships/image" Target="/ppt/media/image28.png" Id="Rc9273b92a20b4d60" /><Relationship Type="http://schemas.openxmlformats.org/officeDocument/2006/relationships/image" Target="/ppt/media/image29.png" Id="R72c6c60caf56425e" /><Relationship Type="http://schemas.openxmlformats.org/officeDocument/2006/relationships/image" Target="/ppt/media/image30.png" Id="R6352808c7a5c4866" /><Relationship Type="http://schemas.openxmlformats.org/officeDocument/2006/relationships/image" Target="/ppt/media/image31.png" Id="R2b63527ab4fa4ea8" /><Relationship Type="http://schemas.openxmlformats.org/officeDocument/2006/relationships/image" Target="/ppt/media/image32.png" Id="Ra71b01c5b9c14a84" /><Relationship Type="http://schemas.openxmlformats.org/officeDocument/2006/relationships/image" Target="/ppt/media/image33.png" Id="R8b2ac379951e4cf0" /><Relationship Type="http://schemas.openxmlformats.org/officeDocument/2006/relationships/notesSlide" Target="/ppt/notesSlides/notesSlide1.xml" Id="R76e4324720354e5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5" name="pdf-path-2">
            <a:extLst xmlns:a="http://schemas.openxmlformats.org/drawingml/2006/main">
              <a:ext uri="{FF2B5EF4-FFF2-40B4-BE49-F238E27FC236}">
                <a16:creationId xmlns:a16="http://schemas.microsoft.com/office/drawing/2014/main" id="{E032A6D6-FF5C-4BDA-A316-D14A70A809C0}"/>
              </a:ext>
            </a:extLst>
          </p:cNvPr>
          <p:cNvSpPr>
            <a:spLocks xmlns:a="http://schemas.openxmlformats.org/drawingml/2006/main" noGrp="1"/>
          </p:cNvSpPr>
          <p:nvPr/>
        </p:nvSpPr>
        <p:spPr>
          <a:xfrm xmlns:a="http://schemas.openxmlformats.org/drawingml/2006/main" rot="0">
            <a:off x="390474" y="98352"/>
            <a:ext cx="8492268" cy="4612280"/>
          </a:xfrm>
          <a:custGeom xmlns:a="http://schemas.openxmlformats.org/drawingml/2006/main">
            <a:pathLst>
              <a:path w="8492268" h="4612280">
                <a:moveTo>
                  <a:pt x="0" y="194209"/>
                </a:moveTo>
                <a:cubicBezTo>
                  <a:pt x="0" y="86876"/>
                  <a:pt x="86958" y="0"/>
                  <a:pt x="194223" y="0"/>
                </a:cubicBezTo>
                <a:lnTo>
                  <a:pt x="8298058" y="0"/>
                </a:lnTo>
                <a:cubicBezTo>
                  <a:pt x="8405392" y="0"/>
                  <a:pt x="8492268" y="86876"/>
                  <a:pt x="8492268" y="194209"/>
                </a:cubicBezTo>
                <a:lnTo>
                  <a:pt x="8492268" y="4418051"/>
                </a:lnTo>
                <a:cubicBezTo>
                  <a:pt x="8492268" y="4525322"/>
                  <a:pt x="8405392" y="4612280"/>
                  <a:pt x="8298058" y="4612280"/>
                </a:cubicBezTo>
                <a:lnTo>
                  <a:pt x="194223" y="4612280"/>
                </a:lnTo>
                <a:cubicBezTo>
                  <a:pt x="86958" y="4612280"/>
                  <a:pt x="0" y="4525322"/>
                  <a:pt x="0" y="4418051"/>
                </a:cubicBezTo>
                <a:lnTo>
                  <a:pt x="0" y="194209"/>
                </a:lnTo>
              </a:path>
            </a:pathLst>
          </a:custGeom>
          <a:solidFill xmlns:a="http://schemas.openxmlformats.org/drawingml/2006/main">
            <a:srgbClr val="D9DDEA">
              <a:alpha val="50000"/>
            </a:srgbClr>
          </a:solidFill>
          <a:ln xmlns:a="http://schemas.openxmlformats.org/drawingml/2006/main" w="20457">
            <a:solidFill>
              <a:srgbClr val="D9DDEA">
                <a:alpha val="50000"/>
              </a:srgbClr>
            </a:solidFill>
            <a:prstDash val="solid"/>
          </a:ln>
        </p:spPr>
      </p:sp>
      <p:sp>
        <p:nvSpPr>
          <p:cNvPr id="2" name="pdf-path-4-fill">
            <a:extLst xmlns:a="http://schemas.openxmlformats.org/drawingml/2006/main">
              <a:ext uri="{FF2B5EF4-FFF2-40B4-BE49-F238E27FC236}">
                <a16:creationId xmlns:a16="http://schemas.microsoft.com/office/drawing/2014/main" id="{A0790C46-4F6F-4607-863D-5D2C5E9DE70B}"/>
              </a:ext>
            </a:extLst>
          </p:cNvPr>
          <p:cNvSpPr>
            <a:spLocks xmlns:a="http://schemas.openxmlformats.org/drawingml/2006/main" noGrp="1"/>
          </p:cNvSpPr>
          <p:nvPr/>
        </p:nvSpPr>
        <p:spPr>
          <a:xfrm xmlns:a="http://schemas.openxmlformats.org/drawingml/2006/main" rot="0">
            <a:off x="4601006" y="487316"/>
            <a:ext cx="2460617" cy="3166480"/>
          </a:xfrm>
          <a:custGeom xmlns:a="http://schemas.openxmlformats.org/drawingml/2006/main">
            <a:pathLst>
              <a:path w="2460617" h="3166480">
                <a:moveTo>
                  <a:pt x="0" y="0"/>
                </a:moveTo>
                <a:lnTo>
                  <a:pt x="615086" y="3166480"/>
                </a:lnTo>
                <a:lnTo>
                  <a:pt x="1845531" y="3166480"/>
                </a:lnTo>
                <a:lnTo>
                  <a:pt x="2460617" y="0"/>
                </a:lnTo>
                <a:lnTo>
                  <a:pt x="0" y="0"/>
                </a:lnTo>
              </a:path>
            </a:pathLst>
          </a:custGeom>
          <a:solidFill xmlns:a="http://schemas.openxmlformats.org/drawingml/2006/main">
            <a:srgbClr val="9F5FCF">
              <a:alpha val="20000"/>
            </a:srgbClr>
          </a:solidFill>
          <a:ln xmlns:a="http://schemas.openxmlformats.org/drawingml/2006/main" w="20457">
            <a:noFill/>
            <a:prstDash val="solid"/>
          </a:ln>
        </p:spPr>
      </p:sp>
      <p:sp>
        <p:nvSpPr>
          <p:cNvPr id="3" name="pdf-path-4">
            <a:extLst xmlns:a="http://schemas.openxmlformats.org/drawingml/2006/main">
              <a:ext uri="{FF2B5EF4-FFF2-40B4-BE49-F238E27FC236}">
                <a16:creationId xmlns:a16="http://schemas.microsoft.com/office/drawing/2014/main" id="{058A014F-91C6-4F0E-8BFB-0B7A3737DAE0}"/>
              </a:ext>
            </a:extLst>
          </p:cNvPr>
          <p:cNvSpPr>
            <a:spLocks xmlns:a="http://schemas.openxmlformats.org/drawingml/2006/main" noGrp="1"/>
          </p:cNvSpPr>
          <p:nvPr/>
        </p:nvSpPr>
        <p:spPr>
          <a:xfrm xmlns:a="http://schemas.openxmlformats.org/drawingml/2006/main" rot="0">
            <a:off x="4601006" y="487316"/>
            <a:ext cx="2460617" cy="3166480"/>
          </a:xfrm>
          <a:custGeom xmlns:a="http://schemas.openxmlformats.org/drawingml/2006/main">
            <a:pathLst>
              <a:path w="2460617" h="3166480">
                <a:moveTo>
                  <a:pt x="0" y="0"/>
                </a:moveTo>
                <a:lnTo>
                  <a:pt x="15604" y="80328"/>
                </a:lnTo>
                <a:moveTo>
                  <a:pt x="27306" y="140574"/>
                </a:moveTo>
                <a:lnTo>
                  <a:pt x="42910" y="220903"/>
                </a:lnTo>
                <a:moveTo>
                  <a:pt x="54613" y="281149"/>
                </a:moveTo>
                <a:lnTo>
                  <a:pt x="70217" y="361477"/>
                </a:lnTo>
                <a:moveTo>
                  <a:pt x="81919" y="421723"/>
                </a:moveTo>
                <a:lnTo>
                  <a:pt x="97523" y="502051"/>
                </a:lnTo>
                <a:moveTo>
                  <a:pt x="109226" y="562297"/>
                </a:moveTo>
                <a:lnTo>
                  <a:pt x="124829" y="642625"/>
                </a:lnTo>
                <a:moveTo>
                  <a:pt x="136532" y="702872"/>
                </a:moveTo>
                <a:lnTo>
                  <a:pt x="152136" y="783200"/>
                </a:lnTo>
                <a:moveTo>
                  <a:pt x="163839" y="843446"/>
                </a:moveTo>
                <a:lnTo>
                  <a:pt x="179442" y="923774"/>
                </a:lnTo>
                <a:moveTo>
                  <a:pt x="191145" y="984020"/>
                </a:moveTo>
                <a:lnTo>
                  <a:pt x="206749" y="1064348"/>
                </a:lnTo>
                <a:moveTo>
                  <a:pt x="218452" y="1124595"/>
                </a:moveTo>
                <a:lnTo>
                  <a:pt x="234055" y="1204923"/>
                </a:lnTo>
                <a:moveTo>
                  <a:pt x="245758" y="1265169"/>
                </a:moveTo>
                <a:lnTo>
                  <a:pt x="261362" y="1345497"/>
                </a:lnTo>
                <a:moveTo>
                  <a:pt x="273065" y="1405743"/>
                </a:moveTo>
                <a:lnTo>
                  <a:pt x="288668" y="1486071"/>
                </a:lnTo>
                <a:moveTo>
                  <a:pt x="300371" y="1546318"/>
                </a:moveTo>
                <a:lnTo>
                  <a:pt x="315975" y="1626646"/>
                </a:lnTo>
                <a:moveTo>
                  <a:pt x="327677" y="1686892"/>
                </a:moveTo>
                <a:lnTo>
                  <a:pt x="343281" y="1767220"/>
                </a:lnTo>
                <a:moveTo>
                  <a:pt x="354984" y="1827466"/>
                </a:moveTo>
                <a:lnTo>
                  <a:pt x="370588" y="1907794"/>
                </a:lnTo>
                <a:moveTo>
                  <a:pt x="382290" y="1968041"/>
                </a:moveTo>
                <a:lnTo>
                  <a:pt x="397894" y="2048369"/>
                </a:lnTo>
                <a:moveTo>
                  <a:pt x="409597" y="2108615"/>
                </a:moveTo>
                <a:lnTo>
                  <a:pt x="425200" y="2188943"/>
                </a:lnTo>
                <a:moveTo>
                  <a:pt x="436903" y="2249189"/>
                </a:moveTo>
                <a:lnTo>
                  <a:pt x="452507" y="2329517"/>
                </a:lnTo>
                <a:moveTo>
                  <a:pt x="464210" y="2389764"/>
                </a:moveTo>
                <a:lnTo>
                  <a:pt x="479813" y="2470092"/>
                </a:lnTo>
                <a:moveTo>
                  <a:pt x="491516" y="2530338"/>
                </a:moveTo>
                <a:lnTo>
                  <a:pt x="507120" y="2610666"/>
                </a:lnTo>
                <a:moveTo>
                  <a:pt x="518823" y="2670912"/>
                </a:moveTo>
                <a:lnTo>
                  <a:pt x="534426" y="2751240"/>
                </a:lnTo>
                <a:moveTo>
                  <a:pt x="546129" y="2811487"/>
                </a:moveTo>
                <a:lnTo>
                  <a:pt x="561733" y="2891815"/>
                </a:lnTo>
                <a:moveTo>
                  <a:pt x="573435" y="2952061"/>
                </a:moveTo>
                <a:lnTo>
                  <a:pt x="589039" y="3032389"/>
                </a:lnTo>
                <a:moveTo>
                  <a:pt x="600742" y="3092635"/>
                </a:moveTo>
                <a:lnTo>
                  <a:pt x="615086" y="3166480"/>
                </a:lnTo>
                <a:lnTo>
                  <a:pt x="621691" y="3166480"/>
                </a:lnTo>
                <a:moveTo>
                  <a:pt x="683063" y="3166480"/>
                </a:moveTo>
                <a:lnTo>
                  <a:pt x="764892" y="3166480"/>
                </a:lnTo>
                <a:moveTo>
                  <a:pt x="826265" y="3166480"/>
                </a:moveTo>
                <a:lnTo>
                  <a:pt x="908094" y="3166480"/>
                </a:lnTo>
                <a:moveTo>
                  <a:pt x="969467" y="3166480"/>
                </a:moveTo>
                <a:lnTo>
                  <a:pt x="1051296" y="3166480"/>
                </a:lnTo>
                <a:moveTo>
                  <a:pt x="1112669" y="3166480"/>
                </a:moveTo>
                <a:lnTo>
                  <a:pt x="1194498" y="3166480"/>
                </a:lnTo>
                <a:moveTo>
                  <a:pt x="1255870" y="3166480"/>
                </a:moveTo>
                <a:lnTo>
                  <a:pt x="1337700" y="3166480"/>
                </a:lnTo>
                <a:moveTo>
                  <a:pt x="1399072" y="3166480"/>
                </a:moveTo>
                <a:lnTo>
                  <a:pt x="1480902" y="3166480"/>
                </a:lnTo>
                <a:moveTo>
                  <a:pt x="1542274" y="3166480"/>
                </a:moveTo>
                <a:lnTo>
                  <a:pt x="1624104" y="3166480"/>
                </a:lnTo>
                <a:moveTo>
                  <a:pt x="1685476" y="3166480"/>
                </a:moveTo>
                <a:lnTo>
                  <a:pt x="1767306" y="3166480"/>
                </a:lnTo>
                <a:moveTo>
                  <a:pt x="1828678" y="3166480"/>
                </a:moveTo>
                <a:lnTo>
                  <a:pt x="1845531" y="3166480"/>
                </a:lnTo>
                <a:lnTo>
                  <a:pt x="1857921" y="3102696"/>
                </a:lnTo>
                <a:moveTo>
                  <a:pt x="1869624" y="3042450"/>
                </a:moveTo>
                <a:lnTo>
                  <a:pt x="1885227" y="2962121"/>
                </a:lnTo>
                <a:moveTo>
                  <a:pt x="1896930" y="2901875"/>
                </a:moveTo>
                <a:lnTo>
                  <a:pt x="1912534" y="2821547"/>
                </a:lnTo>
                <a:moveTo>
                  <a:pt x="1924237" y="2761301"/>
                </a:moveTo>
                <a:lnTo>
                  <a:pt x="1939840" y="2680973"/>
                </a:lnTo>
                <a:moveTo>
                  <a:pt x="1951543" y="2620727"/>
                </a:moveTo>
                <a:lnTo>
                  <a:pt x="1967147" y="2540399"/>
                </a:lnTo>
                <a:moveTo>
                  <a:pt x="1978850" y="2480152"/>
                </a:moveTo>
                <a:lnTo>
                  <a:pt x="1994453" y="2399824"/>
                </a:lnTo>
                <a:moveTo>
                  <a:pt x="2006156" y="2339578"/>
                </a:moveTo>
                <a:lnTo>
                  <a:pt x="2021760" y="2259250"/>
                </a:lnTo>
                <a:moveTo>
                  <a:pt x="2033463" y="2199004"/>
                </a:moveTo>
                <a:lnTo>
                  <a:pt x="2049066" y="2118676"/>
                </a:lnTo>
                <a:moveTo>
                  <a:pt x="2060769" y="2058429"/>
                </a:moveTo>
                <a:lnTo>
                  <a:pt x="2076373" y="1978101"/>
                </a:lnTo>
                <a:moveTo>
                  <a:pt x="2088075" y="1917855"/>
                </a:moveTo>
                <a:lnTo>
                  <a:pt x="2103679" y="1837527"/>
                </a:lnTo>
                <a:moveTo>
                  <a:pt x="2115382" y="1777281"/>
                </a:moveTo>
                <a:lnTo>
                  <a:pt x="2130986" y="1696953"/>
                </a:lnTo>
                <a:moveTo>
                  <a:pt x="2142688" y="1636706"/>
                </a:moveTo>
                <a:lnTo>
                  <a:pt x="2158292" y="1556378"/>
                </a:lnTo>
                <a:moveTo>
                  <a:pt x="2169995" y="1496132"/>
                </a:moveTo>
                <a:lnTo>
                  <a:pt x="2185598" y="1415804"/>
                </a:lnTo>
                <a:moveTo>
                  <a:pt x="2197301" y="1355558"/>
                </a:moveTo>
                <a:lnTo>
                  <a:pt x="2212905" y="1275230"/>
                </a:lnTo>
                <a:moveTo>
                  <a:pt x="2224608" y="1214983"/>
                </a:moveTo>
                <a:lnTo>
                  <a:pt x="2240211" y="1134655"/>
                </a:lnTo>
                <a:moveTo>
                  <a:pt x="2251914" y="1074409"/>
                </a:moveTo>
                <a:lnTo>
                  <a:pt x="2267518" y="994081"/>
                </a:lnTo>
                <a:moveTo>
                  <a:pt x="2279221" y="933835"/>
                </a:moveTo>
                <a:lnTo>
                  <a:pt x="2294824" y="853507"/>
                </a:lnTo>
                <a:moveTo>
                  <a:pt x="2306527" y="793260"/>
                </a:moveTo>
                <a:lnTo>
                  <a:pt x="2322131" y="712932"/>
                </a:lnTo>
                <a:moveTo>
                  <a:pt x="2333833" y="652686"/>
                </a:moveTo>
                <a:lnTo>
                  <a:pt x="2349437" y="572358"/>
                </a:lnTo>
                <a:moveTo>
                  <a:pt x="2361140" y="512112"/>
                </a:moveTo>
                <a:lnTo>
                  <a:pt x="2376744" y="431784"/>
                </a:lnTo>
                <a:moveTo>
                  <a:pt x="2388446" y="371537"/>
                </a:moveTo>
                <a:lnTo>
                  <a:pt x="2404050" y="291209"/>
                </a:lnTo>
                <a:moveTo>
                  <a:pt x="2415753" y="230963"/>
                </a:moveTo>
                <a:lnTo>
                  <a:pt x="2431357" y="150635"/>
                </a:lnTo>
                <a:moveTo>
                  <a:pt x="2443059" y="90389"/>
                </a:moveTo>
                <a:lnTo>
                  <a:pt x="2458663" y="10061"/>
                </a:lnTo>
                <a:moveTo>
                  <a:pt x="2409494" y="0"/>
                </a:moveTo>
                <a:lnTo>
                  <a:pt x="2327664" y="0"/>
                </a:lnTo>
                <a:moveTo>
                  <a:pt x="2266292" y="0"/>
                </a:moveTo>
                <a:lnTo>
                  <a:pt x="2184462" y="0"/>
                </a:lnTo>
                <a:moveTo>
                  <a:pt x="2123090" y="0"/>
                </a:moveTo>
                <a:lnTo>
                  <a:pt x="2041260" y="0"/>
                </a:lnTo>
                <a:moveTo>
                  <a:pt x="1979888" y="0"/>
                </a:moveTo>
                <a:lnTo>
                  <a:pt x="1898058" y="0"/>
                </a:lnTo>
                <a:moveTo>
                  <a:pt x="1836686" y="0"/>
                </a:moveTo>
                <a:lnTo>
                  <a:pt x="1754856" y="0"/>
                </a:lnTo>
                <a:moveTo>
                  <a:pt x="1693484" y="0"/>
                </a:moveTo>
                <a:lnTo>
                  <a:pt x="1611655" y="0"/>
                </a:lnTo>
                <a:moveTo>
                  <a:pt x="1550282" y="0"/>
                </a:moveTo>
                <a:lnTo>
                  <a:pt x="1468453" y="0"/>
                </a:lnTo>
                <a:moveTo>
                  <a:pt x="1407080" y="0"/>
                </a:moveTo>
                <a:lnTo>
                  <a:pt x="1325251" y="0"/>
                </a:lnTo>
                <a:moveTo>
                  <a:pt x="1263878" y="0"/>
                </a:moveTo>
                <a:lnTo>
                  <a:pt x="1182049" y="0"/>
                </a:lnTo>
                <a:moveTo>
                  <a:pt x="1120677" y="0"/>
                </a:moveTo>
                <a:lnTo>
                  <a:pt x="1038847" y="0"/>
                </a:lnTo>
                <a:moveTo>
                  <a:pt x="977475" y="0"/>
                </a:moveTo>
                <a:lnTo>
                  <a:pt x="895645" y="0"/>
                </a:lnTo>
                <a:moveTo>
                  <a:pt x="834273" y="0"/>
                </a:moveTo>
                <a:lnTo>
                  <a:pt x="752443" y="0"/>
                </a:lnTo>
                <a:moveTo>
                  <a:pt x="691071" y="0"/>
                </a:moveTo>
                <a:lnTo>
                  <a:pt x="609241" y="0"/>
                </a:lnTo>
                <a:moveTo>
                  <a:pt x="547869" y="0"/>
                </a:moveTo>
                <a:lnTo>
                  <a:pt x="466039" y="0"/>
                </a:lnTo>
                <a:moveTo>
                  <a:pt x="404667" y="0"/>
                </a:moveTo>
                <a:lnTo>
                  <a:pt x="322837" y="0"/>
                </a:lnTo>
                <a:moveTo>
                  <a:pt x="261465" y="0"/>
                </a:moveTo>
                <a:lnTo>
                  <a:pt x="179636" y="0"/>
                </a:lnTo>
                <a:moveTo>
                  <a:pt x="118263" y="0"/>
                </a:moveTo>
                <a:lnTo>
                  <a:pt x="36434" y="0"/>
                </a:lnTo>
              </a:path>
            </a:pathLst>
          </a:custGeom>
          <a:noFill xmlns:a="http://schemas.openxmlformats.org/drawingml/2006/main"/>
          <a:ln xmlns:a="http://schemas.openxmlformats.org/drawingml/2006/main" w="20457">
            <a:solidFill>
              <a:srgbClr val="A02B93"/>
            </a:solidFill>
            <a:prstDash val="solid"/>
          </a:ln>
        </p:spPr>
      </p:sp>
      <p:sp>
        <p:nvSpPr>
          <p:cNvPr id="4" name="pdf-path-6">
            <a:extLst xmlns:a="http://schemas.openxmlformats.org/drawingml/2006/main">
              <a:ext uri="{FF2B5EF4-FFF2-40B4-BE49-F238E27FC236}">
                <a16:creationId xmlns:a16="http://schemas.microsoft.com/office/drawing/2014/main" id="{D23AF9A5-3243-42C7-A182-2E50C5445CB3}"/>
              </a:ext>
            </a:extLst>
          </p:cNvPr>
          <p:cNvSpPr>
            <a:spLocks xmlns:a="http://schemas.openxmlformats.org/drawingml/2006/main" noGrp="1"/>
          </p:cNvSpPr>
          <p:nvPr/>
        </p:nvSpPr>
        <p:spPr>
          <a:xfrm xmlns:a="http://schemas.openxmlformats.org/drawingml/2006/main" rot="0">
            <a:off x="9315894" y="86078"/>
            <a:ext cx="5363523" cy="4612282"/>
          </a:xfrm>
          <a:custGeom xmlns:a="http://schemas.openxmlformats.org/drawingml/2006/main">
            <a:pathLst>
              <a:path w="5363523" h="4612282">
                <a:moveTo>
                  <a:pt x="0" y="207302"/>
                </a:moveTo>
                <a:cubicBezTo>
                  <a:pt x="0" y="92740"/>
                  <a:pt x="92877" y="0"/>
                  <a:pt x="207301" y="0"/>
                </a:cubicBezTo>
                <a:lnTo>
                  <a:pt x="5156086" y="0"/>
                </a:lnTo>
                <a:cubicBezTo>
                  <a:pt x="5270648" y="0"/>
                  <a:pt x="5363523" y="92740"/>
                  <a:pt x="5363523" y="207302"/>
                </a:cubicBezTo>
                <a:lnTo>
                  <a:pt x="5363523" y="4404959"/>
                </a:lnTo>
                <a:cubicBezTo>
                  <a:pt x="5363523" y="4519460"/>
                  <a:pt x="5270648" y="4612282"/>
                  <a:pt x="5156086" y="4612282"/>
                </a:cubicBezTo>
                <a:lnTo>
                  <a:pt x="207301" y="4612282"/>
                </a:lnTo>
                <a:cubicBezTo>
                  <a:pt x="92877" y="4612282"/>
                  <a:pt x="0" y="4519460"/>
                  <a:pt x="0" y="4404959"/>
                </a:cubicBezTo>
                <a:lnTo>
                  <a:pt x="0" y="207302"/>
                </a:lnTo>
              </a:path>
            </a:pathLst>
          </a:custGeom>
          <a:solidFill xmlns:a="http://schemas.openxmlformats.org/drawingml/2006/main">
            <a:srgbClr val="ED7D31">
              <a:alpha val="15000"/>
            </a:srgbClr>
          </a:solidFill>
          <a:ln xmlns:a="http://schemas.openxmlformats.org/drawingml/2006/main" w="0">
            <a:noFill/>
            <a:prstDash val="solid"/>
          </a:ln>
        </p:spPr>
      </p:sp>
      <p:sp>
        <p:nvSpPr>
          <p:cNvPr id="5" name="pdf-path-7-part-0">
            <a:extLst xmlns:a="http://schemas.openxmlformats.org/drawingml/2006/main">
              <a:ext uri="{FF2B5EF4-FFF2-40B4-BE49-F238E27FC236}">
                <a16:creationId xmlns:a16="http://schemas.microsoft.com/office/drawing/2014/main" id="{263DE7C5-66D0-418F-924F-55627357E56D}"/>
              </a:ext>
            </a:extLst>
          </p:cNvPr>
          <p:cNvSpPr>
            <a:spLocks xmlns:a="http://schemas.openxmlformats.org/drawingml/2006/main" noGrp="1"/>
          </p:cNvSpPr>
          <p:nvPr/>
        </p:nvSpPr>
        <p:spPr>
          <a:xfrm xmlns:a="http://schemas.openxmlformats.org/drawingml/2006/main" rot="0">
            <a:off x="4440483" y="854731"/>
            <a:ext cx="810795" cy="2163576"/>
          </a:xfrm>
          <a:custGeom xmlns:a="http://schemas.openxmlformats.org/drawingml/2006/main">
            <a:pathLst>
              <a:path w="810795" h="2163576">
                <a:moveTo>
                  <a:pt x="0" y="2125389"/>
                </a:moveTo>
                <a:lnTo>
                  <a:pt x="41870" y="2109023"/>
                </a:lnTo>
                <a:lnTo>
                  <a:pt x="41733" y="2109159"/>
                </a:lnTo>
                <a:lnTo>
                  <a:pt x="83193" y="2092521"/>
                </a:lnTo>
                <a:lnTo>
                  <a:pt x="82921" y="2092657"/>
                </a:lnTo>
                <a:lnTo>
                  <a:pt x="123290" y="2075473"/>
                </a:lnTo>
                <a:lnTo>
                  <a:pt x="122744" y="2075746"/>
                </a:lnTo>
                <a:lnTo>
                  <a:pt x="161614" y="2057743"/>
                </a:lnTo>
                <a:lnTo>
                  <a:pt x="160931" y="2058016"/>
                </a:lnTo>
                <a:lnTo>
                  <a:pt x="179616" y="2048742"/>
                </a:lnTo>
                <a:lnTo>
                  <a:pt x="179071" y="2049014"/>
                </a:lnTo>
                <a:lnTo>
                  <a:pt x="197210" y="2039331"/>
                </a:lnTo>
                <a:lnTo>
                  <a:pt x="196800" y="2039604"/>
                </a:lnTo>
                <a:lnTo>
                  <a:pt x="214257" y="2029648"/>
                </a:lnTo>
                <a:lnTo>
                  <a:pt x="213576" y="2030057"/>
                </a:lnTo>
                <a:lnTo>
                  <a:pt x="230214" y="2019692"/>
                </a:lnTo>
                <a:lnTo>
                  <a:pt x="229532" y="2020101"/>
                </a:lnTo>
                <a:lnTo>
                  <a:pt x="245489" y="2009327"/>
                </a:lnTo>
                <a:lnTo>
                  <a:pt x="244807" y="2009873"/>
                </a:lnTo>
                <a:lnTo>
                  <a:pt x="259945" y="1998689"/>
                </a:lnTo>
                <a:lnTo>
                  <a:pt x="259264" y="1999235"/>
                </a:lnTo>
                <a:lnTo>
                  <a:pt x="273447" y="1987642"/>
                </a:lnTo>
                <a:lnTo>
                  <a:pt x="272492" y="1988460"/>
                </a:lnTo>
                <a:lnTo>
                  <a:pt x="285722" y="1976323"/>
                </a:lnTo>
                <a:lnTo>
                  <a:pt x="285177" y="1976868"/>
                </a:lnTo>
                <a:lnTo>
                  <a:pt x="297314" y="1964730"/>
                </a:lnTo>
                <a:lnTo>
                  <a:pt x="297042" y="1965003"/>
                </a:lnTo>
                <a:lnTo>
                  <a:pt x="308361" y="1953547"/>
                </a:lnTo>
                <a:lnTo>
                  <a:pt x="307816" y="1953956"/>
                </a:lnTo>
                <a:lnTo>
                  <a:pt x="318045" y="1942909"/>
                </a:lnTo>
                <a:lnTo>
                  <a:pt x="317635" y="1943318"/>
                </a:lnTo>
                <a:lnTo>
                  <a:pt x="327182" y="1932271"/>
                </a:lnTo>
                <a:lnTo>
                  <a:pt x="326500" y="1933089"/>
                </a:lnTo>
                <a:lnTo>
                  <a:pt x="335093" y="1922042"/>
                </a:lnTo>
                <a:lnTo>
                  <a:pt x="334547" y="1922860"/>
                </a:lnTo>
                <a:lnTo>
                  <a:pt x="342457" y="1911404"/>
                </a:lnTo>
                <a:lnTo>
                  <a:pt x="341775" y="1912359"/>
                </a:lnTo>
                <a:lnTo>
                  <a:pt x="349140" y="1900493"/>
                </a:lnTo>
                <a:lnTo>
                  <a:pt x="348458" y="1901584"/>
                </a:lnTo>
                <a:lnTo>
                  <a:pt x="355140" y="1889037"/>
                </a:lnTo>
                <a:lnTo>
                  <a:pt x="354595" y="1889992"/>
                </a:lnTo>
                <a:lnTo>
                  <a:pt x="360869" y="1876490"/>
                </a:lnTo>
                <a:lnTo>
                  <a:pt x="360323" y="1877581"/>
                </a:lnTo>
                <a:lnTo>
                  <a:pt x="366051" y="1862988"/>
                </a:lnTo>
                <a:lnTo>
                  <a:pt x="365779" y="1863807"/>
                </a:lnTo>
                <a:lnTo>
                  <a:pt x="371234" y="1847986"/>
                </a:lnTo>
                <a:lnTo>
                  <a:pt x="370961" y="1848804"/>
                </a:lnTo>
                <a:lnTo>
                  <a:pt x="376007" y="1831484"/>
                </a:lnTo>
                <a:lnTo>
                  <a:pt x="375871" y="1832166"/>
                </a:lnTo>
                <a:lnTo>
                  <a:pt x="380644" y="1813072"/>
                </a:lnTo>
                <a:lnTo>
                  <a:pt x="380508" y="1813618"/>
                </a:lnTo>
                <a:lnTo>
                  <a:pt x="385282" y="1792615"/>
                </a:lnTo>
                <a:lnTo>
                  <a:pt x="385145" y="1793160"/>
                </a:lnTo>
                <a:lnTo>
                  <a:pt x="389646" y="1769839"/>
                </a:lnTo>
                <a:lnTo>
                  <a:pt x="389646" y="1769975"/>
                </a:lnTo>
                <a:lnTo>
                  <a:pt x="391964" y="1757564"/>
                </a:lnTo>
                <a:lnTo>
                  <a:pt x="391828" y="1757973"/>
                </a:lnTo>
                <a:lnTo>
                  <a:pt x="394146" y="1744881"/>
                </a:lnTo>
                <a:lnTo>
                  <a:pt x="394146" y="1745017"/>
                </a:lnTo>
                <a:lnTo>
                  <a:pt x="396328" y="1731243"/>
                </a:lnTo>
                <a:lnTo>
                  <a:pt x="396328" y="1731652"/>
                </a:lnTo>
                <a:lnTo>
                  <a:pt x="398374" y="1717468"/>
                </a:lnTo>
                <a:lnTo>
                  <a:pt x="398237" y="1717741"/>
                </a:lnTo>
                <a:lnTo>
                  <a:pt x="402193" y="1687464"/>
                </a:lnTo>
                <a:lnTo>
                  <a:pt x="402193" y="1688009"/>
                </a:lnTo>
                <a:lnTo>
                  <a:pt x="405602" y="1655550"/>
                </a:lnTo>
                <a:lnTo>
                  <a:pt x="405602" y="1655960"/>
                </a:lnTo>
                <a:lnTo>
                  <a:pt x="408603" y="1621591"/>
                </a:lnTo>
                <a:lnTo>
                  <a:pt x="408466" y="1621727"/>
                </a:lnTo>
                <a:lnTo>
                  <a:pt x="411331" y="1585722"/>
                </a:lnTo>
                <a:lnTo>
                  <a:pt x="411331" y="1586131"/>
                </a:lnTo>
                <a:lnTo>
                  <a:pt x="413513" y="1548626"/>
                </a:lnTo>
                <a:lnTo>
                  <a:pt x="413513" y="1548762"/>
                </a:lnTo>
                <a:lnTo>
                  <a:pt x="415558" y="1509893"/>
                </a:lnTo>
                <a:lnTo>
                  <a:pt x="415558" y="1510030"/>
                </a:lnTo>
                <a:lnTo>
                  <a:pt x="417331" y="1470069"/>
                </a:lnTo>
                <a:lnTo>
                  <a:pt x="417331" y="1470206"/>
                </a:lnTo>
                <a:lnTo>
                  <a:pt x="418832" y="1429291"/>
                </a:lnTo>
                <a:lnTo>
                  <a:pt x="418832" y="1429428"/>
                </a:lnTo>
                <a:lnTo>
                  <a:pt x="420195" y="1387967"/>
                </a:lnTo>
                <a:lnTo>
                  <a:pt x="420195" y="1388104"/>
                </a:lnTo>
                <a:lnTo>
                  <a:pt x="422241" y="1303682"/>
                </a:lnTo>
                <a:lnTo>
                  <a:pt x="422241" y="1303819"/>
                </a:lnTo>
                <a:lnTo>
                  <a:pt x="423878" y="1219125"/>
                </a:lnTo>
                <a:lnTo>
                  <a:pt x="424560" y="1177256"/>
                </a:lnTo>
                <a:lnTo>
                  <a:pt x="425105" y="1135795"/>
                </a:lnTo>
                <a:lnTo>
                  <a:pt x="425105" y="1136068"/>
                </a:lnTo>
                <a:lnTo>
                  <a:pt x="425378" y="1093926"/>
                </a:lnTo>
                <a:lnTo>
                  <a:pt x="425378" y="1094335"/>
                </a:lnTo>
                <a:lnTo>
                  <a:pt x="424696" y="1050283"/>
                </a:lnTo>
                <a:lnTo>
                  <a:pt x="424696" y="1050556"/>
                </a:lnTo>
                <a:lnTo>
                  <a:pt x="423468" y="1005004"/>
                </a:lnTo>
                <a:lnTo>
                  <a:pt x="423468" y="1005141"/>
                </a:lnTo>
                <a:lnTo>
                  <a:pt x="421832" y="958361"/>
                </a:lnTo>
                <a:lnTo>
                  <a:pt x="421832" y="958498"/>
                </a:lnTo>
                <a:lnTo>
                  <a:pt x="419786" y="910900"/>
                </a:lnTo>
                <a:lnTo>
                  <a:pt x="419786" y="911037"/>
                </a:lnTo>
                <a:lnTo>
                  <a:pt x="417331" y="863030"/>
                </a:lnTo>
                <a:lnTo>
                  <a:pt x="412831" y="766880"/>
                </a:lnTo>
                <a:lnTo>
                  <a:pt x="410785" y="719419"/>
                </a:lnTo>
                <a:lnTo>
                  <a:pt x="409012" y="672912"/>
                </a:lnTo>
                <a:lnTo>
                  <a:pt x="407921" y="627497"/>
                </a:lnTo>
                <a:lnTo>
                  <a:pt x="407239" y="583854"/>
                </a:lnTo>
                <a:lnTo>
                  <a:pt x="407512" y="541985"/>
                </a:lnTo>
                <a:lnTo>
                  <a:pt x="408057" y="521937"/>
                </a:lnTo>
                <a:lnTo>
                  <a:pt x="408739" y="502434"/>
                </a:lnTo>
                <a:lnTo>
                  <a:pt x="409830" y="483613"/>
                </a:lnTo>
                <a:lnTo>
                  <a:pt x="411194" y="465338"/>
                </a:lnTo>
                <a:lnTo>
                  <a:pt x="412831" y="447881"/>
                </a:lnTo>
                <a:lnTo>
                  <a:pt x="414876" y="431106"/>
                </a:lnTo>
                <a:lnTo>
                  <a:pt x="419650" y="400011"/>
                </a:lnTo>
                <a:lnTo>
                  <a:pt x="425378" y="370688"/>
                </a:lnTo>
                <a:lnTo>
                  <a:pt x="431788" y="343139"/>
                </a:lnTo>
                <a:lnTo>
                  <a:pt x="439152" y="317226"/>
                </a:lnTo>
                <a:lnTo>
                  <a:pt x="447199" y="292950"/>
                </a:lnTo>
                <a:lnTo>
                  <a:pt x="455928" y="270447"/>
                </a:lnTo>
                <a:lnTo>
                  <a:pt x="465201" y="249444"/>
                </a:lnTo>
                <a:lnTo>
                  <a:pt x="475157" y="229668"/>
                </a:lnTo>
                <a:lnTo>
                  <a:pt x="485523" y="211256"/>
                </a:lnTo>
                <a:lnTo>
                  <a:pt x="496570" y="194072"/>
                </a:lnTo>
                <a:lnTo>
                  <a:pt x="507753" y="178116"/>
                </a:lnTo>
                <a:lnTo>
                  <a:pt x="519345" y="163113"/>
                </a:lnTo>
                <a:lnTo>
                  <a:pt x="531211" y="149339"/>
                </a:lnTo>
                <a:lnTo>
                  <a:pt x="543212" y="136246"/>
                </a:lnTo>
                <a:lnTo>
                  <a:pt x="555351" y="124108"/>
                </a:lnTo>
                <a:lnTo>
                  <a:pt x="567898" y="112379"/>
                </a:lnTo>
                <a:lnTo>
                  <a:pt x="582354" y="101059"/>
                </a:lnTo>
                <a:lnTo>
                  <a:pt x="598584" y="91922"/>
                </a:lnTo>
                <a:lnTo>
                  <a:pt x="615768" y="84830"/>
                </a:lnTo>
                <a:lnTo>
                  <a:pt x="633498" y="79375"/>
                </a:lnTo>
                <a:lnTo>
                  <a:pt x="651637" y="75556"/>
                </a:lnTo>
                <a:lnTo>
                  <a:pt x="669912" y="73101"/>
                </a:lnTo>
                <a:lnTo>
                  <a:pt x="688051" y="71601"/>
                </a:lnTo>
                <a:lnTo>
                  <a:pt x="705917" y="70783"/>
                </a:lnTo>
                <a:lnTo>
                  <a:pt x="723374" y="70646"/>
                </a:lnTo>
                <a:lnTo>
                  <a:pt x="740013" y="71055"/>
                </a:lnTo>
                <a:lnTo>
                  <a:pt x="755561" y="71601"/>
                </a:lnTo>
                <a:lnTo>
                  <a:pt x="755424" y="71601"/>
                </a:lnTo>
                <a:lnTo>
                  <a:pt x="769744" y="72146"/>
                </a:lnTo>
                <a:lnTo>
                  <a:pt x="771108" y="72146"/>
                </a:lnTo>
                <a:lnTo>
                  <a:pt x="769471" y="113061"/>
                </a:lnTo>
                <a:lnTo>
                  <a:pt x="768244" y="113061"/>
                </a:lnTo>
                <a:lnTo>
                  <a:pt x="753924" y="112516"/>
                </a:lnTo>
                <a:lnTo>
                  <a:pt x="738513" y="111970"/>
                </a:lnTo>
                <a:lnTo>
                  <a:pt x="738922" y="111970"/>
                </a:lnTo>
                <a:lnTo>
                  <a:pt x="722829" y="111561"/>
                </a:lnTo>
                <a:lnTo>
                  <a:pt x="723374" y="111561"/>
                </a:lnTo>
                <a:lnTo>
                  <a:pt x="706599" y="111697"/>
                </a:lnTo>
                <a:lnTo>
                  <a:pt x="707281" y="111697"/>
                </a:lnTo>
                <a:lnTo>
                  <a:pt x="690233" y="112379"/>
                </a:lnTo>
                <a:lnTo>
                  <a:pt x="691051" y="112379"/>
                </a:lnTo>
                <a:lnTo>
                  <a:pt x="673867" y="113743"/>
                </a:lnTo>
                <a:lnTo>
                  <a:pt x="674958" y="113743"/>
                </a:lnTo>
                <a:lnTo>
                  <a:pt x="658047" y="116062"/>
                </a:lnTo>
                <a:lnTo>
                  <a:pt x="659411" y="115789"/>
                </a:lnTo>
                <a:lnTo>
                  <a:pt x="642772" y="119335"/>
                </a:lnTo>
                <a:lnTo>
                  <a:pt x="644545" y="118789"/>
                </a:lnTo>
                <a:lnTo>
                  <a:pt x="628588" y="123699"/>
                </a:lnTo>
                <a:lnTo>
                  <a:pt x="630497" y="123017"/>
                </a:lnTo>
                <a:lnTo>
                  <a:pt x="615496" y="129154"/>
                </a:lnTo>
                <a:lnTo>
                  <a:pt x="617677" y="128063"/>
                </a:lnTo>
                <a:lnTo>
                  <a:pt x="603766" y="135974"/>
                </a:lnTo>
                <a:lnTo>
                  <a:pt x="606221" y="134337"/>
                </a:lnTo>
                <a:lnTo>
                  <a:pt x="593810" y="144020"/>
                </a:lnTo>
                <a:lnTo>
                  <a:pt x="595174" y="142793"/>
                </a:lnTo>
                <a:lnTo>
                  <a:pt x="583582" y="153703"/>
                </a:lnTo>
                <a:lnTo>
                  <a:pt x="583991" y="153294"/>
                </a:lnTo>
                <a:lnTo>
                  <a:pt x="572399" y="165023"/>
                </a:lnTo>
                <a:lnTo>
                  <a:pt x="572944" y="164341"/>
                </a:lnTo>
                <a:lnTo>
                  <a:pt x="561488" y="176752"/>
                </a:lnTo>
                <a:lnTo>
                  <a:pt x="562033" y="176206"/>
                </a:lnTo>
                <a:lnTo>
                  <a:pt x="550714" y="189299"/>
                </a:lnTo>
                <a:lnTo>
                  <a:pt x="551396" y="188617"/>
                </a:lnTo>
                <a:lnTo>
                  <a:pt x="540349" y="202801"/>
                </a:lnTo>
                <a:lnTo>
                  <a:pt x="540894" y="201983"/>
                </a:lnTo>
                <a:lnTo>
                  <a:pt x="530256" y="217121"/>
                </a:lnTo>
                <a:lnTo>
                  <a:pt x="530801" y="216439"/>
                </a:lnTo>
                <a:lnTo>
                  <a:pt x="520300" y="232805"/>
                </a:lnTo>
                <a:lnTo>
                  <a:pt x="520846" y="231851"/>
                </a:lnTo>
                <a:lnTo>
                  <a:pt x="510890" y="249444"/>
                </a:lnTo>
                <a:lnTo>
                  <a:pt x="511436" y="248489"/>
                </a:lnTo>
                <a:lnTo>
                  <a:pt x="502025" y="267310"/>
                </a:lnTo>
                <a:lnTo>
                  <a:pt x="502434" y="266355"/>
                </a:lnTo>
                <a:lnTo>
                  <a:pt x="493569" y="286540"/>
                </a:lnTo>
                <a:lnTo>
                  <a:pt x="493978" y="285585"/>
                </a:lnTo>
                <a:lnTo>
                  <a:pt x="485523" y="307270"/>
                </a:lnTo>
                <a:lnTo>
                  <a:pt x="485932" y="306452"/>
                </a:lnTo>
                <a:lnTo>
                  <a:pt x="478158" y="329773"/>
                </a:lnTo>
                <a:lnTo>
                  <a:pt x="478431" y="328819"/>
                </a:lnTo>
                <a:lnTo>
                  <a:pt x="471339" y="353777"/>
                </a:lnTo>
                <a:lnTo>
                  <a:pt x="471611" y="352822"/>
                </a:lnTo>
                <a:lnTo>
                  <a:pt x="465338" y="379553"/>
                </a:lnTo>
                <a:lnTo>
                  <a:pt x="465474" y="378871"/>
                </a:lnTo>
                <a:lnTo>
                  <a:pt x="460019" y="407375"/>
                </a:lnTo>
                <a:lnTo>
                  <a:pt x="460019" y="406557"/>
                </a:lnTo>
                <a:lnTo>
                  <a:pt x="455382" y="437107"/>
                </a:lnTo>
                <a:lnTo>
                  <a:pt x="455518" y="436425"/>
                </a:lnTo>
                <a:lnTo>
                  <a:pt x="453473" y="452518"/>
                </a:lnTo>
                <a:lnTo>
                  <a:pt x="453609" y="452109"/>
                </a:lnTo>
                <a:lnTo>
                  <a:pt x="451972" y="469020"/>
                </a:lnTo>
                <a:lnTo>
                  <a:pt x="451972" y="468611"/>
                </a:lnTo>
                <a:lnTo>
                  <a:pt x="450608" y="486341"/>
                </a:lnTo>
                <a:lnTo>
                  <a:pt x="450745" y="486068"/>
                </a:lnTo>
                <a:lnTo>
                  <a:pt x="449654" y="504480"/>
                </a:lnTo>
                <a:lnTo>
                  <a:pt x="449654" y="504207"/>
                </a:lnTo>
                <a:lnTo>
                  <a:pt x="448972" y="523300"/>
                </a:lnTo>
                <a:lnTo>
                  <a:pt x="448972" y="523028"/>
                </a:lnTo>
                <a:lnTo>
                  <a:pt x="448427" y="542940"/>
                </a:lnTo>
                <a:lnTo>
                  <a:pt x="448427" y="542530"/>
                </a:lnTo>
                <a:lnTo>
                  <a:pt x="448153" y="583991"/>
                </a:lnTo>
                <a:lnTo>
                  <a:pt x="448153" y="583445"/>
                </a:lnTo>
                <a:lnTo>
                  <a:pt x="448699" y="626815"/>
                </a:lnTo>
                <a:lnTo>
                  <a:pt x="448699" y="626679"/>
                </a:lnTo>
                <a:lnTo>
                  <a:pt x="449927" y="671821"/>
                </a:lnTo>
                <a:lnTo>
                  <a:pt x="449927" y="671548"/>
                </a:lnTo>
                <a:lnTo>
                  <a:pt x="451563" y="717782"/>
                </a:lnTo>
                <a:lnTo>
                  <a:pt x="453609" y="765107"/>
                </a:lnTo>
                <a:lnTo>
                  <a:pt x="453609" y="764971"/>
                </a:lnTo>
                <a:lnTo>
                  <a:pt x="458246" y="860984"/>
                </a:lnTo>
                <a:lnTo>
                  <a:pt x="460564" y="909127"/>
                </a:lnTo>
                <a:lnTo>
                  <a:pt x="462610" y="956861"/>
                </a:lnTo>
                <a:lnTo>
                  <a:pt x="464383" y="1003777"/>
                </a:lnTo>
                <a:lnTo>
                  <a:pt x="465611" y="1049601"/>
                </a:lnTo>
                <a:lnTo>
                  <a:pt x="466293" y="1093926"/>
                </a:lnTo>
                <a:lnTo>
                  <a:pt x="466020" y="1136341"/>
                </a:lnTo>
                <a:lnTo>
                  <a:pt x="465474" y="1177938"/>
                </a:lnTo>
                <a:lnTo>
                  <a:pt x="464656" y="1219944"/>
                </a:lnTo>
                <a:lnTo>
                  <a:pt x="463019" y="1304637"/>
                </a:lnTo>
                <a:lnTo>
                  <a:pt x="460974" y="1389195"/>
                </a:lnTo>
                <a:lnTo>
                  <a:pt x="459746" y="1430791"/>
                </a:lnTo>
                <a:lnTo>
                  <a:pt x="458110" y="1471706"/>
                </a:lnTo>
                <a:lnTo>
                  <a:pt x="456473" y="1511939"/>
                </a:lnTo>
                <a:lnTo>
                  <a:pt x="454427" y="1550945"/>
                </a:lnTo>
                <a:lnTo>
                  <a:pt x="452109" y="1588723"/>
                </a:lnTo>
                <a:lnTo>
                  <a:pt x="449381" y="1625000"/>
                </a:lnTo>
                <a:lnTo>
                  <a:pt x="446381" y="1659642"/>
                </a:lnTo>
                <a:lnTo>
                  <a:pt x="442835" y="1692510"/>
                </a:lnTo>
                <a:lnTo>
                  <a:pt x="438880" y="1723196"/>
                </a:lnTo>
                <a:lnTo>
                  <a:pt x="436834" y="1737789"/>
                </a:lnTo>
                <a:lnTo>
                  <a:pt x="434515" y="1751700"/>
                </a:lnTo>
                <a:lnTo>
                  <a:pt x="432197" y="1765066"/>
                </a:lnTo>
                <a:lnTo>
                  <a:pt x="429742" y="1777613"/>
                </a:lnTo>
                <a:lnTo>
                  <a:pt x="425241" y="1801207"/>
                </a:lnTo>
                <a:lnTo>
                  <a:pt x="420332" y="1822755"/>
                </a:lnTo>
                <a:lnTo>
                  <a:pt x="415422" y="1842531"/>
                </a:lnTo>
                <a:lnTo>
                  <a:pt x="410103" y="1860806"/>
                </a:lnTo>
                <a:lnTo>
                  <a:pt x="404375" y="1877445"/>
                </a:lnTo>
                <a:lnTo>
                  <a:pt x="398237" y="1893129"/>
                </a:lnTo>
                <a:lnTo>
                  <a:pt x="391555" y="1907722"/>
                </a:lnTo>
                <a:lnTo>
                  <a:pt x="384327" y="1921360"/>
                </a:lnTo>
                <a:lnTo>
                  <a:pt x="376416" y="1934180"/>
                </a:lnTo>
                <a:lnTo>
                  <a:pt x="367824" y="1946591"/>
                </a:lnTo>
                <a:lnTo>
                  <a:pt x="358550" y="1958593"/>
                </a:lnTo>
                <a:lnTo>
                  <a:pt x="348458" y="1970322"/>
                </a:lnTo>
                <a:lnTo>
                  <a:pt x="337820" y="1981914"/>
                </a:lnTo>
                <a:lnTo>
                  <a:pt x="326227" y="1993779"/>
                </a:lnTo>
                <a:lnTo>
                  <a:pt x="313681" y="2006190"/>
                </a:lnTo>
                <a:lnTo>
                  <a:pt x="299769" y="2019010"/>
                </a:lnTo>
                <a:lnTo>
                  <a:pt x="284631" y="2031285"/>
                </a:lnTo>
                <a:lnTo>
                  <a:pt x="268810" y="2043014"/>
                </a:lnTo>
                <a:lnTo>
                  <a:pt x="252172" y="2054333"/>
                </a:lnTo>
                <a:lnTo>
                  <a:pt x="234851" y="2064971"/>
                </a:lnTo>
                <a:lnTo>
                  <a:pt x="216712" y="2075200"/>
                </a:lnTo>
                <a:lnTo>
                  <a:pt x="198164" y="2085156"/>
                </a:lnTo>
                <a:lnTo>
                  <a:pt x="178934" y="2094839"/>
                </a:lnTo>
                <a:lnTo>
                  <a:pt x="139519" y="2112978"/>
                </a:lnTo>
                <a:lnTo>
                  <a:pt x="98741" y="2130299"/>
                </a:lnTo>
                <a:lnTo>
                  <a:pt x="56871" y="2147074"/>
                </a:lnTo>
                <a:lnTo>
                  <a:pt x="14866" y="2163576"/>
                </a:lnTo>
                <a:lnTo>
                  <a:pt x="0" y="2125389"/>
                </a:lnTo>
              </a:path>
            </a:pathLst>
          </a:custGeom>
          <a:solidFill xmlns:a="http://schemas.openxmlformats.org/drawingml/2006/main">
            <a:srgbClr val="1B4487"/>
          </a:solidFill>
          <a:ln xmlns:a="http://schemas.openxmlformats.org/drawingml/2006/main" w="0">
            <a:noFill/>
            <a:prstDash val="solid"/>
          </a:ln>
        </p:spPr>
      </p:sp>
      <p:sp>
        <p:nvSpPr>
          <p:cNvPr id="6" name="pdf-path-7-part-1">
            <a:extLst xmlns:a="http://schemas.openxmlformats.org/drawingml/2006/main">
              <a:ext uri="{FF2B5EF4-FFF2-40B4-BE49-F238E27FC236}">
                <a16:creationId xmlns:a16="http://schemas.microsoft.com/office/drawing/2014/main" id="{4DD49BEA-EB8F-474D-8FF8-82EC33C3633C}"/>
              </a:ext>
            </a:extLst>
          </p:cNvPr>
          <p:cNvSpPr>
            <a:spLocks xmlns:a="http://schemas.openxmlformats.org/drawingml/2006/main" noGrp="1"/>
          </p:cNvSpPr>
          <p:nvPr/>
        </p:nvSpPr>
        <p:spPr>
          <a:xfrm xmlns:a="http://schemas.openxmlformats.org/drawingml/2006/main" rot="0">
            <a:off x="4440483" y="854731"/>
            <a:ext cx="810795" cy="2163576"/>
          </a:xfrm>
          <a:custGeom xmlns:a="http://schemas.openxmlformats.org/drawingml/2006/main">
            <a:pathLst>
              <a:path w="810795" h="2163576">
                <a:moveTo>
                  <a:pt x="656137" y="5455"/>
                </a:moveTo>
                <a:lnTo>
                  <a:pt x="810795" y="91922"/>
                </a:lnTo>
                <a:lnTo>
                  <a:pt x="659547" y="183980"/>
                </a:lnTo>
                <a:cubicBezTo>
                  <a:pt x="649864" y="189844"/>
                  <a:pt x="637316" y="186844"/>
                  <a:pt x="631452" y="177161"/>
                </a:cubicBezTo>
                <a:cubicBezTo>
                  <a:pt x="625588" y="167614"/>
                  <a:pt x="628588" y="154931"/>
                  <a:pt x="638271" y="149066"/>
                </a:cubicBezTo>
                <a:lnTo>
                  <a:pt x="759652" y="75147"/>
                </a:lnTo>
                <a:lnTo>
                  <a:pt x="760334" y="110470"/>
                </a:lnTo>
                <a:lnTo>
                  <a:pt x="636225" y="41187"/>
                </a:lnTo>
                <a:cubicBezTo>
                  <a:pt x="626406" y="35732"/>
                  <a:pt x="622860" y="23321"/>
                  <a:pt x="628316" y="13365"/>
                </a:cubicBezTo>
                <a:cubicBezTo>
                  <a:pt x="633771" y="3546"/>
                  <a:pt x="646318" y="0"/>
                  <a:pt x="656137" y="5455"/>
                </a:cubicBezTo>
              </a:path>
            </a:pathLst>
          </a:custGeom>
          <a:solidFill xmlns:a="http://schemas.openxmlformats.org/drawingml/2006/main">
            <a:srgbClr val="1B4487"/>
          </a:solidFill>
          <a:ln xmlns:a="http://schemas.openxmlformats.org/drawingml/2006/main" w="0">
            <a:noFill/>
            <a:prstDash val="solid"/>
          </a:ln>
        </p:spPr>
      </p:sp>
      <p:sp>
        <p:nvSpPr>
          <p:cNvPr id="7" name="pdf-text-1-0">
            <a:extLst xmlns:a="http://schemas.openxmlformats.org/drawingml/2006/main">
              <a:ext uri="{FF2B5EF4-FFF2-40B4-BE49-F238E27FC236}">
                <a16:creationId xmlns:a16="http://schemas.microsoft.com/office/drawing/2014/main" id="{4778474A-0C74-4AA8-9B78-BEA8BD0B835D}"/>
              </a:ext>
            </a:extLst>
          </p:cNvPr>
          <p:cNvSpPr>
            <a:spLocks xmlns:a="http://schemas.openxmlformats.org/drawingml/2006/main" noGrp="1"/>
          </p:cNvSpPr>
          <p:nvPr/>
        </p:nvSpPr>
        <p:spPr>
          <a:xfrm xmlns:a="http://schemas.openxmlformats.org/drawingml/2006/main" rot="0">
            <a:off x="3098750" y="1882314"/>
            <a:ext cx="1307052"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62" b="1" i="0">
                <a:solidFill>
                  <a:srgbClr val="000000"/>
                </a:solidFill>
                <a:latin typeface="Arial"/>
                <a:ea typeface="Arial"/>
                <a:cs typeface="Arial"/>
              </a:defRPr>
            </a:defPPr>
          </a:lstStyle>
          <a:p xmlns:a="http://schemas.openxmlformats.org/drawingml/2006/main">
            <a:pPr algn="l">
              <a:defRPr sz="1362" b="1" i="0">
                <a:solidFill>
                  <a:srgbClr val="000000"/>
                </a:solidFill>
                <a:latin typeface="Arial"/>
                <a:ea typeface="Arial"/>
                <a:cs typeface="Arial"/>
              </a:defRPr>
            </a:pPr>
            <a:r>
              <a:rPr sz="1362" b="1" i="0">
                <a:solidFill>
                  <a:srgbClr val="000000"/>
                </a:solidFill>
                <a:latin typeface="Arial"/>
                <a:ea typeface="Arial"/>
                <a:cs typeface="Arial"/>
              </a:rPr>
              <a:t>Object Features</a:t>
            </a:r>
          </a:p>
        </p:txBody>
      </p:sp>
      <p:sp>
        <p:nvSpPr>
          <p:cNvPr id="8" name="pdf-text-2-0">
            <a:extLst xmlns:a="http://schemas.openxmlformats.org/drawingml/2006/main">
              <a:ext uri="{FF2B5EF4-FFF2-40B4-BE49-F238E27FC236}">
                <a16:creationId xmlns:a16="http://schemas.microsoft.com/office/drawing/2014/main" id="{C266B1B4-F5A7-4BD5-BBBE-366FA458C7D5}"/>
              </a:ext>
            </a:extLst>
          </p:cNvPr>
          <p:cNvSpPr>
            <a:spLocks xmlns:a="http://schemas.openxmlformats.org/drawingml/2006/main" noGrp="1"/>
          </p:cNvSpPr>
          <p:nvPr/>
        </p:nvSpPr>
        <p:spPr>
          <a:xfrm xmlns:a="http://schemas.openxmlformats.org/drawingml/2006/main" rot="0">
            <a:off x="3267319" y="3573725"/>
            <a:ext cx="1237742"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60" b="1" i="0">
                <a:solidFill>
                  <a:srgbClr val="000000"/>
                </a:solidFill>
                <a:latin typeface="Arial"/>
                <a:ea typeface="Arial"/>
                <a:cs typeface="Arial"/>
              </a:defRPr>
            </a:defPPr>
          </a:lstStyle>
          <a:p xmlns:a="http://schemas.openxmlformats.org/drawingml/2006/main">
            <a:pPr algn="l">
              <a:defRPr sz="1360" b="1" i="0">
                <a:solidFill>
                  <a:srgbClr val="000000"/>
                </a:solidFill>
                <a:latin typeface="Arial"/>
                <a:ea typeface="Arial"/>
                <a:cs typeface="Arial"/>
              </a:defRPr>
            </a:pPr>
            <a:r>
              <a:rPr sz="1360" b="1" i="0">
                <a:solidFill>
                  <a:srgbClr val="000000"/>
                </a:solidFill>
                <a:latin typeface="Arial"/>
                <a:ea typeface="Arial"/>
                <a:cs typeface="Arial"/>
              </a:rPr>
              <a:t>Object-Centric </a:t>
            </a:r>
          </a:p>
        </p:txBody>
      </p:sp>
      <p:sp>
        <p:nvSpPr>
          <p:cNvPr id="9" name="pdf-text-5-0">
            <a:extLst xmlns:a="http://schemas.openxmlformats.org/drawingml/2006/main">
              <a:ext uri="{FF2B5EF4-FFF2-40B4-BE49-F238E27FC236}">
                <a16:creationId xmlns:a16="http://schemas.microsoft.com/office/drawing/2014/main" id="{B2EB83B9-87FE-4416-B3D0-42ADD38AE088}"/>
              </a:ext>
            </a:extLst>
          </p:cNvPr>
          <p:cNvSpPr>
            <a:spLocks xmlns:a="http://schemas.openxmlformats.org/drawingml/2006/main" noGrp="1"/>
          </p:cNvSpPr>
          <p:nvPr/>
        </p:nvSpPr>
        <p:spPr>
          <a:xfrm xmlns:a="http://schemas.openxmlformats.org/drawingml/2006/main" rot="0">
            <a:off x="3615913" y="3805433"/>
            <a:ext cx="538983" cy="19180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17" b="1" i="0">
                <a:solidFill>
                  <a:srgbClr val="000000"/>
                </a:solidFill>
                <a:latin typeface="Arial"/>
                <a:ea typeface="Arial"/>
                <a:cs typeface="Arial"/>
              </a:defRPr>
            </a:defPPr>
          </a:lstStyle>
          <a:p xmlns:a="http://schemas.openxmlformats.org/drawingml/2006/main">
            <a:pPr algn="l">
              <a:defRPr sz="1317" b="1" i="0">
                <a:solidFill>
                  <a:srgbClr val="000000"/>
                </a:solidFill>
                <a:latin typeface="Arial"/>
                <a:ea typeface="Arial"/>
                <a:cs typeface="Arial"/>
              </a:defRPr>
            </a:pPr>
            <a:r>
              <a:rPr sz="1317" b="1" i="0">
                <a:solidFill>
                  <a:srgbClr val="000000"/>
                </a:solidFill>
                <a:latin typeface="Arial"/>
                <a:ea typeface="Arial"/>
                <a:cs typeface="Arial"/>
              </a:rPr>
              <a:t>Graph </a:t>
            </a:r>
          </a:p>
        </p:txBody>
      </p:sp>
      <p:sp>
        <p:nvSpPr>
          <p:cNvPr id="10" name="pdf-text-6-0">
            <a:extLst xmlns:a="http://schemas.openxmlformats.org/drawingml/2006/main">
              <a:ext uri="{FF2B5EF4-FFF2-40B4-BE49-F238E27FC236}">
                <a16:creationId xmlns:a16="http://schemas.microsoft.com/office/drawing/2014/main" id="{C715CAEC-7C43-4752-A07D-8B3DEF67BB1C}"/>
              </a:ext>
            </a:extLst>
          </p:cNvPr>
          <p:cNvSpPr>
            <a:spLocks xmlns:a="http://schemas.openxmlformats.org/drawingml/2006/main" noGrp="1"/>
          </p:cNvSpPr>
          <p:nvPr/>
        </p:nvSpPr>
        <p:spPr>
          <a:xfrm xmlns:a="http://schemas.openxmlformats.org/drawingml/2006/main" rot="0">
            <a:off x="3332783" y="4033232"/>
            <a:ext cx="1062721"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45" b="1" i="0">
                <a:solidFill>
                  <a:srgbClr val="000000"/>
                </a:solidFill>
                <a:latin typeface="Arial"/>
                <a:ea typeface="Arial"/>
                <a:cs typeface="Arial"/>
              </a:defRPr>
            </a:defPPr>
          </a:lstStyle>
          <a:p xmlns:a="http://schemas.openxmlformats.org/drawingml/2006/main">
            <a:pPr algn="l">
              <a:defRPr sz="1345" b="1" i="0">
                <a:solidFill>
                  <a:srgbClr val="000000"/>
                </a:solidFill>
                <a:latin typeface="Arial"/>
                <a:ea typeface="Arial"/>
                <a:cs typeface="Arial"/>
              </a:defRPr>
            </a:pPr>
            <a:r>
              <a:rPr sz="1345" b="1" i="0">
                <a:solidFill>
                  <a:srgbClr val="000000"/>
                </a:solidFill>
                <a:latin typeface="Arial"/>
                <a:ea typeface="Arial"/>
                <a:cs typeface="Arial"/>
              </a:rPr>
              <a:t>Construction</a:t>
            </a:r>
          </a:p>
        </p:txBody>
      </p:sp>
      <p:pic>
        <p:nvPicPr>
          <p:cNvPr id="11" name="">
            <a:extLst xmlns:a="http://schemas.openxmlformats.org/drawingml/2006/main">
              <a:ext uri="{FF2B5EF4-FFF2-40B4-BE49-F238E27FC236}">
                <a16:creationId xmlns:a16="http://schemas.microsoft.com/office/drawing/2014/main" id="{B25F6A41-2AD5-49D5-BB6F-4B43C2235E79}"/>
              </a:ext>
            </a:extLst>
          </p:cNvPr>
          <p:cNvPicPr>
            <a:picLocks xmlns:a="http://schemas.openxmlformats.org/drawingml/2006/main" noChangeAspect="1"/>
          </p:cNvPicPr>
          <p:nvPr/>
        </p:nvPicPr>
        <p:blipFill>
          <a:blip xmlns:r="http://schemas.openxmlformats.org/officeDocument/2006/relationships" xmlns:a="http://schemas.openxmlformats.org/drawingml/2006/main" r:embed="Rf5af316896a748c3"/>
          <a:srcRect xmlns:a="http://schemas.openxmlformats.org/drawingml/2006/main" l="0" t="270" r="0" b="270"/>
          <a:stretch xmlns:a="http://schemas.openxmlformats.org/drawingml/2006/main">
            <a:fillRect l="0" t="0" r="0" b="0"/>
          </a:stretch>
        </p:blipFill>
        <p:spPr>
          <a:xfrm xmlns:a="http://schemas.openxmlformats.org/drawingml/2006/main">
            <a:off x="5297376" y="506668"/>
            <a:ext cx="1127599" cy="788852"/>
          </a:xfrm>
          <a:prstGeom xmlns:a="http://schemas.openxmlformats.org/drawingml/2006/main" prst="rect">
            <a:avLst/>
          </a:prstGeom>
        </p:spPr>
      </p:pic>
      <p:sp>
        <p:nvSpPr>
          <p:cNvPr id="12" name="gordon-source-component-0">
            <a:extLst xmlns:a="http://schemas.openxmlformats.org/drawingml/2006/main">
              <a:ext uri="{FF2B5EF4-FFF2-40B4-BE49-F238E27FC236}">
                <a16:creationId xmlns:a16="http://schemas.microsoft.com/office/drawing/2014/main" id="{4E3E638D-CFDF-4EF4-9DD2-DBE573ACA875}"/>
              </a:ext>
            </a:extLst>
          </p:cNvPr>
          <p:cNvSpPr>
            <a:spLocks xmlns:a="http://schemas.openxmlformats.org/drawingml/2006/main" noGrp="1"/>
          </p:cNvSpPr>
          <p:nvPr/>
        </p:nvSpPr>
        <p:spPr>
          <a:xfrm xmlns:a="http://schemas.openxmlformats.org/drawingml/2006/main" rot="0">
            <a:off x="5297376" y="506668"/>
            <a:ext cx="1127599" cy="788852"/>
          </a:xfrm>
          <a:prstGeom xmlns:a="http://schemas.openxmlformats.org/drawingml/2006/main" prst="rect">
            <a:avLst/>
          </a:prstGeom>
          <a:noFill xmlns:a="http://schemas.openxmlformats.org/drawingml/2006/main"/>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F5694854-A261-4C71-B244-3BA7B124CE6B}"/>
              </a:ext>
            </a:extLst>
          </p:cNvPr>
          <p:cNvPicPr>
            <a:picLocks xmlns:a="http://schemas.openxmlformats.org/drawingml/2006/main" noChangeAspect="1"/>
          </p:cNvPicPr>
          <p:nvPr/>
        </p:nvPicPr>
        <p:blipFill>
          <a:blip xmlns:r="http://schemas.openxmlformats.org/officeDocument/2006/relationships" xmlns:a="http://schemas.openxmlformats.org/drawingml/2006/main" r:embed="Rd076b586321c4169"/>
          <a:srcRect xmlns:a="http://schemas.openxmlformats.org/drawingml/2006/main" l="0" t="0" r="0" b="0"/>
          <a:stretch xmlns:a="http://schemas.openxmlformats.org/drawingml/2006/main">
            <a:fillRect l="0" t="0" r="0" b="0"/>
          </a:stretch>
        </p:blipFill>
        <p:spPr>
          <a:xfrm xmlns:a="http://schemas.openxmlformats.org/drawingml/2006/main">
            <a:off x="5314950" y="514350"/>
            <a:ext cx="1028700" cy="714375"/>
          </a:xfrm>
          <a:prstGeom xmlns:a="http://schemas.openxmlformats.org/drawingml/2006/main" prst="rect">
            <a:avLst/>
          </a:prstGeom>
        </p:spPr>
      </p:pic>
      <p:sp>
        <p:nvSpPr>
          <p:cNvPr id="14" name="gordon-source-component-2">
            <a:extLst xmlns:a="http://schemas.openxmlformats.org/drawingml/2006/main">
              <a:ext uri="{FF2B5EF4-FFF2-40B4-BE49-F238E27FC236}">
                <a16:creationId xmlns:a16="http://schemas.microsoft.com/office/drawing/2014/main" id="{9142AFC8-260D-472B-9461-1549C5A96640}"/>
              </a:ext>
            </a:extLst>
          </p:cNvPr>
          <p:cNvSpPr>
            <a:spLocks xmlns:a="http://schemas.openxmlformats.org/drawingml/2006/main" noGrp="1"/>
          </p:cNvSpPr>
          <p:nvPr/>
        </p:nvSpPr>
        <p:spPr>
          <a:xfrm xmlns:a="http://schemas.openxmlformats.org/drawingml/2006/main" rot="0">
            <a:off x="5314950" y="514350"/>
            <a:ext cx="1028700" cy="714375"/>
          </a:xfrm>
          <a:prstGeom xmlns:a="http://schemas.openxmlformats.org/drawingml/2006/main" prst="rect">
            <a:avLst/>
          </a:prstGeom>
          <a:noFill xmlns:a="http://schemas.openxmlformats.org/drawingml/2006/main"/>
          <a:ln xmlns:a="http://schemas.openxmlformats.org/drawingml/2006/main" w="0">
            <a:noFill/>
          </a:ln>
        </p:spPr>
      </p:sp>
      <p:sp>
        <p:nvSpPr>
          <p:cNvPr id="15" name="pdf-path-17">
            <a:extLst xmlns:a="http://schemas.openxmlformats.org/drawingml/2006/main">
              <a:ext uri="{FF2B5EF4-FFF2-40B4-BE49-F238E27FC236}">
                <a16:creationId xmlns:a16="http://schemas.microsoft.com/office/drawing/2014/main" id="{A30017F0-FC50-4D4A-B7D2-444227848818}"/>
              </a:ext>
            </a:extLst>
          </p:cNvPr>
          <p:cNvSpPr>
            <a:spLocks xmlns:a="http://schemas.openxmlformats.org/drawingml/2006/main" noGrp="1"/>
          </p:cNvSpPr>
          <p:nvPr/>
        </p:nvSpPr>
        <p:spPr>
          <a:xfrm xmlns:a="http://schemas.openxmlformats.org/drawingml/2006/main" rot="0">
            <a:off x="5332972" y="541460"/>
            <a:ext cx="1003368" cy="666503"/>
          </a:xfrm>
          <a:custGeom xmlns:a="http://schemas.openxmlformats.org/drawingml/2006/main">
            <a:pathLst>
              <a:path w="1003368" h="666503">
                <a:moveTo>
                  <a:pt x="0" y="111015"/>
                </a:moveTo>
                <a:cubicBezTo>
                  <a:pt x="0" y="49643"/>
                  <a:pt x="49643" y="0"/>
                  <a:pt x="111015" y="0"/>
                </a:cubicBezTo>
                <a:lnTo>
                  <a:pt x="892353" y="0"/>
                </a:lnTo>
                <a:cubicBezTo>
                  <a:pt x="953724" y="0"/>
                  <a:pt x="1003368" y="49643"/>
                  <a:pt x="1003368" y="111015"/>
                </a:cubicBezTo>
                <a:lnTo>
                  <a:pt x="1003368" y="555351"/>
                </a:lnTo>
                <a:cubicBezTo>
                  <a:pt x="1003368" y="616723"/>
                  <a:pt x="953724" y="666503"/>
                  <a:pt x="892353" y="666503"/>
                </a:cubicBezTo>
                <a:lnTo>
                  <a:pt x="111015" y="666503"/>
                </a:lnTo>
                <a:cubicBezTo>
                  <a:pt x="49643" y="666503"/>
                  <a:pt x="0" y="616723"/>
                  <a:pt x="0" y="555351"/>
                </a:cubicBezTo>
                <a:lnTo>
                  <a:pt x="0" y="111015"/>
                </a:lnTo>
              </a:path>
            </a:pathLst>
          </a:custGeom>
          <a:noFill xmlns:a="http://schemas.openxmlformats.org/drawingml/2006/main"/>
          <a:ln xmlns:a="http://schemas.openxmlformats.org/drawingml/2006/main" w="13638">
            <a:solidFill>
              <a:srgbClr val="4EA72E"/>
            </a:solidFill>
            <a:prstDash val="solid"/>
          </a:ln>
        </p:spPr>
      </p:sp>
      <p:sp>
        <p:nvSpPr>
          <p:cNvPr id="16" name="pdf-text-7-0">
            <a:extLst xmlns:a="http://schemas.openxmlformats.org/drawingml/2006/main">
              <a:ext uri="{FF2B5EF4-FFF2-40B4-BE49-F238E27FC236}">
                <a16:creationId xmlns:a16="http://schemas.microsoft.com/office/drawing/2014/main" id="{E230E4D2-7692-42B6-8D44-F1366417EED8}"/>
              </a:ext>
            </a:extLst>
          </p:cNvPr>
          <p:cNvSpPr>
            <a:spLocks xmlns:a="http://schemas.openxmlformats.org/drawingml/2006/main" noGrp="1"/>
          </p:cNvSpPr>
          <p:nvPr/>
        </p:nvSpPr>
        <p:spPr>
          <a:xfrm xmlns:a="http://schemas.openxmlformats.org/drawingml/2006/main" rot="0">
            <a:off x="5644606" y="654514"/>
            <a:ext cx="381623"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52" b="1" i="0">
                <a:solidFill>
                  <a:srgbClr val="000000"/>
                </a:solidFill>
                <a:latin typeface="Arial"/>
                <a:ea typeface="Arial"/>
                <a:cs typeface="Arial"/>
              </a:defRPr>
            </a:defPPr>
          </a:lstStyle>
          <a:p xmlns:a="http://schemas.openxmlformats.org/drawingml/2006/main">
            <a:pPr algn="l">
              <a:defRPr sz="1352" b="1" i="0">
                <a:solidFill>
                  <a:srgbClr val="000000"/>
                </a:solidFill>
                <a:latin typeface="Arial"/>
                <a:ea typeface="Arial"/>
                <a:cs typeface="Arial"/>
              </a:defRPr>
            </a:pPr>
            <a:r>
              <a:rPr sz="1352" b="1" i="0">
                <a:solidFill>
                  <a:srgbClr val="000000"/>
                </a:solidFill>
                <a:latin typeface="Arial"/>
                <a:ea typeface="Arial"/>
                <a:cs typeface="Arial"/>
              </a:rPr>
              <a:t>GNN</a:t>
            </a:r>
          </a:p>
        </p:txBody>
      </p:sp>
      <p:sp>
        <p:nvSpPr>
          <p:cNvPr id="17" name="pdf-text-8-0">
            <a:extLst xmlns:a="http://schemas.openxmlformats.org/drawingml/2006/main">
              <a:ext uri="{FF2B5EF4-FFF2-40B4-BE49-F238E27FC236}">
                <a16:creationId xmlns:a16="http://schemas.microsoft.com/office/drawing/2014/main" id="{9851404A-48F9-4BBD-BDA5-5AD47F1847DC}"/>
              </a:ext>
            </a:extLst>
          </p:cNvPr>
          <p:cNvSpPr>
            <a:spLocks xmlns:a="http://schemas.openxmlformats.org/drawingml/2006/main" noGrp="1"/>
          </p:cNvSpPr>
          <p:nvPr/>
        </p:nvSpPr>
        <p:spPr>
          <a:xfrm xmlns:a="http://schemas.openxmlformats.org/drawingml/2006/main" rot="0">
            <a:off x="5497313" y="885393"/>
            <a:ext cx="673056"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25" b="1" i="0">
                <a:solidFill>
                  <a:srgbClr val="000000"/>
                </a:solidFill>
                <a:latin typeface="Arial"/>
                <a:ea typeface="Arial"/>
                <a:cs typeface="Arial"/>
              </a:defRPr>
            </a:defPPr>
          </a:lstStyle>
          <a:p xmlns:a="http://schemas.openxmlformats.org/drawingml/2006/main">
            <a:pPr algn="l">
              <a:defRPr sz="1325" b="1" i="0">
                <a:solidFill>
                  <a:srgbClr val="000000"/>
                </a:solidFill>
                <a:latin typeface="Arial"/>
                <a:ea typeface="Arial"/>
                <a:cs typeface="Arial"/>
              </a:defRPr>
            </a:pPr>
            <a:r>
              <a:rPr sz="1325" b="1" i="0">
                <a:solidFill>
                  <a:srgbClr val="000000"/>
                </a:solidFill>
                <a:latin typeface="Arial"/>
                <a:ea typeface="Arial"/>
                <a:cs typeface="Arial"/>
              </a:rPr>
              <a:t>Encoder</a:t>
            </a:r>
          </a:p>
        </p:txBody>
      </p:sp>
      <p:sp>
        <p:nvSpPr>
          <p:cNvPr id="18" name="gordon-rotated-label-20">
            <a:extLst xmlns:a="http://schemas.openxmlformats.org/drawingml/2006/main">
              <a:ext uri="{FF2B5EF4-FFF2-40B4-BE49-F238E27FC236}">
                <a16:creationId xmlns:a16="http://schemas.microsoft.com/office/drawing/2014/main" id="{4972CB1A-B714-4D29-AFC8-5E1B7747008D}"/>
              </a:ext>
            </a:extLst>
          </p:cNvPr>
          <p:cNvSpPr>
            <a:spLocks xmlns:a="http://schemas.openxmlformats.org/drawingml/2006/main" noGrp="1"/>
          </p:cNvSpPr>
          <p:nvPr/>
        </p:nvSpPr>
        <p:spPr>
          <a:xfrm xmlns:a="http://schemas.openxmlformats.org/drawingml/2006/main" rot="16200000">
            <a:off x="-792261" y="2247085"/>
            <a:ext cx="1913404" cy="2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1" b="1" i="0">
                <a:solidFill>
                  <a:srgbClr val="000000"/>
                </a:solidFill>
                <a:latin typeface="Arial"/>
                <a:ea typeface="Arial"/>
                <a:cs typeface="Arial"/>
              </a:defRPr>
            </a:defPPr>
          </a:lstStyle>
          <a:p xmlns:a="http://schemas.openxmlformats.org/drawingml/2006/main">
            <a:pPr algn="ctr">
              <a:defRPr sz="1951" b="1" i="0">
                <a:solidFill>
                  <a:srgbClr val="000000"/>
                </a:solidFill>
                <a:latin typeface="Arial"/>
                <a:ea typeface="Arial"/>
                <a:cs typeface="Arial"/>
              </a:defRPr>
            </a:pPr>
            <a:r>
              <a:rPr sz="1951" b="1" i="0">
                <a:solidFill>
                  <a:srgbClr val="000000"/>
                </a:solidFill>
                <a:latin typeface="Arial"/>
                <a:ea typeface="Arial"/>
                <a:cs typeface="Arial"/>
              </a:rPr>
              <a:t>GNN pretraining</a:t>
            </a:r>
          </a:p>
        </p:txBody>
      </p:sp>
      <p:sp>
        <p:nvSpPr>
          <p:cNvPr id="19" name="pdf-path-21">
            <a:extLst xmlns:a="http://schemas.openxmlformats.org/drawingml/2006/main">
              <a:ext uri="{FF2B5EF4-FFF2-40B4-BE49-F238E27FC236}">
                <a16:creationId xmlns:a16="http://schemas.microsoft.com/office/drawing/2014/main" id="{72C612CB-2319-48C5-8915-CCB096EBA1F4}"/>
              </a:ext>
            </a:extLst>
          </p:cNvPr>
          <p:cNvSpPr>
            <a:spLocks xmlns:a="http://schemas.openxmlformats.org/drawingml/2006/main" noGrp="1"/>
          </p:cNvSpPr>
          <p:nvPr/>
        </p:nvSpPr>
        <p:spPr>
          <a:xfrm xmlns:a="http://schemas.openxmlformats.org/drawingml/2006/main" rot="0">
            <a:off x="398589" y="101216"/>
            <a:ext cx="8492336" cy="4609415"/>
          </a:xfrm>
          <a:custGeom xmlns:a="http://schemas.openxmlformats.org/drawingml/2006/main">
            <a:pathLst>
              <a:path w="8492336" h="4609415">
                <a:moveTo>
                  <a:pt x="0" y="175661"/>
                </a:moveTo>
                <a:lnTo>
                  <a:pt x="36" y="172078"/>
                </a:lnTo>
                <a:lnTo>
                  <a:pt x="143" y="168513"/>
                </a:lnTo>
                <a:lnTo>
                  <a:pt x="320" y="164965"/>
                </a:lnTo>
                <a:lnTo>
                  <a:pt x="568" y="161436"/>
                </a:lnTo>
                <a:lnTo>
                  <a:pt x="884" y="157927"/>
                </a:lnTo>
                <a:lnTo>
                  <a:pt x="1270" y="154438"/>
                </a:lnTo>
                <a:lnTo>
                  <a:pt x="1722" y="150970"/>
                </a:lnTo>
                <a:lnTo>
                  <a:pt x="2242" y="147523"/>
                </a:lnTo>
                <a:lnTo>
                  <a:pt x="2829" y="144098"/>
                </a:lnTo>
                <a:lnTo>
                  <a:pt x="3481" y="140696"/>
                </a:lnTo>
                <a:lnTo>
                  <a:pt x="4198" y="137318"/>
                </a:lnTo>
                <a:lnTo>
                  <a:pt x="4980" y="133964"/>
                </a:lnTo>
                <a:lnTo>
                  <a:pt x="5826" y="130635"/>
                </a:lnTo>
                <a:lnTo>
                  <a:pt x="6734" y="127331"/>
                </a:lnTo>
                <a:lnTo>
                  <a:pt x="7705" y="124054"/>
                </a:lnTo>
                <a:lnTo>
                  <a:pt x="8737" y="120803"/>
                </a:lnTo>
                <a:lnTo>
                  <a:pt x="9831" y="117580"/>
                </a:lnTo>
                <a:lnTo>
                  <a:pt x="10985" y="114386"/>
                </a:lnTo>
                <a:lnTo>
                  <a:pt x="12198" y="111220"/>
                </a:lnTo>
                <a:lnTo>
                  <a:pt x="13471" y="108085"/>
                </a:lnTo>
                <a:lnTo>
                  <a:pt x="14801" y="104979"/>
                </a:lnTo>
                <a:lnTo>
                  <a:pt x="16190" y="101905"/>
                </a:lnTo>
                <a:lnTo>
                  <a:pt x="17635" y="98862"/>
                </a:lnTo>
                <a:lnTo>
                  <a:pt x="18685" y="96757"/>
                </a:lnTo>
                <a:moveTo>
                  <a:pt x="55193" y="47810"/>
                </a:moveTo>
                <a:lnTo>
                  <a:pt x="57445" y="45720"/>
                </a:lnTo>
                <a:lnTo>
                  <a:pt x="59929" y="43501"/>
                </a:lnTo>
                <a:lnTo>
                  <a:pt x="62454" y="41329"/>
                </a:lnTo>
                <a:lnTo>
                  <a:pt x="65021" y="39204"/>
                </a:lnTo>
                <a:lnTo>
                  <a:pt x="67628" y="37127"/>
                </a:lnTo>
                <a:lnTo>
                  <a:pt x="70275" y="35099"/>
                </a:lnTo>
                <a:lnTo>
                  <a:pt x="72961" y="33120"/>
                </a:lnTo>
                <a:lnTo>
                  <a:pt x="75686" y="31192"/>
                </a:lnTo>
                <a:lnTo>
                  <a:pt x="78449" y="29314"/>
                </a:lnTo>
                <a:lnTo>
                  <a:pt x="81249" y="27488"/>
                </a:lnTo>
                <a:lnTo>
                  <a:pt x="84085" y="25714"/>
                </a:lnTo>
                <a:lnTo>
                  <a:pt x="86958" y="23993"/>
                </a:lnTo>
                <a:lnTo>
                  <a:pt x="89865" y="22326"/>
                </a:lnTo>
                <a:lnTo>
                  <a:pt x="92807" y="20712"/>
                </a:lnTo>
                <a:lnTo>
                  <a:pt x="95783" y="19154"/>
                </a:lnTo>
                <a:lnTo>
                  <a:pt x="98791" y="17651"/>
                </a:lnTo>
                <a:lnTo>
                  <a:pt x="101833" y="16205"/>
                </a:lnTo>
                <a:lnTo>
                  <a:pt x="104906" y="14815"/>
                </a:lnTo>
                <a:lnTo>
                  <a:pt x="108010" y="13483"/>
                </a:lnTo>
                <a:lnTo>
                  <a:pt x="111144" y="12210"/>
                </a:lnTo>
                <a:lnTo>
                  <a:pt x="114308" y="10995"/>
                </a:lnTo>
                <a:lnTo>
                  <a:pt x="117501" y="9840"/>
                </a:lnTo>
                <a:lnTo>
                  <a:pt x="120723" y="8746"/>
                </a:lnTo>
                <a:lnTo>
                  <a:pt x="123972" y="7712"/>
                </a:lnTo>
                <a:lnTo>
                  <a:pt x="125426" y="7281"/>
                </a:lnTo>
                <a:moveTo>
                  <a:pt x="186094" y="0"/>
                </a:moveTo>
                <a:lnTo>
                  <a:pt x="267924" y="0"/>
                </a:lnTo>
                <a:moveTo>
                  <a:pt x="329296" y="0"/>
                </a:moveTo>
                <a:lnTo>
                  <a:pt x="411125" y="0"/>
                </a:lnTo>
                <a:moveTo>
                  <a:pt x="472498" y="0"/>
                </a:moveTo>
                <a:lnTo>
                  <a:pt x="554327" y="0"/>
                </a:lnTo>
                <a:moveTo>
                  <a:pt x="615700" y="0"/>
                </a:moveTo>
                <a:lnTo>
                  <a:pt x="697529" y="0"/>
                </a:lnTo>
                <a:moveTo>
                  <a:pt x="758902" y="0"/>
                </a:moveTo>
                <a:lnTo>
                  <a:pt x="840731" y="0"/>
                </a:lnTo>
                <a:moveTo>
                  <a:pt x="902103" y="0"/>
                </a:moveTo>
                <a:lnTo>
                  <a:pt x="983933" y="0"/>
                </a:lnTo>
                <a:moveTo>
                  <a:pt x="1045305" y="0"/>
                </a:moveTo>
                <a:lnTo>
                  <a:pt x="1127135" y="0"/>
                </a:lnTo>
                <a:moveTo>
                  <a:pt x="1188507" y="0"/>
                </a:moveTo>
                <a:lnTo>
                  <a:pt x="1270337" y="0"/>
                </a:lnTo>
                <a:moveTo>
                  <a:pt x="1331709" y="0"/>
                </a:moveTo>
                <a:lnTo>
                  <a:pt x="1413539" y="0"/>
                </a:lnTo>
                <a:moveTo>
                  <a:pt x="1474911" y="0"/>
                </a:moveTo>
                <a:lnTo>
                  <a:pt x="1556741" y="0"/>
                </a:lnTo>
                <a:moveTo>
                  <a:pt x="1618113" y="0"/>
                </a:moveTo>
                <a:lnTo>
                  <a:pt x="1699943" y="0"/>
                </a:lnTo>
                <a:moveTo>
                  <a:pt x="1761315" y="0"/>
                </a:moveTo>
                <a:lnTo>
                  <a:pt x="1843144" y="0"/>
                </a:lnTo>
                <a:moveTo>
                  <a:pt x="1904517" y="0"/>
                </a:moveTo>
                <a:lnTo>
                  <a:pt x="1986346" y="0"/>
                </a:lnTo>
                <a:moveTo>
                  <a:pt x="2047719" y="0"/>
                </a:moveTo>
                <a:lnTo>
                  <a:pt x="2129548" y="0"/>
                </a:lnTo>
                <a:moveTo>
                  <a:pt x="2190920" y="0"/>
                </a:moveTo>
                <a:lnTo>
                  <a:pt x="2272750" y="0"/>
                </a:lnTo>
                <a:moveTo>
                  <a:pt x="2334122" y="0"/>
                </a:moveTo>
                <a:lnTo>
                  <a:pt x="2415952" y="0"/>
                </a:lnTo>
                <a:moveTo>
                  <a:pt x="2477324" y="0"/>
                </a:moveTo>
                <a:lnTo>
                  <a:pt x="2559154" y="0"/>
                </a:lnTo>
                <a:moveTo>
                  <a:pt x="2620526" y="0"/>
                </a:moveTo>
                <a:lnTo>
                  <a:pt x="2702356" y="0"/>
                </a:lnTo>
                <a:moveTo>
                  <a:pt x="2763728" y="0"/>
                </a:moveTo>
                <a:lnTo>
                  <a:pt x="2845558" y="0"/>
                </a:lnTo>
                <a:moveTo>
                  <a:pt x="2906930" y="0"/>
                </a:moveTo>
                <a:lnTo>
                  <a:pt x="2988760" y="0"/>
                </a:lnTo>
                <a:moveTo>
                  <a:pt x="3050132" y="0"/>
                </a:moveTo>
                <a:lnTo>
                  <a:pt x="3131962" y="0"/>
                </a:lnTo>
                <a:moveTo>
                  <a:pt x="3193334" y="0"/>
                </a:moveTo>
                <a:lnTo>
                  <a:pt x="3275163" y="0"/>
                </a:lnTo>
                <a:moveTo>
                  <a:pt x="3336536" y="0"/>
                </a:moveTo>
                <a:lnTo>
                  <a:pt x="3418365" y="0"/>
                </a:lnTo>
                <a:moveTo>
                  <a:pt x="3479738" y="0"/>
                </a:moveTo>
                <a:lnTo>
                  <a:pt x="3561567" y="0"/>
                </a:lnTo>
                <a:moveTo>
                  <a:pt x="3622939" y="0"/>
                </a:moveTo>
                <a:lnTo>
                  <a:pt x="3704769" y="0"/>
                </a:lnTo>
                <a:moveTo>
                  <a:pt x="3766141" y="0"/>
                </a:moveTo>
                <a:lnTo>
                  <a:pt x="3847971" y="0"/>
                </a:lnTo>
                <a:moveTo>
                  <a:pt x="3909343" y="0"/>
                </a:moveTo>
                <a:lnTo>
                  <a:pt x="3991173" y="0"/>
                </a:lnTo>
                <a:moveTo>
                  <a:pt x="4052545" y="0"/>
                </a:moveTo>
                <a:lnTo>
                  <a:pt x="4134375" y="0"/>
                </a:lnTo>
                <a:moveTo>
                  <a:pt x="4195747" y="0"/>
                </a:moveTo>
                <a:lnTo>
                  <a:pt x="4277577" y="0"/>
                </a:lnTo>
                <a:moveTo>
                  <a:pt x="4338949" y="0"/>
                </a:moveTo>
                <a:lnTo>
                  <a:pt x="4420779" y="0"/>
                </a:lnTo>
                <a:moveTo>
                  <a:pt x="4482151" y="0"/>
                </a:moveTo>
                <a:lnTo>
                  <a:pt x="4563981" y="0"/>
                </a:lnTo>
                <a:moveTo>
                  <a:pt x="4625353" y="0"/>
                </a:moveTo>
                <a:lnTo>
                  <a:pt x="4707182" y="0"/>
                </a:lnTo>
                <a:moveTo>
                  <a:pt x="4768555" y="0"/>
                </a:moveTo>
                <a:lnTo>
                  <a:pt x="4850384" y="0"/>
                </a:lnTo>
                <a:moveTo>
                  <a:pt x="4911757" y="0"/>
                </a:moveTo>
                <a:lnTo>
                  <a:pt x="4993586" y="0"/>
                </a:lnTo>
                <a:moveTo>
                  <a:pt x="5054958" y="0"/>
                </a:moveTo>
                <a:lnTo>
                  <a:pt x="5136788" y="0"/>
                </a:lnTo>
                <a:moveTo>
                  <a:pt x="5198160" y="0"/>
                </a:moveTo>
                <a:lnTo>
                  <a:pt x="5279990" y="0"/>
                </a:lnTo>
                <a:moveTo>
                  <a:pt x="5341362" y="0"/>
                </a:moveTo>
                <a:lnTo>
                  <a:pt x="5423192" y="0"/>
                </a:lnTo>
                <a:moveTo>
                  <a:pt x="5484564" y="0"/>
                </a:moveTo>
                <a:lnTo>
                  <a:pt x="5566394" y="0"/>
                </a:lnTo>
                <a:moveTo>
                  <a:pt x="5627766" y="0"/>
                </a:moveTo>
                <a:lnTo>
                  <a:pt x="5709596" y="0"/>
                </a:lnTo>
                <a:moveTo>
                  <a:pt x="5770968" y="0"/>
                </a:moveTo>
                <a:lnTo>
                  <a:pt x="5852798" y="0"/>
                </a:lnTo>
                <a:moveTo>
                  <a:pt x="5914170" y="0"/>
                </a:moveTo>
                <a:lnTo>
                  <a:pt x="5995999" y="0"/>
                </a:lnTo>
                <a:moveTo>
                  <a:pt x="6057372" y="0"/>
                </a:moveTo>
                <a:lnTo>
                  <a:pt x="6139201" y="0"/>
                </a:lnTo>
                <a:moveTo>
                  <a:pt x="6200574" y="0"/>
                </a:moveTo>
                <a:lnTo>
                  <a:pt x="6282403" y="0"/>
                </a:lnTo>
                <a:moveTo>
                  <a:pt x="6343776" y="0"/>
                </a:moveTo>
                <a:lnTo>
                  <a:pt x="6425605" y="0"/>
                </a:lnTo>
                <a:moveTo>
                  <a:pt x="6486977" y="0"/>
                </a:moveTo>
                <a:lnTo>
                  <a:pt x="6568807" y="0"/>
                </a:lnTo>
                <a:moveTo>
                  <a:pt x="6630179" y="0"/>
                </a:moveTo>
                <a:lnTo>
                  <a:pt x="6712009" y="0"/>
                </a:lnTo>
                <a:moveTo>
                  <a:pt x="6773381" y="0"/>
                </a:moveTo>
                <a:lnTo>
                  <a:pt x="6855211" y="0"/>
                </a:lnTo>
                <a:moveTo>
                  <a:pt x="6916583" y="0"/>
                </a:moveTo>
                <a:lnTo>
                  <a:pt x="6998413" y="0"/>
                </a:lnTo>
                <a:moveTo>
                  <a:pt x="7059785" y="0"/>
                </a:moveTo>
                <a:lnTo>
                  <a:pt x="7141615" y="0"/>
                </a:lnTo>
                <a:moveTo>
                  <a:pt x="7202987" y="0"/>
                </a:moveTo>
                <a:lnTo>
                  <a:pt x="7284817" y="0"/>
                </a:lnTo>
                <a:moveTo>
                  <a:pt x="7346189" y="0"/>
                </a:moveTo>
                <a:lnTo>
                  <a:pt x="7428018" y="0"/>
                </a:lnTo>
                <a:moveTo>
                  <a:pt x="7489391" y="0"/>
                </a:moveTo>
                <a:lnTo>
                  <a:pt x="7571220" y="0"/>
                </a:lnTo>
                <a:moveTo>
                  <a:pt x="7632593" y="0"/>
                </a:moveTo>
                <a:lnTo>
                  <a:pt x="7714422" y="0"/>
                </a:lnTo>
                <a:moveTo>
                  <a:pt x="7775795" y="0"/>
                </a:moveTo>
                <a:lnTo>
                  <a:pt x="7857624" y="0"/>
                </a:lnTo>
                <a:moveTo>
                  <a:pt x="7918996" y="0"/>
                </a:moveTo>
                <a:lnTo>
                  <a:pt x="8000826" y="0"/>
                </a:lnTo>
                <a:moveTo>
                  <a:pt x="8062198" y="0"/>
                </a:moveTo>
                <a:lnTo>
                  <a:pt x="8144028" y="0"/>
                </a:lnTo>
                <a:moveTo>
                  <a:pt x="8205400" y="0"/>
                </a:moveTo>
                <a:lnTo>
                  <a:pt x="8287230" y="0"/>
                </a:lnTo>
                <a:moveTo>
                  <a:pt x="8348430" y="2868"/>
                </a:moveTo>
                <a:lnTo>
                  <a:pt x="8351640" y="3485"/>
                </a:lnTo>
                <a:lnTo>
                  <a:pt x="8355018" y="4202"/>
                </a:lnTo>
                <a:lnTo>
                  <a:pt x="8358372" y="4985"/>
                </a:lnTo>
                <a:lnTo>
                  <a:pt x="8361701" y="5831"/>
                </a:lnTo>
                <a:lnTo>
                  <a:pt x="8365005" y="6741"/>
                </a:lnTo>
                <a:lnTo>
                  <a:pt x="8368282" y="7712"/>
                </a:lnTo>
                <a:lnTo>
                  <a:pt x="8371533" y="8746"/>
                </a:lnTo>
                <a:lnTo>
                  <a:pt x="8374756" y="9840"/>
                </a:lnTo>
                <a:lnTo>
                  <a:pt x="8377950" y="10995"/>
                </a:lnTo>
                <a:lnTo>
                  <a:pt x="8381115" y="12210"/>
                </a:lnTo>
                <a:lnTo>
                  <a:pt x="8384251" y="13483"/>
                </a:lnTo>
                <a:lnTo>
                  <a:pt x="8387357" y="14815"/>
                </a:lnTo>
                <a:lnTo>
                  <a:pt x="8390431" y="16205"/>
                </a:lnTo>
                <a:lnTo>
                  <a:pt x="8393474" y="17651"/>
                </a:lnTo>
                <a:lnTo>
                  <a:pt x="8396484" y="19154"/>
                </a:lnTo>
                <a:lnTo>
                  <a:pt x="8399461" y="20712"/>
                </a:lnTo>
                <a:lnTo>
                  <a:pt x="8402405" y="22326"/>
                </a:lnTo>
                <a:lnTo>
                  <a:pt x="8405314" y="23993"/>
                </a:lnTo>
                <a:lnTo>
                  <a:pt x="8408188" y="25714"/>
                </a:lnTo>
                <a:lnTo>
                  <a:pt x="8411026" y="27488"/>
                </a:lnTo>
                <a:lnTo>
                  <a:pt x="8413827" y="29314"/>
                </a:lnTo>
                <a:lnTo>
                  <a:pt x="8416592" y="31192"/>
                </a:lnTo>
                <a:lnTo>
                  <a:pt x="8419318" y="33120"/>
                </a:lnTo>
                <a:lnTo>
                  <a:pt x="8422006" y="35099"/>
                </a:lnTo>
                <a:lnTo>
                  <a:pt x="8422626" y="35573"/>
                </a:lnTo>
                <a:moveTo>
                  <a:pt x="8464193" y="80305"/>
                </a:moveTo>
                <a:lnTo>
                  <a:pt x="8464848" y="81310"/>
                </a:lnTo>
                <a:lnTo>
                  <a:pt x="8466622" y="84148"/>
                </a:lnTo>
                <a:lnTo>
                  <a:pt x="8468343" y="87022"/>
                </a:lnTo>
                <a:lnTo>
                  <a:pt x="8470010" y="89931"/>
                </a:lnTo>
                <a:lnTo>
                  <a:pt x="8471624" y="92875"/>
                </a:lnTo>
                <a:lnTo>
                  <a:pt x="8473182" y="95852"/>
                </a:lnTo>
                <a:lnTo>
                  <a:pt x="8474685" y="98862"/>
                </a:lnTo>
                <a:lnTo>
                  <a:pt x="8476131" y="101905"/>
                </a:lnTo>
                <a:lnTo>
                  <a:pt x="8477521" y="104979"/>
                </a:lnTo>
                <a:lnTo>
                  <a:pt x="8478853" y="108085"/>
                </a:lnTo>
                <a:lnTo>
                  <a:pt x="8480126" y="111220"/>
                </a:lnTo>
                <a:lnTo>
                  <a:pt x="8481341" y="114386"/>
                </a:lnTo>
                <a:lnTo>
                  <a:pt x="8482496" y="117580"/>
                </a:lnTo>
                <a:lnTo>
                  <a:pt x="8483590" y="120803"/>
                </a:lnTo>
                <a:lnTo>
                  <a:pt x="8484624" y="124054"/>
                </a:lnTo>
                <a:lnTo>
                  <a:pt x="8485596" y="127331"/>
                </a:lnTo>
                <a:lnTo>
                  <a:pt x="8486505" y="130635"/>
                </a:lnTo>
                <a:lnTo>
                  <a:pt x="8487351" y="133964"/>
                </a:lnTo>
                <a:lnTo>
                  <a:pt x="8488134" y="137318"/>
                </a:lnTo>
                <a:lnTo>
                  <a:pt x="8488852" y="140696"/>
                </a:lnTo>
                <a:lnTo>
                  <a:pt x="8489504" y="144098"/>
                </a:lnTo>
                <a:lnTo>
                  <a:pt x="8490091" y="147523"/>
                </a:lnTo>
                <a:lnTo>
                  <a:pt x="8490612" y="150970"/>
                </a:lnTo>
                <a:lnTo>
                  <a:pt x="8491065" y="154438"/>
                </a:lnTo>
                <a:lnTo>
                  <a:pt x="8491317" y="156714"/>
                </a:lnTo>
                <a:moveTo>
                  <a:pt x="8492336" y="218050"/>
                </a:moveTo>
                <a:lnTo>
                  <a:pt x="8492336" y="299880"/>
                </a:lnTo>
                <a:moveTo>
                  <a:pt x="8492336" y="361252"/>
                </a:moveTo>
                <a:lnTo>
                  <a:pt x="8492336" y="443082"/>
                </a:lnTo>
                <a:moveTo>
                  <a:pt x="8492336" y="504454"/>
                </a:moveTo>
                <a:lnTo>
                  <a:pt x="8492336" y="586283"/>
                </a:lnTo>
                <a:moveTo>
                  <a:pt x="8492336" y="647656"/>
                </a:moveTo>
                <a:lnTo>
                  <a:pt x="8492336" y="729485"/>
                </a:lnTo>
                <a:moveTo>
                  <a:pt x="8492336" y="790858"/>
                </a:moveTo>
                <a:lnTo>
                  <a:pt x="8492336" y="872687"/>
                </a:lnTo>
                <a:moveTo>
                  <a:pt x="8492336" y="934059"/>
                </a:moveTo>
                <a:lnTo>
                  <a:pt x="8492336" y="1015889"/>
                </a:lnTo>
                <a:moveTo>
                  <a:pt x="8492336" y="1077261"/>
                </a:moveTo>
                <a:lnTo>
                  <a:pt x="8492336" y="1159091"/>
                </a:lnTo>
                <a:moveTo>
                  <a:pt x="8492336" y="1220463"/>
                </a:moveTo>
                <a:lnTo>
                  <a:pt x="8492336" y="1302293"/>
                </a:lnTo>
                <a:moveTo>
                  <a:pt x="8492336" y="1363665"/>
                </a:moveTo>
                <a:lnTo>
                  <a:pt x="8492336" y="1445495"/>
                </a:lnTo>
                <a:moveTo>
                  <a:pt x="8492336" y="1506867"/>
                </a:moveTo>
                <a:lnTo>
                  <a:pt x="8492336" y="1588697"/>
                </a:lnTo>
                <a:moveTo>
                  <a:pt x="8492336" y="1650069"/>
                </a:moveTo>
                <a:lnTo>
                  <a:pt x="8492336" y="1731899"/>
                </a:lnTo>
                <a:moveTo>
                  <a:pt x="8492336" y="1793271"/>
                </a:moveTo>
                <a:lnTo>
                  <a:pt x="8492336" y="1875101"/>
                </a:lnTo>
                <a:moveTo>
                  <a:pt x="8492336" y="1936473"/>
                </a:moveTo>
                <a:lnTo>
                  <a:pt x="8492336" y="2018302"/>
                </a:lnTo>
                <a:moveTo>
                  <a:pt x="8492336" y="2079675"/>
                </a:moveTo>
                <a:lnTo>
                  <a:pt x="8492336" y="2161504"/>
                </a:lnTo>
                <a:moveTo>
                  <a:pt x="8492336" y="2222877"/>
                </a:moveTo>
                <a:lnTo>
                  <a:pt x="8492336" y="2304706"/>
                </a:lnTo>
                <a:moveTo>
                  <a:pt x="8492336" y="2366078"/>
                </a:moveTo>
                <a:lnTo>
                  <a:pt x="8492336" y="2447908"/>
                </a:lnTo>
                <a:moveTo>
                  <a:pt x="8492336" y="2509280"/>
                </a:moveTo>
                <a:lnTo>
                  <a:pt x="8492336" y="2591110"/>
                </a:lnTo>
                <a:moveTo>
                  <a:pt x="8492336" y="2652482"/>
                </a:moveTo>
                <a:lnTo>
                  <a:pt x="8492336" y="2734312"/>
                </a:lnTo>
                <a:moveTo>
                  <a:pt x="8492336" y="2795684"/>
                </a:moveTo>
                <a:lnTo>
                  <a:pt x="8492336" y="2877514"/>
                </a:lnTo>
                <a:moveTo>
                  <a:pt x="8492336" y="2938886"/>
                </a:moveTo>
                <a:lnTo>
                  <a:pt x="8492336" y="3020716"/>
                </a:lnTo>
                <a:moveTo>
                  <a:pt x="8492336" y="3082088"/>
                </a:moveTo>
                <a:lnTo>
                  <a:pt x="8492336" y="3163918"/>
                </a:lnTo>
                <a:moveTo>
                  <a:pt x="8492336" y="3225290"/>
                </a:moveTo>
                <a:lnTo>
                  <a:pt x="8492336" y="3307119"/>
                </a:lnTo>
                <a:moveTo>
                  <a:pt x="8492336" y="3368492"/>
                </a:moveTo>
                <a:lnTo>
                  <a:pt x="8492336" y="3450321"/>
                </a:lnTo>
                <a:moveTo>
                  <a:pt x="8492336" y="3511694"/>
                </a:moveTo>
                <a:lnTo>
                  <a:pt x="8492336" y="3593523"/>
                </a:lnTo>
                <a:moveTo>
                  <a:pt x="8492336" y="3654896"/>
                </a:moveTo>
                <a:lnTo>
                  <a:pt x="8492336" y="3736725"/>
                </a:lnTo>
                <a:moveTo>
                  <a:pt x="8492336" y="3798097"/>
                </a:moveTo>
                <a:lnTo>
                  <a:pt x="8492336" y="3879927"/>
                </a:lnTo>
                <a:moveTo>
                  <a:pt x="8492336" y="3941299"/>
                </a:moveTo>
                <a:lnTo>
                  <a:pt x="8492336" y="4023129"/>
                </a:lnTo>
                <a:moveTo>
                  <a:pt x="8492336" y="4084501"/>
                </a:moveTo>
                <a:lnTo>
                  <a:pt x="8492336" y="4166331"/>
                </a:lnTo>
                <a:moveTo>
                  <a:pt x="8492336" y="4227703"/>
                </a:moveTo>
                <a:lnTo>
                  <a:pt x="8492336" y="4309533"/>
                </a:lnTo>
                <a:moveTo>
                  <a:pt x="8492336" y="4370905"/>
                </a:moveTo>
                <a:lnTo>
                  <a:pt x="8492336" y="4433844"/>
                </a:lnTo>
                <a:lnTo>
                  <a:pt x="8492300" y="4437427"/>
                </a:lnTo>
                <a:lnTo>
                  <a:pt x="8492193" y="4440992"/>
                </a:lnTo>
                <a:lnTo>
                  <a:pt x="8492015" y="4444540"/>
                </a:lnTo>
                <a:lnTo>
                  <a:pt x="8491768" y="4448068"/>
                </a:lnTo>
                <a:lnTo>
                  <a:pt x="8491451" y="4451577"/>
                </a:lnTo>
                <a:lnTo>
                  <a:pt x="8491327" y="4452699"/>
                </a:lnTo>
                <a:moveTo>
                  <a:pt x="8474328" y="4511339"/>
                </a:moveTo>
                <a:lnTo>
                  <a:pt x="8473182" y="4513634"/>
                </a:lnTo>
                <a:lnTo>
                  <a:pt x="8471624" y="4516610"/>
                </a:lnTo>
                <a:lnTo>
                  <a:pt x="8470010" y="4519552"/>
                </a:lnTo>
                <a:lnTo>
                  <a:pt x="8468343" y="4522459"/>
                </a:lnTo>
                <a:lnTo>
                  <a:pt x="8466622" y="4525332"/>
                </a:lnTo>
                <a:lnTo>
                  <a:pt x="8464848" y="4528168"/>
                </a:lnTo>
                <a:lnTo>
                  <a:pt x="8463022" y="4530968"/>
                </a:lnTo>
                <a:lnTo>
                  <a:pt x="8461144" y="4533731"/>
                </a:lnTo>
                <a:lnTo>
                  <a:pt x="8459216" y="4536456"/>
                </a:lnTo>
                <a:lnTo>
                  <a:pt x="8457237" y="4539143"/>
                </a:lnTo>
                <a:lnTo>
                  <a:pt x="8455209" y="4541790"/>
                </a:lnTo>
                <a:lnTo>
                  <a:pt x="8453132" y="4544397"/>
                </a:lnTo>
                <a:lnTo>
                  <a:pt x="8451007" y="4546964"/>
                </a:lnTo>
                <a:lnTo>
                  <a:pt x="8448835" y="4549489"/>
                </a:lnTo>
                <a:lnTo>
                  <a:pt x="8446616" y="4551972"/>
                </a:lnTo>
                <a:lnTo>
                  <a:pt x="8444351" y="4554413"/>
                </a:lnTo>
                <a:lnTo>
                  <a:pt x="8442041" y="4556810"/>
                </a:lnTo>
                <a:lnTo>
                  <a:pt x="8439686" y="4559164"/>
                </a:lnTo>
                <a:lnTo>
                  <a:pt x="8437286" y="4561473"/>
                </a:lnTo>
                <a:lnTo>
                  <a:pt x="8434844" y="4563736"/>
                </a:lnTo>
                <a:lnTo>
                  <a:pt x="8432359" y="4565953"/>
                </a:lnTo>
                <a:lnTo>
                  <a:pt x="8429832" y="4568124"/>
                </a:lnTo>
                <a:lnTo>
                  <a:pt x="8427264" y="4570247"/>
                </a:lnTo>
                <a:lnTo>
                  <a:pt x="8424655" y="4572323"/>
                </a:lnTo>
                <a:lnTo>
                  <a:pt x="8422662" y="4573847"/>
                </a:lnTo>
                <a:moveTo>
                  <a:pt x="8368325" y="4601697"/>
                </a:moveTo>
                <a:lnTo>
                  <a:pt x="8368282" y="4601711"/>
                </a:lnTo>
                <a:lnTo>
                  <a:pt x="8365005" y="4602682"/>
                </a:lnTo>
                <a:lnTo>
                  <a:pt x="8361701" y="4603590"/>
                </a:lnTo>
                <a:lnTo>
                  <a:pt x="8358372" y="4604436"/>
                </a:lnTo>
                <a:lnTo>
                  <a:pt x="8355018" y="4605217"/>
                </a:lnTo>
                <a:lnTo>
                  <a:pt x="8351640" y="4605935"/>
                </a:lnTo>
                <a:lnTo>
                  <a:pt x="8348238" y="4606587"/>
                </a:lnTo>
                <a:lnTo>
                  <a:pt x="8344813" y="4607173"/>
                </a:lnTo>
                <a:lnTo>
                  <a:pt x="8341366" y="4607693"/>
                </a:lnTo>
                <a:lnTo>
                  <a:pt x="8337898" y="4608146"/>
                </a:lnTo>
                <a:lnTo>
                  <a:pt x="8334409" y="4608531"/>
                </a:lnTo>
                <a:lnTo>
                  <a:pt x="8330900" y="4608848"/>
                </a:lnTo>
                <a:lnTo>
                  <a:pt x="8327371" y="4609095"/>
                </a:lnTo>
                <a:lnTo>
                  <a:pt x="8323824" y="4609272"/>
                </a:lnTo>
                <a:lnTo>
                  <a:pt x="8320258" y="4609379"/>
                </a:lnTo>
                <a:lnTo>
                  <a:pt x="8316675" y="4609415"/>
                </a:lnTo>
                <a:lnTo>
                  <a:pt x="8287263" y="4609415"/>
                </a:lnTo>
                <a:moveTo>
                  <a:pt x="8225890" y="4609415"/>
                </a:moveTo>
                <a:lnTo>
                  <a:pt x="8144061" y="4609415"/>
                </a:lnTo>
                <a:moveTo>
                  <a:pt x="8082689" y="4609415"/>
                </a:moveTo>
                <a:lnTo>
                  <a:pt x="8000859" y="4609415"/>
                </a:lnTo>
                <a:moveTo>
                  <a:pt x="7939487" y="4609415"/>
                </a:moveTo>
                <a:lnTo>
                  <a:pt x="7857657" y="4609415"/>
                </a:lnTo>
                <a:moveTo>
                  <a:pt x="7796285" y="4609415"/>
                </a:moveTo>
                <a:lnTo>
                  <a:pt x="7714455" y="4609415"/>
                </a:lnTo>
                <a:moveTo>
                  <a:pt x="7653083" y="4609415"/>
                </a:moveTo>
                <a:lnTo>
                  <a:pt x="7571253" y="4609415"/>
                </a:lnTo>
                <a:moveTo>
                  <a:pt x="7509881" y="4609415"/>
                </a:moveTo>
                <a:lnTo>
                  <a:pt x="7428051" y="4609415"/>
                </a:lnTo>
                <a:moveTo>
                  <a:pt x="7366679" y="4609415"/>
                </a:moveTo>
                <a:lnTo>
                  <a:pt x="7284849" y="4609415"/>
                </a:lnTo>
                <a:moveTo>
                  <a:pt x="7223477" y="4609415"/>
                </a:moveTo>
                <a:lnTo>
                  <a:pt x="7141648" y="4609415"/>
                </a:lnTo>
                <a:moveTo>
                  <a:pt x="7080275" y="4609415"/>
                </a:moveTo>
                <a:lnTo>
                  <a:pt x="6998446" y="4609415"/>
                </a:lnTo>
                <a:moveTo>
                  <a:pt x="6937073" y="4609415"/>
                </a:moveTo>
                <a:lnTo>
                  <a:pt x="6855244" y="4609415"/>
                </a:lnTo>
                <a:moveTo>
                  <a:pt x="6793871" y="4609415"/>
                </a:moveTo>
                <a:lnTo>
                  <a:pt x="6712042" y="4609415"/>
                </a:lnTo>
                <a:moveTo>
                  <a:pt x="6650670" y="4609415"/>
                </a:moveTo>
                <a:lnTo>
                  <a:pt x="6568840" y="4609415"/>
                </a:lnTo>
                <a:moveTo>
                  <a:pt x="6507468" y="4609415"/>
                </a:moveTo>
                <a:lnTo>
                  <a:pt x="6425638" y="4609415"/>
                </a:lnTo>
                <a:moveTo>
                  <a:pt x="6364266" y="4609415"/>
                </a:moveTo>
                <a:lnTo>
                  <a:pt x="6282436" y="4609415"/>
                </a:lnTo>
                <a:moveTo>
                  <a:pt x="6221064" y="4609415"/>
                </a:moveTo>
                <a:lnTo>
                  <a:pt x="6139234" y="4609415"/>
                </a:lnTo>
                <a:moveTo>
                  <a:pt x="6077862" y="4609415"/>
                </a:moveTo>
                <a:lnTo>
                  <a:pt x="5996032" y="4609415"/>
                </a:lnTo>
                <a:moveTo>
                  <a:pt x="5934660" y="4609415"/>
                </a:moveTo>
                <a:lnTo>
                  <a:pt x="5852830" y="4609415"/>
                </a:lnTo>
                <a:moveTo>
                  <a:pt x="5791458" y="4609415"/>
                </a:moveTo>
                <a:lnTo>
                  <a:pt x="5709629" y="4609415"/>
                </a:lnTo>
                <a:moveTo>
                  <a:pt x="5648256" y="4609415"/>
                </a:moveTo>
                <a:lnTo>
                  <a:pt x="5566427" y="4609415"/>
                </a:lnTo>
                <a:moveTo>
                  <a:pt x="5505054" y="4609415"/>
                </a:moveTo>
                <a:lnTo>
                  <a:pt x="5423225" y="4609415"/>
                </a:lnTo>
                <a:moveTo>
                  <a:pt x="5361852" y="4609415"/>
                </a:moveTo>
                <a:lnTo>
                  <a:pt x="5280023" y="4609415"/>
                </a:lnTo>
                <a:moveTo>
                  <a:pt x="5218651" y="4609415"/>
                </a:moveTo>
                <a:lnTo>
                  <a:pt x="5136821" y="4609415"/>
                </a:lnTo>
                <a:moveTo>
                  <a:pt x="5075449" y="4609415"/>
                </a:moveTo>
                <a:lnTo>
                  <a:pt x="4993619" y="4609415"/>
                </a:lnTo>
                <a:moveTo>
                  <a:pt x="4932247" y="4609415"/>
                </a:moveTo>
                <a:lnTo>
                  <a:pt x="4850417" y="4609415"/>
                </a:lnTo>
                <a:moveTo>
                  <a:pt x="4789045" y="4609415"/>
                </a:moveTo>
                <a:lnTo>
                  <a:pt x="4707215" y="4609415"/>
                </a:lnTo>
                <a:moveTo>
                  <a:pt x="4645843" y="4609415"/>
                </a:moveTo>
                <a:lnTo>
                  <a:pt x="4564013" y="4609415"/>
                </a:lnTo>
                <a:moveTo>
                  <a:pt x="4502641" y="4609415"/>
                </a:moveTo>
                <a:lnTo>
                  <a:pt x="4420811" y="4609415"/>
                </a:lnTo>
                <a:moveTo>
                  <a:pt x="4359439" y="4609415"/>
                </a:moveTo>
                <a:lnTo>
                  <a:pt x="4277610" y="4609415"/>
                </a:lnTo>
                <a:moveTo>
                  <a:pt x="4216237" y="4609415"/>
                </a:moveTo>
                <a:lnTo>
                  <a:pt x="4134408" y="4609415"/>
                </a:lnTo>
                <a:moveTo>
                  <a:pt x="4073035" y="4609415"/>
                </a:moveTo>
                <a:lnTo>
                  <a:pt x="3991206" y="4609415"/>
                </a:lnTo>
                <a:moveTo>
                  <a:pt x="3929834" y="4609415"/>
                </a:moveTo>
                <a:lnTo>
                  <a:pt x="3848004" y="4609415"/>
                </a:lnTo>
                <a:moveTo>
                  <a:pt x="3786632" y="4609415"/>
                </a:moveTo>
                <a:lnTo>
                  <a:pt x="3704802" y="4609415"/>
                </a:lnTo>
                <a:moveTo>
                  <a:pt x="3643430" y="4609415"/>
                </a:moveTo>
                <a:lnTo>
                  <a:pt x="3561600" y="4609415"/>
                </a:lnTo>
                <a:moveTo>
                  <a:pt x="3500228" y="4609415"/>
                </a:moveTo>
                <a:lnTo>
                  <a:pt x="3418398" y="4609415"/>
                </a:lnTo>
                <a:moveTo>
                  <a:pt x="3357026" y="4609415"/>
                </a:moveTo>
                <a:lnTo>
                  <a:pt x="3275196" y="4609415"/>
                </a:lnTo>
                <a:moveTo>
                  <a:pt x="3213824" y="4609415"/>
                </a:moveTo>
                <a:lnTo>
                  <a:pt x="3131994" y="4609415"/>
                </a:lnTo>
                <a:moveTo>
                  <a:pt x="3070622" y="4609415"/>
                </a:moveTo>
                <a:lnTo>
                  <a:pt x="2988792" y="4609415"/>
                </a:lnTo>
                <a:moveTo>
                  <a:pt x="2927420" y="4609415"/>
                </a:moveTo>
                <a:lnTo>
                  <a:pt x="2845591" y="4609415"/>
                </a:lnTo>
                <a:moveTo>
                  <a:pt x="2784218" y="4609415"/>
                </a:moveTo>
                <a:lnTo>
                  <a:pt x="2702389" y="4609415"/>
                </a:lnTo>
                <a:moveTo>
                  <a:pt x="2641016" y="4609415"/>
                </a:moveTo>
                <a:lnTo>
                  <a:pt x="2559187" y="4609415"/>
                </a:lnTo>
                <a:moveTo>
                  <a:pt x="2497815" y="4609415"/>
                </a:moveTo>
                <a:lnTo>
                  <a:pt x="2415985" y="4609415"/>
                </a:lnTo>
                <a:moveTo>
                  <a:pt x="2354613" y="4609415"/>
                </a:moveTo>
                <a:lnTo>
                  <a:pt x="2272783" y="4609415"/>
                </a:lnTo>
                <a:moveTo>
                  <a:pt x="2211411" y="4609415"/>
                </a:moveTo>
                <a:lnTo>
                  <a:pt x="2129581" y="4609415"/>
                </a:lnTo>
                <a:moveTo>
                  <a:pt x="2068209" y="4609415"/>
                </a:moveTo>
                <a:lnTo>
                  <a:pt x="1986379" y="4609415"/>
                </a:lnTo>
                <a:moveTo>
                  <a:pt x="1925007" y="4609415"/>
                </a:moveTo>
                <a:lnTo>
                  <a:pt x="1843177" y="4609415"/>
                </a:lnTo>
                <a:moveTo>
                  <a:pt x="1781805" y="4609415"/>
                </a:moveTo>
                <a:lnTo>
                  <a:pt x="1699975" y="4609415"/>
                </a:lnTo>
                <a:moveTo>
                  <a:pt x="1638603" y="4609415"/>
                </a:moveTo>
                <a:lnTo>
                  <a:pt x="1556773" y="4609415"/>
                </a:lnTo>
                <a:moveTo>
                  <a:pt x="1495401" y="4609415"/>
                </a:moveTo>
                <a:lnTo>
                  <a:pt x="1413572" y="4609415"/>
                </a:lnTo>
                <a:moveTo>
                  <a:pt x="1352199" y="4609415"/>
                </a:moveTo>
                <a:lnTo>
                  <a:pt x="1270370" y="4609415"/>
                </a:lnTo>
                <a:moveTo>
                  <a:pt x="1208997" y="4609415"/>
                </a:moveTo>
                <a:lnTo>
                  <a:pt x="1127168" y="4609415"/>
                </a:lnTo>
                <a:moveTo>
                  <a:pt x="1065796" y="4609415"/>
                </a:moveTo>
                <a:lnTo>
                  <a:pt x="983966" y="4609415"/>
                </a:lnTo>
                <a:moveTo>
                  <a:pt x="922594" y="4609415"/>
                </a:moveTo>
                <a:lnTo>
                  <a:pt x="840764" y="4609415"/>
                </a:lnTo>
                <a:moveTo>
                  <a:pt x="779392" y="4609415"/>
                </a:moveTo>
                <a:lnTo>
                  <a:pt x="697562" y="4609415"/>
                </a:lnTo>
                <a:moveTo>
                  <a:pt x="636190" y="4609415"/>
                </a:moveTo>
                <a:lnTo>
                  <a:pt x="554360" y="4609415"/>
                </a:lnTo>
                <a:moveTo>
                  <a:pt x="492988" y="4609415"/>
                </a:moveTo>
                <a:lnTo>
                  <a:pt x="411158" y="4609415"/>
                </a:lnTo>
                <a:moveTo>
                  <a:pt x="349786" y="4609415"/>
                </a:moveTo>
                <a:lnTo>
                  <a:pt x="267956" y="4609415"/>
                </a:lnTo>
                <a:moveTo>
                  <a:pt x="206584" y="4609415"/>
                </a:moveTo>
                <a:lnTo>
                  <a:pt x="175565" y="4609415"/>
                </a:lnTo>
                <a:lnTo>
                  <a:pt x="171983" y="4609379"/>
                </a:lnTo>
                <a:lnTo>
                  <a:pt x="168418" y="4609272"/>
                </a:lnTo>
                <a:lnTo>
                  <a:pt x="164871" y="4609095"/>
                </a:lnTo>
                <a:lnTo>
                  <a:pt x="161343" y="4608848"/>
                </a:lnTo>
                <a:lnTo>
                  <a:pt x="157835" y="4608531"/>
                </a:lnTo>
                <a:lnTo>
                  <a:pt x="154346" y="4608146"/>
                </a:lnTo>
                <a:lnTo>
                  <a:pt x="150879" y="4607693"/>
                </a:lnTo>
                <a:lnTo>
                  <a:pt x="147433" y="4607173"/>
                </a:lnTo>
                <a:lnTo>
                  <a:pt x="144009" y="4606587"/>
                </a:lnTo>
                <a:lnTo>
                  <a:pt x="140609" y="4605935"/>
                </a:lnTo>
                <a:lnTo>
                  <a:pt x="137231" y="4605217"/>
                </a:lnTo>
                <a:lnTo>
                  <a:pt x="133878" y="4604436"/>
                </a:lnTo>
                <a:lnTo>
                  <a:pt x="130550" y="4603590"/>
                </a:lnTo>
                <a:lnTo>
                  <a:pt x="127248" y="4602682"/>
                </a:lnTo>
                <a:lnTo>
                  <a:pt x="125456" y="4602151"/>
                </a:lnTo>
                <a:moveTo>
                  <a:pt x="70873" y="4574789"/>
                </a:moveTo>
                <a:lnTo>
                  <a:pt x="70275" y="4574349"/>
                </a:lnTo>
                <a:lnTo>
                  <a:pt x="67628" y="4572323"/>
                </a:lnTo>
                <a:lnTo>
                  <a:pt x="65021" y="4570247"/>
                </a:lnTo>
                <a:lnTo>
                  <a:pt x="62454" y="4568124"/>
                </a:lnTo>
                <a:lnTo>
                  <a:pt x="59929" y="4565953"/>
                </a:lnTo>
                <a:lnTo>
                  <a:pt x="57445" y="4563736"/>
                </a:lnTo>
                <a:lnTo>
                  <a:pt x="55005" y="4561473"/>
                </a:lnTo>
                <a:lnTo>
                  <a:pt x="52607" y="4559164"/>
                </a:lnTo>
                <a:lnTo>
                  <a:pt x="50254" y="4556810"/>
                </a:lnTo>
                <a:lnTo>
                  <a:pt x="47945" y="4554413"/>
                </a:lnTo>
                <a:lnTo>
                  <a:pt x="45681" y="4551972"/>
                </a:lnTo>
                <a:lnTo>
                  <a:pt x="43464" y="4549489"/>
                </a:lnTo>
                <a:lnTo>
                  <a:pt x="41293" y="4546964"/>
                </a:lnTo>
                <a:lnTo>
                  <a:pt x="39170" y="4544397"/>
                </a:lnTo>
                <a:lnTo>
                  <a:pt x="37095" y="4541790"/>
                </a:lnTo>
                <a:lnTo>
                  <a:pt x="35068" y="4539143"/>
                </a:lnTo>
                <a:lnTo>
                  <a:pt x="33091" y="4536456"/>
                </a:lnTo>
                <a:lnTo>
                  <a:pt x="31164" y="4533731"/>
                </a:lnTo>
                <a:lnTo>
                  <a:pt x="29288" y="4530968"/>
                </a:lnTo>
                <a:lnTo>
                  <a:pt x="27464" y="4528168"/>
                </a:lnTo>
                <a:lnTo>
                  <a:pt x="25691" y="4525332"/>
                </a:lnTo>
                <a:lnTo>
                  <a:pt x="23972" y="4522459"/>
                </a:lnTo>
                <a:lnTo>
                  <a:pt x="22305" y="4519552"/>
                </a:lnTo>
                <a:lnTo>
                  <a:pt x="20693" y="4516610"/>
                </a:lnTo>
                <a:lnTo>
                  <a:pt x="19136" y="4513634"/>
                </a:lnTo>
                <a:lnTo>
                  <a:pt x="18681" y="4512721"/>
                </a:lnTo>
                <a:moveTo>
                  <a:pt x="1177" y="4454229"/>
                </a:moveTo>
                <a:lnTo>
                  <a:pt x="884" y="4451577"/>
                </a:lnTo>
                <a:lnTo>
                  <a:pt x="568" y="4448068"/>
                </a:lnTo>
                <a:lnTo>
                  <a:pt x="320" y="4444540"/>
                </a:lnTo>
                <a:lnTo>
                  <a:pt x="143" y="4440992"/>
                </a:lnTo>
                <a:lnTo>
                  <a:pt x="36" y="4437427"/>
                </a:lnTo>
                <a:lnTo>
                  <a:pt x="0" y="4433844"/>
                </a:lnTo>
                <a:lnTo>
                  <a:pt x="0" y="4372445"/>
                </a:lnTo>
                <a:moveTo>
                  <a:pt x="0" y="4311073"/>
                </a:moveTo>
                <a:lnTo>
                  <a:pt x="0" y="4229243"/>
                </a:lnTo>
                <a:moveTo>
                  <a:pt x="0" y="4167871"/>
                </a:moveTo>
                <a:lnTo>
                  <a:pt x="0" y="4086041"/>
                </a:lnTo>
                <a:moveTo>
                  <a:pt x="0" y="4024669"/>
                </a:moveTo>
                <a:lnTo>
                  <a:pt x="0" y="3942839"/>
                </a:lnTo>
                <a:moveTo>
                  <a:pt x="0" y="3881467"/>
                </a:moveTo>
                <a:lnTo>
                  <a:pt x="0" y="3799637"/>
                </a:lnTo>
                <a:moveTo>
                  <a:pt x="0" y="3738265"/>
                </a:moveTo>
                <a:lnTo>
                  <a:pt x="0" y="3656435"/>
                </a:lnTo>
                <a:moveTo>
                  <a:pt x="0" y="3595063"/>
                </a:moveTo>
                <a:lnTo>
                  <a:pt x="0" y="3513233"/>
                </a:lnTo>
                <a:moveTo>
                  <a:pt x="0" y="3451861"/>
                </a:moveTo>
                <a:lnTo>
                  <a:pt x="0" y="3370031"/>
                </a:lnTo>
                <a:moveTo>
                  <a:pt x="0" y="3308659"/>
                </a:moveTo>
                <a:lnTo>
                  <a:pt x="0" y="3226830"/>
                </a:lnTo>
                <a:moveTo>
                  <a:pt x="0" y="3165457"/>
                </a:moveTo>
                <a:lnTo>
                  <a:pt x="0" y="3083628"/>
                </a:lnTo>
                <a:moveTo>
                  <a:pt x="0" y="3022255"/>
                </a:moveTo>
                <a:lnTo>
                  <a:pt x="0" y="2940426"/>
                </a:lnTo>
                <a:moveTo>
                  <a:pt x="0" y="2879054"/>
                </a:moveTo>
                <a:lnTo>
                  <a:pt x="0" y="2797224"/>
                </a:lnTo>
                <a:moveTo>
                  <a:pt x="0" y="2735852"/>
                </a:moveTo>
                <a:lnTo>
                  <a:pt x="0" y="2654022"/>
                </a:lnTo>
                <a:moveTo>
                  <a:pt x="0" y="2592650"/>
                </a:moveTo>
                <a:lnTo>
                  <a:pt x="0" y="2510820"/>
                </a:lnTo>
                <a:moveTo>
                  <a:pt x="0" y="2449448"/>
                </a:moveTo>
                <a:lnTo>
                  <a:pt x="0" y="2367618"/>
                </a:lnTo>
                <a:moveTo>
                  <a:pt x="0" y="2306246"/>
                </a:moveTo>
                <a:lnTo>
                  <a:pt x="0" y="2224416"/>
                </a:lnTo>
                <a:moveTo>
                  <a:pt x="0" y="2163044"/>
                </a:moveTo>
                <a:lnTo>
                  <a:pt x="0" y="2081214"/>
                </a:lnTo>
                <a:moveTo>
                  <a:pt x="0" y="2019842"/>
                </a:moveTo>
                <a:lnTo>
                  <a:pt x="0" y="1938012"/>
                </a:lnTo>
                <a:moveTo>
                  <a:pt x="0" y="1876640"/>
                </a:moveTo>
                <a:lnTo>
                  <a:pt x="0" y="1794811"/>
                </a:lnTo>
                <a:moveTo>
                  <a:pt x="0" y="1733438"/>
                </a:moveTo>
                <a:lnTo>
                  <a:pt x="0" y="1651609"/>
                </a:lnTo>
                <a:moveTo>
                  <a:pt x="0" y="1590236"/>
                </a:moveTo>
                <a:lnTo>
                  <a:pt x="0" y="1508407"/>
                </a:lnTo>
                <a:moveTo>
                  <a:pt x="0" y="1447035"/>
                </a:moveTo>
                <a:lnTo>
                  <a:pt x="0" y="1365205"/>
                </a:lnTo>
                <a:moveTo>
                  <a:pt x="0" y="1303833"/>
                </a:moveTo>
                <a:lnTo>
                  <a:pt x="0" y="1222003"/>
                </a:lnTo>
                <a:moveTo>
                  <a:pt x="0" y="1160631"/>
                </a:moveTo>
                <a:lnTo>
                  <a:pt x="0" y="1078801"/>
                </a:lnTo>
                <a:moveTo>
                  <a:pt x="0" y="1017429"/>
                </a:moveTo>
                <a:lnTo>
                  <a:pt x="0" y="935599"/>
                </a:lnTo>
                <a:moveTo>
                  <a:pt x="0" y="874227"/>
                </a:moveTo>
                <a:lnTo>
                  <a:pt x="0" y="792397"/>
                </a:lnTo>
                <a:moveTo>
                  <a:pt x="0" y="731025"/>
                </a:moveTo>
                <a:lnTo>
                  <a:pt x="0" y="649195"/>
                </a:lnTo>
                <a:moveTo>
                  <a:pt x="0" y="587823"/>
                </a:moveTo>
                <a:lnTo>
                  <a:pt x="0" y="505993"/>
                </a:lnTo>
                <a:moveTo>
                  <a:pt x="0" y="444621"/>
                </a:moveTo>
                <a:lnTo>
                  <a:pt x="0" y="362792"/>
                </a:lnTo>
                <a:moveTo>
                  <a:pt x="0" y="301419"/>
                </a:moveTo>
                <a:lnTo>
                  <a:pt x="0" y="219590"/>
                </a:lnTo>
              </a:path>
            </a:pathLst>
          </a:custGeom>
          <a:noFill xmlns:a="http://schemas.openxmlformats.org/drawingml/2006/main"/>
          <a:ln xmlns:a="http://schemas.openxmlformats.org/drawingml/2006/main" w="20457">
            <a:solidFill>
              <a:srgbClr val="000000"/>
            </a:solidFill>
            <a:prstDash val="solid"/>
          </a:ln>
        </p:spPr>
      </p:sp>
      <p:sp>
        <p:nvSpPr>
          <p:cNvPr id="20" name="pdf-path-22-part-0">
            <a:extLst xmlns:a="http://schemas.openxmlformats.org/drawingml/2006/main">
              <a:ext uri="{FF2B5EF4-FFF2-40B4-BE49-F238E27FC236}">
                <a16:creationId xmlns:a16="http://schemas.microsoft.com/office/drawing/2014/main" id="{5D86C87A-D8EE-42D6-AF51-141E441CBF0A}"/>
              </a:ext>
            </a:extLst>
          </p:cNvPr>
          <p:cNvSpPr>
            <a:spLocks xmlns:a="http://schemas.openxmlformats.org/drawingml/2006/main" noGrp="1"/>
          </p:cNvSpPr>
          <p:nvPr/>
        </p:nvSpPr>
        <p:spPr>
          <a:xfrm xmlns:a="http://schemas.openxmlformats.org/drawingml/2006/main" rot="0">
            <a:off x="5738029" y="1329206"/>
            <a:ext cx="189981" cy="381053"/>
          </a:xfrm>
          <a:custGeom xmlns:a="http://schemas.openxmlformats.org/drawingml/2006/main">
            <a:pathLst>
              <a:path w="189981" h="381053">
                <a:moveTo>
                  <a:pt x="115516" y="0"/>
                </a:moveTo>
                <a:lnTo>
                  <a:pt x="115516" y="340411"/>
                </a:lnTo>
                <a:lnTo>
                  <a:pt x="74601" y="340411"/>
                </a:lnTo>
                <a:lnTo>
                  <a:pt x="74601" y="0"/>
                </a:lnTo>
                <a:lnTo>
                  <a:pt x="115516" y="0"/>
                </a:lnTo>
              </a:path>
            </a:pathLst>
          </a:custGeom>
          <a:solidFill xmlns:a="http://schemas.openxmlformats.org/drawingml/2006/main">
            <a:srgbClr val="1B4487"/>
          </a:solidFill>
          <a:ln xmlns:a="http://schemas.openxmlformats.org/drawingml/2006/main" w="0">
            <a:noFill/>
            <a:prstDash val="solid"/>
          </a:ln>
        </p:spPr>
      </p:sp>
      <p:sp>
        <p:nvSpPr>
          <p:cNvPr id="21" name="pdf-path-22-part-1">
            <a:extLst xmlns:a="http://schemas.openxmlformats.org/drawingml/2006/main">
              <a:ext uri="{FF2B5EF4-FFF2-40B4-BE49-F238E27FC236}">
                <a16:creationId xmlns:a16="http://schemas.microsoft.com/office/drawing/2014/main" id="{10036861-167D-4EFD-80E4-447269CA93E1}"/>
              </a:ext>
            </a:extLst>
          </p:cNvPr>
          <p:cNvSpPr>
            <a:spLocks xmlns:a="http://schemas.openxmlformats.org/drawingml/2006/main" noGrp="1"/>
          </p:cNvSpPr>
          <p:nvPr/>
        </p:nvSpPr>
        <p:spPr>
          <a:xfrm xmlns:a="http://schemas.openxmlformats.org/drawingml/2006/main" rot="0">
            <a:off x="5738029" y="1329206"/>
            <a:ext cx="189981" cy="381053"/>
          </a:xfrm>
          <a:custGeom xmlns:a="http://schemas.openxmlformats.org/drawingml/2006/main">
            <a:pathLst>
              <a:path w="189981" h="381053">
                <a:moveTo>
                  <a:pt x="184253" y="228032"/>
                </a:moveTo>
                <a:lnTo>
                  <a:pt x="95059" y="381053"/>
                </a:lnTo>
                <a:lnTo>
                  <a:pt x="5728" y="228032"/>
                </a:lnTo>
                <a:cubicBezTo>
                  <a:pt x="0" y="218212"/>
                  <a:pt x="3273" y="205665"/>
                  <a:pt x="13093" y="200074"/>
                </a:cubicBezTo>
                <a:cubicBezTo>
                  <a:pt x="22912" y="194345"/>
                  <a:pt x="35323" y="197619"/>
                  <a:pt x="41051" y="207438"/>
                </a:cubicBezTo>
                <a:lnTo>
                  <a:pt x="112652" y="330183"/>
                </a:lnTo>
                <a:lnTo>
                  <a:pt x="77329" y="330183"/>
                </a:lnTo>
                <a:lnTo>
                  <a:pt x="148930" y="207438"/>
                </a:lnTo>
                <a:cubicBezTo>
                  <a:pt x="154658" y="197619"/>
                  <a:pt x="167205" y="194345"/>
                  <a:pt x="176888" y="200074"/>
                </a:cubicBezTo>
                <a:cubicBezTo>
                  <a:pt x="186708" y="205665"/>
                  <a:pt x="189981" y="218212"/>
                  <a:pt x="184253" y="228032"/>
                </a:cubicBezTo>
              </a:path>
            </a:pathLst>
          </a:custGeom>
          <a:solidFill xmlns:a="http://schemas.openxmlformats.org/drawingml/2006/main">
            <a:srgbClr val="1B4487"/>
          </a:solidFill>
          <a:ln xmlns:a="http://schemas.openxmlformats.org/drawingml/2006/main" w="0">
            <a:noFill/>
            <a:prstDash val="solid"/>
          </a:ln>
        </p:spPr>
      </p:sp>
      <p:sp>
        <p:nvSpPr>
          <p:cNvPr id="22" name="pdf-path-23-part-0">
            <a:extLst xmlns:a="http://schemas.openxmlformats.org/drawingml/2006/main">
              <a:ext uri="{FF2B5EF4-FFF2-40B4-BE49-F238E27FC236}">
                <a16:creationId xmlns:a16="http://schemas.microsoft.com/office/drawing/2014/main" id="{8DA50103-A604-40F0-9715-AC58916C8565}"/>
              </a:ext>
            </a:extLst>
          </p:cNvPr>
          <p:cNvSpPr>
            <a:spLocks xmlns:a="http://schemas.openxmlformats.org/drawingml/2006/main" noGrp="1"/>
          </p:cNvSpPr>
          <p:nvPr/>
        </p:nvSpPr>
        <p:spPr>
          <a:xfrm xmlns:a="http://schemas.openxmlformats.org/drawingml/2006/main" rot="0">
            <a:off x="5733665" y="2440590"/>
            <a:ext cx="189981" cy="302497"/>
          </a:xfrm>
          <a:custGeom xmlns:a="http://schemas.openxmlformats.org/drawingml/2006/main">
            <a:pathLst>
              <a:path w="189981" h="302497">
                <a:moveTo>
                  <a:pt x="115380" y="0"/>
                </a:moveTo>
                <a:lnTo>
                  <a:pt x="115516" y="261855"/>
                </a:lnTo>
                <a:lnTo>
                  <a:pt x="74601" y="261855"/>
                </a:lnTo>
                <a:lnTo>
                  <a:pt x="74465" y="0"/>
                </a:lnTo>
                <a:lnTo>
                  <a:pt x="115380" y="0"/>
                </a:lnTo>
              </a:path>
            </a:pathLst>
          </a:custGeom>
          <a:solidFill xmlns:a="http://schemas.openxmlformats.org/drawingml/2006/main">
            <a:srgbClr val="1B4487"/>
          </a:solidFill>
          <a:ln xmlns:a="http://schemas.openxmlformats.org/drawingml/2006/main" w="0">
            <a:noFill/>
            <a:prstDash val="solid"/>
          </a:ln>
        </p:spPr>
      </p:sp>
      <p:sp>
        <p:nvSpPr>
          <p:cNvPr id="23" name="pdf-path-23-part-1">
            <a:extLst xmlns:a="http://schemas.openxmlformats.org/drawingml/2006/main">
              <a:ext uri="{FF2B5EF4-FFF2-40B4-BE49-F238E27FC236}">
                <a16:creationId xmlns:a16="http://schemas.microsoft.com/office/drawing/2014/main" id="{AF167A1A-EC91-4BDB-A6D2-EF984FC45469}"/>
              </a:ext>
            </a:extLst>
          </p:cNvPr>
          <p:cNvSpPr>
            <a:spLocks xmlns:a="http://schemas.openxmlformats.org/drawingml/2006/main" noGrp="1"/>
          </p:cNvSpPr>
          <p:nvPr/>
        </p:nvSpPr>
        <p:spPr>
          <a:xfrm xmlns:a="http://schemas.openxmlformats.org/drawingml/2006/main" rot="0">
            <a:off x="5733665" y="2440590"/>
            <a:ext cx="189981" cy="302497"/>
          </a:xfrm>
          <a:custGeom xmlns:a="http://schemas.openxmlformats.org/drawingml/2006/main">
            <a:pathLst>
              <a:path w="189981" h="302497">
                <a:moveTo>
                  <a:pt x="184253" y="149475"/>
                </a:moveTo>
                <a:lnTo>
                  <a:pt x="95058" y="302497"/>
                </a:lnTo>
                <a:lnTo>
                  <a:pt x="5728" y="149475"/>
                </a:lnTo>
                <a:cubicBezTo>
                  <a:pt x="0" y="139656"/>
                  <a:pt x="3273" y="127109"/>
                  <a:pt x="13093" y="121517"/>
                </a:cubicBezTo>
                <a:cubicBezTo>
                  <a:pt x="22912" y="115789"/>
                  <a:pt x="35323" y="119062"/>
                  <a:pt x="41051" y="128882"/>
                </a:cubicBezTo>
                <a:lnTo>
                  <a:pt x="112652" y="251626"/>
                </a:lnTo>
                <a:lnTo>
                  <a:pt x="77329" y="251626"/>
                </a:lnTo>
                <a:lnTo>
                  <a:pt x="148930" y="128746"/>
                </a:lnTo>
                <a:cubicBezTo>
                  <a:pt x="154658" y="119062"/>
                  <a:pt x="167205" y="115789"/>
                  <a:pt x="176888" y="121381"/>
                </a:cubicBezTo>
                <a:cubicBezTo>
                  <a:pt x="186708" y="127109"/>
                  <a:pt x="189981" y="139656"/>
                  <a:pt x="184253" y="149475"/>
                </a:cubicBezTo>
              </a:path>
            </a:pathLst>
          </a:custGeom>
          <a:solidFill xmlns:a="http://schemas.openxmlformats.org/drawingml/2006/main">
            <a:srgbClr val="1B4487"/>
          </a:solidFill>
          <a:ln xmlns:a="http://schemas.openxmlformats.org/drawingml/2006/main" w="0">
            <a:noFill/>
            <a:prstDash val="solid"/>
          </a:ln>
        </p:spPr>
      </p:sp>
      <p:sp>
        <p:nvSpPr>
          <p:cNvPr id="24" name="pdf-path-24-part-0">
            <a:extLst xmlns:a="http://schemas.openxmlformats.org/drawingml/2006/main">
              <a:ext uri="{FF2B5EF4-FFF2-40B4-BE49-F238E27FC236}">
                <a16:creationId xmlns:a16="http://schemas.microsoft.com/office/drawing/2014/main" id="{0BF2114D-506D-4C63-BBB2-975321ABB1A5}"/>
              </a:ext>
            </a:extLst>
          </p:cNvPr>
          <p:cNvSpPr>
            <a:spLocks xmlns:a="http://schemas.openxmlformats.org/drawingml/2006/main" noGrp="1"/>
          </p:cNvSpPr>
          <p:nvPr/>
        </p:nvSpPr>
        <p:spPr>
          <a:xfrm xmlns:a="http://schemas.openxmlformats.org/drawingml/2006/main" rot="0">
            <a:off x="5732028" y="3766216"/>
            <a:ext cx="189981" cy="306929"/>
          </a:xfrm>
          <a:custGeom xmlns:a="http://schemas.openxmlformats.org/drawingml/2006/main">
            <a:pathLst>
              <a:path w="189981" h="306929">
                <a:moveTo>
                  <a:pt x="115516" y="0"/>
                </a:moveTo>
                <a:lnTo>
                  <a:pt x="115516" y="266328"/>
                </a:lnTo>
                <a:lnTo>
                  <a:pt x="74601" y="266328"/>
                </a:lnTo>
                <a:lnTo>
                  <a:pt x="74601" y="0"/>
                </a:lnTo>
                <a:lnTo>
                  <a:pt x="115516" y="0"/>
                </a:lnTo>
              </a:path>
            </a:pathLst>
          </a:custGeom>
          <a:solidFill xmlns:a="http://schemas.openxmlformats.org/drawingml/2006/main">
            <a:srgbClr val="1B4487"/>
          </a:solidFill>
          <a:ln xmlns:a="http://schemas.openxmlformats.org/drawingml/2006/main" w="0">
            <a:noFill/>
            <a:prstDash val="solid"/>
          </a:ln>
        </p:spPr>
      </p:sp>
      <p:sp>
        <p:nvSpPr>
          <p:cNvPr id="25" name="pdf-path-24-part-1">
            <a:extLst xmlns:a="http://schemas.openxmlformats.org/drawingml/2006/main">
              <a:ext uri="{FF2B5EF4-FFF2-40B4-BE49-F238E27FC236}">
                <a16:creationId xmlns:a16="http://schemas.microsoft.com/office/drawing/2014/main" id="{0A09EA58-3D20-4E23-897A-57C687CC7FD3}"/>
              </a:ext>
            </a:extLst>
          </p:cNvPr>
          <p:cNvSpPr>
            <a:spLocks xmlns:a="http://schemas.openxmlformats.org/drawingml/2006/main" noGrp="1"/>
          </p:cNvSpPr>
          <p:nvPr/>
        </p:nvSpPr>
        <p:spPr>
          <a:xfrm xmlns:a="http://schemas.openxmlformats.org/drawingml/2006/main" rot="0">
            <a:off x="5732028" y="3766216"/>
            <a:ext cx="189981" cy="306929"/>
          </a:xfrm>
          <a:custGeom xmlns:a="http://schemas.openxmlformats.org/drawingml/2006/main">
            <a:pathLst>
              <a:path w="189981" h="306929">
                <a:moveTo>
                  <a:pt x="184253" y="153894"/>
                </a:moveTo>
                <a:lnTo>
                  <a:pt x="95059" y="306929"/>
                </a:lnTo>
                <a:lnTo>
                  <a:pt x="5728" y="153894"/>
                </a:lnTo>
                <a:cubicBezTo>
                  <a:pt x="0" y="144143"/>
                  <a:pt x="3410" y="131609"/>
                  <a:pt x="13093" y="125922"/>
                </a:cubicBezTo>
                <a:cubicBezTo>
                  <a:pt x="22912" y="120221"/>
                  <a:pt x="35323" y="123522"/>
                  <a:pt x="41051" y="133287"/>
                </a:cubicBezTo>
                <a:lnTo>
                  <a:pt x="112652" y="256031"/>
                </a:lnTo>
                <a:lnTo>
                  <a:pt x="77329" y="256031"/>
                </a:lnTo>
                <a:lnTo>
                  <a:pt x="148930" y="133287"/>
                </a:lnTo>
                <a:cubicBezTo>
                  <a:pt x="154658" y="123522"/>
                  <a:pt x="167205" y="120221"/>
                  <a:pt x="176888" y="125922"/>
                </a:cubicBezTo>
                <a:cubicBezTo>
                  <a:pt x="186708" y="131609"/>
                  <a:pt x="189981" y="144143"/>
                  <a:pt x="184253" y="153894"/>
                </a:cubicBezTo>
              </a:path>
            </a:pathLst>
          </a:custGeom>
          <a:solidFill xmlns:a="http://schemas.openxmlformats.org/drawingml/2006/main">
            <a:srgbClr val="1B4487"/>
          </a:solidFill>
          <a:ln xmlns:a="http://schemas.openxmlformats.org/drawingml/2006/main" w="0">
            <a:noFill/>
            <a:prstDash val="solid"/>
          </a:ln>
        </p:spPr>
      </p:sp>
      <p:pic>
        <p:nvPicPr>
          <p:cNvPr id="26" name="">
            <a:extLst xmlns:a="http://schemas.openxmlformats.org/drawingml/2006/main">
              <a:ext uri="{FF2B5EF4-FFF2-40B4-BE49-F238E27FC236}">
                <a16:creationId xmlns:a16="http://schemas.microsoft.com/office/drawing/2014/main" id="{C02453C5-C704-492F-8C19-9B85F781ACEE}"/>
              </a:ext>
            </a:extLst>
          </p:cNvPr>
          <p:cNvPicPr>
            <a:picLocks xmlns:a="http://schemas.openxmlformats.org/drawingml/2006/main" noChangeAspect="1"/>
          </p:cNvPicPr>
          <p:nvPr/>
        </p:nvPicPr>
        <p:blipFill>
          <a:blip xmlns:r="http://schemas.openxmlformats.org/officeDocument/2006/relationships" xmlns:a="http://schemas.openxmlformats.org/drawingml/2006/main" r:embed="Ref0aed7bc7074fec"/>
          <a:srcRect xmlns:a="http://schemas.openxmlformats.org/drawingml/2006/main" l="393" t="0" r="393" b="0"/>
          <a:stretch xmlns:a="http://schemas.openxmlformats.org/drawingml/2006/main">
            <a:fillRect l="0" t="0" r="0" b="0"/>
          </a:stretch>
        </p:blipFill>
        <p:spPr>
          <a:xfrm xmlns:a="http://schemas.openxmlformats.org/drawingml/2006/main">
            <a:off x="5238459" y="4099004"/>
            <a:ext cx="1230718" cy="461574"/>
          </a:xfrm>
          <a:prstGeom xmlns:a="http://schemas.openxmlformats.org/drawingml/2006/main" prst="rect">
            <a:avLst/>
          </a:prstGeom>
        </p:spPr>
      </p:pic>
      <p:sp>
        <p:nvSpPr>
          <p:cNvPr id="27" name="gordon-source-component-3">
            <a:extLst xmlns:a="http://schemas.openxmlformats.org/drawingml/2006/main">
              <a:ext uri="{FF2B5EF4-FFF2-40B4-BE49-F238E27FC236}">
                <a16:creationId xmlns:a16="http://schemas.microsoft.com/office/drawing/2014/main" id="{EAC3BE5D-58C5-4F7C-B4D7-58C761E4DF68}"/>
              </a:ext>
            </a:extLst>
          </p:cNvPr>
          <p:cNvSpPr>
            <a:spLocks xmlns:a="http://schemas.openxmlformats.org/drawingml/2006/main" noGrp="1"/>
          </p:cNvSpPr>
          <p:nvPr/>
        </p:nvSpPr>
        <p:spPr>
          <a:xfrm xmlns:a="http://schemas.openxmlformats.org/drawingml/2006/main" rot="0">
            <a:off x="5238459" y="4099004"/>
            <a:ext cx="1230718" cy="461574"/>
          </a:xfrm>
          <a:prstGeom xmlns:a="http://schemas.openxmlformats.org/drawingml/2006/main" prst="rect">
            <a:avLst/>
          </a:prstGeom>
          <a:noFill xmlns:a="http://schemas.openxmlformats.org/drawingml/2006/main"/>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B2B695C6-2BF1-4F02-9E75-19CE71E931C1}"/>
              </a:ext>
            </a:extLst>
          </p:cNvPr>
          <p:cNvPicPr>
            <a:picLocks xmlns:a="http://schemas.openxmlformats.org/drawingml/2006/main" noChangeAspect="1"/>
          </p:cNvPicPr>
          <p:nvPr/>
        </p:nvPicPr>
        <p:blipFill>
          <a:blip xmlns:r="http://schemas.openxmlformats.org/officeDocument/2006/relationships" xmlns:a="http://schemas.openxmlformats.org/drawingml/2006/main" r:embed="Reb2ca42ef5424eef"/>
          <a:srcRect xmlns:a="http://schemas.openxmlformats.org/drawingml/2006/main" l="0" t="0" r="0" b="0"/>
          <a:stretch xmlns:a="http://schemas.openxmlformats.org/drawingml/2006/main">
            <a:fillRect l="0" t="0" r="0" b="0"/>
          </a:stretch>
        </p:blipFill>
        <p:spPr>
          <a:xfrm xmlns:a="http://schemas.openxmlformats.org/drawingml/2006/main">
            <a:off x="5257800" y="4114800"/>
            <a:ext cx="1143000" cy="371475"/>
          </a:xfrm>
          <a:prstGeom xmlns:a="http://schemas.openxmlformats.org/drawingml/2006/main" prst="rect">
            <a:avLst/>
          </a:prstGeom>
        </p:spPr>
      </p:pic>
      <p:sp>
        <p:nvSpPr>
          <p:cNvPr id="29" name="gordon-source-component-5">
            <a:extLst xmlns:a="http://schemas.openxmlformats.org/drawingml/2006/main">
              <a:ext uri="{FF2B5EF4-FFF2-40B4-BE49-F238E27FC236}">
                <a16:creationId xmlns:a16="http://schemas.microsoft.com/office/drawing/2014/main" id="{659DC0C2-5FC4-48DE-A8FA-4961F5E4892D}"/>
              </a:ext>
            </a:extLst>
          </p:cNvPr>
          <p:cNvSpPr>
            <a:spLocks xmlns:a="http://schemas.openxmlformats.org/drawingml/2006/main" noGrp="1"/>
          </p:cNvSpPr>
          <p:nvPr/>
        </p:nvSpPr>
        <p:spPr>
          <a:xfrm xmlns:a="http://schemas.openxmlformats.org/drawingml/2006/main" rot="0">
            <a:off x="5257800" y="4114800"/>
            <a:ext cx="1143000" cy="371475"/>
          </a:xfrm>
          <a:prstGeom xmlns:a="http://schemas.openxmlformats.org/drawingml/2006/main" prst="rect">
            <a:avLst/>
          </a:prstGeom>
          <a:noFill xmlns:a="http://schemas.openxmlformats.org/drawingml/2006/main"/>
          <a:ln xmlns:a="http://schemas.openxmlformats.org/drawingml/2006/main" w="0">
            <a:noFill/>
          </a:ln>
        </p:spPr>
      </p:sp>
      <p:sp>
        <p:nvSpPr>
          <p:cNvPr id="30" name="pdf-path-28">
            <a:extLst xmlns:a="http://schemas.openxmlformats.org/drawingml/2006/main">
              <a:ext uri="{FF2B5EF4-FFF2-40B4-BE49-F238E27FC236}">
                <a16:creationId xmlns:a16="http://schemas.microsoft.com/office/drawing/2014/main" id="{CE2DFB85-016C-4CBA-BE94-16C0E0E00858}"/>
              </a:ext>
            </a:extLst>
          </p:cNvPr>
          <p:cNvSpPr>
            <a:spLocks xmlns:a="http://schemas.openxmlformats.org/drawingml/2006/main" noGrp="1"/>
          </p:cNvSpPr>
          <p:nvPr/>
        </p:nvSpPr>
        <p:spPr>
          <a:xfrm xmlns:a="http://schemas.openxmlformats.org/drawingml/2006/main" rot="0">
            <a:off x="5273373" y="4134436"/>
            <a:ext cx="1107428" cy="338543"/>
          </a:xfrm>
          <a:custGeom xmlns:a="http://schemas.openxmlformats.org/drawingml/2006/main">
            <a:pathLst>
              <a:path w="1107428" h="338543">
                <a:moveTo>
                  <a:pt x="0" y="56421"/>
                </a:moveTo>
                <a:cubicBezTo>
                  <a:pt x="0" y="25258"/>
                  <a:pt x="25231" y="0"/>
                  <a:pt x="56326" y="0"/>
                </a:cubicBezTo>
                <a:lnTo>
                  <a:pt x="1050966" y="0"/>
                </a:lnTo>
                <a:cubicBezTo>
                  <a:pt x="1082061" y="0"/>
                  <a:pt x="1107428" y="25258"/>
                  <a:pt x="1107428" y="56421"/>
                </a:cubicBezTo>
                <a:lnTo>
                  <a:pt x="1107428" y="282108"/>
                </a:lnTo>
                <a:cubicBezTo>
                  <a:pt x="1107428" y="313271"/>
                  <a:pt x="1082061" y="338543"/>
                  <a:pt x="1050966" y="338543"/>
                </a:cubicBezTo>
                <a:lnTo>
                  <a:pt x="56326" y="338543"/>
                </a:lnTo>
                <a:cubicBezTo>
                  <a:pt x="25231" y="338543"/>
                  <a:pt x="0" y="313271"/>
                  <a:pt x="0" y="282108"/>
                </a:cubicBezTo>
                <a:lnTo>
                  <a:pt x="0" y="56421"/>
                </a:lnTo>
              </a:path>
            </a:pathLst>
          </a:custGeom>
          <a:noFill xmlns:a="http://schemas.openxmlformats.org/drawingml/2006/main"/>
          <a:ln xmlns:a="http://schemas.openxmlformats.org/drawingml/2006/main" w="13638">
            <a:solidFill>
              <a:srgbClr val="E97132"/>
            </a:solidFill>
            <a:prstDash val="solid"/>
          </a:ln>
        </p:spPr>
      </p:sp>
      <p:sp>
        <p:nvSpPr>
          <p:cNvPr id="31" name="pdf-text-10-0">
            <a:extLst xmlns:a="http://schemas.openxmlformats.org/drawingml/2006/main">
              <a:ext uri="{FF2B5EF4-FFF2-40B4-BE49-F238E27FC236}">
                <a16:creationId xmlns:a16="http://schemas.microsoft.com/office/drawing/2014/main" id="{92CF1F57-651E-4FD6-8731-2B86AFCAC71A}"/>
              </a:ext>
            </a:extLst>
          </p:cNvPr>
          <p:cNvSpPr>
            <a:spLocks xmlns:a="http://schemas.openxmlformats.org/drawingml/2006/main" noGrp="1"/>
          </p:cNvSpPr>
          <p:nvPr/>
        </p:nvSpPr>
        <p:spPr>
          <a:xfrm xmlns:a="http://schemas.openxmlformats.org/drawingml/2006/main" rot="0">
            <a:off x="5505905" y="4220426"/>
            <a:ext cx="640563" cy="1685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81" b="1" i="0">
                <a:solidFill>
                  <a:srgbClr val="000000"/>
                </a:solidFill>
                <a:latin typeface="Arial"/>
                <a:ea typeface="Arial"/>
                <a:cs typeface="Arial"/>
              </a:defRPr>
            </a:defPPr>
          </a:lstStyle>
          <a:p xmlns:a="http://schemas.openxmlformats.org/drawingml/2006/main">
            <a:pPr algn="l">
              <a:defRPr sz="1081" b="1" i="0">
                <a:solidFill>
                  <a:srgbClr val="000000"/>
                </a:solidFill>
                <a:latin typeface="Arial"/>
                <a:ea typeface="Arial"/>
                <a:cs typeface="Arial"/>
              </a:defRPr>
            </a:pPr>
            <a:r>
              <a:rPr sz="1081" b="1" i="0">
                <a:solidFill>
                  <a:srgbClr val="000000"/>
                </a:solidFill>
                <a:latin typeface="Arial"/>
                <a:ea typeface="Arial"/>
                <a:cs typeface="Arial"/>
              </a:rPr>
              <a:t>TCC Loss</a:t>
            </a:r>
          </a:p>
        </p:txBody>
      </p:sp>
      <p:pic>
        <p:nvPicPr>
          <p:cNvPr id="32" name="">
            <a:extLst xmlns:a="http://schemas.openxmlformats.org/drawingml/2006/main">
              <a:ext uri="{FF2B5EF4-FFF2-40B4-BE49-F238E27FC236}">
                <a16:creationId xmlns:a16="http://schemas.microsoft.com/office/drawing/2014/main" id="{FA2DD459-7757-44D2-8AFD-F58E37E6D5E2}"/>
              </a:ext>
            </a:extLst>
          </p:cNvPr>
          <p:cNvPicPr>
            <a:picLocks xmlns:a="http://schemas.openxmlformats.org/drawingml/2006/main" noChangeAspect="1"/>
          </p:cNvPicPr>
          <p:nvPr/>
        </p:nvPicPr>
        <p:blipFill>
          <a:blip xmlns:r="http://schemas.openxmlformats.org/officeDocument/2006/relationships" xmlns:a="http://schemas.openxmlformats.org/drawingml/2006/main" r:embed="R7a851e43c0e143fe"/>
          <a:srcRect xmlns:a="http://schemas.openxmlformats.org/drawingml/2006/main" l="232" t="0" r="232" b="0"/>
          <a:stretch xmlns:a="http://schemas.openxmlformats.org/drawingml/2006/main">
            <a:fillRect l="0" t="0" r="0" b="0"/>
          </a:stretch>
        </p:blipFill>
        <p:spPr>
          <a:xfrm xmlns:a="http://schemas.openxmlformats.org/drawingml/2006/main">
            <a:off x="7277653" y="2974664"/>
            <a:ext cx="1556400" cy="623542"/>
          </a:xfrm>
          <a:prstGeom xmlns:a="http://schemas.openxmlformats.org/drawingml/2006/main" prst="rect">
            <a:avLst/>
          </a:prstGeom>
        </p:spPr>
      </p:pic>
      <p:sp>
        <p:nvSpPr>
          <p:cNvPr id="33" name="gordon-source-component-6">
            <a:extLst xmlns:a="http://schemas.openxmlformats.org/drawingml/2006/main">
              <a:ext uri="{FF2B5EF4-FFF2-40B4-BE49-F238E27FC236}">
                <a16:creationId xmlns:a16="http://schemas.microsoft.com/office/drawing/2014/main" id="{156EDDCD-156F-40A3-81B6-CD39F32894B3}"/>
              </a:ext>
            </a:extLst>
          </p:cNvPr>
          <p:cNvSpPr>
            <a:spLocks xmlns:a="http://schemas.openxmlformats.org/drawingml/2006/main" noGrp="1"/>
          </p:cNvSpPr>
          <p:nvPr/>
        </p:nvSpPr>
        <p:spPr>
          <a:xfrm xmlns:a="http://schemas.openxmlformats.org/drawingml/2006/main" rot="0">
            <a:off x="7277653" y="2974664"/>
            <a:ext cx="1556400" cy="623542"/>
          </a:xfrm>
          <a:prstGeom xmlns:a="http://schemas.openxmlformats.org/drawingml/2006/main" prst="rect">
            <a:avLst/>
          </a:prstGeom>
          <a:noFill xmlns:a="http://schemas.openxmlformats.org/drawingml/2006/main"/>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2FD48BC7-27C7-43D7-B0CC-2B0A9A301114}"/>
              </a:ext>
            </a:extLst>
          </p:cNvPr>
          <p:cNvPicPr>
            <a:picLocks xmlns:a="http://schemas.openxmlformats.org/drawingml/2006/main" noChangeAspect="1"/>
          </p:cNvPicPr>
          <p:nvPr/>
        </p:nvPicPr>
        <p:blipFill>
          <a:blip xmlns:r="http://schemas.openxmlformats.org/officeDocument/2006/relationships" xmlns:a="http://schemas.openxmlformats.org/drawingml/2006/main" r:embed="Rd894f26035e246f0"/>
          <a:srcRect xmlns:a="http://schemas.openxmlformats.org/drawingml/2006/main" l="0" t="0" r="0" b="0"/>
          <a:stretch xmlns:a="http://schemas.openxmlformats.org/drawingml/2006/main">
            <a:fillRect l="0" t="0" r="0" b="0"/>
          </a:stretch>
        </p:blipFill>
        <p:spPr>
          <a:xfrm xmlns:a="http://schemas.openxmlformats.org/drawingml/2006/main">
            <a:off x="7286625" y="3000375"/>
            <a:ext cx="1485900" cy="514350"/>
          </a:xfrm>
          <a:prstGeom xmlns:a="http://schemas.openxmlformats.org/drawingml/2006/main" prst="rect">
            <a:avLst/>
          </a:prstGeom>
        </p:spPr>
      </p:pic>
      <p:sp>
        <p:nvSpPr>
          <p:cNvPr id="35" name="gordon-source-component-8">
            <a:extLst xmlns:a="http://schemas.openxmlformats.org/drawingml/2006/main">
              <a:ext uri="{FF2B5EF4-FFF2-40B4-BE49-F238E27FC236}">
                <a16:creationId xmlns:a16="http://schemas.microsoft.com/office/drawing/2014/main" id="{73A05C25-3FCA-4CC0-9DBD-3439E9935C2C}"/>
              </a:ext>
            </a:extLst>
          </p:cNvPr>
          <p:cNvSpPr>
            <a:spLocks xmlns:a="http://schemas.openxmlformats.org/drawingml/2006/main" noGrp="1"/>
          </p:cNvSpPr>
          <p:nvPr/>
        </p:nvSpPr>
        <p:spPr>
          <a:xfrm xmlns:a="http://schemas.openxmlformats.org/drawingml/2006/main" rot="0">
            <a:off x="7286625" y="3000375"/>
            <a:ext cx="1485900" cy="514350"/>
          </a:xfrm>
          <a:prstGeom xmlns:a="http://schemas.openxmlformats.org/drawingml/2006/main" prst="rect">
            <a:avLst/>
          </a:prstGeom>
          <a:noFill xmlns:a="http://schemas.openxmlformats.org/drawingml/2006/main"/>
          <a:ln xmlns:a="http://schemas.openxmlformats.org/drawingml/2006/main" w="0">
            <a:noFill/>
          </a:ln>
        </p:spPr>
      </p:sp>
      <p:sp>
        <p:nvSpPr>
          <p:cNvPr id="36" name="pdf-path-33">
            <a:extLst xmlns:a="http://schemas.openxmlformats.org/drawingml/2006/main">
              <a:ext uri="{FF2B5EF4-FFF2-40B4-BE49-F238E27FC236}">
                <a16:creationId xmlns:a16="http://schemas.microsoft.com/office/drawing/2014/main" id="{F782BA7F-62DA-45BE-BAE5-CBB49CC0A2DF}"/>
              </a:ext>
            </a:extLst>
          </p:cNvPr>
          <p:cNvSpPr>
            <a:spLocks xmlns:a="http://schemas.openxmlformats.org/drawingml/2006/main" noGrp="1"/>
          </p:cNvSpPr>
          <p:nvPr/>
        </p:nvSpPr>
        <p:spPr>
          <a:xfrm xmlns:a="http://schemas.openxmlformats.org/drawingml/2006/main" rot="0">
            <a:off x="7313385" y="3010533"/>
            <a:ext cx="1432973" cy="499611"/>
          </a:xfrm>
          <a:custGeom xmlns:a="http://schemas.openxmlformats.org/drawingml/2006/main">
            <a:pathLst>
              <a:path w="1432973" h="499611">
                <a:moveTo>
                  <a:pt x="0" y="83330"/>
                </a:moveTo>
                <a:cubicBezTo>
                  <a:pt x="0" y="37369"/>
                  <a:pt x="37233" y="0"/>
                  <a:pt x="83330" y="0"/>
                </a:cubicBezTo>
                <a:lnTo>
                  <a:pt x="1349644" y="0"/>
                </a:lnTo>
                <a:cubicBezTo>
                  <a:pt x="1395742" y="0"/>
                  <a:pt x="1432973" y="37369"/>
                  <a:pt x="1432973" y="83330"/>
                </a:cubicBezTo>
                <a:lnTo>
                  <a:pt x="1432973" y="416349"/>
                </a:lnTo>
                <a:cubicBezTo>
                  <a:pt x="1432973" y="462337"/>
                  <a:pt x="1395742" y="499611"/>
                  <a:pt x="1349644" y="499611"/>
                </a:cubicBezTo>
                <a:lnTo>
                  <a:pt x="83330" y="499611"/>
                </a:lnTo>
                <a:cubicBezTo>
                  <a:pt x="37233" y="499611"/>
                  <a:pt x="0" y="462337"/>
                  <a:pt x="0" y="416349"/>
                </a:cubicBezTo>
                <a:lnTo>
                  <a:pt x="0" y="83330"/>
                </a:lnTo>
              </a:path>
            </a:pathLst>
          </a:custGeom>
          <a:noFill xmlns:a="http://schemas.openxmlformats.org/drawingml/2006/main"/>
          <a:ln xmlns:a="http://schemas.openxmlformats.org/drawingml/2006/main" w="13638">
            <a:solidFill>
              <a:srgbClr val="E97132"/>
            </a:solidFill>
            <a:prstDash val="solid"/>
          </a:ln>
        </p:spPr>
      </p:sp>
      <p:sp>
        <p:nvSpPr>
          <p:cNvPr id="37" name="pdf-text-11-0">
            <a:extLst xmlns:a="http://schemas.openxmlformats.org/drawingml/2006/main">
              <a:ext uri="{FF2B5EF4-FFF2-40B4-BE49-F238E27FC236}">
                <a16:creationId xmlns:a16="http://schemas.microsoft.com/office/drawing/2014/main" id="{DF550C00-05FC-4C03-B5B3-E1F6EA5B5606}"/>
              </a:ext>
            </a:extLst>
          </p:cNvPr>
          <p:cNvSpPr>
            <a:spLocks xmlns:a="http://schemas.openxmlformats.org/drawingml/2006/main" noGrp="1"/>
          </p:cNvSpPr>
          <p:nvPr/>
        </p:nvSpPr>
        <p:spPr>
          <a:xfrm xmlns:a="http://schemas.openxmlformats.org/drawingml/2006/main" rot="0">
            <a:off x="7475000" y="3067139"/>
            <a:ext cx="1145763" cy="1685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85" b="1" i="0">
                <a:solidFill>
                  <a:srgbClr val="000000"/>
                </a:solidFill>
                <a:latin typeface="Arial"/>
                <a:ea typeface="Arial"/>
                <a:cs typeface="Arial"/>
              </a:defRPr>
            </a:defPPr>
          </a:lstStyle>
          <a:p xmlns:a="http://schemas.openxmlformats.org/drawingml/2006/main">
            <a:pPr algn="l">
              <a:defRPr sz="1185" b="1" i="0">
                <a:solidFill>
                  <a:srgbClr val="000000"/>
                </a:solidFill>
                <a:latin typeface="Arial"/>
                <a:ea typeface="Arial"/>
                <a:cs typeface="Arial"/>
              </a:defRPr>
            </a:pPr>
            <a:r>
              <a:rPr sz="1185" b="1" i="0">
                <a:solidFill>
                  <a:srgbClr val="000000"/>
                </a:solidFill>
                <a:latin typeface="Arial"/>
                <a:ea typeface="Arial"/>
                <a:cs typeface="Arial"/>
              </a:rPr>
              <a:t>Reconstruction </a:t>
            </a:r>
          </a:p>
        </p:txBody>
      </p:sp>
      <p:sp>
        <p:nvSpPr>
          <p:cNvPr id="38" name="pdf-text-12-0">
            <a:extLst xmlns:a="http://schemas.openxmlformats.org/drawingml/2006/main">
              <a:ext uri="{FF2B5EF4-FFF2-40B4-BE49-F238E27FC236}">
                <a16:creationId xmlns:a16="http://schemas.microsoft.com/office/drawing/2014/main" id="{23F72F6C-8365-4FED-87C1-D7CC2532CBD7}"/>
              </a:ext>
            </a:extLst>
          </p:cNvPr>
          <p:cNvSpPr>
            <a:spLocks xmlns:a="http://schemas.openxmlformats.org/drawingml/2006/main" noGrp="1"/>
          </p:cNvSpPr>
          <p:nvPr/>
        </p:nvSpPr>
        <p:spPr>
          <a:xfrm xmlns:a="http://schemas.openxmlformats.org/drawingml/2006/main" rot="0">
            <a:off x="7864917" y="3274758"/>
            <a:ext cx="329722" cy="1685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12" b="1" i="0">
                <a:solidFill>
                  <a:srgbClr val="000000"/>
                </a:solidFill>
                <a:latin typeface="Arial"/>
                <a:ea typeface="Arial"/>
                <a:cs typeface="Arial"/>
              </a:defRPr>
            </a:defPPr>
          </a:lstStyle>
          <a:p xmlns:a="http://schemas.openxmlformats.org/drawingml/2006/main">
            <a:pPr algn="l">
              <a:defRPr sz="1112" b="1" i="0">
                <a:solidFill>
                  <a:srgbClr val="000000"/>
                </a:solidFill>
                <a:latin typeface="Arial"/>
                <a:ea typeface="Arial"/>
                <a:cs typeface="Arial"/>
              </a:defRPr>
            </a:pPr>
            <a:r>
              <a:rPr sz="1112" b="1" i="0">
                <a:solidFill>
                  <a:srgbClr val="000000"/>
                </a:solidFill>
                <a:latin typeface="Arial"/>
                <a:ea typeface="Arial"/>
                <a:cs typeface="Arial"/>
              </a:rPr>
              <a:t>Loss</a:t>
            </a:r>
          </a:p>
        </p:txBody>
      </p:sp>
      <p:sp>
        <p:nvSpPr>
          <p:cNvPr id="39" name="pdf-path-36-part-0">
            <a:extLst xmlns:a="http://schemas.openxmlformats.org/drawingml/2006/main">
              <a:ext uri="{FF2B5EF4-FFF2-40B4-BE49-F238E27FC236}">
                <a16:creationId xmlns:a16="http://schemas.microsoft.com/office/drawing/2014/main" id="{7536F4A7-B052-4813-88C8-953C33BD092A}"/>
              </a:ext>
            </a:extLst>
          </p:cNvPr>
          <p:cNvSpPr>
            <a:spLocks xmlns:a="http://schemas.openxmlformats.org/drawingml/2006/main" noGrp="1"/>
          </p:cNvSpPr>
          <p:nvPr/>
        </p:nvSpPr>
        <p:spPr>
          <a:xfrm xmlns:a="http://schemas.openxmlformats.org/drawingml/2006/main" rot="0">
            <a:off x="7929699" y="3667039"/>
            <a:ext cx="189846" cy="415476"/>
          </a:xfrm>
          <a:custGeom xmlns:a="http://schemas.openxmlformats.org/drawingml/2006/main">
            <a:pathLst>
              <a:path w="189846" h="415476">
                <a:moveTo>
                  <a:pt x="115380" y="0"/>
                </a:moveTo>
                <a:lnTo>
                  <a:pt x="115380" y="374875"/>
                </a:lnTo>
                <a:lnTo>
                  <a:pt x="74466" y="374875"/>
                </a:lnTo>
                <a:lnTo>
                  <a:pt x="74466" y="0"/>
                </a:lnTo>
                <a:lnTo>
                  <a:pt x="115380" y="0"/>
                </a:lnTo>
              </a:path>
            </a:pathLst>
          </a:custGeom>
          <a:solidFill xmlns:a="http://schemas.openxmlformats.org/drawingml/2006/main">
            <a:srgbClr val="1B4487"/>
          </a:solidFill>
          <a:ln xmlns:a="http://schemas.openxmlformats.org/drawingml/2006/main" w="0">
            <a:noFill/>
            <a:prstDash val="solid"/>
          </a:ln>
        </p:spPr>
      </p:sp>
      <p:sp>
        <p:nvSpPr>
          <p:cNvPr id="40" name="pdf-path-36-part-1">
            <a:extLst xmlns:a="http://schemas.openxmlformats.org/drawingml/2006/main">
              <a:ext uri="{FF2B5EF4-FFF2-40B4-BE49-F238E27FC236}">
                <a16:creationId xmlns:a16="http://schemas.microsoft.com/office/drawing/2014/main" id="{B57F9FC3-8023-47F0-BD65-EB4216A7F949}"/>
              </a:ext>
            </a:extLst>
          </p:cNvPr>
          <p:cNvSpPr>
            <a:spLocks xmlns:a="http://schemas.openxmlformats.org/drawingml/2006/main" noGrp="1"/>
          </p:cNvSpPr>
          <p:nvPr/>
        </p:nvSpPr>
        <p:spPr>
          <a:xfrm xmlns:a="http://schemas.openxmlformats.org/drawingml/2006/main" rot="0">
            <a:off x="7929699" y="3667039"/>
            <a:ext cx="189846" cy="415476"/>
          </a:xfrm>
          <a:custGeom xmlns:a="http://schemas.openxmlformats.org/drawingml/2006/main">
            <a:pathLst>
              <a:path w="189846" h="415476">
                <a:moveTo>
                  <a:pt x="184117" y="262428"/>
                </a:moveTo>
                <a:lnTo>
                  <a:pt x="94923" y="415476"/>
                </a:lnTo>
                <a:lnTo>
                  <a:pt x="5592" y="262428"/>
                </a:lnTo>
                <a:cubicBezTo>
                  <a:pt x="0" y="252676"/>
                  <a:pt x="3275" y="240143"/>
                  <a:pt x="12957" y="234455"/>
                </a:cubicBezTo>
                <a:cubicBezTo>
                  <a:pt x="22777" y="228768"/>
                  <a:pt x="35324" y="232055"/>
                  <a:pt x="40915" y="241820"/>
                </a:cubicBezTo>
                <a:lnTo>
                  <a:pt x="112516" y="364565"/>
                </a:lnTo>
                <a:lnTo>
                  <a:pt x="77194" y="364565"/>
                </a:lnTo>
                <a:lnTo>
                  <a:pt x="148794" y="241820"/>
                </a:lnTo>
                <a:cubicBezTo>
                  <a:pt x="154522" y="232055"/>
                  <a:pt x="167070" y="228768"/>
                  <a:pt x="176753" y="234455"/>
                </a:cubicBezTo>
                <a:cubicBezTo>
                  <a:pt x="186573" y="240143"/>
                  <a:pt x="189846" y="252676"/>
                  <a:pt x="184117" y="262428"/>
                </a:cubicBezTo>
              </a:path>
            </a:pathLst>
          </a:custGeom>
          <a:solidFill xmlns:a="http://schemas.openxmlformats.org/drawingml/2006/main">
            <a:srgbClr val="1B4487"/>
          </a:solidFill>
          <a:ln xmlns:a="http://schemas.openxmlformats.org/drawingml/2006/main" w="0">
            <a:noFill/>
            <a:prstDash val="solid"/>
          </a:ln>
        </p:spPr>
      </p:sp>
      <p:sp>
        <p:nvSpPr>
          <p:cNvPr id="41" name="pdf-path-37-part-0">
            <a:extLst xmlns:a="http://schemas.openxmlformats.org/drawingml/2006/main">
              <a:ext uri="{FF2B5EF4-FFF2-40B4-BE49-F238E27FC236}">
                <a16:creationId xmlns:a16="http://schemas.microsoft.com/office/drawing/2014/main" id="{BE6E21B4-F110-4C94-AF2B-2CEF1829E69F}"/>
              </a:ext>
            </a:extLst>
          </p:cNvPr>
          <p:cNvSpPr>
            <a:spLocks xmlns:a="http://schemas.openxmlformats.org/drawingml/2006/main" noGrp="1"/>
          </p:cNvSpPr>
          <p:nvPr/>
        </p:nvSpPr>
        <p:spPr>
          <a:xfrm xmlns:a="http://schemas.openxmlformats.org/drawingml/2006/main" rot="0">
            <a:off x="6494134" y="4241469"/>
            <a:ext cx="1264677" cy="189926"/>
          </a:xfrm>
          <a:custGeom xmlns:a="http://schemas.openxmlformats.org/drawingml/2006/main">
            <a:pathLst>
              <a:path w="1264677" h="189926">
                <a:moveTo>
                  <a:pt x="0" y="74506"/>
                </a:moveTo>
                <a:lnTo>
                  <a:pt x="1224035" y="74506"/>
                </a:lnTo>
                <a:lnTo>
                  <a:pt x="1224035" y="115421"/>
                </a:lnTo>
                <a:lnTo>
                  <a:pt x="0" y="115421"/>
                </a:lnTo>
                <a:close/>
              </a:path>
            </a:pathLst>
          </a:custGeom>
          <a:solidFill xmlns:a="http://schemas.openxmlformats.org/drawingml/2006/main">
            <a:srgbClr val="1B4487"/>
          </a:solidFill>
          <a:ln xmlns:a="http://schemas.openxmlformats.org/drawingml/2006/main" w="0">
            <a:noFill/>
            <a:prstDash val="solid"/>
          </a:ln>
        </p:spPr>
      </p:sp>
      <p:sp>
        <p:nvSpPr>
          <p:cNvPr id="42" name="pdf-path-37-part-1">
            <a:extLst xmlns:a="http://schemas.openxmlformats.org/drawingml/2006/main">
              <a:ext uri="{FF2B5EF4-FFF2-40B4-BE49-F238E27FC236}">
                <a16:creationId xmlns:a16="http://schemas.microsoft.com/office/drawing/2014/main" id="{86EA3B12-C0A2-4177-A553-9E7C2E73FB9E}"/>
              </a:ext>
            </a:extLst>
          </p:cNvPr>
          <p:cNvSpPr>
            <a:spLocks xmlns:a="http://schemas.openxmlformats.org/drawingml/2006/main" noGrp="1"/>
          </p:cNvSpPr>
          <p:nvPr/>
        </p:nvSpPr>
        <p:spPr>
          <a:xfrm xmlns:a="http://schemas.openxmlformats.org/drawingml/2006/main" rot="0">
            <a:off x="6494134" y="4241469"/>
            <a:ext cx="1264677" cy="189926"/>
          </a:xfrm>
          <a:custGeom xmlns:a="http://schemas.openxmlformats.org/drawingml/2006/main">
            <a:pathLst>
              <a:path w="1264677" h="189926">
                <a:moveTo>
                  <a:pt x="1111655" y="5701"/>
                </a:moveTo>
                <a:lnTo>
                  <a:pt x="1264677" y="94963"/>
                </a:lnTo>
                <a:lnTo>
                  <a:pt x="1111655" y="184239"/>
                </a:lnTo>
                <a:cubicBezTo>
                  <a:pt x="1101836" y="189926"/>
                  <a:pt x="1089289" y="186640"/>
                  <a:pt x="1083697" y="176875"/>
                </a:cubicBezTo>
                <a:cubicBezTo>
                  <a:pt x="1077969" y="167123"/>
                  <a:pt x="1081242" y="154590"/>
                  <a:pt x="1091062" y="148903"/>
                </a:cubicBezTo>
                <a:lnTo>
                  <a:pt x="1213807" y="77302"/>
                </a:lnTo>
                <a:lnTo>
                  <a:pt x="1213807" y="112638"/>
                </a:lnTo>
                <a:lnTo>
                  <a:pt x="1091062" y="41037"/>
                </a:lnTo>
                <a:cubicBezTo>
                  <a:pt x="1081242" y="35350"/>
                  <a:pt x="1077969" y="22817"/>
                  <a:pt x="1083697" y="13052"/>
                </a:cubicBezTo>
                <a:cubicBezTo>
                  <a:pt x="1089289" y="3300"/>
                  <a:pt x="1101836" y="0"/>
                  <a:pt x="1111655" y="5701"/>
                </a:cubicBezTo>
              </a:path>
            </a:pathLst>
          </a:custGeom>
          <a:solidFill xmlns:a="http://schemas.openxmlformats.org/drawingml/2006/main">
            <a:srgbClr val="1B4487"/>
          </a:solidFill>
          <a:ln xmlns:a="http://schemas.openxmlformats.org/drawingml/2006/main" w="0">
            <a:noFill/>
            <a:prstDash val="solid"/>
          </a:ln>
        </p:spPr>
      </p:sp>
      <p:sp>
        <p:nvSpPr>
          <p:cNvPr id="43" name="pdf-path-38">
            <a:extLst xmlns:a="http://schemas.openxmlformats.org/drawingml/2006/main">
              <a:ext uri="{FF2B5EF4-FFF2-40B4-BE49-F238E27FC236}">
                <a16:creationId xmlns:a16="http://schemas.microsoft.com/office/drawing/2014/main" id="{D7070307-4B3E-430E-B5E3-FFA85161ED5C}"/>
              </a:ext>
            </a:extLst>
          </p:cNvPr>
          <p:cNvSpPr>
            <a:spLocks xmlns:a="http://schemas.openxmlformats.org/drawingml/2006/main" noGrp="1"/>
          </p:cNvSpPr>
          <p:nvPr/>
        </p:nvSpPr>
        <p:spPr>
          <a:xfrm xmlns:a="http://schemas.openxmlformats.org/drawingml/2006/main" rot="0">
            <a:off x="7905560" y="4198522"/>
            <a:ext cx="239078" cy="248789"/>
          </a:xfrm>
          <a:custGeom xmlns:a="http://schemas.openxmlformats.org/drawingml/2006/main">
            <a:pathLst>
              <a:path w="239078" h="248789">
                <a:moveTo>
                  <a:pt x="0" y="86153"/>
                </a:moveTo>
                <a:lnTo>
                  <a:pt x="81284" y="86153"/>
                </a:lnTo>
                <a:lnTo>
                  <a:pt x="81284" y="0"/>
                </a:lnTo>
                <a:lnTo>
                  <a:pt x="157795" y="0"/>
                </a:lnTo>
                <a:lnTo>
                  <a:pt x="157795" y="86153"/>
                </a:lnTo>
                <a:lnTo>
                  <a:pt x="239078" y="86153"/>
                </a:lnTo>
                <a:lnTo>
                  <a:pt x="239078" y="162637"/>
                </a:lnTo>
                <a:lnTo>
                  <a:pt x="157795" y="162637"/>
                </a:lnTo>
                <a:lnTo>
                  <a:pt x="157795" y="248789"/>
                </a:lnTo>
                <a:lnTo>
                  <a:pt x="81284" y="248789"/>
                </a:lnTo>
                <a:lnTo>
                  <a:pt x="81284" y="162637"/>
                </a:lnTo>
                <a:lnTo>
                  <a:pt x="0" y="162637"/>
                </a:lnTo>
                <a:lnTo>
                  <a:pt x="0" y="86153"/>
                </a:lnTo>
              </a:path>
            </a:pathLst>
          </a:custGeom>
          <a:solidFill xmlns:a="http://schemas.openxmlformats.org/drawingml/2006/main">
            <a:srgbClr val="1B4487"/>
          </a:solidFill>
          <a:ln xmlns:a="http://schemas.openxmlformats.org/drawingml/2006/main" w="0">
            <a:noFill/>
            <a:prstDash val="solid"/>
          </a:ln>
        </p:spPr>
      </p:sp>
      <p:sp>
        <p:nvSpPr>
          <p:cNvPr id="44" name="pdf-path-39-part-0">
            <a:extLst xmlns:a="http://schemas.openxmlformats.org/drawingml/2006/main">
              <a:ext uri="{FF2B5EF4-FFF2-40B4-BE49-F238E27FC236}">
                <a16:creationId xmlns:a16="http://schemas.microsoft.com/office/drawing/2014/main" id="{8B295B56-99A8-4F4C-BD42-000F0D4CDEBF}"/>
              </a:ext>
            </a:extLst>
          </p:cNvPr>
          <p:cNvSpPr>
            <a:spLocks xmlns:a="http://schemas.openxmlformats.org/drawingml/2006/main" noGrp="1"/>
          </p:cNvSpPr>
          <p:nvPr/>
        </p:nvSpPr>
        <p:spPr>
          <a:xfrm xmlns:a="http://schemas.openxmlformats.org/drawingml/2006/main" rot="0">
            <a:off x="3042969" y="1391806"/>
            <a:ext cx="323772" cy="189981"/>
          </a:xfrm>
          <a:custGeom xmlns:a="http://schemas.openxmlformats.org/drawingml/2006/main">
            <a:pathLst>
              <a:path w="323772" h="189981">
                <a:moveTo>
                  <a:pt x="136" y="116062"/>
                </a:moveTo>
                <a:lnTo>
                  <a:pt x="283267" y="114971"/>
                </a:lnTo>
                <a:lnTo>
                  <a:pt x="283130" y="74056"/>
                </a:lnTo>
                <a:lnTo>
                  <a:pt x="0" y="75147"/>
                </a:lnTo>
                <a:lnTo>
                  <a:pt x="136" y="116062"/>
                </a:lnTo>
              </a:path>
            </a:pathLst>
          </a:custGeom>
          <a:solidFill xmlns:a="http://schemas.openxmlformats.org/drawingml/2006/main">
            <a:srgbClr val="1B4487"/>
          </a:solidFill>
          <a:ln xmlns:a="http://schemas.openxmlformats.org/drawingml/2006/main" w="0">
            <a:noFill/>
            <a:prstDash val="solid"/>
          </a:ln>
        </p:spPr>
      </p:sp>
      <p:sp>
        <p:nvSpPr>
          <p:cNvPr id="45" name="pdf-path-39-part-1">
            <a:extLst xmlns:a="http://schemas.openxmlformats.org/drawingml/2006/main">
              <a:ext uri="{FF2B5EF4-FFF2-40B4-BE49-F238E27FC236}">
                <a16:creationId xmlns:a16="http://schemas.microsoft.com/office/drawing/2014/main" id="{3A3C4C2E-362D-4ADE-A8E8-5C9CA9A39453}"/>
              </a:ext>
            </a:extLst>
          </p:cNvPr>
          <p:cNvSpPr>
            <a:spLocks xmlns:a="http://schemas.openxmlformats.org/drawingml/2006/main" noGrp="1"/>
          </p:cNvSpPr>
          <p:nvPr/>
        </p:nvSpPr>
        <p:spPr>
          <a:xfrm xmlns:a="http://schemas.openxmlformats.org/drawingml/2006/main" rot="0">
            <a:off x="3042969" y="1391806"/>
            <a:ext cx="323772" cy="189981"/>
          </a:xfrm>
          <a:custGeom xmlns:a="http://schemas.openxmlformats.org/drawingml/2006/main">
            <a:pathLst>
              <a:path w="323772" h="189981">
                <a:moveTo>
                  <a:pt x="171160" y="184253"/>
                </a:moveTo>
                <a:lnTo>
                  <a:pt x="323772" y="94241"/>
                </a:lnTo>
                <a:lnTo>
                  <a:pt x="170342" y="5592"/>
                </a:lnTo>
                <a:cubicBezTo>
                  <a:pt x="160659" y="0"/>
                  <a:pt x="148112" y="3273"/>
                  <a:pt x="142383" y="13093"/>
                </a:cubicBezTo>
                <a:cubicBezTo>
                  <a:pt x="136792" y="22912"/>
                  <a:pt x="140065" y="35460"/>
                  <a:pt x="149884" y="41051"/>
                </a:cubicBezTo>
                <a:lnTo>
                  <a:pt x="272902" y="112243"/>
                </a:lnTo>
                <a:lnTo>
                  <a:pt x="272765" y="76784"/>
                </a:lnTo>
                <a:lnTo>
                  <a:pt x="150293" y="148930"/>
                </a:lnTo>
                <a:cubicBezTo>
                  <a:pt x="140610" y="154658"/>
                  <a:pt x="137337" y="167206"/>
                  <a:pt x="143065" y="176888"/>
                </a:cubicBezTo>
                <a:cubicBezTo>
                  <a:pt x="148793" y="186708"/>
                  <a:pt x="161340" y="189981"/>
                  <a:pt x="171160" y="184253"/>
                </a:cubicBezTo>
              </a:path>
            </a:pathLst>
          </a:custGeom>
          <a:solidFill xmlns:a="http://schemas.openxmlformats.org/drawingml/2006/main">
            <a:srgbClr val="1B4487"/>
          </a:solidFill>
          <a:ln xmlns:a="http://schemas.openxmlformats.org/drawingml/2006/main" w="0">
            <a:noFill/>
            <a:prstDash val="solid"/>
          </a:ln>
        </p:spPr>
      </p:sp>
      <p:sp>
        <p:nvSpPr>
          <p:cNvPr id="46" name="pdf-path-40-part-0">
            <a:extLst xmlns:a="http://schemas.openxmlformats.org/drawingml/2006/main">
              <a:ext uri="{FF2B5EF4-FFF2-40B4-BE49-F238E27FC236}">
                <a16:creationId xmlns:a16="http://schemas.microsoft.com/office/drawing/2014/main" id="{BE8D5321-DFDC-4C41-A0A1-976AA3A33E71}"/>
              </a:ext>
            </a:extLst>
          </p:cNvPr>
          <p:cNvSpPr>
            <a:spLocks xmlns:a="http://schemas.openxmlformats.org/drawingml/2006/main" noGrp="1"/>
          </p:cNvSpPr>
          <p:nvPr/>
        </p:nvSpPr>
        <p:spPr>
          <a:xfrm xmlns:a="http://schemas.openxmlformats.org/drawingml/2006/main" rot="0">
            <a:off x="6493998" y="849685"/>
            <a:ext cx="763744" cy="189844"/>
          </a:xfrm>
          <a:custGeom xmlns:a="http://schemas.openxmlformats.org/drawingml/2006/main">
            <a:pathLst>
              <a:path w="763744" h="189844">
                <a:moveTo>
                  <a:pt x="409" y="69828"/>
                </a:moveTo>
                <a:lnTo>
                  <a:pt x="723238" y="75420"/>
                </a:lnTo>
                <a:lnTo>
                  <a:pt x="722965" y="116334"/>
                </a:lnTo>
                <a:lnTo>
                  <a:pt x="0" y="110743"/>
                </a:lnTo>
                <a:lnTo>
                  <a:pt x="409" y="69828"/>
                </a:lnTo>
              </a:path>
            </a:pathLst>
          </a:custGeom>
          <a:solidFill xmlns:a="http://schemas.openxmlformats.org/drawingml/2006/main">
            <a:srgbClr val="1B4487"/>
          </a:solidFill>
          <a:ln xmlns:a="http://schemas.openxmlformats.org/drawingml/2006/main" w="0">
            <a:noFill/>
            <a:prstDash val="solid"/>
          </a:ln>
        </p:spPr>
      </p:sp>
      <p:sp>
        <p:nvSpPr>
          <p:cNvPr id="47" name="pdf-path-40-part-1">
            <a:extLst xmlns:a="http://schemas.openxmlformats.org/drawingml/2006/main">
              <a:ext uri="{FF2B5EF4-FFF2-40B4-BE49-F238E27FC236}">
                <a16:creationId xmlns:a16="http://schemas.microsoft.com/office/drawing/2014/main" id="{71D0CA98-80E8-470B-BE05-3E07105C6FE2}"/>
              </a:ext>
            </a:extLst>
          </p:cNvPr>
          <p:cNvSpPr>
            <a:spLocks xmlns:a="http://schemas.openxmlformats.org/drawingml/2006/main" noGrp="1"/>
          </p:cNvSpPr>
          <p:nvPr/>
        </p:nvSpPr>
        <p:spPr>
          <a:xfrm xmlns:a="http://schemas.openxmlformats.org/drawingml/2006/main" rot="0">
            <a:off x="6493998" y="849685"/>
            <a:ext cx="763744" cy="189844"/>
          </a:xfrm>
          <a:custGeom xmlns:a="http://schemas.openxmlformats.org/drawingml/2006/main">
            <a:pathLst>
              <a:path w="763744" h="189844">
                <a:moveTo>
                  <a:pt x="611404" y="5728"/>
                </a:moveTo>
                <a:lnTo>
                  <a:pt x="763744" y="96149"/>
                </a:lnTo>
                <a:lnTo>
                  <a:pt x="610040" y="184253"/>
                </a:lnTo>
                <a:cubicBezTo>
                  <a:pt x="600221" y="189844"/>
                  <a:pt x="587673" y="186435"/>
                  <a:pt x="582081" y="176615"/>
                </a:cubicBezTo>
                <a:cubicBezTo>
                  <a:pt x="576490" y="166932"/>
                  <a:pt x="579899" y="154385"/>
                  <a:pt x="589583" y="148794"/>
                </a:cubicBezTo>
                <a:lnTo>
                  <a:pt x="713009" y="78147"/>
                </a:lnTo>
                <a:lnTo>
                  <a:pt x="712600" y="113470"/>
                </a:lnTo>
                <a:lnTo>
                  <a:pt x="590538" y="40915"/>
                </a:lnTo>
                <a:cubicBezTo>
                  <a:pt x="580717" y="35186"/>
                  <a:pt x="577581" y="22639"/>
                  <a:pt x="583308" y="12820"/>
                </a:cubicBezTo>
                <a:cubicBezTo>
                  <a:pt x="589174" y="3136"/>
                  <a:pt x="601721" y="0"/>
                  <a:pt x="611404" y="5728"/>
                </a:cubicBezTo>
              </a:path>
            </a:pathLst>
          </a:custGeom>
          <a:solidFill xmlns:a="http://schemas.openxmlformats.org/drawingml/2006/main">
            <a:srgbClr val="1B4487"/>
          </a:solidFill>
          <a:ln xmlns:a="http://schemas.openxmlformats.org/drawingml/2006/main" w="0">
            <a:noFill/>
            <a:prstDash val="solid"/>
          </a:ln>
        </p:spPr>
      </p:sp>
      <p:sp>
        <p:nvSpPr>
          <p:cNvPr id="48" name="pdf-text-13-0">
            <a:extLst xmlns:a="http://schemas.openxmlformats.org/drawingml/2006/main">
              <a:ext uri="{FF2B5EF4-FFF2-40B4-BE49-F238E27FC236}">
                <a16:creationId xmlns:a16="http://schemas.microsoft.com/office/drawing/2014/main" id="{E2E4120B-E25E-4BB5-B5FF-EE7E588EA63E}"/>
              </a:ext>
            </a:extLst>
          </p:cNvPr>
          <p:cNvSpPr>
            <a:spLocks xmlns:a="http://schemas.openxmlformats.org/drawingml/2006/main" noGrp="1"/>
          </p:cNvSpPr>
          <p:nvPr/>
        </p:nvSpPr>
        <p:spPr>
          <a:xfrm xmlns:a="http://schemas.openxmlformats.org/drawingml/2006/main" rot="0">
            <a:off x="626867" y="237035"/>
            <a:ext cx="1937851" cy="2029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53" b="1" i="0">
                <a:solidFill>
                  <a:srgbClr val="2C5EAB"/>
                </a:solidFill>
                <a:latin typeface="Arial"/>
                <a:ea typeface="Arial"/>
                <a:cs typeface="Arial"/>
              </a:defRPr>
            </a:defPPr>
          </a:lstStyle>
          <a:p xmlns:a="http://schemas.openxmlformats.org/drawingml/2006/main">
            <a:pPr algn="l">
              <a:defRPr sz="1453" b="1" i="0">
                <a:solidFill>
                  <a:srgbClr val="2C5EAB"/>
                </a:solidFill>
                <a:latin typeface="Arial"/>
                <a:ea typeface="Arial"/>
                <a:cs typeface="Arial"/>
              </a:defRPr>
            </a:pPr>
            <a:r>
              <a:rPr sz="1453" b="1" i="0">
                <a:solidFill>
                  <a:srgbClr val="2C5EAB"/>
                </a:solidFill>
                <a:latin typeface="Arial"/>
                <a:ea typeface="Arial"/>
                <a:cs typeface="Arial"/>
              </a:rPr>
              <a:t>Video demonstrations</a:t>
            </a:r>
          </a:p>
        </p:txBody>
      </p:sp>
      <p:sp>
        <p:nvSpPr>
          <p:cNvPr id="49" name="pdf-text-14-0">
            <a:extLst xmlns:a="http://schemas.openxmlformats.org/drawingml/2006/main">
              <a:ext uri="{FF2B5EF4-FFF2-40B4-BE49-F238E27FC236}">
                <a16:creationId xmlns:a16="http://schemas.microsoft.com/office/drawing/2014/main" id="{654C44AD-BC13-48A4-82EC-2C8D0651CA4C}"/>
              </a:ext>
            </a:extLst>
          </p:cNvPr>
          <p:cNvSpPr>
            <a:spLocks xmlns:a="http://schemas.openxmlformats.org/drawingml/2006/main" noGrp="1"/>
          </p:cNvSpPr>
          <p:nvPr/>
        </p:nvSpPr>
        <p:spPr>
          <a:xfrm xmlns:a="http://schemas.openxmlformats.org/drawingml/2006/main" rot="0">
            <a:off x="753866" y="594967"/>
            <a:ext cx="859035" cy="15220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87" b="1" i="0">
                <a:solidFill>
                  <a:srgbClr val="2C5EAB"/>
                </a:solidFill>
                <a:latin typeface="Arial"/>
                <a:ea typeface="Arial"/>
                <a:cs typeface="Arial"/>
              </a:defRPr>
            </a:defPPr>
          </a:lstStyle>
          <a:p xmlns:a="http://schemas.openxmlformats.org/drawingml/2006/main">
            <a:pPr algn="l">
              <a:defRPr sz="1087" b="1" i="0">
                <a:solidFill>
                  <a:srgbClr val="2C5EAB"/>
                </a:solidFill>
                <a:latin typeface="Arial"/>
                <a:ea typeface="Arial"/>
                <a:cs typeface="Arial"/>
              </a:defRPr>
            </a:pPr>
            <a:r>
              <a:rPr sz="1087" b="1" i="0">
                <a:solidFill>
                  <a:srgbClr val="2C5EAB"/>
                </a:solidFill>
                <a:latin typeface="Arial"/>
                <a:ea typeface="Arial"/>
                <a:cs typeface="Arial"/>
              </a:rPr>
              <a:t>Video Seq #1</a:t>
            </a:r>
          </a:p>
        </p:txBody>
      </p:sp>
      <p:sp>
        <p:nvSpPr>
          <p:cNvPr id="50" name="pdf-text-15-0">
            <a:extLst xmlns:a="http://schemas.openxmlformats.org/drawingml/2006/main">
              <a:ext uri="{FF2B5EF4-FFF2-40B4-BE49-F238E27FC236}">
                <a16:creationId xmlns:a16="http://schemas.microsoft.com/office/drawing/2014/main" id="{E3F643B9-1D4C-4517-9D69-316243DE0C9A}"/>
              </a:ext>
            </a:extLst>
          </p:cNvPr>
          <p:cNvSpPr>
            <a:spLocks xmlns:a="http://schemas.openxmlformats.org/drawingml/2006/main" noGrp="1"/>
          </p:cNvSpPr>
          <p:nvPr/>
        </p:nvSpPr>
        <p:spPr>
          <a:xfrm xmlns:a="http://schemas.openxmlformats.org/drawingml/2006/main" rot="0">
            <a:off x="1924085" y="594991"/>
            <a:ext cx="858731" cy="15220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86" b="1" i="0">
                <a:solidFill>
                  <a:srgbClr val="2C5EAB"/>
                </a:solidFill>
                <a:latin typeface="Arial"/>
                <a:ea typeface="Arial"/>
                <a:cs typeface="Arial"/>
              </a:defRPr>
            </a:defPPr>
          </a:lstStyle>
          <a:p xmlns:a="http://schemas.openxmlformats.org/drawingml/2006/main">
            <a:pPr algn="l">
              <a:defRPr sz="1086" b="1" i="0">
                <a:solidFill>
                  <a:srgbClr val="2C5EAB"/>
                </a:solidFill>
                <a:latin typeface="Arial"/>
                <a:ea typeface="Arial"/>
                <a:cs typeface="Arial"/>
              </a:defRPr>
            </a:pPr>
            <a:r>
              <a:rPr sz="1086" b="1" i="0">
                <a:solidFill>
                  <a:srgbClr val="2C5EAB"/>
                </a:solidFill>
                <a:latin typeface="Arial"/>
                <a:ea typeface="Arial"/>
                <a:cs typeface="Arial"/>
              </a:rPr>
              <a:t>Video Seq #2</a:t>
            </a:r>
          </a:p>
        </p:txBody>
      </p:sp>
      <p:sp>
        <p:nvSpPr>
          <p:cNvPr id="51" name="pdf-path-44">
            <a:extLst xmlns:a="http://schemas.openxmlformats.org/drawingml/2006/main">
              <a:ext uri="{FF2B5EF4-FFF2-40B4-BE49-F238E27FC236}">
                <a16:creationId xmlns:a16="http://schemas.microsoft.com/office/drawing/2014/main" id="{525E7B5A-BC8E-4102-874F-289280C2EF52}"/>
              </a:ext>
            </a:extLst>
          </p:cNvPr>
          <p:cNvSpPr>
            <a:spLocks xmlns:a="http://schemas.openxmlformats.org/drawingml/2006/main" noGrp="1"/>
          </p:cNvSpPr>
          <p:nvPr/>
        </p:nvSpPr>
        <p:spPr>
          <a:xfrm xmlns:a="http://schemas.openxmlformats.org/drawingml/2006/main" rot="0">
            <a:off x="4138532" y="2722357"/>
            <a:ext cx="100787" cy="110334"/>
          </a:xfrm>
          <a:custGeom xmlns:a="http://schemas.openxmlformats.org/drawingml/2006/main">
            <a:pathLst>
              <a:path w="100787" h="110334">
                <a:moveTo>
                  <a:pt x="0" y="55099"/>
                </a:moveTo>
                <a:cubicBezTo>
                  <a:pt x="0" y="24685"/>
                  <a:pt x="22503" y="0"/>
                  <a:pt x="50325" y="0"/>
                </a:cubicBezTo>
                <a:cubicBezTo>
                  <a:pt x="78147" y="0"/>
                  <a:pt x="100787" y="24685"/>
                  <a:pt x="100787" y="55099"/>
                </a:cubicBezTo>
                <a:cubicBezTo>
                  <a:pt x="100787" y="85648"/>
                  <a:pt x="78147" y="110334"/>
                  <a:pt x="50325" y="110334"/>
                </a:cubicBezTo>
                <a:cubicBezTo>
                  <a:pt x="22503" y="110334"/>
                  <a:pt x="0" y="85648"/>
                  <a:pt x="0" y="55099"/>
                </a:cubicBezTo>
              </a:path>
            </a:pathLst>
          </a:custGeom>
          <a:solidFill xmlns:a="http://schemas.openxmlformats.org/drawingml/2006/main">
            <a:srgbClr val="FFFFFF"/>
          </a:solidFill>
          <a:ln xmlns:a="http://schemas.openxmlformats.org/drawingml/2006/main" w="6819">
            <a:solidFill>
              <a:srgbClr val="7F7F7F"/>
            </a:solidFill>
            <a:prstDash val="solid"/>
          </a:ln>
        </p:spPr>
      </p:sp>
      <p:sp>
        <p:nvSpPr>
          <p:cNvPr id="52" name="pdf-path-46">
            <a:extLst xmlns:a="http://schemas.openxmlformats.org/drawingml/2006/main">
              <a:ext uri="{FF2B5EF4-FFF2-40B4-BE49-F238E27FC236}">
                <a16:creationId xmlns:a16="http://schemas.microsoft.com/office/drawing/2014/main" id="{386F2927-3B9D-4F37-99F3-F09E499D02DD}"/>
              </a:ext>
            </a:extLst>
          </p:cNvPr>
          <p:cNvSpPr>
            <a:spLocks xmlns:a="http://schemas.openxmlformats.org/drawingml/2006/main" noGrp="1"/>
          </p:cNvSpPr>
          <p:nvPr/>
        </p:nvSpPr>
        <p:spPr>
          <a:xfrm xmlns:a="http://schemas.openxmlformats.org/drawingml/2006/main" rot="0">
            <a:off x="3236360" y="2932250"/>
            <a:ext cx="157658" cy="215485"/>
          </a:xfrm>
          <a:custGeom xmlns:a="http://schemas.openxmlformats.org/drawingml/2006/main">
            <a:pathLst>
              <a:path w="157658" h="215485">
                <a:moveTo>
                  <a:pt x="0" y="0"/>
                </a:moveTo>
                <a:lnTo>
                  <a:pt x="157658" y="215485"/>
                </a:lnTo>
              </a:path>
            </a:pathLst>
          </a:custGeom>
          <a:noFill xmlns:a="http://schemas.openxmlformats.org/drawingml/2006/main"/>
          <a:ln xmlns:a="http://schemas.openxmlformats.org/drawingml/2006/main" w="13638">
            <a:solidFill>
              <a:srgbClr val="595959"/>
            </a:solidFill>
            <a:prstDash val="solid"/>
          </a:ln>
        </p:spPr>
      </p:sp>
      <p:sp>
        <p:nvSpPr>
          <p:cNvPr id="53" name="pdf-path-47">
            <a:extLst xmlns:a="http://schemas.openxmlformats.org/drawingml/2006/main">
              <a:ext uri="{FF2B5EF4-FFF2-40B4-BE49-F238E27FC236}">
                <a16:creationId xmlns:a16="http://schemas.microsoft.com/office/drawing/2014/main" id="{955F86DA-4B71-4146-9C2E-9552E226BE48}"/>
              </a:ext>
            </a:extLst>
          </p:cNvPr>
          <p:cNvSpPr>
            <a:spLocks xmlns:a="http://schemas.openxmlformats.org/drawingml/2006/main" noGrp="1"/>
          </p:cNvSpPr>
          <p:nvPr/>
        </p:nvSpPr>
        <p:spPr>
          <a:xfrm xmlns:a="http://schemas.openxmlformats.org/drawingml/2006/main" rot="0">
            <a:off x="3316962" y="2719220"/>
            <a:ext cx="821570" cy="58235"/>
          </a:xfrm>
          <a:custGeom xmlns:a="http://schemas.openxmlformats.org/drawingml/2006/main">
            <a:pathLst>
              <a:path w="821570" h="58235">
                <a:moveTo>
                  <a:pt x="0" y="0"/>
                </a:moveTo>
                <a:lnTo>
                  <a:pt x="821570" y="58235"/>
                </a:lnTo>
              </a:path>
            </a:pathLst>
          </a:custGeom>
          <a:noFill xmlns:a="http://schemas.openxmlformats.org/drawingml/2006/main"/>
          <a:ln xmlns:a="http://schemas.openxmlformats.org/drawingml/2006/main" w="13638">
            <a:solidFill>
              <a:srgbClr val="595959"/>
            </a:solidFill>
            <a:prstDash val="solid"/>
          </a:ln>
        </p:spPr>
      </p:sp>
      <p:sp>
        <p:nvSpPr>
          <p:cNvPr id="54" name="pdf-path-48">
            <a:extLst xmlns:a="http://schemas.openxmlformats.org/drawingml/2006/main">
              <a:ext uri="{FF2B5EF4-FFF2-40B4-BE49-F238E27FC236}">
                <a16:creationId xmlns:a16="http://schemas.microsoft.com/office/drawing/2014/main" id="{209F2FBC-018B-40C1-A809-E8AAE6792B90}"/>
              </a:ext>
            </a:extLst>
          </p:cNvPr>
          <p:cNvSpPr>
            <a:spLocks xmlns:a="http://schemas.openxmlformats.org/drawingml/2006/main" noGrp="1"/>
          </p:cNvSpPr>
          <p:nvPr/>
        </p:nvSpPr>
        <p:spPr>
          <a:xfrm xmlns:a="http://schemas.openxmlformats.org/drawingml/2006/main" rot="0">
            <a:off x="3350376" y="2807459"/>
            <a:ext cx="698962" cy="244398"/>
          </a:xfrm>
          <a:custGeom xmlns:a="http://schemas.openxmlformats.org/drawingml/2006/main">
            <a:pathLst>
              <a:path w="698962" h="244398">
                <a:moveTo>
                  <a:pt x="0" y="0"/>
                </a:moveTo>
                <a:lnTo>
                  <a:pt x="698962" y="244398"/>
                </a:lnTo>
              </a:path>
            </a:pathLst>
          </a:custGeom>
          <a:noFill xmlns:a="http://schemas.openxmlformats.org/drawingml/2006/main"/>
          <a:ln xmlns:a="http://schemas.openxmlformats.org/drawingml/2006/main" w="13638">
            <a:solidFill>
              <a:srgbClr val="595959"/>
            </a:solidFill>
            <a:prstDash val="solid"/>
          </a:ln>
        </p:spPr>
      </p:sp>
      <p:sp>
        <p:nvSpPr>
          <p:cNvPr id="55" name="pdf-path-49">
            <a:extLst xmlns:a="http://schemas.openxmlformats.org/drawingml/2006/main">
              <a:ext uri="{FF2B5EF4-FFF2-40B4-BE49-F238E27FC236}">
                <a16:creationId xmlns:a16="http://schemas.microsoft.com/office/drawing/2014/main" id="{64134069-3708-4DAE-9ED6-5BD675228F04}"/>
              </a:ext>
            </a:extLst>
          </p:cNvPr>
          <p:cNvSpPr>
            <a:spLocks xmlns:a="http://schemas.openxmlformats.org/drawingml/2006/main" noGrp="1"/>
          </p:cNvSpPr>
          <p:nvPr/>
        </p:nvSpPr>
        <p:spPr>
          <a:xfrm xmlns:a="http://schemas.openxmlformats.org/drawingml/2006/main" rot="0">
            <a:off x="3342602" y="2847965"/>
            <a:ext cx="1074969" cy="490705"/>
          </a:xfrm>
          <a:custGeom xmlns:a="http://schemas.openxmlformats.org/drawingml/2006/main">
            <a:pathLst>
              <a:path w="1074969" h="490705">
                <a:moveTo>
                  <a:pt x="0" y="0"/>
                </a:moveTo>
                <a:lnTo>
                  <a:pt x="1074969" y="490705"/>
                </a:lnTo>
              </a:path>
            </a:pathLst>
          </a:custGeom>
          <a:noFill xmlns:a="http://schemas.openxmlformats.org/drawingml/2006/main"/>
          <a:ln xmlns:a="http://schemas.openxmlformats.org/drawingml/2006/main" w="13638">
            <a:solidFill>
              <a:srgbClr val="595959"/>
            </a:solidFill>
            <a:prstDash val="solid"/>
          </a:ln>
        </p:spPr>
      </p:sp>
      <p:sp>
        <p:nvSpPr>
          <p:cNvPr id="56" name="pdf-path-50">
            <a:extLst xmlns:a="http://schemas.openxmlformats.org/drawingml/2006/main">
              <a:ext uri="{FF2B5EF4-FFF2-40B4-BE49-F238E27FC236}">
                <a16:creationId xmlns:a16="http://schemas.microsoft.com/office/drawing/2014/main" id="{61A8CD6E-C4B5-4845-BD89-A5CC0DEE1511}"/>
              </a:ext>
            </a:extLst>
          </p:cNvPr>
          <p:cNvSpPr>
            <a:spLocks xmlns:a="http://schemas.openxmlformats.org/drawingml/2006/main" noGrp="1"/>
          </p:cNvSpPr>
          <p:nvPr/>
        </p:nvSpPr>
        <p:spPr>
          <a:xfrm xmlns:a="http://schemas.openxmlformats.org/drawingml/2006/main" rot="0">
            <a:off x="3473938" y="3235156"/>
            <a:ext cx="960135" cy="147212"/>
          </a:xfrm>
          <a:custGeom xmlns:a="http://schemas.openxmlformats.org/drawingml/2006/main">
            <a:pathLst>
              <a:path w="960135" h="147212">
                <a:moveTo>
                  <a:pt x="0" y="0"/>
                </a:moveTo>
                <a:lnTo>
                  <a:pt x="960135" y="147212"/>
                </a:lnTo>
              </a:path>
            </a:pathLst>
          </a:custGeom>
          <a:noFill xmlns:a="http://schemas.openxmlformats.org/drawingml/2006/main"/>
          <a:ln xmlns:a="http://schemas.openxmlformats.org/drawingml/2006/main" w="13638">
            <a:solidFill>
              <a:srgbClr val="595959"/>
            </a:solidFill>
            <a:prstDash val="solid"/>
          </a:ln>
        </p:spPr>
      </p:sp>
      <p:sp>
        <p:nvSpPr>
          <p:cNvPr id="57" name="pdf-path-51">
            <a:extLst xmlns:a="http://schemas.openxmlformats.org/drawingml/2006/main">
              <a:ext uri="{FF2B5EF4-FFF2-40B4-BE49-F238E27FC236}">
                <a16:creationId xmlns:a16="http://schemas.microsoft.com/office/drawing/2014/main" id="{CE80CED4-64F8-4C48-A3FA-5EBFAC3C53CF}"/>
              </a:ext>
            </a:extLst>
          </p:cNvPr>
          <p:cNvSpPr>
            <a:spLocks xmlns:a="http://schemas.openxmlformats.org/drawingml/2006/main" noGrp="1"/>
          </p:cNvSpPr>
          <p:nvPr/>
        </p:nvSpPr>
        <p:spPr>
          <a:xfrm xmlns:a="http://schemas.openxmlformats.org/drawingml/2006/main" rot="0">
            <a:off x="3490577" y="3140097"/>
            <a:ext cx="592174" cy="51280"/>
          </a:xfrm>
          <a:custGeom xmlns:a="http://schemas.openxmlformats.org/drawingml/2006/main">
            <a:pathLst>
              <a:path w="592174" h="51280">
                <a:moveTo>
                  <a:pt x="0" y="51280"/>
                </a:moveTo>
                <a:lnTo>
                  <a:pt x="592174" y="0"/>
                </a:lnTo>
              </a:path>
            </a:pathLst>
          </a:custGeom>
          <a:noFill xmlns:a="http://schemas.openxmlformats.org/drawingml/2006/main"/>
          <a:ln xmlns:a="http://schemas.openxmlformats.org/drawingml/2006/main" w="13638">
            <a:solidFill>
              <a:srgbClr val="595959"/>
            </a:solidFill>
            <a:prstDash val="solid"/>
          </a:ln>
        </p:spPr>
      </p:sp>
      <p:sp>
        <p:nvSpPr>
          <p:cNvPr id="58" name="pdf-path-52">
            <a:extLst xmlns:a="http://schemas.openxmlformats.org/drawingml/2006/main">
              <a:ext uri="{FF2B5EF4-FFF2-40B4-BE49-F238E27FC236}">
                <a16:creationId xmlns:a16="http://schemas.microsoft.com/office/drawing/2014/main" id="{4CCBEBE8-E480-4F83-B841-97AF5C3B0F80}"/>
              </a:ext>
            </a:extLst>
          </p:cNvPr>
          <p:cNvSpPr>
            <a:spLocks xmlns:a="http://schemas.openxmlformats.org/drawingml/2006/main" noGrp="1"/>
          </p:cNvSpPr>
          <p:nvPr/>
        </p:nvSpPr>
        <p:spPr>
          <a:xfrm xmlns:a="http://schemas.openxmlformats.org/drawingml/2006/main" rot="0">
            <a:off x="3473938" y="2816460"/>
            <a:ext cx="679323" cy="331274"/>
          </a:xfrm>
          <a:custGeom xmlns:a="http://schemas.openxmlformats.org/drawingml/2006/main">
            <a:pathLst>
              <a:path w="679323" h="331274">
                <a:moveTo>
                  <a:pt x="0" y="331274"/>
                </a:moveTo>
                <a:lnTo>
                  <a:pt x="679323" y="0"/>
                </a:lnTo>
              </a:path>
            </a:pathLst>
          </a:custGeom>
          <a:noFill xmlns:a="http://schemas.openxmlformats.org/drawingml/2006/main"/>
          <a:ln xmlns:a="http://schemas.openxmlformats.org/drawingml/2006/main" w="13638">
            <a:solidFill>
              <a:srgbClr val="595959"/>
            </a:solidFill>
            <a:prstDash val="solid"/>
          </a:ln>
        </p:spPr>
      </p:sp>
      <p:sp>
        <p:nvSpPr>
          <p:cNvPr id="59" name="pdf-path-53">
            <a:extLst xmlns:a="http://schemas.openxmlformats.org/drawingml/2006/main">
              <a:ext uri="{FF2B5EF4-FFF2-40B4-BE49-F238E27FC236}">
                <a16:creationId xmlns:a16="http://schemas.microsoft.com/office/drawing/2014/main" id="{C341A337-5284-4251-94D3-126110C37CE0}"/>
              </a:ext>
            </a:extLst>
          </p:cNvPr>
          <p:cNvSpPr>
            <a:spLocks xmlns:a="http://schemas.openxmlformats.org/drawingml/2006/main" noGrp="1"/>
          </p:cNvSpPr>
          <p:nvPr/>
        </p:nvSpPr>
        <p:spPr>
          <a:xfrm xmlns:a="http://schemas.openxmlformats.org/drawingml/2006/main" rot="0">
            <a:off x="4163353" y="2832690"/>
            <a:ext cx="25504" cy="94377"/>
          </a:xfrm>
          <a:custGeom xmlns:a="http://schemas.openxmlformats.org/drawingml/2006/main">
            <a:pathLst>
              <a:path w="25504" h="94377">
                <a:moveTo>
                  <a:pt x="25504" y="0"/>
                </a:moveTo>
                <a:lnTo>
                  <a:pt x="0" y="94377"/>
                </a:lnTo>
              </a:path>
            </a:pathLst>
          </a:custGeom>
          <a:noFill xmlns:a="http://schemas.openxmlformats.org/drawingml/2006/main"/>
          <a:ln xmlns:a="http://schemas.openxmlformats.org/drawingml/2006/main" w="13638">
            <a:solidFill>
              <a:srgbClr val="595959"/>
            </a:solidFill>
            <a:prstDash val="solid"/>
          </a:ln>
        </p:spPr>
      </p:sp>
      <p:sp>
        <p:nvSpPr>
          <p:cNvPr id="60" name="pdf-path-54">
            <a:extLst xmlns:a="http://schemas.openxmlformats.org/drawingml/2006/main">
              <a:ext uri="{FF2B5EF4-FFF2-40B4-BE49-F238E27FC236}">
                <a16:creationId xmlns:a16="http://schemas.microsoft.com/office/drawing/2014/main" id="{51ECFB2E-6C06-47DB-8B6A-837F4DA2D957}"/>
              </a:ext>
            </a:extLst>
          </p:cNvPr>
          <p:cNvSpPr>
            <a:spLocks xmlns:a="http://schemas.openxmlformats.org/drawingml/2006/main" noGrp="1"/>
          </p:cNvSpPr>
          <p:nvPr/>
        </p:nvSpPr>
        <p:spPr>
          <a:xfrm xmlns:a="http://schemas.openxmlformats.org/drawingml/2006/main" rot="0">
            <a:off x="4224589" y="2816460"/>
            <a:ext cx="249444" cy="460292"/>
          </a:xfrm>
          <a:custGeom xmlns:a="http://schemas.openxmlformats.org/drawingml/2006/main">
            <a:pathLst>
              <a:path w="249444" h="460292">
                <a:moveTo>
                  <a:pt x="0" y="0"/>
                </a:moveTo>
                <a:lnTo>
                  <a:pt x="249444" y="460292"/>
                </a:lnTo>
              </a:path>
            </a:pathLst>
          </a:custGeom>
          <a:noFill xmlns:a="http://schemas.openxmlformats.org/drawingml/2006/main"/>
          <a:ln xmlns:a="http://schemas.openxmlformats.org/drawingml/2006/main" w="13638">
            <a:solidFill>
              <a:srgbClr val="595959"/>
            </a:solidFill>
            <a:prstDash val="solid"/>
          </a:ln>
        </p:spPr>
      </p:sp>
      <p:sp>
        <p:nvSpPr>
          <p:cNvPr id="61" name="pdf-path-55">
            <a:extLst xmlns:a="http://schemas.openxmlformats.org/drawingml/2006/main">
              <a:ext uri="{FF2B5EF4-FFF2-40B4-BE49-F238E27FC236}">
                <a16:creationId xmlns:a16="http://schemas.microsoft.com/office/drawing/2014/main" id="{18C399FE-425F-40E3-8D51-B19731140376}"/>
              </a:ext>
            </a:extLst>
          </p:cNvPr>
          <p:cNvSpPr>
            <a:spLocks xmlns:a="http://schemas.openxmlformats.org/drawingml/2006/main" noGrp="1"/>
          </p:cNvSpPr>
          <p:nvPr/>
        </p:nvSpPr>
        <p:spPr>
          <a:xfrm xmlns:a="http://schemas.openxmlformats.org/drawingml/2006/main" rot="0">
            <a:off x="4243956" y="3139961"/>
            <a:ext cx="190118" cy="154931"/>
          </a:xfrm>
          <a:custGeom xmlns:a="http://schemas.openxmlformats.org/drawingml/2006/main">
            <a:pathLst>
              <a:path w="190118" h="154931">
                <a:moveTo>
                  <a:pt x="0" y="0"/>
                </a:moveTo>
                <a:lnTo>
                  <a:pt x="190118" y="154931"/>
                </a:lnTo>
              </a:path>
            </a:pathLst>
          </a:custGeom>
          <a:noFill xmlns:a="http://schemas.openxmlformats.org/drawingml/2006/main"/>
          <a:ln xmlns:a="http://schemas.openxmlformats.org/drawingml/2006/main" w="13638">
            <a:solidFill>
              <a:srgbClr val="595959"/>
            </a:solidFill>
            <a:prstDash val="solid"/>
          </a:ln>
        </p:spPr>
      </p:sp>
      <p:sp>
        <p:nvSpPr>
          <p:cNvPr id="62" name="pdf-path-56">
            <a:extLst xmlns:a="http://schemas.openxmlformats.org/drawingml/2006/main">
              <a:ext uri="{FF2B5EF4-FFF2-40B4-BE49-F238E27FC236}">
                <a16:creationId xmlns:a16="http://schemas.microsoft.com/office/drawing/2014/main" id="{44062292-3C9E-49AC-9C2C-4FF72F52FE50}"/>
              </a:ext>
            </a:extLst>
          </p:cNvPr>
          <p:cNvSpPr>
            <a:spLocks xmlns:a="http://schemas.openxmlformats.org/drawingml/2006/main" noGrp="1"/>
          </p:cNvSpPr>
          <p:nvPr/>
        </p:nvSpPr>
        <p:spPr>
          <a:xfrm xmlns:a="http://schemas.openxmlformats.org/drawingml/2006/main" rot="0">
            <a:off x="4049338" y="2927067"/>
            <a:ext cx="228031" cy="249444"/>
          </a:xfrm>
          <a:custGeom xmlns:a="http://schemas.openxmlformats.org/drawingml/2006/main">
            <a:pathLst>
              <a:path w="228031" h="249444">
                <a:moveTo>
                  <a:pt x="0" y="124790"/>
                </a:moveTo>
                <a:cubicBezTo>
                  <a:pt x="0" y="55917"/>
                  <a:pt x="51007" y="0"/>
                  <a:pt x="114016" y="0"/>
                </a:cubicBezTo>
                <a:cubicBezTo>
                  <a:pt x="177025" y="0"/>
                  <a:pt x="228031" y="55917"/>
                  <a:pt x="228031" y="124790"/>
                </a:cubicBezTo>
                <a:cubicBezTo>
                  <a:pt x="228031" y="193663"/>
                  <a:pt x="177025" y="249444"/>
                  <a:pt x="114016" y="249444"/>
                </a:cubicBezTo>
                <a:cubicBezTo>
                  <a:pt x="51007" y="249444"/>
                  <a:pt x="0" y="193663"/>
                  <a:pt x="0" y="124790"/>
                </a:cubicBezTo>
              </a:path>
            </a:pathLst>
          </a:custGeom>
          <a:solidFill xmlns:a="http://schemas.openxmlformats.org/drawingml/2006/main">
            <a:srgbClr val="FB2BFB"/>
          </a:solidFill>
          <a:ln xmlns:a="http://schemas.openxmlformats.org/drawingml/2006/main" w="6819">
            <a:solidFill>
              <a:srgbClr val="000000"/>
            </a:solidFill>
            <a:prstDash val="solid"/>
          </a:ln>
        </p:spPr>
      </p:sp>
      <p:sp>
        <p:nvSpPr>
          <p:cNvPr id="63" name="pdf-path-58">
            <a:extLst xmlns:a="http://schemas.openxmlformats.org/drawingml/2006/main">
              <a:ext uri="{FF2B5EF4-FFF2-40B4-BE49-F238E27FC236}">
                <a16:creationId xmlns:a16="http://schemas.microsoft.com/office/drawing/2014/main" id="{A0D395F8-E127-4CB0-82DA-5851F74709DE}"/>
              </a:ext>
            </a:extLst>
          </p:cNvPr>
          <p:cNvSpPr>
            <a:spLocks xmlns:a="http://schemas.openxmlformats.org/drawingml/2006/main" noGrp="1"/>
          </p:cNvSpPr>
          <p:nvPr/>
        </p:nvSpPr>
        <p:spPr>
          <a:xfrm xmlns:a="http://schemas.openxmlformats.org/drawingml/2006/main" rot="0">
            <a:off x="4417571" y="3276752"/>
            <a:ext cx="113061" cy="123726"/>
          </a:xfrm>
          <a:custGeom xmlns:a="http://schemas.openxmlformats.org/drawingml/2006/main">
            <a:pathLst>
              <a:path w="113061" h="123726">
                <a:moveTo>
                  <a:pt x="0" y="61918"/>
                </a:moveTo>
                <a:cubicBezTo>
                  <a:pt x="0" y="27686"/>
                  <a:pt x="25367" y="0"/>
                  <a:pt x="56462" y="0"/>
                </a:cubicBezTo>
                <a:cubicBezTo>
                  <a:pt x="87694" y="0"/>
                  <a:pt x="113061" y="27686"/>
                  <a:pt x="113061" y="61918"/>
                </a:cubicBezTo>
                <a:cubicBezTo>
                  <a:pt x="113061" y="96041"/>
                  <a:pt x="87694" y="123726"/>
                  <a:pt x="56462" y="123726"/>
                </a:cubicBezTo>
                <a:cubicBezTo>
                  <a:pt x="25367" y="123726"/>
                  <a:pt x="0" y="96041"/>
                  <a:pt x="0" y="61918"/>
                </a:cubicBezTo>
              </a:path>
            </a:pathLst>
          </a:custGeom>
          <a:solidFill xmlns:a="http://schemas.openxmlformats.org/drawingml/2006/main">
            <a:srgbClr val="FC2626"/>
          </a:solidFill>
          <a:ln xmlns:a="http://schemas.openxmlformats.org/drawingml/2006/main" w="6819">
            <a:solidFill>
              <a:srgbClr val="000000"/>
            </a:solidFill>
            <a:prstDash val="solid"/>
          </a:ln>
        </p:spPr>
      </p:sp>
      <p:sp>
        <p:nvSpPr>
          <p:cNvPr id="64" name="pdf-path-60">
            <a:extLst xmlns:a="http://schemas.openxmlformats.org/drawingml/2006/main">
              <a:ext uri="{FF2B5EF4-FFF2-40B4-BE49-F238E27FC236}">
                <a16:creationId xmlns:a16="http://schemas.microsoft.com/office/drawing/2014/main" id="{C91AE275-DAE0-44E5-936F-35088F10A6AE}"/>
              </a:ext>
            </a:extLst>
          </p:cNvPr>
          <p:cNvSpPr>
            <a:spLocks xmlns:a="http://schemas.openxmlformats.org/drawingml/2006/main" noGrp="1"/>
          </p:cNvSpPr>
          <p:nvPr/>
        </p:nvSpPr>
        <p:spPr>
          <a:xfrm xmlns:a="http://schemas.openxmlformats.org/drawingml/2006/main" rot="0">
            <a:off x="3377516" y="3129595"/>
            <a:ext cx="113061" cy="123699"/>
          </a:xfrm>
          <a:custGeom xmlns:a="http://schemas.openxmlformats.org/drawingml/2006/main">
            <a:pathLst>
              <a:path w="113061" h="123699">
                <a:moveTo>
                  <a:pt x="0" y="61781"/>
                </a:moveTo>
                <a:cubicBezTo>
                  <a:pt x="0" y="27686"/>
                  <a:pt x="25231" y="0"/>
                  <a:pt x="56462" y="0"/>
                </a:cubicBezTo>
                <a:cubicBezTo>
                  <a:pt x="87694" y="0"/>
                  <a:pt x="113061" y="27686"/>
                  <a:pt x="113061" y="61781"/>
                </a:cubicBezTo>
                <a:cubicBezTo>
                  <a:pt x="113061" y="96014"/>
                  <a:pt x="87694" y="123699"/>
                  <a:pt x="56462" y="123699"/>
                </a:cubicBezTo>
                <a:cubicBezTo>
                  <a:pt x="25231" y="123699"/>
                  <a:pt x="0" y="96014"/>
                  <a:pt x="0" y="61781"/>
                </a:cubicBezTo>
              </a:path>
            </a:pathLst>
          </a:custGeom>
          <a:solidFill xmlns:a="http://schemas.openxmlformats.org/drawingml/2006/main">
            <a:srgbClr val="29B1FB"/>
          </a:solidFill>
          <a:ln xmlns:a="http://schemas.openxmlformats.org/drawingml/2006/main" w="6819">
            <a:solidFill>
              <a:srgbClr val="000000"/>
            </a:solidFill>
            <a:prstDash val="solid"/>
          </a:ln>
        </p:spPr>
      </p:sp>
      <p:sp>
        <p:nvSpPr>
          <p:cNvPr id="65" name="pdf-path-62">
            <a:extLst xmlns:a="http://schemas.openxmlformats.org/drawingml/2006/main">
              <a:ext uri="{FF2B5EF4-FFF2-40B4-BE49-F238E27FC236}">
                <a16:creationId xmlns:a16="http://schemas.microsoft.com/office/drawing/2014/main" id="{0E8F24F3-72B0-4D04-9221-72DBD02293EF}"/>
              </a:ext>
            </a:extLst>
          </p:cNvPr>
          <p:cNvSpPr>
            <a:spLocks xmlns:a="http://schemas.openxmlformats.org/drawingml/2006/main" noGrp="1"/>
          </p:cNvSpPr>
          <p:nvPr/>
        </p:nvSpPr>
        <p:spPr>
          <a:xfrm xmlns:a="http://schemas.openxmlformats.org/drawingml/2006/main" rot="0">
            <a:off x="3122344" y="2682805"/>
            <a:ext cx="228032" cy="249444"/>
          </a:xfrm>
          <a:custGeom xmlns:a="http://schemas.openxmlformats.org/drawingml/2006/main">
            <a:pathLst>
              <a:path w="228032" h="249444">
                <a:moveTo>
                  <a:pt x="0" y="124654"/>
                </a:moveTo>
                <a:cubicBezTo>
                  <a:pt x="0" y="55781"/>
                  <a:pt x="51007" y="0"/>
                  <a:pt x="114016" y="0"/>
                </a:cubicBezTo>
                <a:cubicBezTo>
                  <a:pt x="177025" y="0"/>
                  <a:pt x="228032" y="55781"/>
                  <a:pt x="228032" y="124654"/>
                </a:cubicBezTo>
                <a:cubicBezTo>
                  <a:pt x="228032" y="193527"/>
                  <a:pt x="177025" y="249444"/>
                  <a:pt x="114016" y="249444"/>
                </a:cubicBezTo>
                <a:cubicBezTo>
                  <a:pt x="51007" y="249444"/>
                  <a:pt x="0" y="193527"/>
                  <a:pt x="0" y="124654"/>
                </a:cubicBezTo>
              </a:path>
            </a:pathLst>
          </a:custGeom>
          <a:solidFill xmlns:a="http://schemas.openxmlformats.org/drawingml/2006/main">
            <a:srgbClr val="FBFB2C"/>
          </a:solidFill>
          <a:ln xmlns:a="http://schemas.openxmlformats.org/drawingml/2006/main" w="6819">
            <a:solidFill>
              <a:srgbClr val="000000"/>
            </a:solidFill>
            <a:prstDash val="solid"/>
          </a:ln>
        </p:spPr>
      </p:sp>
      <p:sp>
        <p:nvSpPr>
          <p:cNvPr id="66" name="pdf-path-64-part-0">
            <a:extLst xmlns:a="http://schemas.openxmlformats.org/drawingml/2006/main">
              <a:ext uri="{FF2B5EF4-FFF2-40B4-BE49-F238E27FC236}">
                <a16:creationId xmlns:a16="http://schemas.microsoft.com/office/drawing/2014/main" id="{10C1BE13-AAE1-4BEC-A3DC-C1921443C1DC}"/>
              </a:ext>
            </a:extLst>
          </p:cNvPr>
          <p:cNvSpPr>
            <a:spLocks xmlns:a="http://schemas.openxmlformats.org/drawingml/2006/main" noGrp="1"/>
          </p:cNvSpPr>
          <p:nvPr/>
        </p:nvSpPr>
        <p:spPr>
          <a:xfrm xmlns:a="http://schemas.openxmlformats.org/drawingml/2006/main" rot="0">
            <a:off x="7930108" y="1411036"/>
            <a:ext cx="189981" cy="380917"/>
          </a:xfrm>
          <a:custGeom xmlns:a="http://schemas.openxmlformats.org/drawingml/2006/main">
            <a:pathLst>
              <a:path w="189981" h="380917">
                <a:moveTo>
                  <a:pt x="115380" y="0"/>
                </a:moveTo>
                <a:lnTo>
                  <a:pt x="115380" y="340412"/>
                </a:lnTo>
                <a:lnTo>
                  <a:pt x="74465" y="340412"/>
                </a:lnTo>
                <a:lnTo>
                  <a:pt x="74465" y="0"/>
                </a:lnTo>
                <a:lnTo>
                  <a:pt x="115380" y="0"/>
                </a:lnTo>
              </a:path>
            </a:pathLst>
          </a:custGeom>
          <a:solidFill xmlns:a="http://schemas.openxmlformats.org/drawingml/2006/main">
            <a:srgbClr val="1B4487"/>
          </a:solidFill>
          <a:ln xmlns:a="http://schemas.openxmlformats.org/drawingml/2006/main" w="0">
            <a:noFill/>
            <a:prstDash val="solid"/>
          </a:ln>
        </p:spPr>
      </p:sp>
      <p:sp>
        <p:nvSpPr>
          <p:cNvPr id="67" name="pdf-path-64-part-1">
            <a:extLst xmlns:a="http://schemas.openxmlformats.org/drawingml/2006/main">
              <a:ext uri="{FF2B5EF4-FFF2-40B4-BE49-F238E27FC236}">
                <a16:creationId xmlns:a16="http://schemas.microsoft.com/office/drawing/2014/main" id="{91CAE406-0BF3-4C18-838C-A4647D15CC3D}"/>
              </a:ext>
            </a:extLst>
          </p:cNvPr>
          <p:cNvSpPr>
            <a:spLocks xmlns:a="http://schemas.openxmlformats.org/drawingml/2006/main" noGrp="1"/>
          </p:cNvSpPr>
          <p:nvPr/>
        </p:nvSpPr>
        <p:spPr>
          <a:xfrm xmlns:a="http://schemas.openxmlformats.org/drawingml/2006/main" rot="0">
            <a:off x="7930108" y="1411036"/>
            <a:ext cx="189981" cy="380917"/>
          </a:xfrm>
          <a:custGeom xmlns:a="http://schemas.openxmlformats.org/drawingml/2006/main">
            <a:pathLst>
              <a:path w="189981" h="380917">
                <a:moveTo>
                  <a:pt x="184253" y="227896"/>
                </a:moveTo>
                <a:lnTo>
                  <a:pt x="94922" y="380917"/>
                </a:lnTo>
                <a:lnTo>
                  <a:pt x="5728" y="227896"/>
                </a:lnTo>
                <a:cubicBezTo>
                  <a:pt x="0" y="218212"/>
                  <a:pt x="3273" y="205665"/>
                  <a:pt x="13093" y="199937"/>
                </a:cubicBezTo>
                <a:cubicBezTo>
                  <a:pt x="22776" y="194209"/>
                  <a:pt x="35324" y="197482"/>
                  <a:pt x="41051" y="207302"/>
                </a:cubicBezTo>
                <a:lnTo>
                  <a:pt x="112653" y="330046"/>
                </a:lnTo>
                <a:lnTo>
                  <a:pt x="77329" y="330046"/>
                </a:lnTo>
                <a:lnTo>
                  <a:pt x="148930" y="207302"/>
                </a:lnTo>
                <a:cubicBezTo>
                  <a:pt x="154659" y="197482"/>
                  <a:pt x="167069" y="194209"/>
                  <a:pt x="176888" y="199937"/>
                </a:cubicBezTo>
                <a:cubicBezTo>
                  <a:pt x="186708" y="205665"/>
                  <a:pt x="189981" y="218212"/>
                  <a:pt x="184253" y="227896"/>
                </a:cubicBezTo>
              </a:path>
            </a:pathLst>
          </a:custGeom>
          <a:solidFill xmlns:a="http://schemas.openxmlformats.org/drawingml/2006/main">
            <a:srgbClr val="1B4487"/>
          </a:solidFill>
          <a:ln xmlns:a="http://schemas.openxmlformats.org/drawingml/2006/main" w="0">
            <a:noFill/>
            <a:prstDash val="solid"/>
          </a:ln>
        </p:spPr>
      </p:sp>
      <p:sp>
        <p:nvSpPr>
          <p:cNvPr id="68" name="pdf-path-65-part-0">
            <a:extLst xmlns:a="http://schemas.openxmlformats.org/drawingml/2006/main">
              <a:ext uri="{FF2B5EF4-FFF2-40B4-BE49-F238E27FC236}">
                <a16:creationId xmlns:a16="http://schemas.microsoft.com/office/drawing/2014/main" id="{BA247ECD-3FED-4F85-8172-83899A13C1F6}"/>
              </a:ext>
            </a:extLst>
          </p:cNvPr>
          <p:cNvSpPr>
            <a:spLocks xmlns:a="http://schemas.openxmlformats.org/drawingml/2006/main" noGrp="1"/>
          </p:cNvSpPr>
          <p:nvPr/>
        </p:nvSpPr>
        <p:spPr>
          <a:xfrm xmlns:a="http://schemas.openxmlformats.org/drawingml/2006/main" rot="0">
            <a:off x="7929699" y="2603431"/>
            <a:ext cx="189846" cy="302497"/>
          </a:xfrm>
          <a:custGeom xmlns:a="http://schemas.openxmlformats.org/drawingml/2006/main">
            <a:pathLst>
              <a:path w="189846" h="302497">
                <a:moveTo>
                  <a:pt x="115380" y="0"/>
                </a:moveTo>
                <a:lnTo>
                  <a:pt x="115380" y="261991"/>
                </a:lnTo>
                <a:lnTo>
                  <a:pt x="74466" y="261991"/>
                </a:lnTo>
                <a:lnTo>
                  <a:pt x="74466" y="0"/>
                </a:lnTo>
                <a:lnTo>
                  <a:pt x="115380" y="0"/>
                </a:lnTo>
              </a:path>
            </a:pathLst>
          </a:custGeom>
          <a:solidFill xmlns:a="http://schemas.openxmlformats.org/drawingml/2006/main">
            <a:srgbClr val="1B4487"/>
          </a:solidFill>
          <a:ln xmlns:a="http://schemas.openxmlformats.org/drawingml/2006/main" w="0">
            <a:noFill/>
            <a:prstDash val="solid"/>
          </a:ln>
        </p:spPr>
      </p:sp>
      <p:sp>
        <p:nvSpPr>
          <p:cNvPr id="69" name="pdf-path-65-part-1">
            <a:extLst xmlns:a="http://schemas.openxmlformats.org/drawingml/2006/main">
              <a:ext uri="{FF2B5EF4-FFF2-40B4-BE49-F238E27FC236}">
                <a16:creationId xmlns:a16="http://schemas.microsoft.com/office/drawing/2014/main" id="{59574B97-E1E6-4B8B-8D6A-6341A238764B}"/>
              </a:ext>
            </a:extLst>
          </p:cNvPr>
          <p:cNvSpPr>
            <a:spLocks xmlns:a="http://schemas.openxmlformats.org/drawingml/2006/main" noGrp="1"/>
          </p:cNvSpPr>
          <p:nvPr/>
        </p:nvSpPr>
        <p:spPr>
          <a:xfrm xmlns:a="http://schemas.openxmlformats.org/drawingml/2006/main" rot="0">
            <a:off x="7929699" y="2603431"/>
            <a:ext cx="189846" cy="302497"/>
          </a:xfrm>
          <a:custGeom xmlns:a="http://schemas.openxmlformats.org/drawingml/2006/main">
            <a:pathLst>
              <a:path w="189846" h="302497">
                <a:moveTo>
                  <a:pt x="184253" y="149475"/>
                </a:moveTo>
                <a:lnTo>
                  <a:pt x="94923" y="302497"/>
                </a:lnTo>
                <a:lnTo>
                  <a:pt x="5729" y="149475"/>
                </a:lnTo>
                <a:cubicBezTo>
                  <a:pt x="0" y="139792"/>
                  <a:pt x="3275" y="127245"/>
                  <a:pt x="12957" y="121517"/>
                </a:cubicBezTo>
                <a:cubicBezTo>
                  <a:pt x="22777" y="115789"/>
                  <a:pt x="35324" y="119198"/>
                  <a:pt x="41052" y="128882"/>
                </a:cubicBezTo>
                <a:lnTo>
                  <a:pt x="112653" y="251626"/>
                </a:lnTo>
                <a:lnTo>
                  <a:pt x="77330" y="251626"/>
                </a:lnTo>
                <a:lnTo>
                  <a:pt x="148794" y="128882"/>
                </a:lnTo>
                <a:cubicBezTo>
                  <a:pt x="154522" y="119062"/>
                  <a:pt x="167070" y="115789"/>
                  <a:pt x="176889" y="121517"/>
                </a:cubicBezTo>
                <a:cubicBezTo>
                  <a:pt x="186573" y="127245"/>
                  <a:pt x="189846" y="139656"/>
                  <a:pt x="184253" y="149475"/>
                </a:cubicBezTo>
              </a:path>
            </a:pathLst>
          </a:custGeom>
          <a:solidFill xmlns:a="http://schemas.openxmlformats.org/drawingml/2006/main">
            <a:srgbClr val="1B4487"/>
          </a:solidFill>
          <a:ln xmlns:a="http://schemas.openxmlformats.org/drawingml/2006/main" w="0">
            <a:noFill/>
            <a:prstDash val="solid"/>
          </a:ln>
        </p:spPr>
      </p:sp>
      <p:sp>
        <p:nvSpPr>
          <p:cNvPr id="70" name="pdf-path-66-part-0">
            <a:extLst xmlns:a="http://schemas.openxmlformats.org/drawingml/2006/main">
              <a:ext uri="{FF2B5EF4-FFF2-40B4-BE49-F238E27FC236}">
                <a16:creationId xmlns:a16="http://schemas.microsoft.com/office/drawing/2014/main" id="{EF831DE4-B285-469C-806B-655DAA2DE500}"/>
              </a:ext>
            </a:extLst>
          </p:cNvPr>
          <p:cNvSpPr>
            <a:spLocks xmlns:a="http://schemas.openxmlformats.org/drawingml/2006/main" noGrp="1"/>
          </p:cNvSpPr>
          <p:nvPr/>
        </p:nvSpPr>
        <p:spPr>
          <a:xfrm xmlns:a="http://schemas.openxmlformats.org/drawingml/2006/main" rot="0">
            <a:off x="7628839" y="1868737"/>
            <a:ext cx="827435" cy="600221"/>
          </a:xfrm>
          <a:custGeom xmlns:a="http://schemas.openxmlformats.org/drawingml/2006/main">
            <a:pathLst>
              <a:path w="827435" h="600221">
                <a:moveTo>
                  <a:pt x="782428" y="0"/>
                </a:moveTo>
                <a:lnTo>
                  <a:pt x="827435" y="0"/>
                </a:lnTo>
                <a:lnTo>
                  <a:pt x="827435" y="600221"/>
                </a:lnTo>
                <a:lnTo>
                  <a:pt x="782428" y="600221"/>
                </a:lnTo>
                <a:lnTo>
                  <a:pt x="782428" y="591492"/>
                </a:lnTo>
                <a:lnTo>
                  <a:pt x="810932" y="591492"/>
                </a:lnTo>
                <a:lnTo>
                  <a:pt x="810932" y="8456"/>
                </a:lnTo>
                <a:lnTo>
                  <a:pt x="782428" y="8456"/>
                </a:lnTo>
                <a:lnTo>
                  <a:pt x="782428" y="0"/>
                </a:lnTo>
              </a:path>
            </a:pathLst>
          </a:custGeom>
          <a:solidFill xmlns:a="http://schemas.openxmlformats.org/drawingml/2006/main">
            <a:srgbClr val="000000"/>
          </a:solidFill>
          <a:ln xmlns:a="http://schemas.openxmlformats.org/drawingml/2006/main" w="0">
            <a:noFill/>
            <a:prstDash val="solid"/>
          </a:ln>
        </p:spPr>
      </p:sp>
      <p:sp>
        <p:nvSpPr>
          <p:cNvPr id="71" name="pdf-path-66-part-1">
            <a:extLst xmlns:a="http://schemas.openxmlformats.org/drawingml/2006/main">
              <a:ext uri="{FF2B5EF4-FFF2-40B4-BE49-F238E27FC236}">
                <a16:creationId xmlns:a16="http://schemas.microsoft.com/office/drawing/2014/main" id="{2CD3C927-D70B-4880-801D-879CA1DA2ED0}"/>
              </a:ext>
            </a:extLst>
          </p:cNvPr>
          <p:cNvSpPr>
            <a:spLocks xmlns:a="http://schemas.openxmlformats.org/drawingml/2006/main" noGrp="1"/>
          </p:cNvSpPr>
          <p:nvPr/>
        </p:nvSpPr>
        <p:spPr>
          <a:xfrm xmlns:a="http://schemas.openxmlformats.org/drawingml/2006/main" rot="0">
            <a:off x="7628839" y="1868737"/>
            <a:ext cx="827435" cy="600221"/>
          </a:xfrm>
          <a:custGeom xmlns:a="http://schemas.openxmlformats.org/drawingml/2006/main">
            <a:pathLst>
              <a:path w="827435" h="600221">
                <a:moveTo>
                  <a:pt x="0" y="0"/>
                </a:moveTo>
                <a:lnTo>
                  <a:pt x="45007" y="0"/>
                </a:lnTo>
                <a:lnTo>
                  <a:pt x="45007" y="8456"/>
                </a:lnTo>
                <a:lnTo>
                  <a:pt x="16502" y="8456"/>
                </a:lnTo>
                <a:lnTo>
                  <a:pt x="16502" y="591492"/>
                </a:lnTo>
                <a:lnTo>
                  <a:pt x="45007" y="591492"/>
                </a:lnTo>
                <a:lnTo>
                  <a:pt x="45007" y="600221"/>
                </a:lnTo>
                <a:lnTo>
                  <a:pt x="0" y="600221"/>
                </a:lnTo>
                <a:lnTo>
                  <a:pt x="0" y="0"/>
                </a:lnTo>
              </a:path>
            </a:pathLst>
          </a:custGeom>
          <a:solidFill xmlns:a="http://schemas.openxmlformats.org/drawingml/2006/main">
            <a:srgbClr val="000000"/>
          </a:solidFill>
          <a:ln xmlns:a="http://schemas.openxmlformats.org/drawingml/2006/main" w="0">
            <a:noFill/>
            <a:prstDash val="solid"/>
          </a:ln>
        </p:spPr>
      </p:sp>
      <p:sp>
        <p:nvSpPr>
          <p:cNvPr id="72" name="pdf-text-27-0">
            <a:extLst xmlns:a="http://schemas.openxmlformats.org/drawingml/2006/main">
              <a:ext uri="{FF2B5EF4-FFF2-40B4-BE49-F238E27FC236}">
                <a16:creationId xmlns:a16="http://schemas.microsoft.com/office/drawing/2014/main" id="{93CDDE3F-28CF-4F4C-8C62-6FE30B2D032E}"/>
              </a:ext>
            </a:extLst>
          </p:cNvPr>
          <p:cNvSpPr>
            <a:spLocks xmlns:a="http://schemas.openxmlformats.org/drawingml/2006/main" noGrp="1"/>
          </p:cNvSpPr>
          <p:nvPr/>
        </p:nvSpPr>
        <p:spPr>
          <a:xfrm xmlns:a="http://schemas.openxmlformats.org/drawingml/2006/main" rot="0">
            <a:off x="5447943" y="214341"/>
            <a:ext cx="766405" cy="2176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508" b="1" i="0">
                <a:solidFill>
                  <a:srgbClr val="7030A0"/>
                </a:solidFill>
                <a:latin typeface="Arial"/>
                <a:ea typeface="Arial"/>
                <a:cs typeface="Arial"/>
              </a:defRPr>
            </a:defPPr>
          </a:lstStyle>
          <a:p xmlns:a="http://schemas.openxmlformats.org/drawingml/2006/main">
            <a:pPr algn="l">
              <a:defRPr sz="1508" b="1" i="0">
                <a:solidFill>
                  <a:srgbClr val="7030A0"/>
                </a:solidFill>
                <a:latin typeface="Arial"/>
                <a:ea typeface="Arial"/>
                <a:cs typeface="Arial"/>
              </a:defRPr>
            </a:pPr>
            <a:r>
              <a:rPr sz="1508" b="1" i="0">
                <a:solidFill>
                  <a:srgbClr val="7030A0"/>
                </a:solidFill>
                <a:latin typeface="Arial"/>
                <a:ea typeface="Arial"/>
                <a:cs typeface="Arial"/>
              </a:rPr>
              <a:t>Encoder</a:t>
            </a:r>
          </a:p>
        </p:txBody>
      </p:sp>
      <p:sp>
        <p:nvSpPr>
          <p:cNvPr id="73" name="gordon-rotated-label-79">
            <a:extLst xmlns:a="http://schemas.openxmlformats.org/drawingml/2006/main">
              <a:ext uri="{FF2B5EF4-FFF2-40B4-BE49-F238E27FC236}">
                <a16:creationId xmlns:a16="http://schemas.microsoft.com/office/drawing/2014/main" id="{CA6292D5-74CF-4CC0-8D59-41D7BA6A74A3}"/>
              </a:ext>
            </a:extLst>
          </p:cNvPr>
          <p:cNvSpPr>
            <a:spLocks xmlns:a="http://schemas.openxmlformats.org/drawingml/2006/main" noGrp="1"/>
          </p:cNvSpPr>
          <p:nvPr/>
        </p:nvSpPr>
        <p:spPr>
          <a:xfrm xmlns:a="http://schemas.openxmlformats.org/drawingml/2006/main" rot="16200000">
            <a:off x="7810979" y="2257830"/>
            <a:ext cx="2659149" cy="2716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2" b="1" i="0">
                <a:solidFill>
                  <a:srgbClr val="000000"/>
                </a:solidFill>
                <a:latin typeface="Arial"/>
                <a:ea typeface="Arial"/>
                <a:cs typeface="Arial"/>
              </a:defRPr>
            </a:defPPr>
          </a:lstStyle>
          <a:p xmlns:a="http://schemas.openxmlformats.org/drawingml/2006/main">
            <a:pPr algn="ctr">
              <a:defRPr sz="1952" b="1" i="0">
                <a:solidFill>
                  <a:srgbClr val="000000"/>
                </a:solidFill>
                <a:latin typeface="Arial"/>
                <a:ea typeface="Arial"/>
                <a:cs typeface="Arial"/>
              </a:defRPr>
            </a:pPr>
            <a:r>
              <a:rPr sz="1952" b="1" i="0">
                <a:solidFill>
                  <a:srgbClr val="000000"/>
                </a:solidFill>
                <a:latin typeface="Arial"/>
                <a:ea typeface="Arial"/>
                <a:cs typeface="Arial"/>
              </a:rPr>
              <a:t>RL w/ Learned Reward</a:t>
            </a:r>
          </a:p>
        </p:txBody>
      </p:sp>
      <p:sp>
        <p:nvSpPr>
          <p:cNvPr id="74" name="gordon-rotated-label-80">
            <a:extLst xmlns:a="http://schemas.openxmlformats.org/drawingml/2006/main">
              <a:ext uri="{FF2B5EF4-FFF2-40B4-BE49-F238E27FC236}">
                <a16:creationId xmlns:a16="http://schemas.microsoft.com/office/drawing/2014/main" id="{64FAD561-98F9-49CF-B3A0-DBDBBD842F41}"/>
              </a:ext>
            </a:extLst>
          </p:cNvPr>
          <p:cNvSpPr>
            <a:spLocks xmlns:a="http://schemas.openxmlformats.org/drawingml/2006/main" noGrp="1"/>
          </p:cNvSpPr>
          <p:nvPr/>
        </p:nvSpPr>
        <p:spPr>
          <a:xfrm xmlns:a="http://schemas.openxmlformats.org/drawingml/2006/main" rot="16200000">
            <a:off x="9087976" y="4011947"/>
            <a:ext cx="974409" cy="1639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51" b="1" i="0">
                <a:solidFill>
                  <a:srgbClr val="000000"/>
                </a:solidFill>
                <a:latin typeface="Arial"/>
                <a:ea typeface="Arial"/>
                <a:cs typeface="Arial"/>
              </a:defRPr>
            </a:defPPr>
          </a:lstStyle>
          <a:p xmlns:a="http://schemas.openxmlformats.org/drawingml/2006/main">
            <a:pPr algn="ctr">
              <a:defRPr sz="1151" b="1" i="0">
                <a:solidFill>
                  <a:srgbClr val="000000"/>
                </a:solidFill>
                <a:latin typeface="Arial"/>
                <a:ea typeface="Arial"/>
                <a:cs typeface="Arial"/>
              </a:defRPr>
            </a:pPr>
            <a:r>
              <a:rPr sz="1151" b="1" i="0">
                <a:solidFill>
                  <a:srgbClr val="000000"/>
                </a:solidFill>
                <a:latin typeface="Arial"/>
                <a:ea typeface="Arial"/>
                <a:cs typeface="Arial"/>
              </a:rPr>
              <a:t>Policy Rollout</a:t>
            </a:r>
          </a:p>
        </p:txBody>
      </p:sp>
      <p:sp>
        <p:nvSpPr>
          <p:cNvPr id="75" name="pdf-path-81-part-0">
            <a:extLst xmlns:a="http://schemas.openxmlformats.org/drawingml/2006/main">
              <a:ext uri="{FF2B5EF4-FFF2-40B4-BE49-F238E27FC236}">
                <a16:creationId xmlns:a16="http://schemas.microsoft.com/office/drawing/2014/main" id="{C3B905E1-8234-4DCB-B773-FFF942E2DEA0}"/>
              </a:ext>
            </a:extLst>
          </p:cNvPr>
          <p:cNvSpPr>
            <a:spLocks xmlns:a="http://schemas.openxmlformats.org/drawingml/2006/main" noGrp="1"/>
          </p:cNvSpPr>
          <p:nvPr/>
        </p:nvSpPr>
        <p:spPr>
          <a:xfrm xmlns:a="http://schemas.openxmlformats.org/drawingml/2006/main" rot="0">
            <a:off x="9840558" y="273740"/>
            <a:ext cx="4205362" cy="1356326"/>
          </a:xfrm>
          <a:custGeom xmlns:a="http://schemas.openxmlformats.org/drawingml/2006/main">
            <a:pathLst>
              <a:path w="4205362" h="1356326">
                <a:moveTo>
                  <a:pt x="20457" y="68055"/>
                </a:moveTo>
                <a:lnTo>
                  <a:pt x="21139" y="1315412"/>
                </a:lnTo>
                <a:lnTo>
                  <a:pt x="10910" y="1305183"/>
                </a:lnTo>
                <a:lnTo>
                  <a:pt x="4137170" y="1305183"/>
                </a:lnTo>
                <a:lnTo>
                  <a:pt x="4137170" y="1325640"/>
                </a:lnTo>
                <a:lnTo>
                  <a:pt x="682" y="1325640"/>
                </a:lnTo>
                <a:lnTo>
                  <a:pt x="0" y="68055"/>
                </a:lnTo>
                <a:lnTo>
                  <a:pt x="20457" y="68055"/>
                </a:lnTo>
              </a:path>
            </a:pathLst>
          </a:custGeom>
          <a:solidFill xmlns:a="http://schemas.openxmlformats.org/drawingml/2006/main">
            <a:srgbClr val="000000"/>
          </a:solidFill>
          <a:ln xmlns:a="http://schemas.openxmlformats.org/drawingml/2006/main" w="0">
            <a:noFill/>
            <a:prstDash val="solid"/>
          </a:ln>
        </p:spPr>
      </p:sp>
      <p:sp>
        <p:nvSpPr>
          <p:cNvPr id="76" name="pdf-path-81-part-1">
            <a:extLst xmlns:a="http://schemas.openxmlformats.org/drawingml/2006/main">
              <a:ext uri="{FF2B5EF4-FFF2-40B4-BE49-F238E27FC236}">
                <a16:creationId xmlns:a16="http://schemas.microsoft.com/office/drawing/2014/main" id="{EC2E1948-ADD4-47AE-AC7E-C65771110A70}"/>
              </a:ext>
            </a:extLst>
          </p:cNvPr>
          <p:cNvSpPr>
            <a:spLocks xmlns:a="http://schemas.openxmlformats.org/drawingml/2006/main" noGrp="1"/>
          </p:cNvSpPr>
          <p:nvPr/>
        </p:nvSpPr>
        <p:spPr>
          <a:xfrm xmlns:a="http://schemas.openxmlformats.org/drawingml/2006/main" rot="0">
            <a:off x="9840558" y="273740"/>
            <a:ext cx="4205362" cy="1356326"/>
          </a:xfrm>
          <a:custGeom xmlns:a="http://schemas.openxmlformats.org/drawingml/2006/main">
            <a:pathLst>
              <a:path w="4205362" h="1356326">
                <a:moveTo>
                  <a:pt x="-29867" y="84012"/>
                </a:moveTo>
                <a:lnTo>
                  <a:pt x="6273" y="0"/>
                </a:lnTo>
                <a:lnTo>
                  <a:pt x="51825" y="79238"/>
                </a:lnTo>
                <a:lnTo>
                  <a:pt x="-29867" y="84012"/>
                </a:lnTo>
              </a:path>
            </a:pathLst>
          </a:custGeom>
          <a:solidFill xmlns:a="http://schemas.openxmlformats.org/drawingml/2006/main">
            <a:srgbClr val="000000"/>
          </a:solidFill>
          <a:ln xmlns:a="http://schemas.openxmlformats.org/drawingml/2006/main" w="0">
            <a:noFill/>
            <a:prstDash val="solid"/>
          </a:ln>
        </p:spPr>
      </p:sp>
      <p:sp>
        <p:nvSpPr>
          <p:cNvPr id="77" name="pdf-path-81-part-2">
            <a:extLst xmlns:a="http://schemas.openxmlformats.org/drawingml/2006/main">
              <a:ext uri="{FF2B5EF4-FFF2-40B4-BE49-F238E27FC236}">
                <a16:creationId xmlns:a16="http://schemas.microsoft.com/office/drawing/2014/main" id="{77D8FAE9-324B-421C-A1B9-48F07A460438}"/>
              </a:ext>
            </a:extLst>
          </p:cNvPr>
          <p:cNvSpPr>
            <a:spLocks xmlns:a="http://schemas.openxmlformats.org/drawingml/2006/main" noGrp="1"/>
          </p:cNvSpPr>
          <p:nvPr/>
        </p:nvSpPr>
        <p:spPr>
          <a:xfrm xmlns:a="http://schemas.openxmlformats.org/drawingml/2006/main" rot="0">
            <a:off x="9840558" y="273740"/>
            <a:ext cx="4205362" cy="1356326"/>
          </a:xfrm>
          <a:custGeom xmlns:a="http://schemas.openxmlformats.org/drawingml/2006/main">
            <a:pathLst>
              <a:path w="4205362" h="1356326">
                <a:moveTo>
                  <a:pt x="4123533" y="1274497"/>
                </a:moveTo>
                <a:lnTo>
                  <a:pt x="4205362" y="1315412"/>
                </a:lnTo>
                <a:lnTo>
                  <a:pt x="4123533" y="1356326"/>
                </a:lnTo>
                <a:lnTo>
                  <a:pt x="4123533" y="1274497"/>
                </a:lnTo>
              </a:path>
            </a:pathLst>
          </a:custGeom>
          <a:solidFill xmlns:a="http://schemas.openxmlformats.org/drawingml/2006/main">
            <a:srgbClr val="000000"/>
          </a:solidFill>
          <a:ln xmlns:a="http://schemas.openxmlformats.org/drawingml/2006/main" w="0">
            <a:noFill/>
            <a:prstDash val="solid"/>
          </a:ln>
        </p:spPr>
      </p:sp>
      <p:sp>
        <p:nvSpPr>
          <p:cNvPr id="78" name="gordon-rotated-label-82">
            <a:extLst xmlns:a="http://schemas.openxmlformats.org/drawingml/2006/main">
              <a:ext uri="{FF2B5EF4-FFF2-40B4-BE49-F238E27FC236}">
                <a16:creationId xmlns:a16="http://schemas.microsoft.com/office/drawing/2014/main" id="{3532F68F-8DEF-429B-B3C3-771C7093E26D}"/>
              </a:ext>
            </a:extLst>
          </p:cNvPr>
          <p:cNvSpPr>
            <a:spLocks xmlns:a="http://schemas.openxmlformats.org/drawingml/2006/main" noGrp="1"/>
          </p:cNvSpPr>
          <p:nvPr/>
        </p:nvSpPr>
        <p:spPr>
          <a:xfrm xmlns:a="http://schemas.openxmlformats.org/drawingml/2006/main" rot="16200000">
            <a:off x="8998788" y="919966"/>
            <a:ext cx="1136250" cy="1914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88" b="0" i="0">
                <a:solidFill>
                  <a:srgbClr val="000000"/>
                </a:solidFill>
                <a:latin typeface="Arial"/>
                <a:ea typeface="Arial"/>
                <a:cs typeface="Arial"/>
              </a:defRPr>
            </a:defPPr>
          </a:lstStyle>
          <a:p xmlns:a="http://schemas.openxmlformats.org/drawingml/2006/main">
            <a:pPr algn="ctr">
              <a:defRPr sz="1388" b="0" i="0">
                <a:solidFill>
                  <a:srgbClr val="000000"/>
                </a:solidFill>
                <a:latin typeface="Arial"/>
                <a:ea typeface="Arial"/>
                <a:cs typeface="Arial"/>
              </a:defRPr>
            </a:pPr>
            <a:r>
              <a:rPr sz="1388" b="0" i="0">
                <a:solidFill>
                  <a:srgbClr val="000000"/>
                </a:solidFill>
                <a:latin typeface="Arial"/>
                <a:ea typeface="Arial"/>
                <a:cs typeface="Arial"/>
              </a:rPr>
              <a:t>Task Progress</a:t>
            </a:r>
          </a:p>
        </p:txBody>
      </p:sp>
      <p:sp>
        <p:nvSpPr>
          <p:cNvPr id="79" name="pdf-text-31-0">
            <a:extLst xmlns:a="http://schemas.openxmlformats.org/drawingml/2006/main">
              <a:ext uri="{FF2B5EF4-FFF2-40B4-BE49-F238E27FC236}">
                <a16:creationId xmlns:a16="http://schemas.microsoft.com/office/drawing/2014/main" id="{A7B1962C-618B-47F9-A902-A2590F747A02}"/>
              </a:ext>
            </a:extLst>
          </p:cNvPr>
          <p:cNvSpPr>
            <a:spLocks xmlns:a="http://schemas.openxmlformats.org/drawingml/2006/main" noGrp="1"/>
          </p:cNvSpPr>
          <p:nvPr/>
        </p:nvSpPr>
        <p:spPr>
          <a:xfrm xmlns:a="http://schemas.openxmlformats.org/drawingml/2006/main" rot="0">
            <a:off x="10979354" y="177946"/>
            <a:ext cx="830262"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68" b="1" i="0">
                <a:solidFill>
                  <a:srgbClr val="000000"/>
                </a:solidFill>
                <a:latin typeface="Arial"/>
                <a:ea typeface="Arial"/>
                <a:cs typeface="Arial"/>
              </a:defRPr>
            </a:defPPr>
          </a:lstStyle>
          <a:p xmlns:a="http://schemas.openxmlformats.org/drawingml/2006/main">
            <a:pPr algn="l">
              <a:defRPr sz="1368" b="1" i="0">
                <a:solidFill>
                  <a:srgbClr val="000000"/>
                </a:solidFill>
                <a:latin typeface="Arial"/>
                <a:ea typeface="Arial"/>
                <a:cs typeface="Arial"/>
              </a:defRPr>
            </a:pPr>
            <a:r>
              <a:rPr sz="1368" b="1" i="0">
                <a:solidFill>
                  <a:srgbClr val="000000"/>
                </a:solidFill>
                <a:latin typeface="Arial"/>
                <a:ea typeface="Arial"/>
                <a:cs typeface="Arial"/>
              </a:rPr>
              <a:t>Temporal </a:t>
            </a:r>
          </a:p>
        </p:txBody>
      </p:sp>
      <p:sp>
        <p:nvSpPr>
          <p:cNvPr id="80" name="pdf-text-32-0">
            <a:extLst xmlns:a="http://schemas.openxmlformats.org/drawingml/2006/main">
              <a:ext uri="{FF2B5EF4-FFF2-40B4-BE49-F238E27FC236}">
                <a16:creationId xmlns:a16="http://schemas.microsoft.com/office/drawing/2014/main" id="{2CB82E3A-A461-4D26-8070-BB1450249E4F}"/>
              </a:ext>
            </a:extLst>
          </p:cNvPr>
          <p:cNvSpPr>
            <a:spLocks xmlns:a="http://schemas.openxmlformats.org/drawingml/2006/main" noGrp="1"/>
          </p:cNvSpPr>
          <p:nvPr/>
        </p:nvSpPr>
        <p:spPr>
          <a:xfrm xmlns:a="http://schemas.openxmlformats.org/drawingml/2006/main" rot="0">
            <a:off x="11805833" y="177097"/>
            <a:ext cx="857645"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81" b="1" i="0">
                <a:solidFill>
                  <a:srgbClr val="000000"/>
                </a:solidFill>
                <a:latin typeface="Arial"/>
                <a:ea typeface="Arial"/>
                <a:cs typeface="Arial"/>
              </a:defRPr>
            </a:defPPr>
          </a:lstStyle>
          <a:p xmlns:a="http://schemas.openxmlformats.org/drawingml/2006/main">
            <a:pPr algn="l">
              <a:defRPr sz="1381" b="1" i="0">
                <a:solidFill>
                  <a:srgbClr val="000000"/>
                </a:solidFill>
                <a:latin typeface="Arial"/>
                <a:ea typeface="Arial"/>
                <a:cs typeface="Arial"/>
              </a:defRPr>
            </a:pPr>
            <a:r>
              <a:rPr sz="1381" b="1" i="0">
                <a:solidFill>
                  <a:srgbClr val="000000"/>
                </a:solidFill>
                <a:latin typeface="Arial"/>
                <a:ea typeface="Arial"/>
                <a:cs typeface="Arial"/>
              </a:rPr>
              <a:t>Alignment</a:t>
            </a:r>
          </a:p>
        </p:txBody>
      </p:sp>
      <p:pic>
        <p:nvPicPr>
          <p:cNvPr id="81" name="">
            <a:extLst xmlns:a="http://schemas.openxmlformats.org/drawingml/2006/main">
              <a:ext uri="{FF2B5EF4-FFF2-40B4-BE49-F238E27FC236}">
                <a16:creationId xmlns:a16="http://schemas.microsoft.com/office/drawing/2014/main" id="{75944953-D42C-4857-9791-02FA6561E10B}"/>
              </a:ext>
            </a:extLst>
          </p:cNvPr>
          <p:cNvPicPr>
            <a:picLocks xmlns:a="http://schemas.openxmlformats.org/drawingml/2006/main" noChangeAspect="1"/>
          </p:cNvPicPr>
          <p:nvPr/>
        </p:nvPicPr>
        <p:blipFill>
          <a:blip xmlns:r="http://schemas.openxmlformats.org/officeDocument/2006/relationships" xmlns:a="http://schemas.openxmlformats.org/drawingml/2006/main" r:embed="Rad40fcad1e444a98"/>
          <a:srcRect xmlns:a="http://schemas.openxmlformats.org/drawingml/2006/main" l="0" t="199" r="0" b="199"/>
          <a:stretch xmlns:a="http://schemas.openxmlformats.org/drawingml/2006/main">
            <a:fillRect l="0" t="0" r="0" b="0"/>
          </a:stretch>
        </p:blipFill>
        <p:spPr>
          <a:xfrm xmlns:a="http://schemas.openxmlformats.org/drawingml/2006/main">
            <a:off x="9703085" y="2490192"/>
            <a:ext cx="1142356" cy="549936"/>
          </a:xfrm>
          <a:prstGeom xmlns:a="http://schemas.openxmlformats.org/drawingml/2006/main" prst="rect">
            <a:avLst/>
          </a:prstGeom>
        </p:spPr>
      </p:pic>
      <p:sp>
        <p:nvSpPr>
          <p:cNvPr id="82" name="gordon-source-component-9">
            <a:extLst xmlns:a="http://schemas.openxmlformats.org/drawingml/2006/main">
              <a:ext uri="{FF2B5EF4-FFF2-40B4-BE49-F238E27FC236}">
                <a16:creationId xmlns:a16="http://schemas.microsoft.com/office/drawing/2014/main" id="{84AEA522-FC71-4712-8E0D-9F88C86F840F}"/>
              </a:ext>
            </a:extLst>
          </p:cNvPr>
          <p:cNvSpPr>
            <a:spLocks xmlns:a="http://schemas.openxmlformats.org/drawingml/2006/main" noGrp="1"/>
          </p:cNvSpPr>
          <p:nvPr/>
        </p:nvSpPr>
        <p:spPr>
          <a:xfrm xmlns:a="http://schemas.openxmlformats.org/drawingml/2006/main" rot="0">
            <a:off x="9703085" y="2490192"/>
            <a:ext cx="1142356" cy="549936"/>
          </a:xfrm>
          <a:prstGeom xmlns:a="http://schemas.openxmlformats.org/drawingml/2006/main" prst="rect">
            <a:avLst/>
          </a:prstGeom>
          <a:noFill xmlns:a="http://schemas.openxmlformats.org/drawingml/2006/main"/>
          <a:ln xmlns:a="http://schemas.openxmlformats.org/drawingml/2006/main" w="0">
            <a:noFill/>
          </a:ln>
        </p:spPr>
      </p:sp>
      <p:sp>
        <p:nvSpPr>
          <p:cNvPr id="83" name="pdf-path-87">
            <a:extLst xmlns:a="http://schemas.openxmlformats.org/drawingml/2006/main">
              <a:ext uri="{FF2B5EF4-FFF2-40B4-BE49-F238E27FC236}">
                <a16:creationId xmlns:a16="http://schemas.microsoft.com/office/drawing/2014/main" id="{1D9F0E29-0919-4DA6-8183-99ACAF4F414A}"/>
              </a:ext>
            </a:extLst>
          </p:cNvPr>
          <p:cNvSpPr>
            <a:spLocks xmlns:a="http://schemas.openxmlformats.org/drawingml/2006/main" noGrp="1"/>
          </p:cNvSpPr>
          <p:nvPr/>
        </p:nvSpPr>
        <p:spPr>
          <a:xfrm xmlns:a="http://schemas.openxmlformats.org/drawingml/2006/main" rot="0">
            <a:off x="9731997" y="2519419"/>
            <a:ext cx="1032826" cy="440107"/>
          </a:xfrm>
          <a:custGeom xmlns:a="http://schemas.openxmlformats.org/drawingml/2006/main">
            <a:pathLst>
              <a:path w="1032826" h="440107">
                <a:moveTo>
                  <a:pt x="0" y="440107"/>
                </a:moveTo>
                <a:lnTo>
                  <a:pt x="109925" y="0"/>
                </a:lnTo>
                <a:lnTo>
                  <a:pt x="922902" y="0"/>
                </a:lnTo>
                <a:lnTo>
                  <a:pt x="1032826" y="440107"/>
                </a:lnTo>
                <a:lnTo>
                  <a:pt x="0" y="440107"/>
                </a:lnTo>
              </a:path>
            </a:pathLst>
          </a:custGeom>
          <a:solidFill xmlns:a="http://schemas.openxmlformats.org/drawingml/2006/main">
            <a:srgbClr val="C198E0"/>
          </a:solidFill>
          <a:ln xmlns:a="http://schemas.openxmlformats.org/drawingml/2006/main" w="0">
            <a:noFill/>
            <a:prstDash val="solid"/>
          </a:ln>
        </p:spPr>
      </p:sp>
      <p:sp>
        <p:nvSpPr>
          <p:cNvPr id="84" name="pdf-text-33-0">
            <a:extLst xmlns:a="http://schemas.openxmlformats.org/drawingml/2006/main">
              <a:ext uri="{FF2B5EF4-FFF2-40B4-BE49-F238E27FC236}">
                <a16:creationId xmlns:a16="http://schemas.microsoft.com/office/drawing/2014/main" id="{AEF526CE-E2EE-49DC-8FE0-7DB1B2522394}"/>
              </a:ext>
            </a:extLst>
          </p:cNvPr>
          <p:cNvSpPr>
            <a:spLocks xmlns:a="http://schemas.openxmlformats.org/drawingml/2006/main" noGrp="1"/>
          </p:cNvSpPr>
          <p:nvPr/>
        </p:nvSpPr>
        <p:spPr>
          <a:xfrm xmlns:a="http://schemas.openxmlformats.org/drawingml/2006/main" rot="0">
            <a:off x="9952801" y="2665520"/>
            <a:ext cx="594374" cy="1685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70" b="1" i="0">
                <a:solidFill>
                  <a:srgbClr val="000000"/>
                </a:solidFill>
                <a:latin typeface="Arial"/>
                <a:ea typeface="Arial"/>
                <a:cs typeface="Arial"/>
              </a:defRPr>
            </a:defPPr>
          </a:lstStyle>
          <a:p xmlns:a="http://schemas.openxmlformats.org/drawingml/2006/main">
            <a:pPr algn="l">
              <a:defRPr sz="1170" b="1" i="0">
                <a:solidFill>
                  <a:srgbClr val="000000"/>
                </a:solidFill>
                <a:latin typeface="Arial"/>
                <a:ea typeface="Arial"/>
                <a:cs typeface="Arial"/>
              </a:defRPr>
            </a:pPr>
            <a:r>
              <a:rPr sz="1170" b="1" i="0">
                <a:solidFill>
                  <a:srgbClr val="000000"/>
                </a:solidFill>
                <a:latin typeface="Arial"/>
                <a:ea typeface="Arial"/>
                <a:cs typeface="Arial"/>
              </a:rPr>
              <a:t>Encoder</a:t>
            </a:r>
          </a:p>
        </p:txBody>
      </p:sp>
      <p:pic>
        <p:nvPicPr>
          <p:cNvPr id="85" name="">
            <a:extLst xmlns:a="http://schemas.openxmlformats.org/drawingml/2006/main">
              <a:ext uri="{FF2B5EF4-FFF2-40B4-BE49-F238E27FC236}">
                <a16:creationId xmlns:a16="http://schemas.microsoft.com/office/drawing/2014/main" id="{3E4652C3-AF6C-4F25-B9D1-0D79CC675AB0}"/>
              </a:ext>
            </a:extLst>
          </p:cNvPr>
          <p:cNvPicPr>
            <a:picLocks xmlns:a="http://schemas.openxmlformats.org/drawingml/2006/main" noChangeAspect="1"/>
          </p:cNvPicPr>
          <p:nvPr/>
        </p:nvPicPr>
        <p:blipFill>
          <a:blip xmlns:r="http://schemas.openxmlformats.org/officeDocument/2006/relationships" xmlns:a="http://schemas.openxmlformats.org/drawingml/2006/main" r:embed="R549e679fe59d4b9a"/>
          <a:srcRect xmlns:a="http://schemas.openxmlformats.org/drawingml/2006/main" l="29" t="0" r="29" b="0"/>
          <a:stretch xmlns:a="http://schemas.openxmlformats.org/drawingml/2006/main">
            <a:fillRect l="0" t="0" r="0" b="0"/>
          </a:stretch>
        </p:blipFill>
        <p:spPr>
          <a:xfrm xmlns:a="http://schemas.openxmlformats.org/drawingml/2006/main">
            <a:off x="9792825" y="2371307"/>
            <a:ext cx="279858" cy="289677"/>
          </a:xfrm>
          <a:prstGeom xmlns:a="http://schemas.openxmlformats.org/drawingml/2006/main" prst="rect">
            <a:avLst/>
          </a:prstGeom>
        </p:spPr>
      </p:pic>
      <p:sp>
        <p:nvSpPr>
          <p:cNvPr id="86" name="gordon-source-component-11">
            <a:extLst xmlns:a="http://schemas.openxmlformats.org/drawingml/2006/main">
              <a:ext uri="{FF2B5EF4-FFF2-40B4-BE49-F238E27FC236}">
                <a16:creationId xmlns:a16="http://schemas.microsoft.com/office/drawing/2014/main" id="{F6837B07-F13D-4037-A83E-DB0ECA2C3CA5}"/>
              </a:ext>
            </a:extLst>
          </p:cNvPr>
          <p:cNvSpPr>
            <a:spLocks xmlns:a="http://schemas.openxmlformats.org/drawingml/2006/main" noGrp="1"/>
          </p:cNvSpPr>
          <p:nvPr/>
        </p:nvSpPr>
        <p:spPr>
          <a:xfrm xmlns:a="http://schemas.openxmlformats.org/drawingml/2006/main" rot="0">
            <a:off x="9792825" y="2371307"/>
            <a:ext cx="279858" cy="289677"/>
          </a:xfrm>
          <a:prstGeom xmlns:a="http://schemas.openxmlformats.org/drawingml/2006/main" prst="rect">
            <a:avLst/>
          </a:prstGeom>
          <a:noFill xmlns:a="http://schemas.openxmlformats.org/drawingml/2006/main"/>
          <a:ln xmlns:a="http://schemas.openxmlformats.org/drawingml/2006/main" w="0">
            <a:noFill/>
          </a:ln>
        </p:spPr>
      </p:sp>
      <p:pic>
        <p:nvPicPr>
          <p:cNvPr id="87" name="">
            <a:extLst xmlns:a="http://schemas.openxmlformats.org/drawingml/2006/main">
              <a:ext uri="{FF2B5EF4-FFF2-40B4-BE49-F238E27FC236}">
                <a16:creationId xmlns:a16="http://schemas.microsoft.com/office/drawing/2014/main" id="{BCFD98B5-8D72-4C08-95DF-5FCCFFEB146D}"/>
              </a:ext>
            </a:extLst>
          </p:cNvPr>
          <p:cNvPicPr>
            <a:picLocks xmlns:a="http://schemas.openxmlformats.org/drawingml/2006/main" noChangeAspect="1"/>
          </p:cNvPicPr>
          <p:nvPr/>
        </p:nvPicPr>
        <p:blipFill>
          <a:blip xmlns:r="http://schemas.openxmlformats.org/officeDocument/2006/relationships" xmlns:a="http://schemas.openxmlformats.org/drawingml/2006/main" r:embed="R10a62a82b9b74338"/>
          <a:srcRect xmlns:a="http://schemas.openxmlformats.org/drawingml/2006/main" l="208" t="0" r="208" b="0"/>
          <a:stretch xmlns:a="http://schemas.openxmlformats.org/drawingml/2006/main">
            <a:fillRect l="0" t="0" r="0" b="0"/>
          </a:stretch>
        </p:blipFill>
        <p:spPr>
          <a:xfrm xmlns:a="http://schemas.openxmlformats.org/drawingml/2006/main">
            <a:off x="10904344" y="2367461"/>
            <a:ext cx="1160358" cy="697216"/>
          </a:xfrm>
          <a:prstGeom xmlns:a="http://schemas.openxmlformats.org/drawingml/2006/main" prst="rect">
            <a:avLst/>
          </a:prstGeom>
        </p:spPr>
      </p:pic>
      <p:sp>
        <p:nvSpPr>
          <p:cNvPr id="88" name="gordon-source-component-12">
            <a:extLst xmlns:a="http://schemas.openxmlformats.org/drawingml/2006/main">
              <a:ext uri="{FF2B5EF4-FFF2-40B4-BE49-F238E27FC236}">
                <a16:creationId xmlns:a16="http://schemas.microsoft.com/office/drawing/2014/main" id="{BC9AE1EB-91C3-476C-905E-90BD3E240D8B}"/>
              </a:ext>
            </a:extLst>
          </p:cNvPr>
          <p:cNvSpPr>
            <a:spLocks xmlns:a="http://schemas.openxmlformats.org/drawingml/2006/main" noGrp="1"/>
          </p:cNvSpPr>
          <p:nvPr/>
        </p:nvSpPr>
        <p:spPr>
          <a:xfrm xmlns:a="http://schemas.openxmlformats.org/drawingml/2006/main" rot="0">
            <a:off x="10904344" y="2367461"/>
            <a:ext cx="1160358" cy="697216"/>
          </a:xfrm>
          <a:prstGeom xmlns:a="http://schemas.openxmlformats.org/drawingml/2006/main" prst="rect">
            <a:avLst/>
          </a:prstGeom>
          <a:noFill xmlns:a="http://schemas.openxmlformats.org/drawingml/2006/main"/>
          <a:ln xmlns:a="http://schemas.openxmlformats.org/drawingml/2006/main" w="0">
            <a:noFill/>
          </a:ln>
        </p:spPr>
      </p:sp>
      <p:sp>
        <p:nvSpPr>
          <p:cNvPr id="89" name="pdf-path-91">
            <a:extLst xmlns:a="http://schemas.openxmlformats.org/drawingml/2006/main">
              <a:ext uri="{FF2B5EF4-FFF2-40B4-BE49-F238E27FC236}">
                <a16:creationId xmlns:a16="http://schemas.microsoft.com/office/drawing/2014/main" id="{A26FA926-48B0-42D3-BA9B-B4B46D48D6A8}"/>
              </a:ext>
            </a:extLst>
          </p:cNvPr>
          <p:cNvSpPr>
            <a:spLocks xmlns:a="http://schemas.openxmlformats.org/drawingml/2006/main" noGrp="1"/>
          </p:cNvSpPr>
          <p:nvPr/>
        </p:nvSpPr>
        <p:spPr>
          <a:xfrm xmlns:a="http://schemas.openxmlformats.org/drawingml/2006/main" rot="0">
            <a:off x="10932575" y="2543013"/>
            <a:ext cx="1050692" cy="440108"/>
          </a:xfrm>
          <a:custGeom xmlns:a="http://schemas.openxmlformats.org/drawingml/2006/main">
            <a:pathLst>
              <a:path w="1050692" h="440108">
                <a:moveTo>
                  <a:pt x="0" y="440108"/>
                </a:moveTo>
                <a:lnTo>
                  <a:pt x="110060" y="0"/>
                </a:lnTo>
                <a:lnTo>
                  <a:pt x="940768" y="0"/>
                </a:lnTo>
                <a:lnTo>
                  <a:pt x="1050692" y="440108"/>
                </a:lnTo>
                <a:lnTo>
                  <a:pt x="0" y="440108"/>
                </a:lnTo>
              </a:path>
            </a:pathLst>
          </a:custGeom>
          <a:solidFill xmlns:a="http://schemas.openxmlformats.org/drawingml/2006/main">
            <a:srgbClr val="C198E0"/>
          </a:solidFill>
          <a:ln xmlns:a="http://schemas.openxmlformats.org/drawingml/2006/main" w="0">
            <a:noFill/>
            <a:prstDash val="solid"/>
          </a:ln>
        </p:spPr>
      </p:sp>
      <p:sp>
        <p:nvSpPr>
          <p:cNvPr id="90" name="pdf-text-34-0">
            <a:extLst xmlns:a="http://schemas.openxmlformats.org/drawingml/2006/main">
              <a:ext uri="{FF2B5EF4-FFF2-40B4-BE49-F238E27FC236}">
                <a16:creationId xmlns:a16="http://schemas.microsoft.com/office/drawing/2014/main" id="{7492AF5D-9A22-49CF-8192-1D5CC31A7158}"/>
              </a:ext>
            </a:extLst>
          </p:cNvPr>
          <p:cNvSpPr>
            <a:spLocks xmlns:a="http://schemas.openxmlformats.org/drawingml/2006/main" noGrp="1"/>
          </p:cNvSpPr>
          <p:nvPr/>
        </p:nvSpPr>
        <p:spPr>
          <a:xfrm xmlns:a="http://schemas.openxmlformats.org/drawingml/2006/main" rot="0">
            <a:off x="11161289" y="2689115"/>
            <a:ext cx="594374" cy="1685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70" b="1" i="0">
                <a:solidFill>
                  <a:srgbClr val="000000"/>
                </a:solidFill>
                <a:latin typeface="Arial"/>
                <a:ea typeface="Arial"/>
                <a:cs typeface="Arial"/>
              </a:defRPr>
            </a:defPPr>
          </a:lstStyle>
          <a:p xmlns:a="http://schemas.openxmlformats.org/drawingml/2006/main">
            <a:pPr algn="l">
              <a:defRPr sz="1170" b="1" i="0">
                <a:solidFill>
                  <a:srgbClr val="000000"/>
                </a:solidFill>
                <a:latin typeface="Arial"/>
                <a:ea typeface="Arial"/>
                <a:cs typeface="Arial"/>
              </a:defRPr>
            </a:pPr>
            <a:r>
              <a:rPr sz="1170" b="1" i="0">
                <a:solidFill>
                  <a:srgbClr val="000000"/>
                </a:solidFill>
                <a:latin typeface="Arial"/>
                <a:ea typeface="Arial"/>
                <a:cs typeface="Arial"/>
              </a:rPr>
              <a:t>Encoder</a:t>
            </a:r>
          </a:p>
        </p:txBody>
      </p:sp>
      <p:pic>
        <p:nvPicPr>
          <p:cNvPr id="91" name="">
            <a:extLst xmlns:a="http://schemas.openxmlformats.org/drawingml/2006/main">
              <a:ext uri="{FF2B5EF4-FFF2-40B4-BE49-F238E27FC236}">
                <a16:creationId xmlns:a16="http://schemas.microsoft.com/office/drawing/2014/main" id="{BFFE6C36-DDC6-4655-8850-0848A93918EF}"/>
              </a:ext>
            </a:extLst>
          </p:cNvPr>
          <p:cNvPicPr>
            <a:picLocks xmlns:a="http://schemas.openxmlformats.org/drawingml/2006/main" noChangeAspect="1"/>
          </p:cNvPicPr>
          <p:nvPr/>
        </p:nvPicPr>
        <p:blipFill>
          <a:blip xmlns:r="http://schemas.openxmlformats.org/officeDocument/2006/relationships" xmlns:a="http://schemas.openxmlformats.org/drawingml/2006/main" r:embed="Rad1a0bed6ad343dc"/>
          <a:srcRect xmlns:a="http://schemas.openxmlformats.org/drawingml/2006/main" l="847" t="0" r="847" b="0"/>
          <a:stretch xmlns:a="http://schemas.openxmlformats.org/drawingml/2006/main">
            <a:fillRect l="0" t="0" r="0" b="0"/>
          </a:stretch>
        </p:blipFill>
        <p:spPr>
          <a:xfrm xmlns:a="http://schemas.openxmlformats.org/drawingml/2006/main">
            <a:off x="10994493" y="2395038"/>
            <a:ext cx="284767" cy="289677"/>
          </a:xfrm>
          <a:prstGeom xmlns:a="http://schemas.openxmlformats.org/drawingml/2006/main" prst="rect">
            <a:avLst/>
          </a:prstGeom>
        </p:spPr>
      </p:pic>
      <p:sp>
        <p:nvSpPr>
          <p:cNvPr id="92" name="gordon-source-component-13">
            <a:extLst xmlns:a="http://schemas.openxmlformats.org/drawingml/2006/main">
              <a:ext uri="{FF2B5EF4-FFF2-40B4-BE49-F238E27FC236}">
                <a16:creationId xmlns:a16="http://schemas.microsoft.com/office/drawing/2014/main" id="{6619602B-B17C-49B6-8767-26F023561FED}"/>
              </a:ext>
            </a:extLst>
          </p:cNvPr>
          <p:cNvSpPr>
            <a:spLocks xmlns:a="http://schemas.openxmlformats.org/drawingml/2006/main" noGrp="1"/>
          </p:cNvSpPr>
          <p:nvPr/>
        </p:nvSpPr>
        <p:spPr>
          <a:xfrm xmlns:a="http://schemas.openxmlformats.org/drawingml/2006/main" rot="0">
            <a:off x="10994493" y="2395038"/>
            <a:ext cx="284767" cy="289677"/>
          </a:xfrm>
          <a:prstGeom xmlns:a="http://schemas.openxmlformats.org/drawingml/2006/main" prst="rect">
            <a:avLst/>
          </a:prstGeom>
          <a:noFill xmlns:a="http://schemas.openxmlformats.org/drawingml/2006/main"/>
          <a:ln xmlns:a="http://schemas.openxmlformats.org/drawingml/2006/main" w="0">
            <a:noFill/>
          </a:ln>
        </p:spPr>
      </p:sp>
      <p:pic>
        <p:nvPicPr>
          <p:cNvPr id="93" name="">
            <a:extLst xmlns:a="http://schemas.openxmlformats.org/drawingml/2006/main">
              <a:ext uri="{FF2B5EF4-FFF2-40B4-BE49-F238E27FC236}">
                <a16:creationId xmlns:a16="http://schemas.microsoft.com/office/drawing/2014/main" id="{E2D520CB-D7B2-4CB1-8A62-E646A662CF89}"/>
              </a:ext>
            </a:extLst>
          </p:cNvPr>
          <p:cNvPicPr>
            <a:picLocks xmlns:a="http://schemas.openxmlformats.org/drawingml/2006/main" noChangeAspect="1"/>
          </p:cNvPicPr>
          <p:nvPr/>
        </p:nvPicPr>
        <p:blipFill>
          <a:blip xmlns:r="http://schemas.openxmlformats.org/officeDocument/2006/relationships" xmlns:a="http://schemas.openxmlformats.org/drawingml/2006/main" r:embed="R522be46d5588465f"/>
          <a:srcRect xmlns:a="http://schemas.openxmlformats.org/drawingml/2006/main" l="208" t="0" r="208" b="0"/>
          <a:stretch xmlns:a="http://schemas.openxmlformats.org/drawingml/2006/main">
            <a:fillRect l="0" t="0" r="0" b="0"/>
          </a:stretch>
        </p:blipFill>
        <p:spPr>
          <a:xfrm xmlns:a="http://schemas.openxmlformats.org/drawingml/2006/main">
            <a:off x="12105602" y="2367461"/>
            <a:ext cx="1160359" cy="697216"/>
          </a:xfrm>
          <a:prstGeom xmlns:a="http://schemas.openxmlformats.org/drawingml/2006/main" prst="rect">
            <a:avLst/>
          </a:prstGeom>
        </p:spPr>
      </p:pic>
      <p:sp>
        <p:nvSpPr>
          <p:cNvPr id="94" name="gordon-source-component-14">
            <a:extLst xmlns:a="http://schemas.openxmlformats.org/drawingml/2006/main">
              <a:ext uri="{FF2B5EF4-FFF2-40B4-BE49-F238E27FC236}">
                <a16:creationId xmlns:a16="http://schemas.microsoft.com/office/drawing/2014/main" id="{CD507041-F96E-4CC1-BE89-615DB33C2833}"/>
              </a:ext>
            </a:extLst>
          </p:cNvPr>
          <p:cNvSpPr>
            <a:spLocks xmlns:a="http://schemas.openxmlformats.org/drawingml/2006/main" noGrp="1"/>
          </p:cNvSpPr>
          <p:nvPr/>
        </p:nvSpPr>
        <p:spPr>
          <a:xfrm xmlns:a="http://schemas.openxmlformats.org/drawingml/2006/main" rot="0">
            <a:off x="12105602" y="2367461"/>
            <a:ext cx="1160359" cy="697216"/>
          </a:xfrm>
          <a:prstGeom xmlns:a="http://schemas.openxmlformats.org/drawingml/2006/main" prst="rect">
            <a:avLst/>
          </a:prstGeom>
          <a:noFill xmlns:a="http://schemas.openxmlformats.org/drawingml/2006/main"/>
          <a:ln xmlns:a="http://schemas.openxmlformats.org/drawingml/2006/main" w="0">
            <a:noFill/>
          </a:ln>
        </p:spPr>
      </p:sp>
      <p:sp>
        <p:nvSpPr>
          <p:cNvPr id="95" name="pdf-path-95">
            <a:extLst xmlns:a="http://schemas.openxmlformats.org/drawingml/2006/main">
              <a:ext uri="{FF2B5EF4-FFF2-40B4-BE49-F238E27FC236}">
                <a16:creationId xmlns:a16="http://schemas.microsoft.com/office/drawing/2014/main" id="{0C15E5BB-3C13-4DB6-AD14-4129DEB6D989}"/>
              </a:ext>
            </a:extLst>
          </p:cNvPr>
          <p:cNvSpPr>
            <a:spLocks xmlns:a="http://schemas.openxmlformats.org/drawingml/2006/main" noGrp="1"/>
          </p:cNvSpPr>
          <p:nvPr/>
        </p:nvSpPr>
        <p:spPr>
          <a:xfrm xmlns:a="http://schemas.openxmlformats.org/drawingml/2006/main" rot="0">
            <a:off x="12133289" y="2543013"/>
            <a:ext cx="1050693" cy="440108"/>
          </a:xfrm>
          <a:custGeom xmlns:a="http://schemas.openxmlformats.org/drawingml/2006/main">
            <a:pathLst>
              <a:path w="1050693" h="440108">
                <a:moveTo>
                  <a:pt x="0" y="440108"/>
                </a:moveTo>
                <a:lnTo>
                  <a:pt x="110061" y="0"/>
                </a:lnTo>
                <a:lnTo>
                  <a:pt x="940632" y="0"/>
                </a:lnTo>
                <a:lnTo>
                  <a:pt x="1050693" y="440108"/>
                </a:lnTo>
                <a:lnTo>
                  <a:pt x="0" y="440108"/>
                </a:lnTo>
              </a:path>
            </a:pathLst>
          </a:custGeom>
          <a:solidFill xmlns:a="http://schemas.openxmlformats.org/drawingml/2006/main">
            <a:srgbClr val="C198E0"/>
          </a:solidFill>
          <a:ln xmlns:a="http://schemas.openxmlformats.org/drawingml/2006/main" w="0">
            <a:noFill/>
            <a:prstDash val="solid"/>
          </a:ln>
        </p:spPr>
      </p:sp>
      <p:sp>
        <p:nvSpPr>
          <p:cNvPr id="96" name="pdf-text-35-0">
            <a:extLst xmlns:a="http://schemas.openxmlformats.org/drawingml/2006/main">
              <a:ext uri="{FF2B5EF4-FFF2-40B4-BE49-F238E27FC236}">
                <a16:creationId xmlns:a16="http://schemas.microsoft.com/office/drawing/2014/main" id="{73FF5C15-EF38-4A1C-94BD-2AA683B22AB8}"/>
              </a:ext>
            </a:extLst>
          </p:cNvPr>
          <p:cNvSpPr>
            <a:spLocks xmlns:a="http://schemas.openxmlformats.org/drawingml/2006/main" noGrp="1"/>
          </p:cNvSpPr>
          <p:nvPr/>
        </p:nvSpPr>
        <p:spPr>
          <a:xfrm xmlns:a="http://schemas.openxmlformats.org/drawingml/2006/main" rot="0">
            <a:off x="12361866" y="2688947"/>
            <a:ext cx="595724" cy="1685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72" b="1" i="0">
                <a:solidFill>
                  <a:srgbClr val="000000"/>
                </a:solidFill>
                <a:latin typeface="Arial"/>
                <a:ea typeface="Arial"/>
                <a:cs typeface="Arial"/>
              </a:defRPr>
            </a:defPPr>
          </a:lstStyle>
          <a:p xmlns:a="http://schemas.openxmlformats.org/drawingml/2006/main">
            <a:pPr algn="l">
              <a:defRPr sz="1172" b="1" i="0">
                <a:solidFill>
                  <a:srgbClr val="000000"/>
                </a:solidFill>
                <a:latin typeface="Arial"/>
                <a:ea typeface="Arial"/>
                <a:cs typeface="Arial"/>
              </a:defRPr>
            </a:pPr>
            <a:r>
              <a:rPr sz="1172" b="1" i="0">
                <a:solidFill>
                  <a:srgbClr val="000000"/>
                </a:solidFill>
                <a:latin typeface="Arial"/>
                <a:ea typeface="Arial"/>
                <a:cs typeface="Arial"/>
              </a:rPr>
              <a:t>Encoder</a:t>
            </a:r>
          </a:p>
        </p:txBody>
      </p:sp>
      <p:pic>
        <p:nvPicPr>
          <p:cNvPr id="97" name="">
            <a:extLst xmlns:a="http://schemas.openxmlformats.org/drawingml/2006/main">
              <a:ext uri="{FF2B5EF4-FFF2-40B4-BE49-F238E27FC236}">
                <a16:creationId xmlns:a16="http://schemas.microsoft.com/office/drawing/2014/main" id="{1F828C61-403E-4E2C-AB0F-59F8A5993EA3}"/>
              </a:ext>
            </a:extLst>
          </p:cNvPr>
          <p:cNvPicPr>
            <a:picLocks xmlns:a="http://schemas.openxmlformats.org/drawingml/2006/main" noChangeAspect="1"/>
          </p:cNvPicPr>
          <p:nvPr/>
        </p:nvPicPr>
        <p:blipFill>
          <a:blip xmlns:r="http://schemas.openxmlformats.org/officeDocument/2006/relationships" xmlns:a="http://schemas.openxmlformats.org/drawingml/2006/main" r:embed="R04280a7572be4a28"/>
          <a:srcRect xmlns:a="http://schemas.openxmlformats.org/drawingml/2006/main" l="847" t="0" r="847" b="0"/>
          <a:stretch xmlns:a="http://schemas.openxmlformats.org/drawingml/2006/main">
            <a:fillRect l="0" t="0" r="0" b="0"/>
          </a:stretch>
        </p:blipFill>
        <p:spPr>
          <a:xfrm xmlns:a="http://schemas.openxmlformats.org/drawingml/2006/main">
            <a:off x="12195206" y="2395038"/>
            <a:ext cx="284767" cy="289677"/>
          </a:xfrm>
          <a:prstGeom xmlns:a="http://schemas.openxmlformats.org/drawingml/2006/main" prst="rect">
            <a:avLst/>
          </a:prstGeom>
        </p:spPr>
      </p:pic>
      <p:sp>
        <p:nvSpPr>
          <p:cNvPr id="98" name="gordon-source-component-15">
            <a:extLst xmlns:a="http://schemas.openxmlformats.org/drawingml/2006/main">
              <a:ext uri="{FF2B5EF4-FFF2-40B4-BE49-F238E27FC236}">
                <a16:creationId xmlns:a16="http://schemas.microsoft.com/office/drawing/2014/main" id="{43DD1564-8C62-4564-AD7A-4BA41A2CE2D3}"/>
              </a:ext>
            </a:extLst>
          </p:cNvPr>
          <p:cNvSpPr>
            <a:spLocks xmlns:a="http://schemas.openxmlformats.org/drawingml/2006/main" noGrp="1"/>
          </p:cNvSpPr>
          <p:nvPr/>
        </p:nvSpPr>
        <p:spPr>
          <a:xfrm xmlns:a="http://schemas.openxmlformats.org/drawingml/2006/main" rot="0">
            <a:off x="12195206" y="2395038"/>
            <a:ext cx="284767" cy="289677"/>
          </a:xfrm>
          <a:prstGeom xmlns:a="http://schemas.openxmlformats.org/drawingml/2006/main" prst="rect">
            <a:avLst/>
          </a:prstGeom>
          <a:noFill xmlns:a="http://schemas.openxmlformats.org/drawingml/2006/main"/>
          <a:ln xmlns:a="http://schemas.openxmlformats.org/drawingml/2006/main" w="0">
            <a:noFill/>
          </a:ln>
        </p:spPr>
      </p:sp>
      <p:sp>
        <p:nvSpPr>
          <p:cNvPr id="99" name="pdf-path-98-part-0">
            <a:extLst xmlns:a="http://schemas.openxmlformats.org/drawingml/2006/main">
              <a:ext uri="{FF2B5EF4-FFF2-40B4-BE49-F238E27FC236}">
                <a16:creationId xmlns:a16="http://schemas.microsoft.com/office/drawing/2014/main" id="{339ED8CD-4FFA-4785-9DEE-0AE642B937A7}"/>
              </a:ext>
            </a:extLst>
          </p:cNvPr>
          <p:cNvSpPr>
            <a:spLocks xmlns:a="http://schemas.openxmlformats.org/drawingml/2006/main" noGrp="1"/>
          </p:cNvSpPr>
          <p:nvPr/>
        </p:nvSpPr>
        <p:spPr>
          <a:xfrm xmlns:a="http://schemas.openxmlformats.org/drawingml/2006/main" rot="0">
            <a:off x="10160784" y="3063041"/>
            <a:ext cx="189982" cy="404320"/>
          </a:xfrm>
          <a:custGeom xmlns:a="http://schemas.openxmlformats.org/drawingml/2006/main">
            <a:pathLst>
              <a:path w="189982" h="404320">
                <a:moveTo>
                  <a:pt x="115516" y="404320"/>
                </a:moveTo>
                <a:lnTo>
                  <a:pt x="115516" y="40642"/>
                </a:lnTo>
                <a:lnTo>
                  <a:pt x="74601" y="40642"/>
                </a:lnTo>
                <a:lnTo>
                  <a:pt x="74601" y="404320"/>
                </a:lnTo>
                <a:lnTo>
                  <a:pt x="115516" y="404320"/>
                </a:lnTo>
              </a:path>
            </a:pathLst>
          </a:custGeom>
          <a:solidFill xmlns:a="http://schemas.openxmlformats.org/drawingml/2006/main">
            <a:srgbClr val="1B4487"/>
          </a:solidFill>
          <a:ln xmlns:a="http://schemas.openxmlformats.org/drawingml/2006/main" w="0">
            <a:noFill/>
            <a:prstDash val="solid"/>
          </a:ln>
        </p:spPr>
      </p:sp>
      <p:sp>
        <p:nvSpPr>
          <p:cNvPr id="100" name="pdf-path-98-part-1">
            <a:extLst xmlns:a="http://schemas.openxmlformats.org/drawingml/2006/main">
              <a:ext uri="{FF2B5EF4-FFF2-40B4-BE49-F238E27FC236}">
                <a16:creationId xmlns:a16="http://schemas.microsoft.com/office/drawing/2014/main" id="{E3AE2ECB-E3BF-422F-928D-FA306E18377F}"/>
              </a:ext>
            </a:extLst>
          </p:cNvPr>
          <p:cNvSpPr>
            <a:spLocks xmlns:a="http://schemas.openxmlformats.org/drawingml/2006/main" noGrp="1"/>
          </p:cNvSpPr>
          <p:nvPr/>
        </p:nvSpPr>
        <p:spPr>
          <a:xfrm xmlns:a="http://schemas.openxmlformats.org/drawingml/2006/main" rot="0">
            <a:off x="10160784" y="3063041"/>
            <a:ext cx="189982" cy="404320"/>
          </a:xfrm>
          <a:custGeom xmlns:a="http://schemas.openxmlformats.org/drawingml/2006/main">
            <a:pathLst>
              <a:path w="189982" h="404320">
                <a:moveTo>
                  <a:pt x="184253" y="153021"/>
                </a:moveTo>
                <a:lnTo>
                  <a:pt x="95058" y="0"/>
                </a:lnTo>
                <a:lnTo>
                  <a:pt x="5728" y="153021"/>
                </a:lnTo>
                <a:cubicBezTo>
                  <a:pt x="0" y="162841"/>
                  <a:pt x="3410" y="175388"/>
                  <a:pt x="13094" y="180980"/>
                </a:cubicBezTo>
                <a:cubicBezTo>
                  <a:pt x="22913" y="186708"/>
                  <a:pt x="35460" y="183434"/>
                  <a:pt x="41052" y="173615"/>
                </a:cubicBezTo>
                <a:lnTo>
                  <a:pt x="112653" y="50870"/>
                </a:lnTo>
                <a:lnTo>
                  <a:pt x="77329" y="50870"/>
                </a:lnTo>
                <a:lnTo>
                  <a:pt x="148930" y="173615"/>
                </a:lnTo>
                <a:cubicBezTo>
                  <a:pt x="154659" y="183434"/>
                  <a:pt x="167206" y="186708"/>
                  <a:pt x="176888" y="180980"/>
                </a:cubicBezTo>
                <a:cubicBezTo>
                  <a:pt x="186708" y="175388"/>
                  <a:pt x="189982" y="162841"/>
                  <a:pt x="184253" y="153021"/>
                </a:cubicBezTo>
              </a:path>
            </a:pathLst>
          </a:custGeom>
          <a:solidFill xmlns:a="http://schemas.openxmlformats.org/drawingml/2006/main">
            <a:srgbClr val="1B4487"/>
          </a:solidFill>
          <a:ln xmlns:a="http://schemas.openxmlformats.org/drawingml/2006/main" w="0">
            <a:noFill/>
            <a:prstDash val="solid"/>
          </a:ln>
        </p:spPr>
      </p:sp>
      <p:sp>
        <p:nvSpPr>
          <p:cNvPr id="101" name="pdf-path-99-part-0">
            <a:extLst xmlns:a="http://schemas.openxmlformats.org/drawingml/2006/main">
              <a:ext uri="{FF2B5EF4-FFF2-40B4-BE49-F238E27FC236}">
                <a16:creationId xmlns:a16="http://schemas.microsoft.com/office/drawing/2014/main" id="{8F737920-369F-4B50-8E69-D65719D73FB3}"/>
              </a:ext>
            </a:extLst>
          </p:cNvPr>
          <p:cNvSpPr>
            <a:spLocks xmlns:a="http://schemas.openxmlformats.org/drawingml/2006/main" noGrp="1"/>
          </p:cNvSpPr>
          <p:nvPr/>
        </p:nvSpPr>
        <p:spPr>
          <a:xfrm xmlns:a="http://schemas.openxmlformats.org/drawingml/2006/main" rot="0">
            <a:off x="10160921" y="2166188"/>
            <a:ext cx="189845" cy="309316"/>
          </a:xfrm>
          <a:custGeom xmlns:a="http://schemas.openxmlformats.org/drawingml/2006/main">
            <a:pathLst>
              <a:path w="189845" h="309316">
                <a:moveTo>
                  <a:pt x="115380" y="309316"/>
                </a:moveTo>
                <a:lnTo>
                  <a:pt x="115380" y="40505"/>
                </a:lnTo>
                <a:lnTo>
                  <a:pt x="74464" y="40505"/>
                </a:lnTo>
                <a:lnTo>
                  <a:pt x="74464" y="309316"/>
                </a:lnTo>
                <a:lnTo>
                  <a:pt x="115380" y="309316"/>
                </a:lnTo>
              </a:path>
            </a:pathLst>
          </a:custGeom>
          <a:solidFill xmlns:a="http://schemas.openxmlformats.org/drawingml/2006/main">
            <a:srgbClr val="1B4487"/>
          </a:solidFill>
          <a:ln xmlns:a="http://schemas.openxmlformats.org/drawingml/2006/main" w="0">
            <a:noFill/>
            <a:prstDash val="solid"/>
          </a:ln>
        </p:spPr>
      </p:sp>
      <p:sp>
        <p:nvSpPr>
          <p:cNvPr id="102" name="pdf-path-99-part-1">
            <a:extLst xmlns:a="http://schemas.openxmlformats.org/drawingml/2006/main">
              <a:ext uri="{FF2B5EF4-FFF2-40B4-BE49-F238E27FC236}">
                <a16:creationId xmlns:a16="http://schemas.microsoft.com/office/drawing/2014/main" id="{1BAE6C29-737D-4A9E-8B0E-BCFFC7599FB8}"/>
              </a:ext>
            </a:extLst>
          </p:cNvPr>
          <p:cNvSpPr>
            <a:spLocks xmlns:a="http://schemas.openxmlformats.org/drawingml/2006/main" noGrp="1"/>
          </p:cNvSpPr>
          <p:nvPr/>
        </p:nvSpPr>
        <p:spPr>
          <a:xfrm xmlns:a="http://schemas.openxmlformats.org/drawingml/2006/main" rot="0">
            <a:off x="10160921" y="2166188"/>
            <a:ext cx="189845" cy="309316"/>
          </a:xfrm>
          <a:custGeom xmlns:a="http://schemas.openxmlformats.org/drawingml/2006/main">
            <a:pathLst>
              <a:path w="189845" h="309316">
                <a:moveTo>
                  <a:pt x="184253" y="153021"/>
                </a:moveTo>
                <a:lnTo>
                  <a:pt x="94922" y="0"/>
                </a:lnTo>
                <a:lnTo>
                  <a:pt x="5728" y="153021"/>
                </a:lnTo>
                <a:cubicBezTo>
                  <a:pt x="0" y="162704"/>
                  <a:pt x="3273" y="175251"/>
                  <a:pt x="12957" y="180980"/>
                </a:cubicBezTo>
                <a:cubicBezTo>
                  <a:pt x="22776" y="186571"/>
                  <a:pt x="35323" y="183298"/>
                  <a:pt x="41051" y="173615"/>
                </a:cubicBezTo>
                <a:lnTo>
                  <a:pt x="112653" y="50870"/>
                </a:lnTo>
                <a:lnTo>
                  <a:pt x="77329" y="50870"/>
                </a:lnTo>
                <a:lnTo>
                  <a:pt x="148930" y="173615"/>
                </a:lnTo>
                <a:cubicBezTo>
                  <a:pt x="154522" y="183298"/>
                  <a:pt x="167069" y="186708"/>
                  <a:pt x="176888" y="180980"/>
                </a:cubicBezTo>
                <a:cubicBezTo>
                  <a:pt x="186571" y="175251"/>
                  <a:pt x="189845" y="162704"/>
                  <a:pt x="184253" y="153021"/>
                </a:cubicBezTo>
              </a:path>
            </a:pathLst>
          </a:custGeom>
          <a:solidFill xmlns:a="http://schemas.openxmlformats.org/drawingml/2006/main">
            <a:srgbClr val="1B4487"/>
          </a:solidFill>
          <a:ln xmlns:a="http://schemas.openxmlformats.org/drawingml/2006/main" w="0">
            <a:noFill/>
            <a:prstDash val="solid"/>
          </a:ln>
        </p:spPr>
      </p:sp>
      <p:sp>
        <p:nvSpPr>
          <p:cNvPr id="103" name="pdf-path-100-part-0">
            <a:extLst xmlns:a="http://schemas.openxmlformats.org/drawingml/2006/main">
              <a:ext uri="{FF2B5EF4-FFF2-40B4-BE49-F238E27FC236}">
                <a16:creationId xmlns:a16="http://schemas.microsoft.com/office/drawing/2014/main" id="{8E8A9635-94E3-4C9D-A060-ABE96E71282E}"/>
              </a:ext>
            </a:extLst>
          </p:cNvPr>
          <p:cNvSpPr>
            <a:spLocks xmlns:a="http://schemas.openxmlformats.org/drawingml/2006/main" noGrp="1"/>
          </p:cNvSpPr>
          <p:nvPr/>
        </p:nvSpPr>
        <p:spPr>
          <a:xfrm xmlns:a="http://schemas.openxmlformats.org/drawingml/2006/main" rot="0">
            <a:off x="11392458" y="2166188"/>
            <a:ext cx="189844" cy="309316"/>
          </a:xfrm>
          <a:custGeom xmlns:a="http://schemas.openxmlformats.org/drawingml/2006/main">
            <a:pathLst>
              <a:path w="189844" h="309316">
                <a:moveTo>
                  <a:pt x="115380" y="309316"/>
                </a:moveTo>
                <a:lnTo>
                  <a:pt x="115380" y="40505"/>
                </a:lnTo>
                <a:lnTo>
                  <a:pt x="74465" y="40505"/>
                </a:lnTo>
                <a:lnTo>
                  <a:pt x="74465" y="309316"/>
                </a:lnTo>
                <a:lnTo>
                  <a:pt x="115380" y="309316"/>
                </a:lnTo>
              </a:path>
            </a:pathLst>
          </a:custGeom>
          <a:solidFill xmlns:a="http://schemas.openxmlformats.org/drawingml/2006/main">
            <a:srgbClr val="1B4487"/>
          </a:solidFill>
          <a:ln xmlns:a="http://schemas.openxmlformats.org/drawingml/2006/main" w="0">
            <a:noFill/>
            <a:prstDash val="solid"/>
          </a:ln>
        </p:spPr>
      </p:sp>
      <p:sp>
        <p:nvSpPr>
          <p:cNvPr id="104" name="pdf-path-100-part-1">
            <a:extLst xmlns:a="http://schemas.openxmlformats.org/drawingml/2006/main">
              <a:ext uri="{FF2B5EF4-FFF2-40B4-BE49-F238E27FC236}">
                <a16:creationId xmlns:a16="http://schemas.microsoft.com/office/drawing/2014/main" id="{1B2DC371-AE9F-4DC6-B10F-EB8E9E2F0707}"/>
              </a:ext>
            </a:extLst>
          </p:cNvPr>
          <p:cNvSpPr>
            <a:spLocks xmlns:a="http://schemas.openxmlformats.org/drawingml/2006/main" noGrp="1"/>
          </p:cNvSpPr>
          <p:nvPr/>
        </p:nvSpPr>
        <p:spPr>
          <a:xfrm xmlns:a="http://schemas.openxmlformats.org/drawingml/2006/main" rot="0">
            <a:off x="11392458" y="2166188"/>
            <a:ext cx="189844" cy="309316"/>
          </a:xfrm>
          <a:custGeom xmlns:a="http://schemas.openxmlformats.org/drawingml/2006/main">
            <a:pathLst>
              <a:path w="189844" h="309316">
                <a:moveTo>
                  <a:pt x="184253" y="153021"/>
                </a:moveTo>
                <a:lnTo>
                  <a:pt x="94922" y="0"/>
                </a:lnTo>
                <a:lnTo>
                  <a:pt x="5728" y="153021"/>
                </a:lnTo>
                <a:cubicBezTo>
                  <a:pt x="0" y="162704"/>
                  <a:pt x="3273" y="175251"/>
                  <a:pt x="13093" y="180980"/>
                </a:cubicBezTo>
                <a:cubicBezTo>
                  <a:pt x="22775" y="186571"/>
                  <a:pt x="35323" y="183298"/>
                  <a:pt x="41051" y="173615"/>
                </a:cubicBezTo>
                <a:lnTo>
                  <a:pt x="112652" y="50870"/>
                </a:lnTo>
                <a:lnTo>
                  <a:pt x="77328" y="50870"/>
                </a:lnTo>
                <a:lnTo>
                  <a:pt x="148930" y="173615"/>
                </a:lnTo>
                <a:cubicBezTo>
                  <a:pt x="154522" y="183298"/>
                  <a:pt x="167069" y="186708"/>
                  <a:pt x="176889" y="180980"/>
                </a:cubicBezTo>
                <a:cubicBezTo>
                  <a:pt x="186571" y="175251"/>
                  <a:pt x="189844" y="162704"/>
                  <a:pt x="184253" y="153021"/>
                </a:cubicBezTo>
              </a:path>
            </a:pathLst>
          </a:custGeom>
          <a:solidFill xmlns:a="http://schemas.openxmlformats.org/drawingml/2006/main">
            <a:srgbClr val="1B4487"/>
          </a:solidFill>
          <a:ln xmlns:a="http://schemas.openxmlformats.org/drawingml/2006/main" w="0">
            <a:noFill/>
            <a:prstDash val="solid"/>
          </a:ln>
        </p:spPr>
      </p:sp>
      <p:sp>
        <p:nvSpPr>
          <p:cNvPr id="105" name="pdf-path-101-part-0">
            <a:extLst xmlns:a="http://schemas.openxmlformats.org/drawingml/2006/main">
              <a:ext uri="{FF2B5EF4-FFF2-40B4-BE49-F238E27FC236}">
                <a16:creationId xmlns:a16="http://schemas.microsoft.com/office/drawing/2014/main" id="{AA174014-B49F-4067-90A3-E329E8F99605}"/>
              </a:ext>
            </a:extLst>
          </p:cNvPr>
          <p:cNvSpPr>
            <a:spLocks xmlns:a="http://schemas.openxmlformats.org/drawingml/2006/main" noGrp="1"/>
          </p:cNvSpPr>
          <p:nvPr/>
        </p:nvSpPr>
        <p:spPr>
          <a:xfrm xmlns:a="http://schemas.openxmlformats.org/drawingml/2006/main" rot="0">
            <a:off x="12564258" y="2166188"/>
            <a:ext cx="189981" cy="309316"/>
          </a:xfrm>
          <a:custGeom xmlns:a="http://schemas.openxmlformats.org/drawingml/2006/main">
            <a:pathLst>
              <a:path w="189981" h="309316">
                <a:moveTo>
                  <a:pt x="115380" y="309316"/>
                </a:moveTo>
                <a:lnTo>
                  <a:pt x="115380" y="40505"/>
                </a:lnTo>
                <a:lnTo>
                  <a:pt x="74465" y="40505"/>
                </a:lnTo>
                <a:lnTo>
                  <a:pt x="74465" y="309316"/>
                </a:lnTo>
                <a:lnTo>
                  <a:pt x="115380" y="309316"/>
                </a:lnTo>
              </a:path>
            </a:pathLst>
          </a:custGeom>
          <a:solidFill xmlns:a="http://schemas.openxmlformats.org/drawingml/2006/main">
            <a:srgbClr val="1B4487"/>
          </a:solidFill>
          <a:ln xmlns:a="http://schemas.openxmlformats.org/drawingml/2006/main" w="0">
            <a:noFill/>
            <a:prstDash val="solid"/>
          </a:ln>
        </p:spPr>
      </p:sp>
      <p:sp>
        <p:nvSpPr>
          <p:cNvPr id="106" name="pdf-path-101-part-1">
            <a:extLst xmlns:a="http://schemas.openxmlformats.org/drawingml/2006/main">
              <a:ext uri="{FF2B5EF4-FFF2-40B4-BE49-F238E27FC236}">
                <a16:creationId xmlns:a16="http://schemas.microsoft.com/office/drawing/2014/main" id="{62FE0141-6035-4186-B8C8-D17199BD0D36}"/>
              </a:ext>
            </a:extLst>
          </p:cNvPr>
          <p:cNvSpPr>
            <a:spLocks xmlns:a="http://schemas.openxmlformats.org/drawingml/2006/main" noGrp="1"/>
          </p:cNvSpPr>
          <p:nvPr/>
        </p:nvSpPr>
        <p:spPr>
          <a:xfrm xmlns:a="http://schemas.openxmlformats.org/drawingml/2006/main" rot="0">
            <a:off x="12564258" y="2166188"/>
            <a:ext cx="189981" cy="309316"/>
          </a:xfrm>
          <a:custGeom xmlns:a="http://schemas.openxmlformats.org/drawingml/2006/main">
            <a:pathLst>
              <a:path w="189981" h="309316">
                <a:moveTo>
                  <a:pt x="184253" y="153021"/>
                </a:moveTo>
                <a:lnTo>
                  <a:pt x="94922" y="0"/>
                </a:lnTo>
                <a:lnTo>
                  <a:pt x="5728" y="153021"/>
                </a:lnTo>
                <a:cubicBezTo>
                  <a:pt x="0" y="162704"/>
                  <a:pt x="3273" y="175251"/>
                  <a:pt x="13093" y="180980"/>
                </a:cubicBezTo>
                <a:cubicBezTo>
                  <a:pt x="22777" y="186708"/>
                  <a:pt x="35324" y="183298"/>
                  <a:pt x="41051" y="173615"/>
                </a:cubicBezTo>
                <a:lnTo>
                  <a:pt x="112653" y="50870"/>
                </a:lnTo>
                <a:lnTo>
                  <a:pt x="77330" y="50870"/>
                </a:lnTo>
                <a:lnTo>
                  <a:pt x="148930" y="173615"/>
                </a:lnTo>
                <a:cubicBezTo>
                  <a:pt x="154659" y="183298"/>
                  <a:pt x="167069" y="186708"/>
                  <a:pt x="176889" y="180980"/>
                </a:cubicBezTo>
                <a:cubicBezTo>
                  <a:pt x="186708" y="175251"/>
                  <a:pt x="189981" y="162704"/>
                  <a:pt x="184253" y="153021"/>
                </a:cubicBezTo>
              </a:path>
            </a:pathLst>
          </a:custGeom>
          <a:solidFill xmlns:a="http://schemas.openxmlformats.org/drawingml/2006/main">
            <a:srgbClr val="1B4487"/>
          </a:solidFill>
          <a:ln xmlns:a="http://schemas.openxmlformats.org/drawingml/2006/main" w="0">
            <a:noFill/>
            <a:prstDash val="solid"/>
          </a:ln>
        </p:spPr>
      </p:sp>
      <p:sp>
        <p:nvSpPr>
          <p:cNvPr id="107" name="pdf-text-36-0">
            <a:extLst xmlns:a="http://schemas.openxmlformats.org/drawingml/2006/main">
              <a:ext uri="{FF2B5EF4-FFF2-40B4-BE49-F238E27FC236}">
                <a16:creationId xmlns:a16="http://schemas.microsoft.com/office/drawing/2014/main" id="{79BCC5BC-D30A-4A71-9F86-47093DCE5B91}"/>
              </a:ext>
            </a:extLst>
          </p:cNvPr>
          <p:cNvSpPr>
            <a:spLocks xmlns:a="http://schemas.openxmlformats.org/drawingml/2006/main" noGrp="1"/>
          </p:cNvSpPr>
          <p:nvPr/>
        </p:nvSpPr>
        <p:spPr>
          <a:xfrm xmlns:a="http://schemas.openxmlformats.org/drawingml/2006/main" rot="0">
            <a:off x="13598175" y="4358992"/>
            <a:ext cx="775821" cy="1639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69" b="1" i="0">
                <a:solidFill>
                  <a:srgbClr val="2C5EAB"/>
                </a:solidFill>
                <a:latin typeface="Arial"/>
                <a:ea typeface="Arial"/>
                <a:cs typeface="Arial"/>
              </a:defRPr>
            </a:defPPr>
          </a:lstStyle>
          <a:p xmlns:a="http://schemas.openxmlformats.org/drawingml/2006/main">
            <a:pPr algn="l">
              <a:defRPr sz="1169" b="1" i="0">
                <a:solidFill>
                  <a:srgbClr val="2C5EAB"/>
                </a:solidFill>
                <a:latin typeface="Arial"/>
                <a:ea typeface="Arial"/>
                <a:cs typeface="Arial"/>
              </a:defRPr>
            </a:pPr>
            <a:r>
              <a:rPr sz="1169" b="1" i="0">
                <a:solidFill>
                  <a:srgbClr val="2C5EAB"/>
                </a:solidFill>
                <a:latin typeface="Arial"/>
                <a:ea typeface="Arial"/>
                <a:cs typeface="Arial"/>
              </a:rPr>
              <a:t>Goal frame</a:t>
            </a:r>
          </a:p>
        </p:txBody>
      </p:sp>
      <p:sp>
        <p:nvSpPr>
          <p:cNvPr id="108" name="pdf-path-103-part-0">
            <a:extLst xmlns:a="http://schemas.openxmlformats.org/drawingml/2006/main">
              <a:ext uri="{FF2B5EF4-FFF2-40B4-BE49-F238E27FC236}">
                <a16:creationId xmlns:a16="http://schemas.microsoft.com/office/drawing/2014/main" id="{3E50DF4A-6A2E-4F75-8345-3AC8D58A8443}"/>
              </a:ext>
            </a:extLst>
          </p:cNvPr>
          <p:cNvSpPr>
            <a:spLocks xmlns:a="http://schemas.openxmlformats.org/drawingml/2006/main" noGrp="1"/>
          </p:cNvSpPr>
          <p:nvPr/>
        </p:nvSpPr>
        <p:spPr>
          <a:xfrm xmlns:a="http://schemas.openxmlformats.org/drawingml/2006/main" rot="0">
            <a:off x="14086973" y="1902014"/>
            <a:ext cx="243032" cy="189981"/>
          </a:xfrm>
          <a:custGeom xmlns:a="http://schemas.openxmlformats.org/drawingml/2006/main">
            <a:pathLst>
              <a:path w="243032" h="189981">
                <a:moveTo>
                  <a:pt x="40641" y="74465"/>
                </a:moveTo>
                <a:lnTo>
                  <a:pt x="243032" y="74465"/>
                </a:lnTo>
                <a:lnTo>
                  <a:pt x="243032" y="115380"/>
                </a:lnTo>
                <a:lnTo>
                  <a:pt x="40641" y="115380"/>
                </a:lnTo>
                <a:close/>
              </a:path>
            </a:pathLst>
          </a:custGeom>
          <a:solidFill xmlns:a="http://schemas.openxmlformats.org/drawingml/2006/main">
            <a:srgbClr val="1B4487"/>
          </a:solidFill>
          <a:ln xmlns:a="http://schemas.openxmlformats.org/drawingml/2006/main" w="0">
            <a:noFill/>
            <a:prstDash val="solid"/>
          </a:ln>
        </p:spPr>
      </p:sp>
      <p:sp>
        <p:nvSpPr>
          <p:cNvPr id="109" name="pdf-path-103-part-1">
            <a:extLst xmlns:a="http://schemas.openxmlformats.org/drawingml/2006/main">
              <a:ext uri="{FF2B5EF4-FFF2-40B4-BE49-F238E27FC236}">
                <a16:creationId xmlns:a16="http://schemas.microsoft.com/office/drawing/2014/main" id="{DC0B64F8-C825-44BB-831D-46BB1F5B89C8}"/>
              </a:ext>
            </a:extLst>
          </p:cNvPr>
          <p:cNvSpPr>
            <a:spLocks xmlns:a="http://schemas.openxmlformats.org/drawingml/2006/main" noGrp="1"/>
          </p:cNvSpPr>
          <p:nvPr/>
        </p:nvSpPr>
        <p:spPr>
          <a:xfrm xmlns:a="http://schemas.openxmlformats.org/drawingml/2006/main" rot="0">
            <a:off x="14086973" y="1902014"/>
            <a:ext cx="243032" cy="189981"/>
          </a:xfrm>
          <a:custGeom xmlns:a="http://schemas.openxmlformats.org/drawingml/2006/main">
            <a:pathLst>
              <a:path w="243032" h="189981">
                <a:moveTo>
                  <a:pt x="153020" y="5728"/>
                </a:moveTo>
                <a:lnTo>
                  <a:pt x="0" y="94922"/>
                </a:lnTo>
                <a:lnTo>
                  <a:pt x="153020" y="184253"/>
                </a:lnTo>
                <a:cubicBezTo>
                  <a:pt x="162839" y="189981"/>
                  <a:pt x="175388" y="186708"/>
                  <a:pt x="180980" y="176888"/>
                </a:cubicBezTo>
                <a:cubicBezTo>
                  <a:pt x="186707" y="167069"/>
                  <a:pt x="183434" y="154658"/>
                  <a:pt x="173614" y="148930"/>
                </a:cubicBezTo>
                <a:lnTo>
                  <a:pt x="50870" y="77329"/>
                </a:lnTo>
                <a:lnTo>
                  <a:pt x="50870" y="112652"/>
                </a:lnTo>
                <a:lnTo>
                  <a:pt x="173614" y="41051"/>
                </a:lnTo>
                <a:cubicBezTo>
                  <a:pt x="183434" y="35323"/>
                  <a:pt x="186707" y="22776"/>
                  <a:pt x="180980" y="13093"/>
                </a:cubicBezTo>
                <a:cubicBezTo>
                  <a:pt x="175388" y="3273"/>
                  <a:pt x="162839" y="0"/>
                  <a:pt x="153020" y="5728"/>
                </a:cubicBezTo>
              </a:path>
            </a:pathLst>
          </a:custGeom>
          <a:solidFill xmlns:a="http://schemas.openxmlformats.org/drawingml/2006/main">
            <a:srgbClr val="1B4487"/>
          </a:solidFill>
          <a:ln xmlns:a="http://schemas.openxmlformats.org/drawingml/2006/main" w="0">
            <a:noFill/>
            <a:prstDash val="solid"/>
          </a:ln>
        </p:spPr>
      </p:sp>
      <p:sp>
        <p:nvSpPr>
          <p:cNvPr id="110" name="pdf-path-104">
            <a:extLst xmlns:a="http://schemas.openxmlformats.org/drawingml/2006/main">
              <a:ext uri="{FF2B5EF4-FFF2-40B4-BE49-F238E27FC236}">
                <a16:creationId xmlns:a16="http://schemas.microsoft.com/office/drawing/2014/main" id="{11AAF888-8B4A-4652-A797-DD4785621B54}"/>
              </a:ext>
            </a:extLst>
          </p:cNvPr>
          <p:cNvSpPr>
            <a:spLocks xmlns:a="http://schemas.openxmlformats.org/drawingml/2006/main" noGrp="1"/>
          </p:cNvSpPr>
          <p:nvPr/>
        </p:nvSpPr>
        <p:spPr>
          <a:xfrm xmlns:a="http://schemas.openxmlformats.org/drawingml/2006/main" rot="0">
            <a:off x="14347327" y="1978252"/>
            <a:ext cx="95" cy="272084"/>
          </a:xfrm>
          <a:custGeom xmlns:a="http://schemas.openxmlformats.org/drawingml/2006/main">
            <a:pathLst>
              <a:path w="95" h="272084">
                <a:moveTo>
                  <a:pt x="0" y="272084"/>
                </a:moveTo>
                <a:lnTo>
                  <a:pt x="0" y="0"/>
                </a:lnTo>
              </a:path>
            </a:pathLst>
          </a:custGeom>
          <a:noFill xmlns:a="http://schemas.openxmlformats.org/drawingml/2006/main"/>
          <a:ln xmlns:a="http://schemas.openxmlformats.org/drawingml/2006/main" w="40915">
            <a:solidFill>
              <a:srgbClr val="1B4487"/>
            </a:solidFill>
            <a:prstDash val="solid"/>
          </a:ln>
        </p:spPr>
      </p:sp>
      <p:pic>
        <p:nvPicPr>
          <p:cNvPr id="111" name="">
            <a:extLst xmlns:a="http://schemas.openxmlformats.org/drawingml/2006/main">
              <a:ext uri="{FF2B5EF4-FFF2-40B4-BE49-F238E27FC236}">
                <a16:creationId xmlns:a16="http://schemas.microsoft.com/office/drawing/2014/main" id="{BDCAAAD9-7D37-46C8-A731-5784F0E1ABD8}"/>
              </a:ext>
            </a:extLst>
          </p:cNvPr>
          <p:cNvPicPr>
            <a:picLocks xmlns:a="http://schemas.openxmlformats.org/drawingml/2006/main" noChangeAspect="1"/>
          </p:cNvPicPr>
          <p:nvPr/>
        </p:nvPicPr>
        <p:blipFill>
          <a:blip xmlns:r="http://schemas.openxmlformats.org/officeDocument/2006/relationships" xmlns:a="http://schemas.openxmlformats.org/drawingml/2006/main" r:embed="R4f044e7c77854a20"/>
          <a:srcRect xmlns:a="http://schemas.openxmlformats.org/drawingml/2006/main" l="100" t="0" r="100" b="0"/>
          <a:stretch xmlns:a="http://schemas.openxmlformats.org/drawingml/2006/main">
            <a:fillRect l="0" t="0" r="0" b="0"/>
          </a:stretch>
        </p:blipFill>
        <p:spPr>
          <a:xfrm xmlns:a="http://schemas.openxmlformats.org/drawingml/2006/main">
            <a:off x="13571991" y="2441094"/>
            <a:ext cx="852651" cy="569575"/>
          </a:xfrm>
          <a:prstGeom xmlns:a="http://schemas.openxmlformats.org/drawingml/2006/main" prst="rect">
            <a:avLst/>
          </a:prstGeom>
        </p:spPr>
      </p:pic>
      <p:sp>
        <p:nvSpPr>
          <p:cNvPr id="112" name="gordon-source-component-16">
            <a:extLst xmlns:a="http://schemas.openxmlformats.org/drawingml/2006/main">
              <a:ext uri="{FF2B5EF4-FFF2-40B4-BE49-F238E27FC236}">
                <a16:creationId xmlns:a16="http://schemas.microsoft.com/office/drawing/2014/main" id="{1EF908E8-5C5E-43D9-BCB0-AA827A05CC59}"/>
              </a:ext>
            </a:extLst>
          </p:cNvPr>
          <p:cNvSpPr>
            <a:spLocks xmlns:a="http://schemas.openxmlformats.org/drawingml/2006/main" noGrp="1"/>
          </p:cNvSpPr>
          <p:nvPr/>
        </p:nvSpPr>
        <p:spPr>
          <a:xfrm xmlns:a="http://schemas.openxmlformats.org/drawingml/2006/main" rot="0">
            <a:off x="13571991" y="2441094"/>
            <a:ext cx="852651" cy="569575"/>
          </a:xfrm>
          <a:prstGeom xmlns:a="http://schemas.openxmlformats.org/drawingml/2006/main" prst="rect">
            <a:avLst/>
          </a:prstGeom>
          <a:noFill xmlns:a="http://schemas.openxmlformats.org/drawingml/2006/main"/>
          <a:ln xmlns:a="http://schemas.openxmlformats.org/drawingml/2006/main" w="0">
            <a:noFill/>
          </a:ln>
        </p:spPr>
      </p:sp>
      <p:sp>
        <p:nvSpPr>
          <p:cNvPr id="113" name="pdf-path-106">
            <a:extLst xmlns:a="http://schemas.openxmlformats.org/drawingml/2006/main">
              <a:ext uri="{FF2B5EF4-FFF2-40B4-BE49-F238E27FC236}">
                <a16:creationId xmlns:a16="http://schemas.microsoft.com/office/drawing/2014/main" id="{C9C92757-61E1-446A-B3A0-1946065A3CF4}"/>
              </a:ext>
            </a:extLst>
          </p:cNvPr>
          <p:cNvSpPr>
            <a:spLocks xmlns:a="http://schemas.openxmlformats.org/drawingml/2006/main" noGrp="1"/>
          </p:cNvSpPr>
          <p:nvPr/>
        </p:nvSpPr>
        <p:spPr>
          <a:xfrm xmlns:a="http://schemas.openxmlformats.org/drawingml/2006/main" rot="0">
            <a:off x="13599677" y="2585292"/>
            <a:ext cx="744241" cy="344230"/>
          </a:xfrm>
          <a:custGeom xmlns:a="http://schemas.openxmlformats.org/drawingml/2006/main">
            <a:pathLst>
              <a:path w="744241" h="344230">
                <a:moveTo>
                  <a:pt x="0" y="344230"/>
                </a:moveTo>
                <a:lnTo>
                  <a:pt x="86058" y="0"/>
                </a:lnTo>
                <a:lnTo>
                  <a:pt x="658182" y="0"/>
                </a:lnTo>
                <a:lnTo>
                  <a:pt x="744241" y="344230"/>
                </a:lnTo>
                <a:lnTo>
                  <a:pt x="0" y="344230"/>
                </a:lnTo>
              </a:path>
            </a:pathLst>
          </a:custGeom>
          <a:solidFill xmlns:a="http://schemas.openxmlformats.org/drawingml/2006/main">
            <a:srgbClr val="C198E0"/>
          </a:solidFill>
          <a:ln xmlns:a="http://schemas.openxmlformats.org/drawingml/2006/main" w="0">
            <a:noFill/>
            <a:prstDash val="solid"/>
          </a:ln>
        </p:spPr>
      </p:sp>
      <p:sp>
        <p:nvSpPr>
          <p:cNvPr id="114" name="pdf-text-37-0">
            <a:extLst xmlns:a="http://schemas.openxmlformats.org/drawingml/2006/main">
              <a:ext uri="{FF2B5EF4-FFF2-40B4-BE49-F238E27FC236}">
                <a16:creationId xmlns:a16="http://schemas.microsoft.com/office/drawing/2014/main" id="{06F1B277-371C-4F20-8EEA-22D8E6F79D07}"/>
              </a:ext>
            </a:extLst>
          </p:cNvPr>
          <p:cNvSpPr>
            <a:spLocks xmlns:a="http://schemas.openxmlformats.org/drawingml/2006/main" noGrp="1"/>
          </p:cNvSpPr>
          <p:nvPr/>
        </p:nvSpPr>
        <p:spPr>
          <a:xfrm xmlns:a="http://schemas.openxmlformats.org/drawingml/2006/main" rot="0">
            <a:off x="13758563" y="2705495"/>
            <a:ext cx="430219" cy="1227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47" b="1" i="0">
                <a:solidFill>
                  <a:srgbClr val="000000"/>
                </a:solidFill>
                <a:latin typeface="Arial"/>
                <a:ea typeface="Arial"/>
                <a:cs typeface="Arial"/>
              </a:defRPr>
            </a:defPPr>
          </a:lstStyle>
          <a:p xmlns:a="http://schemas.openxmlformats.org/drawingml/2006/main">
            <a:pPr algn="l">
              <a:defRPr sz="847" b="1" i="0">
                <a:solidFill>
                  <a:srgbClr val="000000"/>
                </a:solidFill>
                <a:latin typeface="Arial"/>
                <a:ea typeface="Arial"/>
                <a:cs typeface="Arial"/>
              </a:defRPr>
            </a:pPr>
            <a:r>
              <a:rPr sz="847" b="1" i="0">
                <a:solidFill>
                  <a:srgbClr val="000000"/>
                </a:solidFill>
                <a:latin typeface="Arial"/>
                <a:ea typeface="Arial"/>
                <a:cs typeface="Arial"/>
              </a:rPr>
              <a:t>Encoder</a:t>
            </a:r>
          </a:p>
        </p:txBody>
      </p:sp>
      <p:pic>
        <p:nvPicPr>
          <p:cNvPr id="115" name="">
            <a:extLst xmlns:a="http://schemas.openxmlformats.org/drawingml/2006/main">
              <a:ext uri="{FF2B5EF4-FFF2-40B4-BE49-F238E27FC236}">
                <a16:creationId xmlns:a16="http://schemas.microsoft.com/office/drawing/2014/main" id="{4F809FC4-3F4F-4661-80C7-DE3F4BB830DE}"/>
              </a:ext>
            </a:extLst>
          </p:cNvPr>
          <p:cNvPicPr>
            <a:picLocks xmlns:a="http://schemas.openxmlformats.org/drawingml/2006/main" noChangeAspect="1"/>
          </p:cNvPicPr>
          <p:nvPr/>
        </p:nvPicPr>
        <p:blipFill>
          <a:blip xmlns:r="http://schemas.openxmlformats.org/officeDocument/2006/relationships" xmlns:a="http://schemas.openxmlformats.org/drawingml/2006/main" r:embed="Rd6e47e8af1c2485b"/>
          <a:srcRect xmlns:a="http://schemas.openxmlformats.org/drawingml/2006/main" l="0" t="1310" r="0" b="1310"/>
          <a:stretch xmlns:a="http://schemas.openxmlformats.org/drawingml/2006/main">
            <a:fillRect l="0" t="0" r="0" b="0"/>
          </a:stretch>
        </p:blipFill>
        <p:spPr>
          <a:xfrm xmlns:a="http://schemas.openxmlformats.org/drawingml/2006/main">
            <a:off x="13643455" y="2470321"/>
            <a:ext cx="202938" cy="225850"/>
          </a:xfrm>
          <a:prstGeom xmlns:a="http://schemas.openxmlformats.org/drawingml/2006/main" prst="rect">
            <a:avLst/>
          </a:prstGeom>
        </p:spPr>
      </p:pic>
      <p:sp>
        <p:nvSpPr>
          <p:cNvPr id="116" name="gordon-source-component-17">
            <a:extLst xmlns:a="http://schemas.openxmlformats.org/drawingml/2006/main">
              <a:ext uri="{FF2B5EF4-FFF2-40B4-BE49-F238E27FC236}">
                <a16:creationId xmlns:a16="http://schemas.microsoft.com/office/drawing/2014/main" id="{D3AAB1C7-9E57-4BF1-8E44-1987A40D8349}"/>
              </a:ext>
            </a:extLst>
          </p:cNvPr>
          <p:cNvSpPr>
            <a:spLocks xmlns:a="http://schemas.openxmlformats.org/drawingml/2006/main" noGrp="1"/>
          </p:cNvSpPr>
          <p:nvPr/>
        </p:nvSpPr>
        <p:spPr>
          <a:xfrm xmlns:a="http://schemas.openxmlformats.org/drawingml/2006/main" rot="0">
            <a:off x="13643455" y="2470321"/>
            <a:ext cx="202938" cy="225850"/>
          </a:xfrm>
          <a:prstGeom xmlns:a="http://schemas.openxmlformats.org/drawingml/2006/main" prst="rect">
            <a:avLst/>
          </a:prstGeom>
          <a:noFill xmlns:a="http://schemas.openxmlformats.org/drawingml/2006/main"/>
          <a:ln xmlns:a="http://schemas.openxmlformats.org/drawingml/2006/main" w="0">
            <a:noFill/>
          </a:ln>
        </p:spPr>
      </p:sp>
      <p:sp>
        <p:nvSpPr>
          <p:cNvPr id="117" name="pdf-path-109">
            <a:extLst xmlns:a="http://schemas.openxmlformats.org/drawingml/2006/main">
              <a:ext uri="{FF2B5EF4-FFF2-40B4-BE49-F238E27FC236}">
                <a16:creationId xmlns:a16="http://schemas.microsoft.com/office/drawing/2014/main" id="{0A1DBD0F-D168-4BEE-B29D-CC911F3EA94A}"/>
              </a:ext>
            </a:extLst>
          </p:cNvPr>
          <p:cNvSpPr>
            <a:spLocks xmlns:a="http://schemas.openxmlformats.org/drawingml/2006/main" noGrp="1"/>
          </p:cNvSpPr>
          <p:nvPr/>
        </p:nvSpPr>
        <p:spPr>
          <a:xfrm xmlns:a="http://schemas.openxmlformats.org/drawingml/2006/main" rot="0">
            <a:off x="13987276" y="2250336"/>
            <a:ext cx="380372" cy="95"/>
          </a:xfrm>
          <a:custGeom xmlns:a="http://schemas.openxmlformats.org/drawingml/2006/main">
            <a:pathLst>
              <a:path w="380372" h="95">
                <a:moveTo>
                  <a:pt x="380372" y="0"/>
                </a:moveTo>
                <a:lnTo>
                  <a:pt x="0" y="0"/>
                </a:lnTo>
              </a:path>
            </a:pathLst>
          </a:custGeom>
          <a:noFill xmlns:a="http://schemas.openxmlformats.org/drawingml/2006/main"/>
          <a:ln xmlns:a="http://schemas.openxmlformats.org/drawingml/2006/main" w="40915">
            <a:solidFill>
              <a:srgbClr val="1B4487"/>
            </a:solidFill>
            <a:prstDash val="solid"/>
          </a:ln>
        </p:spPr>
      </p:sp>
      <p:sp>
        <p:nvSpPr>
          <p:cNvPr id="118" name="pdf-path-110">
            <a:extLst xmlns:a="http://schemas.openxmlformats.org/drawingml/2006/main">
              <a:ext uri="{FF2B5EF4-FFF2-40B4-BE49-F238E27FC236}">
                <a16:creationId xmlns:a16="http://schemas.microsoft.com/office/drawing/2014/main" id="{653E65DD-1EEC-4BEF-9D6D-3F2EB80D2795}"/>
              </a:ext>
            </a:extLst>
          </p:cNvPr>
          <p:cNvSpPr>
            <a:spLocks xmlns:a="http://schemas.openxmlformats.org/drawingml/2006/main" noGrp="1"/>
          </p:cNvSpPr>
          <p:nvPr/>
        </p:nvSpPr>
        <p:spPr>
          <a:xfrm xmlns:a="http://schemas.openxmlformats.org/drawingml/2006/main" rot="0">
            <a:off x="13984822" y="2229878"/>
            <a:ext cx="95" cy="229259"/>
          </a:xfrm>
          <a:custGeom xmlns:a="http://schemas.openxmlformats.org/drawingml/2006/main">
            <a:pathLst>
              <a:path w="95" h="229259">
                <a:moveTo>
                  <a:pt x="0" y="229259"/>
                </a:moveTo>
                <a:lnTo>
                  <a:pt x="0" y="0"/>
                </a:lnTo>
              </a:path>
            </a:pathLst>
          </a:custGeom>
          <a:noFill xmlns:a="http://schemas.openxmlformats.org/drawingml/2006/main"/>
          <a:ln xmlns:a="http://schemas.openxmlformats.org/drawingml/2006/main" w="40915">
            <a:solidFill>
              <a:srgbClr val="1B4487"/>
            </a:solidFill>
            <a:prstDash val="solid"/>
          </a:ln>
        </p:spPr>
      </p:sp>
      <p:sp>
        <p:nvSpPr>
          <p:cNvPr id="119" name="pdf-path-111-part-0">
            <a:extLst xmlns:a="http://schemas.openxmlformats.org/drawingml/2006/main">
              <a:ext uri="{FF2B5EF4-FFF2-40B4-BE49-F238E27FC236}">
                <a16:creationId xmlns:a16="http://schemas.microsoft.com/office/drawing/2014/main" id="{EE122684-CEF7-497A-97DC-6F47E6324669}"/>
              </a:ext>
            </a:extLst>
          </p:cNvPr>
          <p:cNvSpPr>
            <a:spLocks xmlns:a="http://schemas.openxmlformats.org/drawingml/2006/main" noGrp="1"/>
          </p:cNvSpPr>
          <p:nvPr/>
        </p:nvSpPr>
        <p:spPr>
          <a:xfrm xmlns:a="http://schemas.openxmlformats.org/drawingml/2006/main" rot="0">
            <a:off x="11388639" y="3063041"/>
            <a:ext cx="189981" cy="404320"/>
          </a:xfrm>
          <a:custGeom xmlns:a="http://schemas.openxmlformats.org/drawingml/2006/main">
            <a:pathLst>
              <a:path w="189981" h="404320">
                <a:moveTo>
                  <a:pt x="115380" y="404320"/>
                </a:moveTo>
                <a:lnTo>
                  <a:pt x="115380" y="40642"/>
                </a:lnTo>
                <a:lnTo>
                  <a:pt x="74464" y="40642"/>
                </a:lnTo>
                <a:lnTo>
                  <a:pt x="74464" y="404320"/>
                </a:lnTo>
                <a:lnTo>
                  <a:pt x="115380" y="404320"/>
                </a:lnTo>
              </a:path>
            </a:pathLst>
          </a:custGeom>
          <a:solidFill xmlns:a="http://schemas.openxmlformats.org/drawingml/2006/main">
            <a:srgbClr val="1B4487"/>
          </a:solidFill>
          <a:ln xmlns:a="http://schemas.openxmlformats.org/drawingml/2006/main" w="0">
            <a:noFill/>
            <a:prstDash val="solid"/>
          </a:ln>
        </p:spPr>
      </p:sp>
      <p:sp>
        <p:nvSpPr>
          <p:cNvPr id="120" name="pdf-path-111-part-1">
            <a:extLst xmlns:a="http://schemas.openxmlformats.org/drawingml/2006/main">
              <a:ext uri="{FF2B5EF4-FFF2-40B4-BE49-F238E27FC236}">
                <a16:creationId xmlns:a16="http://schemas.microsoft.com/office/drawing/2014/main" id="{1532D7F7-1586-42F1-B592-0E54D28A8519}"/>
              </a:ext>
            </a:extLst>
          </p:cNvPr>
          <p:cNvSpPr>
            <a:spLocks xmlns:a="http://schemas.openxmlformats.org/drawingml/2006/main" noGrp="1"/>
          </p:cNvSpPr>
          <p:nvPr/>
        </p:nvSpPr>
        <p:spPr>
          <a:xfrm xmlns:a="http://schemas.openxmlformats.org/drawingml/2006/main" rot="0">
            <a:off x="11388639" y="3063041"/>
            <a:ext cx="189981" cy="404320"/>
          </a:xfrm>
          <a:custGeom xmlns:a="http://schemas.openxmlformats.org/drawingml/2006/main">
            <a:pathLst>
              <a:path w="189981" h="404320">
                <a:moveTo>
                  <a:pt x="184252" y="153021"/>
                </a:moveTo>
                <a:lnTo>
                  <a:pt x="94922" y="0"/>
                </a:lnTo>
                <a:lnTo>
                  <a:pt x="5728" y="153021"/>
                </a:lnTo>
                <a:cubicBezTo>
                  <a:pt x="0" y="162841"/>
                  <a:pt x="3273" y="175388"/>
                  <a:pt x="13092" y="180980"/>
                </a:cubicBezTo>
                <a:cubicBezTo>
                  <a:pt x="22776" y="186708"/>
                  <a:pt x="35323" y="183434"/>
                  <a:pt x="41050" y="173615"/>
                </a:cubicBezTo>
                <a:lnTo>
                  <a:pt x="112652" y="50870"/>
                </a:lnTo>
                <a:lnTo>
                  <a:pt x="77329" y="50870"/>
                </a:lnTo>
                <a:lnTo>
                  <a:pt x="148930" y="173615"/>
                </a:lnTo>
                <a:cubicBezTo>
                  <a:pt x="154521" y="183434"/>
                  <a:pt x="167069" y="186708"/>
                  <a:pt x="176888" y="180980"/>
                </a:cubicBezTo>
                <a:cubicBezTo>
                  <a:pt x="186571" y="175388"/>
                  <a:pt x="189981" y="162841"/>
                  <a:pt x="184252" y="153021"/>
                </a:cubicBezTo>
              </a:path>
            </a:pathLst>
          </a:custGeom>
          <a:solidFill xmlns:a="http://schemas.openxmlformats.org/drawingml/2006/main">
            <a:srgbClr val="1B4487"/>
          </a:solidFill>
          <a:ln xmlns:a="http://schemas.openxmlformats.org/drawingml/2006/main" w="0">
            <a:noFill/>
            <a:prstDash val="solid"/>
          </a:ln>
        </p:spPr>
      </p:sp>
      <p:sp>
        <p:nvSpPr>
          <p:cNvPr id="121" name="pdf-path-112-part-0">
            <a:extLst xmlns:a="http://schemas.openxmlformats.org/drawingml/2006/main">
              <a:ext uri="{FF2B5EF4-FFF2-40B4-BE49-F238E27FC236}">
                <a16:creationId xmlns:a16="http://schemas.microsoft.com/office/drawing/2014/main" id="{2547F475-D95F-47CA-9DB6-C0BEFABEEDFC}"/>
              </a:ext>
            </a:extLst>
          </p:cNvPr>
          <p:cNvSpPr>
            <a:spLocks xmlns:a="http://schemas.openxmlformats.org/drawingml/2006/main" noGrp="1"/>
          </p:cNvSpPr>
          <p:nvPr/>
        </p:nvSpPr>
        <p:spPr>
          <a:xfrm xmlns:a="http://schemas.openxmlformats.org/drawingml/2006/main" rot="0">
            <a:off x="12564258" y="3070542"/>
            <a:ext cx="189981" cy="404388"/>
          </a:xfrm>
          <a:custGeom xmlns:a="http://schemas.openxmlformats.org/drawingml/2006/main">
            <a:pathLst>
              <a:path w="189981" h="404388">
                <a:moveTo>
                  <a:pt x="115380" y="404388"/>
                </a:moveTo>
                <a:lnTo>
                  <a:pt x="115380" y="40642"/>
                </a:lnTo>
                <a:lnTo>
                  <a:pt x="74465" y="40642"/>
                </a:lnTo>
                <a:lnTo>
                  <a:pt x="74465" y="404388"/>
                </a:lnTo>
                <a:lnTo>
                  <a:pt x="115380" y="404388"/>
                </a:lnTo>
              </a:path>
            </a:pathLst>
          </a:custGeom>
          <a:solidFill xmlns:a="http://schemas.openxmlformats.org/drawingml/2006/main">
            <a:srgbClr val="1B4487"/>
          </a:solidFill>
          <a:ln xmlns:a="http://schemas.openxmlformats.org/drawingml/2006/main" w="0">
            <a:noFill/>
            <a:prstDash val="solid"/>
          </a:ln>
        </p:spPr>
      </p:sp>
      <p:sp>
        <p:nvSpPr>
          <p:cNvPr id="122" name="pdf-path-112-part-1">
            <a:extLst xmlns:a="http://schemas.openxmlformats.org/drawingml/2006/main">
              <a:ext uri="{FF2B5EF4-FFF2-40B4-BE49-F238E27FC236}">
                <a16:creationId xmlns:a16="http://schemas.microsoft.com/office/drawing/2014/main" id="{36BFE313-2FD7-46A0-ACD7-9C1A0A8F5A56}"/>
              </a:ext>
            </a:extLst>
          </p:cNvPr>
          <p:cNvSpPr>
            <a:spLocks xmlns:a="http://schemas.openxmlformats.org/drawingml/2006/main" noGrp="1"/>
          </p:cNvSpPr>
          <p:nvPr/>
        </p:nvSpPr>
        <p:spPr>
          <a:xfrm xmlns:a="http://schemas.openxmlformats.org/drawingml/2006/main" rot="0">
            <a:off x="12564258" y="3070542"/>
            <a:ext cx="189981" cy="404388"/>
          </a:xfrm>
          <a:custGeom xmlns:a="http://schemas.openxmlformats.org/drawingml/2006/main">
            <a:pathLst>
              <a:path w="189981" h="404388">
                <a:moveTo>
                  <a:pt x="184253" y="153158"/>
                </a:moveTo>
                <a:lnTo>
                  <a:pt x="94922" y="0"/>
                </a:lnTo>
                <a:lnTo>
                  <a:pt x="5728" y="153158"/>
                </a:lnTo>
                <a:cubicBezTo>
                  <a:pt x="0" y="162841"/>
                  <a:pt x="3273" y="175388"/>
                  <a:pt x="13093" y="181117"/>
                </a:cubicBezTo>
                <a:cubicBezTo>
                  <a:pt x="22777" y="186708"/>
                  <a:pt x="35324" y="183435"/>
                  <a:pt x="41051" y="173752"/>
                </a:cubicBezTo>
                <a:lnTo>
                  <a:pt x="112653" y="51007"/>
                </a:lnTo>
                <a:lnTo>
                  <a:pt x="77330" y="51007"/>
                </a:lnTo>
                <a:lnTo>
                  <a:pt x="148930" y="173752"/>
                </a:lnTo>
                <a:cubicBezTo>
                  <a:pt x="154659" y="183435"/>
                  <a:pt x="167069" y="186708"/>
                  <a:pt x="176889" y="181117"/>
                </a:cubicBezTo>
                <a:cubicBezTo>
                  <a:pt x="186708" y="175388"/>
                  <a:pt x="189981" y="162841"/>
                  <a:pt x="184253" y="153158"/>
                </a:cubicBezTo>
              </a:path>
            </a:pathLst>
          </a:custGeom>
          <a:solidFill xmlns:a="http://schemas.openxmlformats.org/drawingml/2006/main">
            <a:srgbClr val="1B4487"/>
          </a:solidFill>
          <a:ln xmlns:a="http://schemas.openxmlformats.org/drawingml/2006/main" w="0">
            <a:noFill/>
            <a:prstDash val="solid"/>
          </a:ln>
        </p:spPr>
      </p:sp>
      <p:sp>
        <p:nvSpPr>
          <p:cNvPr id="123" name="pdf-path-113-part-0">
            <a:extLst xmlns:a="http://schemas.openxmlformats.org/drawingml/2006/main">
              <a:ext uri="{FF2B5EF4-FFF2-40B4-BE49-F238E27FC236}">
                <a16:creationId xmlns:a16="http://schemas.microsoft.com/office/drawing/2014/main" id="{7B0EBD28-C8A6-4D2B-8DFF-E64C152A6AFA}"/>
              </a:ext>
            </a:extLst>
          </p:cNvPr>
          <p:cNvSpPr>
            <a:spLocks xmlns:a="http://schemas.openxmlformats.org/drawingml/2006/main" noGrp="1"/>
          </p:cNvSpPr>
          <p:nvPr/>
        </p:nvSpPr>
        <p:spPr>
          <a:xfrm xmlns:a="http://schemas.openxmlformats.org/drawingml/2006/main" rot="0">
            <a:off x="13884853" y="3063041"/>
            <a:ext cx="189845" cy="299264"/>
          </a:xfrm>
          <a:custGeom xmlns:a="http://schemas.openxmlformats.org/drawingml/2006/main">
            <a:pathLst>
              <a:path w="189845" h="299264">
                <a:moveTo>
                  <a:pt x="111288" y="299264"/>
                </a:moveTo>
                <a:lnTo>
                  <a:pt x="119199" y="41187"/>
                </a:lnTo>
                <a:lnTo>
                  <a:pt x="78283" y="39960"/>
                </a:lnTo>
                <a:lnTo>
                  <a:pt x="70374" y="297996"/>
                </a:lnTo>
                <a:lnTo>
                  <a:pt x="111288" y="299264"/>
                </a:lnTo>
              </a:path>
            </a:pathLst>
          </a:custGeom>
          <a:solidFill xmlns:a="http://schemas.openxmlformats.org/drawingml/2006/main">
            <a:srgbClr val="1B4487"/>
          </a:solidFill>
          <a:ln xmlns:a="http://schemas.openxmlformats.org/drawingml/2006/main" w="0">
            <a:noFill/>
            <a:prstDash val="solid"/>
          </a:ln>
        </p:spPr>
      </p:sp>
      <p:sp>
        <p:nvSpPr>
          <p:cNvPr id="124" name="pdf-path-113-part-1">
            <a:extLst xmlns:a="http://schemas.openxmlformats.org/drawingml/2006/main">
              <a:ext uri="{FF2B5EF4-FFF2-40B4-BE49-F238E27FC236}">
                <a16:creationId xmlns:a16="http://schemas.microsoft.com/office/drawing/2014/main" id="{8357464C-1691-4B13-8E4C-62024E6AA1DE}"/>
              </a:ext>
            </a:extLst>
          </p:cNvPr>
          <p:cNvSpPr>
            <a:spLocks xmlns:a="http://schemas.openxmlformats.org/drawingml/2006/main" noGrp="1"/>
          </p:cNvSpPr>
          <p:nvPr/>
        </p:nvSpPr>
        <p:spPr>
          <a:xfrm xmlns:a="http://schemas.openxmlformats.org/drawingml/2006/main" rot="0">
            <a:off x="13884853" y="3063041"/>
            <a:ext cx="189845" cy="299264"/>
          </a:xfrm>
          <a:custGeom xmlns:a="http://schemas.openxmlformats.org/drawingml/2006/main">
            <a:pathLst>
              <a:path w="189845" h="299264">
                <a:moveTo>
                  <a:pt x="184525" y="155749"/>
                </a:moveTo>
                <a:lnTo>
                  <a:pt x="99969" y="0"/>
                </a:lnTo>
                <a:lnTo>
                  <a:pt x="6001" y="150293"/>
                </a:lnTo>
                <a:cubicBezTo>
                  <a:pt x="0" y="159841"/>
                  <a:pt x="3000" y="172387"/>
                  <a:pt x="12547" y="178389"/>
                </a:cubicBezTo>
                <a:cubicBezTo>
                  <a:pt x="22094" y="184389"/>
                  <a:pt x="34777" y="181526"/>
                  <a:pt x="40778" y="171978"/>
                </a:cubicBezTo>
                <a:lnTo>
                  <a:pt x="116062" y="51416"/>
                </a:lnTo>
                <a:lnTo>
                  <a:pt x="80739" y="50325"/>
                </a:lnTo>
                <a:lnTo>
                  <a:pt x="148521" y="175252"/>
                </a:lnTo>
                <a:cubicBezTo>
                  <a:pt x="153976" y="185208"/>
                  <a:pt x="166387" y="188890"/>
                  <a:pt x="176206" y="183434"/>
                </a:cubicBezTo>
                <a:cubicBezTo>
                  <a:pt x="186161" y="177979"/>
                  <a:pt x="189845" y="165569"/>
                  <a:pt x="184525" y="155749"/>
                </a:cubicBezTo>
              </a:path>
            </a:pathLst>
          </a:custGeom>
          <a:solidFill xmlns:a="http://schemas.openxmlformats.org/drawingml/2006/main">
            <a:srgbClr val="1B4487"/>
          </a:solidFill>
          <a:ln xmlns:a="http://schemas.openxmlformats.org/drawingml/2006/main" w="0">
            <a:noFill/>
            <a:prstDash val="solid"/>
          </a:ln>
        </p:spPr>
      </p:sp>
      <p:sp>
        <p:nvSpPr>
          <p:cNvPr id="125" name="pdf-path-114">
            <a:extLst xmlns:a="http://schemas.openxmlformats.org/drawingml/2006/main">
              <a:ext uri="{FF2B5EF4-FFF2-40B4-BE49-F238E27FC236}">
                <a16:creationId xmlns:a16="http://schemas.microsoft.com/office/drawing/2014/main" id="{3E4418EA-D2CE-451C-AC4B-FDAEC4AAB9FE}"/>
              </a:ext>
            </a:extLst>
          </p:cNvPr>
          <p:cNvSpPr>
            <a:spLocks xmlns:a="http://schemas.openxmlformats.org/drawingml/2006/main" noGrp="1"/>
          </p:cNvSpPr>
          <p:nvPr/>
        </p:nvSpPr>
        <p:spPr>
          <a:xfrm xmlns:a="http://schemas.openxmlformats.org/drawingml/2006/main" rot="0">
            <a:off x="578355" y="524116"/>
            <a:ext cx="2396382" cy="4071162"/>
          </a:xfrm>
          <a:custGeom xmlns:a="http://schemas.openxmlformats.org/drawingml/2006/main">
            <a:pathLst>
              <a:path w="2396382" h="4071162">
                <a:moveTo>
                  <a:pt x="0" y="4071162"/>
                </a:moveTo>
                <a:lnTo>
                  <a:pt x="40915" y="4071162"/>
                </a:lnTo>
                <a:moveTo>
                  <a:pt x="81830" y="4071162"/>
                </a:moveTo>
                <a:lnTo>
                  <a:pt x="122744" y="4071162"/>
                </a:lnTo>
                <a:moveTo>
                  <a:pt x="163659" y="4071162"/>
                </a:moveTo>
                <a:lnTo>
                  <a:pt x="204574" y="4071162"/>
                </a:lnTo>
                <a:moveTo>
                  <a:pt x="245489" y="4071162"/>
                </a:moveTo>
                <a:lnTo>
                  <a:pt x="286404" y="4071162"/>
                </a:lnTo>
                <a:moveTo>
                  <a:pt x="327319" y="4071162"/>
                </a:moveTo>
                <a:lnTo>
                  <a:pt x="368233" y="4071162"/>
                </a:lnTo>
                <a:moveTo>
                  <a:pt x="409148" y="4071162"/>
                </a:moveTo>
                <a:lnTo>
                  <a:pt x="450063" y="4071162"/>
                </a:lnTo>
                <a:moveTo>
                  <a:pt x="490978" y="4071162"/>
                </a:moveTo>
                <a:lnTo>
                  <a:pt x="531893" y="4071162"/>
                </a:lnTo>
                <a:moveTo>
                  <a:pt x="572808" y="4071162"/>
                </a:moveTo>
                <a:lnTo>
                  <a:pt x="613722" y="4071162"/>
                </a:lnTo>
                <a:moveTo>
                  <a:pt x="654637" y="4071162"/>
                </a:moveTo>
                <a:lnTo>
                  <a:pt x="695552" y="4071162"/>
                </a:lnTo>
                <a:moveTo>
                  <a:pt x="736467" y="4071162"/>
                </a:moveTo>
                <a:lnTo>
                  <a:pt x="777382" y="4071162"/>
                </a:lnTo>
                <a:moveTo>
                  <a:pt x="818297" y="4071162"/>
                </a:moveTo>
                <a:lnTo>
                  <a:pt x="859211" y="4071162"/>
                </a:lnTo>
                <a:moveTo>
                  <a:pt x="900126" y="4071162"/>
                </a:moveTo>
                <a:lnTo>
                  <a:pt x="941041" y="4071162"/>
                </a:lnTo>
                <a:moveTo>
                  <a:pt x="981956" y="4071162"/>
                </a:moveTo>
                <a:lnTo>
                  <a:pt x="1022871" y="4071162"/>
                </a:lnTo>
                <a:moveTo>
                  <a:pt x="1063786" y="4071162"/>
                </a:moveTo>
                <a:lnTo>
                  <a:pt x="1104700" y="4071162"/>
                </a:lnTo>
                <a:moveTo>
                  <a:pt x="1145615" y="4071162"/>
                </a:moveTo>
                <a:lnTo>
                  <a:pt x="1186530" y="4071162"/>
                </a:lnTo>
                <a:moveTo>
                  <a:pt x="1227445" y="4071162"/>
                </a:moveTo>
                <a:lnTo>
                  <a:pt x="1268360" y="4071162"/>
                </a:lnTo>
                <a:moveTo>
                  <a:pt x="1309274" y="4071162"/>
                </a:moveTo>
                <a:lnTo>
                  <a:pt x="1350189" y="4071162"/>
                </a:lnTo>
                <a:moveTo>
                  <a:pt x="1391104" y="4071162"/>
                </a:moveTo>
                <a:lnTo>
                  <a:pt x="1432019" y="4071162"/>
                </a:lnTo>
                <a:moveTo>
                  <a:pt x="1472934" y="4071162"/>
                </a:moveTo>
                <a:lnTo>
                  <a:pt x="1513849" y="4071162"/>
                </a:lnTo>
                <a:moveTo>
                  <a:pt x="1554763" y="4071162"/>
                </a:moveTo>
                <a:lnTo>
                  <a:pt x="1595678" y="4071162"/>
                </a:lnTo>
                <a:moveTo>
                  <a:pt x="1636593" y="4071162"/>
                </a:moveTo>
                <a:lnTo>
                  <a:pt x="1677508" y="4071162"/>
                </a:lnTo>
                <a:moveTo>
                  <a:pt x="1718423" y="4071162"/>
                </a:moveTo>
                <a:lnTo>
                  <a:pt x="1759338" y="4071162"/>
                </a:lnTo>
                <a:moveTo>
                  <a:pt x="1800252" y="4071162"/>
                </a:moveTo>
                <a:lnTo>
                  <a:pt x="1841167" y="4071162"/>
                </a:lnTo>
                <a:moveTo>
                  <a:pt x="1882082" y="4071162"/>
                </a:moveTo>
                <a:lnTo>
                  <a:pt x="1922997" y="4071162"/>
                </a:lnTo>
                <a:moveTo>
                  <a:pt x="1963912" y="4071162"/>
                </a:moveTo>
                <a:lnTo>
                  <a:pt x="2004827" y="4071162"/>
                </a:lnTo>
                <a:moveTo>
                  <a:pt x="2045741" y="4071162"/>
                </a:moveTo>
                <a:lnTo>
                  <a:pt x="2086656" y="4071162"/>
                </a:lnTo>
                <a:moveTo>
                  <a:pt x="2127571" y="4071162"/>
                </a:moveTo>
                <a:lnTo>
                  <a:pt x="2168486" y="4071162"/>
                </a:lnTo>
                <a:moveTo>
                  <a:pt x="2209401" y="4071162"/>
                </a:moveTo>
                <a:lnTo>
                  <a:pt x="2250316" y="4071162"/>
                </a:lnTo>
                <a:moveTo>
                  <a:pt x="2291230" y="4071162"/>
                </a:moveTo>
                <a:lnTo>
                  <a:pt x="2332145" y="4071162"/>
                </a:lnTo>
                <a:moveTo>
                  <a:pt x="2373060" y="4071162"/>
                </a:moveTo>
                <a:lnTo>
                  <a:pt x="2396382" y="4071162"/>
                </a:lnTo>
                <a:lnTo>
                  <a:pt x="2396382" y="4053569"/>
                </a:lnTo>
                <a:moveTo>
                  <a:pt x="2396382" y="4012654"/>
                </a:moveTo>
                <a:lnTo>
                  <a:pt x="2396382" y="3971739"/>
                </a:lnTo>
                <a:moveTo>
                  <a:pt x="2396382" y="3930824"/>
                </a:moveTo>
                <a:lnTo>
                  <a:pt x="2396382" y="3889909"/>
                </a:lnTo>
                <a:moveTo>
                  <a:pt x="2396382" y="3848995"/>
                </a:moveTo>
                <a:lnTo>
                  <a:pt x="2396382" y="3808080"/>
                </a:lnTo>
                <a:moveTo>
                  <a:pt x="2396382" y="3767165"/>
                </a:moveTo>
                <a:lnTo>
                  <a:pt x="2396382" y="3726250"/>
                </a:lnTo>
                <a:moveTo>
                  <a:pt x="2396382" y="3685335"/>
                </a:moveTo>
                <a:lnTo>
                  <a:pt x="2396382" y="3644420"/>
                </a:lnTo>
                <a:moveTo>
                  <a:pt x="2396382" y="3603506"/>
                </a:moveTo>
                <a:lnTo>
                  <a:pt x="2396382" y="3562591"/>
                </a:lnTo>
                <a:moveTo>
                  <a:pt x="2396382" y="3521676"/>
                </a:moveTo>
                <a:lnTo>
                  <a:pt x="2396382" y="3480761"/>
                </a:lnTo>
                <a:moveTo>
                  <a:pt x="2396382" y="3439846"/>
                </a:moveTo>
                <a:lnTo>
                  <a:pt x="2396382" y="3398931"/>
                </a:lnTo>
                <a:moveTo>
                  <a:pt x="2396382" y="3358017"/>
                </a:moveTo>
                <a:lnTo>
                  <a:pt x="2396382" y="3317102"/>
                </a:lnTo>
                <a:moveTo>
                  <a:pt x="2396382" y="3276187"/>
                </a:moveTo>
                <a:lnTo>
                  <a:pt x="2396382" y="3235272"/>
                </a:lnTo>
                <a:moveTo>
                  <a:pt x="2396382" y="3194357"/>
                </a:moveTo>
                <a:lnTo>
                  <a:pt x="2396382" y="3153442"/>
                </a:lnTo>
                <a:moveTo>
                  <a:pt x="2396382" y="3112528"/>
                </a:moveTo>
                <a:lnTo>
                  <a:pt x="2396382" y="3071613"/>
                </a:lnTo>
                <a:moveTo>
                  <a:pt x="2396382" y="3030698"/>
                </a:moveTo>
                <a:lnTo>
                  <a:pt x="2396382" y="2989783"/>
                </a:lnTo>
                <a:moveTo>
                  <a:pt x="2396382" y="2948868"/>
                </a:moveTo>
                <a:lnTo>
                  <a:pt x="2396382" y="2907953"/>
                </a:lnTo>
                <a:moveTo>
                  <a:pt x="2396382" y="2867039"/>
                </a:moveTo>
                <a:lnTo>
                  <a:pt x="2396382" y="2826124"/>
                </a:lnTo>
                <a:moveTo>
                  <a:pt x="2396382" y="2785209"/>
                </a:moveTo>
                <a:lnTo>
                  <a:pt x="2396382" y="2744294"/>
                </a:lnTo>
                <a:moveTo>
                  <a:pt x="2396382" y="2703379"/>
                </a:moveTo>
                <a:lnTo>
                  <a:pt x="2396382" y="2662465"/>
                </a:lnTo>
                <a:moveTo>
                  <a:pt x="2396382" y="2621550"/>
                </a:moveTo>
                <a:lnTo>
                  <a:pt x="2396382" y="2580635"/>
                </a:lnTo>
                <a:moveTo>
                  <a:pt x="2396382" y="2539720"/>
                </a:moveTo>
                <a:lnTo>
                  <a:pt x="2396382" y="2498805"/>
                </a:lnTo>
                <a:moveTo>
                  <a:pt x="2396382" y="2457890"/>
                </a:moveTo>
                <a:lnTo>
                  <a:pt x="2396382" y="2416976"/>
                </a:lnTo>
                <a:moveTo>
                  <a:pt x="2396382" y="2376061"/>
                </a:moveTo>
                <a:lnTo>
                  <a:pt x="2396382" y="2335146"/>
                </a:lnTo>
                <a:moveTo>
                  <a:pt x="2396382" y="2294231"/>
                </a:moveTo>
                <a:lnTo>
                  <a:pt x="2396382" y="2253316"/>
                </a:lnTo>
                <a:moveTo>
                  <a:pt x="2396382" y="2212401"/>
                </a:moveTo>
                <a:lnTo>
                  <a:pt x="2396382" y="2171487"/>
                </a:lnTo>
                <a:moveTo>
                  <a:pt x="2396382" y="2130572"/>
                </a:moveTo>
                <a:lnTo>
                  <a:pt x="2396382" y="2089657"/>
                </a:lnTo>
                <a:moveTo>
                  <a:pt x="2396382" y="2048742"/>
                </a:moveTo>
                <a:lnTo>
                  <a:pt x="2396382" y="2007827"/>
                </a:lnTo>
                <a:moveTo>
                  <a:pt x="2396382" y="1966912"/>
                </a:moveTo>
                <a:lnTo>
                  <a:pt x="2396382" y="1925998"/>
                </a:lnTo>
                <a:moveTo>
                  <a:pt x="2396382" y="1885083"/>
                </a:moveTo>
                <a:lnTo>
                  <a:pt x="2396382" y="1844168"/>
                </a:lnTo>
                <a:moveTo>
                  <a:pt x="2396382" y="1803253"/>
                </a:moveTo>
                <a:lnTo>
                  <a:pt x="2396382" y="1762338"/>
                </a:lnTo>
                <a:moveTo>
                  <a:pt x="2396382" y="1721423"/>
                </a:moveTo>
                <a:lnTo>
                  <a:pt x="2396382" y="1680509"/>
                </a:lnTo>
                <a:moveTo>
                  <a:pt x="2396382" y="1639594"/>
                </a:moveTo>
                <a:lnTo>
                  <a:pt x="2396382" y="1598679"/>
                </a:lnTo>
                <a:moveTo>
                  <a:pt x="2396382" y="1557764"/>
                </a:moveTo>
                <a:lnTo>
                  <a:pt x="2396382" y="1516849"/>
                </a:lnTo>
                <a:moveTo>
                  <a:pt x="2396382" y="1475935"/>
                </a:moveTo>
                <a:lnTo>
                  <a:pt x="2396382" y="1435020"/>
                </a:lnTo>
                <a:moveTo>
                  <a:pt x="2396382" y="1394105"/>
                </a:moveTo>
                <a:lnTo>
                  <a:pt x="2396382" y="1353190"/>
                </a:lnTo>
                <a:moveTo>
                  <a:pt x="2396382" y="1312275"/>
                </a:moveTo>
                <a:lnTo>
                  <a:pt x="2396382" y="1271360"/>
                </a:lnTo>
                <a:moveTo>
                  <a:pt x="2396382" y="1230446"/>
                </a:moveTo>
                <a:lnTo>
                  <a:pt x="2396382" y="1189531"/>
                </a:lnTo>
                <a:moveTo>
                  <a:pt x="2396382" y="1148616"/>
                </a:moveTo>
                <a:lnTo>
                  <a:pt x="2396382" y="1107701"/>
                </a:lnTo>
                <a:moveTo>
                  <a:pt x="2396382" y="1066786"/>
                </a:moveTo>
                <a:lnTo>
                  <a:pt x="2396382" y="1025871"/>
                </a:lnTo>
                <a:moveTo>
                  <a:pt x="2396382" y="984957"/>
                </a:moveTo>
                <a:lnTo>
                  <a:pt x="2396382" y="944042"/>
                </a:lnTo>
                <a:moveTo>
                  <a:pt x="2396382" y="903127"/>
                </a:moveTo>
                <a:lnTo>
                  <a:pt x="2396382" y="862212"/>
                </a:lnTo>
                <a:moveTo>
                  <a:pt x="2396382" y="821297"/>
                </a:moveTo>
                <a:lnTo>
                  <a:pt x="2396382" y="780382"/>
                </a:lnTo>
                <a:moveTo>
                  <a:pt x="2396382" y="739468"/>
                </a:moveTo>
                <a:lnTo>
                  <a:pt x="2396382" y="698553"/>
                </a:lnTo>
                <a:moveTo>
                  <a:pt x="2396382" y="657638"/>
                </a:moveTo>
                <a:lnTo>
                  <a:pt x="2396382" y="616723"/>
                </a:lnTo>
                <a:moveTo>
                  <a:pt x="2396382" y="575808"/>
                </a:moveTo>
                <a:lnTo>
                  <a:pt x="2396382" y="534893"/>
                </a:lnTo>
                <a:moveTo>
                  <a:pt x="2396382" y="493979"/>
                </a:moveTo>
                <a:lnTo>
                  <a:pt x="2396382" y="453064"/>
                </a:lnTo>
                <a:moveTo>
                  <a:pt x="2396382" y="412149"/>
                </a:moveTo>
                <a:lnTo>
                  <a:pt x="2396382" y="371234"/>
                </a:lnTo>
                <a:moveTo>
                  <a:pt x="2396382" y="330319"/>
                </a:moveTo>
                <a:lnTo>
                  <a:pt x="2396382" y="289404"/>
                </a:lnTo>
                <a:moveTo>
                  <a:pt x="2396382" y="248490"/>
                </a:moveTo>
                <a:lnTo>
                  <a:pt x="2396382" y="207575"/>
                </a:lnTo>
                <a:moveTo>
                  <a:pt x="2396382" y="166660"/>
                </a:moveTo>
                <a:lnTo>
                  <a:pt x="2396382" y="125745"/>
                </a:lnTo>
                <a:moveTo>
                  <a:pt x="2396382" y="84830"/>
                </a:moveTo>
                <a:lnTo>
                  <a:pt x="2396382" y="43916"/>
                </a:lnTo>
                <a:moveTo>
                  <a:pt x="2396382" y="3001"/>
                </a:moveTo>
                <a:lnTo>
                  <a:pt x="2396382" y="0"/>
                </a:lnTo>
                <a:lnTo>
                  <a:pt x="2358468" y="0"/>
                </a:lnTo>
                <a:moveTo>
                  <a:pt x="2317553" y="0"/>
                </a:moveTo>
                <a:lnTo>
                  <a:pt x="2276638" y="0"/>
                </a:lnTo>
                <a:moveTo>
                  <a:pt x="2235723" y="0"/>
                </a:moveTo>
                <a:lnTo>
                  <a:pt x="2194808" y="0"/>
                </a:lnTo>
                <a:moveTo>
                  <a:pt x="2153893" y="0"/>
                </a:moveTo>
                <a:lnTo>
                  <a:pt x="2112979" y="0"/>
                </a:lnTo>
                <a:moveTo>
                  <a:pt x="2072064" y="0"/>
                </a:moveTo>
                <a:lnTo>
                  <a:pt x="2031149" y="0"/>
                </a:lnTo>
                <a:moveTo>
                  <a:pt x="1990234" y="0"/>
                </a:moveTo>
                <a:lnTo>
                  <a:pt x="1949319" y="0"/>
                </a:lnTo>
                <a:moveTo>
                  <a:pt x="1908404" y="0"/>
                </a:moveTo>
                <a:lnTo>
                  <a:pt x="1867490" y="0"/>
                </a:lnTo>
                <a:moveTo>
                  <a:pt x="1826575" y="0"/>
                </a:moveTo>
                <a:lnTo>
                  <a:pt x="1785660" y="0"/>
                </a:lnTo>
                <a:moveTo>
                  <a:pt x="1744745" y="0"/>
                </a:moveTo>
                <a:lnTo>
                  <a:pt x="1703830" y="0"/>
                </a:lnTo>
                <a:moveTo>
                  <a:pt x="1662916" y="0"/>
                </a:moveTo>
                <a:lnTo>
                  <a:pt x="1622001" y="0"/>
                </a:lnTo>
                <a:moveTo>
                  <a:pt x="1581086" y="0"/>
                </a:moveTo>
                <a:lnTo>
                  <a:pt x="1540171" y="0"/>
                </a:lnTo>
                <a:moveTo>
                  <a:pt x="1499256" y="0"/>
                </a:moveTo>
                <a:lnTo>
                  <a:pt x="1458341" y="0"/>
                </a:lnTo>
                <a:moveTo>
                  <a:pt x="1417427" y="0"/>
                </a:moveTo>
                <a:lnTo>
                  <a:pt x="1376512" y="0"/>
                </a:lnTo>
                <a:moveTo>
                  <a:pt x="1335597" y="0"/>
                </a:moveTo>
                <a:lnTo>
                  <a:pt x="1294682" y="0"/>
                </a:lnTo>
                <a:moveTo>
                  <a:pt x="1253767" y="0"/>
                </a:moveTo>
                <a:lnTo>
                  <a:pt x="1212852" y="0"/>
                </a:lnTo>
                <a:moveTo>
                  <a:pt x="1171938" y="0"/>
                </a:moveTo>
                <a:lnTo>
                  <a:pt x="1131023" y="0"/>
                </a:lnTo>
                <a:moveTo>
                  <a:pt x="1090108" y="0"/>
                </a:moveTo>
                <a:lnTo>
                  <a:pt x="1049193" y="0"/>
                </a:lnTo>
                <a:moveTo>
                  <a:pt x="1008278" y="0"/>
                </a:moveTo>
                <a:lnTo>
                  <a:pt x="967363" y="0"/>
                </a:lnTo>
                <a:moveTo>
                  <a:pt x="926449" y="0"/>
                </a:moveTo>
                <a:lnTo>
                  <a:pt x="885534" y="0"/>
                </a:lnTo>
                <a:moveTo>
                  <a:pt x="844619" y="0"/>
                </a:moveTo>
                <a:lnTo>
                  <a:pt x="803704" y="0"/>
                </a:lnTo>
                <a:moveTo>
                  <a:pt x="762789" y="0"/>
                </a:moveTo>
                <a:lnTo>
                  <a:pt x="721874" y="0"/>
                </a:lnTo>
                <a:moveTo>
                  <a:pt x="680960" y="0"/>
                </a:moveTo>
                <a:lnTo>
                  <a:pt x="640045" y="0"/>
                </a:lnTo>
                <a:moveTo>
                  <a:pt x="599130" y="0"/>
                </a:moveTo>
                <a:lnTo>
                  <a:pt x="558215" y="0"/>
                </a:lnTo>
                <a:moveTo>
                  <a:pt x="517300" y="0"/>
                </a:moveTo>
                <a:lnTo>
                  <a:pt x="476385" y="0"/>
                </a:lnTo>
                <a:moveTo>
                  <a:pt x="435471" y="0"/>
                </a:moveTo>
                <a:lnTo>
                  <a:pt x="394556" y="0"/>
                </a:lnTo>
                <a:moveTo>
                  <a:pt x="353641" y="0"/>
                </a:moveTo>
                <a:lnTo>
                  <a:pt x="312726" y="0"/>
                </a:lnTo>
                <a:moveTo>
                  <a:pt x="271811" y="0"/>
                </a:moveTo>
                <a:lnTo>
                  <a:pt x="230897" y="0"/>
                </a:lnTo>
                <a:moveTo>
                  <a:pt x="189982" y="0"/>
                </a:moveTo>
                <a:lnTo>
                  <a:pt x="149067" y="0"/>
                </a:lnTo>
                <a:moveTo>
                  <a:pt x="108152" y="0"/>
                </a:moveTo>
                <a:lnTo>
                  <a:pt x="67237" y="0"/>
                </a:lnTo>
                <a:moveTo>
                  <a:pt x="26322" y="0"/>
                </a:moveTo>
                <a:lnTo>
                  <a:pt x="0" y="0"/>
                </a:lnTo>
                <a:lnTo>
                  <a:pt x="0" y="14592"/>
                </a:lnTo>
                <a:moveTo>
                  <a:pt x="0" y="55507"/>
                </a:moveTo>
                <a:lnTo>
                  <a:pt x="0" y="96422"/>
                </a:lnTo>
                <a:moveTo>
                  <a:pt x="0" y="137337"/>
                </a:moveTo>
                <a:lnTo>
                  <a:pt x="0" y="178252"/>
                </a:lnTo>
                <a:moveTo>
                  <a:pt x="0" y="219167"/>
                </a:moveTo>
                <a:lnTo>
                  <a:pt x="0" y="260081"/>
                </a:lnTo>
                <a:moveTo>
                  <a:pt x="0" y="300996"/>
                </a:moveTo>
                <a:lnTo>
                  <a:pt x="0" y="341911"/>
                </a:lnTo>
                <a:moveTo>
                  <a:pt x="0" y="382826"/>
                </a:moveTo>
                <a:lnTo>
                  <a:pt x="0" y="423741"/>
                </a:lnTo>
                <a:moveTo>
                  <a:pt x="0" y="464656"/>
                </a:moveTo>
                <a:lnTo>
                  <a:pt x="0" y="505570"/>
                </a:lnTo>
                <a:moveTo>
                  <a:pt x="0" y="546485"/>
                </a:moveTo>
                <a:lnTo>
                  <a:pt x="0" y="587400"/>
                </a:lnTo>
                <a:moveTo>
                  <a:pt x="0" y="628315"/>
                </a:moveTo>
                <a:lnTo>
                  <a:pt x="0" y="669230"/>
                </a:lnTo>
                <a:moveTo>
                  <a:pt x="0" y="710145"/>
                </a:moveTo>
                <a:lnTo>
                  <a:pt x="0" y="751059"/>
                </a:lnTo>
                <a:moveTo>
                  <a:pt x="0" y="791974"/>
                </a:moveTo>
                <a:lnTo>
                  <a:pt x="0" y="832889"/>
                </a:lnTo>
                <a:moveTo>
                  <a:pt x="0" y="873804"/>
                </a:moveTo>
                <a:lnTo>
                  <a:pt x="0" y="914719"/>
                </a:lnTo>
                <a:moveTo>
                  <a:pt x="0" y="955633"/>
                </a:moveTo>
                <a:lnTo>
                  <a:pt x="0" y="996548"/>
                </a:lnTo>
                <a:moveTo>
                  <a:pt x="0" y="1037463"/>
                </a:moveTo>
                <a:lnTo>
                  <a:pt x="0" y="1078378"/>
                </a:lnTo>
                <a:moveTo>
                  <a:pt x="0" y="1119293"/>
                </a:moveTo>
                <a:lnTo>
                  <a:pt x="0" y="1160208"/>
                </a:lnTo>
                <a:moveTo>
                  <a:pt x="0" y="1201122"/>
                </a:moveTo>
                <a:lnTo>
                  <a:pt x="0" y="1242037"/>
                </a:lnTo>
                <a:moveTo>
                  <a:pt x="0" y="1282952"/>
                </a:moveTo>
                <a:lnTo>
                  <a:pt x="0" y="1323867"/>
                </a:lnTo>
                <a:moveTo>
                  <a:pt x="0" y="1364782"/>
                </a:moveTo>
                <a:lnTo>
                  <a:pt x="0" y="1405697"/>
                </a:lnTo>
                <a:moveTo>
                  <a:pt x="0" y="1446611"/>
                </a:moveTo>
                <a:lnTo>
                  <a:pt x="0" y="1487526"/>
                </a:lnTo>
                <a:moveTo>
                  <a:pt x="0" y="1528441"/>
                </a:moveTo>
                <a:lnTo>
                  <a:pt x="0" y="1569356"/>
                </a:lnTo>
                <a:moveTo>
                  <a:pt x="0" y="1610271"/>
                </a:moveTo>
                <a:lnTo>
                  <a:pt x="0" y="1651186"/>
                </a:lnTo>
                <a:moveTo>
                  <a:pt x="0" y="1692100"/>
                </a:moveTo>
                <a:lnTo>
                  <a:pt x="0" y="1733015"/>
                </a:lnTo>
                <a:moveTo>
                  <a:pt x="0" y="1773930"/>
                </a:moveTo>
                <a:lnTo>
                  <a:pt x="0" y="1814845"/>
                </a:lnTo>
                <a:moveTo>
                  <a:pt x="0" y="1855760"/>
                </a:moveTo>
                <a:lnTo>
                  <a:pt x="0" y="1896675"/>
                </a:lnTo>
                <a:moveTo>
                  <a:pt x="0" y="1937589"/>
                </a:moveTo>
                <a:lnTo>
                  <a:pt x="0" y="1978504"/>
                </a:lnTo>
                <a:moveTo>
                  <a:pt x="0" y="2019419"/>
                </a:moveTo>
                <a:lnTo>
                  <a:pt x="0" y="2060334"/>
                </a:lnTo>
                <a:moveTo>
                  <a:pt x="0" y="2101249"/>
                </a:moveTo>
                <a:lnTo>
                  <a:pt x="0" y="2142163"/>
                </a:lnTo>
                <a:moveTo>
                  <a:pt x="0" y="2183078"/>
                </a:moveTo>
                <a:lnTo>
                  <a:pt x="0" y="2223993"/>
                </a:lnTo>
                <a:moveTo>
                  <a:pt x="0" y="2264908"/>
                </a:moveTo>
                <a:lnTo>
                  <a:pt x="0" y="2305823"/>
                </a:lnTo>
                <a:moveTo>
                  <a:pt x="0" y="2346738"/>
                </a:moveTo>
                <a:lnTo>
                  <a:pt x="0" y="2387652"/>
                </a:lnTo>
                <a:moveTo>
                  <a:pt x="0" y="2428567"/>
                </a:moveTo>
                <a:lnTo>
                  <a:pt x="0" y="2469482"/>
                </a:lnTo>
                <a:moveTo>
                  <a:pt x="0" y="2510397"/>
                </a:moveTo>
                <a:lnTo>
                  <a:pt x="0" y="2551312"/>
                </a:lnTo>
                <a:moveTo>
                  <a:pt x="0" y="2592227"/>
                </a:moveTo>
                <a:lnTo>
                  <a:pt x="0" y="2633141"/>
                </a:lnTo>
                <a:moveTo>
                  <a:pt x="0" y="2674056"/>
                </a:moveTo>
                <a:lnTo>
                  <a:pt x="0" y="2714971"/>
                </a:lnTo>
                <a:moveTo>
                  <a:pt x="0" y="2755886"/>
                </a:moveTo>
                <a:lnTo>
                  <a:pt x="0" y="2796801"/>
                </a:lnTo>
                <a:moveTo>
                  <a:pt x="0" y="2837716"/>
                </a:moveTo>
                <a:lnTo>
                  <a:pt x="0" y="2878630"/>
                </a:lnTo>
                <a:moveTo>
                  <a:pt x="0" y="2919545"/>
                </a:moveTo>
                <a:lnTo>
                  <a:pt x="0" y="2960460"/>
                </a:lnTo>
                <a:moveTo>
                  <a:pt x="0" y="3001375"/>
                </a:moveTo>
                <a:lnTo>
                  <a:pt x="0" y="3042290"/>
                </a:lnTo>
                <a:moveTo>
                  <a:pt x="0" y="3083205"/>
                </a:moveTo>
                <a:lnTo>
                  <a:pt x="0" y="3124119"/>
                </a:lnTo>
                <a:moveTo>
                  <a:pt x="0" y="3165034"/>
                </a:moveTo>
                <a:lnTo>
                  <a:pt x="0" y="3205949"/>
                </a:lnTo>
                <a:moveTo>
                  <a:pt x="0" y="3246864"/>
                </a:moveTo>
                <a:lnTo>
                  <a:pt x="0" y="3287779"/>
                </a:lnTo>
                <a:moveTo>
                  <a:pt x="0" y="3328694"/>
                </a:moveTo>
                <a:lnTo>
                  <a:pt x="0" y="3369608"/>
                </a:lnTo>
                <a:moveTo>
                  <a:pt x="0" y="3410523"/>
                </a:moveTo>
                <a:lnTo>
                  <a:pt x="0" y="3451438"/>
                </a:lnTo>
                <a:moveTo>
                  <a:pt x="0" y="3492353"/>
                </a:moveTo>
                <a:lnTo>
                  <a:pt x="0" y="3533268"/>
                </a:lnTo>
                <a:moveTo>
                  <a:pt x="0" y="3574182"/>
                </a:moveTo>
                <a:lnTo>
                  <a:pt x="0" y="3615097"/>
                </a:lnTo>
                <a:moveTo>
                  <a:pt x="0" y="3656012"/>
                </a:moveTo>
                <a:lnTo>
                  <a:pt x="0" y="3696927"/>
                </a:lnTo>
                <a:moveTo>
                  <a:pt x="0" y="3737842"/>
                </a:moveTo>
                <a:lnTo>
                  <a:pt x="0" y="3778757"/>
                </a:lnTo>
                <a:moveTo>
                  <a:pt x="0" y="3819671"/>
                </a:moveTo>
                <a:lnTo>
                  <a:pt x="0" y="3860586"/>
                </a:lnTo>
                <a:moveTo>
                  <a:pt x="0" y="3901501"/>
                </a:moveTo>
                <a:lnTo>
                  <a:pt x="0" y="3942416"/>
                </a:lnTo>
                <a:moveTo>
                  <a:pt x="0" y="3983331"/>
                </a:moveTo>
                <a:lnTo>
                  <a:pt x="0" y="4024246"/>
                </a:lnTo>
                <a:moveTo>
                  <a:pt x="0" y="4065160"/>
                </a:moveTo>
                <a:lnTo>
                  <a:pt x="0" y="4071162"/>
                </a:lnTo>
              </a:path>
            </a:pathLst>
          </a:custGeom>
          <a:noFill xmlns:a="http://schemas.openxmlformats.org/drawingml/2006/main"/>
          <a:ln xmlns:a="http://schemas.openxmlformats.org/drawingml/2006/main" w="40915">
            <a:solidFill>
              <a:srgbClr val="4E95D9"/>
            </a:solidFill>
            <a:prstDash val="solid"/>
          </a:ln>
        </p:spPr>
      </p:sp>
      <p:pic>
        <p:nvPicPr>
          <p:cNvPr id="126" name="">
            <a:extLst xmlns:a="http://schemas.openxmlformats.org/drawingml/2006/main">
              <a:ext uri="{FF2B5EF4-FFF2-40B4-BE49-F238E27FC236}">
                <a16:creationId xmlns:a16="http://schemas.microsoft.com/office/drawing/2014/main" id="{0D8D48F9-703A-49B2-8E74-FDBB56A62590}"/>
              </a:ext>
            </a:extLst>
          </p:cNvPr>
          <p:cNvPicPr>
            <a:picLocks xmlns:a="http://schemas.openxmlformats.org/drawingml/2006/main" noChangeAspect="1"/>
          </p:cNvPicPr>
          <p:nvPr/>
        </p:nvPicPr>
        <p:blipFill>
          <a:blip xmlns:r="http://schemas.openxmlformats.org/officeDocument/2006/relationships" xmlns:a="http://schemas.openxmlformats.org/drawingml/2006/main" r:embed="R193f5b6615ea4b9f"/>
          <a:srcRect xmlns:a="http://schemas.openxmlformats.org/drawingml/2006/main" l="0" t="0" r="0" b="0"/>
          <a:stretch xmlns:a="http://schemas.openxmlformats.org/drawingml/2006/main">
            <a:fillRect l="0" t="0" r="0" b="0"/>
          </a:stretch>
        </p:blipFill>
        <p:spPr>
          <a:xfrm xmlns:a="http://schemas.openxmlformats.org/drawingml/2006/main">
            <a:off x="2652096" y="106808"/>
            <a:ext cx="512254" cy="512254"/>
          </a:xfrm>
          <a:prstGeom xmlns:a="http://schemas.openxmlformats.org/drawingml/2006/main" prst="rect">
            <a:avLst/>
          </a:prstGeom>
        </p:spPr>
      </p:pic>
      <p:sp>
        <p:nvSpPr>
          <p:cNvPr id="127" name="gordon-source-component-18">
            <a:extLst xmlns:a="http://schemas.openxmlformats.org/drawingml/2006/main">
              <a:ext uri="{FF2B5EF4-FFF2-40B4-BE49-F238E27FC236}">
                <a16:creationId xmlns:a16="http://schemas.microsoft.com/office/drawing/2014/main" id="{F2E84D0B-AB5E-4CE5-95E8-6F74A3D8C16F}"/>
              </a:ext>
            </a:extLst>
          </p:cNvPr>
          <p:cNvSpPr>
            <a:spLocks xmlns:a="http://schemas.openxmlformats.org/drawingml/2006/main" noGrp="1"/>
          </p:cNvSpPr>
          <p:nvPr/>
        </p:nvSpPr>
        <p:spPr>
          <a:xfrm xmlns:a="http://schemas.openxmlformats.org/drawingml/2006/main" rot="0">
            <a:off x="2652096" y="106808"/>
            <a:ext cx="512254" cy="512254"/>
          </a:xfrm>
          <a:prstGeom xmlns:a="http://schemas.openxmlformats.org/drawingml/2006/main" prst="rect">
            <a:avLst/>
          </a:prstGeom>
          <a:noFill xmlns:a="http://schemas.openxmlformats.org/drawingml/2006/main"/>
          <a:ln xmlns:a="http://schemas.openxmlformats.org/drawingml/2006/main" w="0">
            <a:noFill/>
          </a:ln>
        </p:spPr>
      </p:sp>
      <p:pic>
        <p:nvPicPr>
          <p:cNvPr id="128" name="">
            <a:extLst xmlns:a="http://schemas.openxmlformats.org/drawingml/2006/main">
              <a:ext uri="{FF2B5EF4-FFF2-40B4-BE49-F238E27FC236}">
                <a16:creationId xmlns:a16="http://schemas.microsoft.com/office/drawing/2014/main" id="{C314AB8E-30A9-4561-9E6D-2B4BD3A625A7}"/>
              </a:ext>
            </a:extLst>
          </p:cNvPr>
          <p:cNvPicPr>
            <a:picLocks xmlns:a="http://schemas.openxmlformats.org/drawingml/2006/main" noChangeAspect="1"/>
          </p:cNvPicPr>
          <p:nvPr/>
        </p:nvPicPr>
        <p:blipFill>
          <a:blip xmlns:r="http://schemas.openxmlformats.org/officeDocument/2006/relationships" xmlns:a="http://schemas.openxmlformats.org/drawingml/2006/main" r:embed="R6ed1b25e1a93422b"/>
          <a:srcRect xmlns:a="http://schemas.openxmlformats.org/drawingml/2006/main" l="35" t="0" r="35" b="0"/>
          <a:stretch xmlns:a="http://schemas.openxmlformats.org/drawingml/2006/main">
            <a:fillRect l="0" t="0" r="0" b="0"/>
          </a:stretch>
        </p:blipFill>
        <p:spPr>
          <a:xfrm xmlns:a="http://schemas.openxmlformats.org/drawingml/2006/main">
            <a:off x="9720677" y="3570559"/>
            <a:ext cx="1038009" cy="1067318"/>
          </a:xfrm>
          <a:prstGeom xmlns:a="http://schemas.openxmlformats.org/drawingml/2006/main" prst="rect">
            <a:avLst/>
          </a:prstGeom>
        </p:spPr>
      </p:pic>
      <p:sp>
        <p:nvSpPr>
          <p:cNvPr id="129" name="gordon-source-component-19">
            <a:extLst xmlns:a="http://schemas.openxmlformats.org/drawingml/2006/main">
              <a:ext uri="{FF2B5EF4-FFF2-40B4-BE49-F238E27FC236}">
                <a16:creationId xmlns:a16="http://schemas.microsoft.com/office/drawing/2014/main" id="{03BE6A6F-F65F-48FE-8975-5B7793AF9EA4}"/>
              </a:ext>
            </a:extLst>
          </p:cNvPr>
          <p:cNvSpPr>
            <a:spLocks xmlns:a="http://schemas.openxmlformats.org/drawingml/2006/main" noGrp="1"/>
          </p:cNvSpPr>
          <p:nvPr/>
        </p:nvSpPr>
        <p:spPr>
          <a:xfrm xmlns:a="http://schemas.openxmlformats.org/drawingml/2006/main" rot="0">
            <a:off x="9720677" y="3570559"/>
            <a:ext cx="1038009" cy="1067318"/>
          </a:xfrm>
          <a:prstGeom xmlns:a="http://schemas.openxmlformats.org/drawingml/2006/main" prst="rect">
            <a:avLst/>
          </a:prstGeom>
          <a:noFill xmlns:a="http://schemas.openxmlformats.org/drawingml/2006/main"/>
          <a:ln xmlns:a="http://schemas.openxmlformats.org/drawingml/2006/main" w="0">
            <a:noFill/>
          </a:ln>
        </p:spPr>
      </p:sp>
      <p:pic>
        <p:nvPicPr>
          <p:cNvPr id="130" name="">
            <a:extLst xmlns:a="http://schemas.openxmlformats.org/drawingml/2006/main">
              <a:ext uri="{FF2B5EF4-FFF2-40B4-BE49-F238E27FC236}">
                <a16:creationId xmlns:a16="http://schemas.microsoft.com/office/drawing/2014/main" id="{773C94E5-6D55-4E6C-91C4-B10BE2FFB680}"/>
              </a:ext>
            </a:extLst>
          </p:cNvPr>
          <p:cNvPicPr>
            <a:picLocks xmlns:a="http://schemas.openxmlformats.org/drawingml/2006/main" noChangeAspect="1"/>
          </p:cNvPicPr>
          <p:nvPr/>
        </p:nvPicPr>
        <p:blipFill>
          <a:blip xmlns:r="http://schemas.openxmlformats.org/officeDocument/2006/relationships" xmlns:a="http://schemas.openxmlformats.org/drawingml/2006/main" r:embed="R9ef3a0b83b654873"/>
          <a:srcRect xmlns:a="http://schemas.openxmlformats.org/drawingml/2006/main" l="10" t="0" r="10" b="0"/>
          <a:stretch xmlns:a="http://schemas.openxmlformats.org/drawingml/2006/main">
            <a:fillRect l="0" t="0" r="0" b="0"/>
          </a:stretch>
        </p:blipFill>
        <p:spPr>
          <a:xfrm xmlns:a="http://schemas.openxmlformats.org/drawingml/2006/main">
            <a:off x="10971171" y="3567492"/>
            <a:ext cx="1038378" cy="1067168"/>
          </a:xfrm>
          <a:prstGeom xmlns:a="http://schemas.openxmlformats.org/drawingml/2006/main" prst="rect">
            <a:avLst/>
          </a:prstGeom>
        </p:spPr>
      </p:pic>
      <p:sp>
        <p:nvSpPr>
          <p:cNvPr id="131" name="gordon-source-component-20">
            <a:extLst xmlns:a="http://schemas.openxmlformats.org/drawingml/2006/main">
              <a:ext uri="{FF2B5EF4-FFF2-40B4-BE49-F238E27FC236}">
                <a16:creationId xmlns:a16="http://schemas.microsoft.com/office/drawing/2014/main" id="{CF2BCB23-2935-4B09-B310-567265326760}"/>
              </a:ext>
            </a:extLst>
          </p:cNvPr>
          <p:cNvSpPr>
            <a:spLocks xmlns:a="http://schemas.openxmlformats.org/drawingml/2006/main" noGrp="1"/>
          </p:cNvSpPr>
          <p:nvPr/>
        </p:nvSpPr>
        <p:spPr>
          <a:xfrm xmlns:a="http://schemas.openxmlformats.org/drawingml/2006/main" rot="0">
            <a:off x="10971171" y="3567492"/>
            <a:ext cx="1038378" cy="1067168"/>
          </a:xfrm>
          <a:prstGeom xmlns:a="http://schemas.openxmlformats.org/drawingml/2006/main" prst="rect">
            <a:avLst/>
          </a:prstGeom>
          <a:noFill xmlns:a="http://schemas.openxmlformats.org/drawingml/2006/main"/>
          <a:ln xmlns:a="http://schemas.openxmlformats.org/drawingml/2006/main" w="0">
            <a:noFill/>
          </a:ln>
        </p:spPr>
      </p:sp>
      <p:pic>
        <p:nvPicPr>
          <p:cNvPr id="132" name="">
            <a:extLst xmlns:a="http://schemas.openxmlformats.org/drawingml/2006/main">
              <a:ext uri="{FF2B5EF4-FFF2-40B4-BE49-F238E27FC236}">
                <a16:creationId xmlns:a16="http://schemas.microsoft.com/office/drawing/2014/main" id="{4F98C144-CCEF-437F-BD9A-567C394F9900}"/>
              </a:ext>
            </a:extLst>
          </p:cNvPr>
          <p:cNvPicPr>
            <a:picLocks xmlns:a="http://schemas.openxmlformats.org/drawingml/2006/main" noChangeAspect="1"/>
          </p:cNvPicPr>
          <p:nvPr/>
        </p:nvPicPr>
        <p:blipFill>
          <a:blip xmlns:r="http://schemas.openxmlformats.org/officeDocument/2006/relationships" xmlns:a="http://schemas.openxmlformats.org/drawingml/2006/main" r:embed="R47343aed14e3416d"/>
          <a:srcRect xmlns:a="http://schemas.openxmlformats.org/drawingml/2006/main" l="0" t="54" r="0" b="54"/>
          <a:stretch xmlns:a="http://schemas.openxmlformats.org/drawingml/2006/main">
            <a:fillRect l="0" t="0" r="0" b="0"/>
          </a:stretch>
        </p:blipFill>
        <p:spPr>
          <a:xfrm xmlns:a="http://schemas.openxmlformats.org/drawingml/2006/main">
            <a:off x="12136698" y="3567492"/>
            <a:ext cx="1049247" cy="1067168"/>
          </a:xfrm>
          <a:prstGeom xmlns:a="http://schemas.openxmlformats.org/drawingml/2006/main" prst="rect">
            <a:avLst/>
          </a:prstGeom>
        </p:spPr>
      </p:pic>
      <p:sp>
        <p:nvSpPr>
          <p:cNvPr id="133" name="gordon-source-component-21">
            <a:extLst xmlns:a="http://schemas.openxmlformats.org/drawingml/2006/main">
              <a:ext uri="{FF2B5EF4-FFF2-40B4-BE49-F238E27FC236}">
                <a16:creationId xmlns:a16="http://schemas.microsoft.com/office/drawing/2014/main" id="{165E88AB-7B59-4FC9-9F23-4C8FF32DB2DC}"/>
              </a:ext>
            </a:extLst>
          </p:cNvPr>
          <p:cNvSpPr>
            <a:spLocks xmlns:a="http://schemas.openxmlformats.org/drawingml/2006/main" noGrp="1"/>
          </p:cNvSpPr>
          <p:nvPr/>
        </p:nvSpPr>
        <p:spPr>
          <a:xfrm xmlns:a="http://schemas.openxmlformats.org/drawingml/2006/main" rot="0">
            <a:off x="12136698" y="3567492"/>
            <a:ext cx="1049247" cy="1067168"/>
          </a:xfrm>
          <a:prstGeom xmlns:a="http://schemas.openxmlformats.org/drawingml/2006/main" prst="rect">
            <a:avLst/>
          </a:prstGeom>
          <a:noFill xmlns:a="http://schemas.openxmlformats.org/drawingml/2006/main"/>
          <a:ln xmlns:a="http://schemas.openxmlformats.org/drawingml/2006/main" w="0">
            <a:noFill/>
          </a:ln>
        </p:spPr>
      </p:sp>
      <p:sp>
        <p:nvSpPr>
          <p:cNvPr id="134" name="pdf-path-119-part-0">
            <a:extLst xmlns:a="http://schemas.openxmlformats.org/drawingml/2006/main">
              <a:ext uri="{FF2B5EF4-FFF2-40B4-BE49-F238E27FC236}">
                <a16:creationId xmlns:a16="http://schemas.microsoft.com/office/drawing/2014/main" id="{B67F13D5-982E-4A66-B5F7-78423A9F6D20}"/>
              </a:ext>
            </a:extLst>
          </p:cNvPr>
          <p:cNvSpPr>
            <a:spLocks xmlns:a="http://schemas.openxmlformats.org/drawingml/2006/main" noGrp="1"/>
          </p:cNvSpPr>
          <p:nvPr/>
        </p:nvSpPr>
        <p:spPr>
          <a:xfrm xmlns:a="http://schemas.openxmlformats.org/drawingml/2006/main" rot="0">
            <a:off x="3742613" y="2209421"/>
            <a:ext cx="189845" cy="447063"/>
          </a:xfrm>
          <a:custGeom xmlns:a="http://schemas.openxmlformats.org/drawingml/2006/main">
            <a:pathLst>
              <a:path w="189845" h="447063">
                <a:moveTo>
                  <a:pt x="115380" y="0"/>
                </a:moveTo>
                <a:lnTo>
                  <a:pt x="115380" y="406420"/>
                </a:lnTo>
                <a:lnTo>
                  <a:pt x="74465" y="406420"/>
                </a:lnTo>
                <a:lnTo>
                  <a:pt x="74465" y="0"/>
                </a:lnTo>
                <a:lnTo>
                  <a:pt x="115380" y="0"/>
                </a:lnTo>
              </a:path>
            </a:pathLst>
          </a:custGeom>
          <a:solidFill xmlns:a="http://schemas.openxmlformats.org/drawingml/2006/main">
            <a:srgbClr val="1B4487"/>
          </a:solidFill>
          <a:ln xmlns:a="http://schemas.openxmlformats.org/drawingml/2006/main" w="0">
            <a:noFill/>
            <a:prstDash val="solid"/>
          </a:ln>
        </p:spPr>
      </p:sp>
      <p:sp>
        <p:nvSpPr>
          <p:cNvPr id="135" name="pdf-path-119-part-1">
            <a:extLst xmlns:a="http://schemas.openxmlformats.org/drawingml/2006/main">
              <a:ext uri="{FF2B5EF4-FFF2-40B4-BE49-F238E27FC236}">
                <a16:creationId xmlns:a16="http://schemas.microsoft.com/office/drawing/2014/main" id="{064E2441-C239-47C7-B393-9CB6BDDC6D1D}"/>
              </a:ext>
            </a:extLst>
          </p:cNvPr>
          <p:cNvSpPr>
            <a:spLocks xmlns:a="http://schemas.openxmlformats.org/drawingml/2006/main" noGrp="1"/>
          </p:cNvSpPr>
          <p:nvPr/>
        </p:nvSpPr>
        <p:spPr>
          <a:xfrm xmlns:a="http://schemas.openxmlformats.org/drawingml/2006/main" rot="0">
            <a:off x="3742613" y="2209421"/>
            <a:ext cx="189845" cy="447063"/>
          </a:xfrm>
          <a:custGeom xmlns:a="http://schemas.openxmlformats.org/drawingml/2006/main">
            <a:pathLst>
              <a:path w="189845" h="447063">
                <a:moveTo>
                  <a:pt x="184253" y="294041"/>
                </a:moveTo>
                <a:lnTo>
                  <a:pt x="94922" y="447063"/>
                </a:lnTo>
                <a:lnTo>
                  <a:pt x="5728" y="294041"/>
                </a:lnTo>
                <a:cubicBezTo>
                  <a:pt x="0" y="284221"/>
                  <a:pt x="3274" y="271674"/>
                  <a:pt x="13093" y="265946"/>
                </a:cubicBezTo>
                <a:cubicBezTo>
                  <a:pt x="22776" y="260354"/>
                  <a:pt x="35323" y="263628"/>
                  <a:pt x="41051" y="273311"/>
                </a:cubicBezTo>
                <a:lnTo>
                  <a:pt x="112652" y="396055"/>
                </a:lnTo>
                <a:lnTo>
                  <a:pt x="77329" y="396055"/>
                </a:lnTo>
                <a:lnTo>
                  <a:pt x="148930" y="273311"/>
                </a:lnTo>
                <a:cubicBezTo>
                  <a:pt x="154522" y="263628"/>
                  <a:pt x="167069" y="260354"/>
                  <a:pt x="176888" y="265946"/>
                </a:cubicBezTo>
                <a:cubicBezTo>
                  <a:pt x="186572" y="271674"/>
                  <a:pt x="189845" y="284221"/>
                  <a:pt x="184253" y="294041"/>
                </a:cubicBezTo>
              </a:path>
            </a:pathLst>
          </a:custGeom>
          <a:solidFill xmlns:a="http://schemas.openxmlformats.org/drawingml/2006/main">
            <a:srgbClr val="1B4487"/>
          </a:solidFill>
          <a:ln xmlns:a="http://schemas.openxmlformats.org/drawingml/2006/main" w="0">
            <a:noFill/>
            <a:prstDash val="solid"/>
          </a:ln>
        </p:spPr>
      </p:sp>
      <p:pic>
        <p:nvPicPr>
          <p:cNvPr id="136" name="">
            <a:extLst xmlns:a="http://schemas.openxmlformats.org/drawingml/2006/main">
              <a:ext uri="{FF2B5EF4-FFF2-40B4-BE49-F238E27FC236}">
                <a16:creationId xmlns:a16="http://schemas.microsoft.com/office/drawing/2014/main" id="{7AEBF257-65B5-4921-B8C6-62B950A5E518}"/>
              </a:ext>
            </a:extLst>
          </p:cNvPr>
          <p:cNvPicPr>
            <a:picLocks xmlns:a="http://schemas.openxmlformats.org/drawingml/2006/main" noChangeAspect="1"/>
          </p:cNvPicPr>
          <p:nvPr/>
        </p:nvPicPr>
        <p:blipFill>
          <a:blip xmlns:r="http://schemas.openxmlformats.org/officeDocument/2006/relationships" xmlns:a="http://schemas.openxmlformats.org/drawingml/2006/main" r:embed="Rf44e88c49eeb43d9"/>
          <a:srcRect xmlns:a="http://schemas.openxmlformats.org/drawingml/2006/main" l="0" t="294" r="0" b="294"/>
          <a:stretch xmlns:a="http://schemas.openxmlformats.org/drawingml/2006/main">
            <a:fillRect l="0" t="0" r="0" b="0"/>
          </a:stretch>
        </p:blipFill>
        <p:spPr>
          <a:xfrm xmlns:a="http://schemas.openxmlformats.org/drawingml/2006/main">
            <a:off x="672310" y="814744"/>
            <a:ext cx="1030986" cy="1205242"/>
          </a:xfrm>
          <a:prstGeom xmlns:a="http://schemas.openxmlformats.org/drawingml/2006/main" prst="rect">
            <a:avLst/>
          </a:prstGeom>
        </p:spPr>
      </p:pic>
      <p:sp>
        <p:nvSpPr>
          <p:cNvPr id="137" name="gordon-source-component-22">
            <a:extLst xmlns:a="http://schemas.openxmlformats.org/drawingml/2006/main">
              <a:ext uri="{FF2B5EF4-FFF2-40B4-BE49-F238E27FC236}">
                <a16:creationId xmlns:a16="http://schemas.microsoft.com/office/drawing/2014/main" id="{80EED77D-4567-4337-B903-1D738805B961}"/>
              </a:ext>
            </a:extLst>
          </p:cNvPr>
          <p:cNvSpPr>
            <a:spLocks xmlns:a="http://schemas.openxmlformats.org/drawingml/2006/main" noGrp="1"/>
          </p:cNvSpPr>
          <p:nvPr/>
        </p:nvSpPr>
        <p:spPr>
          <a:xfrm xmlns:a="http://schemas.openxmlformats.org/drawingml/2006/main" rot="0">
            <a:off x="672310" y="814744"/>
            <a:ext cx="1030986" cy="1205242"/>
          </a:xfrm>
          <a:prstGeom xmlns:a="http://schemas.openxmlformats.org/drawingml/2006/main" prst="rect">
            <a:avLst/>
          </a:prstGeom>
          <a:noFill xmlns:a="http://schemas.openxmlformats.org/drawingml/2006/main"/>
          <a:ln xmlns:a="http://schemas.openxmlformats.org/drawingml/2006/main" w="0">
            <a:noFill/>
          </a:ln>
        </p:spPr>
      </p:sp>
      <p:sp>
        <p:nvSpPr>
          <p:cNvPr id="138" name="pdf-path-121">
            <a:extLst xmlns:a="http://schemas.openxmlformats.org/drawingml/2006/main">
              <a:ext uri="{FF2B5EF4-FFF2-40B4-BE49-F238E27FC236}">
                <a16:creationId xmlns:a16="http://schemas.microsoft.com/office/drawing/2014/main" id="{AD7112BE-A4B6-4993-8191-0F091C326555}"/>
              </a:ext>
            </a:extLst>
          </p:cNvPr>
          <p:cNvSpPr>
            <a:spLocks xmlns:a="http://schemas.openxmlformats.org/drawingml/2006/main" noGrp="1"/>
          </p:cNvSpPr>
          <p:nvPr/>
        </p:nvSpPr>
        <p:spPr>
          <a:xfrm xmlns:a="http://schemas.openxmlformats.org/drawingml/2006/main" rot="0">
            <a:off x="1332552" y="1575514"/>
            <a:ext cx="147580" cy="234306"/>
          </a:xfrm>
          <a:custGeom xmlns:a="http://schemas.openxmlformats.org/drawingml/2006/main">
            <a:pathLst>
              <a:path w="147580" h="234306">
                <a:moveTo>
                  <a:pt x="0" y="234306"/>
                </a:moveTo>
                <a:lnTo>
                  <a:pt x="147580" y="234306"/>
                </a:lnTo>
                <a:lnTo>
                  <a:pt x="147580" y="0"/>
                </a:lnTo>
                <a:lnTo>
                  <a:pt x="0" y="0"/>
                </a:lnTo>
                <a:close/>
              </a:path>
            </a:pathLst>
          </a:custGeom>
          <a:noFill xmlns:a="http://schemas.openxmlformats.org/drawingml/2006/main"/>
          <a:ln xmlns:a="http://schemas.openxmlformats.org/drawingml/2006/main" w="20457">
            <a:solidFill>
              <a:srgbClr val="FB2BFB"/>
            </a:solidFill>
            <a:prstDash val="solid"/>
          </a:ln>
        </p:spPr>
      </p:sp>
      <p:sp>
        <p:nvSpPr>
          <p:cNvPr id="139" name="pdf-path-122">
            <a:extLst xmlns:a="http://schemas.openxmlformats.org/drawingml/2006/main">
              <a:ext uri="{FF2B5EF4-FFF2-40B4-BE49-F238E27FC236}">
                <a16:creationId xmlns:a16="http://schemas.microsoft.com/office/drawing/2014/main" id="{AEE4DDFF-933B-498A-BF61-A9A1B8DDC719}"/>
              </a:ext>
            </a:extLst>
          </p:cNvPr>
          <p:cNvSpPr>
            <a:spLocks xmlns:a="http://schemas.openxmlformats.org/drawingml/2006/main" noGrp="1"/>
          </p:cNvSpPr>
          <p:nvPr/>
        </p:nvSpPr>
        <p:spPr>
          <a:xfrm xmlns:a="http://schemas.openxmlformats.org/drawingml/2006/main" rot="0">
            <a:off x="1517255" y="1575623"/>
            <a:ext cx="150799" cy="234197"/>
          </a:xfrm>
          <a:custGeom xmlns:a="http://schemas.openxmlformats.org/drawingml/2006/main">
            <a:pathLst>
              <a:path w="150799" h="234197">
                <a:moveTo>
                  <a:pt x="0" y="234197"/>
                </a:moveTo>
                <a:lnTo>
                  <a:pt x="150799" y="234197"/>
                </a:lnTo>
                <a:lnTo>
                  <a:pt x="150799" y="0"/>
                </a:lnTo>
                <a:lnTo>
                  <a:pt x="0" y="0"/>
                </a:lnTo>
                <a:close/>
              </a:path>
            </a:pathLst>
          </a:custGeom>
          <a:noFill xmlns:a="http://schemas.openxmlformats.org/drawingml/2006/main"/>
          <a:ln xmlns:a="http://schemas.openxmlformats.org/drawingml/2006/main" w="20457">
            <a:solidFill>
              <a:srgbClr val="FC2626"/>
            </a:solidFill>
            <a:prstDash val="solid"/>
          </a:ln>
        </p:spPr>
      </p:sp>
      <p:sp>
        <p:nvSpPr>
          <p:cNvPr id="140" name="pdf-path-123">
            <a:extLst xmlns:a="http://schemas.openxmlformats.org/drawingml/2006/main">
              <a:ext uri="{FF2B5EF4-FFF2-40B4-BE49-F238E27FC236}">
                <a16:creationId xmlns:a16="http://schemas.microsoft.com/office/drawing/2014/main" id="{4513455D-963C-4647-90E8-C600A9363E43}"/>
              </a:ext>
            </a:extLst>
          </p:cNvPr>
          <p:cNvSpPr>
            <a:spLocks xmlns:a="http://schemas.openxmlformats.org/drawingml/2006/main" noGrp="1"/>
          </p:cNvSpPr>
          <p:nvPr/>
        </p:nvSpPr>
        <p:spPr>
          <a:xfrm xmlns:a="http://schemas.openxmlformats.org/drawingml/2006/main" rot="0">
            <a:off x="1101588" y="1354219"/>
            <a:ext cx="188535" cy="320581"/>
          </a:xfrm>
          <a:custGeom xmlns:a="http://schemas.openxmlformats.org/drawingml/2006/main">
            <a:pathLst>
              <a:path w="188535" h="320581">
                <a:moveTo>
                  <a:pt x="0" y="320581"/>
                </a:moveTo>
                <a:lnTo>
                  <a:pt x="188535" y="320581"/>
                </a:lnTo>
                <a:lnTo>
                  <a:pt x="188535" y="0"/>
                </a:lnTo>
                <a:lnTo>
                  <a:pt x="0" y="0"/>
                </a:lnTo>
                <a:close/>
              </a:path>
            </a:pathLst>
          </a:custGeom>
          <a:noFill xmlns:a="http://schemas.openxmlformats.org/drawingml/2006/main"/>
          <a:ln xmlns:a="http://schemas.openxmlformats.org/drawingml/2006/main" w="20457">
            <a:solidFill>
              <a:srgbClr val="D1D1D1"/>
            </a:solidFill>
            <a:prstDash val="solid"/>
          </a:ln>
        </p:spPr>
      </p:sp>
      <p:sp>
        <p:nvSpPr>
          <p:cNvPr id="141" name="pdf-path-124">
            <a:extLst xmlns:a="http://schemas.openxmlformats.org/drawingml/2006/main">
              <a:ext uri="{FF2B5EF4-FFF2-40B4-BE49-F238E27FC236}">
                <a16:creationId xmlns:a16="http://schemas.microsoft.com/office/drawing/2014/main" id="{EE380DF0-6009-4ECE-9847-D8DE18258849}"/>
              </a:ext>
            </a:extLst>
          </p:cNvPr>
          <p:cNvSpPr>
            <a:spLocks xmlns:a="http://schemas.openxmlformats.org/drawingml/2006/main" noGrp="1"/>
          </p:cNvSpPr>
          <p:nvPr/>
        </p:nvSpPr>
        <p:spPr>
          <a:xfrm xmlns:a="http://schemas.openxmlformats.org/drawingml/2006/main" rot="0">
            <a:off x="708028" y="1409850"/>
            <a:ext cx="447990" cy="283908"/>
          </a:xfrm>
          <a:custGeom xmlns:a="http://schemas.openxmlformats.org/drawingml/2006/main">
            <a:pathLst>
              <a:path w="447990" h="283908">
                <a:moveTo>
                  <a:pt x="0" y="283908"/>
                </a:moveTo>
                <a:lnTo>
                  <a:pt x="447990" y="283908"/>
                </a:lnTo>
                <a:lnTo>
                  <a:pt x="447990" y="0"/>
                </a:lnTo>
                <a:lnTo>
                  <a:pt x="0" y="0"/>
                </a:lnTo>
                <a:close/>
              </a:path>
            </a:pathLst>
          </a:custGeom>
          <a:noFill xmlns:a="http://schemas.openxmlformats.org/drawingml/2006/main"/>
          <a:ln xmlns:a="http://schemas.openxmlformats.org/drawingml/2006/main" w="20457">
            <a:solidFill>
              <a:srgbClr val="FBFB2C"/>
            </a:solidFill>
            <a:prstDash val="solid"/>
          </a:ln>
        </p:spPr>
      </p:sp>
      <p:sp>
        <p:nvSpPr>
          <p:cNvPr id="142" name="pdf-path-125">
            <a:extLst xmlns:a="http://schemas.openxmlformats.org/drawingml/2006/main">
              <a:ext uri="{FF2B5EF4-FFF2-40B4-BE49-F238E27FC236}">
                <a16:creationId xmlns:a16="http://schemas.microsoft.com/office/drawing/2014/main" id="{50D94AD7-1B72-414B-AE8F-4A9DF80F615F}"/>
              </a:ext>
            </a:extLst>
          </p:cNvPr>
          <p:cNvSpPr>
            <a:spLocks xmlns:a="http://schemas.openxmlformats.org/drawingml/2006/main" noGrp="1"/>
          </p:cNvSpPr>
          <p:nvPr/>
        </p:nvSpPr>
        <p:spPr>
          <a:xfrm xmlns:a="http://schemas.openxmlformats.org/drawingml/2006/main" rot="0">
            <a:off x="783679" y="1376722"/>
            <a:ext cx="429551" cy="467602"/>
          </a:xfrm>
          <a:custGeom xmlns:a="http://schemas.openxmlformats.org/drawingml/2006/main">
            <a:pathLst>
              <a:path w="429551" h="467602">
                <a:moveTo>
                  <a:pt x="0" y="467602"/>
                </a:moveTo>
                <a:lnTo>
                  <a:pt x="429551" y="467602"/>
                </a:lnTo>
                <a:lnTo>
                  <a:pt x="429551" y="0"/>
                </a:lnTo>
                <a:lnTo>
                  <a:pt x="0" y="0"/>
                </a:lnTo>
                <a:close/>
              </a:path>
            </a:pathLst>
          </a:custGeom>
          <a:noFill xmlns:a="http://schemas.openxmlformats.org/drawingml/2006/main"/>
          <a:ln xmlns:a="http://schemas.openxmlformats.org/drawingml/2006/main" w="20457">
            <a:solidFill>
              <a:srgbClr val="29B1FB"/>
            </a:solidFill>
            <a:prstDash val="solid"/>
          </a:ln>
        </p:spPr>
      </p:sp>
      <p:pic>
        <p:nvPicPr>
          <p:cNvPr id="143" name="">
            <a:extLst xmlns:a="http://schemas.openxmlformats.org/drawingml/2006/main">
              <a:ext uri="{FF2B5EF4-FFF2-40B4-BE49-F238E27FC236}">
                <a16:creationId xmlns:a16="http://schemas.microsoft.com/office/drawing/2014/main" id="{6A155F47-C99A-449B-95D2-CC50B8915AC7}"/>
              </a:ext>
            </a:extLst>
          </p:cNvPr>
          <p:cNvPicPr>
            <a:picLocks xmlns:a="http://schemas.openxmlformats.org/drawingml/2006/main" noChangeAspect="1"/>
          </p:cNvPicPr>
          <p:nvPr/>
        </p:nvPicPr>
        <p:blipFill>
          <a:blip xmlns:r="http://schemas.openxmlformats.org/officeDocument/2006/relationships" xmlns:a="http://schemas.openxmlformats.org/drawingml/2006/main" r:embed="R2d1eed16bf5d4ec1"/>
          <a:srcRect xmlns:a="http://schemas.openxmlformats.org/drawingml/2006/main" l="127" t="0" r="127" b="0"/>
          <a:stretch xmlns:a="http://schemas.openxmlformats.org/drawingml/2006/main">
            <a:fillRect l="0" t="0" r="0" b="0"/>
          </a:stretch>
        </p:blipFill>
        <p:spPr>
          <a:xfrm xmlns:a="http://schemas.openxmlformats.org/drawingml/2006/main">
            <a:off x="671600" y="2078535"/>
            <a:ext cx="1027930" cy="1202309"/>
          </a:xfrm>
          <a:prstGeom xmlns:a="http://schemas.openxmlformats.org/drawingml/2006/main" prst="rect">
            <a:avLst/>
          </a:prstGeom>
        </p:spPr>
      </p:pic>
      <p:sp>
        <p:nvSpPr>
          <p:cNvPr id="144" name="gordon-source-component-23">
            <a:extLst xmlns:a="http://schemas.openxmlformats.org/drawingml/2006/main">
              <a:ext uri="{FF2B5EF4-FFF2-40B4-BE49-F238E27FC236}">
                <a16:creationId xmlns:a16="http://schemas.microsoft.com/office/drawing/2014/main" id="{EF029BC0-0BAB-432B-B828-F40488512102}"/>
              </a:ext>
            </a:extLst>
          </p:cNvPr>
          <p:cNvSpPr>
            <a:spLocks xmlns:a="http://schemas.openxmlformats.org/drawingml/2006/main" noGrp="1"/>
          </p:cNvSpPr>
          <p:nvPr/>
        </p:nvSpPr>
        <p:spPr>
          <a:xfrm xmlns:a="http://schemas.openxmlformats.org/drawingml/2006/main" rot="0">
            <a:off x="671600" y="2078535"/>
            <a:ext cx="1027930" cy="1202309"/>
          </a:xfrm>
          <a:prstGeom xmlns:a="http://schemas.openxmlformats.org/drawingml/2006/main" prst="rect">
            <a:avLst/>
          </a:prstGeom>
          <a:noFill xmlns:a="http://schemas.openxmlformats.org/drawingml/2006/main"/>
          <a:ln xmlns:a="http://schemas.openxmlformats.org/drawingml/2006/main" w="0">
            <a:noFill/>
          </a:ln>
        </p:spPr>
      </p:sp>
      <p:sp>
        <p:nvSpPr>
          <p:cNvPr id="145" name="pdf-path-127">
            <a:extLst xmlns:a="http://schemas.openxmlformats.org/drawingml/2006/main">
              <a:ext uri="{FF2B5EF4-FFF2-40B4-BE49-F238E27FC236}">
                <a16:creationId xmlns:a16="http://schemas.microsoft.com/office/drawing/2014/main" id="{C645255C-42BF-432A-81E0-6AA4E83E37F4}"/>
              </a:ext>
            </a:extLst>
          </p:cNvPr>
          <p:cNvSpPr>
            <a:spLocks xmlns:a="http://schemas.openxmlformats.org/drawingml/2006/main" noGrp="1"/>
          </p:cNvSpPr>
          <p:nvPr/>
        </p:nvSpPr>
        <p:spPr>
          <a:xfrm xmlns:a="http://schemas.openxmlformats.org/drawingml/2006/main" rot="0">
            <a:off x="1504026" y="2840587"/>
            <a:ext cx="150798" cy="233637"/>
          </a:xfrm>
          <a:custGeom xmlns:a="http://schemas.openxmlformats.org/drawingml/2006/main">
            <a:pathLst>
              <a:path w="150798" h="233637">
                <a:moveTo>
                  <a:pt x="0" y="233637"/>
                </a:moveTo>
                <a:lnTo>
                  <a:pt x="150798" y="233637"/>
                </a:lnTo>
                <a:lnTo>
                  <a:pt x="150798" y="0"/>
                </a:lnTo>
                <a:lnTo>
                  <a:pt x="0" y="0"/>
                </a:lnTo>
                <a:close/>
              </a:path>
            </a:pathLst>
          </a:custGeom>
          <a:noFill xmlns:a="http://schemas.openxmlformats.org/drawingml/2006/main"/>
          <a:ln xmlns:a="http://schemas.openxmlformats.org/drawingml/2006/main" w="20457">
            <a:solidFill>
              <a:srgbClr val="FC2626"/>
            </a:solidFill>
            <a:prstDash val="solid"/>
          </a:ln>
        </p:spPr>
      </p:sp>
      <p:sp>
        <p:nvSpPr>
          <p:cNvPr id="146" name="pdf-path-128">
            <a:extLst xmlns:a="http://schemas.openxmlformats.org/drawingml/2006/main">
              <a:ext uri="{FF2B5EF4-FFF2-40B4-BE49-F238E27FC236}">
                <a16:creationId xmlns:a16="http://schemas.microsoft.com/office/drawing/2014/main" id="{103E4F7C-0A9F-4F34-A010-D1B81F1C48AF}"/>
              </a:ext>
            </a:extLst>
          </p:cNvPr>
          <p:cNvSpPr>
            <a:spLocks xmlns:a="http://schemas.openxmlformats.org/drawingml/2006/main" noGrp="1"/>
          </p:cNvSpPr>
          <p:nvPr/>
        </p:nvSpPr>
        <p:spPr>
          <a:xfrm xmlns:a="http://schemas.openxmlformats.org/drawingml/2006/main" rot="0">
            <a:off x="847384" y="2503053"/>
            <a:ext cx="295978" cy="176616"/>
          </a:xfrm>
          <a:custGeom xmlns:a="http://schemas.openxmlformats.org/drawingml/2006/main">
            <a:pathLst>
              <a:path w="295978" h="176616">
                <a:moveTo>
                  <a:pt x="0" y="176616"/>
                </a:moveTo>
                <a:lnTo>
                  <a:pt x="295978" y="176616"/>
                </a:lnTo>
                <a:lnTo>
                  <a:pt x="295978" y="0"/>
                </a:lnTo>
                <a:lnTo>
                  <a:pt x="0" y="0"/>
                </a:lnTo>
                <a:close/>
              </a:path>
            </a:pathLst>
          </a:custGeom>
          <a:noFill xmlns:a="http://schemas.openxmlformats.org/drawingml/2006/main"/>
          <a:ln xmlns:a="http://schemas.openxmlformats.org/drawingml/2006/main" w="20457">
            <a:solidFill>
              <a:srgbClr val="D1D1D1"/>
            </a:solidFill>
            <a:prstDash val="solid"/>
          </a:ln>
        </p:spPr>
      </p:sp>
      <p:sp>
        <p:nvSpPr>
          <p:cNvPr id="147" name="pdf-path-129">
            <a:extLst xmlns:a="http://schemas.openxmlformats.org/drawingml/2006/main">
              <a:ext uri="{FF2B5EF4-FFF2-40B4-BE49-F238E27FC236}">
                <a16:creationId xmlns:a16="http://schemas.microsoft.com/office/drawing/2014/main" id="{BCD3231A-B757-4B8C-83FC-C14DD996FE73}"/>
              </a:ext>
            </a:extLst>
          </p:cNvPr>
          <p:cNvSpPr>
            <a:spLocks xmlns:a="http://schemas.openxmlformats.org/drawingml/2006/main" noGrp="1"/>
          </p:cNvSpPr>
          <p:nvPr/>
        </p:nvSpPr>
        <p:spPr>
          <a:xfrm xmlns:a="http://schemas.openxmlformats.org/drawingml/2006/main" rot="0">
            <a:off x="770491" y="2642272"/>
            <a:ext cx="429551" cy="466456"/>
          </a:xfrm>
          <a:custGeom xmlns:a="http://schemas.openxmlformats.org/drawingml/2006/main">
            <a:pathLst>
              <a:path w="429551" h="466456">
                <a:moveTo>
                  <a:pt x="0" y="466456"/>
                </a:moveTo>
                <a:lnTo>
                  <a:pt x="429551" y="466456"/>
                </a:lnTo>
                <a:lnTo>
                  <a:pt x="429551" y="0"/>
                </a:lnTo>
                <a:lnTo>
                  <a:pt x="0" y="0"/>
                </a:lnTo>
                <a:close/>
              </a:path>
            </a:pathLst>
          </a:custGeom>
          <a:noFill xmlns:a="http://schemas.openxmlformats.org/drawingml/2006/main"/>
          <a:ln xmlns:a="http://schemas.openxmlformats.org/drawingml/2006/main" w="20457">
            <a:solidFill>
              <a:srgbClr val="29B1FB"/>
            </a:solidFill>
            <a:prstDash val="solid"/>
          </a:ln>
        </p:spPr>
      </p:sp>
      <p:sp>
        <p:nvSpPr>
          <p:cNvPr id="148" name="pdf-path-130">
            <a:extLst xmlns:a="http://schemas.openxmlformats.org/drawingml/2006/main">
              <a:ext uri="{FF2B5EF4-FFF2-40B4-BE49-F238E27FC236}">
                <a16:creationId xmlns:a16="http://schemas.microsoft.com/office/drawing/2014/main" id="{67E6D06D-9812-4BAF-AF3A-13797A425E75}"/>
              </a:ext>
            </a:extLst>
          </p:cNvPr>
          <p:cNvSpPr>
            <a:spLocks xmlns:a="http://schemas.openxmlformats.org/drawingml/2006/main" noGrp="1"/>
          </p:cNvSpPr>
          <p:nvPr/>
        </p:nvSpPr>
        <p:spPr>
          <a:xfrm xmlns:a="http://schemas.openxmlformats.org/drawingml/2006/main" rot="0">
            <a:off x="682675" y="2600349"/>
            <a:ext cx="277252" cy="329719"/>
          </a:xfrm>
          <a:custGeom xmlns:a="http://schemas.openxmlformats.org/drawingml/2006/main">
            <a:pathLst>
              <a:path w="277252" h="329719">
                <a:moveTo>
                  <a:pt x="0" y="329719"/>
                </a:moveTo>
                <a:lnTo>
                  <a:pt x="277252" y="329719"/>
                </a:lnTo>
                <a:lnTo>
                  <a:pt x="277252" y="0"/>
                </a:lnTo>
                <a:lnTo>
                  <a:pt x="0" y="0"/>
                </a:lnTo>
                <a:close/>
              </a:path>
            </a:pathLst>
          </a:custGeom>
          <a:noFill xmlns:a="http://schemas.openxmlformats.org/drawingml/2006/main"/>
          <a:ln xmlns:a="http://schemas.openxmlformats.org/drawingml/2006/main" w="20457">
            <a:solidFill>
              <a:srgbClr val="FBFB2C"/>
            </a:solidFill>
            <a:prstDash val="solid"/>
          </a:ln>
        </p:spPr>
      </p:sp>
      <p:sp>
        <p:nvSpPr>
          <p:cNvPr id="149" name="pdf-path-131">
            <a:extLst xmlns:a="http://schemas.openxmlformats.org/drawingml/2006/main">
              <a:ext uri="{FF2B5EF4-FFF2-40B4-BE49-F238E27FC236}">
                <a16:creationId xmlns:a16="http://schemas.microsoft.com/office/drawing/2014/main" id="{9ABA672D-30F6-4F1F-B057-8B7AB3AEC01F}"/>
              </a:ext>
            </a:extLst>
          </p:cNvPr>
          <p:cNvSpPr>
            <a:spLocks xmlns:a="http://schemas.openxmlformats.org/drawingml/2006/main" noGrp="1"/>
          </p:cNvSpPr>
          <p:nvPr/>
        </p:nvSpPr>
        <p:spPr>
          <a:xfrm xmlns:a="http://schemas.openxmlformats.org/drawingml/2006/main" rot="0">
            <a:off x="900041" y="2642341"/>
            <a:ext cx="147580" cy="180121"/>
          </a:xfrm>
          <a:custGeom xmlns:a="http://schemas.openxmlformats.org/drawingml/2006/main">
            <a:pathLst>
              <a:path w="147580" h="180121">
                <a:moveTo>
                  <a:pt x="0" y="180121"/>
                </a:moveTo>
                <a:lnTo>
                  <a:pt x="147580" y="180121"/>
                </a:lnTo>
                <a:lnTo>
                  <a:pt x="147580" y="0"/>
                </a:lnTo>
                <a:lnTo>
                  <a:pt x="0" y="0"/>
                </a:lnTo>
                <a:close/>
              </a:path>
            </a:pathLst>
          </a:custGeom>
          <a:noFill xmlns:a="http://schemas.openxmlformats.org/drawingml/2006/main"/>
          <a:ln xmlns:a="http://schemas.openxmlformats.org/drawingml/2006/main" w="20457">
            <a:solidFill>
              <a:srgbClr val="FB2BFB"/>
            </a:solidFill>
            <a:prstDash val="solid"/>
          </a:ln>
        </p:spPr>
      </p:sp>
      <p:pic>
        <p:nvPicPr>
          <p:cNvPr id="150" name="">
            <a:extLst xmlns:a="http://schemas.openxmlformats.org/drawingml/2006/main">
              <a:ext uri="{FF2B5EF4-FFF2-40B4-BE49-F238E27FC236}">
                <a16:creationId xmlns:a16="http://schemas.microsoft.com/office/drawing/2014/main" id="{FBCE332C-30E6-41E9-AE49-BE353121E502}"/>
              </a:ext>
            </a:extLst>
          </p:cNvPr>
          <p:cNvPicPr>
            <a:picLocks xmlns:a="http://schemas.openxmlformats.org/drawingml/2006/main" noChangeAspect="1"/>
          </p:cNvPicPr>
          <p:nvPr/>
        </p:nvPicPr>
        <p:blipFill>
          <a:blip xmlns:r="http://schemas.openxmlformats.org/officeDocument/2006/relationships" xmlns:a="http://schemas.openxmlformats.org/drawingml/2006/main" r:embed="Rfb6e7b27ff38441c"/>
          <a:srcRect xmlns:a="http://schemas.openxmlformats.org/drawingml/2006/main" l="181" t="0" r="181" b="0"/>
          <a:stretch xmlns:a="http://schemas.openxmlformats.org/drawingml/2006/main">
            <a:fillRect l="0" t="0" r="0" b="0"/>
          </a:stretch>
        </p:blipFill>
        <p:spPr>
          <a:xfrm xmlns:a="http://schemas.openxmlformats.org/drawingml/2006/main">
            <a:off x="671600" y="3332574"/>
            <a:ext cx="1027930" cy="1203605"/>
          </a:xfrm>
          <a:prstGeom xmlns:a="http://schemas.openxmlformats.org/drawingml/2006/main" prst="rect">
            <a:avLst/>
          </a:prstGeom>
        </p:spPr>
      </p:pic>
      <p:sp>
        <p:nvSpPr>
          <p:cNvPr id="151" name="gordon-source-component-24">
            <a:extLst xmlns:a="http://schemas.openxmlformats.org/drawingml/2006/main">
              <a:ext uri="{FF2B5EF4-FFF2-40B4-BE49-F238E27FC236}">
                <a16:creationId xmlns:a16="http://schemas.microsoft.com/office/drawing/2014/main" id="{928F5A17-E80F-42B0-B64A-5E2B2D68A58B}"/>
              </a:ext>
            </a:extLst>
          </p:cNvPr>
          <p:cNvSpPr>
            <a:spLocks xmlns:a="http://schemas.openxmlformats.org/drawingml/2006/main" noGrp="1"/>
          </p:cNvSpPr>
          <p:nvPr/>
        </p:nvSpPr>
        <p:spPr>
          <a:xfrm xmlns:a="http://schemas.openxmlformats.org/drawingml/2006/main" rot="0">
            <a:off x="671600" y="3332574"/>
            <a:ext cx="1027930" cy="1203605"/>
          </a:xfrm>
          <a:prstGeom xmlns:a="http://schemas.openxmlformats.org/drawingml/2006/main" prst="rect">
            <a:avLst/>
          </a:prstGeom>
          <a:noFill xmlns:a="http://schemas.openxmlformats.org/drawingml/2006/main"/>
          <a:ln xmlns:a="http://schemas.openxmlformats.org/drawingml/2006/main" w="0">
            <a:noFill/>
          </a:ln>
        </p:spPr>
      </p:sp>
      <p:sp>
        <p:nvSpPr>
          <p:cNvPr id="152" name="pdf-path-133">
            <a:extLst xmlns:a="http://schemas.openxmlformats.org/drawingml/2006/main">
              <a:ext uri="{FF2B5EF4-FFF2-40B4-BE49-F238E27FC236}">
                <a16:creationId xmlns:a16="http://schemas.microsoft.com/office/drawing/2014/main" id="{30B8FA23-0075-49E8-905A-066F2C5E7354}"/>
              </a:ext>
            </a:extLst>
          </p:cNvPr>
          <p:cNvSpPr>
            <a:spLocks xmlns:a="http://schemas.openxmlformats.org/drawingml/2006/main" noGrp="1"/>
          </p:cNvSpPr>
          <p:nvPr/>
        </p:nvSpPr>
        <p:spPr>
          <a:xfrm xmlns:a="http://schemas.openxmlformats.org/drawingml/2006/main" rot="0">
            <a:off x="708028" y="3877723"/>
            <a:ext cx="429251" cy="466961"/>
          </a:xfrm>
          <a:custGeom xmlns:a="http://schemas.openxmlformats.org/drawingml/2006/main">
            <a:pathLst>
              <a:path w="429251" h="466961">
                <a:moveTo>
                  <a:pt x="0" y="466961"/>
                </a:moveTo>
                <a:lnTo>
                  <a:pt x="429251" y="466961"/>
                </a:lnTo>
                <a:lnTo>
                  <a:pt x="429251" y="0"/>
                </a:lnTo>
                <a:lnTo>
                  <a:pt x="0" y="0"/>
                </a:lnTo>
                <a:close/>
              </a:path>
            </a:pathLst>
          </a:custGeom>
          <a:noFill xmlns:a="http://schemas.openxmlformats.org/drawingml/2006/main"/>
          <a:ln xmlns:a="http://schemas.openxmlformats.org/drawingml/2006/main" w="20457">
            <a:solidFill>
              <a:srgbClr val="29B1FB"/>
            </a:solidFill>
            <a:prstDash val="solid"/>
          </a:ln>
        </p:spPr>
      </p:sp>
      <p:sp>
        <p:nvSpPr>
          <p:cNvPr id="153" name="pdf-path-134">
            <a:extLst xmlns:a="http://schemas.openxmlformats.org/drawingml/2006/main">
              <a:ext uri="{FF2B5EF4-FFF2-40B4-BE49-F238E27FC236}">
                <a16:creationId xmlns:a16="http://schemas.microsoft.com/office/drawing/2014/main" id="{F6127F18-7650-44F7-8CE7-BA520B2DFFB9}"/>
              </a:ext>
            </a:extLst>
          </p:cNvPr>
          <p:cNvSpPr>
            <a:spLocks xmlns:a="http://schemas.openxmlformats.org/drawingml/2006/main" noGrp="1"/>
          </p:cNvSpPr>
          <p:nvPr/>
        </p:nvSpPr>
        <p:spPr>
          <a:xfrm xmlns:a="http://schemas.openxmlformats.org/drawingml/2006/main" rot="0">
            <a:off x="687175" y="3835799"/>
            <a:ext cx="277252" cy="330060"/>
          </a:xfrm>
          <a:custGeom xmlns:a="http://schemas.openxmlformats.org/drawingml/2006/main">
            <a:pathLst>
              <a:path w="277252" h="330060">
                <a:moveTo>
                  <a:pt x="0" y="330060"/>
                </a:moveTo>
                <a:lnTo>
                  <a:pt x="277252" y="330060"/>
                </a:lnTo>
                <a:lnTo>
                  <a:pt x="277252" y="0"/>
                </a:lnTo>
                <a:lnTo>
                  <a:pt x="0" y="0"/>
                </a:lnTo>
                <a:close/>
              </a:path>
            </a:pathLst>
          </a:custGeom>
          <a:noFill xmlns:a="http://schemas.openxmlformats.org/drawingml/2006/main"/>
          <a:ln xmlns:a="http://schemas.openxmlformats.org/drawingml/2006/main" w="20457">
            <a:solidFill>
              <a:srgbClr val="FBFB2C"/>
            </a:solidFill>
            <a:prstDash val="solid"/>
          </a:ln>
        </p:spPr>
      </p:sp>
      <p:sp>
        <p:nvSpPr>
          <p:cNvPr id="154" name="pdf-path-135">
            <a:extLst xmlns:a="http://schemas.openxmlformats.org/drawingml/2006/main">
              <a:ext uri="{FF2B5EF4-FFF2-40B4-BE49-F238E27FC236}">
                <a16:creationId xmlns:a16="http://schemas.microsoft.com/office/drawing/2014/main" id="{3B7F506B-25F6-4449-A106-C0765507DD6A}"/>
              </a:ext>
            </a:extLst>
          </p:cNvPr>
          <p:cNvSpPr>
            <a:spLocks xmlns:a="http://schemas.openxmlformats.org/drawingml/2006/main" noGrp="1"/>
          </p:cNvSpPr>
          <p:nvPr/>
        </p:nvSpPr>
        <p:spPr>
          <a:xfrm xmlns:a="http://schemas.openxmlformats.org/drawingml/2006/main" rot="0">
            <a:off x="1444018" y="4012469"/>
            <a:ext cx="240388" cy="176807"/>
          </a:xfrm>
          <a:custGeom xmlns:a="http://schemas.openxmlformats.org/drawingml/2006/main">
            <a:pathLst>
              <a:path w="240388" h="176807">
                <a:moveTo>
                  <a:pt x="0" y="176807"/>
                </a:moveTo>
                <a:lnTo>
                  <a:pt x="240388" y="176807"/>
                </a:lnTo>
                <a:lnTo>
                  <a:pt x="240388" y="0"/>
                </a:lnTo>
                <a:lnTo>
                  <a:pt x="0" y="0"/>
                </a:lnTo>
                <a:close/>
              </a:path>
            </a:pathLst>
          </a:custGeom>
          <a:noFill xmlns:a="http://schemas.openxmlformats.org/drawingml/2006/main"/>
          <a:ln xmlns:a="http://schemas.openxmlformats.org/drawingml/2006/main" w="20457">
            <a:solidFill>
              <a:srgbClr val="D1D1D1"/>
            </a:solidFill>
            <a:prstDash val="solid"/>
          </a:ln>
        </p:spPr>
      </p:sp>
      <p:sp>
        <p:nvSpPr>
          <p:cNvPr id="155" name="pdf-path-136">
            <a:extLst xmlns:a="http://schemas.openxmlformats.org/drawingml/2006/main">
              <a:ext uri="{FF2B5EF4-FFF2-40B4-BE49-F238E27FC236}">
                <a16:creationId xmlns:a16="http://schemas.microsoft.com/office/drawing/2014/main" id="{6C3A283D-CBE1-4C16-AF9E-2B961E1FE2E2}"/>
              </a:ext>
            </a:extLst>
          </p:cNvPr>
          <p:cNvSpPr>
            <a:spLocks xmlns:a="http://schemas.openxmlformats.org/drawingml/2006/main" noGrp="1"/>
          </p:cNvSpPr>
          <p:nvPr/>
        </p:nvSpPr>
        <p:spPr>
          <a:xfrm xmlns:a="http://schemas.openxmlformats.org/drawingml/2006/main" rot="0">
            <a:off x="858226" y="4010710"/>
            <a:ext cx="147580" cy="180312"/>
          </a:xfrm>
          <a:custGeom xmlns:a="http://schemas.openxmlformats.org/drawingml/2006/main">
            <a:pathLst>
              <a:path w="147580" h="180312">
                <a:moveTo>
                  <a:pt x="0" y="180312"/>
                </a:moveTo>
                <a:lnTo>
                  <a:pt x="147580" y="180312"/>
                </a:lnTo>
                <a:lnTo>
                  <a:pt x="147580" y="0"/>
                </a:lnTo>
                <a:lnTo>
                  <a:pt x="0" y="0"/>
                </a:lnTo>
                <a:close/>
              </a:path>
            </a:pathLst>
          </a:custGeom>
          <a:noFill xmlns:a="http://schemas.openxmlformats.org/drawingml/2006/main"/>
          <a:ln xmlns:a="http://schemas.openxmlformats.org/drawingml/2006/main" w="20457">
            <a:solidFill>
              <a:srgbClr val="FB2BFB"/>
            </a:solidFill>
            <a:prstDash val="solid"/>
          </a:ln>
        </p:spPr>
      </p:sp>
      <p:sp>
        <p:nvSpPr>
          <p:cNvPr id="156" name="pdf-path-137">
            <a:extLst xmlns:a="http://schemas.openxmlformats.org/drawingml/2006/main">
              <a:ext uri="{FF2B5EF4-FFF2-40B4-BE49-F238E27FC236}">
                <a16:creationId xmlns:a16="http://schemas.microsoft.com/office/drawing/2014/main" id="{E049F8DD-6423-4A20-A90D-73D0685095D1}"/>
              </a:ext>
            </a:extLst>
          </p:cNvPr>
          <p:cNvSpPr>
            <a:spLocks xmlns:a="http://schemas.openxmlformats.org/drawingml/2006/main" noGrp="1"/>
          </p:cNvSpPr>
          <p:nvPr/>
        </p:nvSpPr>
        <p:spPr>
          <a:xfrm xmlns:a="http://schemas.openxmlformats.org/drawingml/2006/main" rot="0">
            <a:off x="1508527" y="4076282"/>
            <a:ext cx="150799" cy="233883"/>
          </a:xfrm>
          <a:custGeom xmlns:a="http://schemas.openxmlformats.org/drawingml/2006/main">
            <a:pathLst>
              <a:path w="150799" h="233883">
                <a:moveTo>
                  <a:pt x="0" y="233883"/>
                </a:moveTo>
                <a:lnTo>
                  <a:pt x="150799" y="233883"/>
                </a:lnTo>
                <a:lnTo>
                  <a:pt x="150799" y="0"/>
                </a:lnTo>
                <a:lnTo>
                  <a:pt x="0" y="0"/>
                </a:lnTo>
                <a:close/>
              </a:path>
            </a:pathLst>
          </a:custGeom>
          <a:noFill xmlns:a="http://schemas.openxmlformats.org/drawingml/2006/main"/>
          <a:ln xmlns:a="http://schemas.openxmlformats.org/drawingml/2006/main" w="20457">
            <a:solidFill>
              <a:srgbClr val="FC2626"/>
            </a:solidFill>
            <a:prstDash val="solid"/>
          </a:ln>
        </p:spPr>
      </p:sp>
      <p:pic>
        <p:nvPicPr>
          <p:cNvPr id="157" name="">
            <a:extLst xmlns:a="http://schemas.openxmlformats.org/drawingml/2006/main">
              <a:ext uri="{FF2B5EF4-FFF2-40B4-BE49-F238E27FC236}">
                <a16:creationId xmlns:a16="http://schemas.microsoft.com/office/drawing/2014/main" id="{7DF37E26-3FDD-47E2-A954-7D063C1A793C}"/>
              </a:ext>
            </a:extLst>
          </p:cNvPr>
          <p:cNvPicPr>
            <a:picLocks xmlns:a="http://schemas.openxmlformats.org/drawingml/2006/main" noChangeAspect="1"/>
          </p:cNvPicPr>
          <p:nvPr/>
        </p:nvPicPr>
        <p:blipFill>
          <a:blip xmlns:r="http://schemas.openxmlformats.org/officeDocument/2006/relationships" xmlns:a="http://schemas.openxmlformats.org/drawingml/2006/main" r:embed="R53591b44a45841c9"/>
          <a:srcRect xmlns:a="http://schemas.openxmlformats.org/drawingml/2006/main" l="36" t="0" r="36" b="0"/>
          <a:stretch xmlns:a="http://schemas.openxmlformats.org/drawingml/2006/main">
            <a:fillRect l="0" t="0" r="0" b="0"/>
          </a:stretch>
        </p:blipFill>
        <p:spPr>
          <a:xfrm xmlns:a="http://schemas.openxmlformats.org/drawingml/2006/main">
            <a:off x="1818797" y="814525"/>
            <a:ext cx="1040887" cy="1204096"/>
          </a:xfrm>
          <a:prstGeom xmlns:a="http://schemas.openxmlformats.org/drawingml/2006/main" prst="rect">
            <a:avLst/>
          </a:prstGeom>
        </p:spPr>
      </p:pic>
      <p:sp>
        <p:nvSpPr>
          <p:cNvPr id="158" name="gordon-source-component-25">
            <a:extLst xmlns:a="http://schemas.openxmlformats.org/drawingml/2006/main">
              <a:ext uri="{FF2B5EF4-FFF2-40B4-BE49-F238E27FC236}">
                <a16:creationId xmlns:a16="http://schemas.microsoft.com/office/drawing/2014/main" id="{E19C02F8-5393-4D05-9152-5F583C617FD6}"/>
              </a:ext>
            </a:extLst>
          </p:cNvPr>
          <p:cNvSpPr>
            <a:spLocks xmlns:a="http://schemas.openxmlformats.org/drawingml/2006/main" noGrp="1"/>
          </p:cNvSpPr>
          <p:nvPr/>
        </p:nvSpPr>
        <p:spPr>
          <a:xfrm xmlns:a="http://schemas.openxmlformats.org/drawingml/2006/main" rot="0">
            <a:off x="1818797" y="814525"/>
            <a:ext cx="1040887" cy="1204096"/>
          </a:xfrm>
          <a:prstGeom xmlns:a="http://schemas.openxmlformats.org/drawingml/2006/main" prst="rect">
            <a:avLst/>
          </a:prstGeom>
          <a:noFill xmlns:a="http://schemas.openxmlformats.org/drawingml/2006/main"/>
          <a:ln xmlns:a="http://schemas.openxmlformats.org/drawingml/2006/main" w="0">
            <a:noFill/>
          </a:ln>
        </p:spPr>
      </p:sp>
      <p:sp>
        <p:nvSpPr>
          <p:cNvPr id="159" name="pdf-path-139">
            <a:extLst xmlns:a="http://schemas.openxmlformats.org/drawingml/2006/main">
              <a:ext uri="{FF2B5EF4-FFF2-40B4-BE49-F238E27FC236}">
                <a16:creationId xmlns:a16="http://schemas.microsoft.com/office/drawing/2014/main" id="{E4BCEE92-A6D1-4BEF-B6B0-F1A5CBCA9022}"/>
              </a:ext>
            </a:extLst>
          </p:cNvPr>
          <p:cNvSpPr>
            <a:spLocks xmlns:a="http://schemas.openxmlformats.org/drawingml/2006/main" noGrp="1"/>
          </p:cNvSpPr>
          <p:nvPr/>
        </p:nvSpPr>
        <p:spPr>
          <a:xfrm xmlns:a="http://schemas.openxmlformats.org/drawingml/2006/main" rot="0">
            <a:off x="1875124" y="1416532"/>
            <a:ext cx="436643" cy="446067"/>
          </a:xfrm>
          <a:custGeom xmlns:a="http://schemas.openxmlformats.org/drawingml/2006/main">
            <a:pathLst>
              <a:path w="436643" h="446067">
                <a:moveTo>
                  <a:pt x="0" y="446067"/>
                </a:moveTo>
                <a:lnTo>
                  <a:pt x="436643" y="446067"/>
                </a:lnTo>
                <a:lnTo>
                  <a:pt x="436643" y="0"/>
                </a:lnTo>
                <a:lnTo>
                  <a:pt x="0" y="0"/>
                </a:lnTo>
                <a:close/>
              </a:path>
            </a:pathLst>
          </a:custGeom>
          <a:noFill xmlns:a="http://schemas.openxmlformats.org/drawingml/2006/main"/>
          <a:ln xmlns:a="http://schemas.openxmlformats.org/drawingml/2006/main" w="20457">
            <a:solidFill>
              <a:srgbClr val="29B1FB"/>
            </a:solidFill>
            <a:prstDash val="solid"/>
          </a:ln>
        </p:spPr>
      </p:sp>
      <p:sp>
        <p:nvSpPr>
          <p:cNvPr id="160" name="pdf-path-140">
            <a:extLst xmlns:a="http://schemas.openxmlformats.org/drawingml/2006/main">
              <a:ext uri="{FF2B5EF4-FFF2-40B4-BE49-F238E27FC236}">
                <a16:creationId xmlns:a16="http://schemas.microsoft.com/office/drawing/2014/main" id="{AA454C7C-F473-4A12-9442-D2F3402094CB}"/>
              </a:ext>
            </a:extLst>
          </p:cNvPr>
          <p:cNvSpPr>
            <a:spLocks xmlns:a="http://schemas.openxmlformats.org/drawingml/2006/main" noGrp="1"/>
          </p:cNvSpPr>
          <p:nvPr/>
        </p:nvSpPr>
        <p:spPr>
          <a:xfrm xmlns:a="http://schemas.openxmlformats.org/drawingml/2006/main" rot="0">
            <a:off x="2503848" y="1592357"/>
            <a:ext cx="148316" cy="235465"/>
          </a:xfrm>
          <a:custGeom xmlns:a="http://schemas.openxmlformats.org/drawingml/2006/main">
            <a:pathLst>
              <a:path w="148316" h="235465">
                <a:moveTo>
                  <a:pt x="0" y="235465"/>
                </a:moveTo>
                <a:lnTo>
                  <a:pt x="148316" y="235465"/>
                </a:lnTo>
                <a:lnTo>
                  <a:pt x="148316" y="0"/>
                </a:lnTo>
                <a:lnTo>
                  <a:pt x="0" y="0"/>
                </a:lnTo>
                <a:close/>
              </a:path>
            </a:pathLst>
          </a:custGeom>
          <a:noFill xmlns:a="http://schemas.openxmlformats.org/drawingml/2006/main"/>
          <a:ln xmlns:a="http://schemas.openxmlformats.org/drawingml/2006/main" w="20457">
            <a:solidFill>
              <a:srgbClr val="FB2BFB"/>
            </a:solidFill>
            <a:prstDash val="solid"/>
          </a:ln>
        </p:spPr>
      </p:sp>
      <p:sp>
        <p:nvSpPr>
          <p:cNvPr id="161" name="pdf-path-141">
            <a:extLst xmlns:a="http://schemas.openxmlformats.org/drawingml/2006/main">
              <a:ext uri="{FF2B5EF4-FFF2-40B4-BE49-F238E27FC236}">
                <a16:creationId xmlns:a16="http://schemas.microsoft.com/office/drawing/2014/main" id="{802366A7-2781-4C44-AA18-05D80ADC2331}"/>
              </a:ext>
            </a:extLst>
          </p:cNvPr>
          <p:cNvSpPr>
            <a:spLocks xmlns:a="http://schemas.openxmlformats.org/drawingml/2006/main" noGrp="1"/>
          </p:cNvSpPr>
          <p:nvPr/>
        </p:nvSpPr>
        <p:spPr>
          <a:xfrm xmlns:a="http://schemas.openxmlformats.org/drawingml/2006/main" rot="0">
            <a:off x="2689465" y="1592453"/>
            <a:ext cx="126073" cy="235369"/>
          </a:xfrm>
          <a:custGeom xmlns:a="http://schemas.openxmlformats.org/drawingml/2006/main">
            <a:pathLst>
              <a:path w="126073" h="235369">
                <a:moveTo>
                  <a:pt x="0" y="235369"/>
                </a:moveTo>
                <a:lnTo>
                  <a:pt x="126073" y="235369"/>
                </a:lnTo>
                <a:lnTo>
                  <a:pt x="126073" y="0"/>
                </a:lnTo>
                <a:lnTo>
                  <a:pt x="0" y="0"/>
                </a:lnTo>
                <a:close/>
              </a:path>
            </a:pathLst>
          </a:custGeom>
          <a:noFill xmlns:a="http://schemas.openxmlformats.org/drawingml/2006/main"/>
          <a:ln xmlns:a="http://schemas.openxmlformats.org/drawingml/2006/main" w="20457">
            <a:solidFill>
              <a:srgbClr val="FC2626"/>
            </a:solidFill>
            <a:prstDash val="solid"/>
          </a:ln>
        </p:spPr>
      </p:sp>
      <p:sp>
        <p:nvSpPr>
          <p:cNvPr id="162" name="pdf-path-142">
            <a:extLst xmlns:a="http://schemas.openxmlformats.org/drawingml/2006/main">
              <a:ext uri="{FF2B5EF4-FFF2-40B4-BE49-F238E27FC236}">
                <a16:creationId xmlns:a16="http://schemas.microsoft.com/office/drawing/2014/main" id="{50581AD8-86F7-4F76-95F2-8BE09C486449}"/>
              </a:ext>
            </a:extLst>
          </p:cNvPr>
          <p:cNvSpPr>
            <a:spLocks xmlns:a="http://schemas.openxmlformats.org/drawingml/2006/main" noGrp="1"/>
          </p:cNvSpPr>
          <p:nvPr/>
        </p:nvSpPr>
        <p:spPr>
          <a:xfrm xmlns:a="http://schemas.openxmlformats.org/drawingml/2006/main" rot="0">
            <a:off x="1834754" y="1108375"/>
            <a:ext cx="265810" cy="210193"/>
          </a:xfrm>
          <a:custGeom xmlns:a="http://schemas.openxmlformats.org/drawingml/2006/main">
            <a:pathLst>
              <a:path w="265810" h="210193">
                <a:moveTo>
                  <a:pt x="0" y="210193"/>
                </a:moveTo>
                <a:lnTo>
                  <a:pt x="265810" y="210193"/>
                </a:lnTo>
                <a:lnTo>
                  <a:pt x="265810" y="0"/>
                </a:lnTo>
                <a:lnTo>
                  <a:pt x="0" y="0"/>
                </a:lnTo>
                <a:close/>
              </a:path>
            </a:pathLst>
          </a:custGeom>
          <a:noFill xmlns:a="http://schemas.openxmlformats.org/drawingml/2006/main"/>
          <a:ln xmlns:a="http://schemas.openxmlformats.org/drawingml/2006/main" w="20457">
            <a:solidFill>
              <a:srgbClr val="D1D1D1"/>
            </a:solidFill>
            <a:prstDash val="solid"/>
          </a:ln>
        </p:spPr>
      </p:sp>
      <p:sp>
        <p:nvSpPr>
          <p:cNvPr id="163" name="pdf-path-143">
            <a:extLst xmlns:a="http://schemas.openxmlformats.org/drawingml/2006/main">
              <a:ext uri="{FF2B5EF4-FFF2-40B4-BE49-F238E27FC236}">
                <a16:creationId xmlns:a16="http://schemas.microsoft.com/office/drawing/2014/main" id="{26CD0631-FF61-492F-8164-4609BC9C7CFC}"/>
              </a:ext>
            </a:extLst>
          </p:cNvPr>
          <p:cNvSpPr>
            <a:spLocks xmlns:a="http://schemas.openxmlformats.org/drawingml/2006/main" noGrp="1"/>
          </p:cNvSpPr>
          <p:nvPr/>
        </p:nvSpPr>
        <p:spPr>
          <a:xfrm xmlns:a="http://schemas.openxmlformats.org/drawingml/2006/main" rot="0">
            <a:off x="1828071" y="1279740"/>
            <a:ext cx="269874" cy="401197"/>
          </a:xfrm>
          <a:custGeom xmlns:a="http://schemas.openxmlformats.org/drawingml/2006/main">
            <a:pathLst>
              <a:path w="269874" h="401197">
                <a:moveTo>
                  <a:pt x="0" y="401197"/>
                </a:moveTo>
                <a:lnTo>
                  <a:pt x="269874" y="401197"/>
                </a:lnTo>
                <a:lnTo>
                  <a:pt x="269874" y="0"/>
                </a:lnTo>
                <a:lnTo>
                  <a:pt x="0" y="0"/>
                </a:lnTo>
                <a:close/>
              </a:path>
            </a:pathLst>
          </a:custGeom>
          <a:noFill xmlns:a="http://schemas.openxmlformats.org/drawingml/2006/main"/>
          <a:ln xmlns:a="http://schemas.openxmlformats.org/drawingml/2006/main" w="20457">
            <a:solidFill>
              <a:srgbClr val="FBFB2C"/>
            </a:solidFill>
            <a:prstDash val="solid"/>
          </a:ln>
        </p:spPr>
      </p:sp>
      <p:pic>
        <p:nvPicPr>
          <p:cNvPr id="164" name="">
            <a:extLst xmlns:a="http://schemas.openxmlformats.org/drawingml/2006/main">
              <a:ext uri="{FF2B5EF4-FFF2-40B4-BE49-F238E27FC236}">
                <a16:creationId xmlns:a16="http://schemas.microsoft.com/office/drawing/2014/main" id="{58C63D6A-7214-48EE-BDCF-A43A3B97C084}"/>
              </a:ext>
            </a:extLst>
          </p:cNvPr>
          <p:cNvPicPr>
            <a:picLocks xmlns:a="http://schemas.openxmlformats.org/drawingml/2006/main" noChangeAspect="1"/>
          </p:cNvPicPr>
          <p:nvPr/>
        </p:nvPicPr>
        <p:blipFill>
          <a:blip xmlns:r="http://schemas.openxmlformats.org/officeDocument/2006/relationships" xmlns:a="http://schemas.openxmlformats.org/drawingml/2006/main" r:embed="R6ae50e802a144eda"/>
          <a:srcRect xmlns:a="http://schemas.openxmlformats.org/drawingml/2006/main" l="16" t="0" r="16" b="0"/>
          <a:stretch xmlns:a="http://schemas.openxmlformats.org/drawingml/2006/main">
            <a:fillRect l="0" t="0" r="0" b="0"/>
          </a:stretch>
        </p:blipFill>
        <p:spPr>
          <a:xfrm xmlns:a="http://schemas.openxmlformats.org/drawingml/2006/main">
            <a:off x="1820707" y="2078807"/>
            <a:ext cx="1039768" cy="1202309"/>
          </a:xfrm>
          <a:prstGeom xmlns:a="http://schemas.openxmlformats.org/drawingml/2006/main" prst="rect">
            <a:avLst/>
          </a:prstGeom>
        </p:spPr>
      </p:pic>
      <p:sp>
        <p:nvSpPr>
          <p:cNvPr id="165" name="gordon-source-component-26">
            <a:extLst xmlns:a="http://schemas.openxmlformats.org/drawingml/2006/main">
              <a:ext uri="{FF2B5EF4-FFF2-40B4-BE49-F238E27FC236}">
                <a16:creationId xmlns:a16="http://schemas.microsoft.com/office/drawing/2014/main" id="{D0FEC355-C78A-4B48-B9A6-2189F0CFA77B}"/>
              </a:ext>
            </a:extLst>
          </p:cNvPr>
          <p:cNvSpPr>
            <a:spLocks xmlns:a="http://schemas.openxmlformats.org/drawingml/2006/main" noGrp="1"/>
          </p:cNvSpPr>
          <p:nvPr/>
        </p:nvSpPr>
        <p:spPr>
          <a:xfrm xmlns:a="http://schemas.openxmlformats.org/drawingml/2006/main" rot="0">
            <a:off x="1820707" y="2078807"/>
            <a:ext cx="1039768" cy="1202309"/>
          </a:xfrm>
          <a:prstGeom xmlns:a="http://schemas.openxmlformats.org/drawingml/2006/main" prst="rect">
            <a:avLst/>
          </a:prstGeom>
          <a:noFill xmlns:a="http://schemas.openxmlformats.org/drawingml/2006/main"/>
          <a:ln xmlns:a="http://schemas.openxmlformats.org/drawingml/2006/main" w="0">
            <a:noFill/>
          </a:ln>
        </p:spPr>
      </p:sp>
      <p:sp>
        <p:nvSpPr>
          <p:cNvPr id="166" name="pdf-path-145">
            <a:extLst xmlns:a="http://schemas.openxmlformats.org/drawingml/2006/main">
              <a:ext uri="{FF2B5EF4-FFF2-40B4-BE49-F238E27FC236}">
                <a16:creationId xmlns:a16="http://schemas.microsoft.com/office/drawing/2014/main" id="{80CABEAB-A2AB-4433-BB93-FC667018D3D0}"/>
              </a:ext>
            </a:extLst>
          </p:cNvPr>
          <p:cNvSpPr>
            <a:spLocks xmlns:a="http://schemas.openxmlformats.org/drawingml/2006/main" noGrp="1"/>
          </p:cNvSpPr>
          <p:nvPr/>
        </p:nvSpPr>
        <p:spPr>
          <a:xfrm xmlns:a="http://schemas.openxmlformats.org/drawingml/2006/main" rot="0">
            <a:off x="1880579" y="2701244"/>
            <a:ext cx="436643" cy="426714"/>
          </a:xfrm>
          <a:custGeom xmlns:a="http://schemas.openxmlformats.org/drawingml/2006/main">
            <a:pathLst>
              <a:path w="436643" h="426714">
                <a:moveTo>
                  <a:pt x="0" y="426714"/>
                </a:moveTo>
                <a:lnTo>
                  <a:pt x="436643" y="426714"/>
                </a:lnTo>
                <a:lnTo>
                  <a:pt x="436643" y="0"/>
                </a:lnTo>
                <a:lnTo>
                  <a:pt x="0" y="0"/>
                </a:lnTo>
                <a:close/>
              </a:path>
            </a:pathLst>
          </a:custGeom>
          <a:noFill xmlns:a="http://schemas.openxmlformats.org/drawingml/2006/main"/>
          <a:ln xmlns:a="http://schemas.openxmlformats.org/drawingml/2006/main" w="20457">
            <a:solidFill>
              <a:srgbClr val="29B1FB"/>
            </a:solidFill>
            <a:prstDash val="solid"/>
          </a:ln>
        </p:spPr>
      </p:sp>
      <p:sp>
        <p:nvSpPr>
          <p:cNvPr id="167" name="pdf-path-146">
            <a:extLst xmlns:a="http://schemas.openxmlformats.org/drawingml/2006/main">
              <a:ext uri="{FF2B5EF4-FFF2-40B4-BE49-F238E27FC236}">
                <a16:creationId xmlns:a16="http://schemas.microsoft.com/office/drawing/2014/main" id="{9DB1A532-F043-4D73-8C70-B4C29F34B98A}"/>
              </a:ext>
            </a:extLst>
          </p:cNvPr>
          <p:cNvSpPr>
            <a:spLocks xmlns:a="http://schemas.openxmlformats.org/drawingml/2006/main" noGrp="1"/>
          </p:cNvSpPr>
          <p:nvPr/>
        </p:nvSpPr>
        <p:spPr>
          <a:xfrm xmlns:a="http://schemas.openxmlformats.org/drawingml/2006/main" rot="0">
            <a:off x="1833527" y="2606158"/>
            <a:ext cx="269874" cy="342321"/>
          </a:xfrm>
          <a:custGeom xmlns:a="http://schemas.openxmlformats.org/drawingml/2006/main">
            <a:pathLst>
              <a:path w="269874" h="342321">
                <a:moveTo>
                  <a:pt x="0" y="342321"/>
                </a:moveTo>
                <a:lnTo>
                  <a:pt x="269874" y="342321"/>
                </a:lnTo>
                <a:lnTo>
                  <a:pt x="269874" y="0"/>
                </a:lnTo>
                <a:lnTo>
                  <a:pt x="0" y="0"/>
                </a:lnTo>
                <a:close/>
              </a:path>
            </a:pathLst>
          </a:custGeom>
          <a:noFill xmlns:a="http://schemas.openxmlformats.org/drawingml/2006/main"/>
          <a:ln xmlns:a="http://schemas.openxmlformats.org/drawingml/2006/main" w="20457">
            <a:solidFill>
              <a:srgbClr val="FBFB2C"/>
            </a:solidFill>
            <a:prstDash val="solid"/>
          </a:ln>
        </p:spPr>
      </p:sp>
      <p:sp>
        <p:nvSpPr>
          <p:cNvPr id="168" name="pdf-path-147">
            <a:extLst xmlns:a="http://schemas.openxmlformats.org/drawingml/2006/main">
              <a:ext uri="{FF2B5EF4-FFF2-40B4-BE49-F238E27FC236}">
                <a16:creationId xmlns:a16="http://schemas.microsoft.com/office/drawing/2014/main" id="{FF3361C5-3FE1-4DB1-9EA1-8BC0A29DD809}"/>
              </a:ext>
            </a:extLst>
          </p:cNvPr>
          <p:cNvSpPr>
            <a:spLocks xmlns:a="http://schemas.openxmlformats.org/drawingml/2006/main" noGrp="1"/>
          </p:cNvSpPr>
          <p:nvPr/>
        </p:nvSpPr>
        <p:spPr>
          <a:xfrm xmlns:a="http://schemas.openxmlformats.org/drawingml/2006/main" rot="0">
            <a:off x="2681146" y="2860526"/>
            <a:ext cx="151549" cy="225154"/>
          </a:xfrm>
          <a:custGeom xmlns:a="http://schemas.openxmlformats.org/drawingml/2006/main">
            <a:pathLst>
              <a:path w="151549" h="225154">
                <a:moveTo>
                  <a:pt x="0" y="225154"/>
                </a:moveTo>
                <a:lnTo>
                  <a:pt x="151549" y="225154"/>
                </a:lnTo>
                <a:lnTo>
                  <a:pt x="151549" y="0"/>
                </a:lnTo>
                <a:lnTo>
                  <a:pt x="0" y="0"/>
                </a:lnTo>
                <a:close/>
              </a:path>
            </a:pathLst>
          </a:custGeom>
          <a:noFill xmlns:a="http://schemas.openxmlformats.org/drawingml/2006/main"/>
          <a:ln xmlns:a="http://schemas.openxmlformats.org/drawingml/2006/main" w="20457">
            <a:solidFill>
              <a:srgbClr val="FC2626"/>
            </a:solidFill>
            <a:prstDash val="solid"/>
          </a:ln>
        </p:spPr>
      </p:sp>
      <p:sp>
        <p:nvSpPr>
          <p:cNvPr id="169" name="pdf-path-148">
            <a:extLst xmlns:a="http://schemas.openxmlformats.org/drawingml/2006/main">
              <a:ext uri="{FF2B5EF4-FFF2-40B4-BE49-F238E27FC236}">
                <a16:creationId xmlns:a16="http://schemas.microsoft.com/office/drawing/2014/main" id="{AF7761F2-0605-46D3-A99C-AEDA4DEA38F0}"/>
              </a:ext>
            </a:extLst>
          </p:cNvPr>
          <p:cNvSpPr>
            <a:spLocks xmlns:a="http://schemas.openxmlformats.org/drawingml/2006/main" noGrp="1"/>
          </p:cNvSpPr>
          <p:nvPr/>
        </p:nvSpPr>
        <p:spPr>
          <a:xfrm xmlns:a="http://schemas.openxmlformats.org/drawingml/2006/main" rot="0">
            <a:off x="2373466" y="2618405"/>
            <a:ext cx="265810" cy="161232"/>
          </a:xfrm>
          <a:custGeom xmlns:a="http://schemas.openxmlformats.org/drawingml/2006/main">
            <a:pathLst>
              <a:path w="265810" h="161232">
                <a:moveTo>
                  <a:pt x="0" y="161232"/>
                </a:moveTo>
                <a:lnTo>
                  <a:pt x="265810" y="161232"/>
                </a:lnTo>
                <a:lnTo>
                  <a:pt x="265810" y="0"/>
                </a:lnTo>
                <a:lnTo>
                  <a:pt x="0" y="0"/>
                </a:lnTo>
                <a:close/>
              </a:path>
            </a:pathLst>
          </a:custGeom>
          <a:noFill xmlns:a="http://schemas.openxmlformats.org/drawingml/2006/main"/>
          <a:ln xmlns:a="http://schemas.openxmlformats.org/drawingml/2006/main" w="20457">
            <a:solidFill>
              <a:srgbClr val="D1D1D1"/>
            </a:solidFill>
            <a:prstDash val="solid"/>
          </a:ln>
        </p:spPr>
      </p:sp>
      <p:sp>
        <p:nvSpPr>
          <p:cNvPr id="170" name="pdf-path-149">
            <a:extLst xmlns:a="http://schemas.openxmlformats.org/drawingml/2006/main">
              <a:ext uri="{FF2B5EF4-FFF2-40B4-BE49-F238E27FC236}">
                <a16:creationId xmlns:a16="http://schemas.microsoft.com/office/drawing/2014/main" id="{AEB8FB18-CD83-4A71-90BD-FB2D8A66D365}"/>
              </a:ext>
            </a:extLst>
          </p:cNvPr>
          <p:cNvSpPr>
            <a:spLocks xmlns:a="http://schemas.openxmlformats.org/drawingml/2006/main" noGrp="1"/>
          </p:cNvSpPr>
          <p:nvPr/>
        </p:nvSpPr>
        <p:spPr>
          <a:xfrm xmlns:a="http://schemas.openxmlformats.org/drawingml/2006/main" rot="0">
            <a:off x="2411517" y="2728875"/>
            <a:ext cx="143706" cy="193827"/>
          </a:xfrm>
          <a:custGeom xmlns:a="http://schemas.openxmlformats.org/drawingml/2006/main">
            <a:pathLst>
              <a:path w="143706" h="193827">
                <a:moveTo>
                  <a:pt x="0" y="193827"/>
                </a:moveTo>
                <a:lnTo>
                  <a:pt x="143706" y="193827"/>
                </a:lnTo>
                <a:lnTo>
                  <a:pt x="143706" y="0"/>
                </a:lnTo>
                <a:lnTo>
                  <a:pt x="0" y="0"/>
                </a:lnTo>
                <a:close/>
              </a:path>
            </a:pathLst>
          </a:custGeom>
          <a:noFill xmlns:a="http://schemas.openxmlformats.org/drawingml/2006/main"/>
          <a:ln xmlns:a="http://schemas.openxmlformats.org/drawingml/2006/main" w="20457">
            <a:solidFill>
              <a:srgbClr val="FB2BFB"/>
            </a:solidFill>
            <a:prstDash val="solid"/>
          </a:ln>
        </p:spPr>
      </p:sp>
      <p:pic>
        <p:nvPicPr>
          <p:cNvPr id="171" name="">
            <a:extLst xmlns:a="http://schemas.openxmlformats.org/drawingml/2006/main">
              <a:ext uri="{FF2B5EF4-FFF2-40B4-BE49-F238E27FC236}">
                <a16:creationId xmlns:a16="http://schemas.microsoft.com/office/drawing/2014/main" id="{599979DE-169A-4AB6-BDA9-83D20CDC4D23}"/>
              </a:ext>
            </a:extLst>
          </p:cNvPr>
          <p:cNvPicPr>
            <a:picLocks xmlns:a="http://schemas.openxmlformats.org/drawingml/2006/main" noChangeAspect="1"/>
          </p:cNvPicPr>
          <p:nvPr/>
        </p:nvPicPr>
        <p:blipFill>
          <a:blip xmlns:r="http://schemas.openxmlformats.org/officeDocument/2006/relationships" xmlns:a="http://schemas.openxmlformats.org/drawingml/2006/main" r:embed="R5ba4f4060851472e"/>
          <a:srcRect xmlns:a="http://schemas.openxmlformats.org/drawingml/2006/main" l="0" t="385" r="0" b="385"/>
          <a:stretch xmlns:a="http://schemas.openxmlformats.org/drawingml/2006/main">
            <a:fillRect l="0" t="0" r="0" b="0"/>
          </a:stretch>
        </p:blipFill>
        <p:spPr>
          <a:xfrm xmlns:a="http://schemas.openxmlformats.org/drawingml/2006/main">
            <a:off x="1820707" y="3330882"/>
            <a:ext cx="1042496" cy="1205296"/>
          </a:xfrm>
          <a:prstGeom xmlns:a="http://schemas.openxmlformats.org/drawingml/2006/main" prst="rect">
            <a:avLst/>
          </a:prstGeom>
        </p:spPr>
      </p:pic>
      <p:sp>
        <p:nvSpPr>
          <p:cNvPr id="172" name="gordon-source-component-27">
            <a:extLst xmlns:a="http://schemas.openxmlformats.org/drawingml/2006/main">
              <a:ext uri="{FF2B5EF4-FFF2-40B4-BE49-F238E27FC236}">
                <a16:creationId xmlns:a16="http://schemas.microsoft.com/office/drawing/2014/main" id="{A825C3C5-9876-4952-A96D-9F790F06B23A}"/>
              </a:ext>
            </a:extLst>
          </p:cNvPr>
          <p:cNvSpPr>
            <a:spLocks xmlns:a="http://schemas.openxmlformats.org/drawingml/2006/main" noGrp="1"/>
          </p:cNvSpPr>
          <p:nvPr/>
        </p:nvSpPr>
        <p:spPr>
          <a:xfrm xmlns:a="http://schemas.openxmlformats.org/drawingml/2006/main" rot="0">
            <a:off x="1820707" y="3330882"/>
            <a:ext cx="1042496" cy="1205296"/>
          </a:xfrm>
          <a:prstGeom xmlns:a="http://schemas.openxmlformats.org/drawingml/2006/main" prst="rect">
            <a:avLst/>
          </a:prstGeom>
          <a:noFill xmlns:a="http://schemas.openxmlformats.org/drawingml/2006/main"/>
          <a:ln xmlns:a="http://schemas.openxmlformats.org/drawingml/2006/main" w="0">
            <a:noFill/>
          </a:ln>
        </p:spPr>
      </p:sp>
      <p:sp>
        <p:nvSpPr>
          <p:cNvPr id="173" name="pdf-path-151">
            <a:extLst xmlns:a="http://schemas.openxmlformats.org/drawingml/2006/main">
              <a:ext uri="{FF2B5EF4-FFF2-40B4-BE49-F238E27FC236}">
                <a16:creationId xmlns:a16="http://schemas.microsoft.com/office/drawing/2014/main" id="{E2B314D7-F119-433E-82C7-E9D8BF7BD647}"/>
              </a:ext>
            </a:extLst>
          </p:cNvPr>
          <p:cNvSpPr>
            <a:spLocks xmlns:a="http://schemas.openxmlformats.org/drawingml/2006/main" noGrp="1"/>
          </p:cNvSpPr>
          <p:nvPr/>
        </p:nvSpPr>
        <p:spPr>
          <a:xfrm xmlns:a="http://schemas.openxmlformats.org/drawingml/2006/main" rot="0">
            <a:off x="2115975" y="3853597"/>
            <a:ext cx="266819" cy="161723"/>
          </a:xfrm>
          <a:custGeom xmlns:a="http://schemas.openxmlformats.org/drawingml/2006/main">
            <a:pathLst>
              <a:path w="266819" h="161723">
                <a:moveTo>
                  <a:pt x="0" y="161723"/>
                </a:moveTo>
                <a:lnTo>
                  <a:pt x="266819" y="161723"/>
                </a:lnTo>
                <a:lnTo>
                  <a:pt x="266819" y="0"/>
                </a:lnTo>
                <a:lnTo>
                  <a:pt x="0" y="0"/>
                </a:lnTo>
                <a:close/>
              </a:path>
            </a:pathLst>
          </a:custGeom>
          <a:noFill xmlns:a="http://schemas.openxmlformats.org/drawingml/2006/main"/>
          <a:ln xmlns:a="http://schemas.openxmlformats.org/drawingml/2006/main" w="20457">
            <a:solidFill>
              <a:srgbClr val="D1D1D1"/>
            </a:solidFill>
            <a:prstDash val="solid"/>
          </a:ln>
        </p:spPr>
      </p:sp>
      <p:pic>
        <p:nvPicPr>
          <p:cNvPr id="174" name="">
            <a:extLst xmlns:a="http://schemas.openxmlformats.org/drawingml/2006/main">
              <a:ext uri="{FF2B5EF4-FFF2-40B4-BE49-F238E27FC236}">
                <a16:creationId xmlns:a16="http://schemas.microsoft.com/office/drawing/2014/main" id="{8D3C3B2C-9903-4A9C-8F6C-290B23A2770A}"/>
              </a:ext>
            </a:extLst>
          </p:cNvPr>
          <p:cNvPicPr>
            <a:picLocks xmlns:a="http://schemas.openxmlformats.org/drawingml/2006/main" noChangeAspect="1"/>
          </p:cNvPicPr>
          <p:nvPr/>
        </p:nvPicPr>
        <p:blipFill>
          <a:blip xmlns:r="http://schemas.openxmlformats.org/officeDocument/2006/relationships" xmlns:a="http://schemas.openxmlformats.org/drawingml/2006/main" r:embed="Rc1965dd8a2ff46e9"/>
          <a:srcRect xmlns:a="http://schemas.openxmlformats.org/drawingml/2006/main" l="0" t="186" r="0" b="186"/>
          <a:stretch xmlns:a="http://schemas.openxmlformats.org/drawingml/2006/main">
            <a:fillRect l="0" t="0" r="0" b="0"/>
          </a:stretch>
        </p:blipFill>
        <p:spPr>
          <a:xfrm xmlns:a="http://schemas.openxmlformats.org/drawingml/2006/main">
            <a:off x="13609906" y="3488350"/>
            <a:ext cx="752520" cy="816155"/>
          </a:xfrm>
          <a:prstGeom xmlns:a="http://schemas.openxmlformats.org/drawingml/2006/main" prst="rect">
            <a:avLst/>
          </a:prstGeom>
        </p:spPr>
      </p:pic>
      <p:sp>
        <p:nvSpPr>
          <p:cNvPr id="175" name="gordon-source-component-28">
            <a:extLst xmlns:a="http://schemas.openxmlformats.org/drawingml/2006/main">
              <a:ext uri="{FF2B5EF4-FFF2-40B4-BE49-F238E27FC236}">
                <a16:creationId xmlns:a16="http://schemas.microsoft.com/office/drawing/2014/main" id="{8CB5299C-9BDF-4215-A188-82640187F583}"/>
              </a:ext>
            </a:extLst>
          </p:cNvPr>
          <p:cNvSpPr>
            <a:spLocks xmlns:a="http://schemas.openxmlformats.org/drawingml/2006/main" noGrp="1"/>
          </p:cNvSpPr>
          <p:nvPr/>
        </p:nvSpPr>
        <p:spPr>
          <a:xfrm xmlns:a="http://schemas.openxmlformats.org/drawingml/2006/main" rot="0">
            <a:off x="13609906" y="3488350"/>
            <a:ext cx="752520" cy="816155"/>
          </a:xfrm>
          <a:prstGeom xmlns:a="http://schemas.openxmlformats.org/drawingml/2006/main" prst="rect">
            <a:avLst/>
          </a:prstGeom>
          <a:noFill xmlns:a="http://schemas.openxmlformats.org/drawingml/2006/main"/>
          <a:ln xmlns:a="http://schemas.openxmlformats.org/drawingml/2006/main" w="0">
            <a:noFill/>
          </a:ln>
        </p:spPr>
      </p:sp>
      <p:sp>
        <p:nvSpPr>
          <p:cNvPr id="176" name="pdf-path-153">
            <a:extLst xmlns:a="http://schemas.openxmlformats.org/drawingml/2006/main">
              <a:ext uri="{FF2B5EF4-FFF2-40B4-BE49-F238E27FC236}">
                <a16:creationId xmlns:a16="http://schemas.microsoft.com/office/drawing/2014/main" id="{F86BC8B5-848C-4B5B-8A07-07F7D235791F}"/>
              </a:ext>
            </a:extLst>
          </p:cNvPr>
          <p:cNvSpPr>
            <a:spLocks xmlns:a="http://schemas.openxmlformats.org/drawingml/2006/main" noGrp="1"/>
          </p:cNvSpPr>
          <p:nvPr/>
        </p:nvSpPr>
        <p:spPr>
          <a:xfrm xmlns:a="http://schemas.openxmlformats.org/drawingml/2006/main" rot="0">
            <a:off x="13609906" y="3485786"/>
            <a:ext cx="752518" cy="816155"/>
          </a:xfrm>
          <a:custGeom xmlns:a="http://schemas.openxmlformats.org/drawingml/2006/main">
            <a:pathLst>
              <a:path w="752518" h="816155">
                <a:moveTo>
                  <a:pt x="0" y="816155"/>
                </a:moveTo>
                <a:lnTo>
                  <a:pt x="40915" y="816155"/>
                </a:lnTo>
                <a:moveTo>
                  <a:pt x="81830" y="816155"/>
                </a:moveTo>
                <a:lnTo>
                  <a:pt x="122744" y="816155"/>
                </a:lnTo>
                <a:moveTo>
                  <a:pt x="163659" y="816155"/>
                </a:moveTo>
                <a:lnTo>
                  <a:pt x="204574" y="816155"/>
                </a:lnTo>
                <a:moveTo>
                  <a:pt x="245489" y="816155"/>
                </a:moveTo>
                <a:lnTo>
                  <a:pt x="286404" y="816155"/>
                </a:lnTo>
                <a:moveTo>
                  <a:pt x="327319" y="816155"/>
                </a:moveTo>
                <a:lnTo>
                  <a:pt x="368233" y="816155"/>
                </a:lnTo>
                <a:moveTo>
                  <a:pt x="409148" y="816155"/>
                </a:moveTo>
                <a:lnTo>
                  <a:pt x="450063" y="816155"/>
                </a:lnTo>
                <a:moveTo>
                  <a:pt x="490978" y="816155"/>
                </a:moveTo>
                <a:lnTo>
                  <a:pt x="531893" y="816155"/>
                </a:lnTo>
                <a:moveTo>
                  <a:pt x="572808" y="816155"/>
                </a:moveTo>
                <a:lnTo>
                  <a:pt x="613722" y="816155"/>
                </a:lnTo>
                <a:moveTo>
                  <a:pt x="654637" y="816155"/>
                </a:moveTo>
                <a:lnTo>
                  <a:pt x="695552" y="816155"/>
                </a:lnTo>
                <a:moveTo>
                  <a:pt x="736467" y="816155"/>
                </a:moveTo>
                <a:lnTo>
                  <a:pt x="752518" y="816155"/>
                </a:lnTo>
                <a:lnTo>
                  <a:pt x="752518" y="791291"/>
                </a:lnTo>
                <a:moveTo>
                  <a:pt x="752518" y="750377"/>
                </a:moveTo>
                <a:lnTo>
                  <a:pt x="752518" y="709462"/>
                </a:lnTo>
                <a:moveTo>
                  <a:pt x="752518" y="668547"/>
                </a:moveTo>
                <a:lnTo>
                  <a:pt x="752518" y="627632"/>
                </a:lnTo>
                <a:moveTo>
                  <a:pt x="752518" y="586717"/>
                </a:moveTo>
                <a:lnTo>
                  <a:pt x="752518" y="545802"/>
                </a:lnTo>
                <a:moveTo>
                  <a:pt x="752518" y="504888"/>
                </a:moveTo>
                <a:lnTo>
                  <a:pt x="752518" y="463973"/>
                </a:lnTo>
                <a:moveTo>
                  <a:pt x="752518" y="423058"/>
                </a:moveTo>
                <a:lnTo>
                  <a:pt x="752518" y="382143"/>
                </a:lnTo>
                <a:moveTo>
                  <a:pt x="752518" y="341228"/>
                </a:moveTo>
                <a:lnTo>
                  <a:pt x="752518" y="300313"/>
                </a:lnTo>
                <a:moveTo>
                  <a:pt x="752518" y="259399"/>
                </a:moveTo>
                <a:lnTo>
                  <a:pt x="752518" y="218484"/>
                </a:lnTo>
                <a:moveTo>
                  <a:pt x="752518" y="177569"/>
                </a:moveTo>
                <a:lnTo>
                  <a:pt x="752518" y="136654"/>
                </a:lnTo>
                <a:moveTo>
                  <a:pt x="752518" y="95739"/>
                </a:moveTo>
                <a:lnTo>
                  <a:pt x="752518" y="54825"/>
                </a:lnTo>
                <a:moveTo>
                  <a:pt x="752518" y="13910"/>
                </a:moveTo>
                <a:lnTo>
                  <a:pt x="752518" y="0"/>
                </a:lnTo>
                <a:lnTo>
                  <a:pt x="725513" y="0"/>
                </a:lnTo>
                <a:moveTo>
                  <a:pt x="684598" y="0"/>
                </a:moveTo>
                <a:lnTo>
                  <a:pt x="643683" y="0"/>
                </a:lnTo>
                <a:moveTo>
                  <a:pt x="602768" y="0"/>
                </a:moveTo>
                <a:lnTo>
                  <a:pt x="561854" y="0"/>
                </a:lnTo>
                <a:moveTo>
                  <a:pt x="520939" y="0"/>
                </a:moveTo>
                <a:lnTo>
                  <a:pt x="480024" y="0"/>
                </a:lnTo>
                <a:moveTo>
                  <a:pt x="439109" y="0"/>
                </a:moveTo>
                <a:lnTo>
                  <a:pt x="398194" y="0"/>
                </a:lnTo>
                <a:moveTo>
                  <a:pt x="357279" y="0"/>
                </a:moveTo>
                <a:lnTo>
                  <a:pt x="316365" y="0"/>
                </a:lnTo>
                <a:moveTo>
                  <a:pt x="275450" y="0"/>
                </a:moveTo>
                <a:lnTo>
                  <a:pt x="234535" y="0"/>
                </a:lnTo>
                <a:moveTo>
                  <a:pt x="193620" y="0"/>
                </a:moveTo>
                <a:lnTo>
                  <a:pt x="152705" y="0"/>
                </a:lnTo>
                <a:moveTo>
                  <a:pt x="111790" y="0"/>
                </a:moveTo>
                <a:lnTo>
                  <a:pt x="70876" y="0"/>
                </a:lnTo>
                <a:moveTo>
                  <a:pt x="29961" y="0"/>
                </a:moveTo>
                <a:lnTo>
                  <a:pt x="0" y="0"/>
                </a:lnTo>
                <a:lnTo>
                  <a:pt x="0" y="10954"/>
                </a:lnTo>
                <a:moveTo>
                  <a:pt x="0" y="51869"/>
                </a:moveTo>
                <a:lnTo>
                  <a:pt x="0" y="92784"/>
                </a:lnTo>
                <a:moveTo>
                  <a:pt x="0" y="133699"/>
                </a:moveTo>
                <a:lnTo>
                  <a:pt x="0" y="174613"/>
                </a:lnTo>
                <a:moveTo>
                  <a:pt x="0" y="215528"/>
                </a:moveTo>
                <a:lnTo>
                  <a:pt x="0" y="256443"/>
                </a:lnTo>
                <a:moveTo>
                  <a:pt x="0" y="297358"/>
                </a:moveTo>
                <a:lnTo>
                  <a:pt x="0" y="338273"/>
                </a:lnTo>
                <a:moveTo>
                  <a:pt x="0" y="379187"/>
                </a:moveTo>
                <a:lnTo>
                  <a:pt x="0" y="420102"/>
                </a:lnTo>
                <a:moveTo>
                  <a:pt x="0" y="461017"/>
                </a:moveTo>
                <a:lnTo>
                  <a:pt x="0" y="501932"/>
                </a:lnTo>
                <a:moveTo>
                  <a:pt x="0" y="542847"/>
                </a:moveTo>
                <a:lnTo>
                  <a:pt x="0" y="583762"/>
                </a:lnTo>
                <a:moveTo>
                  <a:pt x="0" y="624676"/>
                </a:moveTo>
                <a:lnTo>
                  <a:pt x="0" y="665591"/>
                </a:lnTo>
                <a:moveTo>
                  <a:pt x="0" y="706506"/>
                </a:moveTo>
                <a:lnTo>
                  <a:pt x="0" y="747421"/>
                </a:lnTo>
                <a:moveTo>
                  <a:pt x="0" y="788336"/>
                </a:moveTo>
                <a:lnTo>
                  <a:pt x="0" y="816155"/>
                </a:lnTo>
              </a:path>
            </a:pathLst>
          </a:custGeom>
          <a:noFill xmlns:a="http://schemas.openxmlformats.org/drawingml/2006/main"/>
          <a:ln xmlns:a="http://schemas.openxmlformats.org/drawingml/2006/main" w="40915">
            <a:solidFill>
              <a:srgbClr val="4E95D9"/>
            </a:solidFill>
            <a:prstDash val="solid"/>
          </a:ln>
        </p:spPr>
      </p:sp>
      <p:sp>
        <p:nvSpPr>
          <p:cNvPr id="177" name="pdf-path-154">
            <a:extLst xmlns:a="http://schemas.openxmlformats.org/drawingml/2006/main">
              <a:ext uri="{FF2B5EF4-FFF2-40B4-BE49-F238E27FC236}">
                <a16:creationId xmlns:a16="http://schemas.microsoft.com/office/drawing/2014/main" id="{C33C557F-79F3-47C3-AD88-65CA92B6D8F0}"/>
              </a:ext>
            </a:extLst>
          </p:cNvPr>
          <p:cNvSpPr>
            <a:spLocks xmlns:a="http://schemas.openxmlformats.org/drawingml/2006/main" noGrp="1"/>
          </p:cNvSpPr>
          <p:nvPr/>
        </p:nvSpPr>
        <p:spPr>
          <a:xfrm xmlns:a="http://schemas.openxmlformats.org/drawingml/2006/main" rot="0">
            <a:off x="10033403" y="380665"/>
            <a:ext cx="3942280" cy="983729"/>
          </a:xfrm>
          <a:custGeom xmlns:a="http://schemas.openxmlformats.org/drawingml/2006/main">
            <a:pathLst>
              <a:path w="3942280" h="983729">
                <a:moveTo>
                  <a:pt x="0" y="983729"/>
                </a:moveTo>
                <a:lnTo>
                  <a:pt x="893307" y="975955"/>
                </a:lnTo>
                <a:cubicBezTo>
                  <a:pt x="1083698" y="963544"/>
                  <a:pt x="1071969" y="946633"/>
                  <a:pt x="1143024" y="908718"/>
                </a:cubicBezTo>
                <a:cubicBezTo>
                  <a:pt x="1214080" y="870667"/>
                  <a:pt x="1264268" y="791838"/>
                  <a:pt x="1319367" y="748468"/>
                </a:cubicBezTo>
                <a:cubicBezTo>
                  <a:pt x="1374602" y="704962"/>
                  <a:pt x="1411698" y="680550"/>
                  <a:pt x="1473752" y="647818"/>
                </a:cubicBezTo>
                <a:cubicBezTo>
                  <a:pt x="1535807" y="615086"/>
                  <a:pt x="1604407" y="570489"/>
                  <a:pt x="1691965" y="552350"/>
                </a:cubicBezTo>
                <a:cubicBezTo>
                  <a:pt x="1779386" y="534211"/>
                  <a:pt x="1885083" y="543213"/>
                  <a:pt x="1998826" y="538712"/>
                </a:cubicBezTo>
                <a:lnTo>
                  <a:pt x="2373878" y="525073"/>
                </a:lnTo>
                <a:cubicBezTo>
                  <a:pt x="2477257" y="502298"/>
                  <a:pt x="2539720" y="450063"/>
                  <a:pt x="2619367" y="402329"/>
                </a:cubicBezTo>
                <a:cubicBezTo>
                  <a:pt x="2698879" y="354595"/>
                  <a:pt x="2750022" y="276175"/>
                  <a:pt x="2851218" y="238669"/>
                </a:cubicBezTo>
                <a:cubicBezTo>
                  <a:pt x="2952278" y="201164"/>
                  <a:pt x="3105709" y="187526"/>
                  <a:pt x="3226271" y="177297"/>
                </a:cubicBezTo>
                <a:cubicBezTo>
                  <a:pt x="3346698" y="167069"/>
                  <a:pt x="3479670" y="187526"/>
                  <a:pt x="3574047" y="177297"/>
                </a:cubicBezTo>
                <a:cubicBezTo>
                  <a:pt x="3668289" y="167069"/>
                  <a:pt x="3730887" y="145520"/>
                  <a:pt x="3792260" y="115925"/>
                </a:cubicBezTo>
                <a:cubicBezTo>
                  <a:pt x="3853632" y="86330"/>
                  <a:pt x="3897956" y="43233"/>
                  <a:pt x="3942280" y="0"/>
                </a:cubicBezTo>
              </a:path>
            </a:pathLst>
          </a:custGeom>
          <a:noFill xmlns:a="http://schemas.openxmlformats.org/drawingml/2006/main"/>
          <a:ln xmlns:a="http://schemas.openxmlformats.org/drawingml/2006/main" w="20457">
            <a:solidFill>
              <a:srgbClr val="042433"/>
            </a:solidFill>
            <a:prstDash val="solid"/>
          </a:ln>
        </p:spPr>
      </p:sp>
      <p:sp>
        <p:nvSpPr>
          <p:cNvPr id="178" name="pdf-path-155">
            <a:extLst xmlns:a="http://schemas.openxmlformats.org/drawingml/2006/main">
              <a:ext uri="{FF2B5EF4-FFF2-40B4-BE49-F238E27FC236}">
                <a16:creationId xmlns:a16="http://schemas.microsoft.com/office/drawing/2014/main" id="{231C56FB-99F1-4C34-AD68-78C418A0E4FF}"/>
              </a:ext>
            </a:extLst>
          </p:cNvPr>
          <p:cNvSpPr>
            <a:spLocks xmlns:a="http://schemas.openxmlformats.org/drawingml/2006/main" noGrp="1"/>
          </p:cNvSpPr>
          <p:nvPr/>
        </p:nvSpPr>
        <p:spPr>
          <a:xfrm xmlns:a="http://schemas.openxmlformats.org/drawingml/2006/main" rot="0">
            <a:off x="10369859" y="1270562"/>
            <a:ext cx="145930" cy="147021"/>
          </a:xfrm>
          <a:custGeom xmlns:a="http://schemas.openxmlformats.org/drawingml/2006/main">
            <a:pathLst>
              <a:path w="145930" h="147021">
                <a:moveTo>
                  <a:pt x="0" y="73510"/>
                </a:moveTo>
                <a:cubicBezTo>
                  <a:pt x="0" y="33005"/>
                  <a:pt x="32595" y="0"/>
                  <a:pt x="72964" y="0"/>
                </a:cubicBezTo>
                <a:cubicBezTo>
                  <a:pt x="113335" y="0"/>
                  <a:pt x="145930" y="33005"/>
                  <a:pt x="145930" y="73510"/>
                </a:cubicBezTo>
                <a:cubicBezTo>
                  <a:pt x="145930" y="114016"/>
                  <a:pt x="113335" y="147021"/>
                  <a:pt x="72964" y="147021"/>
                </a:cubicBezTo>
                <a:cubicBezTo>
                  <a:pt x="32595" y="147021"/>
                  <a:pt x="0" y="114016"/>
                  <a:pt x="0" y="73510"/>
                </a:cubicBezTo>
              </a:path>
            </a:pathLst>
          </a:custGeom>
          <a:solidFill xmlns:a="http://schemas.openxmlformats.org/drawingml/2006/main">
            <a:srgbClr val="FBF2CD"/>
          </a:solidFill>
          <a:ln xmlns:a="http://schemas.openxmlformats.org/drawingml/2006/main" w="6819">
            <a:solidFill>
              <a:srgbClr val="000000"/>
            </a:solidFill>
            <a:prstDash val="solid"/>
          </a:ln>
        </p:spPr>
      </p:sp>
      <p:sp>
        <p:nvSpPr>
          <p:cNvPr id="179" name="pdf-path-157-part-0">
            <a:extLst xmlns:a="http://schemas.openxmlformats.org/drawingml/2006/main">
              <a:ext uri="{FF2B5EF4-FFF2-40B4-BE49-F238E27FC236}">
                <a16:creationId xmlns:a16="http://schemas.microsoft.com/office/drawing/2014/main" id="{9F192419-8B34-4AE7-B78D-C617B9EBFA15}"/>
              </a:ext>
            </a:extLst>
          </p:cNvPr>
          <p:cNvSpPr>
            <a:spLocks xmlns:a="http://schemas.openxmlformats.org/drawingml/2006/main" noGrp="1"/>
          </p:cNvSpPr>
          <p:nvPr/>
        </p:nvSpPr>
        <p:spPr>
          <a:xfrm xmlns:a="http://schemas.openxmlformats.org/drawingml/2006/main" rot="0">
            <a:off x="10221202" y="1439267"/>
            <a:ext cx="233351" cy="540076"/>
          </a:xfrm>
          <a:custGeom xmlns:a="http://schemas.openxmlformats.org/drawingml/2006/main">
            <a:pathLst>
              <a:path w="233351" h="540076">
                <a:moveTo>
                  <a:pt x="4365" y="540076"/>
                </a:moveTo>
                <a:lnTo>
                  <a:pt x="1774" y="502570"/>
                </a:lnTo>
                <a:lnTo>
                  <a:pt x="137" y="463974"/>
                </a:lnTo>
                <a:lnTo>
                  <a:pt x="0" y="444062"/>
                </a:lnTo>
                <a:lnTo>
                  <a:pt x="546" y="423468"/>
                </a:lnTo>
                <a:lnTo>
                  <a:pt x="1228" y="415285"/>
                </a:lnTo>
                <a:lnTo>
                  <a:pt x="31778" y="417468"/>
                </a:lnTo>
                <a:lnTo>
                  <a:pt x="31232" y="425378"/>
                </a:lnTo>
                <a:lnTo>
                  <a:pt x="31232" y="424696"/>
                </a:lnTo>
                <a:lnTo>
                  <a:pt x="30686" y="444608"/>
                </a:lnTo>
                <a:lnTo>
                  <a:pt x="30686" y="444062"/>
                </a:lnTo>
                <a:lnTo>
                  <a:pt x="30686" y="463565"/>
                </a:lnTo>
                <a:lnTo>
                  <a:pt x="30686" y="463019"/>
                </a:lnTo>
                <a:lnTo>
                  <a:pt x="32323" y="501070"/>
                </a:lnTo>
                <a:lnTo>
                  <a:pt x="32323" y="500661"/>
                </a:lnTo>
                <a:lnTo>
                  <a:pt x="34915" y="538030"/>
                </a:lnTo>
                <a:lnTo>
                  <a:pt x="4365" y="540076"/>
                </a:lnTo>
              </a:path>
            </a:pathLst>
          </a:custGeom>
          <a:solidFill xmlns:a="http://schemas.openxmlformats.org/drawingml/2006/main">
            <a:srgbClr val="C00000"/>
          </a:solidFill>
          <a:ln xmlns:a="http://schemas.openxmlformats.org/drawingml/2006/main" w="0">
            <a:noFill/>
            <a:prstDash val="solid"/>
          </a:ln>
        </p:spPr>
      </p:sp>
      <p:sp>
        <p:nvSpPr>
          <p:cNvPr id="180" name="pdf-path-157-part-1">
            <a:extLst xmlns:a="http://schemas.openxmlformats.org/drawingml/2006/main">
              <a:ext uri="{FF2B5EF4-FFF2-40B4-BE49-F238E27FC236}">
                <a16:creationId xmlns:a16="http://schemas.microsoft.com/office/drawing/2014/main" id="{7C249D2E-8246-430C-A1D5-D42C9BF30692}"/>
              </a:ext>
            </a:extLst>
          </p:cNvPr>
          <p:cNvSpPr>
            <a:spLocks xmlns:a="http://schemas.openxmlformats.org/drawingml/2006/main" noGrp="1"/>
          </p:cNvSpPr>
          <p:nvPr/>
        </p:nvSpPr>
        <p:spPr>
          <a:xfrm xmlns:a="http://schemas.openxmlformats.org/drawingml/2006/main" rot="0">
            <a:off x="10221202" y="1439267"/>
            <a:ext cx="233351" cy="540076"/>
          </a:xfrm>
          <a:custGeom xmlns:a="http://schemas.openxmlformats.org/drawingml/2006/main">
            <a:pathLst>
              <a:path w="233351" h="540076">
                <a:moveTo>
                  <a:pt x="12957" y="322545"/>
                </a:moveTo>
                <a:lnTo>
                  <a:pt x="15821" y="306316"/>
                </a:lnTo>
                <a:lnTo>
                  <a:pt x="20867" y="279585"/>
                </a:lnTo>
                <a:lnTo>
                  <a:pt x="26868" y="253808"/>
                </a:lnTo>
                <a:lnTo>
                  <a:pt x="30278" y="241397"/>
                </a:lnTo>
                <a:lnTo>
                  <a:pt x="33823" y="229668"/>
                </a:lnTo>
                <a:lnTo>
                  <a:pt x="37779" y="218485"/>
                </a:lnTo>
                <a:lnTo>
                  <a:pt x="42006" y="208120"/>
                </a:lnTo>
                <a:lnTo>
                  <a:pt x="45825" y="200346"/>
                </a:lnTo>
                <a:lnTo>
                  <a:pt x="73374" y="213575"/>
                </a:lnTo>
                <a:lnTo>
                  <a:pt x="69829" y="221076"/>
                </a:lnTo>
                <a:lnTo>
                  <a:pt x="70238" y="220122"/>
                </a:lnTo>
                <a:lnTo>
                  <a:pt x="66282" y="229668"/>
                </a:lnTo>
                <a:lnTo>
                  <a:pt x="66555" y="228987"/>
                </a:lnTo>
                <a:lnTo>
                  <a:pt x="62872" y="239488"/>
                </a:lnTo>
                <a:lnTo>
                  <a:pt x="63145" y="238942"/>
                </a:lnTo>
                <a:lnTo>
                  <a:pt x="59600" y="250126"/>
                </a:lnTo>
                <a:lnTo>
                  <a:pt x="59736" y="249580"/>
                </a:lnTo>
                <a:lnTo>
                  <a:pt x="56600" y="261446"/>
                </a:lnTo>
                <a:lnTo>
                  <a:pt x="56736" y="261037"/>
                </a:lnTo>
                <a:lnTo>
                  <a:pt x="50870" y="286267"/>
                </a:lnTo>
                <a:lnTo>
                  <a:pt x="50870" y="285722"/>
                </a:lnTo>
                <a:lnTo>
                  <a:pt x="45961" y="311907"/>
                </a:lnTo>
                <a:lnTo>
                  <a:pt x="45961" y="311635"/>
                </a:lnTo>
                <a:lnTo>
                  <a:pt x="43233" y="327728"/>
                </a:lnTo>
                <a:lnTo>
                  <a:pt x="12957" y="322545"/>
                </a:lnTo>
              </a:path>
            </a:pathLst>
          </a:custGeom>
          <a:solidFill xmlns:a="http://schemas.openxmlformats.org/drawingml/2006/main">
            <a:srgbClr val="C00000"/>
          </a:solidFill>
          <a:ln xmlns:a="http://schemas.openxmlformats.org/drawingml/2006/main" w="0">
            <a:noFill/>
            <a:prstDash val="solid"/>
          </a:ln>
        </p:spPr>
      </p:sp>
      <p:sp>
        <p:nvSpPr>
          <p:cNvPr id="181" name="pdf-path-157-part-2">
            <a:extLst xmlns:a="http://schemas.openxmlformats.org/drawingml/2006/main">
              <a:ext uri="{FF2B5EF4-FFF2-40B4-BE49-F238E27FC236}">
                <a16:creationId xmlns:a16="http://schemas.microsoft.com/office/drawing/2014/main" id="{FD74DF73-FAFA-4624-9316-588504A748B2}"/>
              </a:ext>
            </a:extLst>
          </p:cNvPr>
          <p:cNvSpPr>
            <a:spLocks xmlns:a="http://schemas.openxmlformats.org/drawingml/2006/main" noGrp="1"/>
          </p:cNvSpPr>
          <p:nvPr/>
        </p:nvSpPr>
        <p:spPr>
          <a:xfrm xmlns:a="http://schemas.openxmlformats.org/drawingml/2006/main" rot="0">
            <a:off x="10221202" y="1439267"/>
            <a:ext cx="233351" cy="540076"/>
          </a:xfrm>
          <a:custGeom xmlns:a="http://schemas.openxmlformats.org/drawingml/2006/main">
            <a:pathLst>
              <a:path w="233351" h="540076">
                <a:moveTo>
                  <a:pt x="140065" y="167342"/>
                </a:moveTo>
                <a:lnTo>
                  <a:pt x="140202" y="167342"/>
                </a:lnTo>
                <a:lnTo>
                  <a:pt x="138156" y="167751"/>
                </a:lnTo>
                <a:lnTo>
                  <a:pt x="144294" y="166251"/>
                </a:lnTo>
                <a:lnTo>
                  <a:pt x="141702" y="167069"/>
                </a:lnTo>
                <a:lnTo>
                  <a:pt x="147430" y="164614"/>
                </a:lnTo>
                <a:lnTo>
                  <a:pt x="144702" y="166251"/>
                </a:lnTo>
                <a:lnTo>
                  <a:pt x="149748" y="162568"/>
                </a:lnTo>
                <a:lnTo>
                  <a:pt x="147294" y="164750"/>
                </a:lnTo>
                <a:lnTo>
                  <a:pt x="151931" y="159841"/>
                </a:lnTo>
                <a:lnTo>
                  <a:pt x="150158" y="162159"/>
                </a:lnTo>
                <a:lnTo>
                  <a:pt x="154113" y="155613"/>
                </a:lnTo>
                <a:lnTo>
                  <a:pt x="153431" y="156840"/>
                </a:lnTo>
                <a:lnTo>
                  <a:pt x="157250" y="149066"/>
                </a:lnTo>
                <a:lnTo>
                  <a:pt x="156568" y="150430"/>
                </a:lnTo>
                <a:lnTo>
                  <a:pt x="159977" y="141429"/>
                </a:lnTo>
                <a:lnTo>
                  <a:pt x="159704" y="142247"/>
                </a:lnTo>
                <a:lnTo>
                  <a:pt x="162841" y="132155"/>
                </a:lnTo>
                <a:lnTo>
                  <a:pt x="162705" y="132837"/>
                </a:lnTo>
                <a:lnTo>
                  <a:pt x="165569" y="122199"/>
                </a:lnTo>
                <a:lnTo>
                  <a:pt x="165433" y="122608"/>
                </a:lnTo>
                <a:lnTo>
                  <a:pt x="168161" y="111288"/>
                </a:lnTo>
                <a:lnTo>
                  <a:pt x="167888" y="112652"/>
                </a:lnTo>
                <a:lnTo>
                  <a:pt x="173343" y="75147"/>
                </a:lnTo>
                <a:lnTo>
                  <a:pt x="203756" y="79511"/>
                </a:lnTo>
                <a:lnTo>
                  <a:pt x="198165" y="117698"/>
                </a:lnTo>
                <a:lnTo>
                  <a:pt x="195300" y="129836"/>
                </a:lnTo>
                <a:lnTo>
                  <a:pt x="192300" y="141156"/>
                </a:lnTo>
                <a:lnTo>
                  <a:pt x="188891" y="151794"/>
                </a:lnTo>
                <a:lnTo>
                  <a:pt x="185072" y="161886"/>
                </a:lnTo>
                <a:lnTo>
                  <a:pt x="180708" y="171024"/>
                </a:lnTo>
                <a:lnTo>
                  <a:pt x="175525" y="179480"/>
                </a:lnTo>
                <a:lnTo>
                  <a:pt x="168843" y="186844"/>
                </a:lnTo>
                <a:lnTo>
                  <a:pt x="160931" y="192300"/>
                </a:lnTo>
                <a:lnTo>
                  <a:pt x="152613" y="195846"/>
                </a:lnTo>
                <a:lnTo>
                  <a:pt x="144157" y="197891"/>
                </a:lnTo>
                <a:lnTo>
                  <a:pt x="142929" y="197891"/>
                </a:lnTo>
                <a:lnTo>
                  <a:pt x="140065" y="167342"/>
                </a:lnTo>
              </a:path>
            </a:pathLst>
          </a:custGeom>
          <a:solidFill xmlns:a="http://schemas.openxmlformats.org/drawingml/2006/main">
            <a:srgbClr val="C00000"/>
          </a:solidFill>
          <a:ln xmlns:a="http://schemas.openxmlformats.org/drawingml/2006/main" w="0">
            <a:noFill/>
            <a:prstDash val="solid"/>
          </a:ln>
        </p:spPr>
      </p:sp>
      <p:sp>
        <p:nvSpPr>
          <p:cNvPr id="182" name="pdf-path-157-part-3">
            <a:extLst xmlns:a="http://schemas.openxmlformats.org/drawingml/2006/main">
              <a:ext uri="{FF2B5EF4-FFF2-40B4-BE49-F238E27FC236}">
                <a16:creationId xmlns:a16="http://schemas.microsoft.com/office/drawing/2014/main" id="{55325EA8-49C0-4DC8-8A11-E3652B8E6D3E}"/>
              </a:ext>
            </a:extLst>
          </p:cNvPr>
          <p:cNvSpPr>
            <a:spLocks xmlns:a="http://schemas.openxmlformats.org/drawingml/2006/main" noGrp="1"/>
          </p:cNvSpPr>
          <p:nvPr/>
        </p:nvSpPr>
        <p:spPr>
          <a:xfrm xmlns:a="http://schemas.openxmlformats.org/drawingml/2006/main" rot="0">
            <a:off x="10221202" y="1439267"/>
            <a:ext cx="233351" cy="540076"/>
          </a:xfrm>
          <a:custGeom xmlns:a="http://schemas.openxmlformats.org/drawingml/2006/main">
            <a:pathLst>
              <a:path w="233351" h="540076">
                <a:moveTo>
                  <a:pt x="141566" y="88240"/>
                </a:moveTo>
                <a:lnTo>
                  <a:pt x="194619" y="0"/>
                </a:lnTo>
                <a:lnTo>
                  <a:pt x="233351" y="95331"/>
                </a:lnTo>
                <a:lnTo>
                  <a:pt x="141566" y="88240"/>
                </a:lnTo>
              </a:path>
            </a:pathLst>
          </a:custGeom>
          <a:solidFill xmlns:a="http://schemas.openxmlformats.org/drawingml/2006/main">
            <a:srgbClr val="C00000"/>
          </a:solidFill>
          <a:ln xmlns:a="http://schemas.openxmlformats.org/drawingml/2006/main" w="0">
            <a:noFill/>
            <a:prstDash val="solid"/>
          </a:ln>
        </p:spPr>
      </p:sp>
      <p:sp>
        <p:nvSpPr>
          <p:cNvPr id="183" name="pdf-path-158">
            <a:extLst xmlns:a="http://schemas.openxmlformats.org/drawingml/2006/main">
              <a:ext uri="{FF2B5EF4-FFF2-40B4-BE49-F238E27FC236}">
                <a16:creationId xmlns:a16="http://schemas.microsoft.com/office/drawing/2014/main" id="{C10D2F91-3873-44D1-8C34-BA42DEAC88BA}"/>
              </a:ext>
            </a:extLst>
          </p:cNvPr>
          <p:cNvSpPr>
            <a:spLocks xmlns:a="http://schemas.openxmlformats.org/drawingml/2006/main" noGrp="1"/>
          </p:cNvSpPr>
          <p:nvPr/>
        </p:nvSpPr>
        <p:spPr>
          <a:xfrm xmlns:a="http://schemas.openxmlformats.org/drawingml/2006/main" rot="0">
            <a:off x="11347588" y="1006525"/>
            <a:ext cx="147430" cy="147021"/>
          </a:xfrm>
          <a:custGeom xmlns:a="http://schemas.openxmlformats.org/drawingml/2006/main">
            <a:pathLst>
              <a:path w="147430" h="147021">
                <a:moveTo>
                  <a:pt x="0" y="73510"/>
                </a:moveTo>
                <a:cubicBezTo>
                  <a:pt x="0" y="33005"/>
                  <a:pt x="33004" y="0"/>
                  <a:pt x="73646" y="0"/>
                </a:cubicBezTo>
                <a:cubicBezTo>
                  <a:pt x="114425" y="0"/>
                  <a:pt x="147430" y="33005"/>
                  <a:pt x="147430" y="73510"/>
                </a:cubicBezTo>
                <a:cubicBezTo>
                  <a:pt x="147430" y="114016"/>
                  <a:pt x="114425" y="147021"/>
                  <a:pt x="73646" y="147021"/>
                </a:cubicBezTo>
                <a:cubicBezTo>
                  <a:pt x="33004" y="147021"/>
                  <a:pt x="0" y="114016"/>
                  <a:pt x="0" y="73510"/>
                </a:cubicBezTo>
              </a:path>
            </a:pathLst>
          </a:custGeom>
          <a:solidFill xmlns:a="http://schemas.openxmlformats.org/drawingml/2006/main">
            <a:srgbClr val="FBF2CD"/>
          </a:solidFill>
          <a:ln xmlns:a="http://schemas.openxmlformats.org/drawingml/2006/main" w="6819">
            <a:solidFill>
              <a:srgbClr val="000000"/>
            </a:solidFill>
            <a:prstDash val="solid"/>
          </a:ln>
        </p:spPr>
      </p:sp>
      <p:sp>
        <p:nvSpPr>
          <p:cNvPr id="184" name="pdf-path-160-part-0">
            <a:extLst xmlns:a="http://schemas.openxmlformats.org/drawingml/2006/main">
              <a:ext uri="{FF2B5EF4-FFF2-40B4-BE49-F238E27FC236}">
                <a16:creationId xmlns:a16="http://schemas.microsoft.com/office/drawing/2014/main" id="{0DC5E902-4376-4DAE-A242-C41B665EEFC6}"/>
              </a:ext>
            </a:extLst>
          </p:cNvPr>
          <p:cNvSpPr>
            <a:spLocks xmlns:a="http://schemas.openxmlformats.org/drawingml/2006/main" noGrp="1"/>
          </p:cNvSpPr>
          <p:nvPr/>
        </p:nvSpPr>
        <p:spPr>
          <a:xfrm xmlns:a="http://schemas.openxmlformats.org/drawingml/2006/main" rot="0">
            <a:off x="11390684" y="1177003"/>
            <a:ext cx="108288" cy="801521"/>
          </a:xfrm>
          <a:custGeom xmlns:a="http://schemas.openxmlformats.org/drawingml/2006/main">
            <a:pathLst>
              <a:path w="108288" h="801521">
                <a:moveTo>
                  <a:pt x="107197" y="801521"/>
                </a:moveTo>
                <a:lnTo>
                  <a:pt x="107880" y="745877"/>
                </a:lnTo>
                <a:lnTo>
                  <a:pt x="108288" y="689278"/>
                </a:lnTo>
                <a:lnTo>
                  <a:pt x="108288" y="678504"/>
                </a:lnTo>
                <a:lnTo>
                  <a:pt x="77602" y="678504"/>
                </a:lnTo>
                <a:lnTo>
                  <a:pt x="77602" y="689278"/>
                </a:lnTo>
                <a:lnTo>
                  <a:pt x="77602" y="689142"/>
                </a:lnTo>
                <a:lnTo>
                  <a:pt x="77194" y="745604"/>
                </a:lnTo>
                <a:lnTo>
                  <a:pt x="76511" y="801112"/>
                </a:lnTo>
                <a:lnTo>
                  <a:pt x="107197" y="801521"/>
                </a:lnTo>
              </a:path>
            </a:pathLst>
          </a:custGeom>
          <a:solidFill xmlns:a="http://schemas.openxmlformats.org/drawingml/2006/main">
            <a:srgbClr val="C00000"/>
          </a:solidFill>
          <a:ln xmlns:a="http://schemas.openxmlformats.org/drawingml/2006/main" w="0">
            <a:noFill/>
            <a:prstDash val="solid"/>
          </a:ln>
        </p:spPr>
      </p:sp>
      <p:sp>
        <p:nvSpPr>
          <p:cNvPr id="185" name="pdf-path-160-part-1">
            <a:extLst xmlns:a="http://schemas.openxmlformats.org/drawingml/2006/main">
              <a:ext uri="{FF2B5EF4-FFF2-40B4-BE49-F238E27FC236}">
                <a16:creationId xmlns:a16="http://schemas.microsoft.com/office/drawing/2014/main" id="{599F79DB-9004-4521-AB3B-47E44EE3522F}"/>
              </a:ext>
            </a:extLst>
          </p:cNvPr>
          <p:cNvSpPr>
            <a:spLocks xmlns:a="http://schemas.openxmlformats.org/drawingml/2006/main" noGrp="1"/>
          </p:cNvSpPr>
          <p:nvPr/>
        </p:nvSpPr>
        <p:spPr>
          <a:xfrm xmlns:a="http://schemas.openxmlformats.org/drawingml/2006/main" rot="0">
            <a:off x="11390684" y="1177003"/>
            <a:ext cx="108288" cy="801521"/>
          </a:xfrm>
          <a:custGeom xmlns:a="http://schemas.openxmlformats.org/drawingml/2006/main">
            <a:pathLst>
              <a:path w="108288" h="801521">
                <a:moveTo>
                  <a:pt x="107470" y="586173"/>
                </a:moveTo>
                <a:lnTo>
                  <a:pt x="107197" y="568989"/>
                </a:lnTo>
                <a:lnTo>
                  <a:pt x="106652" y="552486"/>
                </a:lnTo>
                <a:lnTo>
                  <a:pt x="106242" y="535030"/>
                </a:lnTo>
                <a:lnTo>
                  <a:pt x="105833" y="516754"/>
                </a:lnTo>
                <a:lnTo>
                  <a:pt x="105424" y="497797"/>
                </a:lnTo>
                <a:lnTo>
                  <a:pt x="104333" y="463292"/>
                </a:lnTo>
                <a:lnTo>
                  <a:pt x="73647" y="464247"/>
                </a:lnTo>
                <a:lnTo>
                  <a:pt x="74738" y="498752"/>
                </a:lnTo>
                <a:lnTo>
                  <a:pt x="75284" y="517573"/>
                </a:lnTo>
                <a:lnTo>
                  <a:pt x="75284" y="517436"/>
                </a:lnTo>
                <a:lnTo>
                  <a:pt x="75693" y="535848"/>
                </a:lnTo>
                <a:lnTo>
                  <a:pt x="76102" y="553305"/>
                </a:lnTo>
                <a:lnTo>
                  <a:pt x="76511" y="569671"/>
                </a:lnTo>
                <a:lnTo>
                  <a:pt x="76511" y="569534"/>
                </a:lnTo>
                <a:lnTo>
                  <a:pt x="76784" y="586855"/>
                </a:lnTo>
                <a:lnTo>
                  <a:pt x="107470" y="586173"/>
                </a:lnTo>
              </a:path>
            </a:pathLst>
          </a:custGeom>
          <a:solidFill xmlns:a="http://schemas.openxmlformats.org/drawingml/2006/main">
            <a:srgbClr val="C00000"/>
          </a:solidFill>
          <a:ln xmlns:a="http://schemas.openxmlformats.org/drawingml/2006/main" w="0">
            <a:noFill/>
            <a:prstDash val="solid"/>
          </a:ln>
        </p:spPr>
      </p:sp>
      <p:sp>
        <p:nvSpPr>
          <p:cNvPr id="186" name="pdf-path-160-part-2">
            <a:extLst xmlns:a="http://schemas.openxmlformats.org/drawingml/2006/main">
              <a:ext uri="{FF2B5EF4-FFF2-40B4-BE49-F238E27FC236}">
                <a16:creationId xmlns:a16="http://schemas.microsoft.com/office/drawing/2014/main" id="{8A3814C3-5C9E-4C4E-8AD4-E6B158851F0B}"/>
              </a:ext>
            </a:extLst>
          </p:cNvPr>
          <p:cNvSpPr>
            <a:spLocks xmlns:a="http://schemas.openxmlformats.org/drawingml/2006/main" noGrp="1"/>
          </p:cNvSpPr>
          <p:nvPr/>
        </p:nvSpPr>
        <p:spPr>
          <a:xfrm xmlns:a="http://schemas.openxmlformats.org/drawingml/2006/main" rot="0">
            <a:off x="11390684" y="1177003"/>
            <a:ext cx="108288" cy="801521"/>
          </a:xfrm>
          <a:custGeom xmlns:a="http://schemas.openxmlformats.org/drawingml/2006/main">
            <a:pathLst>
              <a:path w="108288" h="801521">
                <a:moveTo>
                  <a:pt x="100788" y="371097"/>
                </a:moveTo>
                <a:lnTo>
                  <a:pt x="100515" y="364415"/>
                </a:lnTo>
                <a:lnTo>
                  <a:pt x="99560" y="347367"/>
                </a:lnTo>
                <a:lnTo>
                  <a:pt x="98469" y="331819"/>
                </a:lnTo>
                <a:lnTo>
                  <a:pt x="97514" y="317363"/>
                </a:lnTo>
                <a:lnTo>
                  <a:pt x="96286" y="304542"/>
                </a:lnTo>
                <a:lnTo>
                  <a:pt x="95195" y="293359"/>
                </a:lnTo>
                <a:lnTo>
                  <a:pt x="94513" y="288449"/>
                </a:lnTo>
                <a:lnTo>
                  <a:pt x="93831" y="283676"/>
                </a:lnTo>
                <a:lnTo>
                  <a:pt x="92059" y="275766"/>
                </a:lnTo>
                <a:lnTo>
                  <a:pt x="89604" y="269219"/>
                </a:lnTo>
                <a:lnTo>
                  <a:pt x="86058" y="262946"/>
                </a:lnTo>
                <a:lnTo>
                  <a:pt x="79785" y="257354"/>
                </a:lnTo>
                <a:lnTo>
                  <a:pt x="71601" y="255172"/>
                </a:lnTo>
                <a:lnTo>
                  <a:pt x="65600" y="255854"/>
                </a:lnTo>
                <a:lnTo>
                  <a:pt x="62600" y="256672"/>
                </a:lnTo>
                <a:lnTo>
                  <a:pt x="62737" y="256672"/>
                </a:lnTo>
                <a:lnTo>
                  <a:pt x="58918" y="257627"/>
                </a:lnTo>
                <a:lnTo>
                  <a:pt x="63827" y="257081"/>
                </a:lnTo>
                <a:lnTo>
                  <a:pt x="62054" y="257081"/>
                </a:lnTo>
                <a:lnTo>
                  <a:pt x="68329" y="258855"/>
                </a:lnTo>
                <a:lnTo>
                  <a:pt x="66692" y="257900"/>
                </a:lnTo>
                <a:lnTo>
                  <a:pt x="71737" y="262128"/>
                </a:lnTo>
                <a:lnTo>
                  <a:pt x="70102" y="259945"/>
                </a:lnTo>
                <a:lnTo>
                  <a:pt x="71874" y="263219"/>
                </a:lnTo>
                <a:lnTo>
                  <a:pt x="70374" y="259673"/>
                </a:lnTo>
                <a:lnTo>
                  <a:pt x="71192" y="261991"/>
                </a:lnTo>
                <a:lnTo>
                  <a:pt x="71056" y="261718"/>
                </a:lnTo>
                <a:lnTo>
                  <a:pt x="41325" y="269083"/>
                </a:lnTo>
                <a:lnTo>
                  <a:pt x="41733" y="270583"/>
                </a:lnTo>
                <a:lnTo>
                  <a:pt x="44461" y="277130"/>
                </a:lnTo>
                <a:lnTo>
                  <a:pt x="49371" y="283403"/>
                </a:lnTo>
                <a:lnTo>
                  <a:pt x="57008" y="287495"/>
                </a:lnTo>
                <a:lnTo>
                  <a:pt x="64509" y="287904"/>
                </a:lnTo>
                <a:lnTo>
                  <a:pt x="70783" y="286267"/>
                </a:lnTo>
                <a:lnTo>
                  <a:pt x="72692" y="285722"/>
                </a:lnTo>
                <a:lnTo>
                  <a:pt x="70238" y="286131"/>
                </a:lnTo>
                <a:lnTo>
                  <a:pt x="72146" y="285994"/>
                </a:lnTo>
                <a:lnTo>
                  <a:pt x="66282" y="285449"/>
                </a:lnTo>
                <a:lnTo>
                  <a:pt x="68192" y="285994"/>
                </a:lnTo>
                <a:lnTo>
                  <a:pt x="62054" y="282721"/>
                </a:lnTo>
                <a:lnTo>
                  <a:pt x="63827" y="284222"/>
                </a:lnTo>
                <a:lnTo>
                  <a:pt x="60690" y="280403"/>
                </a:lnTo>
                <a:lnTo>
                  <a:pt x="62327" y="283267"/>
                </a:lnTo>
                <a:lnTo>
                  <a:pt x="61236" y="280812"/>
                </a:lnTo>
                <a:lnTo>
                  <a:pt x="62872" y="285313"/>
                </a:lnTo>
                <a:lnTo>
                  <a:pt x="62327" y="283540"/>
                </a:lnTo>
                <a:lnTo>
                  <a:pt x="63691" y="289813"/>
                </a:lnTo>
                <a:lnTo>
                  <a:pt x="63555" y="288722"/>
                </a:lnTo>
                <a:lnTo>
                  <a:pt x="64100" y="292814"/>
                </a:lnTo>
                <a:lnTo>
                  <a:pt x="64100" y="292541"/>
                </a:lnTo>
                <a:lnTo>
                  <a:pt x="64782" y="297178"/>
                </a:lnTo>
                <a:lnTo>
                  <a:pt x="64646" y="296769"/>
                </a:lnTo>
                <a:lnTo>
                  <a:pt x="65737" y="307543"/>
                </a:lnTo>
                <a:lnTo>
                  <a:pt x="65737" y="307407"/>
                </a:lnTo>
                <a:lnTo>
                  <a:pt x="66828" y="319954"/>
                </a:lnTo>
                <a:lnTo>
                  <a:pt x="66828" y="319681"/>
                </a:lnTo>
                <a:lnTo>
                  <a:pt x="67919" y="333865"/>
                </a:lnTo>
                <a:lnTo>
                  <a:pt x="68874" y="349413"/>
                </a:lnTo>
                <a:lnTo>
                  <a:pt x="68874" y="349140"/>
                </a:lnTo>
                <a:lnTo>
                  <a:pt x="69829" y="365915"/>
                </a:lnTo>
                <a:lnTo>
                  <a:pt x="69829" y="365778"/>
                </a:lnTo>
                <a:lnTo>
                  <a:pt x="70102" y="372461"/>
                </a:lnTo>
                <a:lnTo>
                  <a:pt x="100788" y="371097"/>
                </a:lnTo>
              </a:path>
            </a:pathLst>
          </a:custGeom>
          <a:solidFill xmlns:a="http://schemas.openxmlformats.org/drawingml/2006/main">
            <a:srgbClr val="C00000"/>
          </a:solidFill>
          <a:ln xmlns:a="http://schemas.openxmlformats.org/drawingml/2006/main" w="0">
            <a:noFill/>
            <a:prstDash val="solid"/>
          </a:ln>
        </p:spPr>
      </p:sp>
      <p:sp>
        <p:nvSpPr>
          <p:cNvPr id="187" name="pdf-path-160-part-3">
            <a:extLst xmlns:a="http://schemas.openxmlformats.org/drawingml/2006/main">
              <a:ext uri="{FF2B5EF4-FFF2-40B4-BE49-F238E27FC236}">
                <a16:creationId xmlns:a16="http://schemas.microsoft.com/office/drawing/2014/main" id="{0E78E65A-0A82-42B6-BF5F-EF903CE425B6}"/>
              </a:ext>
            </a:extLst>
          </p:cNvPr>
          <p:cNvSpPr>
            <a:spLocks xmlns:a="http://schemas.openxmlformats.org/drawingml/2006/main" noGrp="1"/>
          </p:cNvSpPr>
          <p:nvPr/>
        </p:nvSpPr>
        <p:spPr>
          <a:xfrm xmlns:a="http://schemas.openxmlformats.org/drawingml/2006/main" rot="0">
            <a:off x="11390684" y="1177003"/>
            <a:ext cx="108288" cy="801521"/>
          </a:xfrm>
          <a:custGeom xmlns:a="http://schemas.openxmlformats.org/drawingml/2006/main">
            <a:pathLst>
              <a:path w="108288" h="801521">
                <a:moveTo>
                  <a:pt x="63964" y="173070"/>
                </a:moveTo>
                <a:lnTo>
                  <a:pt x="63827" y="170069"/>
                </a:lnTo>
                <a:lnTo>
                  <a:pt x="63827" y="170206"/>
                </a:lnTo>
                <a:lnTo>
                  <a:pt x="62600" y="135155"/>
                </a:lnTo>
                <a:lnTo>
                  <a:pt x="62600" y="135292"/>
                </a:lnTo>
                <a:lnTo>
                  <a:pt x="62054" y="117698"/>
                </a:lnTo>
                <a:lnTo>
                  <a:pt x="61645" y="100514"/>
                </a:lnTo>
                <a:lnTo>
                  <a:pt x="61645" y="100787"/>
                </a:lnTo>
                <a:lnTo>
                  <a:pt x="61236" y="76511"/>
                </a:lnTo>
                <a:lnTo>
                  <a:pt x="30550" y="76920"/>
                </a:lnTo>
                <a:lnTo>
                  <a:pt x="30959" y="101196"/>
                </a:lnTo>
                <a:lnTo>
                  <a:pt x="31505" y="118517"/>
                </a:lnTo>
                <a:lnTo>
                  <a:pt x="31914" y="136246"/>
                </a:lnTo>
                <a:lnTo>
                  <a:pt x="33141" y="171297"/>
                </a:lnTo>
                <a:lnTo>
                  <a:pt x="33278" y="174433"/>
                </a:lnTo>
                <a:lnTo>
                  <a:pt x="63964" y="173070"/>
                </a:lnTo>
              </a:path>
            </a:pathLst>
          </a:custGeom>
          <a:solidFill xmlns:a="http://schemas.openxmlformats.org/drawingml/2006/main">
            <a:srgbClr val="C00000"/>
          </a:solidFill>
          <a:ln xmlns:a="http://schemas.openxmlformats.org/drawingml/2006/main" w="0">
            <a:noFill/>
            <a:prstDash val="solid"/>
          </a:ln>
        </p:spPr>
      </p:sp>
      <p:sp>
        <p:nvSpPr>
          <p:cNvPr id="188" name="pdf-path-160-part-4">
            <a:extLst xmlns:a="http://schemas.openxmlformats.org/drawingml/2006/main">
              <a:ext uri="{FF2B5EF4-FFF2-40B4-BE49-F238E27FC236}">
                <a16:creationId xmlns:a16="http://schemas.microsoft.com/office/drawing/2014/main" id="{00148109-BE73-4F19-9B14-1F2072F0FE7E}"/>
              </a:ext>
            </a:extLst>
          </p:cNvPr>
          <p:cNvSpPr>
            <a:spLocks xmlns:a="http://schemas.openxmlformats.org/drawingml/2006/main" noGrp="1"/>
          </p:cNvSpPr>
          <p:nvPr/>
        </p:nvSpPr>
        <p:spPr>
          <a:xfrm xmlns:a="http://schemas.openxmlformats.org/drawingml/2006/main" rot="0">
            <a:off x="11390684" y="1177003"/>
            <a:ext cx="108288" cy="801521"/>
          </a:xfrm>
          <a:custGeom xmlns:a="http://schemas.openxmlformats.org/drawingml/2006/main">
            <a:pathLst>
              <a:path w="108288" h="801521">
                <a:moveTo>
                  <a:pt x="92059" y="91786"/>
                </a:moveTo>
                <a:lnTo>
                  <a:pt x="45416" y="0"/>
                </a:lnTo>
                <a:lnTo>
                  <a:pt x="0" y="92331"/>
                </a:lnTo>
                <a:lnTo>
                  <a:pt x="92059" y="91786"/>
                </a:lnTo>
              </a:path>
            </a:pathLst>
          </a:custGeom>
          <a:solidFill xmlns:a="http://schemas.openxmlformats.org/drawingml/2006/main">
            <a:srgbClr val="C00000"/>
          </a:solidFill>
          <a:ln xmlns:a="http://schemas.openxmlformats.org/drawingml/2006/main" w="0">
            <a:noFill/>
            <a:prstDash val="solid"/>
          </a:ln>
        </p:spPr>
      </p:sp>
      <p:sp>
        <p:nvSpPr>
          <p:cNvPr id="189" name="pdf-path-161">
            <a:extLst xmlns:a="http://schemas.openxmlformats.org/drawingml/2006/main">
              <a:ext uri="{FF2B5EF4-FFF2-40B4-BE49-F238E27FC236}">
                <a16:creationId xmlns:a16="http://schemas.microsoft.com/office/drawing/2014/main" id="{C124558E-2886-4A04-A9F7-C29DB0D63466}"/>
              </a:ext>
            </a:extLst>
          </p:cNvPr>
          <p:cNvSpPr>
            <a:spLocks xmlns:a="http://schemas.openxmlformats.org/drawingml/2006/main" noGrp="1"/>
          </p:cNvSpPr>
          <p:nvPr/>
        </p:nvSpPr>
        <p:spPr>
          <a:xfrm xmlns:a="http://schemas.openxmlformats.org/drawingml/2006/main" rot="0">
            <a:off x="12987044" y="509137"/>
            <a:ext cx="145930" cy="146884"/>
          </a:xfrm>
          <a:custGeom xmlns:a="http://schemas.openxmlformats.org/drawingml/2006/main">
            <a:pathLst>
              <a:path w="145930" h="146884">
                <a:moveTo>
                  <a:pt x="0" y="73374"/>
                </a:moveTo>
                <a:cubicBezTo>
                  <a:pt x="0" y="32868"/>
                  <a:pt x="32732" y="0"/>
                  <a:pt x="72965" y="0"/>
                </a:cubicBezTo>
                <a:cubicBezTo>
                  <a:pt x="113334" y="0"/>
                  <a:pt x="145930" y="32868"/>
                  <a:pt x="145930" y="73374"/>
                </a:cubicBezTo>
                <a:cubicBezTo>
                  <a:pt x="145930" y="114016"/>
                  <a:pt x="113334" y="146884"/>
                  <a:pt x="72965" y="146884"/>
                </a:cubicBezTo>
                <a:cubicBezTo>
                  <a:pt x="32732" y="146884"/>
                  <a:pt x="0" y="114016"/>
                  <a:pt x="0" y="73374"/>
                </a:cubicBezTo>
              </a:path>
            </a:pathLst>
          </a:custGeom>
          <a:solidFill xmlns:a="http://schemas.openxmlformats.org/drawingml/2006/main">
            <a:srgbClr val="FBF2CD"/>
          </a:solidFill>
          <a:ln xmlns:a="http://schemas.openxmlformats.org/drawingml/2006/main" w="6819">
            <a:solidFill>
              <a:srgbClr val="000000"/>
            </a:solidFill>
            <a:prstDash val="solid"/>
          </a:ln>
        </p:spPr>
      </p:sp>
      <p:sp>
        <p:nvSpPr>
          <p:cNvPr id="190" name="pdf-path-163-part-0">
            <a:extLst xmlns:a="http://schemas.openxmlformats.org/drawingml/2006/main">
              <a:ext uri="{FF2B5EF4-FFF2-40B4-BE49-F238E27FC236}">
                <a16:creationId xmlns:a16="http://schemas.microsoft.com/office/drawing/2014/main" id="{48D8D142-A215-4C02-B333-766EB503C51A}"/>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9819" y="1305456"/>
                </a:moveTo>
                <a:lnTo>
                  <a:pt x="3818" y="1214898"/>
                </a:lnTo>
                <a:lnTo>
                  <a:pt x="2182" y="1182711"/>
                </a:lnTo>
                <a:lnTo>
                  <a:pt x="32868" y="1181075"/>
                </a:lnTo>
                <a:lnTo>
                  <a:pt x="34368" y="1213261"/>
                </a:lnTo>
                <a:lnTo>
                  <a:pt x="34368" y="1212988"/>
                </a:lnTo>
                <a:lnTo>
                  <a:pt x="40368" y="1303410"/>
                </a:lnTo>
                <a:lnTo>
                  <a:pt x="9819" y="1305456"/>
                </a:lnTo>
              </a:path>
            </a:pathLst>
          </a:custGeom>
          <a:solidFill xmlns:a="http://schemas.openxmlformats.org/drawingml/2006/main">
            <a:srgbClr val="C00000"/>
          </a:solidFill>
          <a:ln xmlns:a="http://schemas.openxmlformats.org/drawingml/2006/main" w="0">
            <a:noFill/>
            <a:prstDash val="solid"/>
          </a:ln>
        </p:spPr>
      </p:sp>
      <p:sp>
        <p:nvSpPr>
          <p:cNvPr id="191" name="pdf-path-163-part-1">
            <a:extLst xmlns:a="http://schemas.openxmlformats.org/drawingml/2006/main">
              <a:ext uri="{FF2B5EF4-FFF2-40B4-BE49-F238E27FC236}">
                <a16:creationId xmlns:a16="http://schemas.microsoft.com/office/drawing/2014/main" id="{17B4D11D-6197-4108-A017-A62837691770}"/>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0" y="1089971"/>
                </a:moveTo>
                <a:lnTo>
                  <a:pt x="0" y="1074832"/>
                </a:lnTo>
                <a:lnTo>
                  <a:pt x="1363" y="1026144"/>
                </a:lnTo>
                <a:lnTo>
                  <a:pt x="4501" y="976364"/>
                </a:lnTo>
                <a:lnTo>
                  <a:pt x="5592" y="965726"/>
                </a:lnTo>
                <a:lnTo>
                  <a:pt x="36141" y="968863"/>
                </a:lnTo>
                <a:lnTo>
                  <a:pt x="35050" y="979228"/>
                </a:lnTo>
                <a:lnTo>
                  <a:pt x="35187" y="978546"/>
                </a:lnTo>
                <a:lnTo>
                  <a:pt x="31913" y="1027917"/>
                </a:lnTo>
                <a:lnTo>
                  <a:pt x="31913" y="1027371"/>
                </a:lnTo>
                <a:lnTo>
                  <a:pt x="30686" y="1075378"/>
                </a:lnTo>
                <a:lnTo>
                  <a:pt x="30686" y="1074969"/>
                </a:lnTo>
                <a:lnTo>
                  <a:pt x="30686" y="1089834"/>
                </a:lnTo>
                <a:lnTo>
                  <a:pt x="0" y="1089971"/>
                </a:lnTo>
              </a:path>
            </a:pathLst>
          </a:custGeom>
          <a:solidFill xmlns:a="http://schemas.openxmlformats.org/drawingml/2006/main">
            <a:srgbClr val="C00000"/>
          </a:solidFill>
          <a:ln xmlns:a="http://schemas.openxmlformats.org/drawingml/2006/main" w="0">
            <a:noFill/>
            <a:prstDash val="solid"/>
          </a:ln>
        </p:spPr>
      </p:sp>
      <p:sp>
        <p:nvSpPr>
          <p:cNvPr id="192" name="pdf-path-163-part-2">
            <a:extLst xmlns:a="http://schemas.openxmlformats.org/drawingml/2006/main">
              <a:ext uri="{FF2B5EF4-FFF2-40B4-BE49-F238E27FC236}">
                <a16:creationId xmlns:a16="http://schemas.microsoft.com/office/drawing/2014/main" id="{E314C399-6066-41DE-A5E9-479BF6358E74}"/>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16366" y="873941"/>
                </a:moveTo>
                <a:lnTo>
                  <a:pt x="16911" y="869713"/>
                </a:lnTo>
                <a:lnTo>
                  <a:pt x="21139" y="839845"/>
                </a:lnTo>
                <a:lnTo>
                  <a:pt x="25640" y="809022"/>
                </a:lnTo>
                <a:lnTo>
                  <a:pt x="30413" y="777382"/>
                </a:lnTo>
                <a:lnTo>
                  <a:pt x="34641" y="752014"/>
                </a:lnTo>
                <a:lnTo>
                  <a:pt x="64918" y="756924"/>
                </a:lnTo>
                <a:lnTo>
                  <a:pt x="60690" y="782291"/>
                </a:lnTo>
                <a:lnTo>
                  <a:pt x="60690" y="782019"/>
                </a:lnTo>
                <a:lnTo>
                  <a:pt x="55916" y="813523"/>
                </a:lnTo>
                <a:lnTo>
                  <a:pt x="51415" y="844346"/>
                </a:lnTo>
                <a:lnTo>
                  <a:pt x="51415" y="844209"/>
                </a:lnTo>
                <a:lnTo>
                  <a:pt x="47324" y="873804"/>
                </a:lnTo>
                <a:lnTo>
                  <a:pt x="47461" y="873668"/>
                </a:lnTo>
                <a:lnTo>
                  <a:pt x="46916" y="877896"/>
                </a:lnTo>
                <a:lnTo>
                  <a:pt x="16366" y="873941"/>
                </a:lnTo>
              </a:path>
            </a:pathLst>
          </a:custGeom>
          <a:solidFill xmlns:a="http://schemas.openxmlformats.org/drawingml/2006/main">
            <a:srgbClr val="C00000"/>
          </a:solidFill>
          <a:ln xmlns:a="http://schemas.openxmlformats.org/drawingml/2006/main" w="0">
            <a:noFill/>
            <a:prstDash val="solid"/>
          </a:ln>
        </p:spPr>
      </p:sp>
      <p:sp>
        <p:nvSpPr>
          <p:cNvPr id="193" name="pdf-path-163-part-3">
            <a:extLst xmlns:a="http://schemas.openxmlformats.org/drawingml/2006/main">
              <a:ext uri="{FF2B5EF4-FFF2-40B4-BE49-F238E27FC236}">
                <a16:creationId xmlns:a16="http://schemas.microsoft.com/office/drawing/2014/main" id="{78288A12-2460-4F30-B0F5-9A53BD2A97E6}"/>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51688" y="660911"/>
                </a:moveTo>
                <a:lnTo>
                  <a:pt x="54007" y="650000"/>
                </a:lnTo>
                <a:lnTo>
                  <a:pt x="61099" y="619587"/>
                </a:lnTo>
                <a:lnTo>
                  <a:pt x="68463" y="590401"/>
                </a:lnTo>
                <a:lnTo>
                  <a:pt x="76647" y="562715"/>
                </a:lnTo>
                <a:lnTo>
                  <a:pt x="83875" y="540757"/>
                </a:lnTo>
                <a:lnTo>
                  <a:pt x="113061" y="550304"/>
                </a:lnTo>
                <a:lnTo>
                  <a:pt x="105833" y="571989"/>
                </a:lnTo>
                <a:lnTo>
                  <a:pt x="105969" y="571580"/>
                </a:lnTo>
                <a:lnTo>
                  <a:pt x="98059" y="598720"/>
                </a:lnTo>
                <a:lnTo>
                  <a:pt x="98195" y="598175"/>
                </a:lnTo>
                <a:lnTo>
                  <a:pt x="90830" y="627088"/>
                </a:lnTo>
                <a:lnTo>
                  <a:pt x="90967" y="626679"/>
                </a:lnTo>
                <a:lnTo>
                  <a:pt x="84011" y="656819"/>
                </a:lnTo>
                <a:lnTo>
                  <a:pt x="84011" y="656546"/>
                </a:lnTo>
                <a:lnTo>
                  <a:pt x="81830" y="667184"/>
                </a:lnTo>
                <a:lnTo>
                  <a:pt x="51688" y="660911"/>
                </a:lnTo>
              </a:path>
            </a:pathLst>
          </a:custGeom>
          <a:solidFill xmlns:a="http://schemas.openxmlformats.org/drawingml/2006/main">
            <a:srgbClr val="C00000"/>
          </a:solidFill>
          <a:ln xmlns:a="http://schemas.openxmlformats.org/drawingml/2006/main" w="0">
            <a:noFill/>
            <a:prstDash val="solid"/>
          </a:ln>
        </p:spPr>
      </p:sp>
      <p:sp>
        <p:nvSpPr>
          <p:cNvPr id="194" name="pdf-path-163-part-4">
            <a:extLst xmlns:a="http://schemas.openxmlformats.org/drawingml/2006/main">
              <a:ext uri="{FF2B5EF4-FFF2-40B4-BE49-F238E27FC236}">
                <a16:creationId xmlns:a16="http://schemas.microsoft.com/office/drawing/2014/main" id="{1C16684B-7511-4AB3-B04D-C1B56E03E1A1}"/>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130518" y="453472"/>
                </a:moveTo>
                <a:lnTo>
                  <a:pt x="135291" y="449108"/>
                </a:lnTo>
                <a:lnTo>
                  <a:pt x="142792" y="443380"/>
                </a:lnTo>
                <a:lnTo>
                  <a:pt x="150839" y="438470"/>
                </a:lnTo>
                <a:lnTo>
                  <a:pt x="159022" y="434652"/>
                </a:lnTo>
                <a:lnTo>
                  <a:pt x="167341" y="431515"/>
                </a:lnTo>
                <a:lnTo>
                  <a:pt x="176069" y="429060"/>
                </a:lnTo>
                <a:lnTo>
                  <a:pt x="192981" y="426332"/>
                </a:lnTo>
                <a:lnTo>
                  <a:pt x="210029" y="425378"/>
                </a:lnTo>
                <a:lnTo>
                  <a:pt x="226941" y="425650"/>
                </a:lnTo>
                <a:lnTo>
                  <a:pt x="243579" y="426605"/>
                </a:lnTo>
                <a:lnTo>
                  <a:pt x="258854" y="427696"/>
                </a:lnTo>
                <a:lnTo>
                  <a:pt x="256672" y="458246"/>
                </a:lnTo>
                <a:lnTo>
                  <a:pt x="241533" y="457155"/>
                </a:lnTo>
                <a:lnTo>
                  <a:pt x="241669" y="457291"/>
                </a:lnTo>
                <a:lnTo>
                  <a:pt x="225577" y="456336"/>
                </a:lnTo>
                <a:lnTo>
                  <a:pt x="226259" y="456336"/>
                </a:lnTo>
                <a:lnTo>
                  <a:pt x="210029" y="456064"/>
                </a:lnTo>
                <a:lnTo>
                  <a:pt x="211120" y="456064"/>
                </a:lnTo>
                <a:lnTo>
                  <a:pt x="195436" y="456882"/>
                </a:lnTo>
                <a:lnTo>
                  <a:pt x="197073" y="456746"/>
                </a:lnTo>
                <a:lnTo>
                  <a:pt x="181798" y="459201"/>
                </a:lnTo>
                <a:lnTo>
                  <a:pt x="183570" y="458792"/>
                </a:lnTo>
                <a:lnTo>
                  <a:pt x="176206" y="460837"/>
                </a:lnTo>
                <a:lnTo>
                  <a:pt x="177434" y="460428"/>
                </a:lnTo>
                <a:lnTo>
                  <a:pt x="170342" y="463156"/>
                </a:lnTo>
                <a:lnTo>
                  <a:pt x="171569" y="462610"/>
                </a:lnTo>
                <a:lnTo>
                  <a:pt x="164750" y="465883"/>
                </a:lnTo>
                <a:lnTo>
                  <a:pt x="165977" y="465202"/>
                </a:lnTo>
                <a:lnTo>
                  <a:pt x="159295" y="469156"/>
                </a:lnTo>
                <a:lnTo>
                  <a:pt x="160795" y="468202"/>
                </a:lnTo>
                <a:lnTo>
                  <a:pt x="154522" y="472975"/>
                </a:lnTo>
                <a:lnTo>
                  <a:pt x="155612" y="472021"/>
                </a:lnTo>
                <a:lnTo>
                  <a:pt x="151521" y="475975"/>
                </a:lnTo>
                <a:lnTo>
                  <a:pt x="130518" y="453472"/>
                </a:lnTo>
              </a:path>
            </a:pathLst>
          </a:custGeom>
          <a:solidFill xmlns:a="http://schemas.openxmlformats.org/drawingml/2006/main">
            <a:srgbClr val="C00000"/>
          </a:solidFill>
          <a:ln xmlns:a="http://schemas.openxmlformats.org/drawingml/2006/main" w="0">
            <a:noFill/>
            <a:prstDash val="solid"/>
          </a:ln>
        </p:spPr>
      </p:sp>
      <p:sp>
        <p:nvSpPr>
          <p:cNvPr id="195" name="pdf-path-163-part-5">
            <a:extLst xmlns:a="http://schemas.openxmlformats.org/drawingml/2006/main">
              <a:ext uri="{FF2B5EF4-FFF2-40B4-BE49-F238E27FC236}">
                <a16:creationId xmlns:a16="http://schemas.microsoft.com/office/drawing/2014/main" id="{5AC66B20-2164-4277-A8CC-48720EEE8E22}"/>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333865" y="412558"/>
                </a:moveTo>
                <a:lnTo>
                  <a:pt x="338638" y="407784"/>
                </a:lnTo>
                <a:lnTo>
                  <a:pt x="337411" y="409148"/>
                </a:lnTo>
                <a:lnTo>
                  <a:pt x="342457" y="402602"/>
                </a:lnTo>
                <a:lnTo>
                  <a:pt x="341638" y="403829"/>
                </a:lnTo>
                <a:lnTo>
                  <a:pt x="346276" y="396328"/>
                </a:lnTo>
                <a:lnTo>
                  <a:pt x="345867" y="397010"/>
                </a:lnTo>
                <a:lnTo>
                  <a:pt x="350503" y="388691"/>
                </a:lnTo>
                <a:lnTo>
                  <a:pt x="349957" y="389645"/>
                </a:lnTo>
                <a:lnTo>
                  <a:pt x="354322" y="380508"/>
                </a:lnTo>
                <a:lnTo>
                  <a:pt x="354049" y="381053"/>
                </a:lnTo>
                <a:lnTo>
                  <a:pt x="358277" y="371234"/>
                </a:lnTo>
                <a:lnTo>
                  <a:pt x="358005" y="371779"/>
                </a:lnTo>
                <a:lnTo>
                  <a:pt x="362096" y="361141"/>
                </a:lnTo>
                <a:lnTo>
                  <a:pt x="361822" y="361687"/>
                </a:lnTo>
                <a:lnTo>
                  <a:pt x="365779" y="350367"/>
                </a:lnTo>
                <a:lnTo>
                  <a:pt x="365642" y="350913"/>
                </a:lnTo>
                <a:lnTo>
                  <a:pt x="372869" y="326773"/>
                </a:lnTo>
                <a:lnTo>
                  <a:pt x="372597" y="327455"/>
                </a:lnTo>
                <a:lnTo>
                  <a:pt x="377644" y="307952"/>
                </a:lnTo>
                <a:lnTo>
                  <a:pt x="407375" y="315453"/>
                </a:lnTo>
                <a:lnTo>
                  <a:pt x="402329" y="335365"/>
                </a:lnTo>
                <a:lnTo>
                  <a:pt x="394828" y="360050"/>
                </a:lnTo>
                <a:lnTo>
                  <a:pt x="390873" y="371916"/>
                </a:lnTo>
                <a:lnTo>
                  <a:pt x="386645" y="382826"/>
                </a:lnTo>
                <a:lnTo>
                  <a:pt x="382144" y="393327"/>
                </a:lnTo>
                <a:lnTo>
                  <a:pt x="377507" y="403147"/>
                </a:lnTo>
                <a:lnTo>
                  <a:pt x="372461" y="412285"/>
                </a:lnTo>
                <a:lnTo>
                  <a:pt x="367142" y="420741"/>
                </a:lnTo>
                <a:lnTo>
                  <a:pt x="361141" y="428515"/>
                </a:lnTo>
                <a:lnTo>
                  <a:pt x="355822" y="434106"/>
                </a:lnTo>
                <a:lnTo>
                  <a:pt x="333865" y="412558"/>
                </a:lnTo>
              </a:path>
            </a:pathLst>
          </a:custGeom>
          <a:solidFill xmlns:a="http://schemas.openxmlformats.org/drawingml/2006/main">
            <a:srgbClr val="C00000"/>
          </a:solidFill>
          <a:ln xmlns:a="http://schemas.openxmlformats.org/drawingml/2006/main" w="0">
            <a:noFill/>
            <a:prstDash val="solid"/>
          </a:ln>
        </p:spPr>
      </p:sp>
      <p:sp>
        <p:nvSpPr>
          <p:cNvPr id="196" name="pdf-path-163-part-6">
            <a:extLst xmlns:a="http://schemas.openxmlformats.org/drawingml/2006/main">
              <a:ext uri="{FF2B5EF4-FFF2-40B4-BE49-F238E27FC236}">
                <a16:creationId xmlns:a16="http://schemas.microsoft.com/office/drawing/2014/main" id="{42B0B9D9-8B17-497C-9D64-51AD5DBE9CB9}"/>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395373" y="218758"/>
                </a:moveTo>
                <a:lnTo>
                  <a:pt x="395373" y="218485"/>
                </a:lnTo>
                <a:lnTo>
                  <a:pt x="395373" y="218758"/>
                </a:lnTo>
                <a:lnTo>
                  <a:pt x="399874" y="190117"/>
                </a:lnTo>
                <a:lnTo>
                  <a:pt x="404102" y="162159"/>
                </a:lnTo>
                <a:lnTo>
                  <a:pt x="404102" y="162295"/>
                </a:lnTo>
                <a:lnTo>
                  <a:pt x="407784" y="135292"/>
                </a:lnTo>
                <a:lnTo>
                  <a:pt x="407648" y="135428"/>
                </a:lnTo>
                <a:lnTo>
                  <a:pt x="411058" y="109924"/>
                </a:lnTo>
                <a:lnTo>
                  <a:pt x="411058" y="110061"/>
                </a:lnTo>
                <a:lnTo>
                  <a:pt x="412558" y="97923"/>
                </a:lnTo>
                <a:lnTo>
                  <a:pt x="443107" y="101878"/>
                </a:lnTo>
                <a:lnTo>
                  <a:pt x="441471" y="113880"/>
                </a:lnTo>
                <a:lnTo>
                  <a:pt x="438061" y="139383"/>
                </a:lnTo>
                <a:lnTo>
                  <a:pt x="434379" y="166523"/>
                </a:lnTo>
                <a:lnTo>
                  <a:pt x="430151" y="194754"/>
                </a:lnTo>
                <a:lnTo>
                  <a:pt x="425650" y="223531"/>
                </a:lnTo>
                <a:lnTo>
                  <a:pt x="425650" y="223940"/>
                </a:lnTo>
                <a:lnTo>
                  <a:pt x="395373" y="218758"/>
                </a:lnTo>
              </a:path>
            </a:pathLst>
          </a:custGeom>
          <a:solidFill xmlns:a="http://schemas.openxmlformats.org/drawingml/2006/main">
            <a:srgbClr val="C00000"/>
          </a:solidFill>
          <a:ln xmlns:a="http://schemas.openxmlformats.org/drawingml/2006/main" w="0">
            <a:noFill/>
            <a:prstDash val="solid"/>
          </a:ln>
        </p:spPr>
      </p:sp>
      <p:sp>
        <p:nvSpPr>
          <p:cNvPr id="197" name="pdf-path-163-part-7">
            <a:extLst xmlns:a="http://schemas.openxmlformats.org/drawingml/2006/main">
              <a:ext uri="{FF2B5EF4-FFF2-40B4-BE49-F238E27FC236}">
                <a16:creationId xmlns:a16="http://schemas.microsoft.com/office/drawing/2014/main" id="{930076C3-27B7-4E3D-B624-EEB032C6FD7A}"/>
              </a:ext>
            </a:extLst>
          </p:cNvPr>
          <p:cNvSpPr>
            <a:spLocks xmlns:a="http://schemas.openxmlformats.org/drawingml/2006/main" noGrp="1"/>
          </p:cNvSpPr>
          <p:nvPr/>
        </p:nvSpPr>
        <p:spPr>
          <a:xfrm xmlns:a="http://schemas.openxmlformats.org/drawingml/2006/main" rot="0">
            <a:off x="12638860" y="673888"/>
            <a:ext cx="474885" cy="1305456"/>
          </a:xfrm>
          <a:custGeom xmlns:a="http://schemas.openxmlformats.org/drawingml/2006/main">
            <a:pathLst>
              <a:path w="474885" h="1305456">
                <a:moveTo>
                  <a:pt x="382826" y="93150"/>
                </a:moveTo>
                <a:lnTo>
                  <a:pt x="426604" y="0"/>
                </a:lnTo>
                <a:lnTo>
                  <a:pt x="474885" y="90967"/>
                </a:lnTo>
                <a:lnTo>
                  <a:pt x="382826" y="93150"/>
                </a:lnTo>
              </a:path>
            </a:pathLst>
          </a:custGeom>
          <a:solidFill xmlns:a="http://schemas.openxmlformats.org/drawingml/2006/main">
            <a:srgbClr val="C00000"/>
          </a:solidFill>
          <a:ln xmlns:a="http://schemas.openxmlformats.org/drawingml/2006/main" w="0">
            <a:noFill/>
            <a:prstDash val="solid"/>
          </a:ln>
        </p:spPr>
      </p:sp>
      <p:pic>
        <p:nvPicPr>
          <p:cNvPr id="198" name="">
            <a:extLst xmlns:a="http://schemas.openxmlformats.org/drawingml/2006/main">
              <a:ext uri="{FF2B5EF4-FFF2-40B4-BE49-F238E27FC236}">
                <a16:creationId xmlns:a16="http://schemas.microsoft.com/office/drawing/2014/main" id="{75586980-6A86-4085-873D-B604D682D55C}"/>
              </a:ext>
            </a:extLst>
          </p:cNvPr>
          <p:cNvPicPr>
            <a:picLocks xmlns:a="http://schemas.openxmlformats.org/drawingml/2006/main" noChangeAspect="1"/>
          </p:cNvPicPr>
          <p:nvPr/>
        </p:nvPicPr>
        <p:blipFill>
          <a:blip xmlns:r="http://schemas.openxmlformats.org/officeDocument/2006/relationships" xmlns:a="http://schemas.openxmlformats.org/drawingml/2006/main" r:embed="R5ec2487e647e42e2"/>
          <a:srcRect xmlns:a="http://schemas.openxmlformats.org/drawingml/2006/main" l="0" t="0" r="0" b="0"/>
          <a:stretch xmlns:a="http://schemas.openxmlformats.org/drawingml/2006/main">
            <a:fillRect l="0" t="0" r="0" b="0"/>
          </a:stretch>
        </p:blipFill>
        <p:spPr>
          <a:xfrm xmlns:a="http://schemas.openxmlformats.org/drawingml/2006/main">
            <a:off x="14133616" y="3843273"/>
            <a:ext cx="420604" cy="420604"/>
          </a:xfrm>
          <a:prstGeom xmlns:a="http://schemas.openxmlformats.org/drawingml/2006/main" prst="rect">
            <a:avLst/>
          </a:prstGeom>
        </p:spPr>
      </p:pic>
      <p:sp>
        <p:nvSpPr>
          <p:cNvPr id="199" name="gordon-source-component-29">
            <a:extLst xmlns:a="http://schemas.openxmlformats.org/drawingml/2006/main">
              <a:ext uri="{FF2B5EF4-FFF2-40B4-BE49-F238E27FC236}">
                <a16:creationId xmlns:a16="http://schemas.microsoft.com/office/drawing/2014/main" id="{39F91461-4252-44F8-A462-9128595F184E}"/>
              </a:ext>
            </a:extLst>
          </p:cNvPr>
          <p:cNvSpPr>
            <a:spLocks xmlns:a="http://schemas.openxmlformats.org/drawingml/2006/main" noGrp="1"/>
          </p:cNvSpPr>
          <p:nvPr/>
        </p:nvSpPr>
        <p:spPr>
          <a:xfrm xmlns:a="http://schemas.openxmlformats.org/drawingml/2006/main" rot="0">
            <a:off x="14133616" y="3843273"/>
            <a:ext cx="420604" cy="420604"/>
          </a:xfrm>
          <a:prstGeom xmlns:a="http://schemas.openxmlformats.org/drawingml/2006/main" prst="rect">
            <a:avLst/>
          </a:prstGeom>
          <a:noFill xmlns:a="http://schemas.openxmlformats.org/drawingml/2006/main"/>
          <a:ln xmlns:a="http://schemas.openxmlformats.org/drawingml/2006/main" w="0">
            <a:noFill/>
          </a:ln>
        </p:spPr>
      </p:sp>
      <p:sp>
        <p:nvSpPr>
          <p:cNvPr id="200" name="pdf-path-165">
            <a:extLst xmlns:a="http://schemas.openxmlformats.org/drawingml/2006/main">
              <a:ext uri="{FF2B5EF4-FFF2-40B4-BE49-F238E27FC236}">
                <a16:creationId xmlns:a16="http://schemas.microsoft.com/office/drawing/2014/main" id="{4A7E5BA1-D0B3-4D31-B2A3-09254EBB6E8A}"/>
              </a:ext>
            </a:extLst>
          </p:cNvPr>
          <p:cNvSpPr>
            <a:spLocks xmlns:a="http://schemas.openxmlformats.org/drawingml/2006/main" noGrp="1"/>
          </p:cNvSpPr>
          <p:nvPr/>
        </p:nvSpPr>
        <p:spPr>
          <a:xfrm xmlns:a="http://schemas.openxmlformats.org/drawingml/2006/main" rot="0">
            <a:off x="3499442" y="1120814"/>
            <a:ext cx="660639" cy="656274"/>
          </a:xfrm>
          <a:custGeom xmlns:a="http://schemas.openxmlformats.org/drawingml/2006/main">
            <a:pathLst>
              <a:path w="660639" h="656274">
                <a:moveTo>
                  <a:pt x="0" y="109379"/>
                </a:moveTo>
                <a:cubicBezTo>
                  <a:pt x="0" y="48961"/>
                  <a:pt x="48962" y="0"/>
                  <a:pt x="109379" y="0"/>
                </a:cubicBezTo>
                <a:lnTo>
                  <a:pt x="551259" y="0"/>
                </a:lnTo>
                <a:cubicBezTo>
                  <a:pt x="611677" y="0"/>
                  <a:pt x="660639" y="48961"/>
                  <a:pt x="660639" y="109379"/>
                </a:cubicBezTo>
                <a:lnTo>
                  <a:pt x="660639" y="546895"/>
                </a:lnTo>
                <a:cubicBezTo>
                  <a:pt x="660639" y="607312"/>
                  <a:pt x="611677" y="656274"/>
                  <a:pt x="551259" y="656274"/>
                </a:cubicBezTo>
                <a:lnTo>
                  <a:pt x="109379" y="656274"/>
                </a:lnTo>
                <a:cubicBezTo>
                  <a:pt x="48962" y="656274"/>
                  <a:pt x="0" y="607312"/>
                  <a:pt x="0" y="546895"/>
                </a:cubicBezTo>
                <a:lnTo>
                  <a:pt x="0" y="109379"/>
                </a:lnTo>
              </a:path>
            </a:pathLst>
          </a:custGeom>
          <a:solidFill xmlns:a="http://schemas.openxmlformats.org/drawingml/2006/main">
            <a:srgbClr val="FFFFFF"/>
          </a:solidFill>
          <a:ln xmlns:a="http://schemas.openxmlformats.org/drawingml/2006/main" w="20457">
            <a:solidFill>
              <a:srgbClr val="042433"/>
            </a:solidFill>
            <a:prstDash val="solid"/>
          </a:ln>
        </p:spPr>
      </p:sp>
      <p:sp>
        <p:nvSpPr>
          <p:cNvPr id="201" name="pdf-path-167-part-0">
            <a:extLst xmlns:a="http://schemas.openxmlformats.org/drawingml/2006/main">
              <a:ext uri="{FF2B5EF4-FFF2-40B4-BE49-F238E27FC236}">
                <a16:creationId xmlns:a16="http://schemas.microsoft.com/office/drawing/2014/main" id="{202E8220-9452-4D3E-9970-31B8CD2725D8}"/>
              </a:ext>
            </a:extLst>
          </p:cNvPr>
          <p:cNvSpPr>
            <a:spLocks xmlns:a="http://schemas.openxmlformats.org/drawingml/2006/main" noGrp="1"/>
          </p:cNvSpPr>
          <p:nvPr/>
        </p:nvSpPr>
        <p:spPr>
          <a:xfrm xmlns:a="http://schemas.openxmlformats.org/drawingml/2006/main" rot="0">
            <a:off x="3561905" y="1222146"/>
            <a:ext cx="537894" cy="485386"/>
          </a:xfrm>
          <a:custGeom xmlns:a="http://schemas.openxmlformats.org/drawingml/2006/main">
            <a:pathLst>
              <a:path w="537894" h="485386">
                <a:moveTo>
                  <a:pt x="494388" y="0"/>
                </a:moveTo>
                <a:lnTo>
                  <a:pt x="537894" y="0"/>
                </a:lnTo>
                <a:lnTo>
                  <a:pt x="537894" y="485386"/>
                </a:lnTo>
                <a:lnTo>
                  <a:pt x="494388" y="485386"/>
                </a:lnTo>
                <a:lnTo>
                  <a:pt x="494388" y="477612"/>
                </a:lnTo>
                <a:lnTo>
                  <a:pt x="521392" y="477612"/>
                </a:lnTo>
                <a:lnTo>
                  <a:pt x="521392" y="7910"/>
                </a:lnTo>
                <a:lnTo>
                  <a:pt x="494388" y="7910"/>
                </a:lnTo>
                <a:lnTo>
                  <a:pt x="494388" y="0"/>
                </a:lnTo>
              </a:path>
            </a:pathLst>
          </a:custGeom>
          <a:solidFill xmlns:a="http://schemas.openxmlformats.org/drawingml/2006/main">
            <a:srgbClr val="000000"/>
          </a:solidFill>
          <a:ln xmlns:a="http://schemas.openxmlformats.org/drawingml/2006/main" w="0">
            <a:noFill/>
            <a:prstDash val="solid"/>
          </a:ln>
        </p:spPr>
      </p:sp>
      <p:sp>
        <p:nvSpPr>
          <p:cNvPr id="202" name="pdf-path-167-part-1">
            <a:extLst xmlns:a="http://schemas.openxmlformats.org/drawingml/2006/main">
              <a:ext uri="{FF2B5EF4-FFF2-40B4-BE49-F238E27FC236}">
                <a16:creationId xmlns:a16="http://schemas.microsoft.com/office/drawing/2014/main" id="{0FC98625-DF0B-4A42-B56E-639399338AE3}"/>
              </a:ext>
            </a:extLst>
          </p:cNvPr>
          <p:cNvSpPr>
            <a:spLocks xmlns:a="http://schemas.openxmlformats.org/drawingml/2006/main" noGrp="1"/>
          </p:cNvSpPr>
          <p:nvPr/>
        </p:nvSpPr>
        <p:spPr>
          <a:xfrm xmlns:a="http://schemas.openxmlformats.org/drawingml/2006/main" rot="0">
            <a:off x="3561905" y="1222146"/>
            <a:ext cx="537894" cy="485386"/>
          </a:xfrm>
          <a:custGeom xmlns:a="http://schemas.openxmlformats.org/drawingml/2006/main">
            <a:pathLst>
              <a:path w="537894" h="485386">
                <a:moveTo>
                  <a:pt x="0" y="0"/>
                </a:moveTo>
                <a:lnTo>
                  <a:pt x="43506" y="0"/>
                </a:lnTo>
                <a:lnTo>
                  <a:pt x="43506" y="7910"/>
                </a:lnTo>
                <a:lnTo>
                  <a:pt x="16502" y="7910"/>
                </a:lnTo>
                <a:lnTo>
                  <a:pt x="16502" y="477612"/>
                </a:lnTo>
                <a:lnTo>
                  <a:pt x="43506" y="477612"/>
                </a:lnTo>
                <a:lnTo>
                  <a:pt x="43506" y="485386"/>
                </a:lnTo>
                <a:lnTo>
                  <a:pt x="0" y="485386"/>
                </a:lnTo>
                <a:lnTo>
                  <a:pt x="0" y="0"/>
                </a:lnTo>
              </a:path>
            </a:pathLst>
          </a:custGeom>
          <a:solidFill xmlns:a="http://schemas.openxmlformats.org/drawingml/2006/main">
            <a:srgbClr val="000000"/>
          </a:solidFill>
          <a:ln xmlns:a="http://schemas.openxmlformats.org/drawingml/2006/main" w="0">
            <a:noFill/>
            <a:prstDash val="solid"/>
          </a:ln>
        </p:spPr>
      </p:sp>
      <p:sp>
        <p:nvSpPr>
          <p:cNvPr id="203" name="pdf-path-174">
            <a:extLst xmlns:a="http://schemas.openxmlformats.org/drawingml/2006/main">
              <a:ext uri="{FF2B5EF4-FFF2-40B4-BE49-F238E27FC236}">
                <a16:creationId xmlns:a16="http://schemas.microsoft.com/office/drawing/2014/main" id="{864CEC28-8437-4472-9F03-00A7644BC5A7}"/>
              </a:ext>
            </a:extLst>
          </p:cNvPr>
          <p:cNvSpPr>
            <a:spLocks xmlns:a="http://schemas.openxmlformats.org/drawingml/2006/main" noGrp="1"/>
          </p:cNvSpPr>
          <p:nvPr/>
        </p:nvSpPr>
        <p:spPr>
          <a:xfrm xmlns:a="http://schemas.openxmlformats.org/drawingml/2006/main" rot="0">
            <a:off x="9355990" y="98352"/>
            <a:ext cx="5323427" cy="4609096"/>
          </a:xfrm>
          <a:custGeom xmlns:a="http://schemas.openxmlformats.org/drawingml/2006/main">
            <a:pathLst>
              <a:path w="5323427" h="4609096">
                <a:moveTo>
                  <a:pt x="0" y="175525"/>
                </a:moveTo>
                <a:lnTo>
                  <a:pt x="36" y="171942"/>
                </a:lnTo>
                <a:lnTo>
                  <a:pt x="143" y="168376"/>
                </a:lnTo>
                <a:lnTo>
                  <a:pt x="320" y="164829"/>
                </a:lnTo>
                <a:lnTo>
                  <a:pt x="567" y="161301"/>
                </a:lnTo>
                <a:lnTo>
                  <a:pt x="884" y="157792"/>
                </a:lnTo>
                <a:lnTo>
                  <a:pt x="1269" y="154304"/>
                </a:lnTo>
                <a:lnTo>
                  <a:pt x="1721" y="150836"/>
                </a:lnTo>
                <a:lnTo>
                  <a:pt x="2241" y="147390"/>
                </a:lnTo>
                <a:lnTo>
                  <a:pt x="2827" y="143966"/>
                </a:lnTo>
                <a:lnTo>
                  <a:pt x="3479" y="140566"/>
                </a:lnTo>
                <a:lnTo>
                  <a:pt x="4196" y="137188"/>
                </a:lnTo>
                <a:lnTo>
                  <a:pt x="4977" y="133835"/>
                </a:lnTo>
                <a:lnTo>
                  <a:pt x="5822" y="130508"/>
                </a:lnTo>
                <a:lnTo>
                  <a:pt x="6730" y="127205"/>
                </a:lnTo>
                <a:lnTo>
                  <a:pt x="7700" y="123930"/>
                </a:lnTo>
                <a:lnTo>
                  <a:pt x="8732" y="120681"/>
                </a:lnTo>
                <a:lnTo>
                  <a:pt x="9825" y="117460"/>
                </a:lnTo>
                <a:lnTo>
                  <a:pt x="10978" y="114267"/>
                </a:lnTo>
                <a:lnTo>
                  <a:pt x="12191" y="111103"/>
                </a:lnTo>
                <a:lnTo>
                  <a:pt x="13463" y="107969"/>
                </a:lnTo>
                <a:lnTo>
                  <a:pt x="14793" y="104866"/>
                </a:lnTo>
                <a:lnTo>
                  <a:pt x="16180" y="101793"/>
                </a:lnTo>
                <a:lnTo>
                  <a:pt x="17625" y="98753"/>
                </a:lnTo>
                <a:lnTo>
                  <a:pt x="18688" y="96622"/>
                </a:lnTo>
                <a:moveTo>
                  <a:pt x="55221" y="47695"/>
                </a:moveTo>
                <a:lnTo>
                  <a:pt x="57418" y="45658"/>
                </a:lnTo>
                <a:lnTo>
                  <a:pt x="59900" y="43442"/>
                </a:lnTo>
                <a:lnTo>
                  <a:pt x="62425" y="41272"/>
                </a:lnTo>
                <a:lnTo>
                  <a:pt x="64990" y="39149"/>
                </a:lnTo>
                <a:lnTo>
                  <a:pt x="67597" y="37075"/>
                </a:lnTo>
                <a:lnTo>
                  <a:pt x="70243" y="35049"/>
                </a:lnTo>
                <a:lnTo>
                  <a:pt x="72929" y="33073"/>
                </a:lnTo>
                <a:lnTo>
                  <a:pt x="75653" y="31147"/>
                </a:lnTo>
                <a:lnTo>
                  <a:pt x="78415" y="29272"/>
                </a:lnTo>
                <a:lnTo>
                  <a:pt x="81214" y="27448"/>
                </a:lnTo>
                <a:lnTo>
                  <a:pt x="84050" y="25677"/>
                </a:lnTo>
                <a:lnTo>
                  <a:pt x="86921" y="23958"/>
                </a:lnTo>
                <a:lnTo>
                  <a:pt x="89828" y="22293"/>
                </a:lnTo>
                <a:lnTo>
                  <a:pt x="92769" y="20681"/>
                </a:lnTo>
                <a:lnTo>
                  <a:pt x="95744" y="19125"/>
                </a:lnTo>
                <a:lnTo>
                  <a:pt x="98753" y="17625"/>
                </a:lnTo>
                <a:lnTo>
                  <a:pt x="101793" y="16180"/>
                </a:lnTo>
                <a:lnTo>
                  <a:pt x="104866" y="14792"/>
                </a:lnTo>
                <a:lnTo>
                  <a:pt x="107969" y="13463"/>
                </a:lnTo>
                <a:lnTo>
                  <a:pt x="111103" y="12191"/>
                </a:lnTo>
                <a:lnTo>
                  <a:pt x="114267" y="10978"/>
                </a:lnTo>
                <a:lnTo>
                  <a:pt x="117460" y="9825"/>
                </a:lnTo>
                <a:lnTo>
                  <a:pt x="120681" y="8732"/>
                </a:lnTo>
                <a:lnTo>
                  <a:pt x="123929" y="7700"/>
                </a:lnTo>
                <a:lnTo>
                  <a:pt x="125493" y="7237"/>
                </a:lnTo>
                <a:moveTo>
                  <a:pt x="186168" y="0"/>
                </a:moveTo>
                <a:lnTo>
                  <a:pt x="267998" y="0"/>
                </a:lnTo>
                <a:moveTo>
                  <a:pt x="329370" y="0"/>
                </a:moveTo>
                <a:lnTo>
                  <a:pt x="411200" y="0"/>
                </a:lnTo>
                <a:moveTo>
                  <a:pt x="472572" y="0"/>
                </a:moveTo>
                <a:lnTo>
                  <a:pt x="554402" y="0"/>
                </a:lnTo>
                <a:moveTo>
                  <a:pt x="615774" y="0"/>
                </a:moveTo>
                <a:lnTo>
                  <a:pt x="697604" y="0"/>
                </a:lnTo>
                <a:moveTo>
                  <a:pt x="758976" y="0"/>
                </a:moveTo>
                <a:lnTo>
                  <a:pt x="840805" y="0"/>
                </a:lnTo>
                <a:moveTo>
                  <a:pt x="902178" y="0"/>
                </a:moveTo>
                <a:lnTo>
                  <a:pt x="984007" y="0"/>
                </a:lnTo>
                <a:moveTo>
                  <a:pt x="1045380" y="0"/>
                </a:moveTo>
                <a:lnTo>
                  <a:pt x="1127209" y="0"/>
                </a:lnTo>
                <a:moveTo>
                  <a:pt x="1188582" y="0"/>
                </a:moveTo>
                <a:lnTo>
                  <a:pt x="1270411" y="0"/>
                </a:lnTo>
                <a:moveTo>
                  <a:pt x="1331783" y="0"/>
                </a:moveTo>
                <a:lnTo>
                  <a:pt x="1413613" y="0"/>
                </a:lnTo>
                <a:moveTo>
                  <a:pt x="1474985" y="0"/>
                </a:moveTo>
                <a:lnTo>
                  <a:pt x="1556815" y="0"/>
                </a:lnTo>
                <a:moveTo>
                  <a:pt x="1618187" y="0"/>
                </a:moveTo>
                <a:lnTo>
                  <a:pt x="1700017" y="0"/>
                </a:lnTo>
                <a:moveTo>
                  <a:pt x="1761389" y="0"/>
                </a:moveTo>
                <a:lnTo>
                  <a:pt x="1843219" y="0"/>
                </a:lnTo>
                <a:moveTo>
                  <a:pt x="1904591" y="0"/>
                </a:moveTo>
                <a:lnTo>
                  <a:pt x="1986421" y="0"/>
                </a:lnTo>
                <a:moveTo>
                  <a:pt x="2047793" y="0"/>
                </a:moveTo>
                <a:lnTo>
                  <a:pt x="2129623" y="0"/>
                </a:lnTo>
                <a:moveTo>
                  <a:pt x="2190995" y="0"/>
                </a:moveTo>
                <a:lnTo>
                  <a:pt x="2272824" y="0"/>
                </a:lnTo>
                <a:moveTo>
                  <a:pt x="2334197" y="0"/>
                </a:moveTo>
                <a:lnTo>
                  <a:pt x="2416026" y="0"/>
                </a:lnTo>
                <a:moveTo>
                  <a:pt x="2477399" y="0"/>
                </a:moveTo>
                <a:lnTo>
                  <a:pt x="2559228" y="0"/>
                </a:lnTo>
                <a:moveTo>
                  <a:pt x="2620601" y="0"/>
                </a:moveTo>
                <a:lnTo>
                  <a:pt x="2702430" y="0"/>
                </a:lnTo>
                <a:moveTo>
                  <a:pt x="2763802" y="0"/>
                </a:moveTo>
                <a:lnTo>
                  <a:pt x="2845632" y="0"/>
                </a:lnTo>
                <a:moveTo>
                  <a:pt x="2907004" y="0"/>
                </a:moveTo>
                <a:lnTo>
                  <a:pt x="2988834" y="0"/>
                </a:lnTo>
                <a:moveTo>
                  <a:pt x="3050206" y="0"/>
                </a:moveTo>
                <a:lnTo>
                  <a:pt x="3132036" y="0"/>
                </a:lnTo>
                <a:moveTo>
                  <a:pt x="3193408" y="0"/>
                </a:moveTo>
                <a:lnTo>
                  <a:pt x="3275238" y="0"/>
                </a:lnTo>
                <a:moveTo>
                  <a:pt x="3336610" y="0"/>
                </a:moveTo>
                <a:lnTo>
                  <a:pt x="3418440" y="0"/>
                </a:lnTo>
                <a:moveTo>
                  <a:pt x="3479812" y="0"/>
                </a:moveTo>
                <a:lnTo>
                  <a:pt x="3561642" y="0"/>
                </a:lnTo>
                <a:moveTo>
                  <a:pt x="3623014" y="0"/>
                </a:moveTo>
                <a:lnTo>
                  <a:pt x="3704843" y="0"/>
                </a:lnTo>
                <a:moveTo>
                  <a:pt x="3766216" y="0"/>
                </a:moveTo>
                <a:lnTo>
                  <a:pt x="3848045" y="0"/>
                </a:lnTo>
                <a:moveTo>
                  <a:pt x="3909418" y="0"/>
                </a:moveTo>
                <a:lnTo>
                  <a:pt x="3991247" y="0"/>
                </a:lnTo>
                <a:moveTo>
                  <a:pt x="4052619" y="0"/>
                </a:moveTo>
                <a:lnTo>
                  <a:pt x="4134449" y="0"/>
                </a:lnTo>
                <a:moveTo>
                  <a:pt x="4195821" y="0"/>
                </a:moveTo>
                <a:lnTo>
                  <a:pt x="4277651" y="0"/>
                </a:lnTo>
                <a:moveTo>
                  <a:pt x="4339023" y="0"/>
                </a:moveTo>
                <a:lnTo>
                  <a:pt x="4420853" y="0"/>
                </a:lnTo>
                <a:moveTo>
                  <a:pt x="4482225" y="0"/>
                </a:moveTo>
                <a:lnTo>
                  <a:pt x="4564055" y="0"/>
                </a:lnTo>
                <a:moveTo>
                  <a:pt x="4625427" y="0"/>
                </a:moveTo>
                <a:lnTo>
                  <a:pt x="4707257" y="0"/>
                </a:lnTo>
                <a:moveTo>
                  <a:pt x="4768629" y="0"/>
                </a:moveTo>
                <a:lnTo>
                  <a:pt x="4850459" y="0"/>
                </a:lnTo>
                <a:moveTo>
                  <a:pt x="4911831" y="0"/>
                </a:moveTo>
                <a:lnTo>
                  <a:pt x="4993661" y="0"/>
                </a:lnTo>
                <a:moveTo>
                  <a:pt x="5055033" y="0"/>
                </a:moveTo>
                <a:lnTo>
                  <a:pt x="5136862" y="0"/>
                </a:lnTo>
                <a:moveTo>
                  <a:pt x="5197549" y="7160"/>
                </a:moveTo>
                <a:lnTo>
                  <a:pt x="5199374" y="7700"/>
                </a:lnTo>
                <a:lnTo>
                  <a:pt x="5202625" y="8732"/>
                </a:lnTo>
                <a:lnTo>
                  <a:pt x="5205848" y="9825"/>
                </a:lnTo>
                <a:lnTo>
                  <a:pt x="5209042" y="10978"/>
                </a:lnTo>
                <a:lnTo>
                  <a:pt x="5212208" y="12191"/>
                </a:lnTo>
                <a:lnTo>
                  <a:pt x="5215343" y="13463"/>
                </a:lnTo>
                <a:lnTo>
                  <a:pt x="5218449" y="14792"/>
                </a:lnTo>
                <a:lnTo>
                  <a:pt x="5221523" y="16180"/>
                </a:lnTo>
                <a:lnTo>
                  <a:pt x="5224566" y="17625"/>
                </a:lnTo>
                <a:lnTo>
                  <a:pt x="5227576" y="19125"/>
                </a:lnTo>
                <a:lnTo>
                  <a:pt x="5230553" y="20681"/>
                </a:lnTo>
                <a:lnTo>
                  <a:pt x="5233497" y="22293"/>
                </a:lnTo>
                <a:lnTo>
                  <a:pt x="5236406" y="23958"/>
                </a:lnTo>
                <a:lnTo>
                  <a:pt x="5239280" y="25677"/>
                </a:lnTo>
                <a:lnTo>
                  <a:pt x="5242118" y="27448"/>
                </a:lnTo>
                <a:lnTo>
                  <a:pt x="5244919" y="29272"/>
                </a:lnTo>
                <a:lnTo>
                  <a:pt x="5247684" y="31147"/>
                </a:lnTo>
                <a:lnTo>
                  <a:pt x="5250410" y="33073"/>
                </a:lnTo>
                <a:lnTo>
                  <a:pt x="5253098" y="35049"/>
                </a:lnTo>
                <a:lnTo>
                  <a:pt x="5255747" y="37075"/>
                </a:lnTo>
                <a:lnTo>
                  <a:pt x="5258356" y="39149"/>
                </a:lnTo>
                <a:lnTo>
                  <a:pt x="5260924" y="41272"/>
                </a:lnTo>
                <a:lnTo>
                  <a:pt x="5263451" y="43442"/>
                </a:lnTo>
                <a:lnTo>
                  <a:pt x="5265936" y="45658"/>
                </a:lnTo>
                <a:lnTo>
                  <a:pt x="5267903" y="47480"/>
                </a:lnTo>
                <a:moveTo>
                  <a:pt x="5304558" y="96315"/>
                </a:moveTo>
                <a:lnTo>
                  <a:pt x="5305776" y="98753"/>
                </a:lnTo>
                <a:lnTo>
                  <a:pt x="5307223" y="101793"/>
                </a:lnTo>
                <a:lnTo>
                  <a:pt x="5308612" y="104866"/>
                </a:lnTo>
                <a:lnTo>
                  <a:pt x="5309944" y="107969"/>
                </a:lnTo>
                <a:lnTo>
                  <a:pt x="5311218" y="111103"/>
                </a:lnTo>
                <a:lnTo>
                  <a:pt x="5312432" y="114267"/>
                </a:lnTo>
                <a:lnTo>
                  <a:pt x="5313587" y="117460"/>
                </a:lnTo>
                <a:lnTo>
                  <a:pt x="5314682" y="120681"/>
                </a:lnTo>
                <a:lnTo>
                  <a:pt x="5315715" y="123930"/>
                </a:lnTo>
                <a:lnTo>
                  <a:pt x="5316687" y="127205"/>
                </a:lnTo>
                <a:lnTo>
                  <a:pt x="5317596" y="130508"/>
                </a:lnTo>
                <a:lnTo>
                  <a:pt x="5318442" y="133835"/>
                </a:lnTo>
                <a:lnTo>
                  <a:pt x="5319225" y="137188"/>
                </a:lnTo>
                <a:lnTo>
                  <a:pt x="5319943" y="140566"/>
                </a:lnTo>
                <a:lnTo>
                  <a:pt x="5320595" y="143966"/>
                </a:lnTo>
                <a:lnTo>
                  <a:pt x="5321182" y="147390"/>
                </a:lnTo>
                <a:lnTo>
                  <a:pt x="5321703" y="150836"/>
                </a:lnTo>
                <a:lnTo>
                  <a:pt x="5322156" y="154304"/>
                </a:lnTo>
                <a:lnTo>
                  <a:pt x="5322542" y="157792"/>
                </a:lnTo>
                <a:lnTo>
                  <a:pt x="5322859" y="161301"/>
                </a:lnTo>
                <a:lnTo>
                  <a:pt x="5323106" y="164829"/>
                </a:lnTo>
                <a:lnTo>
                  <a:pt x="5323284" y="168376"/>
                </a:lnTo>
                <a:lnTo>
                  <a:pt x="5323391" y="171942"/>
                </a:lnTo>
                <a:lnTo>
                  <a:pt x="5323424" y="175173"/>
                </a:lnTo>
                <a:moveTo>
                  <a:pt x="5323427" y="236546"/>
                </a:moveTo>
                <a:lnTo>
                  <a:pt x="5323427" y="318375"/>
                </a:lnTo>
                <a:moveTo>
                  <a:pt x="5323427" y="379747"/>
                </a:moveTo>
                <a:lnTo>
                  <a:pt x="5323427" y="461577"/>
                </a:lnTo>
                <a:moveTo>
                  <a:pt x="5323427" y="522949"/>
                </a:moveTo>
                <a:lnTo>
                  <a:pt x="5323427" y="604779"/>
                </a:lnTo>
                <a:moveTo>
                  <a:pt x="5323427" y="666151"/>
                </a:moveTo>
                <a:lnTo>
                  <a:pt x="5323427" y="747981"/>
                </a:lnTo>
                <a:moveTo>
                  <a:pt x="5323427" y="809353"/>
                </a:moveTo>
                <a:lnTo>
                  <a:pt x="5323427" y="891183"/>
                </a:lnTo>
                <a:moveTo>
                  <a:pt x="5323427" y="952555"/>
                </a:moveTo>
                <a:lnTo>
                  <a:pt x="5323427" y="1034385"/>
                </a:lnTo>
                <a:moveTo>
                  <a:pt x="5323427" y="1095757"/>
                </a:moveTo>
                <a:lnTo>
                  <a:pt x="5323427" y="1177587"/>
                </a:lnTo>
                <a:moveTo>
                  <a:pt x="5323427" y="1238959"/>
                </a:moveTo>
                <a:lnTo>
                  <a:pt x="5323427" y="1320788"/>
                </a:lnTo>
                <a:moveTo>
                  <a:pt x="5323427" y="1382161"/>
                </a:moveTo>
                <a:lnTo>
                  <a:pt x="5323427" y="1463990"/>
                </a:lnTo>
                <a:moveTo>
                  <a:pt x="5323427" y="1525363"/>
                </a:moveTo>
                <a:lnTo>
                  <a:pt x="5323427" y="1607192"/>
                </a:lnTo>
                <a:moveTo>
                  <a:pt x="5323427" y="1668565"/>
                </a:moveTo>
                <a:lnTo>
                  <a:pt x="5323427" y="1750394"/>
                </a:lnTo>
                <a:moveTo>
                  <a:pt x="5323427" y="1811766"/>
                </a:moveTo>
                <a:lnTo>
                  <a:pt x="5323427" y="1893596"/>
                </a:lnTo>
                <a:moveTo>
                  <a:pt x="5323427" y="1954968"/>
                </a:moveTo>
                <a:lnTo>
                  <a:pt x="5323427" y="2036798"/>
                </a:lnTo>
                <a:moveTo>
                  <a:pt x="5323427" y="2098170"/>
                </a:moveTo>
                <a:lnTo>
                  <a:pt x="5323427" y="2180000"/>
                </a:lnTo>
                <a:moveTo>
                  <a:pt x="5323427" y="2241372"/>
                </a:moveTo>
                <a:lnTo>
                  <a:pt x="5323427" y="2323202"/>
                </a:lnTo>
                <a:moveTo>
                  <a:pt x="5323427" y="2384574"/>
                </a:moveTo>
                <a:lnTo>
                  <a:pt x="5323427" y="2466404"/>
                </a:lnTo>
                <a:moveTo>
                  <a:pt x="5323427" y="2527776"/>
                </a:moveTo>
                <a:lnTo>
                  <a:pt x="5323427" y="2609606"/>
                </a:lnTo>
                <a:moveTo>
                  <a:pt x="5323427" y="2670978"/>
                </a:moveTo>
                <a:lnTo>
                  <a:pt x="5323427" y="2752807"/>
                </a:lnTo>
                <a:moveTo>
                  <a:pt x="5323427" y="2814180"/>
                </a:moveTo>
                <a:lnTo>
                  <a:pt x="5323427" y="2896009"/>
                </a:lnTo>
                <a:moveTo>
                  <a:pt x="5323427" y="2957382"/>
                </a:moveTo>
                <a:lnTo>
                  <a:pt x="5323427" y="3039211"/>
                </a:lnTo>
                <a:moveTo>
                  <a:pt x="5323427" y="3100583"/>
                </a:moveTo>
                <a:lnTo>
                  <a:pt x="5323427" y="3182413"/>
                </a:lnTo>
                <a:moveTo>
                  <a:pt x="5323427" y="3243785"/>
                </a:moveTo>
                <a:lnTo>
                  <a:pt x="5323427" y="3325615"/>
                </a:lnTo>
                <a:moveTo>
                  <a:pt x="5323427" y="3386987"/>
                </a:moveTo>
                <a:lnTo>
                  <a:pt x="5323427" y="3468817"/>
                </a:lnTo>
                <a:moveTo>
                  <a:pt x="5323427" y="3530189"/>
                </a:moveTo>
                <a:lnTo>
                  <a:pt x="5323427" y="3612019"/>
                </a:lnTo>
                <a:moveTo>
                  <a:pt x="5323427" y="3673391"/>
                </a:moveTo>
                <a:lnTo>
                  <a:pt x="5323427" y="3755221"/>
                </a:lnTo>
                <a:moveTo>
                  <a:pt x="5323427" y="3816593"/>
                </a:moveTo>
                <a:lnTo>
                  <a:pt x="5323427" y="3898423"/>
                </a:lnTo>
                <a:moveTo>
                  <a:pt x="5323427" y="3959795"/>
                </a:moveTo>
                <a:lnTo>
                  <a:pt x="5323427" y="4041625"/>
                </a:lnTo>
                <a:moveTo>
                  <a:pt x="5323427" y="4102997"/>
                </a:moveTo>
                <a:lnTo>
                  <a:pt x="5323427" y="4184826"/>
                </a:lnTo>
                <a:moveTo>
                  <a:pt x="5323427" y="4246199"/>
                </a:moveTo>
                <a:lnTo>
                  <a:pt x="5323427" y="4328028"/>
                </a:lnTo>
                <a:moveTo>
                  <a:pt x="5323427" y="4389401"/>
                </a:moveTo>
                <a:lnTo>
                  <a:pt x="5323427" y="4433531"/>
                </a:lnTo>
                <a:lnTo>
                  <a:pt x="5323391" y="4437113"/>
                </a:lnTo>
                <a:lnTo>
                  <a:pt x="5323284" y="4440679"/>
                </a:lnTo>
                <a:lnTo>
                  <a:pt x="5323106" y="4444226"/>
                </a:lnTo>
                <a:lnTo>
                  <a:pt x="5322859" y="4447754"/>
                </a:lnTo>
                <a:lnTo>
                  <a:pt x="5322542" y="4451263"/>
                </a:lnTo>
                <a:lnTo>
                  <a:pt x="5322156" y="4454751"/>
                </a:lnTo>
                <a:lnTo>
                  <a:pt x="5321703" y="4458219"/>
                </a:lnTo>
                <a:lnTo>
                  <a:pt x="5321182" y="4461665"/>
                </a:lnTo>
                <a:lnTo>
                  <a:pt x="5320595" y="4465089"/>
                </a:lnTo>
                <a:lnTo>
                  <a:pt x="5319943" y="4468490"/>
                </a:lnTo>
                <a:lnTo>
                  <a:pt x="5319421" y="4470944"/>
                </a:lnTo>
                <a:moveTo>
                  <a:pt x="5296211" y="4527416"/>
                </a:moveTo>
                <a:lnTo>
                  <a:pt x="5295939" y="4527852"/>
                </a:lnTo>
                <a:lnTo>
                  <a:pt x="5294113" y="4530651"/>
                </a:lnTo>
                <a:lnTo>
                  <a:pt x="5292236" y="4533414"/>
                </a:lnTo>
                <a:lnTo>
                  <a:pt x="5290307" y="4536139"/>
                </a:lnTo>
                <a:lnTo>
                  <a:pt x="5288329" y="4538825"/>
                </a:lnTo>
                <a:lnTo>
                  <a:pt x="5286301" y="4541472"/>
                </a:lnTo>
                <a:lnTo>
                  <a:pt x="5284224" y="4544080"/>
                </a:lnTo>
                <a:lnTo>
                  <a:pt x="5282099" y="4546646"/>
                </a:lnTo>
                <a:lnTo>
                  <a:pt x="5279927" y="4549171"/>
                </a:lnTo>
                <a:lnTo>
                  <a:pt x="5277708" y="4551655"/>
                </a:lnTo>
                <a:lnTo>
                  <a:pt x="5275443" y="4554095"/>
                </a:lnTo>
                <a:lnTo>
                  <a:pt x="5273132" y="4556493"/>
                </a:lnTo>
                <a:lnTo>
                  <a:pt x="5270777" y="4558846"/>
                </a:lnTo>
                <a:lnTo>
                  <a:pt x="5268378" y="4561155"/>
                </a:lnTo>
                <a:lnTo>
                  <a:pt x="5265936" y="4563418"/>
                </a:lnTo>
                <a:lnTo>
                  <a:pt x="5263451" y="4565635"/>
                </a:lnTo>
                <a:lnTo>
                  <a:pt x="5260924" y="4567806"/>
                </a:lnTo>
                <a:lnTo>
                  <a:pt x="5258356" y="4569929"/>
                </a:lnTo>
                <a:lnTo>
                  <a:pt x="5255747" y="4572004"/>
                </a:lnTo>
                <a:lnTo>
                  <a:pt x="5253098" y="4574031"/>
                </a:lnTo>
                <a:lnTo>
                  <a:pt x="5250410" y="4576008"/>
                </a:lnTo>
                <a:lnTo>
                  <a:pt x="5247684" y="4577934"/>
                </a:lnTo>
                <a:lnTo>
                  <a:pt x="5244919" y="4579810"/>
                </a:lnTo>
                <a:lnTo>
                  <a:pt x="5242118" y="4581635"/>
                </a:lnTo>
                <a:lnTo>
                  <a:pt x="5239280" y="4583407"/>
                </a:lnTo>
                <a:lnTo>
                  <a:pt x="5238180" y="4584065"/>
                </a:lnTo>
                <a:moveTo>
                  <a:pt x="5181168" y="4605915"/>
                </a:moveTo>
                <a:lnTo>
                  <a:pt x="5179330" y="4606268"/>
                </a:lnTo>
                <a:lnTo>
                  <a:pt x="5175905" y="4606854"/>
                </a:lnTo>
                <a:lnTo>
                  <a:pt x="5172459" y="4607374"/>
                </a:lnTo>
                <a:lnTo>
                  <a:pt x="5168990" y="4607827"/>
                </a:lnTo>
                <a:lnTo>
                  <a:pt x="5165501" y="4608212"/>
                </a:lnTo>
                <a:lnTo>
                  <a:pt x="5161992" y="4608528"/>
                </a:lnTo>
                <a:lnTo>
                  <a:pt x="5158463" y="4608776"/>
                </a:lnTo>
                <a:lnTo>
                  <a:pt x="5154915" y="4608953"/>
                </a:lnTo>
                <a:lnTo>
                  <a:pt x="5151350" y="4609060"/>
                </a:lnTo>
                <a:lnTo>
                  <a:pt x="5147767" y="4609096"/>
                </a:lnTo>
                <a:lnTo>
                  <a:pt x="5099540" y="4609096"/>
                </a:lnTo>
                <a:moveTo>
                  <a:pt x="5038168" y="4609096"/>
                </a:moveTo>
                <a:lnTo>
                  <a:pt x="4956339" y="4609096"/>
                </a:lnTo>
                <a:moveTo>
                  <a:pt x="4894966" y="4609096"/>
                </a:moveTo>
                <a:lnTo>
                  <a:pt x="4813137" y="4609096"/>
                </a:lnTo>
                <a:moveTo>
                  <a:pt x="4751764" y="4609096"/>
                </a:moveTo>
                <a:lnTo>
                  <a:pt x="4669935" y="4609096"/>
                </a:lnTo>
                <a:moveTo>
                  <a:pt x="4608563" y="4609096"/>
                </a:moveTo>
                <a:lnTo>
                  <a:pt x="4526733" y="4609096"/>
                </a:lnTo>
                <a:moveTo>
                  <a:pt x="4465361" y="4609096"/>
                </a:moveTo>
                <a:lnTo>
                  <a:pt x="4383531" y="4609096"/>
                </a:lnTo>
                <a:moveTo>
                  <a:pt x="4322159" y="4609096"/>
                </a:moveTo>
                <a:lnTo>
                  <a:pt x="4240329" y="4609096"/>
                </a:lnTo>
                <a:moveTo>
                  <a:pt x="4178957" y="4609096"/>
                </a:moveTo>
                <a:lnTo>
                  <a:pt x="4097127" y="4609096"/>
                </a:lnTo>
                <a:moveTo>
                  <a:pt x="4035755" y="4609096"/>
                </a:moveTo>
                <a:lnTo>
                  <a:pt x="3953925" y="4609096"/>
                </a:lnTo>
                <a:moveTo>
                  <a:pt x="3892553" y="4609096"/>
                </a:moveTo>
                <a:lnTo>
                  <a:pt x="3810723" y="4609096"/>
                </a:lnTo>
                <a:moveTo>
                  <a:pt x="3749351" y="4609096"/>
                </a:moveTo>
                <a:lnTo>
                  <a:pt x="3667522" y="4609096"/>
                </a:lnTo>
                <a:moveTo>
                  <a:pt x="3606149" y="4609096"/>
                </a:moveTo>
                <a:lnTo>
                  <a:pt x="3524320" y="4609096"/>
                </a:lnTo>
                <a:moveTo>
                  <a:pt x="3462947" y="4609096"/>
                </a:moveTo>
                <a:lnTo>
                  <a:pt x="3381118" y="4609096"/>
                </a:lnTo>
                <a:moveTo>
                  <a:pt x="3319745" y="4609096"/>
                </a:moveTo>
                <a:lnTo>
                  <a:pt x="3237916" y="4609096"/>
                </a:lnTo>
                <a:moveTo>
                  <a:pt x="3176544" y="4609096"/>
                </a:moveTo>
                <a:lnTo>
                  <a:pt x="3094714" y="4609096"/>
                </a:lnTo>
                <a:moveTo>
                  <a:pt x="3033342" y="4609096"/>
                </a:moveTo>
                <a:lnTo>
                  <a:pt x="2951512" y="4609096"/>
                </a:lnTo>
                <a:moveTo>
                  <a:pt x="2890140" y="4609096"/>
                </a:moveTo>
                <a:lnTo>
                  <a:pt x="2808310" y="4609096"/>
                </a:lnTo>
                <a:moveTo>
                  <a:pt x="2746938" y="4609096"/>
                </a:moveTo>
                <a:lnTo>
                  <a:pt x="2665108" y="4609096"/>
                </a:lnTo>
                <a:moveTo>
                  <a:pt x="2603736" y="4609096"/>
                </a:moveTo>
                <a:lnTo>
                  <a:pt x="2521906" y="4609096"/>
                </a:lnTo>
                <a:moveTo>
                  <a:pt x="2460534" y="4609096"/>
                </a:moveTo>
                <a:lnTo>
                  <a:pt x="2378704" y="4609096"/>
                </a:lnTo>
                <a:moveTo>
                  <a:pt x="2317332" y="4609096"/>
                </a:moveTo>
                <a:lnTo>
                  <a:pt x="2235503" y="4609096"/>
                </a:lnTo>
                <a:moveTo>
                  <a:pt x="2174130" y="4609096"/>
                </a:moveTo>
                <a:lnTo>
                  <a:pt x="2092301" y="4609096"/>
                </a:lnTo>
                <a:moveTo>
                  <a:pt x="2030928" y="4609096"/>
                </a:moveTo>
                <a:lnTo>
                  <a:pt x="1949099" y="4609096"/>
                </a:lnTo>
                <a:moveTo>
                  <a:pt x="1887726" y="4609096"/>
                </a:moveTo>
                <a:lnTo>
                  <a:pt x="1805897" y="4609096"/>
                </a:lnTo>
                <a:moveTo>
                  <a:pt x="1744525" y="4609096"/>
                </a:moveTo>
                <a:lnTo>
                  <a:pt x="1662695" y="4609096"/>
                </a:lnTo>
                <a:moveTo>
                  <a:pt x="1601323" y="4609096"/>
                </a:moveTo>
                <a:lnTo>
                  <a:pt x="1519493" y="4609096"/>
                </a:lnTo>
                <a:moveTo>
                  <a:pt x="1458121" y="4609096"/>
                </a:moveTo>
                <a:lnTo>
                  <a:pt x="1376291" y="4609096"/>
                </a:lnTo>
                <a:moveTo>
                  <a:pt x="1314919" y="4609096"/>
                </a:moveTo>
                <a:lnTo>
                  <a:pt x="1233089" y="4609096"/>
                </a:lnTo>
                <a:moveTo>
                  <a:pt x="1171717" y="4609096"/>
                </a:moveTo>
                <a:lnTo>
                  <a:pt x="1089887" y="4609096"/>
                </a:lnTo>
                <a:moveTo>
                  <a:pt x="1028515" y="4609096"/>
                </a:moveTo>
                <a:lnTo>
                  <a:pt x="946685" y="4609096"/>
                </a:lnTo>
                <a:moveTo>
                  <a:pt x="885313" y="4609096"/>
                </a:moveTo>
                <a:lnTo>
                  <a:pt x="803484" y="4609096"/>
                </a:lnTo>
                <a:moveTo>
                  <a:pt x="742111" y="4609096"/>
                </a:moveTo>
                <a:lnTo>
                  <a:pt x="660282" y="4609096"/>
                </a:lnTo>
                <a:moveTo>
                  <a:pt x="598909" y="4609096"/>
                </a:moveTo>
                <a:lnTo>
                  <a:pt x="517080" y="4609096"/>
                </a:lnTo>
                <a:moveTo>
                  <a:pt x="455708" y="4609096"/>
                </a:moveTo>
                <a:lnTo>
                  <a:pt x="373878" y="4609096"/>
                </a:lnTo>
                <a:moveTo>
                  <a:pt x="312506" y="4609096"/>
                </a:moveTo>
                <a:lnTo>
                  <a:pt x="230676" y="4609096"/>
                </a:lnTo>
                <a:moveTo>
                  <a:pt x="169305" y="4608981"/>
                </a:moveTo>
                <a:lnTo>
                  <a:pt x="168376" y="4608953"/>
                </a:lnTo>
                <a:lnTo>
                  <a:pt x="164829" y="4608776"/>
                </a:lnTo>
                <a:lnTo>
                  <a:pt x="161301" y="4608528"/>
                </a:lnTo>
                <a:lnTo>
                  <a:pt x="157792" y="4608212"/>
                </a:lnTo>
                <a:lnTo>
                  <a:pt x="154303" y="4607827"/>
                </a:lnTo>
                <a:lnTo>
                  <a:pt x="150836" y="4607374"/>
                </a:lnTo>
                <a:lnTo>
                  <a:pt x="147390" y="4606854"/>
                </a:lnTo>
                <a:lnTo>
                  <a:pt x="143966" y="4606268"/>
                </a:lnTo>
                <a:lnTo>
                  <a:pt x="140565" y="4605615"/>
                </a:lnTo>
                <a:lnTo>
                  <a:pt x="137188" y="4604898"/>
                </a:lnTo>
                <a:lnTo>
                  <a:pt x="133835" y="4604117"/>
                </a:lnTo>
                <a:lnTo>
                  <a:pt x="130508" y="4603271"/>
                </a:lnTo>
                <a:lnTo>
                  <a:pt x="127205" y="4602363"/>
                </a:lnTo>
                <a:lnTo>
                  <a:pt x="123929" y="4601392"/>
                </a:lnTo>
                <a:lnTo>
                  <a:pt x="120681" y="4600360"/>
                </a:lnTo>
                <a:lnTo>
                  <a:pt x="117460" y="4599266"/>
                </a:lnTo>
                <a:lnTo>
                  <a:pt x="114267" y="4598113"/>
                </a:lnTo>
                <a:lnTo>
                  <a:pt x="111103" y="4596899"/>
                </a:lnTo>
                <a:lnTo>
                  <a:pt x="107969" y="4595627"/>
                </a:lnTo>
                <a:lnTo>
                  <a:pt x="104866" y="4594296"/>
                </a:lnTo>
                <a:lnTo>
                  <a:pt x="101793" y="4592908"/>
                </a:lnTo>
                <a:lnTo>
                  <a:pt x="98753" y="4591463"/>
                </a:lnTo>
                <a:lnTo>
                  <a:pt x="95744" y="4589961"/>
                </a:lnTo>
                <a:lnTo>
                  <a:pt x="92769" y="4588405"/>
                </a:lnTo>
                <a:lnTo>
                  <a:pt x="91121" y="4587501"/>
                </a:lnTo>
                <a:moveTo>
                  <a:pt x="43519" y="4549258"/>
                </a:moveTo>
                <a:lnTo>
                  <a:pt x="43442" y="4549171"/>
                </a:lnTo>
                <a:lnTo>
                  <a:pt x="41272" y="4546646"/>
                </a:lnTo>
                <a:lnTo>
                  <a:pt x="39149" y="4544080"/>
                </a:lnTo>
                <a:lnTo>
                  <a:pt x="37075" y="4541472"/>
                </a:lnTo>
                <a:lnTo>
                  <a:pt x="35050" y="4538825"/>
                </a:lnTo>
                <a:lnTo>
                  <a:pt x="33073" y="4536139"/>
                </a:lnTo>
                <a:lnTo>
                  <a:pt x="31147" y="4533414"/>
                </a:lnTo>
                <a:lnTo>
                  <a:pt x="29272" y="4530651"/>
                </a:lnTo>
                <a:lnTo>
                  <a:pt x="27448" y="4527852"/>
                </a:lnTo>
                <a:lnTo>
                  <a:pt x="25677" y="4525015"/>
                </a:lnTo>
                <a:lnTo>
                  <a:pt x="23958" y="4522143"/>
                </a:lnTo>
                <a:lnTo>
                  <a:pt x="22293" y="4519235"/>
                </a:lnTo>
                <a:lnTo>
                  <a:pt x="20682" y="4516293"/>
                </a:lnTo>
                <a:lnTo>
                  <a:pt x="19125" y="4513318"/>
                </a:lnTo>
                <a:lnTo>
                  <a:pt x="17625" y="4510309"/>
                </a:lnTo>
                <a:lnTo>
                  <a:pt x="16180" y="4507268"/>
                </a:lnTo>
                <a:lnTo>
                  <a:pt x="14793" y="4504195"/>
                </a:lnTo>
                <a:lnTo>
                  <a:pt x="13463" y="4501091"/>
                </a:lnTo>
                <a:lnTo>
                  <a:pt x="12191" y="4497956"/>
                </a:lnTo>
                <a:lnTo>
                  <a:pt x="10978" y="4494792"/>
                </a:lnTo>
                <a:lnTo>
                  <a:pt x="9825" y="4491599"/>
                </a:lnTo>
                <a:lnTo>
                  <a:pt x="8732" y="4488377"/>
                </a:lnTo>
                <a:lnTo>
                  <a:pt x="7700" y="4485128"/>
                </a:lnTo>
                <a:lnTo>
                  <a:pt x="6730" y="4481852"/>
                </a:lnTo>
                <a:lnTo>
                  <a:pt x="5822" y="4478549"/>
                </a:lnTo>
                <a:lnTo>
                  <a:pt x="5579" y="4477594"/>
                </a:lnTo>
                <a:moveTo>
                  <a:pt x="0" y="4416692"/>
                </a:moveTo>
                <a:lnTo>
                  <a:pt x="0" y="4334863"/>
                </a:lnTo>
                <a:moveTo>
                  <a:pt x="0" y="4273491"/>
                </a:moveTo>
                <a:lnTo>
                  <a:pt x="0" y="4191661"/>
                </a:lnTo>
                <a:moveTo>
                  <a:pt x="0" y="4130289"/>
                </a:moveTo>
                <a:lnTo>
                  <a:pt x="0" y="4048459"/>
                </a:lnTo>
                <a:moveTo>
                  <a:pt x="0" y="3987087"/>
                </a:moveTo>
                <a:lnTo>
                  <a:pt x="0" y="3905257"/>
                </a:lnTo>
                <a:moveTo>
                  <a:pt x="0" y="3843885"/>
                </a:moveTo>
                <a:lnTo>
                  <a:pt x="0" y="3762055"/>
                </a:lnTo>
                <a:moveTo>
                  <a:pt x="0" y="3700683"/>
                </a:moveTo>
                <a:lnTo>
                  <a:pt x="0" y="3618853"/>
                </a:lnTo>
                <a:moveTo>
                  <a:pt x="0" y="3557481"/>
                </a:moveTo>
                <a:lnTo>
                  <a:pt x="0" y="3475651"/>
                </a:lnTo>
                <a:moveTo>
                  <a:pt x="0" y="3414279"/>
                </a:moveTo>
                <a:lnTo>
                  <a:pt x="0" y="3332450"/>
                </a:lnTo>
                <a:moveTo>
                  <a:pt x="0" y="3271077"/>
                </a:moveTo>
                <a:lnTo>
                  <a:pt x="0" y="3189248"/>
                </a:lnTo>
                <a:moveTo>
                  <a:pt x="0" y="3127875"/>
                </a:moveTo>
                <a:lnTo>
                  <a:pt x="0" y="3046046"/>
                </a:lnTo>
                <a:moveTo>
                  <a:pt x="0" y="2984673"/>
                </a:moveTo>
                <a:lnTo>
                  <a:pt x="0" y="2902844"/>
                </a:lnTo>
                <a:moveTo>
                  <a:pt x="0" y="2841472"/>
                </a:moveTo>
                <a:lnTo>
                  <a:pt x="0" y="2759642"/>
                </a:lnTo>
                <a:moveTo>
                  <a:pt x="0" y="2698270"/>
                </a:moveTo>
                <a:lnTo>
                  <a:pt x="0" y="2616440"/>
                </a:lnTo>
                <a:moveTo>
                  <a:pt x="0" y="2555068"/>
                </a:moveTo>
                <a:lnTo>
                  <a:pt x="0" y="2473238"/>
                </a:lnTo>
                <a:moveTo>
                  <a:pt x="0" y="2411866"/>
                </a:moveTo>
                <a:lnTo>
                  <a:pt x="0" y="2330036"/>
                </a:lnTo>
                <a:moveTo>
                  <a:pt x="0" y="2268664"/>
                </a:moveTo>
                <a:lnTo>
                  <a:pt x="0" y="2186834"/>
                </a:lnTo>
                <a:moveTo>
                  <a:pt x="0" y="2125462"/>
                </a:moveTo>
                <a:lnTo>
                  <a:pt x="0" y="2043632"/>
                </a:lnTo>
                <a:moveTo>
                  <a:pt x="0" y="1982260"/>
                </a:moveTo>
                <a:lnTo>
                  <a:pt x="0" y="1900431"/>
                </a:lnTo>
                <a:moveTo>
                  <a:pt x="0" y="1839058"/>
                </a:moveTo>
                <a:lnTo>
                  <a:pt x="0" y="1757229"/>
                </a:lnTo>
                <a:moveTo>
                  <a:pt x="0" y="1695856"/>
                </a:moveTo>
                <a:lnTo>
                  <a:pt x="0" y="1614027"/>
                </a:lnTo>
                <a:moveTo>
                  <a:pt x="0" y="1552654"/>
                </a:moveTo>
                <a:lnTo>
                  <a:pt x="0" y="1470825"/>
                </a:lnTo>
                <a:moveTo>
                  <a:pt x="0" y="1409453"/>
                </a:moveTo>
                <a:lnTo>
                  <a:pt x="0" y="1327623"/>
                </a:lnTo>
                <a:moveTo>
                  <a:pt x="0" y="1266251"/>
                </a:moveTo>
                <a:lnTo>
                  <a:pt x="0" y="1184421"/>
                </a:lnTo>
                <a:moveTo>
                  <a:pt x="0" y="1123049"/>
                </a:moveTo>
                <a:lnTo>
                  <a:pt x="0" y="1041219"/>
                </a:lnTo>
                <a:moveTo>
                  <a:pt x="0" y="979847"/>
                </a:moveTo>
                <a:lnTo>
                  <a:pt x="0" y="898017"/>
                </a:lnTo>
                <a:moveTo>
                  <a:pt x="0" y="836645"/>
                </a:moveTo>
                <a:lnTo>
                  <a:pt x="0" y="754815"/>
                </a:lnTo>
                <a:moveTo>
                  <a:pt x="0" y="693443"/>
                </a:moveTo>
                <a:lnTo>
                  <a:pt x="0" y="611613"/>
                </a:lnTo>
                <a:moveTo>
                  <a:pt x="0" y="550241"/>
                </a:moveTo>
                <a:lnTo>
                  <a:pt x="0" y="468412"/>
                </a:lnTo>
                <a:moveTo>
                  <a:pt x="0" y="407039"/>
                </a:moveTo>
                <a:lnTo>
                  <a:pt x="0" y="325210"/>
                </a:lnTo>
                <a:moveTo>
                  <a:pt x="0" y="263837"/>
                </a:moveTo>
                <a:lnTo>
                  <a:pt x="0" y="182008"/>
                </a:lnTo>
              </a:path>
            </a:pathLst>
          </a:custGeom>
          <a:noFill xmlns:a="http://schemas.openxmlformats.org/drawingml/2006/main"/>
          <a:ln xmlns:a="http://schemas.openxmlformats.org/drawingml/2006/main" w="20457">
            <a:solidFill>
              <a:srgbClr val="000000"/>
            </a:solidFill>
            <a:prstDash val="solid"/>
          </a:ln>
        </p:spPr>
      </p:sp>
      <p:sp>
        <p:nvSpPr>
          <p:cNvPr id="204" name="pdf-path-175">
            <a:extLst xmlns:a="http://schemas.openxmlformats.org/drawingml/2006/main">
              <a:ext uri="{FF2B5EF4-FFF2-40B4-BE49-F238E27FC236}">
                <a16:creationId xmlns:a16="http://schemas.microsoft.com/office/drawing/2014/main" id="{7B885017-2CB1-434A-93BF-03C7760821B3}"/>
              </a:ext>
            </a:extLst>
          </p:cNvPr>
          <p:cNvSpPr>
            <a:spLocks xmlns:a="http://schemas.openxmlformats.org/drawingml/2006/main" noGrp="1"/>
          </p:cNvSpPr>
          <p:nvPr/>
        </p:nvSpPr>
        <p:spPr>
          <a:xfrm xmlns:a="http://schemas.openxmlformats.org/drawingml/2006/main" rot="0">
            <a:off x="1882352" y="3948996"/>
            <a:ext cx="475171" cy="471325"/>
          </a:xfrm>
          <a:custGeom xmlns:a="http://schemas.openxmlformats.org/drawingml/2006/main">
            <a:pathLst>
              <a:path w="475171" h="471325">
                <a:moveTo>
                  <a:pt x="0" y="471325"/>
                </a:moveTo>
                <a:lnTo>
                  <a:pt x="475171" y="471325"/>
                </a:lnTo>
                <a:lnTo>
                  <a:pt x="475171" y="0"/>
                </a:lnTo>
                <a:lnTo>
                  <a:pt x="0" y="0"/>
                </a:lnTo>
                <a:close/>
              </a:path>
            </a:pathLst>
          </a:custGeom>
          <a:noFill xmlns:a="http://schemas.openxmlformats.org/drawingml/2006/main"/>
          <a:ln xmlns:a="http://schemas.openxmlformats.org/drawingml/2006/main" w="20457">
            <a:solidFill>
              <a:srgbClr val="29B1FB"/>
            </a:solidFill>
            <a:prstDash val="solid"/>
          </a:ln>
        </p:spPr>
      </p:sp>
      <p:sp>
        <p:nvSpPr>
          <p:cNvPr id="205" name="pdf-path-176">
            <a:extLst xmlns:a="http://schemas.openxmlformats.org/drawingml/2006/main">
              <a:ext uri="{FF2B5EF4-FFF2-40B4-BE49-F238E27FC236}">
                <a16:creationId xmlns:a16="http://schemas.microsoft.com/office/drawing/2014/main" id="{A3AC4914-E912-4BFA-B4DB-D64A9722AC46}"/>
              </a:ext>
            </a:extLst>
          </p:cNvPr>
          <p:cNvSpPr>
            <a:spLocks xmlns:a="http://schemas.openxmlformats.org/drawingml/2006/main" noGrp="1"/>
          </p:cNvSpPr>
          <p:nvPr/>
        </p:nvSpPr>
        <p:spPr>
          <a:xfrm xmlns:a="http://schemas.openxmlformats.org/drawingml/2006/main" rot="0">
            <a:off x="1835027" y="3896817"/>
            <a:ext cx="291682" cy="344312"/>
          </a:xfrm>
          <a:custGeom xmlns:a="http://schemas.openxmlformats.org/drawingml/2006/main">
            <a:pathLst>
              <a:path w="291682" h="344312">
                <a:moveTo>
                  <a:pt x="0" y="344312"/>
                </a:moveTo>
                <a:lnTo>
                  <a:pt x="291682" y="344312"/>
                </a:lnTo>
                <a:lnTo>
                  <a:pt x="291682" y="0"/>
                </a:lnTo>
                <a:lnTo>
                  <a:pt x="0" y="0"/>
                </a:lnTo>
                <a:close/>
              </a:path>
            </a:pathLst>
          </a:custGeom>
          <a:noFill xmlns:a="http://schemas.openxmlformats.org/drawingml/2006/main"/>
          <a:ln xmlns:a="http://schemas.openxmlformats.org/drawingml/2006/main" w="20457">
            <a:solidFill>
              <a:srgbClr val="FBFB2C"/>
            </a:solidFill>
            <a:prstDash val="solid"/>
          </a:ln>
        </p:spPr>
      </p:sp>
      <p:sp>
        <p:nvSpPr>
          <p:cNvPr id="206" name="pdf-path-177">
            <a:extLst xmlns:a="http://schemas.openxmlformats.org/drawingml/2006/main">
              <a:ext uri="{FF2B5EF4-FFF2-40B4-BE49-F238E27FC236}">
                <a16:creationId xmlns:a16="http://schemas.microsoft.com/office/drawing/2014/main" id="{F81EB634-4B07-441F-8F11-569D7285A32E}"/>
              </a:ext>
            </a:extLst>
          </p:cNvPr>
          <p:cNvSpPr>
            <a:spLocks xmlns:a="http://schemas.openxmlformats.org/drawingml/2006/main" noGrp="1"/>
          </p:cNvSpPr>
          <p:nvPr/>
        </p:nvSpPr>
        <p:spPr>
          <a:xfrm xmlns:a="http://schemas.openxmlformats.org/drawingml/2006/main" rot="0">
            <a:off x="2047375" y="4045228"/>
            <a:ext cx="144252" cy="194427"/>
          </a:xfrm>
          <a:custGeom xmlns:a="http://schemas.openxmlformats.org/drawingml/2006/main">
            <a:pathLst>
              <a:path w="144252" h="194427">
                <a:moveTo>
                  <a:pt x="0" y="194427"/>
                </a:moveTo>
                <a:lnTo>
                  <a:pt x="144252" y="194427"/>
                </a:lnTo>
                <a:lnTo>
                  <a:pt x="144252" y="0"/>
                </a:lnTo>
                <a:lnTo>
                  <a:pt x="0" y="0"/>
                </a:lnTo>
                <a:close/>
              </a:path>
            </a:pathLst>
          </a:custGeom>
          <a:noFill xmlns:a="http://schemas.openxmlformats.org/drawingml/2006/main"/>
          <a:ln xmlns:a="http://schemas.openxmlformats.org/drawingml/2006/main" w="20457">
            <a:solidFill>
              <a:srgbClr val="FB2BFB"/>
            </a:solidFill>
            <a:prstDash val="solid"/>
          </a:ln>
        </p:spPr>
      </p:sp>
      <p:sp>
        <p:nvSpPr>
          <p:cNvPr id="207" name="pdf-path-178">
            <a:extLst xmlns:a="http://schemas.openxmlformats.org/drawingml/2006/main">
              <a:ext uri="{FF2B5EF4-FFF2-40B4-BE49-F238E27FC236}">
                <a16:creationId xmlns:a16="http://schemas.microsoft.com/office/drawing/2014/main" id="{3C0F3D54-2968-423B-9927-FE8B309705C0}"/>
              </a:ext>
            </a:extLst>
          </p:cNvPr>
          <p:cNvSpPr>
            <a:spLocks xmlns:a="http://schemas.openxmlformats.org/drawingml/2006/main" noGrp="1"/>
          </p:cNvSpPr>
          <p:nvPr/>
        </p:nvSpPr>
        <p:spPr>
          <a:xfrm xmlns:a="http://schemas.openxmlformats.org/drawingml/2006/main" rot="0">
            <a:off x="2165073" y="3949010"/>
            <a:ext cx="152135" cy="177052"/>
          </a:xfrm>
          <a:custGeom xmlns:a="http://schemas.openxmlformats.org/drawingml/2006/main">
            <a:pathLst>
              <a:path w="152135" h="177052">
                <a:moveTo>
                  <a:pt x="0" y="177052"/>
                </a:moveTo>
                <a:lnTo>
                  <a:pt x="152135" y="177052"/>
                </a:lnTo>
                <a:lnTo>
                  <a:pt x="152135" y="0"/>
                </a:lnTo>
                <a:lnTo>
                  <a:pt x="0" y="0"/>
                </a:lnTo>
                <a:close/>
              </a:path>
            </a:pathLst>
          </a:custGeom>
          <a:noFill xmlns:a="http://schemas.openxmlformats.org/drawingml/2006/main"/>
          <a:ln xmlns:a="http://schemas.openxmlformats.org/drawingml/2006/main" w="20457">
            <a:solidFill>
              <a:srgbClr val="FC2626"/>
            </a:solidFill>
            <a:prstDash val="solid"/>
          </a:ln>
        </p:spPr>
      </p:sp>
      <p:sp>
        <p:nvSpPr>
          <p:cNvPr id="208" name="pdf-path-179">
            <a:extLst xmlns:a="http://schemas.openxmlformats.org/drawingml/2006/main">
              <a:ext uri="{FF2B5EF4-FFF2-40B4-BE49-F238E27FC236}">
                <a16:creationId xmlns:a16="http://schemas.microsoft.com/office/drawing/2014/main" id="{643C4BC7-E308-4722-8E13-B50C1C72E80F}"/>
              </a:ext>
            </a:extLst>
          </p:cNvPr>
          <p:cNvSpPr>
            <a:spLocks xmlns:a="http://schemas.openxmlformats.org/drawingml/2006/main" noGrp="1"/>
          </p:cNvSpPr>
          <p:nvPr/>
        </p:nvSpPr>
        <p:spPr>
          <a:xfrm xmlns:a="http://schemas.openxmlformats.org/drawingml/2006/main" rot="0">
            <a:off x="10596118" y="3123594"/>
            <a:ext cx="61918" cy="61781"/>
          </a:xfrm>
          <a:custGeom xmlns:a="http://schemas.openxmlformats.org/drawingml/2006/main">
            <a:pathLst>
              <a:path w="61918" h="61781">
                <a:moveTo>
                  <a:pt x="0" y="30959"/>
                </a:moveTo>
                <a:cubicBezTo>
                  <a:pt x="0" y="13775"/>
                  <a:pt x="13912" y="0"/>
                  <a:pt x="30959" y="0"/>
                </a:cubicBezTo>
                <a:cubicBezTo>
                  <a:pt x="48008" y="0"/>
                  <a:pt x="61918" y="13775"/>
                  <a:pt x="61918" y="30959"/>
                </a:cubicBezTo>
                <a:cubicBezTo>
                  <a:pt x="61918" y="48007"/>
                  <a:pt x="48008" y="61781"/>
                  <a:pt x="30959" y="61781"/>
                </a:cubicBezTo>
                <a:cubicBezTo>
                  <a:pt x="13912" y="61781"/>
                  <a:pt x="0" y="48007"/>
                  <a:pt x="0" y="30959"/>
                </a:cubicBezTo>
              </a:path>
            </a:pathLst>
          </a:custGeom>
          <a:solidFill xmlns:a="http://schemas.openxmlformats.org/drawingml/2006/main">
            <a:srgbClr val="FFFFFF"/>
          </a:solidFill>
          <a:ln xmlns:a="http://schemas.openxmlformats.org/drawingml/2006/main" w="6819">
            <a:solidFill>
              <a:srgbClr val="7F7F7F"/>
            </a:solidFill>
            <a:prstDash val="solid"/>
          </a:ln>
        </p:spPr>
      </p:sp>
      <p:sp>
        <p:nvSpPr>
          <p:cNvPr id="209" name="pdf-path-181">
            <a:extLst xmlns:a="http://schemas.openxmlformats.org/drawingml/2006/main">
              <a:ext uri="{FF2B5EF4-FFF2-40B4-BE49-F238E27FC236}">
                <a16:creationId xmlns:a16="http://schemas.microsoft.com/office/drawing/2014/main" id="{F89D8893-70AD-4E16-8273-3DCCC59D7B9B}"/>
              </a:ext>
            </a:extLst>
          </p:cNvPr>
          <p:cNvSpPr>
            <a:spLocks xmlns:a="http://schemas.openxmlformats.org/drawingml/2006/main" noGrp="1"/>
          </p:cNvSpPr>
          <p:nvPr/>
        </p:nvSpPr>
        <p:spPr>
          <a:xfrm xmlns:a="http://schemas.openxmlformats.org/drawingml/2006/main" rot="0">
            <a:off x="10426594" y="3274843"/>
            <a:ext cx="18412" cy="53326"/>
          </a:xfrm>
          <a:custGeom xmlns:a="http://schemas.openxmlformats.org/drawingml/2006/main">
            <a:pathLst>
              <a:path w="18412" h="53326">
                <a:moveTo>
                  <a:pt x="18412" y="0"/>
                </a:moveTo>
                <a:lnTo>
                  <a:pt x="0" y="53326"/>
                </a:lnTo>
              </a:path>
            </a:pathLst>
          </a:custGeom>
          <a:noFill xmlns:a="http://schemas.openxmlformats.org/drawingml/2006/main"/>
          <a:ln xmlns:a="http://schemas.openxmlformats.org/drawingml/2006/main" w="13638">
            <a:solidFill>
              <a:srgbClr val="595959"/>
            </a:solidFill>
            <a:prstDash val="solid"/>
          </a:ln>
        </p:spPr>
      </p:sp>
      <p:sp>
        <p:nvSpPr>
          <p:cNvPr id="210" name="pdf-path-182">
            <a:extLst xmlns:a="http://schemas.openxmlformats.org/drawingml/2006/main">
              <a:ext uri="{FF2B5EF4-FFF2-40B4-BE49-F238E27FC236}">
                <a16:creationId xmlns:a16="http://schemas.microsoft.com/office/drawing/2014/main" id="{F2013361-B7ED-4606-A77E-3F90DC10678E}"/>
              </a:ext>
            </a:extLst>
          </p:cNvPr>
          <p:cNvSpPr>
            <a:spLocks xmlns:a="http://schemas.openxmlformats.org/drawingml/2006/main" noGrp="1"/>
          </p:cNvSpPr>
          <p:nvPr/>
        </p:nvSpPr>
        <p:spPr>
          <a:xfrm xmlns:a="http://schemas.openxmlformats.org/drawingml/2006/main" rot="0">
            <a:off x="10467373" y="3154553"/>
            <a:ext cx="128745" cy="67373"/>
          </a:xfrm>
          <a:custGeom xmlns:a="http://schemas.openxmlformats.org/drawingml/2006/main">
            <a:pathLst>
              <a:path w="128745" h="67373">
                <a:moveTo>
                  <a:pt x="0" y="67373"/>
                </a:moveTo>
                <a:lnTo>
                  <a:pt x="128745" y="0"/>
                </a:lnTo>
              </a:path>
            </a:pathLst>
          </a:custGeom>
          <a:noFill xmlns:a="http://schemas.openxmlformats.org/drawingml/2006/main"/>
          <a:ln xmlns:a="http://schemas.openxmlformats.org/drawingml/2006/main" w="13638">
            <a:solidFill>
              <a:srgbClr val="595959"/>
            </a:solidFill>
            <a:prstDash val="solid"/>
          </a:ln>
        </p:spPr>
      </p:sp>
      <p:sp>
        <p:nvSpPr>
          <p:cNvPr id="211" name="pdf-path-183">
            <a:extLst xmlns:a="http://schemas.openxmlformats.org/drawingml/2006/main">
              <a:ext uri="{FF2B5EF4-FFF2-40B4-BE49-F238E27FC236}">
                <a16:creationId xmlns:a16="http://schemas.microsoft.com/office/drawing/2014/main" id="{19B2BDD8-A9C1-4349-BCCD-FC5E32A25F10}"/>
              </a:ext>
            </a:extLst>
          </p:cNvPr>
          <p:cNvSpPr>
            <a:spLocks xmlns:a="http://schemas.openxmlformats.org/drawingml/2006/main" noGrp="1"/>
          </p:cNvSpPr>
          <p:nvPr/>
        </p:nvSpPr>
        <p:spPr>
          <a:xfrm xmlns:a="http://schemas.openxmlformats.org/drawingml/2006/main" rot="0">
            <a:off x="10467373" y="3265705"/>
            <a:ext cx="146476" cy="110852"/>
          </a:xfrm>
          <a:custGeom xmlns:a="http://schemas.openxmlformats.org/drawingml/2006/main">
            <a:pathLst>
              <a:path w="146476" h="110852">
                <a:moveTo>
                  <a:pt x="0" y="0"/>
                </a:moveTo>
                <a:lnTo>
                  <a:pt x="146476" y="110852"/>
                </a:lnTo>
              </a:path>
            </a:pathLst>
          </a:custGeom>
          <a:noFill xmlns:a="http://schemas.openxmlformats.org/drawingml/2006/main"/>
          <a:ln xmlns:a="http://schemas.openxmlformats.org/drawingml/2006/main" w="13638">
            <a:solidFill>
              <a:srgbClr val="595959"/>
            </a:solidFill>
            <a:prstDash val="solid"/>
          </a:ln>
        </p:spPr>
      </p:sp>
      <p:sp>
        <p:nvSpPr>
          <p:cNvPr id="212" name="pdf-path-184">
            <a:extLst xmlns:a="http://schemas.openxmlformats.org/drawingml/2006/main">
              <a:ext uri="{FF2B5EF4-FFF2-40B4-BE49-F238E27FC236}">
                <a16:creationId xmlns:a16="http://schemas.microsoft.com/office/drawing/2014/main" id="{9AE958EB-EA86-4D44-8766-F80E9708815F}"/>
              </a:ext>
            </a:extLst>
          </p:cNvPr>
          <p:cNvSpPr>
            <a:spLocks xmlns:a="http://schemas.openxmlformats.org/drawingml/2006/main" noGrp="1"/>
          </p:cNvSpPr>
          <p:nvPr/>
        </p:nvSpPr>
        <p:spPr>
          <a:xfrm xmlns:a="http://schemas.openxmlformats.org/drawingml/2006/main" rot="0">
            <a:off x="10476647" y="3243884"/>
            <a:ext cx="220122" cy="165187"/>
          </a:xfrm>
          <a:custGeom xmlns:a="http://schemas.openxmlformats.org/drawingml/2006/main">
            <a:pathLst>
              <a:path w="220122" h="165187">
                <a:moveTo>
                  <a:pt x="0" y="0"/>
                </a:moveTo>
                <a:lnTo>
                  <a:pt x="220122" y="165187"/>
                </a:lnTo>
              </a:path>
            </a:pathLst>
          </a:custGeom>
          <a:noFill xmlns:a="http://schemas.openxmlformats.org/drawingml/2006/main"/>
          <a:ln xmlns:a="http://schemas.openxmlformats.org/drawingml/2006/main" w="13638">
            <a:solidFill>
              <a:srgbClr val="595959"/>
            </a:solidFill>
            <a:prstDash val="solid"/>
          </a:ln>
        </p:spPr>
      </p:sp>
      <p:sp>
        <p:nvSpPr>
          <p:cNvPr id="213" name="pdf-path-185">
            <a:extLst xmlns:a="http://schemas.openxmlformats.org/drawingml/2006/main">
              <a:ext uri="{FF2B5EF4-FFF2-40B4-BE49-F238E27FC236}">
                <a16:creationId xmlns:a16="http://schemas.microsoft.com/office/drawing/2014/main" id="{2085B6DD-B880-4C4A-880E-31B0A4EE642C}"/>
              </a:ext>
            </a:extLst>
          </p:cNvPr>
          <p:cNvSpPr>
            <a:spLocks xmlns:a="http://schemas.openxmlformats.org/drawingml/2006/main" noGrp="1"/>
          </p:cNvSpPr>
          <p:nvPr/>
        </p:nvSpPr>
        <p:spPr>
          <a:xfrm xmlns:a="http://schemas.openxmlformats.org/drawingml/2006/main" rot="0">
            <a:off x="10470374" y="3371852"/>
            <a:ext cx="288313" cy="37219"/>
          </a:xfrm>
          <a:custGeom xmlns:a="http://schemas.openxmlformats.org/drawingml/2006/main">
            <a:pathLst>
              <a:path w="288313" h="37219">
                <a:moveTo>
                  <a:pt x="0" y="0"/>
                </a:moveTo>
                <a:lnTo>
                  <a:pt x="288313" y="37219"/>
                </a:lnTo>
              </a:path>
            </a:pathLst>
          </a:custGeom>
          <a:noFill xmlns:a="http://schemas.openxmlformats.org/drawingml/2006/main"/>
          <a:ln xmlns:a="http://schemas.openxmlformats.org/drawingml/2006/main" w="13638">
            <a:solidFill>
              <a:srgbClr val="595959"/>
            </a:solidFill>
            <a:prstDash val="solid"/>
          </a:ln>
        </p:spPr>
      </p:sp>
      <p:sp>
        <p:nvSpPr>
          <p:cNvPr id="214" name="pdf-path-186">
            <a:extLst xmlns:a="http://schemas.openxmlformats.org/drawingml/2006/main">
              <a:ext uri="{FF2B5EF4-FFF2-40B4-BE49-F238E27FC236}">
                <a16:creationId xmlns:a16="http://schemas.microsoft.com/office/drawing/2014/main" id="{2D5CD8FA-87D5-4295-B55A-B0F1D71BBA3B}"/>
              </a:ext>
            </a:extLst>
          </p:cNvPr>
          <p:cNvSpPr>
            <a:spLocks xmlns:a="http://schemas.openxmlformats.org/drawingml/2006/main" noGrp="1"/>
          </p:cNvSpPr>
          <p:nvPr/>
        </p:nvSpPr>
        <p:spPr>
          <a:xfrm xmlns:a="http://schemas.openxmlformats.org/drawingml/2006/main" rot="0">
            <a:off x="10479375" y="3349990"/>
            <a:ext cx="125200" cy="48430"/>
          </a:xfrm>
          <a:custGeom xmlns:a="http://schemas.openxmlformats.org/drawingml/2006/main">
            <a:pathLst>
              <a:path w="125200" h="48430">
                <a:moveTo>
                  <a:pt x="0" y="0"/>
                </a:moveTo>
                <a:lnTo>
                  <a:pt x="125200" y="48430"/>
                </a:lnTo>
              </a:path>
            </a:pathLst>
          </a:custGeom>
          <a:noFill xmlns:a="http://schemas.openxmlformats.org/drawingml/2006/main"/>
          <a:ln xmlns:a="http://schemas.openxmlformats.org/drawingml/2006/main" w="13638">
            <a:solidFill>
              <a:srgbClr val="595959"/>
            </a:solidFill>
            <a:prstDash val="solid"/>
          </a:ln>
        </p:spPr>
      </p:sp>
      <p:sp>
        <p:nvSpPr>
          <p:cNvPr id="215" name="pdf-path-187">
            <a:extLst xmlns:a="http://schemas.openxmlformats.org/drawingml/2006/main">
              <a:ext uri="{FF2B5EF4-FFF2-40B4-BE49-F238E27FC236}">
                <a16:creationId xmlns:a16="http://schemas.microsoft.com/office/drawing/2014/main" id="{EFA3620F-74F0-4D22-9A58-10CD5BD2BC53}"/>
              </a:ext>
            </a:extLst>
          </p:cNvPr>
          <p:cNvSpPr>
            <a:spLocks xmlns:a="http://schemas.openxmlformats.org/drawingml/2006/main" noGrp="1"/>
          </p:cNvSpPr>
          <p:nvPr/>
        </p:nvSpPr>
        <p:spPr>
          <a:xfrm xmlns:a="http://schemas.openxmlformats.org/drawingml/2006/main" rot="0">
            <a:off x="10470374" y="3176374"/>
            <a:ext cx="134883" cy="151794"/>
          </a:xfrm>
          <a:custGeom xmlns:a="http://schemas.openxmlformats.org/drawingml/2006/main">
            <a:pathLst>
              <a:path w="134883" h="151794">
                <a:moveTo>
                  <a:pt x="0" y="151794"/>
                </a:moveTo>
                <a:lnTo>
                  <a:pt x="134883" y="0"/>
                </a:lnTo>
              </a:path>
            </a:pathLst>
          </a:custGeom>
          <a:noFill xmlns:a="http://schemas.openxmlformats.org/drawingml/2006/main"/>
          <a:ln xmlns:a="http://schemas.openxmlformats.org/drawingml/2006/main" w="13638">
            <a:solidFill>
              <a:srgbClr val="595959"/>
            </a:solidFill>
            <a:prstDash val="solid"/>
          </a:ln>
        </p:spPr>
      </p:sp>
      <p:sp>
        <p:nvSpPr>
          <p:cNvPr id="216" name="pdf-path-188">
            <a:extLst xmlns:a="http://schemas.openxmlformats.org/drawingml/2006/main">
              <a:ext uri="{FF2B5EF4-FFF2-40B4-BE49-F238E27FC236}">
                <a16:creationId xmlns:a16="http://schemas.microsoft.com/office/drawing/2014/main" id="{1B5B5971-18CB-4C8B-BEFC-D3AB3AEA6BF5}"/>
              </a:ext>
            </a:extLst>
          </p:cNvPr>
          <p:cNvSpPr>
            <a:spLocks xmlns:a="http://schemas.openxmlformats.org/drawingml/2006/main" noGrp="1"/>
          </p:cNvSpPr>
          <p:nvPr/>
        </p:nvSpPr>
        <p:spPr>
          <a:xfrm xmlns:a="http://schemas.openxmlformats.org/drawingml/2006/main" rot="0">
            <a:off x="10627077" y="3185376"/>
            <a:ext cx="31641" cy="191182"/>
          </a:xfrm>
          <a:custGeom xmlns:a="http://schemas.openxmlformats.org/drawingml/2006/main">
            <a:pathLst>
              <a:path w="31641" h="191182">
                <a:moveTo>
                  <a:pt x="0" y="0"/>
                </a:moveTo>
                <a:lnTo>
                  <a:pt x="31641" y="191182"/>
                </a:lnTo>
              </a:path>
            </a:pathLst>
          </a:custGeom>
          <a:noFill xmlns:a="http://schemas.openxmlformats.org/drawingml/2006/main"/>
          <a:ln xmlns:a="http://schemas.openxmlformats.org/drawingml/2006/main" w="13638">
            <a:solidFill>
              <a:srgbClr val="595959"/>
            </a:solidFill>
            <a:prstDash val="solid"/>
          </a:ln>
        </p:spPr>
      </p:sp>
      <p:sp>
        <p:nvSpPr>
          <p:cNvPr id="217" name="pdf-path-189">
            <a:extLst xmlns:a="http://schemas.openxmlformats.org/drawingml/2006/main">
              <a:ext uri="{FF2B5EF4-FFF2-40B4-BE49-F238E27FC236}">
                <a16:creationId xmlns:a16="http://schemas.microsoft.com/office/drawing/2014/main" id="{F1D3934C-17BD-4267-8F41-0860357CADD7}"/>
              </a:ext>
            </a:extLst>
          </p:cNvPr>
          <p:cNvSpPr>
            <a:spLocks xmlns:a="http://schemas.openxmlformats.org/drawingml/2006/main" noGrp="1"/>
          </p:cNvSpPr>
          <p:nvPr/>
        </p:nvSpPr>
        <p:spPr>
          <a:xfrm xmlns:a="http://schemas.openxmlformats.org/drawingml/2006/main" rot="0">
            <a:off x="10649035" y="3176374"/>
            <a:ext cx="78693" cy="201765"/>
          </a:xfrm>
          <a:custGeom xmlns:a="http://schemas.openxmlformats.org/drawingml/2006/main">
            <a:pathLst>
              <a:path w="78693" h="201765">
                <a:moveTo>
                  <a:pt x="0" y="0"/>
                </a:moveTo>
                <a:lnTo>
                  <a:pt x="78693" y="201765"/>
                </a:lnTo>
              </a:path>
            </a:pathLst>
          </a:custGeom>
          <a:noFill xmlns:a="http://schemas.openxmlformats.org/drawingml/2006/main"/>
          <a:ln xmlns:a="http://schemas.openxmlformats.org/drawingml/2006/main" w="13638">
            <a:solidFill>
              <a:srgbClr val="595959"/>
            </a:solidFill>
            <a:prstDash val="solid"/>
          </a:ln>
        </p:spPr>
      </p:sp>
      <p:sp>
        <p:nvSpPr>
          <p:cNvPr id="218" name="pdf-path-190">
            <a:extLst xmlns:a="http://schemas.openxmlformats.org/drawingml/2006/main">
              <a:ext uri="{FF2B5EF4-FFF2-40B4-BE49-F238E27FC236}">
                <a16:creationId xmlns:a16="http://schemas.microsoft.com/office/drawing/2014/main" id="{DBD98943-C985-4B6E-B311-898D5BD1AB0C}"/>
              </a:ext>
            </a:extLst>
          </p:cNvPr>
          <p:cNvSpPr>
            <a:spLocks xmlns:a="http://schemas.openxmlformats.org/drawingml/2006/main" noGrp="1"/>
          </p:cNvSpPr>
          <p:nvPr/>
        </p:nvSpPr>
        <p:spPr>
          <a:xfrm xmlns:a="http://schemas.openxmlformats.org/drawingml/2006/main" rot="0">
            <a:off x="10667992" y="3398419"/>
            <a:ext cx="28913" cy="10652"/>
          </a:xfrm>
          <a:custGeom xmlns:a="http://schemas.openxmlformats.org/drawingml/2006/main">
            <a:pathLst>
              <a:path w="28913" h="10652">
                <a:moveTo>
                  <a:pt x="0" y="0"/>
                </a:moveTo>
                <a:lnTo>
                  <a:pt x="28913" y="10652"/>
                </a:lnTo>
              </a:path>
            </a:pathLst>
          </a:custGeom>
          <a:noFill xmlns:a="http://schemas.openxmlformats.org/drawingml/2006/main"/>
          <a:ln xmlns:a="http://schemas.openxmlformats.org/drawingml/2006/main" w="13638">
            <a:solidFill>
              <a:srgbClr val="595959"/>
            </a:solidFill>
            <a:prstDash val="solid"/>
          </a:ln>
        </p:spPr>
      </p:sp>
      <p:sp>
        <p:nvSpPr>
          <p:cNvPr id="219" name="pdf-path-191">
            <a:extLst xmlns:a="http://schemas.openxmlformats.org/drawingml/2006/main">
              <a:ext uri="{FF2B5EF4-FFF2-40B4-BE49-F238E27FC236}">
                <a16:creationId xmlns:a16="http://schemas.microsoft.com/office/drawing/2014/main" id="{574366C0-97D9-4B55-8660-90AEF9893AC6}"/>
              </a:ext>
            </a:extLst>
          </p:cNvPr>
          <p:cNvSpPr>
            <a:spLocks xmlns:a="http://schemas.openxmlformats.org/drawingml/2006/main" noGrp="1"/>
          </p:cNvSpPr>
          <p:nvPr/>
        </p:nvSpPr>
        <p:spPr>
          <a:xfrm xmlns:a="http://schemas.openxmlformats.org/drawingml/2006/main" rot="0">
            <a:off x="10604574" y="3367501"/>
            <a:ext cx="63418" cy="61850"/>
          </a:xfrm>
          <a:custGeom xmlns:a="http://schemas.openxmlformats.org/drawingml/2006/main">
            <a:pathLst>
              <a:path w="63418" h="61850">
                <a:moveTo>
                  <a:pt x="0" y="30918"/>
                </a:moveTo>
                <a:cubicBezTo>
                  <a:pt x="0" y="13843"/>
                  <a:pt x="14185" y="0"/>
                  <a:pt x="31777" y="0"/>
                </a:cubicBezTo>
                <a:cubicBezTo>
                  <a:pt x="49234" y="0"/>
                  <a:pt x="63418" y="13843"/>
                  <a:pt x="63418" y="30918"/>
                </a:cubicBezTo>
                <a:cubicBezTo>
                  <a:pt x="63418" y="48007"/>
                  <a:pt x="49234" y="61850"/>
                  <a:pt x="31777" y="61850"/>
                </a:cubicBezTo>
                <a:cubicBezTo>
                  <a:pt x="14185" y="61850"/>
                  <a:pt x="0" y="48007"/>
                  <a:pt x="0" y="30918"/>
                </a:cubicBezTo>
              </a:path>
            </a:pathLst>
          </a:custGeom>
          <a:solidFill xmlns:a="http://schemas.openxmlformats.org/drawingml/2006/main">
            <a:srgbClr val="FB2BFB"/>
          </a:solidFill>
          <a:ln xmlns:a="http://schemas.openxmlformats.org/drawingml/2006/main" w="6819">
            <a:solidFill>
              <a:srgbClr val="000000"/>
            </a:solidFill>
            <a:prstDash val="solid"/>
          </a:ln>
        </p:spPr>
      </p:sp>
      <p:sp>
        <p:nvSpPr>
          <p:cNvPr id="220" name="pdf-path-193">
            <a:extLst xmlns:a="http://schemas.openxmlformats.org/drawingml/2006/main">
              <a:ext uri="{FF2B5EF4-FFF2-40B4-BE49-F238E27FC236}">
                <a16:creationId xmlns:a16="http://schemas.microsoft.com/office/drawing/2014/main" id="{E5D0AF45-A20F-4CCE-B211-7EC0ECA0CD3E}"/>
              </a:ext>
            </a:extLst>
          </p:cNvPr>
          <p:cNvSpPr>
            <a:spLocks xmlns:a="http://schemas.openxmlformats.org/drawingml/2006/main" noGrp="1"/>
          </p:cNvSpPr>
          <p:nvPr/>
        </p:nvSpPr>
        <p:spPr>
          <a:xfrm xmlns:a="http://schemas.openxmlformats.org/drawingml/2006/main" rot="0">
            <a:off x="10696769" y="3378139"/>
            <a:ext cx="61918" cy="61863"/>
          </a:xfrm>
          <a:custGeom xmlns:a="http://schemas.openxmlformats.org/drawingml/2006/main">
            <a:pathLst>
              <a:path w="61918" h="61863">
                <a:moveTo>
                  <a:pt x="0" y="30932"/>
                </a:moveTo>
                <a:cubicBezTo>
                  <a:pt x="0" y="13857"/>
                  <a:pt x="13912" y="0"/>
                  <a:pt x="30959" y="0"/>
                </a:cubicBezTo>
                <a:cubicBezTo>
                  <a:pt x="48144" y="0"/>
                  <a:pt x="61918" y="13857"/>
                  <a:pt x="61918" y="30932"/>
                </a:cubicBezTo>
                <a:cubicBezTo>
                  <a:pt x="61918" y="48007"/>
                  <a:pt x="48144" y="61863"/>
                  <a:pt x="30959" y="61863"/>
                </a:cubicBezTo>
                <a:cubicBezTo>
                  <a:pt x="13912" y="61863"/>
                  <a:pt x="0" y="48007"/>
                  <a:pt x="0" y="30932"/>
                </a:cubicBezTo>
              </a:path>
            </a:pathLst>
          </a:custGeom>
          <a:solidFill xmlns:a="http://schemas.openxmlformats.org/drawingml/2006/main">
            <a:srgbClr val="FC2626"/>
          </a:solidFill>
          <a:ln xmlns:a="http://schemas.openxmlformats.org/drawingml/2006/main" w="6819">
            <a:solidFill>
              <a:srgbClr val="000000"/>
            </a:solidFill>
            <a:prstDash val="solid"/>
          </a:ln>
        </p:spPr>
      </p:sp>
      <p:sp>
        <p:nvSpPr>
          <p:cNvPr id="221" name="pdf-path-195">
            <a:extLst xmlns:a="http://schemas.openxmlformats.org/drawingml/2006/main">
              <a:ext uri="{FF2B5EF4-FFF2-40B4-BE49-F238E27FC236}">
                <a16:creationId xmlns:a16="http://schemas.microsoft.com/office/drawing/2014/main" id="{298CF953-8519-4C82-8F2B-008FD0492243}"/>
              </a:ext>
            </a:extLst>
          </p:cNvPr>
          <p:cNvSpPr>
            <a:spLocks xmlns:a="http://schemas.openxmlformats.org/drawingml/2006/main" noGrp="1"/>
          </p:cNvSpPr>
          <p:nvPr/>
        </p:nvSpPr>
        <p:spPr>
          <a:xfrm xmlns:a="http://schemas.openxmlformats.org/drawingml/2006/main" rot="0">
            <a:off x="10413366" y="3212925"/>
            <a:ext cx="63280" cy="61918"/>
          </a:xfrm>
          <a:custGeom xmlns:a="http://schemas.openxmlformats.org/drawingml/2006/main">
            <a:pathLst>
              <a:path w="63280" h="61918">
                <a:moveTo>
                  <a:pt x="0" y="30959"/>
                </a:moveTo>
                <a:cubicBezTo>
                  <a:pt x="0" y="13911"/>
                  <a:pt x="14183" y="0"/>
                  <a:pt x="31640" y="0"/>
                </a:cubicBezTo>
                <a:cubicBezTo>
                  <a:pt x="49097" y="0"/>
                  <a:pt x="63280" y="13911"/>
                  <a:pt x="63280" y="30959"/>
                </a:cubicBezTo>
                <a:cubicBezTo>
                  <a:pt x="63280" y="48007"/>
                  <a:pt x="49097" y="61918"/>
                  <a:pt x="31640" y="61918"/>
                </a:cubicBezTo>
                <a:cubicBezTo>
                  <a:pt x="14183" y="61918"/>
                  <a:pt x="0" y="48007"/>
                  <a:pt x="0" y="30959"/>
                </a:cubicBezTo>
              </a:path>
            </a:pathLst>
          </a:custGeom>
          <a:solidFill xmlns:a="http://schemas.openxmlformats.org/drawingml/2006/main">
            <a:srgbClr val="FBFB2C"/>
          </a:solidFill>
          <a:ln xmlns:a="http://schemas.openxmlformats.org/drawingml/2006/main" w="6819">
            <a:solidFill>
              <a:srgbClr val="000000"/>
            </a:solidFill>
            <a:prstDash val="solid"/>
          </a:ln>
        </p:spPr>
      </p:sp>
      <p:sp>
        <p:nvSpPr>
          <p:cNvPr id="222" name="pdf-path-197">
            <a:extLst xmlns:a="http://schemas.openxmlformats.org/drawingml/2006/main">
              <a:ext uri="{FF2B5EF4-FFF2-40B4-BE49-F238E27FC236}">
                <a16:creationId xmlns:a16="http://schemas.microsoft.com/office/drawing/2014/main" id="{7BAA54E5-7293-4C24-A792-193A599A3C0B}"/>
              </a:ext>
            </a:extLst>
          </p:cNvPr>
          <p:cNvSpPr>
            <a:spLocks xmlns:a="http://schemas.openxmlformats.org/drawingml/2006/main" noGrp="1"/>
          </p:cNvSpPr>
          <p:nvPr/>
        </p:nvSpPr>
        <p:spPr>
          <a:xfrm xmlns:a="http://schemas.openxmlformats.org/drawingml/2006/main" rot="0">
            <a:off x="10417594" y="3319031"/>
            <a:ext cx="61781" cy="61877"/>
          </a:xfrm>
          <a:custGeom xmlns:a="http://schemas.openxmlformats.org/drawingml/2006/main">
            <a:pathLst>
              <a:path w="61781" h="61877">
                <a:moveTo>
                  <a:pt x="0" y="30959"/>
                </a:moveTo>
                <a:cubicBezTo>
                  <a:pt x="0" y="13911"/>
                  <a:pt x="13775" y="0"/>
                  <a:pt x="30822" y="0"/>
                </a:cubicBezTo>
                <a:cubicBezTo>
                  <a:pt x="48006" y="0"/>
                  <a:pt x="61781" y="13911"/>
                  <a:pt x="61781" y="30959"/>
                </a:cubicBezTo>
                <a:cubicBezTo>
                  <a:pt x="61781" y="48020"/>
                  <a:pt x="48006" y="61877"/>
                  <a:pt x="30822" y="61877"/>
                </a:cubicBezTo>
                <a:cubicBezTo>
                  <a:pt x="13775" y="61877"/>
                  <a:pt x="0" y="48020"/>
                  <a:pt x="0" y="30959"/>
                </a:cubicBezTo>
              </a:path>
            </a:pathLst>
          </a:custGeom>
          <a:solidFill xmlns:a="http://schemas.openxmlformats.org/drawingml/2006/main">
            <a:srgbClr val="29B1FB"/>
          </a:solidFill>
          <a:ln xmlns:a="http://schemas.openxmlformats.org/drawingml/2006/main" w="6819">
            <a:solidFill>
              <a:srgbClr val="000000"/>
            </a:solidFill>
            <a:prstDash val="solid"/>
          </a:ln>
        </p:spPr>
      </p:sp>
      <p:sp>
        <p:nvSpPr>
          <p:cNvPr id="223" name="pdf-path-199">
            <a:extLst xmlns:a="http://schemas.openxmlformats.org/drawingml/2006/main">
              <a:ext uri="{FF2B5EF4-FFF2-40B4-BE49-F238E27FC236}">
                <a16:creationId xmlns:a16="http://schemas.microsoft.com/office/drawing/2014/main" id="{53E20CBB-E512-4D8D-B215-CEF599865EAD}"/>
              </a:ext>
            </a:extLst>
          </p:cNvPr>
          <p:cNvSpPr>
            <a:spLocks xmlns:a="http://schemas.openxmlformats.org/drawingml/2006/main" noGrp="1"/>
          </p:cNvSpPr>
          <p:nvPr/>
        </p:nvSpPr>
        <p:spPr>
          <a:xfrm xmlns:a="http://schemas.openxmlformats.org/drawingml/2006/main" rot="0">
            <a:off x="12857344" y="3294073"/>
            <a:ext cx="327865" cy="149898"/>
          </a:xfrm>
          <a:custGeom xmlns:a="http://schemas.openxmlformats.org/drawingml/2006/main">
            <a:pathLst>
              <a:path w="327865" h="149898">
                <a:moveTo>
                  <a:pt x="0" y="0"/>
                </a:moveTo>
                <a:lnTo>
                  <a:pt x="327865" y="149898"/>
                </a:lnTo>
              </a:path>
            </a:pathLst>
          </a:custGeom>
          <a:noFill xmlns:a="http://schemas.openxmlformats.org/drawingml/2006/main"/>
          <a:ln xmlns:a="http://schemas.openxmlformats.org/drawingml/2006/main" w="13638">
            <a:solidFill>
              <a:srgbClr val="595959"/>
            </a:solidFill>
            <a:prstDash val="solid"/>
          </a:ln>
        </p:spPr>
      </p:sp>
      <p:sp>
        <p:nvSpPr>
          <p:cNvPr id="224" name="pdf-path-200">
            <a:extLst xmlns:a="http://schemas.openxmlformats.org/drawingml/2006/main">
              <a:ext uri="{FF2B5EF4-FFF2-40B4-BE49-F238E27FC236}">
                <a16:creationId xmlns:a16="http://schemas.microsoft.com/office/drawing/2014/main" id="{522A490A-CD5D-45BA-9735-C09293DEEA5F}"/>
              </a:ext>
            </a:extLst>
          </p:cNvPr>
          <p:cNvSpPr>
            <a:spLocks xmlns:a="http://schemas.openxmlformats.org/drawingml/2006/main" noGrp="1"/>
          </p:cNvSpPr>
          <p:nvPr/>
        </p:nvSpPr>
        <p:spPr>
          <a:xfrm xmlns:a="http://schemas.openxmlformats.org/drawingml/2006/main" rot="0">
            <a:off x="12978316" y="3177329"/>
            <a:ext cx="61781" cy="61781"/>
          </a:xfrm>
          <a:custGeom xmlns:a="http://schemas.openxmlformats.org/drawingml/2006/main">
            <a:pathLst>
              <a:path w="61781" h="61781">
                <a:moveTo>
                  <a:pt x="0" y="30959"/>
                </a:moveTo>
                <a:cubicBezTo>
                  <a:pt x="0" y="13775"/>
                  <a:pt x="13775" y="0"/>
                  <a:pt x="30822" y="0"/>
                </a:cubicBezTo>
                <a:cubicBezTo>
                  <a:pt x="48007" y="0"/>
                  <a:pt x="61781" y="13775"/>
                  <a:pt x="61781" y="30959"/>
                </a:cubicBezTo>
                <a:cubicBezTo>
                  <a:pt x="61781" y="48007"/>
                  <a:pt x="48007" y="61781"/>
                  <a:pt x="30822" y="61781"/>
                </a:cubicBezTo>
                <a:cubicBezTo>
                  <a:pt x="13775" y="61781"/>
                  <a:pt x="0" y="48007"/>
                  <a:pt x="0" y="30959"/>
                </a:cubicBezTo>
              </a:path>
            </a:pathLst>
          </a:custGeom>
          <a:solidFill xmlns:a="http://schemas.openxmlformats.org/drawingml/2006/main">
            <a:srgbClr val="FFFFFF"/>
          </a:solidFill>
          <a:ln xmlns:a="http://schemas.openxmlformats.org/drawingml/2006/main" w="6819">
            <a:solidFill>
              <a:srgbClr val="7F7F7F"/>
            </a:solidFill>
            <a:prstDash val="solid"/>
          </a:ln>
        </p:spPr>
      </p:sp>
      <p:sp>
        <p:nvSpPr>
          <p:cNvPr id="225" name="pdf-path-202">
            <a:extLst xmlns:a="http://schemas.openxmlformats.org/drawingml/2006/main">
              <a:ext uri="{FF2B5EF4-FFF2-40B4-BE49-F238E27FC236}">
                <a16:creationId xmlns:a16="http://schemas.microsoft.com/office/drawing/2014/main" id="{330202F4-D4D0-4AF4-8BEE-E66B8C33D98E}"/>
              </a:ext>
            </a:extLst>
          </p:cNvPr>
          <p:cNvSpPr>
            <a:spLocks xmlns:a="http://schemas.openxmlformats.org/drawingml/2006/main" noGrp="1"/>
          </p:cNvSpPr>
          <p:nvPr/>
        </p:nvSpPr>
        <p:spPr>
          <a:xfrm xmlns:a="http://schemas.openxmlformats.org/drawingml/2006/main" rot="0">
            <a:off x="12857344" y="3294073"/>
            <a:ext cx="57691" cy="68928"/>
          </a:xfrm>
          <a:custGeom xmlns:a="http://schemas.openxmlformats.org/drawingml/2006/main">
            <a:pathLst>
              <a:path w="57691" h="68928">
                <a:moveTo>
                  <a:pt x="0" y="0"/>
                </a:moveTo>
                <a:lnTo>
                  <a:pt x="57691" y="68928"/>
                </a:lnTo>
              </a:path>
            </a:pathLst>
          </a:custGeom>
          <a:noFill xmlns:a="http://schemas.openxmlformats.org/drawingml/2006/main"/>
          <a:ln xmlns:a="http://schemas.openxmlformats.org/drawingml/2006/main" w="13638">
            <a:solidFill>
              <a:srgbClr val="595959"/>
            </a:solidFill>
            <a:prstDash val="solid"/>
          </a:ln>
        </p:spPr>
      </p:sp>
      <p:sp>
        <p:nvSpPr>
          <p:cNvPr id="226" name="pdf-path-203">
            <a:extLst xmlns:a="http://schemas.openxmlformats.org/drawingml/2006/main">
              <a:ext uri="{FF2B5EF4-FFF2-40B4-BE49-F238E27FC236}">
                <a16:creationId xmlns:a16="http://schemas.microsoft.com/office/drawing/2014/main" id="{8D196EB8-B961-4D4A-92BD-D3D66460D7C7}"/>
              </a:ext>
            </a:extLst>
          </p:cNvPr>
          <p:cNvSpPr>
            <a:spLocks xmlns:a="http://schemas.openxmlformats.org/drawingml/2006/main" noGrp="1"/>
          </p:cNvSpPr>
          <p:nvPr/>
        </p:nvSpPr>
        <p:spPr>
          <a:xfrm xmlns:a="http://schemas.openxmlformats.org/drawingml/2006/main" rot="0">
            <a:off x="12866619" y="3208288"/>
            <a:ext cx="111697" cy="63963"/>
          </a:xfrm>
          <a:custGeom xmlns:a="http://schemas.openxmlformats.org/drawingml/2006/main">
            <a:pathLst>
              <a:path w="111697" h="63963">
                <a:moveTo>
                  <a:pt x="0" y="63963"/>
                </a:moveTo>
                <a:lnTo>
                  <a:pt x="111697" y="0"/>
                </a:lnTo>
              </a:path>
            </a:pathLst>
          </a:custGeom>
          <a:noFill xmlns:a="http://schemas.openxmlformats.org/drawingml/2006/main"/>
          <a:ln xmlns:a="http://schemas.openxmlformats.org/drawingml/2006/main" w="13638">
            <a:solidFill>
              <a:srgbClr val="595959"/>
            </a:solidFill>
            <a:prstDash val="solid"/>
          </a:ln>
        </p:spPr>
      </p:sp>
      <p:sp>
        <p:nvSpPr>
          <p:cNvPr id="227" name="pdf-path-204">
            <a:extLst xmlns:a="http://schemas.openxmlformats.org/drawingml/2006/main">
              <a:ext uri="{FF2B5EF4-FFF2-40B4-BE49-F238E27FC236}">
                <a16:creationId xmlns:a16="http://schemas.microsoft.com/office/drawing/2014/main" id="{085B9D76-76AE-402E-BDB8-0D1C78208F3B}"/>
              </a:ext>
            </a:extLst>
          </p:cNvPr>
          <p:cNvSpPr>
            <a:spLocks xmlns:a="http://schemas.openxmlformats.org/drawingml/2006/main" noGrp="1"/>
          </p:cNvSpPr>
          <p:nvPr/>
        </p:nvSpPr>
        <p:spPr>
          <a:xfrm xmlns:a="http://schemas.openxmlformats.org/drawingml/2006/main" rot="0">
            <a:off x="12866619" y="3272252"/>
            <a:ext cx="119335" cy="26595"/>
          </a:xfrm>
          <a:custGeom xmlns:a="http://schemas.openxmlformats.org/drawingml/2006/main">
            <a:pathLst>
              <a:path w="119335" h="26595">
                <a:moveTo>
                  <a:pt x="0" y="0"/>
                </a:moveTo>
                <a:lnTo>
                  <a:pt x="119335" y="26595"/>
                </a:lnTo>
              </a:path>
            </a:pathLst>
          </a:custGeom>
          <a:noFill xmlns:a="http://schemas.openxmlformats.org/drawingml/2006/main"/>
          <a:ln xmlns:a="http://schemas.openxmlformats.org/drawingml/2006/main" w="13638">
            <a:solidFill>
              <a:srgbClr val="595959"/>
            </a:solidFill>
            <a:prstDash val="solid"/>
          </a:ln>
        </p:spPr>
      </p:sp>
      <p:sp>
        <p:nvSpPr>
          <p:cNvPr id="228" name="pdf-path-205">
            <a:extLst xmlns:a="http://schemas.openxmlformats.org/drawingml/2006/main">
              <a:ext uri="{FF2B5EF4-FFF2-40B4-BE49-F238E27FC236}">
                <a16:creationId xmlns:a16="http://schemas.microsoft.com/office/drawing/2014/main" id="{30D35FEE-D691-4843-8126-330199D54A2E}"/>
              </a:ext>
            </a:extLst>
          </p:cNvPr>
          <p:cNvSpPr>
            <a:spLocks xmlns:a="http://schemas.openxmlformats.org/drawingml/2006/main" noGrp="1"/>
          </p:cNvSpPr>
          <p:nvPr/>
        </p:nvSpPr>
        <p:spPr>
          <a:xfrm xmlns:a="http://schemas.openxmlformats.org/drawingml/2006/main" rot="0">
            <a:off x="12958813" y="3406739"/>
            <a:ext cx="235534" cy="59095"/>
          </a:xfrm>
          <a:custGeom xmlns:a="http://schemas.openxmlformats.org/drawingml/2006/main">
            <a:pathLst>
              <a:path w="235534" h="59095">
                <a:moveTo>
                  <a:pt x="0" y="0"/>
                </a:moveTo>
                <a:lnTo>
                  <a:pt x="235534" y="59095"/>
                </a:lnTo>
              </a:path>
            </a:pathLst>
          </a:custGeom>
          <a:noFill xmlns:a="http://schemas.openxmlformats.org/drawingml/2006/main"/>
          <a:ln xmlns:a="http://schemas.openxmlformats.org/drawingml/2006/main" w="13638">
            <a:solidFill>
              <a:srgbClr val="595959"/>
            </a:solidFill>
            <a:prstDash val="solid"/>
          </a:ln>
        </p:spPr>
      </p:sp>
      <p:sp>
        <p:nvSpPr>
          <p:cNvPr id="229" name="pdf-path-206">
            <a:extLst xmlns:a="http://schemas.openxmlformats.org/drawingml/2006/main">
              <a:ext uri="{FF2B5EF4-FFF2-40B4-BE49-F238E27FC236}">
                <a16:creationId xmlns:a16="http://schemas.microsoft.com/office/drawing/2014/main" id="{1AC08FDD-4760-4F95-B909-41AB60383B79}"/>
              </a:ext>
            </a:extLst>
          </p:cNvPr>
          <p:cNvSpPr>
            <a:spLocks xmlns:a="http://schemas.openxmlformats.org/drawingml/2006/main" noGrp="1"/>
          </p:cNvSpPr>
          <p:nvPr/>
        </p:nvSpPr>
        <p:spPr>
          <a:xfrm xmlns:a="http://schemas.openxmlformats.org/drawingml/2006/main" rot="0">
            <a:off x="12958813" y="3320667"/>
            <a:ext cx="36552" cy="42333"/>
          </a:xfrm>
          <a:custGeom xmlns:a="http://schemas.openxmlformats.org/drawingml/2006/main">
            <a:pathLst>
              <a:path w="36552" h="42333">
                <a:moveTo>
                  <a:pt x="0" y="42333"/>
                </a:moveTo>
                <a:lnTo>
                  <a:pt x="36552" y="0"/>
                </a:lnTo>
              </a:path>
            </a:pathLst>
          </a:custGeom>
          <a:noFill xmlns:a="http://schemas.openxmlformats.org/drawingml/2006/main"/>
          <a:ln xmlns:a="http://schemas.openxmlformats.org/drawingml/2006/main" w="13638">
            <a:solidFill>
              <a:srgbClr val="595959"/>
            </a:solidFill>
            <a:prstDash val="solid"/>
          </a:ln>
        </p:spPr>
      </p:sp>
      <p:sp>
        <p:nvSpPr>
          <p:cNvPr id="230" name="pdf-path-207">
            <a:extLst xmlns:a="http://schemas.openxmlformats.org/drawingml/2006/main">
              <a:ext uri="{FF2B5EF4-FFF2-40B4-BE49-F238E27FC236}">
                <a16:creationId xmlns:a16="http://schemas.microsoft.com/office/drawing/2014/main" id="{8EB7D402-50E5-4F11-BCCE-3B32CE71EFAD}"/>
              </a:ext>
            </a:extLst>
          </p:cNvPr>
          <p:cNvSpPr>
            <a:spLocks xmlns:a="http://schemas.openxmlformats.org/drawingml/2006/main" noGrp="1"/>
          </p:cNvSpPr>
          <p:nvPr/>
        </p:nvSpPr>
        <p:spPr>
          <a:xfrm xmlns:a="http://schemas.openxmlformats.org/drawingml/2006/main" rot="0">
            <a:off x="12936856" y="3230110"/>
            <a:ext cx="50461" cy="123835"/>
          </a:xfrm>
          <a:custGeom xmlns:a="http://schemas.openxmlformats.org/drawingml/2006/main">
            <a:pathLst>
              <a:path w="50461" h="123835">
                <a:moveTo>
                  <a:pt x="0" y="123835"/>
                </a:moveTo>
                <a:lnTo>
                  <a:pt x="50461" y="0"/>
                </a:lnTo>
              </a:path>
            </a:pathLst>
          </a:custGeom>
          <a:noFill xmlns:a="http://schemas.openxmlformats.org/drawingml/2006/main"/>
          <a:ln xmlns:a="http://schemas.openxmlformats.org/drawingml/2006/main" w="13638">
            <a:solidFill>
              <a:srgbClr val="595959"/>
            </a:solidFill>
            <a:prstDash val="solid"/>
          </a:ln>
        </p:spPr>
      </p:sp>
      <p:sp>
        <p:nvSpPr>
          <p:cNvPr id="231" name="pdf-path-208">
            <a:extLst xmlns:a="http://schemas.openxmlformats.org/drawingml/2006/main">
              <a:ext uri="{FF2B5EF4-FFF2-40B4-BE49-F238E27FC236}">
                <a16:creationId xmlns:a16="http://schemas.microsoft.com/office/drawing/2014/main" id="{557E739D-CDCE-4705-8F35-3DE0B3A5607E}"/>
              </a:ext>
            </a:extLst>
          </p:cNvPr>
          <p:cNvSpPr>
            <a:spLocks xmlns:a="http://schemas.openxmlformats.org/drawingml/2006/main" noGrp="1"/>
          </p:cNvSpPr>
          <p:nvPr/>
        </p:nvSpPr>
        <p:spPr>
          <a:xfrm xmlns:a="http://schemas.openxmlformats.org/drawingml/2006/main" rot="0">
            <a:off x="13009138" y="3239111"/>
            <a:ext cx="8592" cy="28776"/>
          </a:xfrm>
          <a:custGeom xmlns:a="http://schemas.openxmlformats.org/drawingml/2006/main">
            <a:pathLst>
              <a:path w="8592" h="28776">
                <a:moveTo>
                  <a:pt x="0" y="0"/>
                </a:moveTo>
                <a:lnTo>
                  <a:pt x="8592" y="28776"/>
                </a:lnTo>
              </a:path>
            </a:pathLst>
          </a:custGeom>
          <a:noFill xmlns:a="http://schemas.openxmlformats.org/drawingml/2006/main"/>
          <a:ln xmlns:a="http://schemas.openxmlformats.org/drawingml/2006/main" w="13638">
            <a:solidFill>
              <a:srgbClr val="595959"/>
            </a:solidFill>
            <a:prstDash val="solid"/>
          </a:ln>
        </p:spPr>
      </p:sp>
      <p:sp>
        <p:nvSpPr>
          <p:cNvPr id="232" name="pdf-path-209">
            <a:extLst xmlns:a="http://schemas.openxmlformats.org/drawingml/2006/main">
              <a:ext uri="{FF2B5EF4-FFF2-40B4-BE49-F238E27FC236}">
                <a16:creationId xmlns:a16="http://schemas.microsoft.com/office/drawing/2014/main" id="{FD861D63-B5BA-418B-BA65-A23BD3F8D9B4}"/>
              </a:ext>
            </a:extLst>
          </p:cNvPr>
          <p:cNvSpPr>
            <a:spLocks xmlns:a="http://schemas.openxmlformats.org/drawingml/2006/main" noGrp="1"/>
          </p:cNvSpPr>
          <p:nvPr/>
        </p:nvSpPr>
        <p:spPr>
          <a:xfrm xmlns:a="http://schemas.openxmlformats.org/drawingml/2006/main" rot="0">
            <a:off x="13031096" y="3230110"/>
            <a:ext cx="185072" cy="182930"/>
          </a:xfrm>
          <a:custGeom xmlns:a="http://schemas.openxmlformats.org/drawingml/2006/main">
            <a:pathLst>
              <a:path w="185072" h="182930">
                <a:moveTo>
                  <a:pt x="0" y="0"/>
                </a:moveTo>
                <a:lnTo>
                  <a:pt x="185072" y="182930"/>
                </a:lnTo>
              </a:path>
            </a:pathLst>
          </a:custGeom>
          <a:noFill xmlns:a="http://schemas.openxmlformats.org/drawingml/2006/main"/>
          <a:ln xmlns:a="http://schemas.openxmlformats.org/drawingml/2006/main" w="13638">
            <a:solidFill>
              <a:srgbClr val="595959"/>
            </a:solidFill>
            <a:prstDash val="solid"/>
          </a:ln>
        </p:spPr>
      </p:sp>
      <p:sp>
        <p:nvSpPr>
          <p:cNvPr id="233" name="pdf-path-210">
            <a:extLst xmlns:a="http://schemas.openxmlformats.org/drawingml/2006/main">
              <a:ext uri="{FF2B5EF4-FFF2-40B4-BE49-F238E27FC236}">
                <a16:creationId xmlns:a16="http://schemas.microsoft.com/office/drawing/2014/main" id="{D22BB5B4-FD54-4DD0-82ED-9F132DFB67F5}"/>
              </a:ext>
            </a:extLst>
          </p:cNvPr>
          <p:cNvSpPr>
            <a:spLocks xmlns:a="http://schemas.openxmlformats.org/drawingml/2006/main" noGrp="1"/>
          </p:cNvSpPr>
          <p:nvPr/>
        </p:nvSpPr>
        <p:spPr>
          <a:xfrm xmlns:a="http://schemas.openxmlformats.org/drawingml/2006/main" rot="0">
            <a:off x="13040098" y="3320667"/>
            <a:ext cx="154249" cy="101428"/>
          </a:xfrm>
          <a:custGeom xmlns:a="http://schemas.openxmlformats.org/drawingml/2006/main">
            <a:pathLst>
              <a:path w="154249" h="101428">
                <a:moveTo>
                  <a:pt x="0" y="0"/>
                </a:moveTo>
                <a:lnTo>
                  <a:pt x="154249" y="101428"/>
                </a:lnTo>
              </a:path>
            </a:pathLst>
          </a:custGeom>
          <a:noFill xmlns:a="http://schemas.openxmlformats.org/drawingml/2006/main"/>
          <a:ln xmlns:a="http://schemas.openxmlformats.org/drawingml/2006/main" w="13638">
            <a:solidFill>
              <a:srgbClr val="595959"/>
            </a:solidFill>
            <a:prstDash val="solid"/>
          </a:ln>
        </p:spPr>
      </p:sp>
      <p:sp>
        <p:nvSpPr>
          <p:cNvPr id="234" name="pdf-path-211">
            <a:extLst xmlns:a="http://schemas.openxmlformats.org/drawingml/2006/main">
              <a:ext uri="{FF2B5EF4-FFF2-40B4-BE49-F238E27FC236}">
                <a16:creationId xmlns:a16="http://schemas.microsoft.com/office/drawing/2014/main" id="{87CE1210-1950-4ABA-8F96-60920783BBAB}"/>
              </a:ext>
            </a:extLst>
          </p:cNvPr>
          <p:cNvSpPr>
            <a:spLocks xmlns:a="http://schemas.openxmlformats.org/drawingml/2006/main" noGrp="1"/>
          </p:cNvSpPr>
          <p:nvPr/>
        </p:nvSpPr>
        <p:spPr>
          <a:xfrm xmlns:a="http://schemas.openxmlformats.org/drawingml/2006/main" rot="0">
            <a:off x="12985954" y="3267887"/>
            <a:ext cx="63417" cy="61918"/>
          </a:xfrm>
          <a:custGeom xmlns:a="http://schemas.openxmlformats.org/drawingml/2006/main">
            <a:pathLst>
              <a:path w="63417" h="61918">
                <a:moveTo>
                  <a:pt x="0" y="30959"/>
                </a:moveTo>
                <a:cubicBezTo>
                  <a:pt x="0" y="13911"/>
                  <a:pt x="14183" y="0"/>
                  <a:pt x="31776" y="0"/>
                </a:cubicBezTo>
                <a:cubicBezTo>
                  <a:pt x="49234" y="0"/>
                  <a:pt x="63417" y="13911"/>
                  <a:pt x="63417" y="30959"/>
                </a:cubicBezTo>
                <a:cubicBezTo>
                  <a:pt x="63417" y="48007"/>
                  <a:pt x="49234" y="61918"/>
                  <a:pt x="31776" y="61918"/>
                </a:cubicBezTo>
                <a:cubicBezTo>
                  <a:pt x="14183" y="61918"/>
                  <a:pt x="0" y="48007"/>
                  <a:pt x="0" y="30959"/>
                </a:cubicBezTo>
              </a:path>
            </a:pathLst>
          </a:custGeom>
          <a:solidFill xmlns:a="http://schemas.openxmlformats.org/drawingml/2006/main">
            <a:srgbClr val="FB2BFB"/>
          </a:solidFill>
          <a:ln xmlns:a="http://schemas.openxmlformats.org/drawingml/2006/main" w="6819">
            <a:solidFill>
              <a:srgbClr val="000000"/>
            </a:solidFill>
            <a:prstDash val="solid"/>
          </a:ln>
        </p:spPr>
      </p:sp>
      <p:sp>
        <p:nvSpPr>
          <p:cNvPr id="235" name="pdf-path-213">
            <a:extLst xmlns:a="http://schemas.openxmlformats.org/drawingml/2006/main">
              <a:ext uri="{FF2B5EF4-FFF2-40B4-BE49-F238E27FC236}">
                <a16:creationId xmlns:a16="http://schemas.microsoft.com/office/drawing/2014/main" id="{C68507A5-BDC2-428D-B956-3D6342715C08}"/>
              </a:ext>
            </a:extLst>
          </p:cNvPr>
          <p:cNvSpPr>
            <a:spLocks xmlns:a="http://schemas.openxmlformats.org/drawingml/2006/main" noGrp="1"/>
          </p:cNvSpPr>
          <p:nvPr/>
        </p:nvSpPr>
        <p:spPr>
          <a:xfrm xmlns:a="http://schemas.openxmlformats.org/drawingml/2006/main" rot="0">
            <a:off x="13185209" y="3413039"/>
            <a:ext cx="61917" cy="61850"/>
          </a:xfrm>
          <a:custGeom xmlns:a="http://schemas.openxmlformats.org/drawingml/2006/main">
            <a:pathLst>
              <a:path w="61917" h="61850">
                <a:moveTo>
                  <a:pt x="0" y="30932"/>
                </a:moveTo>
                <a:cubicBezTo>
                  <a:pt x="0" y="13843"/>
                  <a:pt x="13911" y="0"/>
                  <a:pt x="30959" y="0"/>
                </a:cubicBezTo>
                <a:cubicBezTo>
                  <a:pt x="48007" y="0"/>
                  <a:pt x="61917" y="13843"/>
                  <a:pt x="61917" y="30932"/>
                </a:cubicBezTo>
                <a:cubicBezTo>
                  <a:pt x="61917" y="48007"/>
                  <a:pt x="48007" y="61850"/>
                  <a:pt x="30959" y="61850"/>
                </a:cubicBezTo>
                <a:cubicBezTo>
                  <a:pt x="13911" y="61850"/>
                  <a:pt x="0" y="48007"/>
                  <a:pt x="0" y="30932"/>
                </a:cubicBezTo>
              </a:path>
            </a:pathLst>
          </a:custGeom>
          <a:solidFill xmlns:a="http://schemas.openxmlformats.org/drawingml/2006/main">
            <a:srgbClr val="FC2626"/>
          </a:solidFill>
          <a:ln xmlns:a="http://schemas.openxmlformats.org/drawingml/2006/main" w="6819">
            <a:solidFill>
              <a:srgbClr val="000000"/>
            </a:solidFill>
            <a:prstDash val="solid"/>
          </a:ln>
        </p:spPr>
      </p:sp>
      <p:sp>
        <p:nvSpPr>
          <p:cNvPr id="236" name="pdf-path-215">
            <a:extLst xmlns:a="http://schemas.openxmlformats.org/drawingml/2006/main">
              <a:ext uri="{FF2B5EF4-FFF2-40B4-BE49-F238E27FC236}">
                <a16:creationId xmlns:a16="http://schemas.microsoft.com/office/drawing/2014/main" id="{5F3BB0C9-C1C9-4B45-8EA5-870F0C4C72C8}"/>
              </a:ext>
            </a:extLst>
          </p:cNvPr>
          <p:cNvSpPr>
            <a:spLocks xmlns:a="http://schemas.openxmlformats.org/drawingml/2006/main" noGrp="1"/>
          </p:cNvSpPr>
          <p:nvPr/>
        </p:nvSpPr>
        <p:spPr>
          <a:xfrm xmlns:a="http://schemas.openxmlformats.org/drawingml/2006/main" rot="0">
            <a:off x="12905898" y="3353945"/>
            <a:ext cx="61917" cy="61850"/>
          </a:xfrm>
          <a:custGeom xmlns:a="http://schemas.openxmlformats.org/drawingml/2006/main">
            <a:pathLst>
              <a:path w="61917" h="61850">
                <a:moveTo>
                  <a:pt x="0" y="30918"/>
                </a:moveTo>
                <a:cubicBezTo>
                  <a:pt x="0" y="13843"/>
                  <a:pt x="13910" y="0"/>
                  <a:pt x="30958" y="0"/>
                </a:cubicBezTo>
                <a:cubicBezTo>
                  <a:pt x="48143" y="0"/>
                  <a:pt x="61917" y="13843"/>
                  <a:pt x="61917" y="30918"/>
                </a:cubicBezTo>
                <a:cubicBezTo>
                  <a:pt x="61917" y="48007"/>
                  <a:pt x="48143" y="61850"/>
                  <a:pt x="30958" y="61850"/>
                </a:cubicBezTo>
                <a:cubicBezTo>
                  <a:pt x="13910" y="61850"/>
                  <a:pt x="0" y="48007"/>
                  <a:pt x="0" y="30918"/>
                </a:cubicBezTo>
              </a:path>
            </a:pathLst>
          </a:custGeom>
          <a:solidFill xmlns:a="http://schemas.openxmlformats.org/drawingml/2006/main">
            <a:srgbClr val="29B1FB"/>
          </a:solidFill>
          <a:ln xmlns:a="http://schemas.openxmlformats.org/drawingml/2006/main" w="6819">
            <a:solidFill>
              <a:srgbClr val="000000"/>
            </a:solidFill>
            <a:prstDash val="solid"/>
          </a:ln>
        </p:spPr>
      </p:sp>
      <p:sp>
        <p:nvSpPr>
          <p:cNvPr id="237" name="pdf-path-217">
            <a:extLst xmlns:a="http://schemas.openxmlformats.org/drawingml/2006/main">
              <a:ext uri="{FF2B5EF4-FFF2-40B4-BE49-F238E27FC236}">
                <a16:creationId xmlns:a16="http://schemas.microsoft.com/office/drawing/2014/main" id="{7EE95504-7DFE-4BC3-9FFD-AE2F793656F1}"/>
              </a:ext>
            </a:extLst>
          </p:cNvPr>
          <p:cNvSpPr>
            <a:spLocks xmlns:a="http://schemas.openxmlformats.org/drawingml/2006/main" noGrp="1"/>
          </p:cNvSpPr>
          <p:nvPr/>
        </p:nvSpPr>
        <p:spPr>
          <a:xfrm xmlns:a="http://schemas.openxmlformats.org/drawingml/2006/main" rot="0">
            <a:off x="12803337" y="3241293"/>
            <a:ext cx="63282" cy="61918"/>
          </a:xfrm>
          <a:custGeom xmlns:a="http://schemas.openxmlformats.org/drawingml/2006/main">
            <a:pathLst>
              <a:path w="63282" h="61918">
                <a:moveTo>
                  <a:pt x="0" y="30959"/>
                </a:moveTo>
                <a:cubicBezTo>
                  <a:pt x="0" y="13911"/>
                  <a:pt x="14184" y="0"/>
                  <a:pt x="31641" y="0"/>
                </a:cubicBezTo>
                <a:cubicBezTo>
                  <a:pt x="49098" y="0"/>
                  <a:pt x="63282" y="13911"/>
                  <a:pt x="63282" y="30959"/>
                </a:cubicBezTo>
                <a:cubicBezTo>
                  <a:pt x="63282" y="48007"/>
                  <a:pt x="49098" y="61918"/>
                  <a:pt x="31641" y="61918"/>
                </a:cubicBezTo>
                <a:cubicBezTo>
                  <a:pt x="14184" y="61918"/>
                  <a:pt x="0" y="48007"/>
                  <a:pt x="0" y="30959"/>
                </a:cubicBezTo>
              </a:path>
            </a:pathLst>
          </a:custGeom>
          <a:solidFill xmlns:a="http://schemas.openxmlformats.org/drawingml/2006/main">
            <a:srgbClr val="FBFB2C"/>
          </a:solidFill>
          <a:ln xmlns:a="http://schemas.openxmlformats.org/drawingml/2006/main" w="6819">
            <a:solidFill>
              <a:srgbClr val="000000"/>
            </a:solidFill>
            <a:prstDash val="solid"/>
          </a:ln>
        </p:spPr>
      </p:sp>
      <p:sp>
        <p:nvSpPr>
          <p:cNvPr id="238" name="pdf-path-219">
            <a:extLst xmlns:a="http://schemas.openxmlformats.org/drawingml/2006/main">
              <a:ext uri="{FF2B5EF4-FFF2-40B4-BE49-F238E27FC236}">
                <a16:creationId xmlns:a16="http://schemas.microsoft.com/office/drawing/2014/main" id="{65E69C92-115D-487C-88DB-96A73CE04CD7}"/>
              </a:ext>
            </a:extLst>
          </p:cNvPr>
          <p:cNvSpPr>
            <a:spLocks xmlns:a="http://schemas.openxmlformats.org/drawingml/2006/main" noGrp="1"/>
          </p:cNvSpPr>
          <p:nvPr/>
        </p:nvSpPr>
        <p:spPr>
          <a:xfrm xmlns:a="http://schemas.openxmlformats.org/drawingml/2006/main" rot="0">
            <a:off x="11749780" y="3176784"/>
            <a:ext cx="61781" cy="61918"/>
          </a:xfrm>
          <a:custGeom xmlns:a="http://schemas.openxmlformats.org/drawingml/2006/main">
            <a:pathLst>
              <a:path w="61781" h="61918">
                <a:moveTo>
                  <a:pt x="0" y="30959"/>
                </a:moveTo>
                <a:cubicBezTo>
                  <a:pt x="0" y="13911"/>
                  <a:pt x="13775" y="0"/>
                  <a:pt x="30822" y="0"/>
                </a:cubicBezTo>
                <a:cubicBezTo>
                  <a:pt x="48007" y="0"/>
                  <a:pt x="61781" y="13911"/>
                  <a:pt x="61781" y="30959"/>
                </a:cubicBezTo>
                <a:cubicBezTo>
                  <a:pt x="61781" y="48007"/>
                  <a:pt x="48007" y="61918"/>
                  <a:pt x="30822" y="61918"/>
                </a:cubicBezTo>
                <a:cubicBezTo>
                  <a:pt x="13775" y="61918"/>
                  <a:pt x="0" y="48007"/>
                  <a:pt x="0" y="30959"/>
                </a:cubicBezTo>
              </a:path>
            </a:pathLst>
          </a:custGeom>
          <a:solidFill xmlns:a="http://schemas.openxmlformats.org/drawingml/2006/main">
            <a:srgbClr val="FFFFFF"/>
          </a:solidFill>
          <a:ln xmlns:a="http://schemas.openxmlformats.org/drawingml/2006/main" w="6819">
            <a:solidFill>
              <a:srgbClr val="7F7F7F"/>
            </a:solidFill>
            <a:prstDash val="solid"/>
          </a:ln>
        </p:spPr>
      </p:sp>
      <p:sp>
        <p:nvSpPr>
          <p:cNvPr id="239" name="pdf-path-221">
            <a:extLst xmlns:a="http://schemas.openxmlformats.org/drawingml/2006/main">
              <a:ext uri="{FF2B5EF4-FFF2-40B4-BE49-F238E27FC236}">
                <a16:creationId xmlns:a16="http://schemas.microsoft.com/office/drawing/2014/main" id="{F74B2544-0979-4998-AC80-F6CF85F4B012}"/>
              </a:ext>
            </a:extLst>
          </p:cNvPr>
          <p:cNvSpPr>
            <a:spLocks xmlns:a="http://schemas.openxmlformats.org/drawingml/2006/main" noGrp="1"/>
          </p:cNvSpPr>
          <p:nvPr/>
        </p:nvSpPr>
        <p:spPr>
          <a:xfrm xmlns:a="http://schemas.openxmlformats.org/drawingml/2006/main" rot="0">
            <a:off x="11654449" y="3275115"/>
            <a:ext cx="31641" cy="38596"/>
          </a:xfrm>
          <a:custGeom xmlns:a="http://schemas.openxmlformats.org/drawingml/2006/main">
            <a:pathLst>
              <a:path w="31641" h="38596">
                <a:moveTo>
                  <a:pt x="0" y="0"/>
                </a:moveTo>
                <a:lnTo>
                  <a:pt x="31641" y="38596"/>
                </a:lnTo>
              </a:path>
            </a:pathLst>
          </a:custGeom>
          <a:noFill xmlns:a="http://schemas.openxmlformats.org/drawingml/2006/main"/>
          <a:ln xmlns:a="http://schemas.openxmlformats.org/drawingml/2006/main" w="13638">
            <a:solidFill>
              <a:srgbClr val="595959"/>
            </a:solidFill>
            <a:prstDash val="solid"/>
          </a:ln>
        </p:spPr>
      </p:sp>
      <p:sp>
        <p:nvSpPr>
          <p:cNvPr id="240" name="pdf-path-222">
            <a:extLst xmlns:a="http://schemas.openxmlformats.org/drawingml/2006/main">
              <a:ext uri="{FF2B5EF4-FFF2-40B4-BE49-F238E27FC236}">
                <a16:creationId xmlns:a16="http://schemas.microsoft.com/office/drawing/2014/main" id="{CB2432CE-71BB-4C85-88BC-54A0CD745404}"/>
              </a:ext>
            </a:extLst>
          </p:cNvPr>
          <p:cNvSpPr>
            <a:spLocks xmlns:a="http://schemas.openxmlformats.org/drawingml/2006/main" noGrp="1"/>
          </p:cNvSpPr>
          <p:nvPr/>
        </p:nvSpPr>
        <p:spPr>
          <a:xfrm xmlns:a="http://schemas.openxmlformats.org/drawingml/2006/main" rot="0">
            <a:off x="11676815" y="3207743"/>
            <a:ext cx="72965" cy="14593"/>
          </a:xfrm>
          <a:custGeom xmlns:a="http://schemas.openxmlformats.org/drawingml/2006/main">
            <a:pathLst>
              <a:path w="72965" h="14593">
                <a:moveTo>
                  <a:pt x="0" y="14593"/>
                </a:moveTo>
                <a:lnTo>
                  <a:pt x="72965" y="0"/>
                </a:lnTo>
              </a:path>
            </a:pathLst>
          </a:custGeom>
          <a:noFill xmlns:a="http://schemas.openxmlformats.org/drawingml/2006/main"/>
          <a:ln xmlns:a="http://schemas.openxmlformats.org/drawingml/2006/main" w="13638">
            <a:solidFill>
              <a:srgbClr val="595959"/>
            </a:solidFill>
            <a:prstDash val="solid"/>
          </a:ln>
        </p:spPr>
      </p:sp>
      <p:sp>
        <p:nvSpPr>
          <p:cNvPr id="241" name="pdf-path-223">
            <a:extLst xmlns:a="http://schemas.openxmlformats.org/drawingml/2006/main">
              <a:ext uri="{FF2B5EF4-FFF2-40B4-BE49-F238E27FC236}">
                <a16:creationId xmlns:a16="http://schemas.microsoft.com/office/drawing/2014/main" id="{FF8C0028-16A4-4386-AF34-CEAEF53B7315}"/>
              </a:ext>
            </a:extLst>
          </p:cNvPr>
          <p:cNvSpPr>
            <a:spLocks xmlns:a="http://schemas.openxmlformats.org/drawingml/2006/main" noGrp="1"/>
          </p:cNvSpPr>
          <p:nvPr/>
        </p:nvSpPr>
        <p:spPr>
          <a:xfrm xmlns:a="http://schemas.openxmlformats.org/drawingml/2006/main" rot="0">
            <a:off x="11676815" y="3266114"/>
            <a:ext cx="196665" cy="96027"/>
          </a:xfrm>
          <a:custGeom xmlns:a="http://schemas.openxmlformats.org/drawingml/2006/main">
            <a:pathLst>
              <a:path w="196665" h="96027">
                <a:moveTo>
                  <a:pt x="0" y="0"/>
                </a:moveTo>
                <a:lnTo>
                  <a:pt x="196665" y="96027"/>
                </a:lnTo>
              </a:path>
            </a:pathLst>
          </a:custGeom>
          <a:noFill xmlns:a="http://schemas.openxmlformats.org/drawingml/2006/main"/>
          <a:ln xmlns:a="http://schemas.openxmlformats.org/drawingml/2006/main" w="13638">
            <a:solidFill>
              <a:srgbClr val="595959"/>
            </a:solidFill>
            <a:prstDash val="solid"/>
          </a:ln>
        </p:spPr>
      </p:sp>
      <p:sp>
        <p:nvSpPr>
          <p:cNvPr id="242" name="pdf-path-224">
            <a:extLst xmlns:a="http://schemas.openxmlformats.org/drawingml/2006/main">
              <a:ext uri="{FF2B5EF4-FFF2-40B4-BE49-F238E27FC236}">
                <a16:creationId xmlns:a16="http://schemas.microsoft.com/office/drawing/2014/main" id="{28835497-BC5A-4075-8984-DDF934BC1459}"/>
              </a:ext>
            </a:extLst>
          </p:cNvPr>
          <p:cNvSpPr>
            <a:spLocks xmlns:a="http://schemas.openxmlformats.org/drawingml/2006/main" noGrp="1"/>
          </p:cNvSpPr>
          <p:nvPr/>
        </p:nvSpPr>
        <p:spPr>
          <a:xfrm xmlns:a="http://schemas.openxmlformats.org/drawingml/2006/main" rot="0">
            <a:off x="11686090" y="3244157"/>
            <a:ext cx="270310" cy="150498"/>
          </a:xfrm>
          <a:custGeom xmlns:a="http://schemas.openxmlformats.org/drawingml/2006/main">
            <a:pathLst>
              <a:path w="270310" h="150498">
                <a:moveTo>
                  <a:pt x="0" y="0"/>
                </a:moveTo>
                <a:lnTo>
                  <a:pt x="270310" y="150498"/>
                </a:lnTo>
              </a:path>
            </a:pathLst>
          </a:custGeom>
          <a:noFill xmlns:a="http://schemas.openxmlformats.org/drawingml/2006/main"/>
          <a:ln xmlns:a="http://schemas.openxmlformats.org/drawingml/2006/main" w="13638">
            <a:solidFill>
              <a:srgbClr val="595959"/>
            </a:solidFill>
            <a:prstDash val="solid"/>
          </a:ln>
        </p:spPr>
      </p:sp>
      <p:sp>
        <p:nvSpPr>
          <p:cNvPr id="243" name="pdf-path-225">
            <a:extLst xmlns:a="http://schemas.openxmlformats.org/drawingml/2006/main">
              <a:ext uri="{FF2B5EF4-FFF2-40B4-BE49-F238E27FC236}">
                <a16:creationId xmlns:a16="http://schemas.microsoft.com/office/drawing/2014/main" id="{46D9BAD8-9397-45F2-9BC4-1E4AD45F60F1}"/>
              </a:ext>
            </a:extLst>
          </p:cNvPr>
          <p:cNvSpPr>
            <a:spLocks xmlns:a="http://schemas.openxmlformats.org/drawingml/2006/main" noGrp="1"/>
          </p:cNvSpPr>
          <p:nvPr/>
        </p:nvSpPr>
        <p:spPr>
          <a:xfrm xmlns:a="http://schemas.openxmlformats.org/drawingml/2006/main" rot="0">
            <a:off x="11729868" y="3357491"/>
            <a:ext cx="288313" cy="37164"/>
          </a:xfrm>
          <a:custGeom xmlns:a="http://schemas.openxmlformats.org/drawingml/2006/main">
            <a:pathLst>
              <a:path w="288313" h="37164">
                <a:moveTo>
                  <a:pt x="0" y="0"/>
                </a:moveTo>
                <a:lnTo>
                  <a:pt x="288313" y="37164"/>
                </a:lnTo>
              </a:path>
            </a:pathLst>
          </a:custGeom>
          <a:noFill xmlns:a="http://schemas.openxmlformats.org/drawingml/2006/main"/>
          <a:ln xmlns:a="http://schemas.openxmlformats.org/drawingml/2006/main" w="13638">
            <a:solidFill>
              <a:srgbClr val="595959"/>
            </a:solidFill>
            <a:prstDash val="solid"/>
          </a:ln>
        </p:spPr>
      </p:sp>
      <p:sp>
        <p:nvSpPr>
          <p:cNvPr id="244" name="pdf-path-226">
            <a:extLst xmlns:a="http://schemas.openxmlformats.org/drawingml/2006/main">
              <a:ext uri="{FF2B5EF4-FFF2-40B4-BE49-F238E27FC236}">
                <a16:creationId xmlns:a16="http://schemas.microsoft.com/office/drawing/2014/main" id="{A3828011-8BCF-428C-B93C-8126974BFC31}"/>
              </a:ext>
            </a:extLst>
          </p:cNvPr>
          <p:cNvSpPr>
            <a:spLocks xmlns:a="http://schemas.openxmlformats.org/drawingml/2006/main" noGrp="1"/>
          </p:cNvSpPr>
          <p:nvPr/>
        </p:nvSpPr>
        <p:spPr>
          <a:xfrm xmlns:a="http://schemas.openxmlformats.org/drawingml/2006/main" rot="0">
            <a:off x="11738870" y="3335533"/>
            <a:ext cx="125336" cy="48471"/>
          </a:xfrm>
          <a:custGeom xmlns:a="http://schemas.openxmlformats.org/drawingml/2006/main">
            <a:pathLst>
              <a:path w="125336" h="48471">
                <a:moveTo>
                  <a:pt x="0" y="0"/>
                </a:moveTo>
                <a:lnTo>
                  <a:pt x="125336" y="48471"/>
                </a:lnTo>
              </a:path>
            </a:pathLst>
          </a:custGeom>
          <a:noFill xmlns:a="http://schemas.openxmlformats.org/drawingml/2006/main"/>
          <a:ln xmlns:a="http://schemas.openxmlformats.org/drawingml/2006/main" w="13638">
            <a:solidFill>
              <a:srgbClr val="595959"/>
            </a:solidFill>
            <a:prstDash val="solid"/>
          </a:ln>
        </p:spPr>
      </p:sp>
      <p:sp>
        <p:nvSpPr>
          <p:cNvPr id="245" name="pdf-path-227">
            <a:extLst xmlns:a="http://schemas.openxmlformats.org/drawingml/2006/main">
              <a:ext uri="{FF2B5EF4-FFF2-40B4-BE49-F238E27FC236}">
                <a16:creationId xmlns:a16="http://schemas.microsoft.com/office/drawing/2014/main" id="{FC1CAE5E-17B1-4656-8EEF-5DA26A9520FA}"/>
              </a:ext>
            </a:extLst>
          </p:cNvPr>
          <p:cNvSpPr>
            <a:spLocks xmlns:a="http://schemas.openxmlformats.org/drawingml/2006/main" noGrp="1"/>
          </p:cNvSpPr>
          <p:nvPr/>
        </p:nvSpPr>
        <p:spPr>
          <a:xfrm xmlns:a="http://schemas.openxmlformats.org/drawingml/2006/main" rot="0">
            <a:off x="11729868" y="3229564"/>
            <a:ext cx="28913" cy="84148"/>
          </a:xfrm>
          <a:custGeom xmlns:a="http://schemas.openxmlformats.org/drawingml/2006/main">
            <a:pathLst>
              <a:path w="28913" h="84148">
                <a:moveTo>
                  <a:pt x="0" y="84148"/>
                </a:moveTo>
                <a:lnTo>
                  <a:pt x="28913" y="0"/>
                </a:lnTo>
              </a:path>
            </a:pathLst>
          </a:custGeom>
          <a:noFill xmlns:a="http://schemas.openxmlformats.org/drawingml/2006/main"/>
          <a:ln xmlns:a="http://schemas.openxmlformats.org/drawingml/2006/main" w="13638">
            <a:solidFill>
              <a:srgbClr val="595959"/>
            </a:solidFill>
            <a:prstDash val="solid"/>
          </a:ln>
        </p:spPr>
      </p:sp>
      <p:sp>
        <p:nvSpPr>
          <p:cNvPr id="246" name="pdf-path-228">
            <a:extLst xmlns:a="http://schemas.openxmlformats.org/drawingml/2006/main">
              <a:ext uri="{FF2B5EF4-FFF2-40B4-BE49-F238E27FC236}">
                <a16:creationId xmlns:a16="http://schemas.microsoft.com/office/drawing/2014/main" id="{65911171-D865-4EFF-B7F4-1F3A29E58E0F}"/>
              </a:ext>
            </a:extLst>
          </p:cNvPr>
          <p:cNvSpPr>
            <a:spLocks xmlns:a="http://schemas.openxmlformats.org/drawingml/2006/main" noGrp="1"/>
          </p:cNvSpPr>
          <p:nvPr/>
        </p:nvSpPr>
        <p:spPr>
          <a:xfrm xmlns:a="http://schemas.openxmlformats.org/drawingml/2006/main" rot="0">
            <a:off x="11780603" y="3238702"/>
            <a:ext cx="137610" cy="123440"/>
          </a:xfrm>
          <a:custGeom xmlns:a="http://schemas.openxmlformats.org/drawingml/2006/main">
            <a:pathLst>
              <a:path w="137610" h="123440">
                <a:moveTo>
                  <a:pt x="0" y="0"/>
                </a:moveTo>
                <a:lnTo>
                  <a:pt x="137610" y="123440"/>
                </a:lnTo>
              </a:path>
            </a:pathLst>
          </a:custGeom>
          <a:noFill xmlns:a="http://schemas.openxmlformats.org/drawingml/2006/main"/>
          <a:ln xmlns:a="http://schemas.openxmlformats.org/drawingml/2006/main" w="13638">
            <a:solidFill>
              <a:srgbClr val="595959"/>
            </a:solidFill>
            <a:prstDash val="solid"/>
          </a:ln>
        </p:spPr>
      </p:sp>
      <p:sp>
        <p:nvSpPr>
          <p:cNvPr id="247" name="pdf-path-229">
            <a:extLst xmlns:a="http://schemas.openxmlformats.org/drawingml/2006/main">
              <a:ext uri="{FF2B5EF4-FFF2-40B4-BE49-F238E27FC236}">
                <a16:creationId xmlns:a16="http://schemas.microsoft.com/office/drawing/2014/main" id="{D553A0AD-471F-4976-BD9F-DC11467FF366}"/>
              </a:ext>
            </a:extLst>
          </p:cNvPr>
          <p:cNvSpPr>
            <a:spLocks xmlns:a="http://schemas.openxmlformats.org/drawingml/2006/main" noGrp="1"/>
          </p:cNvSpPr>
          <p:nvPr/>
        </p:nvSpPr>
        <p:spPr>
          <a:xfrm xmlns:a="http://schemas.openxmlformats.org/drawingml/2006/main" rot="0">
            <a:off x="11802561" y="3229564"/>
            <a:ext cx="184661" cy="134174"/>
          </a:xfrm>
          <a:custGeom xmlns:a="http://schemas.openxmlformats.org/drawingml/2006/main">
            <a:pathLst>
              <a:path w="184661" h="134174">
                <a:moveTo>
                  <a:pt x="0" y="0"/>
                </a:moveTo>
                <a:lnTo>
                  <a:pt x="184661" y="134174"/>
                </a:lnTo>
              </a:path>
            </a:pathLst>
          </a:custGeom>
          <a:noFill xmlns:a="http://schemas.openxmlformats.org/drawingml/2006/main"/>
          <a:ln xmlns:a="http://schemas.openxmlformats.org/drawingml/2006/main" w="13638">
            <a:solidFill>
              <a:srgbClr val="595959"/>
            </a:solidFill>
            <a:prstDash val="solid"/>
          </a:ln>
        </p:spPr>
      </p:sp>
      <p:sp>
        <p:nvSpPr>
          <p:cNvPr id="248" name="pdf-path-230">
            <a:extLst xmlns:a="http://schemas.openxmlformats.org/drawingml/2006/main">
              <a:ext uri="{FF2B5EF4-FFF2-40B4-BE49-F238E27FC236}">
                <a16:creationId xmlns:a16="http://schemas.microsoft.com/office/drawing/2014/main" id="{EF02DED2-85ED-40E5-A608-A1C5AEC8C539}"/>
              </a:ext>
            </a:extLst>
          </p:cNvPr>
          <p:cNvSpPr>
            <a:spLocks xmlns:a="http://schemas.openxmlformats.org/drawingml/2006/main" noGrp="1"/>
          </p:cNvSpPr>
          <p:nvPr/>
        </p:nvSpPr>
        <p:spPr>
          <a:xfrm xmlns:a="http://schemas.openxmlformats.org/drawingml/2006/main" rot="0">
            <a:off x="11927486" y="3384004"/>
            <a:ext cx="28913" cy="10652"/>
          </a:xfrm>
          <a:custGeom xmlns:a="http://schemas.openxmlformats.org/drawingml/2006/main">
            <a:pathLst>
              <a:path w="28913" h="10652">
                <a:moveTo>
                  <a:pt x="0" y="0"/>
                </a:moveTo>
                <a:lnTo>
                  <a:pt x="28913" y="10652"/>
                </a:lnTo>
              </a:path>
            </a:pathLst>
          </a:custGeom>
          <a:noFill xmlns:a="http://schemas.openxmlformats.org/drawingml/2006/main"/>
          <a:ln xmlns:a="http://schemas.openxmlformats.org/drawingml/2006/main" w="13638">
            <a:solidFill>
              <a:srgbClr val="595959"/>
            </a:solidFill>
            <a:prstDash val="solid"/>
          </a:ln>
        </p:spPr>
      </p:sp>
      <p:sp>
        <p:nvSpPr>
          <p:cNvPr id="249" name="pdf-path-231">
            <a:extLst xmlns:a="http://schemas.openxmlformats.org/drawingml/2006/main">
              <a:ext uri="{FF2B5EF4-FFF2-40B4-BE49-F238E27FC236}">
                <a16:creationId xmlns:a16="http://schemas.microsoft.com/office/drawing/2014/main" id="{1D91EF39-A2D7-4DAF-A742-55B67F806059}"/>
              </a:ext>
            </a:extLst>
          </p:cNvPr>
          <p:cNvSpPr>
            <a:spLocks xmlns:a="http://schemas.openxmlformats.org/drawingml/2006/main" noGrp="1"/>
          </p:cNvSpPr>
          <p:nvPr/>
        </p:nvSpPr>
        <p:spPr>
          <a:xfrm xmlns:a="http://schemas.openxmlformats.org/drawingml/2006/main" rot="0">
            <a:off x="11864206" y="3353126"/>
            <a:ext cx="63280" cy="61809"/>
          </a:xfrm>
          <a:custGeom xmlns:a="http://schemas.openxmlformats.org/drawingml/2006/main">
            <a:pathLst>
              <a:path w="63280" h="61809">
                <a:moveTo>
                  <a:pt x="0" y="30877"/>
                </a:moveTo>
                <a:cubicBezTo>
                  <a:pt x="0" y="13802"/>
                  <a:pt x="14184" y="0"/>
                  <a:pt x="31640" y="0"/>
                </a:cubicBezTo>
                <a:cubicBezTo>
                  <a:pt x="49098" y="0"/>
                  <a:pt x="63280" y="13802"/>
                  <a:pt x="63280" y="30877"/>
                </a:cubicBezTo>
                <a:cubicBezTo>
                  <a:pt x="63280" y="47966"/>
                  <a:pt x="49098" y="61809"/>
                  <a:pt x="31640" y="61809"/>
                </a:cubicBezTo>
                <a:cubicBezTo>
                  <a:pt x="14184" y="61809"/>
                  <a:pt x="0" y="47966"/>
                  <a:pt x="0" y="30877"/>
                </a:cubicBezTo>
              </a:path>
            </a:pathLst>
          </a:custGeom>
          <a:solidFill xmlns:a="http://schemas.openxmlformats.org/drawingml/2006/main">
            <a:srgbClr val="FB2BFB"/>
          </a:solidFill>
          <a:ln xmlns:a="http://schemas.openxmlformats.org/drawingml/2006/main" w="6819">
            <a:solidFill>
              <a:srgbClr val="000000"/>
            </a:solidFill>
            <a:prstDash val="solid"/>
          </a:ln>
        </p:spPr>
      </p:sp>
      <p:sp>
        <p:nvSpPr>
          <p:cNvPr id="250" name="pdf-path-233">
            <a:extLst xmlns:a="http://schemas.openxmlformats.org/drawingml/2006/main">
              <a:ext uri="{FF2B5EF4-FFF2-40B4-BE49-F238E27FC236}">
                <a16:creationId xmlns:a16="http://schemas.microsoft.com/office/drawing/2014/main" id="{27D6495C-264D-47AD-9F49-C7C012B51658}"/>
              </a:ext>
            </a:extLst>
          </p:cNvPr>
          <p:cNvSpPr>
            <a:spLocks xmlns:a="http://schemas.openxmlformats.org/drawingml/2006/main" noGrp="1"/>
          </p:cNvSpPr>
          <p:nvPr/>
        </p:nvSpPr>
        <p:spPr>
          <a:xfrm xmlns:a="http://schemas.openxmlformats.org/drawingml/2006/main" rot="0">
            <a:off x="11956400" y="3363737"/>
            <a:ext cx="61781" cy="61849"/>
          </a:xfrm>
          <a:custGeom xmlns:a="http://schemas.openxmlformats.org/drawingml/2006/main">
            <a:pathLst>
              <a:path w="61781" h="61849">
                <a:moveTo>
                  <a:pt x="0" y="30918"/>
                </a:moveTo>
                <a:cubicBezTo>
                  <a:pt x="0" y="13843"/>
                  <a:pt x="13775" y="0"/>
                  <a:pt x="30822" y="0"/>
                </a:cubicBezTo>
                <a:cubicBezTo>
                  <a:pt x="48007" y="0"/>
                  <a:pt x="61781" y="13843"/>
                  <a:pt x="61781" y="30918"/>
                </a:cubicBezTo>
                <a:cubicBezTo>
                  <a:pt x="61781" y="48007"/>
                  <a:pt x="48007" y="61849"/>
                  <a:pt x="30822" y="61849"/>
                </a:cubicBezTo>
                <a:cubicBezTo>
                  <a:pt x="13775" y="61849"/>
                  <a:pt x="0" y="48007"/>
                  <a:pt x="0" y="30918"/>
                </a:cubicBezTo>
              </a:path>
            </a:pathLst>
          </a:custGeom>
          <a:solidFill xmlns:a="http://schemas.openxmlformats.org/drawingml/2006/main">
            <a:srgbClr val="FC2626"/>
          </a:solidFill>
          <a:ln xmlns:a="http://schemas.openxmlformats.org/drawingml/2006/main" w="6819">
            <a:solidFill>
              <a:srgbClr val="000000"/>
            </a:solidFill>
            <a:prstDash val="solid"/>
          </a:ln>
        </p:spPr>
      </p:sp>
      <p:sp>
        <p:nvSpPr>
          <p:cNvPr id="251" name="pdf-path-235">
            <a:extLst xmlns:a="http://schemas.openxmlformats.org/drawingml/2006/main">
              <a:ext uri="{FF2B5EF4-FFF2-40B4-BE49-F238E27FC236}">
                <a16:creationId xmlns:a16="http://schemas.microsoft.com/office/drawing/2014/main" id="{32E49ACA-74D8-4E5F-9318-1CA68A5A2F37}"/>
              </a:ext>
            </a:extLst>
          </p:cNvPr>
          <p:cNvSpPr>
            <a:spLocks xmlns:a="http://schemas.openxmlformats.org/drawingml/2006/main" noGrp="1"/>
          </p:cNvSpPr>
          <p:nvPr/>
        </p:nvSpPr>
        <p:spPr>
          <a:xfrm xmlns:a="http://schemas.openxmlformats.org/drawingml/2006/main" rot="0">
            <a:off x="11622808" y="3213334"/>
            <a:ext cx="63282" cy="61781"/>
          </a:xfrm>
          <a:custGeom xmlns:a="http://schemas.openxmlformats.org/drawingml/2006/main">
            <a:pathLst>
              <a:path w="63282" h="61781">
                <a:moveTo>
                  <a:pt x="0" y="30823"/>
                </a:moveTo>
                <a:cubicBezTo>
                  <a:pt x="0" y="13775"/>
                  <a:pt x="14184" y="0"/>
                  <a:pt x="31641" y="0"/>
                </a:cubicBezTo>
                <a:cubicBezTo>
                  <a:pt x="49098" y="0"/>
                  <a:pt x="63282" y="13775"/>
                  <a:pt x="63282" y="30823"/>
                </a:cubicBezTo>
                <a:cubicBezTo>
                  <a:pt x="63282" y="48007"/>
                  <a:pt x="49098" y="61781"/>
                  <a:pt x="31641" y="61781"/>
                </a:cubicBezTo>
                <a:cubicBezTo>
                  <a:pt x="14184" y="61781"/>
                  <a:pt x="0" y="48007"/>
                  <a:pt x="0" y="30823"/>
                </a:cubicBezTo>
              </a:path>
            </a:pathLst>
          </a:custGeom>
          <a:solidFill xmlns:a="http://schemas.openxmlformats.org/drawingml/2006/main">
            <a:srgbClr val="FBFB2C"/>
          </a:solidFill>
          <a:ln xmlns:a="http://schemas.openxmlformats.org/drawingml/2006/main" w="6819">
            <a:solidFill>
              <a:srgbClr val="000000"/>
            </a:solidFill>
            <a:prstDash val="solid"/>
          </a:ln>
        </p:spPr>
      </p:sp>
      <p:sp>
        <p:nvSpPr>
          <p:cNvPr id="252" name="pdf-path-237">
            <a:extLst xmlns:a="http://schemas.openxmlformats.org/drawingml/2006/main">
              <a:ext uri="{FF2B5EF4-FFF2-40B4-BE49-F238E27FC236}">
                <a16:creationId xmlns:a16="http://schemas.microsoft.com/office/drawing/2014/main" id="{EBCE74D1-7CFA-4A39-895B-DFF76FE7BF64}"/>
              </a:ext>
            </a:extLst>
          </p:cNvPr>
          <p:cNvSpPr>
            <a:spLocks xmlns:a="http://schemas.openxmlformats.org/drawingml/2006/main" noGrp="1"/>
          </p:cNvSpPr>
          <p:nvPr/>
        </p:nvSpPr>
        <p:spPr>
          <a:xfrm xmlns:a="http://schemas.openxmlformats.org/drawingml/2006/main" rot="0">
            <a:off x="11677088" y="3304574"/>
            <a:ext cx="61782" cy="61918"/>
          </a:xfrm>
          <a:custGeom xmlns:a="http://schemas.openxmlformats.org/drawingml/2006/main">
            <a:pathLst>
              <a:path w="61782" h="61918">
                <a:moveTo>
                  <a:pt x="0" y="30959"/>
                </a:moveTo>
                <a:cubicBezTo>
                  <a:pt x="0" y="13911"/>
                  <a:pt x="13775" y="0"/>
                  <a:pt x="30959" y="0"/>
                </a:cubicBezTo>
                <a:cubicBezTo>
                  <a:pt x="48008" y="0"/>
                  <a:pt x="61782" y="13911"/>
                  <a:pt x="61782" y="30959"/>
                </a:cubicBezTo>
                <a:cubicBezTo>
                  <a:pt x="61782" y="48007"/>
                  <a:pt x="48008" y="61918"/>
                  <a:pt x="30959" y="61918"/>
                </a:cubicBezTo>
                <a:cubicBezTo>
                  <a:pt x="13775" y="61918"/>
                  <a:pt x="0" y="48007"/>
                  <a:pt x="0" y="30959"/>
                </a:cubicBezTo>
              </a:path>
            </a:pathLst>
          </a:custGeom>
          <a:solidFill xmlns:a="http://schemas.openxmlformats.org/drawingml/2006/main">
            <a:srgbClr val="29B1FB"/>
          </a:solidFill>
          <a:ln xmlns:a="http://schemas.openxmlformats.org/drawingml/2006/main" w="6819">
            <a:solidFill>
              <a:srgbClr val="000000"/>
            </a:solidFill>
            <a:prstDash val="solid"/>
          </a:ln>
        </p:spPr>
      </p:sp>
      <p:sp>
        <p:nvSpPr>
          <p:cNvPr id="253" name="pdf-path-239">
            <a:extLst xmlns:a="http://schemas.openxmlformats.org/drawingml/2006/main">
              <a:ext uri="{FF2B5EF4-FFF2-40B4-BE49-F238E27FC236}">
                <a16:creationId xmlns:a16="http://schemas.microsoft.com/office/drawing/2014/main" id="{55B424C7-0A2D-4B81-892B-F0EC6CBC4ABA}"/>
              </a:ext>
            </a:extLst>
          </p:cNvPr>
          <p:cNvSpPr>
            <a:spLocks xmlns:a="http://schemas.openxmlformats.org/drawingml/2006/main" noGrp="1"/>
          </p:cNvSpPr>
          <p:nvPr/>
        </p:nvSpPr>
        <p:spPr>
          <a:xfrm xmlns:a="http://schemas.openxmlformats.org/drawingml/2006/main" rot="0">
            <a:off x="14210263" y="3216880"/>
            <a:ext cx="152065" cy="39005"/>
          </a:xfrm>
          <a:custGeom xmlns:a="http://schemas.openxmlformats.org/drawingml/2006/main">
            <a:pathLst>
              <a:path w="152065" h="39005">
                <a:moveTo>
                  <a:pt x="0" y="0"/>
                </a:moveTo>
                <a:lnTo>
                  <a:pt x="152065" y="39005"/>
                </a:lnTo>
              </a:path>
            </a:pathLst>
          </a:custGeom>
          <a:noFill xmlns:a="http://schemas.openxmlformats.org/drawingml/2006/main"/>
          <a:ln xmlns:a="http://schemas.openxmlformats.org/drawingml/2006/main" w="13638">
            <a:solidFill>
              <a:srgbClr val="595959"/>
            </a:solidFill>
            <a:prstDash val="solid"/>
          </a:ln>
        </p:spPr>
      </p:sp>
      <p:sp>
        <p:nvSpPr>
          <p:cNvPr id="254" name="pdf-path-240">
            <a:extLst xmlns:a="http://schemas.openxmlformats.org/drawingml/2006/main">
              <a:ext uri="{FF2B5EF4-FFF2-40B4-BE49-F238E27FC236}">
                <a16:creationId xmlns:a16="http://schemas.microsoft.com/office/drawing/2014/main" id="{4E5FBA00-EC9F-46D2-84E4-5FE0BBECB4A4}"/>
              </a:ext>
            </a:extLst>
          </p:cNvPr>
          <p:cNvSpPr>
            <a:spLocks xmlns:a="http://schemas.openxmlformats.org/drawingml/2006/main" noGrp="1"/>
          </p:cNvSpPr>
          <p:nvPr/>
        </p:nvSpPr>
        <p:spPr>
          <a:xfrm xmlns:a="http://schemas.openxmlformats.org/drawingml/2006/main" rot="0">
            <a:off x="14200988" y="3238702"/>
            <a:ext cx="90148" cy="69964"/>
          </a:xfrm>
          <a:custGeom xmlns:a="http://schemas.openxmlformats.org/drawingml/2006/main">
            <a:pathLst>
              <a:path w="90148" h="69964">
                <a:moveTo>
                  <a:pt x="0" y="0"/>
                </a:moveTo>
                <a:lnTo>
                  <a:pt x="90148" y="69964"/>
                </a:lnTo>
              </a:path>
            </a:pathLst>
          </a:custGeom>
          <a:noFill xmlns:a="http://schemas.openxmlformats.org/drawingml/2006/main"/>
          <a:ln xmlns:a="http://schemas.openxmlformats.org/drawingml/2006/main" w="13638">
            <a:solidFill>
              <a:srgbClr val="595959"/>
            </a:solidFill>
            <a:prstDash val="solid"/>
          </a:ln>
        </p:spPr>
      </p:sp>
      <p:sp>
        <p:nvSpPr>
          <p:cNvPr id="255" name="pdf-path-241">
            <a:extLst xmlns:a="http://schemas.openxmlformats.org/drawingml/2006/main">
              <a:ext uri="{FF2B5EF4-FFF2-40B4-BE49-F238E27FC236}">
                <a16:creationId xmlns:a16="http://schemas.microsoft.com/office/drawing/2014/main" id="{9DC6217D-5EA1-42CA-BBE3-48612DB313A1}"/>
              </a:ext>
            </a:extLst>
          </p:cNvPr>
          <p:cNvSpPr>
            <a:spLocks xmlns:a="http://schemas.openxmlformats.org/drawingml/2006/main" noGrp="1"/>
          </p:cNvSpPr>
          <p:nvPr/>
        </p:nvSpPr>
        <p:spPr>
          <a:xfrm xmlns:a="http://schemas.openxmlformats.org/drawingml/2006/main" rot="0">
            <a:off x="14210263" y="3115957"/>
            <a:ext cx="72828" cy="100923"/>
          </a:xfrm>
          <a:custGeom xmlns:a="http://schemas.openxmlformats.org/drawingml/2006/main">
            <a:pathLst>
              <a:path w="72828" h="100923">
                <a:moveTo>
                  <a:pt x="0" y="100923"/>
                </a:moveTo>
                <a:lnTo>
                  <a:pt x="72828" y="0"/>
                </a:lnTo>
              </a:path>
            </a:pathLst>
          </a:custGeom>
          <a:noFill xmlns:a="http://schemas.openxmlformats.org/drawingml/2006/main"/>
          <a:ln xmlns:a="http://schemas.openxmlformats.org/drawingml/2006/main" w="13638">
            <a:solidFill>
              <a:srgbClr val="595959"/>
            </a:solidFill>
            <a:prstDash val="solid"/>
          </a:ln>
        </p:spPr>
      </p:sp>
      <p:sp>
        <p:nvSpPr>
          <p:cNvPr id="256" name="pdf-path-242">
            <a:extLst xmlns:a="http://schemas.openxmlformats.org/drawingml/2006/main">
              <a:ext uri="{FF2B5EF4-FFF2-40B4-BE49-F238E27FC236}">
                <a16:creationId xmlns:a16="http://schemas.microsoft.com/office/drawing/2014/main" id="{A84E5110-0FAE-44E0-9E2E-CA034D2356B3}"/>
              </a:ext>
            </a:extLst>
          </p:cNvPr>
          <p:cNvSpPr>
            <a:spLocks xmlns:a="http://schemas.openxmlformats.org/drawingml/2006/main" noGrp="1"/>
          </p:cNvSpPr>
          <p:nvPr/>
        </p:nvSpPr>
        <p:spPr>
          <a:xfrm xmlns:a="http://schemas.openxmlformats.org/drawingml/2006/main" rot="0">
            <a:off x="14210263" y="3216880"/>
            <a:ext cx="58507" cy="6410"/>
          </a:xfrm>
          <a:custGeom xmlns:a="http://schemas.openxmlformats.org/drawingml/2006/main">
            <a:pathLst>
              <a:path w="58507" h="6410">
                <a:moveTo>
                  <a:pt x="0" y="0"/>
                </a:moveTo>
                <a:lnTo>
                  <a:pt x="58507" y="6410"/>
                </a:lnTo>
              </a:path>
            </a:pathLst>
          </a:custGeom>
          <a:noFill xmlns:a="http://schemas.openxmlformats.org/drawingml/2006/main"/>
          <a:ln xmlns:a="http://schemas.openxmlformats.org/drawingml/2006/main" w="13638">
            <a:solidFill>
              <a:srgbClr val="595959"/>
            </a:solidFill>
            <a:prstDash val="solid"/>
          </a:ln>
        </p:spPr>
      </p:sp>
      <p:sp>
        <p:nvSpPr>
          <p:cNvPr id="257" name="pdf-path-243">
            <a:extLst xmlns:a="http://schemas.openxmlformats.org/drawingml/2006/main">
              <a:ext uri="{FF2B5EF4-FFF2-40B4-BE49-F238E27FC236}">
                <a16:creationId xmlns:a16="http://schemas.microsoft.com/office/drawing/2014/main" id="{8A9664E8-161B-453C-978F-B15CB4EC2455}"/>
              </a:ext>
            </a:extLst>
          </p:cNvPr>
          <p:cNvSpPr>
            <a:spLocks xmlns:a="http://schemas.openxmlformats.org/drawingml/2006/main" noGrp="1"/>
          </p:cNvSpPr>
          <p:nvPr/>
        </p:nvSpPr>
        <p:spPr>
          <a:xfrm xmlns:a="http://schemas.openxmlformats.org/drawingml/2006/main" rot="0">
            <a:off x="14343917" y="3277707"/>
            <a:ext cx="27549" cy="52916"/>
          </a:xfrm>
          <a:custGeom xmlns:a="http://schemas.openxmlformats.org/drawingml/2006/main">
            <a:pathLst>
              <a:path w="27549" h="52916">
                <a:moveTo>
                  <a:pt x="0" y="52916"/>
                </a:moveTo>
                <a:lnTo>
                  <a:pt x="27549" y="0"/>
                </a:lnTo>
              </a:path>
            </a:pathLst>
          </a:custGeom>
          <a:noFill xmlns:a="http://schemas.openxmlformats.org/drawingml/2006/main"/>
          <a:ln xmlns:a="http://schemas.openxmlformats.org/drawingml/2006/main" w="13638">
            <a:solidFill>
              <a:srgbClr val="595959"/>
            </a:solidFill>
            <a:prstDash val="solid"/>
          </a:ln>
        </p:spPr>
      </p:sp>
      <p:sp>
        <p:nvSpPr>
          <p:cNvPr id="258" name="pdf-path-244">
            <a:extLst xmlns:a="http://schemas.openxmlformats.org/drawingml/2006/main">
              <a:ext uri="{FF2B5EF4-FFF2-40B4-BE49-F238E27FC236}">
                <a16:creationId xmlns:a16="http://schemas.microsoft.com/office/drawing/2014/main" id="{E7CAA239-94E3-4E7F-B69A-F2969A2EAA7C}"/>
              </a:ext>
            </a:extLst>
          </p:cNvPr>
          <p:cNvSpPr>
            <a:spLocks xmlns:a="http://schemas.openxmlformats.org/drawingml/2006/main" noGrp="1"/>
          </p:cNvSpPr>
          <p:nvPr/>
        </p:nvSpPr>
        <p:spPr>
          <a:xfrm xmlns:a="http://schemas.openxmlformats.org/drawingml/2006/main" rot="0">
            <a:off x="14300411" y="3254249"/>
            <a:ext cx="12547" cy="45415"/>
          </a:xfrm>
          <a:custGeom xmlns:a="http://schemas.openxmlformats.org/drawingml/2006/main">
            <a:pathLst>
              <a:path w="12547" h="45415">
                <a:moveTo>
                  <a:pt x="12547" y="45415"/>
                </a:moveTo>
                <a:lnTo>
                  <a:pt x="0" y="0"/>
                </a:lnTo>
              </a:path>
            </a:pathLst>
          </a:custGeom>
          <a:noFill xmlns:a="http://schemas.openxmlformats.org/drawingml/2006/main"/>
          <a:ln xmlns:a="http://schemas.openxmlformats.org/drawingml/2006/main" w="13638">
            <a:solidFill>
              <a:srgbClr val="595959"/>
            </a:solidFill>
            <a:prstDash val="solid"/>
          </a:ln>
        </p:spPr>
      </p:sp>
      <p:sp>
        <p:nvSpPr>
          <p:cNvPr id="259" name="pdf-path-245">
            <a:extLst xmlns:a="http://schemas.openxmlformats.org/drawingml/2006/main">
              <a:ext uri="{FF2B5EF4-FFF2-40B4-BE49-F238E27FC236}">
                <a16:creationId xmlns:a16="http://schemas.microsoft.com/office/drawing/2014/main" id="{5D43683C-358D-4DAF-93FA-37D016A9BD66}"/>
              </a:ext>
            </a:extLst>
          </p:cNvPr>
          <p:cNvSpPr>
            <a:spLocks xmlns:a="http://schemas.openxmlformats.org/drawingml/2006/main" noGrp="1"/>
          </p:cNvSpPr>
          <p:nvPr/>
        </p:nvSpPr>
        <p:spPr>
          <a:xfrm xmlns:a="http://schemas.openxmlformats.org/drawingml/2006/main" rot="0">
            <a:off x="14283091" y="3115957"/>
            <a:ext cx="29867" cy="183708"/>
          </a:xfrm>
          <a:custGeom xmlns:a="http://schemas.openxmlformats.org/drawingml/2006/main">
            <a:pathLst>
              <a:path w="29867" h="183708">
                <a:moveTo>
                  <a:pt x="29867" y="183708"/>
                </a:moveTo>
                <a:lnTo>
                  <a:pt x="0" y="0"/>
                </a:lnTo>
              </a:path>
            </a:pathLst>
          </a:custGeom>
          <a:noFill xmlns:a="http://schemas.openxmlformats.org/drawingml/2006/main"/>
          <a:ln xmlns:a="http://schemas.openxmlformats.org/drawingml/2006/main" w="13638">
            <a:solidFill>
              <a:srgbClr val="595959"/>
            </a:solidFill>
            <a:prstDash val="solid"/>
          </a:ln>
        </p:spPr>
      </p:sp>
      <p:sp>
        <p:nvSpPr>
          <p:cNvPr id="260" name="pdf-path-246">
            <a:extLst xmlns:a="http://schemas.openxmlformats.org/drawingml/2006/main">
              <a:ext uri="{FF2B5EF4-FFF2-40B4-BE49-F238E27FC236}">
                <a16:creationId xmlns:a16="http://schemas.microsoft.com/office/drawing/2014/main" id="{D7FF574F-F592-4B87-A893-4B4D1B92AE85}"/>
              </a:ext>
            </a:extLst>
          </p:cNvPr>
          <p:cNvSpPr>
            <a:spLocks xmlns:a="http://schemas.openxmlformats.org/drawingml/2006/main" noGrp="1"/>
          </p:cNvSpPr>
          <p:nvPr/>
        </p:nvSpPr>
        <p:spPr>
          <a:xfrm xmlns:a="http://schemas.openxmlformats.org/drawingml/2006/main" rot="0">
            <a:off x="14300411" y="3115957"/>
            <a:ext cx="26458" cy="76375"/>
          </a:xfrm>
          <a:custGeom xmlns:a="http://schemas.openxmlformats.org/drawingml/2006/main">
            <a:pathLst>
              <a:path w="26458" h="76375">
                <a:moveTo>
                  <a:pt x="26458" y="0"/>
                </a:moveTo>
                <a:lnTo>
                  <a:pt x="0" y="76375"/>
                </a:lnTo>
              </a:path>
            </a:pathLst>
          </a:custGeom>
          <a:noFill xmlns:a="http://schemas.openxmlformats.org/drawingml/2006/main"/>
          <a:ln xmlns:a="http://schemas.openxmlformats.org/drawingml/2006/main" w="13638">
            <a:solidFill>
              <a:srgbClr val="595959"/>
            </a:solidFill>
            <a:prstDash val="solid"/>
          </a:ln>
        </p:spPr>
      </p:sp>
      <p:sp>
        <p:nvSpPr>
          <p:cNvPr id="261" name="pdf-path-247">
            <a:extLst xmlns:a="http://schemas.openxmlformats.org/drawingml/2006/main">
              <a:ext uri="{FF2B5EF4-FFF2-40B4-BE49-F238E27FC236}">
                <a16:creationId xmlns:a16="http://schemas.microsoft.com/office/drawing/2014/main" id="{A213830A-11E2-4B9E-AFBE-857683B66829}"/>
              </a:ext>
            </a:extLst>
          </p:cNvPr>
          <p:cNvSpPr>
            <a:spLocks xmlns:a="http://schemas.openxmlformats.org/drawingml/2006/main" noGrp="1"/>
          </p:cNvSpPr>
          <p:nvPr/>
        </p:nvSpPr>
        <p:spPr>
          <a:xfrm xmlns:a="http://schemas.openxmlformats.org/drawingml/2006/main" rot="0">
            <a:off x="14326869" y="3115957"/>
            <a:ext cx="66418" cy="108970"/>
          </a:xfrm>
          <a:custGeom xmlns:a="http://schemas.openxmlformats.org/drawingml/2006/main">
            <a:pathLst>
              <a:path w="66418" h="108970">
                <a:moveTo>
                  <a:pt x="0" y="0"/>
                </a:moveTo>
                <a:lnTo>
                  <a:pt x="66418" y="108970"/>
                </a:lnTo>
              </a:path>
            </a:pathLst>
          </a:custGeom>
          <a:noFill xmlns:a="http://schemas.openxmlformats.org/drawingml/2006/main"/>
          <a:ln xmlns:a="http://schemas.openxmlformats.org/drawingml/2006/main" w="13638">
            <a:solidFill>
              <a:srgbClr val="595959"/>
            </a:solidFill>
            <a:prstDash val="solid"/>
          </a:ln>
        </p:spPr>
      </p:sp>
      <p:sp>
        <p:nvSpPr>
          <p:cNvPr id="262" name="pdf-path-248">
            <a:extLst xmlns:a="http://schemas.openxmlformats.org/drawingml/2006/main">
              <a:ext uri="{FF2B5EF4-FFF2-40B4-BE49-F238E27FC236}">
                <a16:creationId xmlns:a16="http://schemas.microsoft.com/office/drawing/2014/main" id="{666C1E75-1F68-4D56-B3DF-CC72A322C943}"/>
              </a:ext>
            </a:extLst>
          </p:cNvPr>
          <p:cNvSpPr>
            <a:spLocks xmlns:a="http://schemas.openxmlformats.org/drawingml/2006/main" noGrp="1"/>
          </p:cNvSpPr>
          <p:nvPr/>
        </p:nvSpPr>
        <p:spPr>
          <a:xfrm xmlns:a="http://schemas.openxmlformats.org/drawingml/2006/main" rot="0">
            <a:off x="14322779" y="3234065"/>
            <a:ext cx="48688" cy="11183"/>
          </a:xfrm>
          <a:custGeom xmlns:a="http://schemas.openxmlformats.org/drawingml/2006/main">
            <a:pathLst>
              <a:path w="48688" h="11183">
                <a:moveTo>
                  <a:pt x="0" y="11183"/>
                </a:moveTo>
                <a:lnTo>
                  <a:pt x="48688" y="0"/>
                </a:lnTo>
              </a:path>
            </a:pathLst>
          </a:custGeom>
          <a:noFill xmlns:a="http://schemas.openxmlformats.org/drawingml/2006/main"/>
          <a:ln xmlns:a="http://schemas.openxmlformats.org/drawingml/2006/main" w="13638">
            <a:solidFill>
              <a:srgbClr val="595959"/>
            </a:solidFill>
            <a:prstDash val="solid"/>
          </a:ln>
        </p:spPr>
      </p:sp>
      <p:sp>
        <p:nvSpPr>
          <p:cNvPr id="263" name="pdf-path-249">
            <a:extLst xmlns:a="http://schemas.openxmlformats.org/drawingml/2006/main">
              <a:ext uri="{FF2B5EF4-FFF2-40B4-BE49-F238E27FC236}">
                <a16:creationId xmlns:a16="http://schemas.microsoft.com/office/drawing/2014/main" id="{7F741603-6894-43A3-B144-08810D6391B1}"/>
              </a:ext>
            </a:extLst>
          </p:cNvPr>
          <p:cNvSpPr>
            <a:spLocks xmlns:a="http://schemas.openxmlformats.org/drawingml/2006/main" noGrp="1"/>
          </p:cNvSpPr>
          <p:nvPr/>
        </p:nvSpPr>
        <p:spPr>
          <a:xfrm xmlns:a="http://schemas.openxmlformats.org/drawingml/2006/main" rot="0">
            <a:off x="14268770" y="3192331"/>
            <a:ext cx="63280" cy="61918"/>
          </a:xfrm>
          <a:custGeom xmlns:a="http://schemas.openxmlformats.org/drawingml/2006/main">
            <a:pathLst>
              <a:path w="63280" h="61918">
                <a:moveTo>
                  <a:pt x="0" y="30959"/>
                </a:moveTo>
                <a:cubicBezTo>
                  <a:pt x="0" y="13911"/>
                  <a:pt x="14185" y="0"/>
                  <a:pt x="31641" y="0"/>
                </a:cubicBezTo>
                <a:cubicBezTo>
                  <a:pt x="49099" y="0"/>
                  <a:pt x="63280" y="13911"/>
                  <a:pt x="63280" y="30959"/>
                </a:cubicBezTo>
                <a:cubicBezTo>
                  <a:pt x="63280" y="48007"/>
                  <a:pt x="49099" y="61918"/>
                  <a:pt x="31641" y="61918"/>
                </a:cubicBezTo>
                <a:cubicBezTo>
                  <a:pt x="14185" y="61918"/>
                  <a:pt x="0" y="48007"/>
                  <a:pt x="0" y="30959"/>
                </a:cubicBezTo>
              </a:path>
            </a:pathLst>
          </a:custGeom>
          <a:solidFill xmlns:a="http://schemas.openxmlformats.org/drawingml/2006/main">
            <a:srgbClr val="FB2BFB"/>
          </a:solidFill>
          <a:ln xmlns:a="http://schemas.openxmlformats.org/drawingml/2006/main" w="6819">
            <a:solidFill>
              <a:srgbClr val="000000"/>
            </a:solidFill>
            <a:prstDash val="solid"/>
          </a:ln>
        </p:spPr>
      </p:sp>
      <p:sp>
        <p:nvSpPr>
          <p:cNvPr id="264" name="pdf-path-251">
            <a:extLst xmlns:a="http://schemas.openxmlformats.org/drawingml/2006/main">
              <a:ext uri="{FF2B5EF4-FFF2-40B4-BE49-F238E27FC236}">
                <a16:creationId xmlns:a16="http://schemas.microsoft.com/office/drawing/2014/main" id="{A0043135-CCE7-4681-B5DD-437C60A3A2B0}"/>
              </a:ext>
            </a:extLst>
          </p:cNvPr>
          <p:cNvSpPr>
            <a:spLocks xmlns:a="http://schemas.openxmlformats.org/drawingml/2006/main" noGrp="1"/>
          </p:cNvSpPr>
          <p:nvPr/>
        </p:nvSpPr>
        <p:spPr>
          <a:xfrm xmlns:a="http://schemas.openxmlformats.org/drawingml/2006/main" rot="0">
            <a:off x="14362328" y="3224927"/>
            <a:ext cx="61918" cy="61917"/>
          </a:xfrm>
          <a:custGeom xmlns:a="http://schemas.openxmlformats.org/drawingml/2006/main">
            <a:pathLst>
              <a:path w="61918" h="61917">
                <a:moveTo>
                  <a:pt x="0" y="30959"/>
                </a:moveTo>
                <a:cubicBezTo>
                  <a:pt x="0" y="13911"/>
                  <a:pt x="13911" y="0"/>
                  <a:pt x="30959" y="0"/>
                </a:cubicBezTo>
                <a:cubicBezTo>
                  <a:pt x="48008" y="0"/>
                  <a:pt x="61918" y="13911"/>
                  <a:pt x="61918" y="30959"/>
                </a:cubicBezTo>
                <a:cubicBezTo>
                  <a:pt x="61918" y="48007"/>
                  <a:pt x="48008" y="61917"/>
                  <a:pt x="30959" y="61917"/>
                </a:cubicBezTo>
                <a:cubicBezTo>
                  <a:pt x="13911" y="61917"/>
                  <a:pt x="0" y="48007"/>
                  <a:pt x="0" y="30959"/>
                </a:cubicBezTo>
              </a:path>
            </a:pathLst>
          </a:custGeom>
          <a:solidFill xmlns:a="http://schemas.openxmlformats.org/drawingml/2006/main">
            <a:srgbClr val="FC2626"/>
          </a:solidFill>
          <a:ln xmlns:a="http://schemas.openxmlformats.org/drawingml/2006/main" w="6819">
            <a:solidFill>
              <a:srgbClr val="000000"/>
            </a:solidFill>
            <a:prstDash val="solid"/>
          </a:ln>
        </p:spPr>
      </p:sp>
      <p:sp>
        <p:nvSpPr>
          <p:cNvPr id="265" name="pdf-path-253">
            <a:extLst xmlns:a="http://schemas.openxmlformats.org/drawingml/2006/main">
              <a:ext uri="{FF2B5EF4-FFF2-40B4-BE49-F238E27FC236}">
                <a16:creationId xmlns:a16="http://schemas.microsoft.com/office/drawing/2014/main" id="{31FB7E82-1D6C-456B-9AD2-09BFA4DF4277}"/>
              </a:ext>
            </a:extLst>
          </p:cNvPr>
          <p:cNvSpPr>
            <a:spLocks xmlns:a="http://schemas.openxmlformats.org/drawingml/2006/main" noGrp="1"/>
          </p:cNvSpPr>
          <p:nvPr/>
        </p:nvSpPr>
        <p:spPr>
          <a:xfrm xmlns:a="http://schemas.openxmlformats.org/drawingml/2006/main" rot="0">
            <a:off x="14282135" y="3299665"/>
            <a:ext cx="61782" cy="61918"/>
          </a:xfrm>
          <a:custGeom xmlns:a="http://schemas.openxmlformats.org/drawingml/2006/main">
            <a:pathLst>
              <a:path w="61782" h="61918">
                <a:moveTo>
                  <a:pt x="0" y="30959"/>
                </a:moveTo>
                <a:cubicBezTo>
                  <a:pt x="0" y="13911"/>
                  <a:pt x="13775" y="0"/>
                  <a:pt x="30823" y="0"/>
                </a:cubicBezTo>
                <a:cubicBezTo>
                  <a:pt x="48008" y="0"/>
                  <a:pt x="61782" y="13911"/>
                  <a:pt x="61782" y="30959"/>
                </a:cubicBezTo>
                <a:cubicBezTo>
                  <a:pt x="61782" y="48007"/>
                  <a:pt x="48008" y="61918"/>
                  <a:pt x="30823" y="61918"/>
                </a:cubicBezTo>
                <a:cubicBezTo>
                  <a:pt x="13775" y="61918"/>
                  <a:pt x="0" y="48007"/>
                  <a:pt x="0" y="30959"/>
                </a:cubicBezTo>
              </a:path>
            </a:pathLst>
          </a:custGeom>
          <a:solidFill xmlns:a="http://schemas.openxmlformats.org/drawingml/2006/main">
            <a:srgbClr val="29B1FB"/>
          </a:solidFill>
          <a:ln xmlns:a="http://schemas.openxmlformats.org/drawingml/2006/main" w="6819">
            <a:solidFill>
              <a:srgbClr val="000000"/>
            </a:solidFill>
            <a:prstDash val="solid"/>
          </a:ln>
        </p:spPr>
      </p:sp>
      <p:sp>
        <p:nvSpPr>
          <p:cNvPr id="266" name="pdf-path-255">
            <a:extLst xmlns:a="http://schemas.openxmlformats.org/drawingml/2006/main">
              <a:ext uri="{FF2B5EF4-FFF2-40B4-BE49-F238E27FC236}">
                <a16:creationId xmlns:a16="http://schemas.microsoft.com/office/drawing/2014/main" id="{78E6C8BE-80DD-4423-8684-EF6A9F1F4AFB}"/>
              </a:ext>
            </a:extLst>
          </p:cNvPr>
          <p:cNvSpPr>
            <a:spLocks xmlns:a="http://schemas.openxmlformats.org/drawingml/2006/main" noGrp="1"/>
          </p:cNvSpPr>
          <p:nvPr/>
        </p:nvSpPr>
        <p:spPr>
          <a:xfrm xmlns:a="http://schemas.openxmlformats.org/drawingml/2006/main" rot="0">
            <a:off x="14146845" y="3185922"/>
            <a:ext cx="63418" cy="61781"/>
          </a:xfrm>
          <a:custGeom xmlns:a="http://schemas.openxmlformats.org/drawingml/2006/main">
            <a:pathLst>
              <a:path w="63418" h="61781">
                <a:moveTo>
                  <a:pt x="0" y="30959"/>
                </a:moveTo>
                <a:cubicBezTo>
                  <a:pt x="0" y="13775"/>
                  <a:pt x="14183" y="0"/>
                  <a:pt x="31639" y="0"/>
                </a:cubicBezTo>
                <a:cubicBezTo>
                  <a:pt x="49234" y="0"/>
                  <a:pt x="63418" y="13775"/>
                  <a:pt x="63418" y="30959"/>
                </a:cubicBezTo>
                <a:cubicBezTo>
                  <a:pt x="63418" y="48007"/>
                  <a:pt x="49234" y="61781"/>
                  <a:pt x="31639" y="61781"/>
                </a:cubicBezTo>
                <a:cubicBezTo>
                  <a:pt x="14183" y="61781"/>
                  <a:pt x="0" y="48007"/>
                  <a:pt x="0" y="30959"/>
                </a:cubicBezTo>
              </a:path>
            </a:pathLst>
          </a:custGeom>
          <a:solidFill xmlns:a="http://schemas.openxmlformats.org/drawingml/2006/main">
            <a:srgbClr val="FBFB2C"/>
          </a:solidFill>
          <a:ln xmlns:a="http://schemas.openxmlformats.org/drawingml/2006/main" w="6819">
            <a:solidFill>
              <a:srgbClr val="000000"/>
            </a:solidFill>
            <a:prstDash val="solid"/>
          </a:ln>
        </p:spPr>
      </p:sp>
      <p:sp>
        <p:nvSpPr>
          <p:cNvPr id="267" name="pdf-path-257">
            <a:extLst xmlns:a="http://schemas.openxmlformats.org/drawingml/2006/main">
              <a:ext uri="{FF2B5EF4-FFF2-40B4-BE49-F238E27FC236}">
                <a16:creationId xmlns:a16="http://schemas.microsoft.com/office/drawing/2014/main" id="{5E934396-E870-4EF3-9A8C-7EBDBF238163}"/>
              </a:ext>
            </a:extLst>
          </p:cNvPr>
          <p:cNvSpPr>
            <a:spLocks xmlns:a="http://schemas.openxmlformats.org/drawingml/2006/main" noGrp="1"/>
          </p:cNvSpPr>
          <p:nvPr/>
        </p:nvSpPr>
        <p:spPr>
          <a:xfrm xmlns:a="http://schemas.openxmlformats.org/drawingml/2006/main" rot="0">
            <a:off x="14273952" y="3063177"/>
            <a:ext cx="61918" cy="61781"/>
          </a:xfrm>
          <a:custGeom xmlns:a="http://schemas.openxmlformats.org/drawingml/2006/main">
            <a:pathLst>
              <a:path w="61918" h="61781">
                <a:moveTo>
                  <a:pt x="0" y="30823"/>
                </a:moveTo>
                <a:cubicBezTo>
                  <a:pt x="0" y="13775"/>
                  <a:pt x="13913" y="0"/>
                  <a:pt x="30959" y="0"/>
                </a:cubicBezTo>
                <a:cubicBezTo>
                  <a:pt x="48008" y="0"/>
                  <a:pt x="61918" y="13775"/>
                  <a:pt x="61918" y="30823"/>
                </a:cubicBezTo>
                <a:cubicBezTo>
                  <a:pt x="61918" y="48007"/>
                  <a:pt x="48008" y="61781"/>
                  <a:pt x="30959" y="61781"/>
                </a:cubicBezTo>
                <a:cubicBezTo>
                  <a:pt x="13913" y="61781"/>
                  <a:pt x="0" y="48007"/>
                  <a:pt x="0" y="30823"/>
                </a:cubicBezTo>
              </a:path>
            </a:pathLst>
          </a:custGeom>
          <a:solidFill xmlns:a="http://schemas.openxmlformats.org/drawingml/2006/main">
            <a:srgbClr val="FFFFFF"/>
          </a:solidFill>
          <a:ln xmlns:a="http://schemas.openxmlformats.org/drawingml/2006/main" w="6819">
            <a:solidFill>
              <a:srgbClr val="7F7F7F"/>
            </a:solidFill>
            <a:prstDash val="solid"/>
          </a:ln>
        </p:spPr>
      </p:sp>
      <p:pic>
        <p:nvPicPr>
          <p:cNvPr id="268" name="">
            <a:extLst xmlns:a="http://schemas.openxmlformats.org/drawingml/2006/main">
              <a:ext uri="{FF2B5EF4-FFF2-40B4-BE49-F238E27FC236}">
                <a16:creationId xmlns:a16="http://schemas.microsoft.com/office/drawing/2014/main" id="{49EBB2E9-A9EC-4862-B154-C9C2171F29AB}"/>
              </a:ext>
            </a:extLst>
          </p:cNvPr>
          <p:cNvPicPr>
            <a:picLocks xmlns:a="http://schemas.openxmlformats.org/drawingml/2006/main" noChangeAspect="1"/>
          </p:cNvPicPr>
          <p:nvPr/>
        </p:nvPicPr>
        <p:blipFill>
          <a:blip xmlns:r="http://schemas.openxmlformats.org/officeDocument/2006/relationships" xmlns:a="http://schemas.openxmlformats.org/drawingml/2006/main" r:embed="Rebe3c184c8a94d1c"/>
          <a:srcRect xmlns:a="http://schemas.openxmlformats.org/drawingml/2006/main" l="0" t="199" r="0" b="199"/>
          <a:stretch xmlns:a="http://schemas.openxmlformats.org/drawingml/2006/main">
            <a:fillRect l="0" t="0" r="0" b="0"/>
          </a:stretch>
        </p:blipFill>
        <p:spPr>
          <a:xfrm xmlns:a="http://schemas.openxmlformats.org/drawingml/2006/main">
            <a:off x="9701448" y="1770132"/>
            <a:ext cx="4395888" cy="407512"/>
          </a:xfrm>
          <a:prstGeom xmlns:a="http://schemas.openxmlformats.org/drawingml/2006/main" prst="rect">
            <a:avLst/>
          </a:prstGeom>
        </p:spPr>
      </p:pic>
      <p:sp>
        <p:nvSpPr>
          <p:cNvPr id="269" name="gordon-source-component-30">
            <a:extLst xmlns:a="http://schemas.openxmlformats.org/drawingml/2006/main">
              <a:ext uri="{FF2B5EF4-FFF2-40B4-BE49-F238E27FC236}">
                <a16:creationId xmlns:a16="http://schemas.microsoft.com/office/drawing/2014/main" id="{35F12311-F618-449E-958D-0FC0568B85DD}"/>
              </a:ext>
            </a:extLst>
          </p:cNvPr>
          <p:cNvSpPr>
            <a:spLocks xmlns:a="http://schemas.openxmlformats.org/drawingml/2006/main" noGrp="1"/>
          </p:cNvSpPr>
          <p:nvPr/>
        </p:nvSpPr>
        <p:spPr>
          <a:xfrm xmlns:a="http://schemas.openxmlformats.org/drawingml/2006/main" rot="0">
            <a:off x="9701448" y="1770132"/>
            <a:ext cx="4395888" cy="407512"/>
          </a:xfrm>
          <a:prstGeom xmlns:a="http://schemas.openxmlformats.org/drawingml/2006/main" prst="rect">
            <a:avLst/>
          </a:prstGeom>
          <a:noFill xmlns:a="http://schemas.openxmlformats.org/drawingml/2006/main"/>
          <a:ln xmlns:a="http://schemas.openxmlformats.org/drawingml/2006/main" w="0">
            <a:noFill/>
          </a:ln>
        </p:spPr>
      </p:sp>
      <p:sp>
        <p:nvSpPr>
          <p:cNvPr id="270" name="pdf-path-261">
            <a:extLst xmlns:a="http://schemas.openxmlformats.org/drawingml/2006/main">
              <a:ext uri="{FF2B5EF4-FFF2-40B4-BE49-F238E27FC236}">
                <a16:creationId xmlns:a16="http://schemas.microsoft.com/office/drawing/2014/main" id="{0200A684-CBE3-40F7-815D-42B659FA313E}"/>
              </a:ext>
            </a:extLst>
          </p:cNvPr>
          <p:cNvSpPr>
            <a:spLocks xmlns:a="http://schemas.openxmlformats.org/drawingml/2006/main" noGrp="1"/>
          </p:cNvSpPr>
          <p:nvPr/>
        </p:nvSpPr>
        <p:spPr>
          <a:xfrm xmlns:a="http://schemas.openxmlformats.org/drawingml/2006/main" rot="0">
            <a:off x="9729542" y="1799182"/>
            <a:ext cx="4285965" cy="296496"/>
          </a:xfrm>
          <a:custGeom xmlns:a="http://schemas.openxmlformats.org/drawingml/2006/main">
            <a:pathLst>
              <a:path w="4285965" h="296496">
                <a:moveTo>
                  <a:pt x="0" y="49507"/>
                </a:moveTo>
                <a:cubicBezTo>
                  <a:pt x="0" y="22230"/>
                  <a:pt x="22094" y="0"/>
                  <a:pt x="49371" y="0"/>
                </a:cubicBezTo>
                <a:lnTo>
                  <a:pt x="4236459" y="0"/>
                </a:lnTo>
                <a:cubicBezTo>
                  <a:pt x="4263735" y="0"/>
                  <a:pt x="4285965" y="22230"/>
                  <a:pt x="4285965" y="49507"/>
                </a:cubicBezTo>
                <a:lnTo>
                  <a:pt x="4285965" y="247125"/>
                </a:lnTo>
                <a:cubicBezTo>
                  <a:pt x="4285965" y="274402"/>
                  <a:pt x="4263735" y="296496"/>
                  <a:pt x="4236459" y="296496"/>
                </a:cubicBezTo>
                <a:lnTo>
                  <a:pt x="49371" y="296496"/>
                </a:lnTo>
                <a:cubicBezTo>
                  <a:pt x="22094" y="296496"/>
                  <a:pt x="0" y="274402"/>
                  <a:pt x="0" y="247125"/>
                </a:cubicBezTo>
                <a:lnTo>
                  <a:pt x="0" y="49507"/>
                </a:lnTo>
              </a:path>
            </a:pathLst>
          </a:custGeom>
          <a:solidFill xmlns:a="http://schemas.openxmlformats.org/drawingml/2006/main">
            <a:srgbClr val="8ED973"/>
          </a:solidFill>
          <a:ln xmlns:a="http://schemas.openxmlformats.org/drawingml/2006/main" w="0">
            <a:noFill/>
            <a:prstDash val="solid"/>
          </a:ln>
        </p:spPr>
      </p:sp>
      <p:sp>
        <p:nvSpPr>
          <p:cNvPr id="271" name="pdf-text-44-0">
            <a:extLst xmlns:a="http://schemas.openxmlformats.org/drawingml/2006/main">
              <a:ext uri="{FF2B5EF4-FFF2-40B4-BE49-F238E27FC236}">
                <a16:creationId xmlns:a16="http://schemas.microsoft.com/office/drawing/2014/main" id="{71B04E36-B08F-48BD-B0AE-F84FBB0946EB}"/>
              </a:ext>
            </a:extLst>
          </p:cNvPr>
          <p:cNvSpPr>
            <a:spLocks xmlns:a="http://schemas.openxmlformats.org/drawingml/2006/main" noGrp="1"/>
          </p:cNvSpPr>
          <p:nvPr/>
        </p:nvSpPr>
        <p:spPr>
          <a:xfrm xmlns:a="http://schemas.openxmlformats.org/drawingml/2006/main" rot="0">
            <a:off x="11084642" y="1841112"/>
            <a:ext cx="1579145"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3" b="1" i="0">
                <a:solidFill>
                  <a:srgbClr val="000000"/>
                </a:solidFill>
                <a:latin typeface="Arial"/>
                <a:ea typeface="Arial"/>
                <a:cs typeface="Arial"/>
              </a:defRPr>
            </a:defPPr>
          </a:lstStyle>
          <a:p xmlns:a="http://schemas.openxmlformats.org/drawingml/2006/main">
            <a:pPr algn="l">
              <a:defRPr sz="1373" b="1" i="0">
                <a:solidFill>
                  <a:srgbClr val="000000"/>
                </a:solidFill>
                <a:latin typeface="Arial"/>
                <a:ea typeface="Arial"/>
                <a:cs typeface="Arial"/>
              </a:defRPr>
            </a:pPr>
            <a:r>
              <a:rPr sz="1373" b="1" i="0">
                <a:solidFill>
                  <a:srgbClr val="000000"/>
                </a:solidFill>
                <a:latin typeface="Arial"/>
                <a:ea typeface="Arial"/>
                <a:cs typeface="Arial"/>
              </a:rPr>
              <a:t>Distance Estimator</a:t>
            </a:r>
          </a:p>
        </p:txBody>
      </p:sp>
      <p:pic>
        <p:nvPicPr>
          <p:cNvPr id="272" name="">
            <a:extLst xmlns:a="http://schemas.openxmlformats.org/drawingml/2006/main">
              <a:ext uri="{FF2B5EF4-FFF2-40B4-BE49-F238E27FC236}">
                <a16:creationId xmlns:a16="http://schemas.microsoft.com/office/drawing/2014/main" id="{A0D6B469-3E41-425E-A144-C0E1ECC23D65}"/>
              </a:ext>
            </a:extLst>
          </p:cNvPr>
          <p:cNvPicPr>
            <a:picLocks xmlns:a="http://schemas.openxmlformats.org/drawingml/2006/main" noChangeAspect="1"/>
          </p:cNvPicPr>
          <p:nvPr/>
        </p:nvPicPr>
        <p:blipFill>
          <a:blip xmlns:r="http://schemas.openxmlformats.org/officeDocument/2006/relationships" xmlns:a="http://schemas.openxmlformats.org/drawingml/2006/main" r:embed="Rc9273b92a20b4d60"/>
          <a:srcRect xmlns:a="http://schemas.openxmlformats.org/drawingml/2006/main" l="0" t="267" r="0" b="267"/>
          <a:stretch xmlns:a="http://schemas.openxmlformats.org/drawingml/2006/main">
            <a:fillRect l="0" t="0" r="0" b="0"/>
          </a:stretch>
        </p:blipFill>
        <p:spPr>
          <a:xfrm xmlns:a="http://schemas.openxmlformats.org/drawingml/2006/main">
            <a:off x="5295739" y="1743946"/>
            <a:ext cx="1127599" cy="741377"/>
          </a:xfrm>
          <a:prstGeom xmlns:a="http://schemas.openxmlformats.org/drawingml/2006/main" prst="rect">
            <a:avLst/>
          </a:prstGeom>
        </p:spPr>
      </p:pic>
      <p:sp>
        <p:nvSpPr>
          <p:cNvPr id="273" name="gordon-source-component-33">
            <a:extLst xmlns:a="http://schemas.openxmlformats.org/drawingml/2006/main">
              <a:ext uri="{FF2B5EF4-FFF2-40B4-BE49-F238E27FC236}">
                <a16:creationId xmlns:a16="http://schemas.microsoft.com/office/drawing/2014/main" id="{DE209D3A-560E-4D54-9F4C-94DDC10ABEAB}"/>
              </a:ext>
            </a:extLst>
          </p:cNvPr>
          <p:cNvSpPr>
            <a:spLocks xmlns:a="http://schemas.openxmlformats.org/drawingml/2006/main" noGrp="1"/>
          </p:cNvSpPr>
          <p:nvPr/>
        </p:nvSpPr>
        <p:spPr>
          <a:xfrm xmlns:a="http://schemas.openxmlformats.org/drawingml/2006/main" rot="0">
            <a:off x="5295739" y="1743946"/>
            <a:ext cx="1127599" cy="741377"/>
          </a:xfrm>
          <a:prstGeom xmlns:a="http://schemas.openxmlformats.org/drawingml/2006/main" prst="rect">
            <a:avLst/>
          </a:prstGeom>
          <a:noFill xmlns:a="http://schemas.openxmlformats.org/drawingml/2006/main"/>
          <a:ln xmlns:a="http://schemas.openxmlformats.org/drawingml/2006/main" w="0">
            <a:noFill/>
          </a:ln>
        </p:spPr>
      </p:sp>
      <p:pic>
        <p:nvPicPr>
          <p:cNvPr id="274" name="">
            <a:extLst xmlns:a="http://schemas.openxmlformats.org/drawingml/2006/main">
              <a:ext uri="{FF2B5EF4-FFF2-40B4-BE49-F238E27FC236}">
                <a16:creationId xmlns:a16="http://schemas.microsoft.com/office/drawing/2014/main" id="{818F630D-C498-46E7-BEBE-69D0545CCD65}"/>
              </a:ext>
            </a:extLst>
          </p:cNvPr>
          <p:cNvPicPr>
            <a:picLocks xmlns:a="http://schemas.openxmlformats.org/drawingml/2006/main" noChangeAspect="1"/>
          </p:cNvPicPr>
          <p:nvPr/>
        </p:nvPicPr>
        <p:blipFill>
          <a:blip xmlns:r="http://schemas.openxmlformats.org/officeDocument/2006/relationships" xmlns:a="http://schemas.openxmlformats.org/drawingml/2006/main" r:embed="R72c6c60caf56425e"/>
          <a:srcRect xmlns:a="http://schemas.openxmlformats.org/drawingml/2006/main" l="0" t="0" r="0" b="0"/>
          <a:stretch xmlns:a="http://schemas.openxmlformats.org/drawingml/2006/main">
            <a:fillRect l="0" t="0" r="0" b="0"/>
          </a:stretch>
        </p:blipFill>
        <p:spPr>
          <a:xfrm xmlns:a="http://schemas.openxmlformats.org/drawingml/2006/main">
            <a:off x="5314950" y="1771650"/>
            <a:ext cx="1028700" cy="628650"/>
          </a:xfrm>
          <a:prstGeom xmlns:a="http://schemas.openxmlformats.org/drawingml/2006/main" prst="rect">
            <a:avLst/>
          </a:prstGeom>
        </p:spPr>
      </p:pic>
      <p:sp>
        <p:nvSpPr>
          <p:cNvPr id="275" name="gordon-source-component-35">
            <a:extLst xmlns:a="http://schemas.openxmlformats.org/drawingml/2006/main">
              <a:ext uri="{FF2B5EF4-FFF2-40B4-BE49-F238E27FC236}">
                <a16:creationId xmlns:a16="http://schemas.microsoft.com/office/drawing/2014/main" id="{07E7F3D4-28FF-408C-9D2A-A178A5C429C6}"/>
              </a:ext>
            </a:extLst>
          </p:cNvPr>
          <p:cNvSpPr>
            <a:spLocks xmlns:a="http://schemas.openxmlformats.org/drawingml/2006/main" noGrp="1"/>
          </p:cNvSpPr>
          <p:nvPr/>
        </p:nvSpPr>
        <p:spPr>
          <a:xfrm xmlns:a="http://schemas.openxmlformats.org/drawingml/2006/main" rot="0">
            <a:off x="5314950" y="1771650"/>
            <a:ext cx="1028700" cy="628650"/>
          </a:xfrm>
          <a:prstGeom xmlns:a="http://schemas.openxmlformats.org/drawingml/2006/main" prst="rect">
            <a:avLst/>
          </a:prstGeom>
          <a:noFill xmlns:a="http://schemas.openxmlformats.org/drawingml/2006/main"/>
          <a:ln xmlns:a="http://schemas.openxmlformats.org/drawingml/2006/main" w="0">
            <a:noFill/>
          </a:ln>
        </p:spPr>
      </p:sp>
      <p:sp>
        <p:nvSpPr>
          <p:cNvPr id="276" name="pdf-path-267">
            <a:extLst xmlns:a="http://schemas.openxmlformats.org/drawingml/2006/main">
              <a:ext uri="{FF2B5EF4-FFF2-40B4-BE49-F238E27FC236}">
                <a16:creationId xmlns:a16="http://schemas.microsoft.com/office/drawing/2014/main" id="{34AB4AB3-2E12-4B93-A204-BFCEBDD49374}"/>
              </a:ext>
            </a:extLst>
          </p:cNvPr>
          <p:cNvSpPr>
            <a:spLocks xmlns:a="http://schemas.openxmlformats.org/drawingml/2006/main" noGrp="1"/>
          </p:cNvSpPr>
          <p:nvPr/>
        </p:nvSpPr>
        <p:spPr>
          <a:xfrm xmlns:a="http://schemas.openxmlformats.org/drawingml/2006/main" rot="0">
            <a:off x="5326972" y="1776133"/>
            <a:ext cx="1011278" cy="624087"/>
          </a:xfrm>
          <a:custGeom xmlns:a="http://schemas.openxmlformats.org/drawingml/2006/main">
            <a:pathLst>
              <a:path w="1011278" h="624087">
                <a:moveTo>
                  <a:pt x="0" y="103924"/>
                </a:moveTo>
                <a:cubicBezTo>
                  <a:pt x="0" y="46507"/>
                  <a:pt x="46506" y="0"/>
                  <a:pt x="104060" y="0"/>
                </a:cubicBezTo>
                <a:lnTo>
                  <a:pt x="907217" y="0"/>
                </a:lnTo>
                <a:cubicBezTo>
                  <a:pt x="964634" y="0"/>
                  <a:pt x="1011278" y="46507"/>
                  <a:pt x="1011278" y="103924"/>
                </a:cubicBezTo>
                <a:lnTo>
                  <a:pt x="1011278" y="520027"/>
                </a:lnTo>
                <a:cubicBezTo>
                  <a:pt x="1011278" y="577444"/>
                  <a:pt x="964634" y="624087"/>
                  <a:pt x="907217" y="624087"/>
                </a:cubicBezTo>
                <a:lnTo>
                  <a:pt x="104060" y="624087"/>
                </a:lnTo>
                <a:cubicBezTo>
                  <a:pt x="46506" y="624087"/>
                  <a:pt x="0" y="577444"/>
                  <a:pt x="0" y="520027"/>
                </a:cubicBezTo>
                <a:lnTo>
                  <a:pt x="0" y="103924"/>
                </a:lnTo>
              </a:path>
            </a:pathLst>
          </a:custGeom>
          <a:noFill xmlns:a="http://schemas.openxmlformats.org/drawingml/2006/main"/>
          <a:ln xmlns:a="http://schemas.openxmlformats.org/drawingml/2006/main" w="6819">
            <a:solidFill>
              <a:srgbClr val="FFC000"/>
            </a:solidFill>
            <a:prstDash val="solid"/>
          </a:ln>
        </p:spPr>
      </p:sp>
      <p:sp>
        <p:nvSpPr>
          <p:cNvPr id="277" name="pdf-text-45-0">
            <a:extLst xmlns:a="http://schemas.openxmlformats.org/drawingml/2006/main">
              <a:ext uri="{FF2B5EF4-FFF2-40B4-BE49-F238E27FC236}">
                <a16:creationId xmlns:a16="http://schemas.microsoft.com/office/drawing/2014/main" id="{54210904-C211-48E4-8230-3B66F06BBC28}"/>
              </a:ext>
            </a:extLst>
          </p:cNvPr>
          <p:cNvSpPr>
            <a:spLocks xmlns:a="http://schemas.openxmlformats.org/drawingml/2006/main" noGrp="1"/>
          </p:cNvSpPr>
          <p:nvPr/>
        </p:nvSpPr>
        <p:spPr>
          <a:xfrm xmlns:a="http://schemas.openxmlformats.org/drawingml/2006/main" rot="0">
            <a:off x="5489130" y="1799157"/>
            <a:ext cx="723672" cy="1639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93" b="1" i="0">
                <a:solidFill>
                  <a:srgbClr val="000000"/>
                </a:solidFill>
                <a:latin typeface="Arial"/>
                <a:ea typeface="Arial"/>
                <a:cs typeface="Arial"/>
              </a:defRPr>
            </a:defPPr>
          </a:lstStyle>
          <a:p xmlns:a="http://schemas.openxmlformats.org/drawingml/2006/main">
            <a:pPr algn="l">
              <a:defRPr sz="1193" b="1" i="0">
                <a:solidFill>
                  <a:srgbClr val="000000"/>
                </a:solidFill>
                <a:latin typeface="Arial"/>
                <a:ea typeface="Arial"/>
                <a:cs typeface="Arial"/>
              </a:defRPr>
            </a:pPr>
            <a:r>
              <a:rPr sz="1193" b="1" i="0">
                <a:solidFill>
                  <a:srgbClr val="000000"/>
                </a:solidFill>
                <a:latin typeface="Arial"/>
                <a:ea typeface="Arial"/>
                <a:cs typeface="Arial"/>
              </a:rPr>
              <a:t>Weighted </a:t>
            </a:r>
          </a:p>
        </p:txBody>
      </p:sp>
      <p:sp>
        <p:nvSpPr>
          <p:cNvPr id="278" name="pdf-text-46-0">
            <a:extLst xmlns:a="http://schemas.openxmlformats.org/drawingml/2006/main">
              <a:ext uri="{FF2B5EF4-FFF2-40B4-BE49-F238E27FC236}">
                <a16:creationId xmlns:a16="http://schemas.microsoft.com/office/drawing/2014/main" id="{5AAADE36-E7D9-4683-9A50-4E5C57315841}"/>
              </a:ext>
            </a:extLst>
          </p:cNvPr>
          <p:cNvSpPr>
            <a:spLocks xmlns:a="http://schemas.openxmlformats.org/drawingml/2006/main" noGrp="1"/>
          </p:cNvSpPr>
          <p:nvPr/>
        </p:nvSpPr>
        <p:spPr>
          <a:xfrm xmlns:a="http://schemas.openxmlformats.org/drawingml/2006/main" rot="0">
            <a:off x="5633150" y="1995251"/>
            <a:ext cx="434024" cy="163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06" b="1" i="0">
                <a:solidFill>
                  <a:srgbClr val="000000"/>
                </a:solidFill>
                <a:latin typeface="Arial"/>
                <a:ea typeface="Arial"/>
                <a:cs typeface="Arial"/>
              </a:defRPr>
            </a:defPPr>
          </a:lstStyle>
          <a:p xmlns:a="http://schemas.openxmlformats.org/drawingml/2006/main">
            <a:pPr algn="l">
              <a:defRPr sz="1206" b="1" i="0">
                <a:solidFill>
                  <a:srgbClr val="000000"/>
                </a:solidFill>
                <a:latin typeface="Arial"/>
                <a:ea typeface="Arial"/>
                <a:cs typeface="Arial"/>
              </a:defRPr>
            </a:pPr>
            <a:r>
              <a:rPr sz="1206" b="1" i="0">
                <a:solidFill>
                  <a:srgbClr val="000000"/>
                </a:solidFill>
                <a:latin typeface="Arial"/>
                <a:ea typeface="Arial"/>
                <a:cs typeface="Arial"/>
              </a:rPr>
              <a:t>Mean </a:t>
            </a:r>
          </a:p>
        </p:txBody>
      </p:sp>
      <p:sp>
        <p:nvSpPr>
          <p:cNvPr id="279" name="pdf-text-47-0">
            <a:extLst xmlns:a="http://schemas.openxmlformats.org/drawingml/2006/main">
              <a:ext uri="{FF2B5EF4-FFF2-40B4-BE49-F238E27FC236}">
                <a16:creationId xmlns:a16="http://schemas.microsoft.com/office/drawing/2014/main" id="{742EA0DB-8F33-479D-AF28-C7647CFE11EF}"/>
              </a:ext>
            </a:extLst>
          </p:cNvPr>
          <p:cNvSpPr>
            <a:spLocks xmlns:a="http://schemas.openxmlformats.org/drawingml/2006/main" noGrp="1"/>
          </p:cNvSpPr>
          <p:nvPr/>
        </p:nvSpPr>
        <p:spPr>
          <a:xfrm xmlns:a="http://schemas.openxmlformats.org/drawingml/2006/main" rot="0">
            <a:off x="5566050" y="2195338"/>
            <a:ext cx="534347" cy="163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8" b="1" i="0">
                <a:solidFill>
                  <a:srgbClr val="000000"/>
                </a:solidFill>
                <a:latin typeface="Arial"/>
                <a:ea typeface="Arial"/>
                <a:cs typeface="Arial"/>
              </a:defRPr>
            </a:defPPr>
          </a:lstStyle>
          <a:p xmlns:a="http://schemas.openxmlformats.org/drawingml/2006/main">
            <a:pPr algn="l">
              <a:defRPr sz="1148" b="1" i="0">
                <a:solidFill>
                  <a:srgbClr val="000000"/>
                </a:solidFill>
                <a:latin typeface="Arial"/>
                <a:ea typeface="Arial"/>
                <a:cs typeface="Arial"/>
              </a:defRPr>
            </a:pPr>
            <a:r>
              <a:rPr sz="1148" b="1" i="0">
                <a:solidFill>
                  <a:srgbClr val="000000"/>
                </a:solidFill>
                <a:latin typeface="Arial"/>
                <a:ea typeface="Arial"/>
                <a:cs typeface="Arial"/>
              </a:rPr>
              <a:t>Pooling</a:t>
            </a:r>
          </a:p>
        </p:txBody>
      </p:sp>
      <p:pic>
        <p:nvPicPr>
          <p:cNvPr id="280" name="">
            <a:extLst xmlns:a="http://schemas.openxmlformats.org/drawingml/2006/main">
              <a:ext uri="{FF2B5EF4-FFF2-40B4-BE49-F238E27FC236}">
                <a16:creationId xmlns:a16="http://schemas.microsoft.com/office/drawing/2014/main" id="{D28FD551-D15D-4E5C-855E-A9DF238AC311}"/>
              </a:ext>
            </a:extLst>
          </p:cNvPr>
          <p:cNvPicPr>
            <a:picLocks xmlns:a="http://schemas.openxmlformats.org/drawingml/2006/main" noChangeAspect="1"/>
          </p:cNvPicPr>
          <p:nvPr/>
        </p:nvPicPr>
        <p:blipFill>
          <a:blip xmlns:r="http://schemas.openxmlformats.org/officeDocument/2006/relationships" xmlns:a="http://schemas.openxmlformats.org/drawingml/2006/main" r:embed="R6352808c7a5c4866"/>
          <a:srcRect xmlns:a="http://schemas.openxmlformats.org/drawingml/2006/main" l="126" t="0" r="126" b="0"/>
          <a:stretch xmlns:a="http://schemas.openxmlformats.org/drawingml/2006/main">
            <a:fillRect l="0" t="0" r="0" b="0"/>
          </a:stretch>
        </p:blipFill>
        <p:spPr>
          <a:xfrm xmlns:a="http://schemas.openxmlformats.org/drawingml/2006/main">
            <a:off x="5295739" y="2809369"/>
            <a:ext cx="1125963" cy="803554"/>
          </a:xfrm>
          <a:prstGeom xmlns:a="http://schemas.openxmlformats.org/drawingml/2006/main" prst="rect">
            <a:avLst/>
          </a:prstGeom>
        </p:spPr>
      </p:pic>
      <p:sp>
        <p:nvSpPr>
          <p:cNvPr id="281" name="gordon-source-component-36">
            <a:extLst xmlns:a="http://schemas.openxmlformats.org/drawingml/2006/main">
              <a:ext uri="{FF2B5EF4-FFF2-40B4-BE49-F238E27FC236}">
                <a16:creationId xmlns:a16="http://schemas.microsoft.com/office/drawing/2014/main" id="{9FB3E6E1-A7FA-43B1-AE26-29119B1B544C}"/>
              </a:ext>
            </a:extLst>
          </p:cNvPr>
          <p:cNvSpPr>
            <a:spLocks xmlns:a="http://schemas.openxmlformats.org/drawingml/2006/main" noGrp="1"/>
          </p:cNvSpPr>
          <p:nvPr/>
        </p:nvSpPr>
        <p:spPr>
          <a:xfrm xmlns:a="http://schemas.openxmlformats.org/drawingml/2006/main" rot="0">
            <a:off x="5295739" y="2809369"/>
            <a:ext cx="1125963" cy="803554"/>
          </a:xfrm>
          <a:prstGeom xmlns:a="http://schemas.openxmlformats.org/drawingml/2006/main" prst="rect">
            <a:avLst/>
          </a:prstGeom>
          <a:noFill xmlns:a="http://schemas.openxmlformats.org/drawingml/2006/main"/>
          <a:ln xmlns:a="http://schemas.openxmlformats.org/drawingml/2006/main" w="0">
            <a:noFill/>
          </a:ln>
        </p:spPr>
      </p:sp>
      <p:pic>
        <p:nvPicPr>
          <p:cNvPr id="282" name="">
            <a:extLst xmlns:a="http://schemas.openxmlformats.org/drawingml/2006/main">
              <a:ext uri="{FF2B5EF4-FFF2-40B4-BE49-F238E27FC236}">
                <a16:creationId xmlns:a16="http://schemas.microsoft.com/office/drawing/2014/main" id="{7D3504F4-17BE-473E-B7ED-DBDA6D47C593}"/>
              </a:ext>
            </a:extLst>
          </p:cNvPr>
          <p:cNvPicPr>
            <a:picLocks xmlns:a="http://schemas.openxmlformats.org/drawingml/2006/main" noChangeAspect="1"/>
          </p:cNvPicPr>
          <p:nvPr/>
        </p:nvPicPr>
        <p:blipFill>
          <a:blip xmlns:r="http://schemas.openxmlformats.org/officeDocument/2006/relationships" xmlns:a="http://schemas.openxmlformats.org/drawingml/2006/main" r:embed="R2b63527ab4fa4ea8"/>
          <a:srcRect xmlns:a="http://schemas.openxmlformats.org/drawingml/2006/main" l="0" t="0" r="0" b="0"/>
          <a:stretch xmlns:a="http://schemas.openxmlformats.org/drawingml/2006/main">
            <a:fillRect l="0" t="0" r="0" b="0"/>
          </a:stretch>
        </p:blipFill>
        <p:spPr>
          <a:xfrm xmlns:a="http://schemas.openxmlformats.org/drawingml/2006/main">
            <a:off x="5314950" y="2828925"/>
            <a:ext cx="1028700" cy="714375"/>
          </a:xfrm>
          <a:prstGeom xmlns:a="http://schemas.openxmlformats.org/drawingml/2006/main" prst="rect">
            <a:avLst/>
          </a:prstGeom>
        </p:spPr>
      </p:pic>
      <p:sp>
        <p:nvSpPr>
          <p:cNvPr id="283" name="gordon-source-component-38">
            <a:extLst xmlns:a="http://schemas.openxmlformats.org/drawingml/2006/main">
              <a:ext uri="{FF2B5EF4-FFF2-40B4-BE49-F238E27FC236}">
                <a16:creationId xmlns:a16="http://schemas.microsoft.com/office/drawing/2014/main" id="{FF556180-1EB8-4773-A0FA-4B4D5E2469E2}"/>
              </a:ext>
            </a:extLst>
          </p:cNvPr>
          <p:cNvSpPr>
            <a:spLocks xmlns:a="http://schemas.openxmlformats.org/drawingml/2006/main" noGrp="1"/>
          </p:cNvSpPr>
          <p:nvPr/>
        </p:nvSpPr>
        <p:spPr>
          <a:xfrm xmlns:a="http://schemas.openxmlformats.org/drawingml/2006/main" rot="0">
            <a:off x="5314950" y="2828925"/>
            <a:ext cx="1028700" cy="714375"/>
          </a:xfrm>
          <a:prstGeom xmlns:a="http://schemas.openxmlformats.org/drawingml/2006/main" prst="rect">
            <a:avLst/>
          </a:prstGeom>
          <a:noFill xmlns:a="http://schemas.openxmlformats.org/drawingml/2006/main"/>
          <a:ln xmlns:a="http://schemas.openxmlformats.org/drawingml/2006/main" w="0">
            <a:noFill/>
          </a:ln>
        </p:spPr>
      </p:sp>
      <p:sp>
        <p:nvSpPr>
          <p:cNvPr id="284" name="pdf-path-274">
            <a:extLst xmlns:a="http://schemas.openxmlformats.org/drawingml/2006/main">
              <a:ext uri="{FF2B5EF4-FFF2-40B4-BE49-F238E27FC236}">
                <a16:creationId xmlns:a16="http://schemas.microsoft.com/office/drawing/2014/main" id="{CBA6D65B-6B16-4D5B-93AF-B718EC9A148C}"/>
              </a:ext>
            </a:extLst>
          </p:cNvPr>
          <p:cNvSpPr>
            <a:spLocks xmlns:a="http://schemas.openxmlformats.org/drawingml/2006/main" noGrp="1"/>
          </p:cNvSpPr>
          <p:nvPr/>
        </p:nvSpPr>
        <p:spPr>
          <a:xfrm xmlns:a="http://schemas.openxmlformats.org/drawingml/2006/main" rot="0">
            <a:off x="5326972" y="2841419"/>
            <a:ext cx="1009368" cy="687137"/>
          </a:xfrm>
          <a:custGeom xmlns:a="http://schemas.openxmlformats.org/drawingml/2006/main">
            <a:pathLst>
              <a:path w="1009368" h="687137">
                <a:moveTo>
                  <a:pt x="0" y="114425"/>
                </a:moveTo>
                <a:cubicBezTo>
                  <a:pt x="0" y="51279"/>
                  <a:pt x="51279" y="0"/>
                  <a:pt x="114561" y="0"/>
                </a:cubicBezTo>
                <a:lnTo>
                  <a:pt x="894807" y="0"/>
                </a:lnTo>
                <a:cubicBezTo>
                  <a:pt x="958089" y="0"/>
                  <a:pt x="1009368" y="51279"/>
                  <a:pt x="1009368" y="114425"/>
                </a:cubicBezTo>
                <a:lnTo>
                  <a:pt x="1009368" y="572603"/>
                </a:lnTo>
                <a:cubicBezTo>
                  <a:pt x="1009368" y="635857"/>
                  <a:pt x="958089" y="687137"/>
                  <a:pt x="894807" y="687137"/>
                </a:cubicBezTo>
                <a:lnTo>
                  <a:pt x="114561" y="687137"/>
                </a:lnTo>
                <a:cubicBezTo>
                  <a:pt x="51279" y="687137"/>
                  <a:pt x="0" y="635857"/>
                  <a:pt x="0" y="572603"/>
                </a:cubicBezTo>
                <a:lnTo>
                  <a:pt x="0" y="114425"/>
                </a:lnTo>
              </a:path>
            </a:pathLst>
          </a:custGeom>
          <a:noFill xmlns:a="http://schemas.openxmlformats.org/drawingml/2006/main"/>
          <a:ln xmlns:a="http://schemas.openxmlformats.org/drawingml/2006/main" w="6819">
            <a:solidFill>
              <a:srgbClr val="5B9BD5"/>
            </a:solidFill>
            <a:prstDash val="solid"/>
          </a:ln>
        </p:spPr>
      </p:sp>
      <p:sp>
        <p:nvSpPr>
          <p:cNvPr id="285" name="pdf-text-48-0">
            <a:extLst xmlns:a="http://schemas.openxmlformats.org/drawingml/2006/main">
              <a:ext uri="{FF2B5EF4-FFF2-40B4-BE49-F238E27FC236}">
                <a16:creationId xmlns:a16="http://schemas.microsoft.com/office/drawing/2014/main" id="{B3DE46D2-1DF0-4107-B851-FDC3DDDA3817}"/>
              </a:ext>
            </a:extLst>
          </p:cNvPr>
          <p:cNvSpPr>
            <a:spLocks xmlns:a="http://schemas.openxmlformats.org/drawingml/2006/main" noGrp="1"/>
          </p:cNvSpPr>
          <p:nvPr/>
        </p:nvSpPr>
        <p:spPr>
          <a:xfrm xmlns:a="http://schemas.openxmlformats.org/drawingml/2006/main" rot="0">
            <a:off x="5647880" y="3079182"/>
            <a:ext cx="366878"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69" b="1" i="0">
                <a:solidFill>
                  <a:srgbClr val="000000"/>
                </a:solidFill>
                <a:latin typeface="Arial"/>
                <a:ea typeface="Arial"/>
                <a:cs typeface="Arial"/>
              </a:defRPr>
            </a:defPPr>
          </a:lstStyle>
          <a:p xmlns:a="http://schemas.openxmlformats.org/drawingml/2006/main">
            <a:pPr algn="l">
              <a:defRPr sz="1369" b="1" i="0">
                <a:solidFill>
                  <a:srgbClr val="000000"/>
                </a:solidFill>
                <a:latin typeface="Arial"/>
                <a:ea typeface="Arial"/>
                <a:cs typeface="Arial"/>
              </a:defRPr>
            </a:pPr>
            <a:r>
              <a:rPr sz="1369" b="1" i="0">
                <a:solidFill>
                  <a:srgbClr val="000000"/>
                </a:solidFill>
                <a:latin typeface="Arial"/>
                <a:ea typeface="Arial"/>
                <a:cs typeface="Arial"/>
              </a:rPr>
              <a:t>MLP</a:t>
            </a:r>
          </a:p>
        </p:txBody>
      </p:sp>
      <p:pic>
        <p:nvPicPr>
          <p:cNvPr id="286" name="">
            <a:extLst xmlns:a="http://schemas.openxmlformats.org/drawingml/2006/main">
              <a:ext uri="{FF2B5EF4-FFF2-40B4-BE49-F238E27FC236}">
                <a16:creationId xmlns:a16="http://schemas.microsoft.com/office/drawing/2014/main" id="{47AF1033-CA61-4674-97AF-02604963B740}"/>
              </a:ext>
            </a:extLst>
          </p:cNvPr>
          <p:cNvPicPr>
            <a:picLocks xmlns:a="http://schemas.openxmlformats.org/drawingml/2006/main" noChangeAspect="1"/>
          </p:cNvPicPr>
          <p:nvPr/>
        </p:nvPicPr>
        <p:blipFill>
          <a:blip xmlns:r="http://schemas.openxmlformats.org/officeDocument/2006/relationships" xmlns:a="http://schemas.openxmlformats.org/drawingml/2006/main" r:embed="Ra71b01c5b9c14a84"/>
          <a:srcRect xmlns:a="http://schemas.openxmlformats.org/drawingml/2006/main" l="0" t="181" r="0" b="181"/>
          <a:stretch xmlns:a="http://schemas.openxmlformats.org/drawingml/2006/main">
            <a:fillRect l="0" t="0" r="0" b="0"/>
          </a:stretch>
        </p:blipFill>
        <p:spPr>
          <a:xfrm xmlns:a="http://schemas.openxmlformats.org/drawingml/2006/main">
            <a:off x="7341482" y="537764"/>
            <a:ext cx="1418926" cy="797035"/>
          </a:xfrm>
          <a:prstGeom xmlns:a="http://schemas.openxmlformats.org/drawingml/2006/main" prst="rect">
            <a:avLst/>
          </a:prstGeom>
        </p:spPr>
      </p:pic>
      <p:sp>
        <p:nvSpPr>
          <p:cNvPr id="287" name="gordon-source-component-39">
            <a:extLst xmlns:a="http://schemas.openxmlformats.org/drawingml/2006/main">
              <a:ext uri="{FF2B5EF4-FFF2-40B4-BE49-F238E27FC236}">
                <a16:creationId xmlns:a16="http://schemas.microsoft.com/office/drawing/2014/main" id="{0E047FF6-40A4-418C-ADF2-F5A870FE3F63}"/>
              </a:ext>
            </a:extLst>
          </p:cNvPr>
          <p:cNvSpPr>
            <a:spLocks xmlns:a="http://schemas.openxmlformats.org/drawingml/2006/main" noGrp="1"/>
          </p:cNvSpPr>
          <p:nvPr/>
        </p:nvSpPr>
        <p:spPr>
          <a:xfrm xmlns:a="http://schemas.openxmlformats.org/drawingml/2006/main" rot="0">
            <a:off x="7341482" y="537764"/>
            <a:ext cx="1418926" cy="797035"/>
          </a:xfrm>
          <a:prstGeom xmlns:a="http://schemas.openxmlformats.org/drawingml/2006/main" prst="rect">
            <a:avLst/>
          </a:prstGeom>
          <a:noFill xmlns:a="http://schemas.openxmlformats.org/drawingml/2006/main"/>
          <a:ln xmlns:a="http://schemas.openxmlformats.org/drawingml/2006/main" w="0">
            <a:noFill/>
          </a:ln>
        </p:spPr>
      </p:sp>
      <p:pic>
        <p:nvPicPr>
          <p:cNvPr id="288" name="">
            <a:extLst xmlns:a="http://schemas.openxmlformats.org/drawingml/2006/main">
              <a:ext uri="{FF2B5EF4-FFF2-40B4-BE49-F238E27FC236}">
                <a16:creationId xmlns:a16="http://schemas.microsoft.com/office/drawing/2014/main" id="{77D4E2C6-2B5B-4AC7-A4FD-E5D4E77A2635}"/>
              </a:ext>
            </a:extLst>
          </p:cNvPr>
          <p:cNvPicPr>
            <a:picLocks xmlns:a="http://schemas.openxmlformats.org/drawingml/2006/main" noChangeAspect="1"/>
          </p:cNvPicPr>
          <p:nvPr/>
        </p:nvPicPr>
        <p:blipFill>
          <a:blip xmlns:r="http://schemas.openxmlformats.org/officeDocument/2006/relationships" xmlns:a="http://schemas.openxmlformats.org/drawingml/2006/main" r:embed="R8b2ac379951e4cf0"/>
          <a:srcRect xmlns:a="http://schemas.openxmlformats.org/drawingml/2006/main" l="0" t="0" r="0" b="0"/>
          <a:stretch xmlns:a="http://schemas.openxmlformats.org/drawingml/2006/main">
            <a:fillRect l="0" t="0" r="0" b="0"/>
          </a:stretch>
        </p:blipFill>
        <p:spPr>
          <a:xfrm xmlns:a="http://schemas.openxmlformats.org/drawingml/2006/main">
            <a:off x="7372350" y="542925"/>
            <a:ext cx="1314450" cy="714375"/>
          </a:xfrm>
          <a:prstGeom xmlns:a="http://schemas.openxmlformats.org/drawingml/2006/main" prst="rect">
            <a:avLst/>
          </a:prstGeom>
        </p:spPr>
      </p:pic>
      <p:sp>
        <p:nvSpPr>
          <p:cNvPr id="289" name="gordon-source-component-41">
            <a:extLst xmlns:a="http://schemas.openxmlformats.org/drawingml/2006/main">
              <a:ext uri="{FF2B5EF4-FFF2-40B4-BE49-F238E27FC236}">
                <a16:creationId xmlns:a16="http://schemas.microsoft.com/office/drawing/2014/main" id="{7EA303F6-17FF-440F-8DC3-883F05F3B066}"/>
              </a:ext>
            </a:extLst>
          </p:cNvPr>
          <p:cNvSpPr>
            <a:spLocks xmlns:a="http://schemas.openxmlformats.org/drawingml/2006/main" noGrp="1"/>
          </p:cNvSpPr>
          <p:nvPr/>
        </p:nvSpPr>
        <p:spPr>
          <a:xfrm xmlns:a="http://schemas.openxmlformats.org/drawingml/2006/main" rot="0">
            <a:off x="7372350" y="542925"/>
            <a:ext cx="1314450" cy="714375"/>
          </a:xfrm>
          <a:prstGeom xmlns:a="http://schemas.openxmlformats.org/drawingml/2006/main" prst="rect">
            <a:avLst/>
          </a:prstGeom>
          <a:noFill xmlns:a="http://schemas.openxmlformats.org/drawingml/2006/main"/>
          <a:ln xmlns:a="http://schemas.openxmlformats.org/drawingml/2006/main" w="0">
            <a:noFill/>
          </a:ln>
        </p:spPr>
      </p:sp>
      <p:sp>
        <p:nvSpPr>
          <p:cNvPr id="290" name="pdf-path-279">
            <a:extLst xmlns:a="http://schemas.openxmlformats.org/drawingml/2006/main">
              <a:ext uri="{FF2B5EF4-FFF2-40B4-BE49-F238E27FC236}">
                <a16:creationId xmlns:a16="http://schemas.microsoft.com/office/drawing/2014/main" id="{E7EEA5E7-A06F-4E95-9993-88D0D63ED2E7}"/>
              </a:ext>
            </a:extLst>
          </p:cNvPr>
          <p:cNvSpPr>
            <a:spLocks xmlns:a="http://schemas.openxmlformats.org/drawingml/2006/main" noGrp="1"/>
          </p:cNvSpPr>
          <p:nvPr/>
        </p:nvSpPr>
        <p:spPr>
          <a:xfrm xmlns:a="http://schemas.openxmlformats.org/drawingml/2006/main" rot="0">
            <a:off x="7372576" y="570100"/>
            <a:ext cx="1303819" cy="679322"/>
          </a:xfrm>
          <a:custGeom xmlns:a="http://schemas.openxmlformats.org/drawingml/2006/main">
            <a:pathLst>
              <a:path w="1303819" h="679322">
                <a:moveTo>
                  <a:pt x="0" y="113197"/>
                </a:moveTo>
                <a:cubicBezTo>
                  <a:pt x="0" y="50734"/>
                  <a:pt x="50734" y="0"/>
                  <a:pt x="113198" y="0"/>
                </a:cubicBezTo>
                <a:lnTo>
                  <a:pt x="1190621" y="0"/>
                </a:lnTo>
                <a:cubicBezTo>
                  <a:pt x="1253085" y="0"/>
                  <a:pt x="1303819" y="50734"/>
                  <a:pt x="1303819" y="113197"/>
                </a:cubicBezTo>
                <a:lnTo>
                  <a:pt x="1303819" y="566124"/>
                </a:lnTo>
                <a:cubicBezTo>
                  <a:pt x="1303819" y="628588"/>
                  <a:pt x="1253085" y="679322"/>
                  <a:pt x="1190621" y="679322"/>
                </a:cubicBezTo>
                <a:lnTo>
                  <a:pt x="113198" y="679322"/>
                </a:lnTo>
                <a:cubicBezTo>
                  <a:pt x="50734" y="679322"/>
                  <a:pt x="0" y="628588"/>
                  <a:pt x="0" y="566124"/>
                </a:cubicBezTo>
                <a:lnTo>
                  <a:pt x="0" y="113197"/>
                </a:lnTo>
              </a:path>
            </a:pathLst>
          </a:custGeom>
          <a:noFill xmlns:a="http://schemas.openxmlformats.org/drawingml/2006/main"/>
          <a:ln xmlns:a="http://schemas.openxmlformats.org/drawingml/2006/main" w="6819">
            <a:solidFill>
              <a:srgbClr val="A5A5A5"/>
            </a:solidFill>
            <a:prstDash val="solid"/>
          </a:ln>
        </p:spPr>
      </p:sp>
      <p:sp>
        <p:nvSpPr>
          <p:cNvPr id="291" name="pdf-text-49-0">
            <a:extLst xmlns:a="http://schemas.openxmlformats.org/drawingml/2006/main">
              <a:ext uri="{FF2B5EF4-FFF2-40B4-BE49-F238E27FC236}">
                <a16:creationId xmlns:a16="http://schemas.microsoft.com/office/drawing/2014/main" id="{3F02471D-C481-481C-A15E-5111310DE916}"/>
              </a:ext>
            </a:extLst>
          </p:cNvPr>
          <p:cNvSpPr>
            <a:spLocks xmlns:a="http://schemas.openxmlformats.org/drawingml/2006/main" noGrp="1"/>
          </p:cNvSpPr>
          <p:nvPr/>
        </p:nvSpPr>
        <p:spPr>
          <a:xfrm xmlns:a="http://schemas.openxmlformats.org/drawingml/2006/main" rot="0">
            <a:off x="7775450" y="691097"/>
            <a:ext cx="496703" cy="1914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28" b="1" i="0">
                <a:solidFill>
                  <a:srgbClr val="000000"/>
                </a:solidFill>
                <a:latin typeface="Arial"/>
                <a:ea typeface="Arial"/>
                <a:cs typeface="Arial"/>
              </a:defRPr>
            </a:defPPr>
          </a:lstStyle>
          <a:p xmlns:a="http://schemas.openxmlformats.org/drawingml/2006/main">
            <a:pPr algn="l">
              <a:defRPr sz="1328" b="1" i="0">
                <a:solidFill>
                  <a:srgbClr val="000000"/>
                </a:solidFill>
                <a:latin typeface="Arial"/>
                <a:ea typeface="Arial"/>
                <a:cs typeface="Arial"/>
              </a:defRPr>
            </a:pPr>
            <a:r>
              <a:rPr sz="1328" b="1" i="0">
                <a:solidFill>
                  <a:srgbClr val="000000"/>
                </a:solidFill>
                <a:latin typeface="Arial"/>
                <a:ea typeface="Arial"/>
                <a:cs typeface="Arial"/>
              </a:rPr>
              <a:t>Graph</a:t>
            </a:r>
          </a:p>
        </p:txBody>
      </p:sp>
      <p:sp>
        <p:nvSpPr>
          <p:cNvPr id="292" name="pdf-text-50-0">
            <a:extLst xmlns:a="http://schemas.openxmlformats.org/drawingml/2006/main">
              <a:ext uri="{FF2B5EF4-FFF2-40B4-BE49-F238E27FC236}">
                <a16:creationId xmlns:a16="http://schemas.microsoft.com/office/drawing/2014/main" id="{3462FA3F-2609-4288-9EDE-7B33A7FDB362}"/>
              </a:ext>
            </a:extLst>
          </p:cNvPr>
          <p:cNvSpPr>
            <a:spLocks xmlns:a="http://schemas.openxmlformats.org/drawingml/2006/main" noGrp="1"/>
          </p:cNvSpPr>
          <p:nvPr/>
        </p:nvSpPr>
        <p:spPr>
          <a:xfrm xmlns:a="http://schemas.openxmlformats.org/drawingml/2006/main" rot="0">
            <a:off x="7683802" y="919222"/>
            <a:ext cx="681880" cy="19180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42" b="1" i="0">
                <a:solidFill>
                  <a:srgbClr val="000000"/>
                </a:solidFill>
                <a:latin typeface="Arial"/>
                <a:ea typeface="Arial"/>
                <a:cs typeface="Arial"/>
              </a:defRPr>
            </a:defPPr>
          </a:lstStyle>
          <a:p xmlns:a="http://schemas.openxmlformats.org/drawingml/2006/main">
            <a:pPr algn="l">
              <a:defRPr sz="1342" b="1" i="0">
                <a:solidFill>
                  <a:srgbClr val="000000"/>
                </a:solidFill>
                <a:latin typeface="Arial"/>
                <a:ea typeface="Arial"/>
                <a:cs typeface="Arial"/>
              </a:defRPr>
            </a:pPr>
            <a:r>
              <a:rPr sz="1342" b="1" i="0">
                <a:solidFill>
                  <a:srgbClr val="000000"/>
                </a:solidFill>
                <a:latin typeface="Arial"/>
                <a:ea typeface="Arial"/>
                <a:cs typeface="Arial"/>
              </a:rPr>
              <a:t>Decoder</a:t>
            </a:r>
          </a:p>
        </p:txBody>
      </p:sp>
      <p:sp>
        <p:nvSpPr>
          <p:cNvPr id="293" name="pdf-path-100000">
            <a:extLst xmlns:a="http://schemas.openxmlformats.org/drawingml/2006/main">
              <a:ext uri="{FF2B5EF4-FFF2-40B4-BE49-F238E27FC236}">
                <a16:creationId xmlns:a16="http://schemas.microsoft.com/office/drawing/2014/main" id="{534DB8DC-D045-4920-98DB-6558CAE470B1}"/>
              </a:ext>
            </a:extLst>
          </p:cNvPr>
          <p:cNvSpPr>
            <a:spLocks xmlns:a="http://schemas.openxmlformats.org/drawingml/2006/main" noGrp="1"/>
          </p:cNvSpPr>
          <p:nvPr/>
        </p:nvSpPr>
        <p:spPr>
          <a:xfrm xmlns:a="http://schemas.openxmlformats.org/drawingml/2006/main" rot="0">
            <a:off x="7697427" y="1903779"/>
            <a:ext cx="83588" cy="115712"/>
          </a:xfrm>
          <a:custGeom xmlns:a="http://schemas.openxmlformats.org/drawingml/2006/main">
            <a:pathLst>
              <a:path w="83588" h="115712">
                <a:moveTo>
                  <a:pt x="35800" y="48906"/>
                </a:moveTo>
                <a:lnTo>
                  <a:pt x="36839" y="49226"/>
                </a:lnTo>
                <a:cubicBezTo>
                  <a:pt x="41474" y="43792"/>
                  <a:pt x="45829" y="39876"/>
                  <a:pt x="49904" y="37479"/>
                </a:cubicBezTo>
                <a:cubicBezTo>
                  <a:pt x="53980" y="35081"/>
                  <a:pt x="58842" y="33883"/>
                  <a:pt x="64488" y="33883"/>
                </a:cubicBezTo>
                <a:cubicBezTo>
                  <a:pt x="70562" y="33883"/>
                  <a:pt x="75263" y="36067"/>
                  <a:pt x="78593" y="40435"/>
                </a:cubicBezTo>
                <a:cubicBezTo>
                  <a:pt x="81923" y="44804"/>
                  <a:pt x="83588" y="51117"/>
                  <a:pt x="83588" y="59374"/>
                </a:cubicBezTo>
                <a:cubicBezTo>
                  <a:pt x="83588" y="64063"/>
                  <a:pt x="83028" y="69217"/>
                  <a:pt x="81909" y="74837"/>
                </a:cubicBezTo>
                <a:cubicBezTo>
                  <a:pt x="80790" y="80458"/>
                  <a:pt x="79219" y="85439"/>
                  <a:pt x="77195" y="89781"/>
                </a:cubicBezTo>
                <a:cubicBezTo>
                  <a:pt x="75170" y="94123"/>
                  <a:pt x="72746" y="97919"/>
                  <a:pt x="69923" y="101168"/>
                </a:cubicBezTo>
                <a:cubicBezTo>
                  <a:pt x="67099" y="104418"/>
                  <a:pt x="63942" y="107108"/>
                  <a:pt x="60453" y="109239"/>
                </a:cubicBezTo>
                <a:cubicBezTo>
                  <a:pt x="56963" y="111370"/>
                  <a:pt x="53194" y="112982"/>
                  <a:pt x="49146" y="114074"/>
                </a:cubicBezTo>
                <a:cubicBezTo>
                  <a:pt x="45097" y="115166"/>
                  <a:pt x="40755" y="115712"/>
                  <a:pt x="36120" y="115712"/>
                </a:cubicBezTo>
                <a:cubicBezTo>
                  <a:pt x="32604" y="115712"/>
                  <a:pt x="29247" y="115286"/>
                  <a:pt x="26051" y="114434"/>
                </a:cubicBezTo>
                <a:cubicBezTo>
                  <a:pt x="22854" y="113581"/>
                  <a:pt x="19551" y="112090"/>
                  <a:pt x="16141" y="109959"/>
                </a:cubicBezTo>
                <a:lnTo>
                  <a:pt x="8710" y="115712"/>
                </a:lnTo>
                <a:lnTo>
                  <a:pt x="0" y="114434"/>
                </a:lnTo>
                <a:lnTo>
                  <a:pt x="20217" y="24133"/>
                </a:lnTo>
                <a:cubicBezTo>
                  <a:pt x="21336" y="19126"/>
                  <a:pt x="21895" y="15317"/>
                  <a:pt x="21895" y="12706"/>
                </a:cubicBezTo>
                <a:cubicBezTo>
                  <a:pt x="21895" y="11054"/>
                  <a:pt x="21642" y="9856"/>
                  <a:pt x="21137" y="9110"/>
                </a:cubicBezTo>
                <a:cubicBezTo>
                  <a:pt x="20630" y="8364"/>
                  <a:pt x="19951" y="7831"/>
                  <a:pt x="19099" y="7512"/>
                </a:cubicBezTo>
                <a:cubicBezTo>
                  <a:pt x="18247" y="7192"/>
                  <a:pt x="16515" y="6846"/>
                  <a:pt x="13905" y="6473"/>
                </a:cubicBezTo>
                <a:lnTo>
                  <a:pt x="15183" y="1279"/>
                </a:lnTo>
                <a:lnTo>
                  <a:pt x="38677" y="0"/>
                </a:lnTo>
                <a:lnTo>
                  <a:pt x="48027" y="0"/>
                </a:lnTo>
                <a:lnTo>
                  <a:pt x="35800" y="48906"/>
                </a:lnTo>
                <a:moveTo>
                  <a:pt x="28688" y="84866"/>
                </a:moveTo>
                <a:cubicBezTo>
                  <a:pt x="27836" y="88809"/>
                  <a:pt x="27409" y="92671"/>
                  <a:pt x="27409" y="96453"/>
                </a:cubicBezTo>
                <a:cubicBezTo>
                  <a:pt x="27409" y="100343"/>
                  <a:pt x="28062" y="103139"/>
                  <a:pt x="29368" y="104844"/>
                </a:cubicBezTo>
                <a:cubicBezTo>
                  <a:pt x="30672" y="106549"/>
                  <a:pt x="32870" y="107402"/>
                  <a:pt x="35960" y="107402"/>
                </a:cubicBezTo>
                <a:cubicBezTo>
                  <a:pt x="38624" y="107402"/>
                  <a:pt x="41048" y="106802"/>
                  <a:pt x="43232" y="105603"/>
                </a:cubicBezTo>
                <a:cubicBezTo>
                  <a:pt x="45416" y="104405"/>
                  <a:pt x="47481" y="102447"/>
                  <a:pt x="49425" y="99730"/>
                </a:cubicBezTo>
                <a:cubicBezTo>
                  <a:pt x="51369" y="97013"/>
                  <a:pt x="53261" y="93510"/>
                  <a:pt x="55099" y="89221"/>
                </a:cubicBezTo>
                <a:cubicBezTo>
                  <a:pt x="56937" y="84933"/>
                  <a:pt x="58522" y="79805"/>
                  <a:pt x="59853" y="73838"/>
                </a:cubicBezTo>
                <a:cubicBezTo>
                  <a:pt x="61186" y="67872"/>
                  <a:pt x="61851" y="62331"/>
                  <a:pt x="61851" y="57217"/>
                </a:cubicBezTo>
                <a:cubicBezTo>
                  <a:pt x="61851" y="53274"/>
                  <a:pt x="61279" y="50358"/>
                  <a:pt x="60133" y="48466"/>
                </a:cubicBezTo>
                <a:cubicBezTo>
                  <a:pt x="58988" y="46575"/>
                  <a:pt x="57216" y="45630"/>
                  <a:pt x="54819" y="45630"/>
                </a:cubicBezTo>
                <a:cubicBezTo>
                  <a:pt x="51303" y="45630"/>
                  <a:pt x="47721" y="47348"/>
                  <a:pt x="44071" y="50784"/>
                </a:cubicBezTo>
                <a:cubicBezTo>
                  <a:pt x="40422" y="54220"/>
                  <a:pt x="37505" y="58202"/>
                  <a:pt x="35321" y="62731"/>
                </a:cubicBezTo>
                <a:cubicBezTo>
                  <a:pt x="33137" y="67259"/>
                  <a:pt x="31139" y="73652"/>
                  <a:pt x="29328" y="81910"/>
                </a:cubicBezTo>
                <a:lnTo>
                  <a:pt x="28688" y="84866"/>
                </a:lnTo>
              </a:path>
            </a:pathLst>
          </a:custGeom>
          <a:solidFill xmlns:a="http://schemas.openxmlformats.org/drawingml/2006/main">
            <a:srgbClr val="000000"/>
          </a:solidFill>
          <a:ln xmlns:a="http://schemas.openxmlformats.org/drawingml/2006/main" w="0">
            <a:noFill/>
            <a:prstDash val="solid"/>
          </a:ln>
        </p:spPr>
      </p:sp>
      <p:sp>
        <p:nvSpPr>
          <p:cNvPr id="294" name="pdf-path-100001">
            <a:extLst xmlns:a="http://schemas.openxmlformats.org/drawingml/2006/main">
              <a:ext uri="{FF2B5EF4-FFF2-40B4-BE49-F238E27FC236}">
                <a16:creationId xmlns:a16="http://schemas.microsoft.com/office/drawing/2014/main" id="{B64F2359-FB86-4861-811A-0BF364EA3872}"/>
              </a:ext>
            </a:extLst>
          </p:cNvPr>
          <p:cNvSpPr>
            <a:spLocks xmlns:a="http://schemas.openxmlformats.org/drawingml/2006/main" noGrp="1"/>
          </p:cNvSpPr>
          <p:nvPr/>
        </p:nvSpPr>
        <p:spPr>
          <a:xfrm xmlns:a="http://schemas.openxmlformats.org/drawingml/2006/main" rot="0">
            <a:off x="7797259" y="1903779"/>
            <a:ext cx="83588" cy="115712"/>
          </a:xfrm>
          <a:custGeom xmlns:a="http://schemas.openxmlformats.org/drawingml/2006/main">
            <a:pathLst>
              <a:path w="83588" h="115712">
                <a:moveTo>
                  <a:pt x="35800" y="48906"/>
                </a:moveTo>
                <a:lnTo>
                  <a:pt x="36839" y="49226"/>
                </a:lnTo>
                <a:cubicBezTo>
                  <a:pt x="41474" y="43792"/>
                  <a:pt x="45829" y="39876"/>
                  <a:pt x="49904" y="37479"/>
                </a:cubicBezTo>
                <a:cubicBezTo>
                  <a:pt x="53980" y="35081"/>
                  <a:pt x="58842" y="33883"/>
                  <a:pt x="64488" y="33883"/>
                </a:cubicBezTo>
                <a:cubicBezTo>
                  <a:pt x="70562" y="33883"/>
                  <a:pt x="75263" y="36067"/>
                  <a:pt x="78593" y="40435"/>
                </a:cubicBezTo>
                <a:cubicBezTo>
                  <a:pt x="81923" y="44804"/>
                  <a:pt x="83588" y="51117"/>
                  <a:pt x="83588" y="59374"/>
                </a:cubicBezTo>
                <a:cubicBezTo>
                  <a:pt x="83588" y="64063"/>
                  <a:pt x="83028" y="69217"/>
                  <a:pt x="81909" y="74837"/>
                </a:cubicBezTo>
                <a:cubicBezTo>
                  <a:pt x="80790" y="80458"/>
                  <a:pt x="79219" y="85439"/>
                  <a:pt x="77195" y="89781"/>
                </a:cubicBezTo>
                <a:cubicBezTo>
                  <a:pt x="75170" y="94123"/>
                  <a:pt x="72746" y="97919"/>
                  <a:pt x="69923" y="101168"/>
                </a:cubicBezTo>
                <a:cubicBezTo>
                  <a:pt x="67099" y="104418"/>
                  <a:pt x="63942" y="107108"/>
                  <a:pt x="60453" y="109239"/>
                </a:cubicBezTo>
                <a:cubicBezTo>
                  <a:pt x="56963" y="111370"/>
                  <a:pt x="53194" y="112982"/>
                  <a:pt x="49146" y="114074"/>
                </a:cubicBezTo>
                <a:cubicBezTo>
                  <a:pt x="45097" y="115166"/>
                  <a:pt x="40755" y="115712"/>
                  <a:pt x="36120" y="115712"/>
                </a:cubicBezTo>
                <a:cubicBezTo>
                  <a:pt x="32604" y="115712"/>
                  <a:pt x="29247" y="115286"/>
                  <a:pt x="26051" y="114434"/>
                </a:cubicBezTo>
                <a:cubicBezTo>
                  <a:pt x="22854" y="113581"/>
                  <a:pt x="19551" y="112090"/>
                  <a:pt x="16141" y="109959"/>
                </a:cubicBezTo>
                <a:lnTo>
                  <a:pt x="8710" y="115712"/>
                </a:lnTo>
                <a:lnTo>
                  <a:pt x="0" y="114434"/>
                </a:lnTo>
                <a:lnTo>
                  <a:pt x="20217" y="24133"/>
                </a:lnTo>
                <a:cubicBezTo>
                  <a:pt x="21336" y="19126"/>
                  <a:pt x="21895" y="15317"/>
                  <a:pt x="21895" y="12706"/>
                </a:cubicBezTo>
                <a:cubicBezTo>
                  <a:pt x="21895" y="11054"/>
                  <a:pt x="21642" y="9856"/>
                  <a:pt x="21137" y="9110"/>
                </a:cubicBezTo>
                <a:cubicBezTo>
                  <a:pt x="20630" y="8364"/>
                  <a:pt x="19951" y="7831"/>
                  <a:pt x="19099" y="7512"/>
                </a:cubicBezTo>
                <a:cubicBezTo>
                  <a:pt x="18247" y="7192"/>
                  <a:pt x="16515" y="6846"/>
                  <a:pt x="13905" y="6473"/>
                </a:cubicBezTo>
                <a:lnTo>
                  <a:pt x="15183" y="1279"/>
                </a:lnTo>
                <a:lnTo>
                  <a:pt x="38677" y="0"/>
                </a:lnTo>
                <a:lnTo>
                  <a:pt x="48027" y="0"/>
                </a:lnTo>
                <a:lnTo>
                  <a:pt x="35800" y="48906"/>
                </a:lnTo>
                <a:moveTo>
                  <a:pt x="28688" y="84866"/>
                </a:moveTo>
                <a:cubicBezTo>
                  <a:pt x="27836" y="88809"/>
                  <a:pt x="27409" y="92671"/>
                  <a:pt x="27409" y="96453"/>
                </a:cubicBezTo>
                <a:cubicBezTo>
                  <a:pt x="27409" y="100343"/>
                  <a:pt x="28062" y="103139"/>
                  <a:pt x="29368" y="104844"/>
                </a:cubicBezTo>
                <a:cubicBezTo>
                  <a:pt x="30672" y="106549"/>
                  <a:pt x="32870" y="107402"/>
                  <a:pt x="35960" y="107402"/>
                </a:cubicBezTo>
                <a:cubicBezTo>
                  <a:pt x="38624" y="107402"/>
                  <a:pt x="41048" y="106802"/>
                  <a:pt x="43232" y="105603"/>
                </a:cubicBezTo>
                <a:cubicBezTo>
                  <a:pt x="45416" y="104405"/>
                  <a:pt x="47481" y="102447"/>
                  <a:pt x="49425" y="99730"/>
                </a:cubicBezTo>
                <a:cubicBezTo>
                  <a:pt x="51369" y="97013"/>
                  <a:pt x="53261" y="93510"/>
                  <a:pt x="55099" y="89221"/>
                </a:cubicBezTo>
                <a:cubicBezTo>
                  <a:pt x="56937" y="84933"/>
                  <a:pt x="58522" y="79805"/>
                  <a:pt x="59853" y="73838"/>
                </a:cubicBezTo>
                <a:cubicBezTo>
                  <a:pt x="61186" y="67872"/>
                  <a:pt x="61851" y="62331"/>
                  <a:pt x="61851" y="57217"/>
                </a:cubicBezTo>
                <a:cubicBezTo>
                  <a:pt x="61851" y="53274"/>
                  <a:pt x="61279" y="50358"/>
                  <a:pt x="60133" y="48466"/>
                </a:cubicBezTo>
                <a:cubicBezTo>
                  <a:pt x="58988" y="46575"/>
                  <a:pt x="57216" y="45630"/>
                  <a:pt x="54819" y="45630"/>
                </a:cubicBezTo>
                <a:cubicBezTo>
                  <a:pt x="51303" y="45630"/>
                  <a:pt x="47721" y="47348"/>
                  <a:pt x="44071" y="50784"/>
                </a:cubicBezTo>
                <a:cubicBezTo>
                  <a:pt x="40422" y="54220"/>
                  <a:pt x="37505" y="58202"/>
                  <a:pt x="35321" y="62731"/>
                </a:cubicBezTo>
                <a:cubicBezTo>
                  <a:pt x="33137" y="67259"/>
                  <a:pt x="31139" y="73652"/>
                  <a:pt x="29328" y="81910"/>
                </a:cubicBezTo>
                <a:lnTo>
                  <a:pt x="28688" y="84866"/>
                </a:lnTo>
              </a:path>
            </a:pathLst>
          </a:custGeom>
          <a:solidFill xmlns:a="http://schemas.openxmlformats.org/drawingml/2006/main">
            <a:srgbClr val="000000"/>
          </a:solidFill>
          <a:ln xmlns:a="http://schemas.openxmlformats.org/drawingml/2006/main" w="0">
            <a:noFill/>
            <a:prstDash val="solid"/>
          </a:ln>
        </p:spPr>
      </p:sp>
      <p:sp>
        <p:nvSpPr>
          <p:cNvPr id="295" name="pdf-path-100002">
            <a:extLst xmlns:a="http://schemas.openxmlformats.org/drawingml/2006/main">
              <a:ext uri="{FF2B5EF4-FFF2-40B4-BE49-F238E27FC236}">
                <a16:creationId xmlns:a16="http://schemas.microsoft.com/office/drawing/2014/main" id="{52BFFF04-19C6-4374-862C-90CB2DB26433}"/>
              </a:ext>
            </a:extLst>
          </p:cNvPr>
          <p:cNvSpPr>
            <a:spLocks xmlns:a="http://schemas.openxmlformats.org/drawingml/2006/main" noGrp="1"/>
          </p:cNvSpPr>
          <p:nvPr/>
        </p:nvSpPr>
        <p:spPr>
          <a:xfrm xmlns:a="http://schemas.openxmlformats.org/drawingml/2006/main" rot="0">
            <a:off x="7898529" y="1937661"/>
            <a:ext cx="76795" cy="81830"/>
          </a:xfrm>
          <a:custGeom xmlns:a="http://schemas.openxmlformats.org/drawingml/2006/main">
            <a:pathLst>
              <a:path w="76795" h="81830">
                <a:moveTo>
                  <a:pt x="29727" y="81830"/>
                </a:moveTo>
                <a:cubicBezTo>
                  <a:pt x="23867" y="81830"/>
                  <a:pt x="18713" y="80777"/>
                  <a:pt x="14264" y="78673"/>
                </a:cubicBezTo>
                <a:cubicBezTo>
                  <a:pt x="9816" y="76569"/>
                  <a:pt x="6327" y="73372"/>
                  <a:pt x="3796" y="69084"/>
                </a:cubicBezTo>
                <a:cubicBezTo>
                  <a:pt x="1265" y="64795"/>
                  <a:pt x="0" y="59561"/>
                  <a:pt x="0" y="53381"/>
                </a:cubicBezTo>
                <a:cubicBezTo>
                  <a:pt x="0" y="47095"/>
                  <a:pt x="985" y="40502"/>
                  <a:pt x="2957" y="33603"/>
                </a:cubicBezTo>
                <a:cubicBezTo>
                  <a:pt x="4928" y="26704"/>
                  <a:pt x="7991" y="20630"/>
                  <a:pt x="12147" y="15383"/>
                </a:cubicBezTo>
                <a:cubicBezTo>
                  <a:pt x="16302" y="10136"/>
                  <a:pt x="21323" y="6260"/>
                  <a:pt x="27210" y="3756"/>
                </a:cubicBezTo>
                <a:cubicBezTo>
                  <a:pt x="33097" y="1252"/>
                  <a:pt x="39690" y="0"/>
                  <a:pt x="46988" y="0"/>
                </a:cubicBezTo>
                <a:cubicBezTo>
                  <a:pt x="53595" y="0"/>
                  <a:pt x="59135" y="1212"/>
                  <a:pt x="63610" y="3636"/>
                </a:cubicBezTo>
                <a:cubicBezTo>
                  <a:pt x="68085" y="6060"/>
                  <a:pt x="71401" y="9430"/>
                  <a:pt x="73559" y="13745"/>
                </a:cubicBezTo>
                <a:cubicBezTo>
                  <a:pt x="75717" y="18060"/>
                  <a:pt x="76795" y="23068"/>
                  <a:pt x="76795" y="28768"/>
                </a:cubicBezTo>
                <a:cubicBezTo>
                  <a:pt x="76795" y="35800"/>
                  <a:pt x="75623" y="42859"/>
                  <a:pt x="73279" y="49945"/>
                </a:cubicBezTo>
                <a:cubicBezTo>
                  <a:pt x="70935" y="57030"/>
                  <a:pt x="67699" y="62970"/>
                  <a:pt x="63570" y="67765"/>
                </a:cubicBezTo>
                <a:cubicBezTo>
                  <a:pt x="59441" y="72560"/>
                  <a:pt x="54553" y="76102"/>
                  <a:pt x="48906" y="78393"/>
                </a:cubicBezTo>
                <a:cubicBezTo>
                  <a:pt x="43259" y="80684"/>
                  <a:pt x="36866" y="81830"/>
                  <a:pt x="29727" y="81830"/>
                </a:cubicBezTo>
                <a:moveTo>
                  <a:pt x="21497" y="58575"/>
                </a:moveTo>
                <a:cubicBezTo>
                  <a:pt x="21497" y="63583"/>
                  <a:pt x="22309" y="67326"/>
                  <a:pt x="23934" y="69803"/>
                </a:cubicBezTo>
                <a:cubicBezTo>
                  <a:pt x="25559" y="72280"/>
                  <a:pt x="28129" y="73519"/>
                  <a:pt x="31645" y="73519"/>
                </a:cubicBezTo>
                <a:cubicBezTo>
                  <a:pt x="36174" y="73519"/>
                  <a:pt x="40102" y="71321"/>
                  <a:pt x="43432" y="66926"/>
                </a:cubicBezTo>
                <a:cubicBezTo>
                  <a:pt x="46762" y="62531"/>
                  <a:pt x="49546" y="55885"/>
                  <a:pt x="51783" y="46988"/>
                </a:cubicBezTo>
                <a:cubicBezTo>
                  <a:pt x="54020" y="38091"/>
                  <a:pt x="55139" y="30366"/>
                  <a:pt x="55139" y="23814"/>
                </a:cubicBezTo>
                <a:cubicBezTo>
                  <a:pt x="55139" y="18486"/>
                  <a:pt x="54327" y="14570"/>
                  <a:pt x="52702" y="12067"/>
                </a:cubicBezTo>
                <a:cubicBezTo>
                  <a:pt x="51077" y="9563"/>
                  <a:pt x="48560" y="8311"/>
                  <a:pt x="45150" y="8311"/>
                </a:cubicBezTo>
                <a:cubicBezTo>
                  <a:pt x="40675" y="8311"/>
                  <a:pt x="36799" y="10482"/>
                  <a:pt x="33523" y="14824"/>
                </a:cubicBezTo>
                <a:cubicBezTo>
                  <a:pt x="30247" y="19165"/>
                  <a:pt x="27423" y="25878"/>
                  <a:pt x="25053" y="34961"/>
                </a:cubicBezTo>
                <a:cubicBezTo>
                  <a:pt x="22682" y="44045"/>
                  <a:pt x="21497" y="51916"/>
                  <a:pt x="21497" y="58575"/>
                </a:cubicBezTo>
              </a:path>
            </a:pathLst>
          </a:custGeom>
          <a:solidFill xmlns:a="http://schemas.openxmlformats.org/drawingml/2006/main">
            <a:srgbClr val="000000"/>
          </a:solidFill>
          <a:ln xmlns:a="http://schemas.openxmlformats.org/drawingml/2006/main" w="0">
            <a:noFill/>
            <a:prstDash val="solid"/>
          </a:ln>
        </p:spPr>
      </p:sp>
      <p:sp>
        <p:nvSpPr>
          <p:cNvPr id="296" name="pdf-path-100003">
            <a:extLst xmlns:a="http://schemas.openxmlformats.org/drawingml/2006/main">
              <a:ext uri="{FF2B5EF4-FFF2-40B4-BE49-F238E27FC236}">
                <a16:creationId xmlns:a16="http://schemas.microsoft.com/office/drawing/2014/main" id="{19847D58-EA16-4E8D-8CD8-8135CB52CE94}"/>
              </a:ext>
            </a:extLst>
          </p:cNvPr>
          <p:cNvSpPr>
            <a:spLocks xmlns:a="http://schemas.openxmlformats.org/drawingml/2006/main" noGrp="1"/>
          </p:cNvSpPr>
          <p:nvPr/>
        </p:nvSpPr>
        <p:spPr>
          <a:xfrm xmlns:a="http://schemas.openxmlformats.org/drawingml/2006/main" rot="0">
            <a:off x="7985423" y="1937661"/>
            <a:ext cx="89581" cy="81830"/>
          </a:xfrm>
          <a:custGeom xmlns:a="http://schemas.openxmlformats.org/drawingml/2006/main">
            <a:pathLst>
              <a:path w="89581" h="81830">
                <a:moveTo>
                  <a:pt x="55859" y="35401"/>
                </a:moveTo>
                <a:cubicBezTo>
                  <a:pt x="57723" y="46642"/>
                  <a:pt x="59255" y="54700"/>
                  <a:pt x="60453" y="59574"/>
                </a:cubicBezTo>
                <a:cubicBezTo>
                  <a:pt x="61652" y="64449"/>
                  <a:pt x="62891" y="67605"/>
                  <a:pt x="64169" y="69044"/>
                </a:cubicBezTo>
                <a:cubicBezTo>
                  <a:pt x="64916" y="69843"/>
                  <a:pt x="65821" y="70242"/>
                  <a:pt x="66886" y="70242"/>
                </a:cubicBezTo>
                <a:cubicBezTo>
                  <a:pt x="68218" y="70242"/>
                  <a:pt x="69457" y="69723"/>
                  <a:pt x="70602" y="68684"/>
                </a:cubicBezTo>
                <a:cubicBezTo>
                  <a:pt x="71748" y="67645"/>
                  <a:pt x="73226" y="65314"/>
                  <a:pt x="75037" y="61692"/>
                </a:cubicBezTo>
                <a:lnTo>
                  <a:pt x="82309" y="65048"/>
                </a:lnTo>
                <a:cubicBezTo>
                  <a:pt x="79220" y="70695"/>
                  <a:pt x="75717" y="74904"/>
                  <a:pt x="71801" y="77674"/>
                </a:cubicBezTo>
                <a:cubicBezTo>
                  <a:pt x="67885" y="80444"/>
                  <a:pt x="63290" y="81830"/>
                  <a:pt x="58016" y="81830"/>
                </a:cubicBezTo>
                <a:cubicBezTo>
                  <a:pt x="54767" y="81830"/>
                  <a:pt x="52169" y="81417"/>
                  <a:pt x="50224" y="80591"/>
                </a:cubicBezTo>
                <a:cubicBezTo>
                  <a:pt x="48280" y="79765"/>
                  <a:pt x="46629" y="78393"/>
                  <a:pt x="45270" y="76475"/>
                </a:cubicBezTo>
                <a:cubicBezTo>
                  <a:pt x="43912" y="74558"/>
                  <a:pt x="42713" y="71854"/>
                  <a:pt x="41674" y="68364"/>
                </a:cubicBezTo>
                <a:cubicBezTo>
                  <a:pt x="40635" y="64875"/>
                  <a:pt x="39663" y="60307"/>
                  <a:pt x="38757" y="54660"/>
                </a:cubicBezTo>
                <a:lnTo>
                  <a:pt x="37958" y="54660"/>
                </a:lnTo>
                <a:cubicBezTo>
                  <a:pt x="33430" y="61159"/>
                  <a:pt x="29807" y="66113"/>
                  <a:pt x="27090" y="69523"/>
                </a:cubicBezTo>
                <a:cubicBezTo>
                  <a:pt x="24374" y="72933"/>
                  <a:pt x="22043" y="75490"/>
                  <a:pt x="20098" y="77195"/>
                </a:cubicBezTo>
                <a:cubicBezTo>
                  <a:pt x="18153" y="78900"/>
                  <a:pt x="16289" y="80098"/>
                  <a:pt x="14504" y="80791"/>
                </a:cubicBezTo>
                <a:cubicBezTo>
                  <a:pt x="12720" y="81483"/>
                  <a:pt x="10575" y="81830"/>
                  <a:pt x="8072" y="81830"/>
                </a:cubicBezTo>
                <a:cubicBezTo>
                  <a:pt x="6900" y="81830"/>
                  <a:pt x="5474" y="81683"/>
                  <a:pt x="3796" y="81390"/>
                </a:cubicBezTo>
                <a:cubicBezTo>
                  <a:pt x="2118" y="81097"/>
                  <a:pt x="853" y="80791"/>
                  <a:pt x="0" y="80471"/>
                </a:cubicBezTo>
                <a:lnTo>
                  <a:pt x="3756" y="63130"/>
                </a:lnTo>
                <a:lnTo>
                  <a:pt x="10948" y="63130"/>
                </a:lnTo>
                <a:cubicBezTo>
                  <a:pt x="11002" y="64249"/>
                  <a:pt x="11281" y="65088"/>
                  <a:pt x="11787" y="65647"/>
                </a:cubicBezTo>
                <a:cubicBezTo>
                  <a:pt x="12293" y="66207"/>
                  <a:pt x="12945" y="66486"/>
                  <a:pt x="13745" y="66486"/>
                </a:cubicBezTo>
                <a:cubicBezTo>
                  <a:pt x="14703" y="66486"/>
                  <a:pt x="15596" y="66287"/>
                  <a:pt x="16422" y="65887"/>
                </a:cubicBezTo>
                <a:cubicBezTo>
                  <a:pt x="17248" y="65488"/>
                  <a:pt x="18393" y="64595"/>
                  <a:pt x="19858" y="63210"/>
                </a:cubicBezTo>
                <a:cubicBezTo>
                  <a:pt x="21323" y="61825"/>
                  <a:pt x="23174" y="59787"/>
                  <a:pt x="25412" y="57097"/>
                </a:cubicBezTo>
                <a:cubicBezTo>
                  <a:pt x="27650" y="54407"/>
                  <a:pt x="31432" y="49678"/>
                  <a:pt x="36759" y="42913"/>
                </a:cubicBezTo>
                <a:cubicBezTo>
                  <a:pt x="35641" y="36626"/>
                  <a:pt x="34589" y="31206"/>
                  <a:pt x="33603" y="26650"/>
                </a:cubicBezTo>
                <a:cubicBezTo>
                  <a:pt x="32618" y="22096"/>
                  <a:pt x="31725" y="18792"/>
                  <a:pt x="30926" y="16741"/>
                </a:cubicBezTo>
                <a:cubicBezTo>
                  <a:pt x="30127" y="14690"/>
                  <a:pt x="29368" y="13318"/>
                  <a:pt x="28648" y="12626"/>
                </a:cubicBezTo>
                <a:cubicBezTo>
                  <a:pt x="27930" y="11933"/>
                  <a:pt x="27117" y="11587"/>
                  <a:pt x="26211" y="11587"/>
                </a:cubicBezTo>
                <a:cubicBezTo>
                  <a:pt x="25145" y="11587"/>
                  <a:pt x="24213" y="11867"/>
                  <a:pt x="23414" y="12426"/>
                </a:cubicBezTo>
                <a:cubicBezTo>
                  <a:pt x="22615" y="12986"/>
                  <a:pt x="21776" y="13891"/>
                  <a:pt x="20897" y="15143"/>
                </a:cubicBezTo>
                <a:cubicBezTo>
                  <a:pt x="20018" y="16395"/>
                  <a:pt x="19072" y="18060"/>
                  <a:pt x="18060" y="20138"/>
                </a:cubicBezTo>
                <a:lnTo>
                  <a:pt x="10788" y="16781"/>
                </a:lnTo>
                <a:cubicBezTo>
                  <a:pt x="13879" y="11134"/>
                  <a:pt x="17354" y="6926"/>
                  <a:pt x="21217" y="4155"/>
                </a:cubicBezTo>
                <a:cubicBezTo>
                  <a:pt x="25079" y="1385"/>
                  <a:pt x="29487" y="0"/>
                  <a:pt x="34442" y="0"/>
                </a:cubicBezTo>
                <a:cubicBezTo>
                  <a:pt x="38704" y="0"/>
                  <a:pt x="41954" y="639"/>
                  <a:pt x="44191" y="1918"/>
                </a:cubicBezTo>
                <a:cubicBezTo>
                  <a:pt x="46429" y="3196"/>
                  <a:pt x="48267" y="5421"/>
                  <a:pt x="49705" y="8590"/>
                </a:cubicBezTo>
                <a:cubicBezTo>
                  <a:pt x="51143" y="11760"/>
                  <a:pt x="52502" y="16835"/>
                  <a:pt x="53780" y="23814"/>
                </a:cubicBezTo>
                <a:lnTo>
                  <a:pt x="54580" y="23814"/>
                </a:lnTo>
                <a:cubicBezTo>
                  <a:pt x="58522" y="18273"/>
                  <a:pt x="61585" y="14104"/>
                  <a:pt x="63770" y="11308"/>
                </a:cubicBezTo>
                <a:cubicBezTo>
                  <a:pt x="65954" y="8510"/>
                  <a:pt x="67978" y="6273"/>
                  <a:pt x="69843" y="4595"/>
                </a:cubicBezTo>
                <a:cubicBezTo>
                  <a:pt x="71708" y="2917"/>
                  <a:pt x="73519" y="1731"/>
                  <a:pt x="75277" y="1039"/>
                </a:cubicBezTo>
                <a:cubicBezTo>
                  <a:pt x="77035" y="346"/>
                  <a:pt x="79112" y="0"/>
                  <a:pt x="81510" y="0"/>
                </a:cubicBezTo>
                <a:cubicBezTo>
                  <a:pt x="84174" y="0"/>
                  <a:pt x="86864" y="479"/>
                  <a:pt x="89581" y="1438"/>
                </a:cubicBezTo>
                <a:lnTo>
                  <a:pt x="85825" y="18699"/>
                </a:lnTo>
                <a:lnTo>
                  <a:pt x="78634" y="18699"/>
                </a:lnTo>
                <a:cubicBezTo>
                  <a:pt x="78367" y="16462"/>
                  <a:pt x="77381" y="15343"/>
                  <a:pt x="75676" y="15343"/>
                </a:cubicBezTo>
                <a:cubicBezTo>
                  <a:pt x="74931" y="15343"/>
                  <a:pt x="74145" y="15530"/>
                  <a:pt x="73319" y="15902"/>
                </a:cubicBezTo>
                <a:cubicBezTo>
                  <a:pt x="72494" y="16275"/>
                  <a:pt x="71401" y="17114"/>
                  <a:pt x="70043" y="18420"/>
                </a:cubicBezTo>
                <a:cubicBezTo>
                  <a:pt x="68684" y="19725"/>
                  <a:pt x="66993" y="21616"/>
                  <a:pt x="64969" y="24093"/>
                </a:cubicBezTo>
                <a:cubicBezTo>
                  <a:pt x="62944" y="26571"/>
                  <a:pt x="59907" y="30340"/>
                  <a:pt x="55859" y="35401"/>
                </a:cubicBezTo>
              </a:path>
            </a:pathLst>
          </a:custGeom>
          <a:solidFill xmlns:a="http://schemas.openxmlformats.org/drawingml/2006/main">
            <a:srgbClr val="000000"/>
          </a:solidFill>
          <a:ln xmlns:a="http://schemas.openxmlformats.org/drawingml/2006/main" w="0">
            <a:noFill/>
            <a:prstDash val="solid"/>
          </a:ln>
        </p:spPr>
      </p:sp>
      <p:sp>
        <p:nvSpPr>
          <p:cNvPr id="297" name="pdf-path-100004">
            <a:extLst xmlns:a="http://schemas.openxmlformats.org/drawingml/2006/main">
              <a:ext uri="{FF2B5EF4-FFF2-40B4-BE49-F238E27FC236}">
                <a16:creationId xmlns:a16="http://schemas.microsoft.com/office/drawing/2014/main" id="{2DE885EA-E3B1-468C-853D-D6C244902BF5}"/>
              </a:ext>
            </a:extLst>
          </p:cNvPr>
          <p:cNvSpPr>
            <a:spLocks xmlns:a="http://schemas.openxmlformats.org/drawingml/2006/main" noGrp="1"/>
          </p:cNvSpPr>
          <p:nvPr/>
        </p:nvSpPr>
        <p:spPr>
          <a:xfrm xmlns:a="http://schemas.openxmlformats.org/drawingml/2006/main" rot="0">
            <a:off x="8079348" y="1992142"/>
            <a:ext cx="66619" cy="83887"/>
          </a:xfrm>
          <a:custGeom xmlns:a="http://schemas.openxmlformats.org/drawingml/2006/main">
            <a:pathLst>
              <a:path w="66619" h="83887">
                <a:moveTo>
                  <a:pt x="30743" y="13126"/>
                </a:moveTo>
                <a:cubicBezTo>
                  <a:pt x="34321" y="8575"/>
                  <a:pt x="37783" y="5250"/>
                  <a:pt x="41127" y="3150"/>
                </a:cubicBezTo>
                <a:cubicBezTo>
                  <a:pt x="44471" y="1050"/>
                  <a:pt x="48342" y="0"/>
                  <a:pt x="52736" y="0"/>
                </a:cubicBezTo>
                <a:cubicBezTo>
                  <a:pt x="57131" y="0"/>
                  <a:pt x="60543" y="1595"/>
                  <a:pt x="62973" y="4784"/>
                </a:cubicBezTo>
                <a:cubicBezTo>
                  <a:pt x="65405" y="7973"/>
                  <a:pt x="66619" y="12581"/>
                  <a:pt x="66619" y="18609"/>
                </a:cubicBezTo>
                <a:cubicBezTo>
                  <a:pt x="66619" y="23859"/>
                  <a:pt x="65862" y="29071"/>
                  <a:pt x="64344" y="34243"/>
                </a:cubicBezTo>
                <a:cubicBezTo>
                  <a:pt x="62828" y="39416"/>
                  <a:pt x="60650" y="43878"/>
                  <a:pt x="57811" y="47631"/>
                </a:cubicBezTo>
                <a:cubicBezTo>
                  <a:pt x="54972" y="51384"/>
                  <a:pt x="51404" y="54340"/>
                  <a:pt x="47107" y="56498"/>
                </a:cubicBezTo>
                <a:cubicBezTo>
                  <a:pt x="42809" y="58656"/>
                  <a:pt x="37957" y="59736"/>
                  <a:pt x="32552" y="59736"/>
                </a:cubicBezTo>
                <a:cubicBezTo>
                  <a:pt x="29090" y="59736"/>
                  <a:pt x="25746" y="59133"/>
                  <a:pt x="22518" y="57927"/>
                </a:cubicBezTo>
                <a:lnTo>
                  <a:pt x="20301" y="68311"/>
                </a:lnTo>
                <a:cubicBezTo>
                  <a:pt x="19951" y="70022"/>
                  <a:pt x="19699" y="71354"/>
                  <a:pt x="19543" y="72307"/>
                </a:cubicBezTo>
                <a:cubicBezTo>
                  <a:pt x="19387" y="73260"/>
                  <a:pt x="19310" y="74145"/>
                  <a:pt x="19310" y="74961"/>
                </a:cubicBezTo>
                <a:cubicBezTo>
                  <a:pt x="19310" y="76634"/>
                  <a:pt x="19747" y="77839"/>
                  <a:pt x="20622" y="78578"/>
                </a:cubicBezTo>
                <a:cubicBezTo>
                  <a:pt x="21498" y="79317"/>
                  <a:pt x="23004" y="79803"/>
                  <a:pt x="25143" y="80036"/>
                </a:cubicBezTo>
                <a:lnTo>
                  <a:pt x="24502" y="83887"/>
                </a:lnTo>
                <a:lnTo>
                  <a:pt x="234" y="83887"/>
                </a:lnTo>
                <a:lnTo>
                  <a:pt x="14993" y="18259"/>
                </a:lnTo>
                <a:cubicBezTo>
                  <a:pt x="15576" y="15653"/>
                  <a:pt x="15868" y="13728"/>
                  <a:pt x="15868" y="12484"/>
                </a:cubicBezTo>
                <a:cubicBezTo>
                  <a:pt x="15868" y="11200"/>
                  <a:pt x="15654" y="10209"/>
                  <a:pt x="15226" y="9509"/>
                </a:cubicBezTo>
                <a:cubicBezTo>
                  <a:pt x="14799" y="8809"/>
                  <a:pt x="14059" y="8459"/>
                  <a:pt x="13009" y="8459"/>
                </a:cubicBezTo>
                <a:cubicBezTo>
                  <a:pt x="11804" y="8459"/>
                  <a:pt x="10501" y="9003"/>
                  <a:pt x="9101" y="10092"/>
                </a:cubicBezTo>
                <a:cubicBezTo>
                  <a:pt x="7701" y="11181"/>
                  <a:pt x="6068" y="12795"/>
                  <a:pt x="4201" y="14934"/>
                </a:cubicBezTo>
                <a:lnTo>
                  <a:pt x="0" y="10734"/>
                </a:lnTo>
                <a:cubicBezTo>
                  <a:pt x="3889" y="6767"/>
                  <a:pt x="7341" y="3986"/>
                  <a:pt x="10355" y="2392"/>
                </a:cubicBezTo>
                <a:cubicBezTo>
                  <a:pt x="13369" y="797"/>
                  <a:pt x="16549" y="0"/>
                  <a:pt x="19893" y="0"/>
                </a:cubicBezTo>
                <a:cubicBezTo>
                  <a:pt x="23120" y="0"/>
                  <a:pt x="25697" y="904"/>
                  <a:pt x="27623" y="2713"/>
                </a:cubicBezTo>
                <a:cubicBezTo>
                  <a:pt x="29547" y="4521"/>
                  <a:pt x="30510" y="6903"/>
                  <a:pt x="30510" y="9859"/>
                </a:cubicBezTo>
                <a:cubicBezTo>
                  <a:pt x="30510" y="10831"/>
                  <a:pt x="30393" y="11764"/>
                  <a:pt x="30159" y="12659"/>
                </a:cubicBezTo>
                <a:lnTo>
                  <a:pt x="30743" y="13126"/>
                </a:lnTo>
                <a:moveTo>
                  <a:pt x="26543" y="37218"/>
                </a:moveTo>
                <a:cubicBezTo>
                  <a:pt x="25921" y="40096"/>
                  <a:pt x="25610" y="42915"/>
                  <a:pt x="25610" y="45677"/>
                </a:cubicBezTo>
                <a:cubicBezTo>
                  <a:pt x="25610" y="48516"/>
                  <a:pt x="26086" y="50558"/>
                  <a:pt x="27039" y="51802"/>
                </a:cubicBezTo>
                <a:cubicBezTo>
                  <a:pt x="27992" y="53047"/>
                  <a:pt x="29596" y="53669"/>
                  <a:pt x="31851" y="53669"/>
                </a:cubicBezTo>
                <a:cubicBezTo>
                  <a:pt x="33796" y="53669"/>
                  <a:pt x="35565" y="53231"/>
                  <a:pt x="37160" y="52356"/>
                </a:cubicBezTo>
                <a:cubicBezTo>
                  <a:pt x="38754" y="51481"/>
                  <a:pt x="40262" y="50052"/>
                  <a:pt x="41681" y="48069"/>
                </a:cubicBezTo>
                <a:cubicBezTo>
                  <a:pt x="43101" y="46085"/>
                  <a:pt x="44481" y="43528"/>
                  <a:pt x="45823" y="40397"/>
                </a:cubicBezTo>
                <a:cubicBezTo>
                  <a:pt x="47165" y="37267"/>
                  <a:pt x="48321" y="33524"/>
                  <a:pt x="49294" y="29168"/>
                </a:cubicBezTo>
                <a:cubicBezTo>
                  <a:pt x="50266" y="24812"/>
                  <a:pt x="50753" y="20767"/>
                  <a:pt x="50753" y="17034"/>
                </a:cubicBezTo>
                <a:cubicBezTo>
                  <a:pt x="50753" y="14156"/>
                  <a:pt x="50334" y="12027"/>
                  <a:pt x="49498" y="10646"/>
                </a:cubicBezTo>
                <a:cubicBezTo>
                  <a:pt x="48662" y="9266"/>
                  <a:pt x="47369" y="8575"/>
                  <a:pt x="45619" y="8575"/>
                </a:cubicBezTo>
                <a:cubicBezTo>
                  <a:pt x="43052" y="8575"/>
                  <a:pt x="40436" y="9830"/>
                  <a:pt x="37772" y="12338"/>
                </a:cubicBezTo>
                <a:cubicBezTo>
                  <a:pt x="35108" y="14846"/>
                  <a:pt x="32980" y="17753"/>
                  <a:pt x="31385" y="21059"/>
                </a:cubicBezTo>
                <a:cubicBezTo>
                  <a:pt x="29791" y="24365"/>
                  <a:pt x="28332" y="29032"/>
                  <a:pt x="27010" y="35060"/>
                </a:cubicBezTo>
                <a:lnTo>
                  <a:pt x="26543" y="37218"/>
                </a:lnTo>
              </a:path>
            </a:pathLst>
          </a:custGeom>
          <a:solidFill xmlns:a="http://schemas.openxmlformats.org/drawingml/2006/main">
            <a:srgbClr val="000000"/>
          </a:solidFill>
          <a:ln xmlns:a="http://schemas.openxmlformats.org/drawingml/2006/main" w="0">
            <a:noFill/>
            <a:prstDash val="solid"/>
          </a:ln>
        </p:spPr>
      </p:sp>
      <p:sp>
        <p:nvSpPr>
          <p:cNvPr id="298" name="pdf-path-100005">
            <a:extLst xmlns:a="http://schemas.openxmlformats.org/drawingml/2006/main">
              <a:ext uri="{FF2B5EF4-FFF2-40B4-BE49-F238E27FC236}">
                <a16:creationId xmlns:a16="http://schemas.microsoft.com/office/drawing/2014/main" id="{1B206853-A2AD-46FF-B591-8D4A3CE6DD3A}"/>
              </a:ext>
            </a:extLst>
          </p:cNvPr>
          <p:cNvSpPr>
            <a:spLocks xmlns:a="http://schemas.openxmlformats.org/drawingml/2006/main" noGrp="1"/>
          </p:cNvSpPr>
          <p:nvPr/>
        </p:nvSpPr>
        <p:spPr>
          <a:xfrm xmlns:a="http://schemas.openxmlformats.org/drawingml/2006/main" rot="0">
            <a:off x="8151299" y="1992142"/>
            <a:ext cx="60669" cy="58802"/>
          </a:xfrm>
          <a:custGeom xmlns:a="http://schemas.openxmlformats.org/drawingml/2006/main">
            <a:pathLst>
              <a:path w="60669" h="58802">
                <a:moveTo>
                  <a:pt x="30334" y="14001"/>
                </a:moveTo>
                <a:cubicBezTo>
                  <a:pt x="33601" y="9411"/>
                  <a:pt x="37023" y="5931"/>
                  <a:pt x="40601" y="3559"/>
                </a:cubicBezTo>
                <a:cubicBezTo>
                  <a:pt x="44179" y="1186"/>
                  <a:pt x="48146" y="0"/>
                  <a:pt x="52502" y="0"/>
                </a:cubicBezTo>
                <a:cubicBezTo>
                  <a:pt x="55068" y="0"/>
                  <a:pt x="57791" y="370"/>
                  <a:pt x="60669" y="1108"/>
                </a:cubicBezTo>
                <a:lnTo>
                  <a:pt x="57227" y="16801"/>
                </a:lnTo>
                <a:lnTo>
                  <a:pt x="46785" y="16801"/>
                </a:lnTo>
                <a:cubicBezTo>
                  <a:pt x="46785" y="14195"/>
                  <a:pt x="46503" y="12387"/>
                  <a:pt x="45939" y="11376"/>
                </a:cubicBezTo>
                <a:cubicBezTo>
                  <a:pt x="45375" y="10364"/>
                  <a:pt x="44412" y="9859"/>
                  <a:pt x="43052" y="9859"/>
                </a:cubicBezTo>
                <a:cubicBezTo>
                  <a:pt x="42001" y="9859"/>
                  <a:pt x="40854" y="10228"/>
                  <a:pt x="39610" y="10967"/>
                </a:cubicBezTo>
                <a:cubicBezTo>
                  <a:pt x="38365" y="11706"/>
                  <a:pt x="36878" y="13145"/>
                  <a:pt x="35147" y="15284"/>
                </a:cubicBezTo>
                <a:cubicBezTo>
                  <a:pt x="33417" y="17423"/>
                  <a:pt x="32114" y="19465"/>
                  <a:pt x="31238" y="21409"/>
                </a:cubicBezTo>
                <a:cubicBezTo>
                  <a:pt x="30364" y="23354"/>
                  <a:pt x="29595" y="25843"/>
                  <a:pt x="28934" y="28876"/>
                </a:cubicBezTo>
                <a:lnTo>
                  <a:pt x="22343" y="58802"/>
                </a:lnTo>
                <a:lnTo>
                  <a:pt x="5600" y="58802"/>
                </a:lnTo>
                <a:lnTo>
                  <a:pt x="14992" y="18259"/>
                </a:lnTo>
                <a:cubicBezTo>
                  <a:pt x="15576" y="15731"/>
                  <a:pt x="15867" y="13806"/>
                  <a:pt x="15867" y="12484"/>
                </a:cubicBezTo>
                <a:cubicBezTo>
                  <a:pt x="15867" y="11200"/>
                  <a:pt x="15653" y="10209"/>
                  <a:pt x="15225" y="9509"/>
                </a:cubicBezTo>
                <a:cubicBezTo>
                  <a:pt x="14798" y="8809"/>
                  <a:pt x="14058" y="8459"/>
                  <a:pt x="13008" y="8459"/>
                </a:cubicBezTo>
                <a:cubicBezTo>
                  <a:pt x="11803" y="8459"/>
                  <a:pt x="10500" y="9003"/>
                  <a:pt x="9100" y="10092"/>
                </a:cubicBezTo>
                <a:cubicBezTo>
                  <a:pt x="7700" y="11181"/>
                  <a:pt x="6067" y="12795"/>
                  <a:pt x="4200" y="14934"/>
                </a:cubicBezTo>
                <a:lnTo>
                  <a:pt x="0" y="10734"/>
                </a:lnTo>
                <a:cubicBezTo>
                  <a:pt x="3888" y="6767"/>
                  <a:pt x="7340" y="3986"/>
                  <a:pt x="10355" y="2392"/>
                </a:cubicBezTo>
                <a:cubicBezTo>
                  <a:pt x="13368" y="797"/>
                  <a:pt x="16548" y="0"/>
                  <a:pt x="19892" y="0"/>
                </a:cubicBezTo>
                <a:cubicBezTo>
                  <a:pt x="23120" y="0"/>
                  <a:pt x="25696" y="904"/>
                  <a:pt x="27622" y="2713"/>
                </a:cubicBezTo>
                <a:cubicBezTo>
                  <a:pt x="29546" y="4521"/>
                  <a:pt x="30509" y="6903"/>
                  <a:pt x="30509" y="9859"/>
                </a:cubicBezTo>
                <a:cubicBezTo>
                  <a:pt x="30509" y="10909"/>
                  <a:pt x="30296" y="12231"/>
                  <a:pt x="29867" y="13826"/>
                </a:cubicBezTo>
                <a:lnTo>
                  <a:pt x="30334" y="14001"/>
                </a:lnTo>
              </a:path>
            </a:pathLst>
          </a:custGeom>
          <a:solidFill xmlns:a="http://schemas.openxmlformats.org/drawingml/2006/main">
            <a:srgbClr val="000000"/>
          </a:solidFill>
          <a:ln xmlns:a="http://schemas.openxmlformats.org/drawingml/2006/main" w="0">
            <a:noFill/>
            <a:prstDash val="solid"/>
          </a:ln>
        </p:spPr>
      </p:sp>
      <p:sp>
        <p:nvSpPr>
          <p:cNvPr id="299" name="pdf-path-100006">
            <a:extLst xmlns:a="http://schemas.openxmlformats.org/drawingml/2006/main">
              <a:ext uri="{FF2B5EF4-FFF2-40B4-BE49-F238E27FC236}">
                <a16:creationId xmlns:a16="http://schemas.microsoft.com/office/drawing/2014/main" id="{0B6D3B02-14CE-4018-960D-8F355D84B5C4}"/>
              </a:ext>
            </a:extLst>
          </p:cNvPr>
          <p:cNvSpPr>
            <a:spLocks xmlns:a="http://schemas.openxmlformats.org/drawingml/2006/main" noGrp="1"/>
          </p:cNvSpPr>
          <p:nvPr/>
        </p:nvSpPr>
        <p:spPr>
          <a:xfrm xmlns:a="http://schemas.openxmlformats.org/drawingml/2006/main" rot="0">
            <a:off x="8220238" y="1992142"/>
            <a:ext cx="53960" cy="59736"/>
          </a:xfrm>
          <a:custGeom xmlns:a="http://schemas.openxmlformats.org/drawingml/2006/main">
            <a:pathLst>
              <a:path w="53960" h="59736">
                <a:moveTo>
                  <a:pt x="48652" y="46669"/>
                </a:moveTo>
                <a:cubicBezTo>
                  <a:pt x="44724" y="51102"/>
                  <a:pt x="40495" y="54388"/>
                  <a:pt x="35964" y="56527"/>
                </a:cubicBezTo>
                <a:cubicBezTo>
                  <a:pt x="31434" y="58666"/>
                  <a:pt x="26523" y="59736"/>
                  <a:pt x="21234" y="59736"/>
                </a:cubicBezTo>
                <a:cubicBezTo>
                  <a:pt x="16684" y="59736"/>
                  <a:pt x="12815" y="58938"/>
                  <a:pt x="9626" y="57344"/>
                </a:cubicBezTo>
                <a:cubicBezTo>
                  <a:pt x="6437" y="55750"/>
                  <a:pt x="4035" y="53387"/>
                  <a:pt x="2421" y="50256"/>
                </a:cubicBezTo>
                <a:cubicBezTo>
                  <a:pt x="807" y="47125"/>
                  <a:pt x="0" y="43382"/>
                  <a:pt x="0" y="39027"/>
                </a:cubicBezTo>
                <a:cubicBezTo>
                  <a:pt x="0" y="37004"/>
                  <a:pt x="272" y="34418"/>
                  <a:pt x="817" y="31268"/>
                </a:cubicBezTo>
                <a:cubicBezTo>
                  <a:pt x="1556" y="26990"/>
                  <a:pt x="2683" y="23179"/>
                  <a:pt x="4201" y="19834"/>
                </a:cubicBezTo>
                <a:cubicBezTo>
                  <a:pt x="6106" y="15712"/>
                  <a:pt x="8595" y="12173"/>
                  <a:pt x="11667" y="9217"/>
                </a:cubicBezTo>
                <a:cubicBezTo>
                  <a:pt x="14739" y="6261"/>
                  <a:pt x="18347" y="3986"/>
                  <a:pt x="22488" y="2392"/>
                </a:cubicBezTo>
                <a:cubicBezTo>
                  <a:pt x="26630" y="797"/>
                  <a:pt x="31171" y="0"/>
                  <a:pt x="36109" y="0"/>
                </a:cubicBezTo>
                <a:cubicBezTo>
                  <a:pt x="48010" y="0"/>
                  <a:pt x="53960" y="4297"/>
                  <a:pt x="53960" y="12892"/>
                </a:cubicBezTo>
                <a:cubicBezTo>
                  <a:pt x="53960" y="15848"/>
                  <a:pt x="53367" y="18453"/>
                  <a:pt x="52181" y="20709"/>
                </a:cubicBezTo>
                <a:cubicBezTo>
                  <a:pt x="50995" y="22965"/>
                  <a:pt x="49022" y="25007"/>
                  <a:pt x="46260" y="26834"/>
                </a:cubicBezTo>
                <a:cubicBezTo>
                  <a:pt x="43499" y="28662"/>
                  <a:pt x="39600" y="30140"/>
                  <a:pt x="34564" y="31268"/>
                </a:cubicBezTo>
                <a:cubicBezTo>
                  <a:pt x="29527" y="32396"/>
                  <a:pt x="23451" y="33037"/>
                  <a:pt x="16334" y="33193"/>
                </a:cubicBezTo>
                <a:cubicBezTo>
                  <a:pt x="15828" y="35487"/>
                  <a:pt x="15576" y="37860"/>
                  <a:pt x="15576" y="40310"/>
                </a:cubicBezTo>
                <a:cubicBezTo>
                  <a:pt x="15576" y="43927"/>
                  <a:pt x="16334" y="46649"/>
                  <a:pt x="17851" y="48477"/>
                </a:cubicBezTo>
                <a:cubicBezTo>
                  <a:pt x="19367" y="50305"/>
                  <a:pt x="21662" y="51219"/>
                  <a:pt x="24735" y="51219"/>
                </a:cubicBezTo>
                <a:cubicBezTo>
                  <a:pt x="28156" y="51219"/>
                  <a:pt x="31249" y="50528"/>
                  <a:pt x="34010" y="49148"/>
                </a:cubicBezTo>
                <a:cubicBezTo>
                  <a:pt x="36771" y="47767"/>
                  <a:pt x="40018" y="45307"/>
                  <a:pt x="43752" y="41768"/>
                </a:cubicBezTo>
                <a:lnTo>
                  <a:pt x="48652" y="46669"/>
                </a:lnTo>
                <a:moveTo>
                  <a:pt x="17734" y="27068"/>
                </a:moveTo>
                <a:cubicBezTo>
                  <a:pt x="24890" y="26873"/>
                  <a:pt x="30364" y="25502"/>
                  <a:pt x="34155" y="22955"/>
                </a:cubicBezTo>
                <a:cubicBezTo>
                  <a:pt x="37948" y="20408"/>
                  <a:pt x="39843" y="16801"/>
                  <a:pt x="39843" y="12134"/>
                </a:cubicBezTo>
                <a:cubicBezTo>
                  <a:pt x="39843" y="10150"/>
                  <a:pt x="39387" y="8643"/>
                  <a:pt x="38473" y="7613"/>
                </a:cubicBezTo>
                <a:cubicBezTo>
                  <a:pt x="37559" y="6582"/>
                  <a:pt x="36285" y="6067"/>
                  <a:pt x="34651" y="6067"/>
                </a:cubicBezTo>
                <a:cubicBezTo>
                  <a:pt x="31034" y="6067"/>
                  <a:pt x="27777" y="7856"/>
                  <a:pt x="24880" y="11434"/>
                </a:cubicBezTo>
                <a:cubicBezTo>
                  <a:pt x="21983" y="15012"/>
                  <a:pt x="19601" y="20223"/>
                  <a:pt x="17734" y="27068"/>
                </a:cubicBezTo>
              </a:path>
            </a:pathLst>
          </a:custGeom>
          <a:solidFill xmlns:a="http://schemas.openxmlformats.org/drawingml/2006/main">
            <a:srgbClr val="000000"/>
          </a:solidFill>
          <a:ln xmlns:a="http://schemas.openxmlformats.org/drawingml/2006/main" w="0">
            <a:noFill/>
            <a:prstDash val="solid"/>
          </a:ln>
        </p:spPr>
      </p:sp>
      <p:sp>
        <p:nvSpPr>
          <p:cNvPr id="300" name="pdf-path-100007">
            <a:extLst xmlns:a="http://schemas.openxmlformats.org/drawingml/2006/main">
              <a:ext uri="{FF2B5EF4-FFF2-40B4-BE49-F238E27FC236}">
                <a16:creationId xmlns:a16="http://schemas.microsoft.com/office/drawing/2014/main" id="{CE3C71D0-4C76-464E-A72B-EC7CFA372DEB}"/>
              </a:ext>
            </a:extLst>
          </p:cNvPr>
          <p:cNvSpPr>
            <a:spLocks xmlns:a="http://schemas.openxmlformats.org/drawingml/2006/main" noGrp="1"/>
          </p:cNvSpPr>
          <p:nvPr/>
        </p:nvSpPr>
        <p:spPr>
          <a:xfrm xmlns:a="http://schemas.openxmlformats.org/drawingml/2006/main" rot="0">
            <a:off x="8285350" y="1967407"/>
            <a:ext cx="66678" cy="84470"/>
          </a:xfrm>
          <a:custGeom xmlns:a="http://schemas.openxmlformats.org/drawingml/2006/main">
            <a:pathLst>
              <a:path w="66678" h="84470">
                <a:moveTo>
                  <a:pt x="62477" y="69536"/>
                </a:moveTo>
                <a:lnTo>
                  <a:pt x="66678" y="73736"/>
                </a:lnTo>
                <a:cubicBezTo>
                  <a:pt x="62594" y="77820"/>
                  <a:pt x="59075" y="80629"/>
                  <a:pt x="56119" y="82166"/>
                </a:cubicBezTo>
                <a:cubicBezTo>
                  <a:pt x="53163" y="83702"/>
                  <a:pt x="50052" y="84470"/>
                  <a:pt x="46785" y="84470"/>
                </a:cubicBezTo>
                <a:cubicBezTo>
                  <a:pt x="43518" y="84470"/>
                  <a:pt x="40932" y="83566"/>
                  <a:pt x="39026" y="81757"/>
                </a:cubicBezTo>
                <a:cubicBezTo>
                  <a:pt x="37121" y="79949"/>
                  <a:pt x="36168" y="77567"/>
                  <a:pt x="36168" y="74611"/>
                </a:cubicBezTo>
                <a:cubicBezTo>
                  <a:pt x="36168" y="73639"/>
                  <a:pt x="36285" y="72706"/>
                  <a:pt x="36518" y="71811"/>
                </a:cubicBezTo>
                <a:lnTo>
                  <a:pt x="35760" y="71636"/>
                </a:lnTo>
                <a:cubicBezTo>
                  <a:pt x="32065" y="76109"/>
                  <a:pt x="28613" y="79366"/>
                  <a:pt x="25405" y="81407"/>
                </a:cubicBezTo>
                <a:cubicBezTo>
                  <a:pt x="22197" y="83449"/>
                  <a:pt x="18356" y="84470"/>
                  <a:pt x="13884" y="84470"/>
                </a:cubicBezTo>
                <a:cubicBezTo>
                  <a:pt x="9490" y="84470"/>
                  <a:pt x="6076" y="82875"/>
                  <a:pt x="3646" y="79687"/>
                </a:cubicBezTo>
                <a:cubicBezTo>
                  <a:pt x="1216" y="76498"/>
                  <a:pt x="0" y="71889"/>
                  <a:pt x="0" y="65861"/>
                </a:cubicBezTo>
                <a:cubicBezTo>
                  <a:pt x="0" y="60611"/>
                  <a:pt x="759" y="55399"/>
                  <a:pt x="2275" y="50227"/>
                </a:cubicBezTo>
                <a:cubicBezTo>
                  <a:pt x="3792" y="45055"/>
                  <a:pt x="5970" y="40592"/>
                  <a:pt x="8808" y="36839"/>
                </a:cubicBezTo>
                <a:cubicBezTo>
                  <a:pt x="11648" y="33086"/>
                  <a:pt x="15216" y="30131"/>
                  <a:pt x="19514" y="27972"/>
                </a:cubicBezTo>
                <a:cubicBezTo>
                  <a:pt x="23811" y="25813"/>
                  <a:pt x="28662" y="24734"/>
                  <a:pt x="34068" y="24734"/>
                </a:cubicBezTo>
                <a:cubicBezTo>
                  <a:pt x="37529" y="24734"/>
                  <a:pt x="40874" y="25337"/>
                  <a:pt x="44102" y="26543"/>
                </a:cubicBezTo>
                <a:lnTo>
                  <a:pt x="46086" y="17617"/>
                </a:lnTo>
                <a:cubicBezTo>
                  <a:pt x="46318" y="16645"/>
                  <a:pt x="46590" y="15245"/>
                  <a:pt x="46902" y="13417"/>
                </a:cubicBezTo>
                <a:cubicBezTo>
                  <a:pt x="47213" y="11589"/>
                  <a:pt x="47368" y="10209"/>
                  <a:pt x="47368" y="9275"/>
                </a:cubicBezTo>
                <a:cubicBezTo>
                  <a:pt x="47368" y="8420"/>
                  <a:pt x="47281" y="7749"/>
                  <a:pt x="47106" y="7263"/>
                </a:cubicBezTo>
                <a:cubicBezTo>
                  <a:pt x="46931" y="6777"/>
                  <a:pt x="46668" y="6378"/>
                  <a:pt x="46318" y="6067"/>
                </a:cubicBezTo>
                <a:cubicBezTo>
                  <a:pt x="45969" y="5756"/>
                  <a:pt x="45502" y="5513"/>
                  <a:pt x="44919" y="5338"/>
                </a:cubicBezTo>
                <a:cubicBezTo>
                  <a:pt x="44335" y="5163"/>
                  <a:pt x="43188" y="4959"/>
                  <a:pt x="41477" y="4725"/>
                </a:cubicBezTo>
                <a:lnTo>
                  <a:pt x="42410" y="934"/>
                </a:lnTo>
                <a:lnTo>
                  <a:pt x="59852" y="0"/>
                </a:lnTo>
                <a:lnTo>
                  <a:pt x="66444" y="0"/>
                </a:lnTo>
                <a:lnTo>
                  <a:pt x="51685" y="65336"/>
                </a:lnTo>
                <a:cubicBezTo>
                  <a:pt x="51102" y="67903"/>
                  <a:pt x="50810" y="70119"/>
                  <a:pt x="50810" y="71986"/>
                </a:cubicBezTo>
                <a:cubicBezTo>
                  <a:pt x="50810" y="73270"/>
                  <a:pt x="51024" y="74261"/>
                  <a:pt x="51452" y="74961"/>
                </a:cubicBezTo>
                <a:cubicBezTo>
                  <a:pt x="51879" y="75661"/>
                  <a:pt x="52619" y="76011"/>
                  <a:pt x="53669" y="76011"/>
                </a:cubicBezTo>
                <a:cubicBezTo>
                  <a:pt x="54874" y="76011"/>
                  <a:pt x="56177" y="75467"/>
                  <a:pt x="57577" y="74378"/>
                </a:cubicBezTo>
                <a:cubicBezTo>
                  <a:pt x="58977" y="73289"/>
                  <a:pt x="60611" y="71675"/>
                  <a:pt x="62477" y="69536"/>
                </a:cubicBezTo>
                <a:moveTo>
                  <a:pt x="40135" y="47252"/>
                </a:moveTo>
                <a:cubicBezTo>
                  <a:pt x="40757" y="44374"/>
                  <a:pt x="41068" y="41516"/>
                  <a:pt x="41068" y="38676"/>
                </a:cubicBezTo>
                <a:cubicBezTo>
                  <a:pt x="41068" y="36071"/>
                  <a:pt x="40582" y="34107"/>
                  <a:pt x="39610" y="32785"/>
                </a:cubicBezTo>
                <a:cubicBezTo>
                  <a:pt x="38637" y="31462"/>
                  <a:pt x="37043" y="30801"/>
                  <a:pt x="34827" y="30801"/>
                </a:cubicBezTo>
                <a:cubicBezTo>
                  <a:pt x="31209" y="30801"/>
                  <a:pt x="28001" y="32619"/>
                  <a:pt x="25201" y="36256"/>
                </a:cubicBezTo>
                <a:cubicBezTo>
                  <a:pt x="22401" y="39892"/>
                  <a:pt x="20145" y="44782"/>
                  <a:pt x="18434" y="50927"/>
                </a:cubicBezTo>
                <a:cubicBezTo>
                  <a:pt x="16723" y="57072"/>
                  <a:pt x="15868" y="62575"/>
                  <a:pt x="15868" y="67436"/>
                </a:cubicBezTo>
                <a:cubicBezTo>
                  <a:pt x="15868" y="70275"/>
                  <a:pt x="16285" y="72395"/>
                  <a:pt x="17122" y="73795"/>
                </a:cubicBezTo>
                <a:cubicBezTo>
                  <a:pt x="17958" y="75195"/>
                  <a:pt x="19251" y="75895"/>
                  <a:pt x="21000" y="75895"/>
                </a:cubicBezTo>
                <a:cubicBezTo>
                  <a:pt x="23568" y="75895"/>
                  <a:pt x="26183" y="74641"/>
                  <a:pt x="28847" y="72132"/>
                </a:cubicBezTo>
                <a:cubicBezTo>
                  <a:pt x="31511" y="69624"/>
                  <a:pt x="33660" y="66678"/>
                  <a:pt x="35293" y="63294"/>
                </a:cubicBezTo>
                <a:cubicBezTo>
                  <a:pt x="36927" y="59911"/>
                  <a:pt x="38385" y="55283"/>
                  <a:pt x="39668" y="49410"/>
                </a:cubicBezTo>
                <a:lnTo>
                  <a:pt x="40135" y="47252"/>
                </a:lnTo>
              </a:path>
            </a:pathLst>
          </a:custGeom>
          <a:solidFill xmlns:a="http://schemas.openxmlformats.org/drawingml/2006/main">
            <a:srgbClr val="000000"/>
          </a:solidFill>
          <a:ln xmlns:a="http://schemas.openxmlformats.org/drawingml/2006/main" w="0">
            <a:noFill/>
            <a:prstDash val="solid"/>
          </a:ln>
        </p:spPr>
      </p:sp>
      <p:sp>
        <p:nvSpPr>
          <p:cNvPr id="301" name="pdf-path-100008">
            <a:extLst xmlns:a="http://schemas.openxmlformats.org/drawingml/2006/main">
              <a:ext uri="{FF2B5EF4-FFF2-40B4-BE49-F238E27FC236}">
                <a16:creationId xmlns:a16="http://schemas.microsoft.com/office/drawing/2014/main" id="{9B04D73B-A1EA-4065-96A6-FE87D8313303}"/>
              </a:ext>
            </a:extLst>
          </p:cNvPr>
          <p:cNvSpPr>
            <a:spLocks xmlns:a="http://schemas.openxmlformats.org/drawingml/2006/main" noGrp="1"/>
          </p:cNvSpPr>
          <p:nvPr/>
        </p:nvSpPr>
        <p:spPr>
          <a:xfrm xmlns:a="http://schemas.openxmlformats.org/drawingml/2006/main" rot="0">
            <a:off x="8364631" y="1999672"/>
            <a:ext cx="23894" cy="40595"/>
          </a:xfrm>
          <a:custGeom xmlns:a="http://schemas.openxmlformats.org/drawingml/2006/main">
            <a:pathLst>
              <a:path w="23894" h="40595">
                <a:moveTo>
                  <a:pt x="22775" y="0"/>
                </a:moveTo>
                <a:cubicBezTo>
                  <a:pt x="23521" y="3729"/>
                  <a:pt x="23894" y="7405"/>
                  <a:pt x="23894" y="11028"/>
                </a:cubicBezTo>
                <a:cubicBezTo>
                  <a:pt x="23894" y="14757"/>
                  <a:pt x="23255" y="18167"/>
                  <a:pt x="21976" y="21257"/>
                </a:cubicBezTo>
                <a:cubicBezTo>
                  <a:pt x="20697" y="24346"/>
                  <a:pt x="18660" y="27423"/>
                  <a:pt x="15862" y="30486"/>
                </a:cubicBezTo>
                <a:cubicBezTo>
                  <a:pt x="13066" y="33550"/>
                  <a:pt x="9217" y="36919"/>
                  <a:pt x="4316" y="40595"/>
                </a:cubicBezTo>
                <a:lnTo>
                  <a:pt x="0" y="35720"/>
                </a:lnTo>
                <a:cubicBezTo>
                  <a:pt x="2717" y="33163"/>
                  <a:pt x="4688" y="30859"/>
                  <a:pt x="5913" y="28808"/>
                </a:cubicBezTo>
                <a:cubicBezTo>
                  <a:pt x="7139" y="26757"/>
                  <a:pt x="8018" y="24426"/>
                  <a:pt x="8551" y="21816"/>
                </a:cubicBezTo>
                <a:cubicBezTo>
                  <a:pt x="9083" y="19206"/>
                  <a:pt x="9350" y="15929"/>
                  <a:pt x="9350" y="11987"/>
                </a:cubicBezTo>
                <a:cubicBezTo>
                  <a:pt x="9350" y="7938"/>
                  <a:pt x="9163" y="3942"/>
                  <a:pt x="8790" y="0"/>
                </a:cubicBezTo>
                <a:lnTo>
                  <a:pt x="22775" y="0"/>
                </a:lnTo>
              </a:path>
            </a:pathLst>
          </a:custGeom>
          <a:solidFill xmlns:a="http://schemas.openxmlformats.org/drawingml/2006/main">
            <a:srgbClr val="000000"/>
          </a:solidFill>
          <a:ln xmlns:a="http://schemas.openxmlformats.org/drawingml/2006/main" w="0">
            <a:noFill/>
            <a:prstDash val="solid"/>
          </a:ln>
        </p:spPr>
      </p:sp>
      <p:sp>
        <p:nvSpPr>
          <p:cNvPr id="302" name="pdf-path-100009">
            <a:extLst xmlns:a="http://schemas.openxmlformats.org/drawingml/2006/main">
              <a:ext uri="{FF2B5EF4-FFF2-40B4-BE49-F238E27FC236}">
                <a16:creationId xmlns:a16="http://schemas.microsoft.com/office/drawing/2014/main" id="{9FAFB76A-BE32-4C72-B375-64F5DF60DBE9}"/>
              </a:ext>
            </a:extLst>
          </p:cNvPr>
          <p:cNvSpPr>
            <a:spLocks xmlns:a="http://schemas.openxmlformats.org/drawingml/2006/main" noGrp="1"/>
          </p:cNvSpPr>
          <p:nvPr/>
        </p:nvSpPr>
        <p:spPr>
          <a:xfrm xmlns:a="http://schemas.openxmlformats.org/drawingml/2006/main" rot="0">
            <a:off x="7687009" y="2163511"/>
            <a:ext cx="71441" cy="81830"/>
          </a:xfrm>
          <a:custGeom xmlns:a="http://schemas.openxmlformats.org/drawingml/2006/main">
            <a:pathLst>
              <a:path w="71441" h="81830">
                <a:moveTo>
                  <a:pt x="54500" y="59375"/>
                </a:moveTo>
                <a:lnTo>
                  <a:pt x="60973" y="66327"/>
                </a:lnTo>
                <a:cubicBezTo>
                  <a:pt x="55379" y="71921"/>
                  <a:pt x="49785" y="75903"/>
                  <a:pt x="44191" y="78274"/>
                </a:cubicBezTo>
                <a:cubicBezTo>
                  <a:pt x="38597" y="80644"/>
                  <a:pt x="32444" y="81830"/>
                  <a:pt x="25731" y="81830"/>
                </a:cubicBezTo>
                <a:cubicBezTo>
                  <a:pt x="17580" y="81830"/>
                  <a:pt x="11255" y="79286"/>
                  <a:pt x="6752" y="74198"/>
                </a:cubicBezTo>
                <a:cubicBezTo>
                  <a:pt x="2251" y="69110"/>
                  <a:pt x="0" y="62038"/>
                  <a:pt x="0" y="52982"/>
                </a:cubicBezTo>
                <a:cubicBezTo>
                  <a:pt x="0" y="44511"/>
                  <a:pt x="1905" y="35881"/>
                  <a:pt x="5714" y="27090"/>
                </a:cubicBezTo>
                <a:cubicBezTo>
                  <a:pt x="9523" y="18300"/>
                  <a:pt x="15157" y="11587"/>
                  <a:pt x="22615" y="6952"/>
                </a:cubicBezTo>
                <a:cubicBezTo>
                  <a:pt x="30073" y="2317"/>
                  <a:pt x="38810" y="0"/>
                  <a:pt x="48826" y="0"/>
                </a:cubicBezTo>
                <a:cubicBezTo>
                  <a:pt x="52396" y="0"/>
                  <a:pt x="56258" y="280"/>
                  <a:pt x="60413" y="839"/>
                </a:cubicBezTo>
                <a:cubicBezTo>
                  <a:pt x="64568" y="1399"/>
                  <a:pt x="68245" y="2184"/>
                  <a:pt x="71441" y="3196"/>
                </a:cubicBezTo>
                <a:lnTo>
                  <a:pt x="66966" y="22695"/>
                </a:lnTo>
                <a:lnTo>
                  <a:pt x="52582" y="22695"/>
                </a:lnTo>
                <a:cubicBezTo>
                  <a:pt x="52689" y="21576"/>
                  <a:pt x="52742" y="20431"/>
                  <a:pt x="52742" y="19259"/>
                </a:cubicBezTo>
                <a:cubicBezTo>
                  <a:pt x="52742" y="15423"/>
                  <a:pt x="52156" y="12639"/>
                  <a:pt x="50984" y="10908"/>
                </a:cubicBezTo>
                <a:cubicBezTo>
                  <a:pt x="49812" y="9176"/>
                  <a:pt x="48080" y="8311"/>
                  <a:pt x="45789" y="8311"/>
                </a:cubicBezTo>
                <a:cubicBezTo>
                  <a:pt x="41847" y="8311"/>
                  <a:pt x="38092" y="10575"/>
                  <a:pt x="34521" y="15103"/>
                </a:cubicBezTo>
                <a:cubicBezTo>
                  <a:pt x="30952" y="19632"/>
                  <a:pt x="27969" y="25918"/>
                  <a:pt x="25572" y="33962"/>
                </a:cubicBezTo>
                <a:cubicBezTo>
                  <a:pt x="23174" y="42007"/>
                  <a:pt x="21975" y="49066"/>
                  <a:pt x="21975" y="55139"/>
                </a:cubicBezTo>
                <a:cubicBezTo>
                  <a:pt x="21975" y="65155"/>
                  <a:pt x="25625" y="70163"/>
                  <a:pt x="32924" y="70163"/>
                </a:cubicBezTo>
                <a:cubicBezTo>
                  <a:pt x="36600" y="70163"/>
                  <a:pt x="40075" y="69337"/>
                  <a:pt x="43352" y="67686"/>
                </a:cubicBezTo>
                <a:cubicBezTo>
                  <a:pt x="46629" y="66034"/>
                  <a:pt x="50345" y="63263"/>
                  <a:pt x="54500" y="59375"/>
                </a:cubicBezTo>
              </a:path>
            </a:pathLst>
          </a:custGeom>
          <a:solidFill xmlns:a="http://schemas.openxmlformats.org/drawingml/2006/main">
            <a:srgbClr val="000000"/>
          </a:solidFill>
          <a:ln xmlns:a="http://schemas.openxmlformats.org/drawingml/2006/main" w="0">
            <a:noFill/>
            <a:prstDash val="solid"/>
          </a:ln>
        </p:spPr>
      </p:sp>
      <p:sp>
        <p:nvSpPr>
          <p:cNvPr id="303" name="pdf-path-100010">
            <a:extLst xmlns:a="http://schemas.openxmlformats.org/drawingml/2006/main">
              <a:ext uri="{FF2B5EF4-FFF2-40B4-BE49-F238E27FC236}">
                <a16:creationId xmlns:a16="http://schemas.microsoft.com/office/drawing/2014/main" id="{14E2B917-E352-4654-AD15-D4D62EFE3043}"/>
              </a:ext>
            </a:extLst>
          </p:cNvPr>
          <p:cNvSpPr>
            <a:spLocks xmlns:a="http://schemas.openxmlformats.org/drawingml/2006/main" noGrp="1"/>
          </p:cNvSpPr>
          <p:nvPr/>
        </p:nvSpPr>
        <p:spPr>
          <a:xfrm xmlns:a="http://schemas.openxmlformats.org/drawingml/2006/main" rot="0">
            <a:off x="7771476" y="2129628"/>
            <a:ext cx="43952" cy="115712"/>
          </a:xfrm>
          <a:custGeom xmlns:a="http://schemas.openxmlformats.org/drawingml/2006/main">
            <a:pathLst>
              <a:path w="43952" h="115712">
                <a:moveTo>
                  <a:pt x="16062" y="24133"/>
                </a:moveTo>
                <a:cubicBezTo>
                  <a:pt x="17234" y="19019"/>
                  <a:pt x="17820" y="15210"/>
                  <a:pt x="17820" y="12706"/>
                </a:cubicBezTo>
                <a:cubicBezTo>
                  <a:pt x="17820" y="11534"/>
                  <a:pt x="17701" y="10615"/>
                  <a:pt x="17461" y="9949"/>
                </a:cubicBezTo>
                <a:cubicBezTo>
                  <a:pt x="17221" y="9283"/>
                  <a:pt x="16862" y="8737"/>
                  <a:pt x="16382" y="8311"/>
                </a:cubicBezTo>
                <a:cubicBezTo>
                  <a:pt x="15903" y="7885"/>
                  <a:pt x="15263" y="7552"/>
                  <a:pt x="14464" y="7312"/>
                </a:cubicBezTo>
                <a:cubicBezTo>
                  <a:pt x="13665" y="7072"/>
                  <a:pt x="12093" y="6793"/>
                  <a:pt x="9749" y="6473"/>
                </a:cubicBezTo>
                <a:lnTo>
                  <a:pt x="11028" y="1279"/>
                </a:lnTo>
                <a:lnTo>
                  <a:pt x="34922" y="0"/>
                </a:lnTo>
                <a:lnTo>
                  <a:pt x="43952" y="0"/>
                </a:lnTo>
                <a:lnTo>
                  <a:pt x="23494" y="89261"/>
                </a:lnTo>
                <a:cubicBezTo>
                  <a:pt x="22642" y="92991"/>
                  <a:pt x="22215" y="96107"/>
                  <a:pt x="22215" y="98611"/>
                </a:cubicBezTo>
                <a:cubicBezTo>
                  <a:pt x="22215" y="100689"/>
                  <a:pt x="22561" y="102127"/>
                  <a:pt x="23255" y="102926"/>
                </a:cubicBezTo>
                <a:cubicBezTo>
                  <a:pt x="23947" y="103725"/>
                  <a:pt x="24932" y="104125"/>
                  <a:pt x="26211" y="104125"/>
                </a:cubicBezTo>
                <a:cubicBezTo>
                  <a:pt x="27756" y="104125"/>
                  <a:pt x="29487" y="103392"/>
                  <a:pt x="31406" y="101927"/>
                </a:cubicBezTo>
                <a:cubicBezTo>
                  <a:pt x="33323" y="100462"/>
                  <a:pt x="35587" y="98238"/>
                  <a:pt x="38198" y="95255"/>
                </a:cubicBezTo>
                <a:lnTo>
                  <a:pt x="43952" y="101009"/>
                </a:lnTo>
                <a:cubicBezTo>
                  <a:pt x="38731" y="106336"/>
                  <a:pt x="34056" y="110118"/>
                  <a:pt x="29927" y="112356"/>
                </a:cubicBezTo>
                <a:cubicBezTo>
                  <a:pt x="25798" y="114594"/>
                  <a:pt x="21257" y="115712"/>
                  <a:pt x="16302" y="115712"/>
                </a:cubicBezTo>
                <a:cubicBezTo>
                  <a:pt x="10655" y="115712"/>
                  <a:pt x="6526" y="114327"/>
                  <a:pt x="3915" y="111557"/>
                </a:cubicBezTo>
                <a:cubicBezTo>
                  <a:pt x="1305" y="108787"/>
                  <a:pt x="0" y="104604"/>
                  <a:pt x="0" y="99011"/>
                </a:cubicBezTo>
                <a:cubicBezTo>
                  <a:pt x="0" y="95867"/>
                  <a:pt x="586" y="91686"/>
                  <a:pt x="1758" y="86465"/>
                </a:cubicBezTo>
                <a:lnTo>
                  <a:pt x="16062" y="24133"/>
                </a:lnTo>
              </a:path>
            </a:pathLst>
          </a:custGeom>
          <a:solidFill xmlns:a="http://schemas.openxmlformats.org/drawingml/2006/main">
            <a:srgbClr val="000000"/>
          </a:solidFill>
          <a:ln xmlns:a="http://schemas.openxmlformats.org/drawingml/2006/main" w="0">
            <a:noFill/>
            <a:prstDash val="solid"/>
          </a:ln>
        </p:spPr>
      </p:sp>
      <p:sp>
        <p:nvSpPr>
          <p:cNvPr id="304" name="pdf-path-100011">
            <a:extLst xmlns:a="http://schemas.openxmlformats.org/drawingml/2006/main">
              <a:ext uri="{FF2B5EF4-FFF2-40B4-BE49-F238E27FC236}">
                <a16:creationId xmlns:a16="http://schemas.microsoft.com/office/drawing/2014/main" id="{501EBFA4-5156-4B76-8C6B-F231A6065B9D}"/>
              </a:ext>
            </a:extLst>
          </p:cNvPr>
          <p:cNvSpPr>
            <a:spLocks xmlns:a="http://schemas.openxmlformats.org/drawingml/2006/main" noGrp="1"/>
          </p:cNvSpPr>
          <p:nvPr/>
        </p:nvSpPr>
        <p:spPr>
          <a:xfrm xmlns:a="http://schemas.openxmlformats.org/drawingml/2006/main" rot="0">
            <a:off x="7829392" y="2163511"/>
            <a:ext cx="91339" cy="81830"/>
          </a:xfrm>
          <a:custGeom xmlns:a="http://schemas.openxmlformats.org/drawingml/2006/main">
            <a:pathLst>
              <a:path w="91339" h="81830">
                <a:moveTo>
                  <a:pt x="70802" y="55619"/>
                </a:moveTo>
                <a:cubicBezTo>
                  <a:pt x="70003" y="58975"/>
                  <a:pt x="69603" y="62012"/>
                  <a:pt x="69603" y="64728"/>
                </a:cubicBezTo>
                <a:cubicBezTo>
                  <a:pt x="69603" y="66487"/>
                  <a:pt x="69896" y="67845"/>
                  <a:pt x="70482" y="68804"/>
                </a:cubicBezTo>
                <a:cubicBezTo>
                  <a:pt x="71068" y="69763"/>
                  <a:pt x="72080" y="70242"/>
                  <a:pt x="73519" y="70242"/>
                </a:cubicBezTo>
                <a:cubicBezTo>
                  <a:pt x="75170" y="70242"/>
                  <a:pt x="76955" y="69497"/>
                  <a:pt x="78873" y="68005"/>
                </a:cubicBezTo>
                <a:cubicBezTo>
                  <a:pt x="80791" y="66514"/>
                  <a:pt x="83029" y="64302"/>
                  <a:pt x="85585" y="61372"/>
                </a:cubicBezTo>
                <a:lnTo>
                  <a:pt x="91339" y="67126"/>
                </a:lnTo>
                <a:cubicBezTo>
                  <a:pt x="85745" y="72720"/>
                  <a:pt x="80924" y="76569"/>
                  <a:pt x="76875" y="78673"/>
                </a:cubicBezTo>
                <a:cubicBezTo>
                  <a:pt x="72826" y="80777"/>
                  <a:pt x="68564" y="81830"/>
                  <a:pt x="64089" y="81830"/>
                </a:cubicBezTo>
                <a:cubicBezTo>
                  <a:pt x="59614" y="81830"/>
                  <a:pt x="56071" y="80591"/>
                  <a:pt x="53461" y="78114"/>
                </a:cubicBezTo>
                <a:cubicBezTo>
                  <a:pt x="50850" y="75637"/>
                  <a:pt x="49545" y="72374"/>
                  <a:pt x="49545" y="68325"/>
                </a:cubicBezTo>
                <a:cubicBezTo>
                  <a:pt x="49545" y="66993"/>
                  <a:pt x="49705" y="65714"/>
                  <a:pt x="50025" y="64489"/>
                </a:cubicBezTo>
                <a:lnTo>
                  <a:pt x="48906" y="64329"/>
                </a:lnTo>
                <a:cubicBezTo>
                  <a:pt x="45017" y="68911"/>
                  <a:pt x="41674" y="72360"/>
                  <a:pt x="38877" y="74678"/>
                </a:cubicBezTo>
                <a:cubicBezTo>
                  <a:pt x="36080" y="76995"/>
                  <a:pt x="33110" y="78767"/>
                  <a:pt x="29967" y="79992"/>
                </a:cubicBezTo>
                <a:cubicBezTo>
                  <a:pt x="26824" y="81217"/>
                  <a:pt x="23334" y="81830"/>
                  <a:pt x="19499" y="81830"/>
                </a:cubicBezTo>
                <a:cubicBezTo>
                  <a:pt x="13106" y="81830"/>
                  <a:pt x="8257" y="79659"/>
                  <a:pt x="4954" y="75317"/>
                </a:cubicBezTo>
                <a:cubicBezTo>
                  <a:pt x="1652" y="70975"/>
                  <a:pt x="0" y="64649"/>
                  <a:pt x="0" y="56338"/>
                </a:cubicBezTo>
                <a:cubicBezTo>
                  <a:pt x="0" y="49146"/>
                  <a:pt x="1039" y="42007"/>
                  <a:pt x="3117" y="34922"/>
                </a:cubicBezTo>
                <a:cubicBezTo>
                  <a:pt x="5194" y="27836"/>
                  <a:pt x="8178" y="21723"/>
                  <a:pt x="12066" y="16582"/>
                </a:cubicBezTo>
                <a:cubicBezTo>
                  <a:pt x="15956" y="11441"/>
                  <a:pt x="20843" y="7392"/>
                  <a:pt x="26731" y="4435"/>
                </a:cubicBezTo>
                <a:cubicBezTo>
                  <a:pt x="32617" y="1479"/>
                  <a:pt x="39290" y="0"/>
                  <a:pt x="46748" y="0"/>
                </a:cubicBezTo>
                <a:cubicBezTo>
                  <a:pt x="54686" y="0"/>
                  <a:pt x="61452" y="1918"/>
                  <a:pt x="67046" y="5754"/>
                </a:cubicBezTo>
                <a:lnTo>
                  <a:pt x="74797" y="0"/>
                </a:lnTo>
                <a:lnTo>
                  <a:pt x="83747" y="1279"/>
                </a:lnTo>
                <a:lnTo>
                  <a:pt x="70802" y="55619"/>
                </a:lnTo>
                <a:moveTo>
                  <a:pt x="54979" y="30846"/>
                </a:moveTo>
                <a:cubicBezTo>
                  <a:pt x="55831" y="26904"/>
                  <a:pt x="56258" y="22962"/>
                  <a:pt x="56258" y="19019"/>
                </a:cubicBezTo>
                <a:cubicBezTo>
                  <a:pt x="56258" y="15503"/>
                  <a:pt x="55592" y="12839"/>
                  <a:pt x="54260" y="11028"/>
                </a:cubicBezTo>
                <a:cubicBezTo>
                  <a:pt x="52928" y="9217"/>
                  <a:pt x="50744" y="8311"/>
                  <a:pt x="47708" y="8311"/>
                </a:cubicBezTo>
                <a:cubicBezTo>
                  <a:pt x="42753" y="8311"/>
                  <a:pt x="38358" y="10802"/>
                  <a:pt x="34521" y="15783"/>
                </a:cubicBezTo>
                <a:cubicBezTo>
                  <a:pt x="30686" y="20764"/>
                  <a:pt x="27597" y="27463"/>
                  <a:pt x="25252" y="35881"/>
                </a:cubicBezTo>
                <a:cubicBezTo>
                  <a:pt x="22908" y="44298"/>
                  <a:pt x="21736" y="51836"/>
                  <a:pt x="21736" y="58496"/>
                </a:cubicBezTo>
                <a:cubicBezTo>
                  <a:pt x="21736" y="62384"/>
                  <a:pt x="22309" y="65288"/>
                  <a:pt x="23454" y="67206"/>
                </a:cubicBezTo>
                <a:cubicBezTo>
                  <a:pt x="24599" y="69124"/>
                  <a:pt x="26370" y="70083"/>
                  <a:pt x="28769" y="70083"/>
                </a:cubicBezTo>
                <a:cubicBezTo>
                  <a:pt x="32285" y="70083"/>
                  <a:pt x="35867" y="68364"/>
                  <a:pt x="39516" y="64929"/>
                </a:cubicBezTo>
                <a:cubicBezTo>
                  <a:pt x="43166" y="61492"/>
                  <a:pt x="46109" y="57457"/>
                  <a:pt x="48347" y="52822"/>
                </a:cubicBezTo>
                <a:cubicBezTo>
                  <a:pt x="50584" y="48187"/>
                  <a:pt x="52582" y="41847"/>
                  <a:pt x="54340" y="33803"/>
                </a:cubicBezTo>
                <a:lnTo>
                  <a:pt x="54979" y="30846"/>
                </a:lnTo>
              </a:path>
            </a:pathLst>
          </a:custGeom>
          <a:solidFill xmlns:a="http://schemas.openxmlformats.org/drawingml/2006/main">
            <a:srgbClr val="000000"/>
          </a:solidFill>
          <a:ln xmlns:a="http://schemas.openxmlformats.org/drawingml/2006/main" w="0">
            <a:noFill/>
            <a:prstDash val="solid"/>
          </a:ln>
        </p:spPr>
      </p:sp>
      <p:sp>
        <p:nvSpPr>
          <p:cNvPr id="305" name="pdf-path-100012">
            <a:extLst xmlns:a="http://schemas.openxmlformats.org/drawingml/2006/main">
              <a:ext uri="{FF2B5EF4-FFF2-40B4-BE49-F238E27FC236}">
                <a16:creationId xmlns:a16="http://schemas.microsoft.com/office/drawing/2014/main" id="{19755FD9-4381-4B40-A13E-C4FBCFC1C077}"/>
              </a:ext>
            </a:extLst>
          </p:cNvPr>
          <p:cNvSpPr>
            <a:spLocks xmlns:a="http://schemas.openxmlformats.org/drawingml/2006/main" noGrp="1"/>
          </p:cNvSpPr>
          <p:nvPr/>
        </p:nvSpPr>
        <p:spPr>
          <a:xfrm xmlns:a="http://schemas.openxmlformats.org/drawingml/2006/main" rot="0">
            <a:off x="7926630" y="2163511"/>
            <a:ext cx="72879" cy="81830"/>
          </a:xfrm>
          <a:custGeom xmlns:a="http://schemas.openxmlformats.org/drawingml/2006/main">
            <a:pathLst>
              <a:path w="72879" h="81830">
                <a:moveTo>
                  <a:pt x="14624" y="58176"/>
                </a:moveTo>
                <a:cubicBezTo>
                  <a:pt x="14890" y="62970"/>
                  <a:pt x="16128" y="66726"/>
                  <a:pt x="18340" y="69444"/>
                </a:cubicBezTo>
                <a:cubicBezTo>
                  <a:pt x="20550" y="72160"/>
                  <a:pt x="23947" y="73519"/>
                  <a:pt x="28529" y="73519"/>
                </a:cubicBezTo>
                <a:cubicBezTo>
                  <a:pt x="32737" y="73519"/>
                  <a:pt x="35986" y="72494"/>
                  <a:pt x="38277" y="70443"/>
                </a:cubicBezTo>
                <a:cubicBezTo>
                  <a:pt x="40568" y="68391"/>
                  <a:pt x="41714" y="65501"/>
                  <a:pt x="41714" y="61772"/>
                </a:cubicBezTo>
                <a:cubicBezTo>
                  <a:pt x="41714" y="59535"/>
                  <a:pt x="41341" y="57643"/>
                  <a:pt x="40595" y="56098"/>
                </a:cubicBezTo>
                <a:cubicBezTo>
                  <a:pt x="39850" y="54553"/>
                  <a:pt x="38624" y="53048"/>
                  <a:pt x="36920" y="51583"/>
                </a:cubicBezTo>
                <a:cubicBezTo>
                  <a:pt x="35215" y="50118"/>
                  <a:pt x="32444" y="48214"/>
                  <a:pt x="28608" y="45869"/>
                </a:cubicBezTo>
                <a:cubicBezTo>
                  <a:pt x="23281" y="42673"/>
                  <a:pt x="19406" y="39357"/>
                  <a:pt x="16981" y="35921"/>
                </a:cubicBezTo>
                <a:cubicBezTo>
                  <a:pt x="14557" y="32484"/>
                  <a:pt x="13345" y="28635"/>
                  <a:pt x="13345" y="24373"/>
                </a:cubicBezTo>
                <a:cubicBezTo>
                  <a:pt x="13345" y="16542"/>
                  <a:pt x="16275" y="10522"/>
                  <a:pt x="22136" y="6313"/>
                </a:cubicBezTo>
                <a:cubicBezTo>
                  <a:pt x="27996" y="2105"/>
                  <a:pt x="36200" y="0"/>
                  <a:pt x="46748" y="0"/>
                </a:cubicBezTo>
                <a:cubicBezTo>
                  <a:pt x="50850" y="0"/>
                  <a:pt x="55259" y="333"/>
                  <a:pt x="59974" y="999"/>
                </a:cubicBezTo>
                <a:cubicBezTo>
                  <a:pt x="64689" y="1665"/>
                  <a:pt x="68991" y="2557"/>
                  <a:pt x="72879" y="3676"/>
                </a:cubicBezTo>
                <a:lnTo>
                  <a:pt x="68724" y="22775"/>
                </a:lnTo>
                <a:lnTo>
                  <a:pt x="58575" y="22775"/>
                </a:lnTo>
                <a:cubicBezTo>
                  <a:pt x="58095" y="17821"/>
                  <a:pt x="56831" y="14171"/>
                  <a:pt x="54780" y="11827"/>
                </a:cubicBezTo>
                <a:cubicBezTo>
                  <a:pt x="52728" y="9483"/>
                  <a:pt x="49785" y="8311"/>
                  <a:pt x="45950" y="8311"/>
                </a:cubicBezTo>
                <a:cubicBezTo>
                  <a:pt x="42379" y="8311"/>
                  <a:pt x="39516" y="9230"/>
                  <a:pt x="37359" y="11068"/>
                </a:cubicBezTo>
                <a:cubicBezTo>
                  <a:pt x="35201" y="12906"/>
                  <a:pt x="34122" y="15396"/>
                  <a:pt x="34122" y="18540"/>
                </a:cubicBezTo>
                <a:cubicBezTo>
                  <a:pt x="34122" y="21310"/>
                  <a:pt x="35028" y="23734"/>
                  <a:pt x="36839" y="25812"/>
                </a:cubicBezTo>
                <a:cubicBezTo>
                  <a:pt x="38651" y="27890"/>
                  <a:pt x="42167" y="30500"/>
                  <a:pt x="47388" y="33643"/>
                </a:cubicBezTo>
                <a:cubicBezTo>
                  <a:pt x="53035" y="36999"/>
                  <a:pt x="57084" y="40462"/>
                  <a:pt x="59534" y="44031"/>
                </a:cubicBezTo>
                <a:cubicBezTo>
                  <a:pt x="61985" y="47601"/>
                  <a:pt x="63210" y="51783"/>
                  <a:pt x="63210" y="56578"/>
                </a:cubicBezTo>
                <a:cubicBezTo>
                  <a:pt x="63210" y="62012"/>
                  <a:pt x="61759" y="66647"/>
                  <a:pt x="58855" y="70482"/>
                </a:cubicBezTo>
                <a:cubicBezTo>
                  <a:pt x="55952" y="74318"/>
                  <a:pt x="51982" y="77168"/>
                  <a:pt x="46948" y="79033"/>
                </a:cubicBezTo>
                <a:cubicBezTo>
                  <a:pt x="41914" y="80897"/>
                  <a:pt x="36173" y="81830"/>
                  <a:pt x="29727" y="81830"/>
                </a:cubicBezTo>
                <a:cubicBezTo>
                  <a:pt x="19392" y="81830"/>
                  <a:pt x="9483" y="80551"/>
                  <a:pt x="0" y="77994"/>
                </a:cubicBezTo>
                <a:lnTo>
                  <a:pt x="4475" y="58176"/>
                </a:lnTo>
                <a:lnTo>
                  <a:pt x="14624" y="58176"/>
                </a:lnTo>
              </a:path>
            </a:pathLst>
          </a:custGeom>
          <a:solidFill xmlns:a="http://schemas.openxmlformats.org/drawingml/2006/main">
            <a:srgbClr val="000000"/>
          </a:solidFill>
          <a:ln xmlns:a="http://schemas.openxmlformats.org/drawingml/2006/main" w="0">
            <a:noFill/>
            <a:prstDash val="solid"/>
          </a:ln>
        </p:spPr>
      </p:sp>
      <p:sp>
        <p:nvSpPr>
          <p:cNvPr id="306" name="pdf-path-100013">
            <a:extLst xmlns:a="http://schemas.openxmlformats.org/drawingml/2006/main">
              <a:ext uri="{FF2B5EF4-FFF2-40B4-BE49-F238E27FC236}">
                <a16:creationId xmlns:a16="http://schemas.microsoft.com/office/drawing/2014/main" id="{CC9096C6-69E2-4931-9A16-56FB4571F400}"/>
              </a:ext>
            </a:extLst>
          </p:cNvPr>
          <p:cNvSpPr>
            <a:spLocks xmlns:a="http://schemas.openxmlformats.org/drawingml/2006/main" noGrp="1"/>
          </p:cNvSpPr>
          <p:nvPr/>
        </p:nvSpPr>
        <p:spPr>
          <a:xfrm xmlns:a="http://schemas.openxmlformats.org/drawingml/2006/main" rot="0">
            <a:off x="8009932" y="2163511"/>
            <a:ext cx="72879" cy="81830"/>
          </a:xfrm>
          <a:custGeom xmlns:a="http://schemas.openxmlformats.org/drawingml/2006/main">
            <a:pathLst>
              <a:path w="72879" h="81830">
                <a:moveTo>
                  <a:pt x="14624" y="58176"/>
                </a:moveTo>
                <a:cubicBezTo>
                  <a:pt x="14890" y="62970"/>
                  <a:pt x="16128" y="66726"/>
                  <a:pt x="18340" y="69444"/>
                </a:cubicBezTo>
                <a:cubicBezTo>
                  <a:pt x="20550" y="72160"/>
                  <a:pt x="23947" y="73519"/>
                  <a:pt x="28529" y="73519"/>
                </a:cubicBezTo>
                <a:cubicBezTo>
                  <a:pt x="32737" y="73519"/>
                  <a:pt x="35986" y="72494"/>
                  <a:pt x="38277" y="70443"/>
                </a:cubicBezTo>
                <a:cubicBezTo>
                  <a:pt x="40568" y="68391"/>
                  <a:pt x="41714" y="65501"/>
                  <a:pt x="41714" y="61772"/>
                </a:cubicBezTo>
                <a:cubicBezTo>
                  <a:pt x="41714" y="59535"/>
                  <a:pt x="41341" y="57643"/>
                  <a:pt x="40595" y="56098"/>
                </a:cubicBezTo>
                <a:cubicBezTo>
                  <a:pt x="39850" y="54553"/>
                  <a:pt x="38624" y="53048"/>
                  <a:pt x="36919" y="51583"/>
                </a:cubicBezTo>
                <a:cubicBezTo>
                  <a:pt x="35215" y="50118"/>
                  <a:pt x="32444" y="48214"/>
                  <a:pt x="28608" y="45869"/>
                </a:cubicBezTo>
                <a:cubicBezTo>
                  <a:pt x="23281" y="42673"/>
                  <a:pt x="19406" y="39357"/>
                  <a:pt x="16981" y="35921"/>
                </a:cubicBezTo>
                <a:cubicBezTo>
                  <a:pt x="14557" y="32484"/>
                  <a:pt x="13345" y="28635"/>
                  <a:pt x="13345" y="24373"/>
                </a:cubicBezTo>
                <a:cubicBezTo>
                  <a:pt x="13345" y="16542"/>
                  <a:pt x="16275" y="10522"/>
                  <a:pt x="22136" y="6313"/>
                </a:cubicBezTo>
                <a:cubicBezTo>
                  <a:pt x="27996" y="2105"/>
                  <a:pt x="36200" y="0"/>
                  <a:pt x="46748" y="0"/>
                </a:cubicBezTo>
                <a:cubicBezTo>
                  <a:pt x="50850" y="0"/>
                  <a:pt x="55259" y="333"/>
                  <a:pt x="59974" y="999"/>
                </a:cubicBezTo>
                <a:cubicBezTo>
                  <a:pt x="64689" y="1665"/>
                  <a:pt x="68991" y="2557"/>
                  <a:pt x="72879" y="3676"/>
                </a:cubicBezTo>
                <a:lnTo>
                  <a:pt x="68724" y="22775"/>
                </a:lnTo>
                <a:lnTo>
                  <a:pt x="58575" y="22775"/>
                </a:lnTo>
                <a:cubicBezTo>
                  <a:pt x="58095" y="17821"/>
                  <a:pt x="56831" y="14171"/>
                  <a:pt x="54780" y="11827"/>
                </a:cubicBezTo>
                <a:cubicBezTo>
                  <a:pt x="52728" y="9483"/>
                  <a:pt x="49785" y="8311"/>
                  <a:pt x="45950" y="8311"/>
                </a:cubicBezTo>
                <a:cubicBezTo>
                  <a:pt x="42379" y="8311"/>
                  <a:pt x="39516" y="9230"/>
                  <a:pt x="37359" y="11068"/>
                </a:cubicBezTo>
                <a:cubicBezTo>
                  <a:pt x="35201" y="12906"/>
                  <a:pt x="34122" y="15396"/>
                  <a:pt x="34122" y="18540"/>
                </a:cubicBezTo>
                <a:cubicBezTo>
                  <a:pt x="34122" y="21310"/>
                  <a:pt x="35028" y="23734"/>
                  <a:pt x="36839" y="25812"/>
                </a:cubicBezTo>
                <a:cubicBezTo>
                  <a:pt x="38651" y="27890"/>
                  <a:pt x="42167" y="30500"/>
                  <a:pt x="47388" y="33643"/>
                </a:cubicBezTo>
                <a:cubicBezTo>
                  <a:pt x="53035" y="36999"/>
                  <a:pt x="57084" y="40462"/>
                  <a:pt x="59534" y="44031"/>
                </a:cubicBezTo>
                <a:cubicBezTo>
                  <a:pt x="61985" y="47601"/>
                  <a:pt x="63210" y="51783"/>
                  <a:pt x="63210" y="56578"/>
                </a:cubicBezTo>
                <a:cubicBezTo>
                  <a:pt x="63210" y="62012"/>
                  <a:pt x="61759" y="66647"/>
                  <a:pt x="58855" y="70482"/>
                </a:cubicBezTo>
                <a:cubicBezTo>
                  <a:pt x="55952" y="74318"/>
                  <a:pt x="51982" y="77168"/>
                  <a:pt x="46948" y="79033"/>
                </a:cubicBezTo>
                <a:cubicBezTo>
                  <a:pt x="41914" y="80897"/>
                  <a:pt x="36173" y="81830"/>
                  <a:pt x="29727" y="81830"/>
                </a:cubicBezTo>
                <a:cubicBezTo>
                  <a:pt x="19392" y="81830"/>
                  <a:pt x="9483" y="80551"/>
                  <a:pt x="0" y="77994"/>
                </a:cubicBezTo>
                <a:lnTo>
                  <a:pt x="4475" y="58176"/>
                </a:lnTo>
                <a:lnTo>
                  <a:pt x="14624" y="58176"/>
                </a:lnTo>
              </a:path>
            </a:pathLst>
          </a:custGeom>
          <a:solidFill xmlns:a="http://schemas.openxmlformats.org/drawingml/2006/main">
            <a:srgbClr val="000000"/>
          </a:solidFill>
          <a:ln xmlns:a="http://schemas.openxmlformats.org/drawingml/2006/main" w="0">
            <a:noFill/>
            <a:prstDash val="solid"/>
          </a:ln>
        </p:spPr>
      </p:sp>
      <p:sp>
        <p:nvSpPr>
          <p:cNvPr id="307" name="pdf-path-100014">
            <a:extLst xmlns:a="http://schemas.openxmlformats.org/drawingml/2006/main">
              <a:ext uri="{FF2B5EF4-FFF2-40B4-BE49-F238E27FC236}">
                <a16:creationId xmlns:a16="http://schemas.microsoft.com/office/drawing/2014/main" id="{0543AB12-5ECD-449B-8E24-6B9D302F1C65}"/>
              </a:ext>
            </a:extLst>
          </p:cNvPr>
          <p:cNvSpPr>
            <a:spLocks xmlns:a="http://schemas.openxmlformats.org/drawingml/2006/main" noGrp="1"/>
          </p:cNvSpPr>
          <p:nvPr/>
        </p:nvSpPr>
        <p:spPr>
          <a:xfrm xmlns:a="http://schemas.openxmlformats.org/drawingml/2006/main" rot="0">
            <a:off x="8089166" y="2217992"/>
            <a:ext cx="66619" cy="83886"/>
          </a:xfrm>
          <a:custGeom xmlns:a="http://schemas.openxmlformats.org/drawingml/2006/main">
            <a:pathLst>
              <a:path w="66619" h="83886">
                <a:moveTo>
                  <a:pt x="30743" y="13126"/>
                </a:moveTo>
                <a:cubicBezTo>
                  <a:pt x="34321" y="8575"/>
                  <a:pt x="37782" y="5250"/>
                  <a:pt x="41127" y="3150"/>
                </a:cubicBezTo>
                <a:cubicBezTo>
                  <a:pt x="44471" y="1050"/>
                  <a:pt x="48342" y="0"/>
                  <a:pt x="52736" y="0"/>
                </a:cubicBezTo>
                <a:cubicBezTo>
                  <a:pt x="57130" y="0"/>
                  <a:pt x="60543" y="1595"/>
                  <a:pt x="62973" y="4784"/>
                </a:cubicBezTo>
                <a:cubicBezTo>
                  <a:pt x="65405" y="7972"/>
                  <a:pt x="66619" y="12581"/>
                  <a:pt x="66619" y="18609"/>
                </a:cubicBezTo>
                <a:cubicBezTo>
                  <a:pt x="66619" y="23859"/>
                  <a:pt x="65862" y="29070"/>
                  <a:pt x="64344" y="34243"/>
                </a:cubicBezTo>
                <a:cubicBezTo>
                  <a:pt x="62828" y="39415"/>
                  <a:pt x="60650" y="43878"/>
                  <a:pt x="57811" y="47631"/>
                </a:cubicBezTo>
                <a:cubicBezTo>
                  <a:pt x="54972" y="51384"/>
                  <a:pt x="51404" y="54339"/>
                  <a:pt x="47107" y="56498"/>
                </a:cubicBezTo>
                <a:cubicBezTo>
                  <a:pt x="42809" y="58656"/>
                  <a:pt x="37957" y="59736"/>
                  <a:pt x="32552" y="59736"/>
                </a:cubicBezTo>
                <a:cubicBezTo>
                  <a:pt x="29090" y="59736"/>
                  <a:pt x="25746" y="59133"/>
                  <a:pt x="22518" y="57927"/>
                </a:cubicBezTo>
                <a:lnTo>
                  <a:pt x="20301" y="68311"/>
                </a:lnTo>
                <a:cubicBezTo>
                  <a:pt x="19951" y="70022"/>
                  <a:pt x="19699" y="71354"/>
                  <a:pt x="19542" y="72307"/>
                </a:cubicBezTo>
                <a:cubicBezTo>
                  <a:pt x="19387" y="73260"/>
                  <a:pt x="19310" y="74144"/>
                  <a:pt x="19310" y="74961"/>
                </a:cubicBezTo>
                <a:cubicBezTo>
                  <a:pt x="19310" y="76633"/>
                  <a:pt x="19747" y="77839"/>
                  <a:pt x="20622" y="78578"/>
                </a:cubicBezTo>
                <a:cubicBezTo>
                  <a:pt x="21497" y="79317"/>
                  <a:pt x="23004" y="79803"/>
                  <a:pt x="25143" y="80036"/>
                </a:cubicBezTo>
                <a:lnTo>
                  <a:pt x="24502" y="83886"/>
                </a:lnTo>
                <a:lnTo>
                  <a:pt x="234" y="83886"/>
                </a:lnTo>
                <a:lnTo>
                  <a:pt x="14993" y="18259"/>
                </a:lnTo>
                <a:cubicBezTo>
                  <a:pt x="15576" y="15653"/>
                  <a:pt x="15868" y="13728"/>
                  <a:pt x="15868" y="12484"/>
                </a:cubicBezTo>
                <a:cubicBezTo>
                  <a:pt x="15868" y="11200"/>
                  <a:pt x="15654" y="10209"/>
                  <a:pt x="15226" y="9509"/>
                </a:cubicBezTo>
                <a:cubicBezTo>
                  <a:pt x="14799" y="8808"/>
                  <a:pt x="14059" y="8458"/>
                  <a:pt x="13009" y="8458"/>
                </a:cubicBezTo>
                <a:cubicBezTo>
                  <a:pt x="11804" y="8458"/>
                  <a:pt x="10501" y="9003"/>
                  <a:pt x="9101" y="10092"/>
                </a:cubicBezTo>
                <a:cubicBezTo>
                  <a:pt x="7701" y="11181"/>
                  <a:pt x="6068" y="12795"/>
                  <a:pt x="4201" y="14934"/>
                </a:cubicBezTo>
                <a:lnTo>
                  <a:pt x="0" y="10734"/>
                </a:lnTo>
                <a:cubicBezTo>
                  <a:pt x="3889" y="6767"/>
                  <a:pt x="7341" y="3986"/>
                  <a:pt x="10355" y="2392"/>
                </a:cubicBezTo>
                <a:cubicBezTo>
                  <a:pt x="13369" y="797"/>
                  <a:pt x="16549" y="0"/>
                  <a:pt x="19893" y="0"/>
                </a:cubicBezTo>
                <a:cubicBezTo>
                  <a:pt x="23120" y="0"/>
                  <a:pt x="25697" y="904"/>
                  <a:pt x="27623" y="2712"/>
                </a:cubicBezTo>
                <a:cubicBezTo>
                  <a:pt x="29547" y="4521"/>
                  <a:pt x="30510" y="6903"/>
                  <a:pt x="30510" y="9858"/>
                </a:cubicBezTo>
                <a:cubicBezTo>
                  <a:pt x="30510" y="10831"/>
                  <a:pt x="30393" y="11764"/>
                  <a:pt x="30159" y="12659"/>
                </a:cubicBezTo>
                <a:lnTo>
                  <a:pt x="30743" y="13126"/>
                </a:lnTo>
                <a:moveTo>
                  <a:pt x="26543" y="37218"/>
                </a:moveTo>
                <a:cubicBezTo>
                  <a:pt x="25921" y="40096"/>
                  <a:pt x="25610" y="42915"/>
                  <a:pt x="25610" y="45677"/>
                </a:cubicBezTo>
                <a:cubicBezTo>
                  <a:pt x="25610" y="48515"/>
                  <a:pt x="26086" y="50557"/>
                  <a:pt x="27039" y="51802"/>
                </a:cubicBezTo>
                <a:cubicBezTo>
                  <a:pt x="27992" y="53046"/>
                  <a:pt x="29596" y="53668"/>
                  <a:pt x="31851" y="53668"/>
                </a:cubicBezTo>
                <a:cubicBezTo>
                  <a:pt x="33796" y="53668"/>
                  <a:pt x="35565" y="53231"/>
                  <a:pt x="37160" y="52356"/>
                </a:cubicBezTo>
                <a:cubicBezTo>
                  <a:pt x="38754" y="51481"/>
                  <a:pt x="40262" y="50052"/>
                  <a:pt x="41681" y="48068"/>
                </a:cubicBezTo>
                <a:cubicBezTo>
                  <a:pt x="43101" y="46085"/>
                  <a:pt x="44481" y="43528"/>
                  <a:pt x="45823" y="40397"/>
                </a:cubicBezTo>
                <a:cubicBezTo>
                  <a:pt x="47165" y="37267"/>
                  <a:pt x="48321" y="33523"/>
                  <a:pt x="49294" y="29168"/>
                </a:cubicBezTo>
                <a:cubicBezTo>
                  <a:pt x="50266" y="24812"/>
                  <a:pt x="50753" y="20767"/>
                  <a:pt x="50753" y="17034"/>
                </a:cubicBezTo>
                <a:cubicBezTo>
                  <a:pt x="50753" y="14156"/>
                  <a:pt x="50334" y="12027"/>
                  <a:pt x="49498" y="10646"/>
                </a:cubicBezTo>
                <a:cubicBezTo>
                  <a:pt x="48662" y="9265"/>
                  <a:pt x="47369" y="8575"/>
                  <a:pt x="45619" y="8575"/>
                </a:cubicBezTo>
                <a:cubicBezTo>
                  <a:pt x="43052" y="8575"/>
                  <a:pt x="40436" y="9829"/>
                  <a:pt x="37772" y="12338"/>
                </a:cubicBezTo>
                <a:cubicBezTo>
                  <a:pt x="35108" y="14846"/>
                  <a:pt x="32980" y="17753"/>
                  <a:pt x="31385" y="21059"/>
                </a:cubicBezTo>
                <a:cubicBezTo>
                  <a:pt x="29791" y="24365"/>
                  <a:pt x="28332" y="29032"/>
                  <a:pt x="27010" y="35059"/>
                </a:cubicBezTo>
                <a:lnTo>
                  <a:pt x="26543" y="37218"/>
                </a:lnTo>
              </a:path>
            </a:pathLst>
          </a:custGeom>
          <a:solidFill xmlns:a="http://schemas.openxmlformats.org/drawingml/2006/main">
            <a:srgbClr val="000000"/>
          </a:solidFill>
          <a:ln xmlns:a="http://schemas.openxmlformats.org/drawingml/2006/main" w="0">
            <a:noFill/>
            <a:prstDash val="solid"/>
          </a:ln>
        </p:spPr>
      </p:sp>
      <p:sp>
        <p:nvSpPr>
          <p:cNvPr id="308" name="pdf-path-100015">
            <a:extLst xmlns:a="http://schemas.openxmlformats.org/drawingml/2006/main">
              <a:ext uri="{FF2B5EF4-FFF2-40B4-BE49-F238E27FC236}">
                <a16:creationId xmlns:a16="http://schemas.microsoft.com/office/drawing/2014/main" id="{997D3EDD-DF84-4D58-B8E9-1B6BB652BCE7}"/>
              </a:ext>
            </a:extLst>
          </p:cNvPr>
          <p:cNvSpPr>
            <a:spLocks xmlns:a="http://schemas.openxmlformats.org/drawingml/2006/main" noGrp="1"/>
          </p:cNvSpPr>
          <p:nvPr/>
        </p:nvSpPr>
        <p:spPr>
          <a:xfrm xmlns:a="http://schemas.openxmlformats.org/drawingml/2006/main" rot="0">
            <a:off x="8162701" y="2217992"/>
            <a:ext cx="60669" cy="58802"/>
          </a:xfrm>
          <a:custGeom xmlns:a="http://schemas.openxmlformats.org/drawingml/2006/main">
            <a:pathLst>
              <a:path w="60669" h="58802">
                <a:moveTo>
                  <a:pt x="30334" y="14000"/>
                </a:moveTo>
                <a:cubicBezTo>
                  <a:pt x="33601" y="9411"/>
                  <a:pt x="37023" y="5931"/>
                  <a:pt x="40601" y="3558"/>
                </a:cubicBezTo>
                <a:cubicBezTo>
                  <a:pt x="44179" y="1186"/>
                  <a:pt x="48146" y="0"/>
                  <a:pt x="52502" y="0"/>
                </a:cubicBezTo>
                <a:cubicBezTo>
                  <a:pt x="55068" y="0"/>
                  <a:pt x="57791" y="369"/>
                  <a:pt x="60669" y="1108"/>
                </a:cubicBezTo>
                <a:lnTo>
                  <a:pt x="57227" y="16800"/>
                </a:lnTo>
                <a:lnTo>
                  <a:pt x="46785" y="16800"/>
                </a:lnTo>
                <a:cubicBezTo>
                  <a:pt x="46785" y="14195"/>
                  <a:pt x="46502" y="12386"/>
                  <a:pt x="45939" y="11375"/>
                </a:cubicBezTo>
                <a:cubicBezTo>
                  <a:pt x="45375" y="10364"/>
                  <a:pt x="44412" y="9858"/>
                  <a:pt x="43051" y="9858"/>
                </a:cubicBezTo>
                <a:cubicBezTo>
                  <a:pt x="42001" y="9858"/>
                  <a:pt x="40854" y="10228"/>
                  <a:pt x="39610" y="10967"/>
                </a:cubicBezTo>
                <a:cubicBezTo>
                  <a:pt x="38365" y="11706"/>
                  <a:pt x="36878" y="13145"/>
                  <a:pt x="35147" y="15284"/>
                </a:cubicBezTo>
                <a:cubicBezTo>
                  <a:pt x="33417" y="17423"/>
                  <a:pt x="32114" y="19464"/>
                  <a:pt x="31238" y="21409"/>
                </a:cubicBezTo>
                <a:cubicBezTo>
                  <a:pt x="30364" y="23354"/>
                  <a:pt x="29595" y="25842"/>
                  <a:pt x="28934" y="28876"/>
                </a:cubicBezTo>
                <a:lnTo>
                  <a:pt x="22343" y="58802"/>
                </a:lnTo>
                <a:lnTo>
                  <a:pt x="5600" y="58802"/>
                </a:lnTo>
                <a:lnTo>
                  <a:pt x="14992" y="18259"/>
                </a:lnTo>
                <a:cubicBezTo>
                  <a:pt x="15576" y="15731"/>
                  <a:pt x="15867" y="13806"/>
                  <a:pt x="15867" y="12484"/>
                </a:cubicBezTo>
                <a:cubicBezTo>
                  <a:pt x="15867" y="11200"/>
                  <a:pt x="15653" y="10209"/>
                  <a:pt x="15225" y="9509"/>
                </a:cubicBezTo>
                <a:cubicBezTo>
                  <a:pt x="14798" y="8808"/>
                  <a:pt x="14058" y="8458"/>
                  <a:pt x="13008" y="8458"/>
                </a:cubicBezTo>
                <a:cubicBezTo>
                  <a:pt x="11803" y="8458"/>
                  <a:pt x="10500" y="9003"/>
                  <a:pt x="9100" y="10092"/>
                </a:cubicBezTo>
                <a:cubicBezTo>
                  <a:pt x="7700" y="11181"/>
                  <a:pt x="6067" y="12795"/>
                  <a:pt x="4200" y="14934"/>
                </a:cubicBezTo>
                <a:lnTo>
                  <a:pt x="0" y="10734"/>
                </a:lnTo>
                <a:cubicBezTo>
                  <a:pt x="3888" y="6767"/>
                  <a:pt x="7340" y="3986"/>
                  <a:pt x="10355" y="2392"/>
                </a:cubicBezTo>
                <a:cubicBezTo>
                  <a:pt x="13368" y="797"/>
                  <a:pt x="16548" y="0"/>
                  <a:pt x="19892" y="0"/>
                </a:cubicBezTo>
                <a:cubicBezTo>
                  <a:pt x="23120" y="0"/>
                  <a:pt x="25696" y="904"/>
                  <a:pt x="27622" y="2712"/>
                </a:cubicBezTo>
                <a:cubicBezTo>
                  <a:pt x="29546" y="4521"/>
                  <a:pt x="30509" y="6903"/>
                  <a:pt x="30509" y="9858"/>
                </a:cubicBezTo>
                <a:cubicBezTo>
                  <a:pt x="30509" y="10909"/>
                  <a:pt x="30296" y="12231"/>
                  <a:pt x="29867" y="13825"/>
                </a:cubicBezTo>
                <a:lnTo>
                  <a:pt x="30334" y="14000"/>
                </a:lnTo>
              </a:path>
            </a:pathLst>
          </a:custGeom>
          <a:solidFill xmlns:a="http://schemas.openxmlformats.org/drawingml/2006/main">
            <a:srgbClr val="000000"/>
          </a:solidFill>
          <a:ln xmlns:a="http://schemas.openxmlformats.org/drawingml/2006/main" w="0">
            <a:noFill/>
            <a:prstDash val="solid"/>
          </a:ln>
        </p:spPr>
      </p:sp>
      <p:sp>
        <p:nvSpPr>
          <p:cNvPr id="309" name="pdf-path-100016">
            <a:extLst xmlns:a="http://schemas.openxmlformats.org/drawingml/2006/main">
              <a:ext uri="{FF2B5EF4-FFF2-40B4-BE49-F238E27FC236}">
                <a16:creationId xmlns:a16="http://schemas.microsoft.com/office/drawing/2014/main" id="{9B20D98C-0AFE-491E-BD1A-A034A8636605}"/>
              </a:ext>
            </a:extLst>
          </p:cNvPr>
          <p:cNvSpPr>
            <a:spLocks xmlns:a="http://schemas.openxmlformats.org/drawingml/2006/main" noGrp="1"/>
          </p:cNvSpPr>
          <p:nvPr/>
        </p:nvSpPr>
        <p:spPr>
          <a:xfrm xmlns:a="http://schemas.openxmlformats.org/drawingml/2006/main" rot="0">
            <a:off x="8231641" y="2217992"/>
            <a:ext cx="53960" cy="59736"/>
          </a:xfrm>
          <a:custGeom xmlns:a="http://schemas.openxmlformats.org/drawingml/2006/main">
            <a:pathLst>
              <a:path w="53960" h="59736">
                <a:moveTo>
                  <a:pt x="48652" y="46668"/>
                </a:moveTo>
                <a:cubicBezTo>
                  <a:pt x="44724" y="51102"/>
                  <a:pt x="40495" y="54388"/>
                  <a:pt x="35964" y="56527"/>
                </a:cubicBezTo>
                <a:cubicBezTo>
                  <a:pt x="31434" y="58666"/>
                  <a:pt x="26523" y="59736"/>
                  <a:pt x="21234" y="59736"/>
                </a:cubicBezTo>
                <a:cubicBezTo>
                  <a:pt x="16684" y="59736"/>
                  <a:pt x="12815" y="58938"/>
                  <a:pt x="9626" y="57344"/>
                </a:cubicBezTo>
                <a:cubicBezTo>
                  <a:pt x="6437" y="55749"/>
                  <a:pt x="4035" y="53387"/>
                  <a:pt x="2421" y="50256"/>
                </a:cubicBezTo>
                <a:cubicBezTo>
                  <a:pt x="807" y="47125"/>
                  <a:pt x="0" y="43382"/>
                  <a:pt x="0" y="39026"/>
                </a:cubicBezTo>
                <a:cubicBezTo>
                  <a:pt x="0" y="37004"/>
                  <a:pt x="272" y="34418"/>
                  <a:pt x="817" y="31268"/>
                </a:cubicBezTo>
                <a:cubicBezTo>
                  <a:pt x="1556" y="26990"/>
                  <a:pt x="2683" y="23178"/>
                  <a:pt x="4201" y="19834"/>
                </a:cubicBezTo>
                <a:cubicBezTo>
                  <a:pt x="6106" y="15712"/>
                  <a:pt x="8595" y="12172"/>
                  <a:pt x="11667" y="9217"/>
                </a:cubicBezTo>
                <a:cubicBezTo>
                  <a:pt x="14739" y="6261"/>
                  <a:pt x="18347" y="3986"/>
                  <a:pt x="22488" y="2392"/>
                </a:cubicBezTo>
                <a:cubicBezTo>
                  <a:pt x="26630" y="797"/>
                  <a:pt x="31171" y="0"/>
                  <a:pt x="36109" y="0"/>
                </a:cubicBezTo>
                <a:cubicBezTo>
                  <a:pt x="48010" y="0"/>
                  <a:pt x="53960" y="4297"/>
                  <a:pt x="53960" y="12892"/>
                </a:cubicBezTo>
                <a:cubicBezTo>
                  <a:pt x="53960" y="15848"/>
                  <a:pt x="53367" y="18453"/>
                  <a:pt x="52181" y="20709"/>
                </a:cubicBezTo>
                <a:cubicBezTo>
                  <a:pt x="50995" y="22965"/>
                  <a:pt x="49022" y="25006"/>
                  <a:pt x="46260" y="26834"/>
                </a:cubicBezTo>
                <a:cubicBezTo>
                  <a:pt x="43499" y="28662"/>
                  <a:pt x="39600" y="30140"/>
                  <a:pt x="34564" y="31268"/>
                </a:cubicBezTo>
                <a:cubicBezTo>
                  <a:pt x="29527" y="32395"/>
                  <a:pt x="23451" y="33037"/>
                  <a:pt x="16334" y="33193"/>
                </a:cubicBezTo>
                <a:cubicBezTo>
                  <a:pt x="15828" y="35487"/>
                  <a:pt x="15576" y="37860"/>
                  <a:pt x="15576" y="40310"/>
                </a:cubicBezTo>
                <a:cubicBezTo>
                  <a:pt x="15576" y="43926"/>
                  <a:pt x="16334" y="46649"/>
                  <a:pt x="17851" y="48477"/>
                </a:cubicBezTo>
                <a:cubicBezTo>
                  <a:pt x="19367" y="50304"/>
                  <a:pt x="21662" y="51218"/>
                  <a:pt x="24735" y="51218"/>
                </a:cubicBezTo>
                <a:cubicBezTo>
                  <a:pt x="28156" y="51218"/>
                  <a:pt x="31249" y="50528"/>
                  <a:pt x="34010" y="49148"/>
                </a:cubicBezTo>
                <a:cubicBezTo>
                  <a:pt x="36770" y="47767"/>
                  <a:pt x="40018" y="45307"/>
                  <a:pt x="43752" y="41768"/>
                </a:cubicBezTo>
                <a:lnTo>
                  <a:pt x="48652" y="46668"/>
                </a:lnTo>
                <a:moveTo>
                  <a:pt x="17734" y="27068"/>
                </a:moveTo>
                <a:cubicBezTo>
                  <a:pt x="24890" y="26873"/>
                  <a:pt x="30364" y="25502"/>
                  <a:pt x="34155" y="22955"/>
                </a:cubicBezTo>
                <a:cubicBezTo>
                  <a:pt x="37948" y="20407"/>
                  <a:pt x="39843" y="16800"/>
                  <a:pt x="39843" y="12134"/>
                </a:cubicBezTo>
                <a:cubicBezTo>
                  <a:pt x="39843" y="10150"/>
                  <a:pt x="39387" y="8643"/>
                  <a:pt x="38473" y="7612"/>
                </a:cubicBezTo>
                <a:cubicBezTo>
                  <a:pt x="37559" y="6582"/>
                  <a:pt x="36285" y="6067"/>
                  <a:pt x="34651" y="6067"/>
                </a:cubicBezTo>
                <a:cubicBezTo>
                  <a:pt x="31034" y="6067"/>
                  <a:pt x="27777" y="7856"/>
                  <a:pt x="24880" y="11434"/>
                </a:cubicBezTo>
                <a:cubicBezTo>
                  <a:pt x="21982" y="15012"/>
                  <a:pt x="19601" y="20223"/>
                  <a:pt x="17734" y="27068"/>
                </a:cubicBezTo>
              </a:path>
            </a:pathLst>
          </a:custGeom>
          <a:solidFill xmlns:a="http://schemas.openxmlformats.org/drawingml/2006/main">
            <a:srgbClr val="000000"/>
          </a:solidFill>
          <a:ln xmlns:a="http://schemas.openxmlformats.org/drawingml/2006/main" w="0">
            <a:noFill/>
            <a:prstDash val="solid"/>
          </a:ln>
        </p:spPr>
      </p:sp>
      <p:sp>
        <p:nvSpPr>
          <p:cNvPr id="310" name="pdf-path-100017">
            <a:extLst xmlns:a="http://schemas.openxmlformats.org/drawingml/2006/main">
              <a:ext uri="{FF2B5EF4-FFF2-40B4-BE49-F238E27FC236}">
                <a16:creationId xmlns:a16="http://schemas.microsoft.com/office/drawing/2014/main" id="{A5189E08-19A1-4D18-BE7E-B913E3466F3A}"/>
              </a:ext>
            </a:extLst>
          </p:cNvPr>
          <p:cNvSpPr>
            <a:spLocks xmlns:a="http://schemas.openxmlformats.org/drawingml/2006/main" noGrp="1"/>
          </p:cNvSpPr>
          <p:nvPr/>
        </p:nvSpPr>
        <p:spPr>
          <a:xfrm xmlns:a="http://schemas.openxmlformats.org/drawingml/2006/main" rot="0">
            <a:off x="8296753" y="2193257"/>
            <a:ext cx="66678" cy="84470"/>
          </a:xfrm>
          <a:custGeom xmlns:a="http://schemas.openxmlformats.org/drawingml/2006/main">
            <a:pathLst>
              <a:path w="66678" h="84470">
                <a:moveTo>
                  <a:pt x="62477" y="69536"/>
                </a:moveTo>
                <a:lnTo>
                  <a:pt x="66678" y="73736"/>
                </a:lnTo>
                <a:cubicBezTo>
                  <a:pt x="62594" y="77820"/>
                  <a:pt x="59075" y="80630"/>
                  <a:pt x="56119" y="82166"/>
                </a:cubicBezTo>
                <a:cubicBezTo>
                  <a:pt x="53163" y="83702"/>
                  <a:pt x="50052" y="84470"/>
                  <a:pt x="46785" y="84470"/>
                </a:cubicBezTo>
                <a:cubicBezTo>
                  <a:pt x="43518" y="84470"/>
                  <a:pt x="40932" y="83566"/>
                  <a:pt x="39026" y="81757"/>
                </a:cubicBezTo>
                <a:cubicBezTo>
                  <a:pt x="37121" y="79949"/>
                  <a:pt x="36168" y="77567"/>
                  <a:pt x="36168" y="74611"/>
                </a:cubicBezTo>
                <a:cubicBezTo>
                  <a:pt x="36168" y="73639"/>
                  <a:pt x="36285" y="72705"/>
                  <a:pt x="36518" y="71811"/>
                </a:cubicBezTo>
                <a:lnTo>
                  <a:pt x="35760" y="71636"/>
                </a:lnTo>
                <a:cubicBezTo>
                  <a:pt x="32065" y="76109"/>
                  <a:pt x="28613" y="79366"/>
                  <a:pt x="25405" y="81408"/>
                </a:cubicBezTo>
                <a:cubicBezTo>
                  <a:pt x="22197" y="83449"/>
                  <a:pt x="18356" y="84470"/>
                  <a:pt x="13884" y="84470"/>
                </a:cubicBezTo>
                <a:cubicBezTo>
                  <a:pt x="9490" y="84470"/>
                  <a:pt x="6076" y="82876"/>
                  <a:pt x="3646" y="79687"/>
                </a:cubicBezTo>
                <a:cubicBezTo>
                  <a:pt x="1216" y="76498"/>
                  <a:pt x="0" y="71889"/>
                  <a:pt x="0" y="65861"/>
                </a:cubicBezTo>
                <a:cubicBezTo>
                  <a:pt x="0" y="60611"/>
                  <a:pt x="759" y="55399"/>
                  <a:pt x="2275" y="50227"/>
                </a:cubicBezTo>
                <a:cubicBezTo>
                  <a:pt x="3792" y="45055"/>
                  <a:pt x="5970" y="40592"/>
                  <a:pt x="8808" y="36839"/>
                </a:cubicBezTo>
                <a:cubicBezTo>
                  <a:pt x="11648" y="33086"/>
                  <a:pt x="15216" y="30130"/>
                  <a:pt x="19514" y="27972"/>
                </a:cubicBezTo>
                <a:cubicBezTo>
                  <a:pt x="23811" y="25814"/>
                  <a:pt x="28662" y="24735"/>
                  <a:pt x="34068" y="24735"/>
                </a:cubicBezTo>
                <a:cubicBezTo>
                  <a:pt x="37529" y="24735"/>
                  <a:pt x="40873" y="25337"/>
                  <a:pt x="44102" y="26543"/>
                </a:cubicBezTo>
                <a:lnTo>
                  <a:pt x="46085" y="17617"/>
                </a:lnTo>
                <a:cubicBezTo>
                  <a:pt x="46318" y="16645"/>
                  <a:pt x="46590" y="15245"/>
                  <a:pt x="46902" y="13417"/>
                </a:cubicBezTo>
                <a:cubicBezTo>
                  <a:pt x="47213" y="11589"/>
                  <a:pt x="47368" y="10209"/>
                  <a:pt x="47368" y="9275"/>
                </a:cubicBezTo>
                <a:cubicBezTo>
                  <a:pt x="47368" y="8420"/>
                  <a:pt x="47281" y="7749"/>
                  <a:pt x="47106" y="7263"/>
                </a:cubicBezTo>
                <a:cubicBezTo>
                  <a:pt x="46931" y="6777"/>
                  <a:pt x="46668" y="6378"/>
                  <a:pt x="46318" y="6067"/>
                </a:cubicBezTo>
                <a:cubicBezTo>
                  <a:pt x="45969" y="5756"/>
                  <a:pt x="45502" y="5513"/>
                  <a:pt x="44919" y="5338"/>
                </a:cubicBezTo>
                <a:cubicBezTo>
                  <a:pt x="44335" y="5163"/>
                  <a:pt x="43188" y="4958"/>
                  <a:pt x="41477" y="4725"/>
                </a:cubicBezTo>
                <a:lnTo>
                  <a:pt x="42410" y="934"/>
                </a:lnTo>
                <a:lnTo>
                  <a:pt x="59852" y="0"/>
                </a:lnTo>
                <a:lnTo>
                  <a:pt x="66444" y="0"/>
                </a:lnTo>
                <a:lnTo>
                  <a:pt x="51685" y="65336"/>
                </a:lnTo>
                <a:cubicBezTo>
                  <a:pt x="51102" y="67903"/>
                  <a:pt x="50810" y="70119"/>
                  <a:pt x="50810" y="71986"/>
                </a:cubicBezTo>
                <a:cubicBezTo>
                  <a:pt x="50810" y="73270"/>
                  <a:pt x="51024" y="74261"/>
                  <a:pt x="51452" y="74961"/>
                </a:cubicBezTo>
                <a:cubicBezTo>
                  <a:pt x="51879" y="75661"/>
                  <a:pt x="52619" y="76011"/>
                  <a:pt x="53669" y="76011"/>
                </a:cubicBezTo>
                <a:cubicBezTo>
                  <a:pt x="54874" y="76011"/>
                  <a:pt x="56177" y="75467"/>
                  <a:pt x="57577" y="74378"/>
                </a:cubicBezTo>
                <a:cubicBezTo>
                  <a:pt x="58977" y="73289"/>
                  <a:pt x="60610" y="71675"/>
                  <a:pt x="62477" y="69536"/>
                </a:cubicBezTo>
                <a:moveTo>
                  <a:pt x="40135" y="47252"/>
                </a:moveTo>
                <a:cubicBezTo>
                  <a:pt x="40757" y="44374"/>
                  <a:pt x="41068" y="41516"/>
                  <a:pt x="41068" y="38677"/>
                </a:cubicBezTo>
                <a:cubicBezTo>
                  <a:pt x="41068" y="36071"/>
                  <a:pt x="40582" y="34107"/>
                  <a:pt x="39610" y="32785"/>
                </a:cubicBezTo>
                <a:cubicBezTo>
                  <a:pt x="38637" y="31462"/>
                  <a:pt x="37043" y="30801"/>
                  <a:pt x="34827" y="30801"/>
                </a:cubicBezTo>
                <a:cubicBezTo>
                  <a:pt x="31209" y="30801"/>
                  <a:pt x="28001" y="32620"/>
                  <a:pt x="25201" y="36255"/>
                </a:cubicBezTo>
                <a:cubicBezTo>
                  <a:pt x="22401" y="39892"/>
                  <a:pt x="20145" y="44782"/>
                  <a:pt x="18434" y="50927"/>
                </a:cubicBezTo>
                <a:cubicBezTo>
                  <a:pt x="16723" y="57072"/>
                  <a:pt x="15868" y="62575"/>
                  <a:pt x="15868" y="67436"/>
                </a:cubicBezTo>
                <a:cubicBezTo>
                  <a:pt x="15868" y="70275"/>
                  <a:pt x="16285" y="72395"/>
                  <a:pt x="17122" y="73795"/>
                </a:cubicBezTo>
                <a:cubicBezTo>
                  <a:pt x="17958" y="75195"/>
                  <a:pt x="19251" y="75894"/>
                  <a:pt x="21000" y="75894"/>
                </a:cubicBezTo>
                <a:cubicBezTo>
                  <a:pt x="23568" y="75894"/>
                  <a:pt x="26183" y="74641"/>
                  <a:pt x="28847" y="72132"/>
                </a:cubicBezTo>
                <a:cubicBezTo>
                  <a:pt x="31511" y="69624"/>
                  <a:pt x="33660" y="66677"/>
                  <a:pt x="35293" y="63294"/>
                </a:cubicBezTo>
                <a:cubicBezTo>
                  <a:pt x="36927" y="59911"/>
                  <a:pt x="38385" y="55283"/>
                  <a:pt x="39668" y="49410"/>
                </a:cubicBezTo>
                <a:lnTo>
                  <a:pt x="40135" y="47252"/>
                </a:lnTo>
              </a:path>
            </a:pathLst>
          </a:custGeom>
          <a:solidFill xmlns:a="http://schemas.openxmlformats.org/drawingml/2006/main">
            <a:srgbClr val="000000"/>
          </a:solidFill>
          <a:ln xmlns:a="http://schemas.openxmlformats.org/drawingml/2006/main" w="0">
            <a:noFill/>
            <a:prstDash val="solid"/>
          </a:ln>
        </p:spPr>
      </p:sp>
      <p:sp>
        <p:nvSpPr>
          <p:cNvPr id="311" name="pdf-path-100018">
            <a:extLst xmlns:a="http://schemas.openxmlformats.org/drawingml/2006/main">
              <a:ext uri="{FF2B5EF4-FFF2-40B4-BE49-F238E27FC236}">
                <a16:creationId xmlns:a16="http://schemas.microsoft.com/office/drawing/2014/main" id="{F9B24DDD-61FD-4B24-A623-3596682EB1E2}"/>
              </a:ext>
            </a:extLst>
          </p:cNvPr>
          <p:cNvSpPr>
            <a:spLocks xmlns:a="http://schemas.openxmlformats.org/drawingml/2006/main" noGrp="1"/>
          </p:cNvSpPr>
          <p:nvPr/>
        </p:nvSpPr>
        <p:spPr>
          <a:xfrm xmlns:a="http://schemas.openxmlformats.org/drawingml/2006/main" rot="0">
            <a:off x="8376088" y="2225522"/>
            <a:ext cx="23894" cy="40595"/>
          </a:xfrm>
          <a:custGeom xmlns:a="http://schemas.openxmlformats.org/drawingml/2006/main">
            <a:pathLst>
              <a:path w="23894" h="40595">
                <a:moveTo>
                  <a:pt x="22775" y="0"/>
                </a:moveTo>
                <a:cubicBezTo>
                  <a:pt x="23521" y="3729"/>
                  <a:pt x="23894" y="7405"/>
                  <a:pt x="23894" y="11028"/>
                </a:cubicBezTo>
                <a:cubicBezTo>
                  <a:pt x="23894" y="14757"/>
                  <a:pt x="23255" y="18167"/>
                  <a:pt x="21976" y="21256"/>
                </a:cubicBezTo>
                <a:cubicBezTo>
                  <a:pt x="20697" y="24346"/>
                  <a:pt x="18660" y="27423"/>
                  <a:pt x="15862" y="30487"/>
                </a:cubicBezTo>
                <a:cubicBezTo>
                  <a:pt x="13066" y="33550"/>
                  <a:pt x="9217" y="36919"/>
                  <a:pt x="4316" y="40595"/>
                </a:cubicBezTo>
                <a:lnTo>
                  <a:pt x="0" y="35720"/>
                </a:lnTo>
                <a:cubicBezTo>
                  <a:pt x="2717" y="33163"/>
                  <a:pt x="4688" y="30859"/>
                  <a:pt x="5913" y="28808"/>
                </a:cubicBezTo>
                <a:cubicBezTo>
                  <a:pt x="7139" y="26757"/>
                  <a:pt x="8018" y="24426"/>
                  <a:pt x="8551" y="21816"/>
                </a:cubicBezTo>
                <a:cubicBezTo>
                  <a:pt x="9083" y="19205"/>
                  <a:pt x="9350" y="15929"/>
                  <a:pt x="9350" y="11987"/>
                </a:cubicBezTo>
                <a:cubicBezTo>
                  <a:pt x="9350" y="7938"/>
                  <a:pt x="9163" y="3942"/>
                  <a:pt x="8790" y="0"/>
                </a:cubicBezTo>
                <a:lnTo>
                  <a:pt x="22775" y="0"/>
                </a:lnTo>
              </a:path>
            </a:pathLst>
          </a:custGeom>
          <a:solidFill xmlns:a="http://schemas.openxmlformats.org/drawingml/2006/main">
            <a:srgbClr val="000000"/>
          </a:solidFill>
          <a:ln xmlns:a="http://schemas.openxmlformats.org/drawingml/2006/main" w="0">
            <a:noFill/>
            <a:prstDash val="solid"/>
          </a:ln>
        </p:spPr>
      </p:sp>
      <p:sp>
        <p:nvSpPr>
          <p:cNvPr id="312" name="pdf-path-100019">
            <a:extLst xmlns:a="http://schemas.openxmlformats.org/drawingml/2006/main">
              <a:ext uri="{FF2B5EF4-FFF2-40B4-BE49-F238E27FC236}">
                <a16:creationId xmlns:a16="http://schemas.microsoft.com/office/drawing/2014/main" id="{26465E17-E2B2-45BB-826F-5140641ED411}"/>
              </a:ext>
            </a:extLst>
          </p:cNvPr>
          <p:cNvSpPr>
            <a:spLocks xmlns:a="http://schemas.openxmlformats.org/drawingml/2006/main" noGrp="1"/>
          </p:cNvSpPr>
          <p:nvPr/>
        </p:nvSpPr>
        <p:spPr>
          <a:xfrm xmlns:a="http://schemas.openxmlformats.org/drawingml/2006/main" rot="0">
            <a:off x="8001287" y="2417003"/>
            <a:ext cx="94456" cy="18540"/>
          </a:xfrm>
          <a:custGeom xmlns:a="http://schemas.openxmlformats.org/drawingml/2006/main">
            <a:pathLst>
              <a:path w="94456" h="18540">
                <a:moveTo>
                  <a:pt x="16142" y="0"/>
                </a:moveTo>
                <a:lnTo>
                  <a:pt x="16142" y="18540"/>
                </a:lnTo>
                <a:lnTo>
                  <a:pt x="0" y="18540"/>
                </a:lnTo>
                <a:lnTo>
                  <a:pt x="0" y="0"/>
                </a:lnTo>
                <a:lnTo>
                  <a:pt x="16142" y="0"/>
                </a:lnTo>
                <a:moveTo>
                  <a:pt x="55299" y="0"/>
                </a:moveTo>
                <a:lnTo>
                  <a:pt x="55299" y="18540"/>
                </a:lnTo>
                <a:lnTo>
                  <a:pt x="39156" y="18540"/>
                </a:lnTo>
                <a:lnTo>
                  <a:pt x="39156" y="0"/>
                </a:lnTo>
                <a:lnTo>
                  <a:pt x="55299" y="0"/>
                </a:lnTo>
                <a:moveTo>
                  <a:pt x="94456" y="0"/>
                </a:moveTo>
                <a:lnTo>
                  <a:pt x="94456" y="18540"/>
                </a:lnTo>
                <a:lnTo>
                  <a:pt x="78314" y="18540"/>
                </a:lnTo>
                <a:lnTo>
                  <a:pt x="78314" y="0"/>
                </a:lnTo>
                <a:lnTo>
                  <a:pt x="94456" y="0"/>
                </a:lnTo>
              </a:path>
            </a:pathLst>
          </a:custGeom>
          <a:solidFill xmlns:a="http://schemas.openxmlformats.org/drawingml/2006/main">
            <a:srgbClr val="000000"/>
          </a:solidFill>
          <a:ln xmlns:a="http://schemas.openxmlformats.org/drawingml/2006/main" w="0">
            <a:noFill/>
            <a:prstDash val="solid"/>
          </a:ln>
        </p:spPr>
      </p:sp>
      <p:sp>
        <p:nvSpPr>
          <p:cNvPr id="313" name="pdf-path-100020">
            <a:extLst xmlns:a="http://schemas.openxmlformats.org/drawingml/2006/main">
              <a:ext uri="{FF2B5EF4-FFF2-40B4-BE49-F238E27FC236}">
                <a16:creationId xmlns:a16="http://schemas.microsoft.com/office/drawing/2014/main" id="{1E40163B-CAA5-4614-B3CC-8F4AC176C3B9}"/>
              </a:ext>
            </a:extLst>
          </p:cNvPr>
          <p:cNvSpPr>
            <a:spLocks xmlns:a="http://schemas.openxmlformats.org/drawingml/2006/main" noGrp="1"/>
          </p:cNvSpPr>
          <p:nvPr/>
        </p:nvSpPr>
        <p:spPr>
          <a:xfrm xmlns:a="http://schemas.openxmlformats.org/drawingml/2006/main" rot="0">
            <a:off x="3630238" y="1215500"/>
            <a:ext cx="83755" cy="115944"/>
          </a:xfrm>
          <a:custGeom xmlns:a="http://schemas.openxmlformats.org/drawingml/2006/main">
            <a:pathLst>
              <a:path w="83755" h="115944">
                <a:moveTo>
                  <a:pt x="35872" y="49004"/>
                </a:moveTo>
                <a:lnTo>
                  <a:pt x="36913" y="49324"/>
                </a:lnTo>
                <a:cubicBezTo>
                  <a:pt x="41557" y="43879"/>
                  <a:pt x="45921" y="39956"/>
                  <a:pt x="50005" y="37554"/>
                </a:cubicBezTo>
                <a:cubicBezTo>
                  <a:pt x="54088" y="35151"/>
                  <a:pt x="58959" y="33950"/>
                  <a:pt x="64618" y="33950"/>
                </a:cubicBezTo>
                <a:cubicBezTo>
                  <a:pt x="70703" y="33950"/>
                  <a:pt x="75414" y="36139"/>
                  <a:pt x="78750" y="40516"/>
                </a:cubicBezTo>
                <a:cubicBezTo>
                  <a:pt x="82087" y="44893"/>
                  <a:pt x="83755" y="51219"/>
                  <a:pt x="83755" y="59493"/>
                </a:cubicBezTo>
                <a:cubicBezTo>
                  <a:pt x="83755" y="64191"/>
                  <a:pt x="83194" y="69355"/>
                  <a:pt x="82073" y="74987"/>
                </a:cubicBezTo>
                <a:cubicBezTo>
                  <a:pt x="80952" y="80619"/>
                  <a:pt x="79377" y="85610"/>
                  <a:pt x="77349" y="89960"/>
                </a:cubicBezTo>
                <a:cubicBezTo>
                  <a:pt x="75321" y="94311"/>
                  <a:pt x="72892" y="98114"/>
                  <a:pt x="70063" y="101370"/>
                </a:cubicBezTo>
                <a:cubicBezTo>
                  <a:pt x="67233" y="104627"/>
                  <a:pt x="64071" y="107322"/>
                  <a:pt x="60574" y="109458"/>
                </a:cubicBezTo>
                <a:cubicBezTo>
                  <a:pt x="57078" y="111593"/>
                  <a:pt x="53301" y="113208"/>
                  <a:pt x="49244" y="114302"/>
                </a:cubicBezTo>
                <a:cubicBezTo>
                  <a:pt x="45187" y="115396"/>
                  <a:pt x="40836" y="115944"/>
                  <a:pt x="36192" y="115944"/>
                </a:cubicBezTo>
                <a:cubicBezTo>
                  <a:pt x="32669" y="115944"/>
                  <a:pt x="29306" y="115516"/>
                  <a:pt x="26103" y="114662"/>
                </a:cubicBezTo>
                <a:cubicBezTo>
                  <a:pt x="22901" y="113808"/>
                  <a:pt x="19591" y="112313"/>
                  <a:pt x="16175" y="110178"/>
                </a:cubicBezTo>
                <a:lnTo>
                  <a:pt x="8728" y="115944"/>
                </a:lnTo>
                <a:lnTo>
                  <a:pt x="0" y="114662"/>
                </a:lnTo>
                <a:lnTo>
                  <a:pt x="20258" y="24181"/>
                </a:lnTo>
                <a:cubicBezTo>
                  <a:pt x="21379" y="19164"/>
                  <a:pt x="21940" y="15347"/>
                  <a:pt x="21940" y="12731"/>
                </a:cubicBezTo>
                <a:cubicBezTo>
                  <a:pt x="21940" y="11076"/>
                  <a:pt x="21686" y="9875"/>
                  <a:pt x="21179" y="9128"/>
                </a:cubicBezTo>
                <a:cubicBezTo>
                  <a:pt x="20672" y="8381"/>
                  <a:pt x="19991" y="7847"/>
                  <a:pt x="19137" y="7527"/>
                </a:cubicBezTo>
                <a:cubicBezTo>
                  <a:pt x="18283" y="7206"/>
                  <a:pt x="16548" y="6859"/>
                  <a:pt x="13933" y="6486"/>
                </a:cubicBezTo>
                <a:lnTo>
                  <a:pt x="15214" y="1281"/>
                </a:lnTo>
                <a:lnTo>
                  <a:pt x="38755" y="0"/>
                </a:lnTo>
                <a:lnTo>
                  <a:pt x="48123" y="0"/>
                </a:lnTo>
                <a:lnTo>
                  <a:pt x="35872" y="49004"/>
                </a:lnTo>
                <a:moveTo>
                  <a:pt x="28745" y="85036"/>
                </a:moveTo>
                <a:cubicBezTo>
                  <a:pt x="27892" y="88986"/>
                  <a:pt x="27464" y="92856"/>
                  <a:pt x="27464" y="96646"/>
                </a:cubicBezTo>
                <a:cubicBezTo>
                  <a:pt x="27464" y="100543"/>
                  <a:pt x="28118" y="103346"/>
                  <a:pt x="29426" y="105054"/>
                </a:cubicBezTo>
                <a:cubicBezTo>
                  <a:pt x="30734" y="106762"/>
                  <a:pt x="32936" y="107616"/>
                  <a:pt x="36032" y="107616"/>
                </a:cubicBezTo>
                <a:cubicBezTo>
                  <a:pt x="38701" y="107616"/>
                  <a:pt x="41130" y="107015"/>
                  <a:pt x="43319" y="105814"/>
                </a:cubicBezTo>
                <a:cubicBezTo>
                  <a:pt x="45507" y="104613"/>
                  <a:pt x="47576" y="102652"/>
                  <a:pt x="49524" y="99929"/>
                </a:cubicBezTo>
                <a:cubicBezTo>
                  <a:pt x="51473" y="97207"/>
                  <a:pt x="53368" y="93697"/>
                  <a:pt x="55209" y="89400"/>
                </a:cubicBezTo>
                <a:cubicBezTo>
                  <a:pt x="57051" y="85103"/>
                  <a:pt x="58639" y="79965"/>
                  <a:pt x="59974" y="73986"/>
                </a:cubicBezTo>
                <a:cubicBezTo>
                  <a:pt x="61308" y="68007"/>
                  <a:pt x="61975" y="62456"/>
                  <a:pt x="61975" y="57331"/>
                </a:cubicBezTo>
                <a:cubicBezTo>
                  <a:pt x="61975" y="53381"/>
                  <a:pt x="61402" y="50458"/>
                  <a:pt x="60254" y="48563"/>
                </a:cubicBezTo>
                <a:cubicBezTo>
                  <a:pt x="59106" y="46668"/>
                  <a:pt x="57331" y="45721"/>
                  <a:pt x="54929" y="45721"/>
                </a:cubicBezTo>
                <a:cubicBezTo>
                  <a:pt x="51406" y="45721"/>
                  <a:pt x="47816" y="47442"/>
                  <a:pt x="44160" y="50885"/>
                </a:cubicBezTo>
                <a:cubicBezTo>
                  <a:pt x="40503" y="54329"/>
                  <a:pt x="37580" y="58319"/>
                  <a:pt x="35392" y="62856"/>
                </a:cubicBezTo>
                <a:cubicBezTo>
                  <a:pt x="33203" y="67393"/>
                  <a:pt x="31201" y="73799"/>
                  <a:pt x="29386" y="82073"/>
                </a:cubicBezTo>
                <a:lnTo>
                  <a:pt x="28745" y="85036"/>
                </a:lnTo>
              </a:path>
            </a:pathLst>
          </a:custGeom>
          <a:solidFill xmlns:a="http://schemas.openxmlformats.org/drawingml/2006/main">
            <a:srgbClr val="000000"/>
          </a:solidFill>
          <a:ln xmlns:a="http://schemas.openxmlformats.org/drawingml/2006/main" w="0">
            <a:noFill/>
            <a:prstDash val="solid"/>
          </a:ln>
        </p:spPr>
      </p:sp>
      <p:sp>
        <p:nvSpPr>
          <p:cNvPr id="314" name="pdf-path-100021">
            <a:extLst xmlns:a="http://schemas.openxmlformats.org/drawingml/2006/main">
              <a:ext uri="{FF2B5EF4-FFF2-40B4-BE49-F238E27FC236}">
                <a16:creationId xmlns:a16="http://schemas.microsoft.com/office/drawing/2014/main" id="{A097EC3D-7BF5-4462-8B0E-BF6A418B8FD4}"/>
              </a:ext>
            </a:extLst>
          </p:cNvPr>
          <p:cNvSpPr>
            <a:spLocks xmlns:a="http://schemas.openxmlformats.org/drawingml/2006/main" noGrp="1"/>
          </p:cNvSpPr>
          <p:nvPr/>
        </p:nvSpPr>
        <p:spPr>
          <a:xfrm xmlns:a="http://schemas.openxmlformats.org/drawingml/2006/main" rot="0">
            <a:off x="3730071" y="1215500"/>
            <a:ext cx="83755" cy="115944"/>
          </a:xfrm>
          <a:custGeom xmlns:a="http://schemas.openxmlformats.org/drawingml/2006/main">
            <a:pathLst>
              <a:path w="83755" h="115944">
                <a:moveTo>
                  <a:pt x="35872" y="49004"/>
                </a:moveTo>
                <a:lnTo>
                  <a:pt x="36913" y="49324"/>
                </a:lnTo>
                <a:cubicBezTo>
                  <a:pt x="41557" y="43879"/>
                  <a:pt x="45921" y="39956"/>
                  <a:pt x="50005" y="37554"/>
                </a:cubicBezTo>
                <a:cubicBezTo>
                  <a:pt x="54088" y="35151"/>
                  <a:pt x="58959" y="33950"/>
                  <a:pt x="64618" y="33950"/>
                </a:cubicBezTo>
                <a:cubicBezTo>
                  <a:pt x="70703" y="33950"/>
                  <a:pt x="75414" y="36139"/>
                  <a:pt x="78750" y="40516"/>
                </a:cubicBezTo>
                <a:cubicBezTo>
                  <a:pt x="82087" y="44893"/>
                  <a:pt x="83755" y="51219"/>
                  <a:pt x="83755" y="59493"/>
                </a:cubicBezTo>
                <a:cubicBezTo>
                  <a:pt x="83755" y="64191"/>
                  <a:pt x="83194" y="69355"/>
                  <a:pt x="82073" y="74987"/>
                </a:cubicBezTo>
                <a:cubicBezTo>
                  <a:pt x="80952" y="80619"/>
                  <a:pt x="79377" y="85610"/>
                  <a:pt x="77349" y="89960"/>
                </a:cubicBezTo>
                <a:cubicBezTo>
                  <a:pt x="75321" y="94311"/>
                  <a:pt x="72892" y="98114"/>
                  <a:pt x="70063" y="101370"/>
                </a:cubicBezTo>
                <a:cubicBezTo>
                  <a:pt x="67233" y="104627"/>
                  <a:pt x="64071" y="107322"/>
                  <a:pt x="60574" y="109458"/>
                </a:cubicBezTo>
                <a:cubicBezTo>
                  <a:pt x="57078" y="111593"/>
                  <a:pt x="53301" y="113208"/>
                  <a:pt x="49244" y="114302"/>
                </a:cubicBezTo>
                <a:cubicBezTo>
                  <a:pt x="45187" y="115396"/>
                  <a:pt x="40836" y="115944"/>
                  <a:pt x="36192" y="115944"/>
                </a:cubicBezTo>
                <a:cubicBezTo>
                  <a:pt x="32669" y="115944"/>
                  <a:pt x="29306" y="115516"/>
                  <a:pt x="26103" y="114662"/>
                </a:cubicBezTo>
                <a:cubicBezTo>
                  <a:pt x="22901" y="113808"/>
                  <a:pt x="19591" y="112313"/>
                  <a:pt x="16175" y="110178"/>
                </a:cubicBezTo>
                <a:lnTo>
                  <a:pt x="8728" y="115944"/>
                </a:lnTo>
                <a:lnTo>
                  <a:pt x="0" y="114662"/>
                </a:lnTo>
                <a:lnTo>
                  <a:pt x="20258" y="24181"/>
                </a:lnTo>
                <a:cubicBezTo>
                  <a:pt x="21379" y="19164"/>
                  <a:pt x="21940" y="15347"/>
                  <a:pt x="21940" y="12731"/>
                </a:cubicBezTo>
                <a:cubicBezTo>
                  <a:pt x="21940" y="11076"/>
                  <a:pt x="21686" y="9875"/>
                  <a:pt x="21179" y="9128"/>
                </a:cubicBezTo>
                <a:cubicBezTo>
                  <a:pt x="20672" y="8381"/>
                  <a:pt x="19991" y="7847"/>
                  <a:pt x="19137" y="7527"/>
                </a:cubicBezTo>
                <a:cubicBezTo>
                  <a:pt x="18283" y="7206"/>
                  <a:pt x="16548" y="6859"/>
                  <a:pt x="13933" y="6486"/>
                </a:cubicBezTo>
                <a:lnTo>
                  <a:pt x="15214" y="1281"/>
                </a:lnTo>
                <a:lnTo>
                  <a:pt x="38755" y="0"/>
                </a:lnTo>
                <a:lnTo>
                  <a:pt x="48123" y="0"/>
                </a:lnTo>
                <a:lnTo>
                  <a:pt x="35872" y="49004"/>
                </a:lnTo>
                <a:moveTo>
                  <a:pt x="28746" y="85036"/>
                </a:moveTo>
                <a:cubicBezTo>
                  <a:pt x="27892" y="88986"/>
                  <a:pt x="27464" y="92856"/>
                  <a:pt x="27464" y="96646"/>
                </a:cubicBezTo>
                <a:cubicBezTo>
                  <a:pt x="27464" y="100543"/>
                  <a:pt x="28118" y="103346"/>
                  <a:pt x="29426" y="105054"/>
                </a:cubicBezTo>
                <a:cubicBezTo>
                  <a:pt x="30734" y="106762"/>
                  <a:pt x="32936" y="107616"/>
                  <a:pt x="36032" y="107616"/>
                </a:cubicBezTo>
                <a:cubicBezTo>
                  <a:pt x="38701" y="107616"/>
                  <a:pt x="41130" y="107015"/>
                  <a:pt x="43319" y="105814"/>
                </a:cubicBezTo>
                <a:cubicBezTo>
                  <a:pt x="45507" y="104613"/>
                  <a:pt x="47576" y="102652"/>
                  <a:pt x="49524" y="99929"/>
                </a:cubicBezTo>
                <a:cubicBezTo>
                  <a:pt x="51473" y="97207"/>
                  <a:pt x="53368" y="93697"/>
                  <a:pt x="55209" y="89400"/>
                </a:cubicBezTo>
                <a:cubicBezTo>
                  <a:pt x="57051" y="85103"/>
                  <a:pt x="58639" y="79965"/>
                  <a:pt x="59974" y="73986"/>
                </a:cubicBezTo>
                <a:cubicBezTo>
                  <a:pt x="61308" y="68007"/>
                  <a:pt x="61975" y="62456"/>
                  <a:pt x="61975" y="57331"/>
                </a:cubicBezTo>
                <a:cubicBezTo>
                  <a:pt x="61975" y="53381"/>
                  <a:pt x="61402" y="50458"/>
                  <a:pt x="60254" y="48563"/>
                </a:cubicBezTo>
                <a:cubicBezTo>
                  <a:pt x="59106" y="46668"/>
                  <a:pt x="57331" y="45721"/>
                  <a:pt x="54929" y="45721"/>
                </a:cubicBezTo>
                <a:cubicBezTo>
                  <a:pt x="51406" y="45721"/>
                  <a:pt x="47816" y="47442"/>
                  <a:pt x="44160" y="50885"/>
                </a:cubicBezTo>
                <a:cubicBezTo>
                  <a:pt x="40503" y="54329"/>
                  <a:pt x="37580" y="58319"/>
                  <a:pt x="35392" y="62856"/>
                </a:cubicBezTo>
                <a:cubicBezTo>
                  <a:pt x="33203" y="67393"/>
                  <a:pt x="31201" y="73799"/>
                  <a:pt x="29386" y="82073"/>
                </a:cubicBezTo>
                <a:lnTo>
                  <a:pt x="28746" y="85036"/>
                </a:lnTo>
              </a:path>
            </a:pathLst>
          </a:custGeom>
          <a:solidFill xmlns:a="http://schemas.openxmlformats.org/drawingml/2006/main">
            <a:srgbClr val="000000"/>
          </a:solidFill>
          <a:ln xmlns:a="http://schemas.openxmlformats.org/drawingml/2006/main" w="0">
            <a:noFill/>
            <a:prstDash val="solid"/>
          </a:ln>
        </p:spPr>
      </p:sp>
      <p:sp>
        <p:nvSpPr>
          <p:cNvPr id="315" name="pdf-path-100022">
            <a:extLst xmlns:a="http://schemas.openxmlformats.org/drawingml/2006/main">
              <a:ext uri="{FF2B5EF4-FFF2-40B4-BE49-F238E27FC236}">
                <a16:creationId xmlns:a16="http://schemas.microsoft.com/office/drawing/2014/main" id="{35DC0E2B-3EF9-46F0-B74D-5FC111B9B3CF}"/>
              </a:ext>
            </a:extLst>
          </p:cNvPr>
          <p:cNvSpPr>
            <a:spLocks xmlns:a="http://schemas.openxmlformats.org/drawingml/2006/main" noGrp="1"/>
          </p:cNvSpPr>
          <p:nvPr/>
        </p:nvSpPr>
        <p:spPr>
          <a:xfrm xmlns:a="http://schemas.openxmlformats.org/drawingml/2006/main" rot="0">
            <a:off x="3829741" y="1249450"/>
            <a:ext cx="76949" cy="81993"/>
          </a:xfrm>
          <a:custGeom xmlns:a="http://schemas.openxmlformats.org/drawingml/2006/main">
            <a:pathLst>
              <a:path w="76949" h="81993">
                <a:moveTo>
                  <a:pt x="29786" y="81993"/>
                </a:moveTo>
                <a:cubicBezTo>
                  <a:pt x="23914" y="81993"/>
                  <a:pt x="18750" y="80939"/>
                  <a:pt x="14293" y="78830"/>
                </a:cubicBezTo>
                <a:cubicBezTo>
                  <a:pt x="9835" y="76722"/>
                  <a:pt x="6339" y="73519"/>
                  <a:pt x="3803" y="69222"/>
                </a:cubicBezTo>
                <a:cubicBezTo>
                  <a:pt x="1268" y="64925"/>
                  <a:pt x="0" y="59680"/>
                  <a:pt x="0" y="53488"/>
                </a:cubicBezTo>
                <a:cubicBezTo>
                  <a:pt x="0" y="47189"/>
                  <a:pt x="988" y="40583"/>
                  <a:pt x="2962" y="33670"/>
                </a:cubicBezTo>
                <a:cubicBezTo>
                  <a:pt x="4937" y="26757"/>
                  <a:pt x="8007" y="20672"/>
                  <a:pt x="12171" y="15414"/>
                </a:cubicBezTo>
                <a:cubicBezTo>
                  <a:pt x="16335" y="10156"/>
                  <a:pt x="21365" y="6272"/>
                  <a:pt x="27264" y="3763"/>
                </a:cubicBezTo>
                <a:cubicBezTo>
                  <a:pt x="33163" y="1254"/>
                  <a:pt x="39769" y="0"/>
                  <a:pt x="47082" y="0"/>
                </a:cubicBezTo>
                <a:cubicBezTo>
                  <a:pt x="53701" y="0"/>
                  <a:pt x="59253" y="1214"/>
                  <a:pt x="63737" y="3643"/>
                </a:cubicBezTo>
                <a:cubicBezTo>
                  <a:pt x="68221" y="6072"/>
                  <a:pt x="71544" y="9448"/>
                  <a:pt x="73706" y="13772"/>
                </a:cubicBezTo>
                <a:cubicBezTo>
                  <a:pt x="75867" y="18096"/>
                  <a:pt x="76949" y="23114"/>
                  <a:pt x="76949" y="28826"/>
                </a:cubicBezTo>
                <a:cubicBezTo>
                  <a:pt x="76949" y="35872"/>
                  <a:pt x="75774" y="42945"/>
                  <a:pt x="73425" y="50045"/>
                </a:cubicBezTo>
                <a:cubicBezTo>
                  <a:pt x="71076" y="57144"/>
                  <a:pt x="67834" y="63096"/>
                  <a:pt x="63697" y="67901"/>
                </a:cubicBezTo>
                <a:cubicBezTo>
                  <a:pt x="59560" y="72705"/>
                  <a:pt x="54662" y="76255"/>
                  <a:pt x="49003" y="78550"/>
                </a:cubicBezTo>
                <a:cubicBezTo>
                  <a:pt x="43345" y="80846"/>
                  <a:pt x="36940" y="81993"/>
                  <a:pt x="29786" y="81993"/>
                </a:cubicBezTo>
                <a:moveTo>
                  <a:pt x="21539" y="58692"/>
                </a:moveTo>
                <a:cubicBezTo>
                  <a:pt x="21539" y="63710"/>
                  <a:pt x="22353" y="67460"/>
                  <a:pt x="23981" y="69942"/>
                </a:cubicBezTo>
                <a:cubicBezTo>
                  <a:pt x="25609" y="72425"/>
                  <a:pt x="28185" y="73666"/>
                  <a:pt x="31708" y="73666"/>
                </a:cubicBezTo>
                <a:cubicBezTo>
                  <a:pt x="36245" y="73666"/>
                  <a:pt x="40182" y="71464"/>
                  <a:pt x="43519" y="67060"/>
                </a:cubicBezTo>
                <a:cubicBezTo>
                  <a:pt x="46855" y="62656"/>
                  <a:pt x="49644" y="55997"/>
                  <a:pt x="51886" y="47082"/>
                </a:cubicBezTo>
                <a:cubicBezTo>
                  <a:pt x="54128" y="38167"/>
                  <a:pt x="55249" y="30427"/>
                  <a:pt x="55249" y="23861"/>
                </a:cubicBezTo>
                <a:cubicBezTo>
                  <a:pt x="55249" y="18523"/>
                  <a:pt x="54435" y="14600"/>
                  <a:pt x="52807" y="12091"/>
                </a:cubicBezTo>
                <a:cubicBezTo>
                  <a:pt x="51179" y="9582"/>
                  <a:pt x="48657" y="8327"/>
                  <a:pt x="45240" y="8327"/>
                </a:cubicBezTo>
                <a:cubicBezTo>
                  <a:pt x="40756" y="8327"/>
                  <a:pt x="36873" y="10503"/>
                  <a:pt x="33590" y="14853"/>
                </a:cubicBezTo>
                <a:cubicBezTo>
                  <a:pt x="30307" y="19204"/>
                  <a:pt x="27478" y="25930"/>
                  <a:pt x="25102" y="35031"/>
                </a:cubicBezTo>
                <a:cubicBezTo>
                  <a:pt x="22727" y="44133"/>
                  <a:pt x="21539" y="52020"/>
                  <a:pt x="21539" y="58692"/>
                </a:cubicBezTo>
              </a:path>
            </a:pathLst>
          </a:custGeom>
          <a:solidFill xmlns:a="http://schemas.openxmlformats.org/drawingml/2006/main">
            <a:srgbClr val="000000"/>
          </a:solidFill>
          <a:ln xmlns:a="http://schemas.openxmlformats.org/drawingml/2006/main" w="0">
            <a:noFill/>
            <a:prstDash val="solid"/>
          </a:ln>
        </p:spPr>
      </p:sp>
      <p:sp>
        <p:nvSpPr>
          <p:cNvPr id="316" name="pdf-path-100023">
            <a:extLst xmlns:a="http://schemas.openxmlformats.org/drawingml/2006/main">
              <a:ext uri="{FF2B5EF4-FFF2-40B4-BE49-F238E27FC236}">
                <a16:creationId xmlns:a16="http://schemas.microsoft.com/office/drawing/2014/main" id="{E687B76C-5D82-4266-84E7-681DEA5DC44F}"/>
              </a:ext>
            </a:extLst>
          </p:cNvPr>
          <p:cNvSpPr>
            <a:spLocks xmlns:a="http://schemas.openxmlformats.org/drawingml/2006/main" noGrp="1"/>
          </p:cNvSpPr>
          <p:nvPr/>
        </p:nvSpPr>
        <p:spPr>
          <a:xfrm xmlns:a="http://schemas.openxmlformats.org/drawingml/2006/main" rot="0">
            <a:off x="3917954" y="1249450"/>
            <a:ext cx="89760" cy="81993"/>
          </a:xfrm>
          <a:custGeom xmlns:a="http://schemas.openxmlformats.org/drawingml/2006/main">
            <a:pathLst>
              <a:path w="89760" h="81993">
                <a:moveTo>
                  <a:pt x="55970" y="35472"/>
                </a:moveTo>
                <a:cubicBezTo>
                  <a:pt x="57838" y="46735"/>
                  <a:pt x="59373" y="54809"/>
                  <a:pt x="60574" y="59693"/>
                </a:cubicBezTo>
                <a:cubicBezTo>
                  <a:pt x="61775" y="64578"/>
                  <a:pt x="63016" y="67740"/>
                  <a:pt x="64298" y="69182"/>
                </a:cubicBezTo>
                <a:cubicBezTo>
                  <a:pt x="65045" y="69983"/>
                  <a:pt x="65952" y="70383"/>
                  <a:pt x="67020" y="70383"/>
                </a:cubicBezTo>
                <a:cubicBezTo>
                  <a:pt x="68354" y="70383"/>
                  <a:pt x="69596" y="69862"/>
                  <a:pt x="70743" y="68821"/>
                </a:cubicBezTo>
                <a:cubicBezTo>
                  <a:pt x="71891" y="67781"/>
                  <a:pt x="73373" y="65445"/>
                  <a:pt x="75187" y="61815"/>
                </a:cubicBezTo>
                <a:lnTo>
                  <a:pt x="82474" y="65178"/>
                </a:lnTo>
                <a:cubicBezTo>
                  <a:pt x="79378" y="70837"/>
                  <a:pt x="75868" y="75054"/>
                  <a:pt x="71945" y="77830"/>
                </a:cubicBezTo>
                <a:cubicBezTo>
                  <a:pt x="68021" y="80605"/>
                  <a:pt x="63417" y="81993"/>
                  <a:pt x="58132" y="81993"/>
                </a:cubicBezTo>
                <a:cubicBezTo>
                  <a:pt x="54876" y="81993"/>
                  <a:pt x="52274" y="81580"/>
                  <a:pt x="50325" y="80752"/>
                </a:cubicBezTo>
                <a:cubicBezTo>
                  <a:pt x="48377" y="79925"/>
                  <a:pt x="46722" y="78550"/>
                  <a:pt x="45360" y="76629"/>
                </a:cubicBezTo>
                <a:cubicBezTo>
                  <a:pt x="44000" y="74707"/>
                  <a:pt x="42798" y="71998"/>
                  <a:pt x="41758" y="68501"/>
                </a:cubicBezTo>
                <a:cubicBezTo>
                  <a:pt x="40716" y="65005"/>
                  <a:pt x="39742" y="60427"/>
                  <a:pt x="38835" y="54769"/>
                </a:cubicBezTo>
                <a:lnTo>
                  <a:pt x="38034" y="54769"/>
                </a:lnTo>
                <a:cubicBezTo>
                  <a:pt x="33497" y="61281"/>
                  <a:pt x="29867" y="66246"/>
                  <a:pt x="27144" y="69662"/>
                </a:cubicBezTo>
                <a:cubicBezTo>
                  <a:pt x="24422" y="73079"/>
                  <a:pt x="22087" y="75641"/>
                  <a:pt x="20138" y="77349"/>
                </a:cubicBezTo>
                <a:cubicBezTo>
                  <a:pt x="18190" y="79057"/>
                  <a:pt x="16322" y="80258"/>
                  <a:pt x="14533" y="80952"/>
                </a:cubicBezTo>
                <a:cubicBezTo>
                  <a:pt x="12745" y="81646"/>
                  <a:pt x="10596" y="81993"/>
                  <a:pt x="8087" y="81993"/>
                </a:cubicBezTo>
                <a:cubicBezTo>
                  <a:pt x="6913" y="81993"/>
                  <a:pt x="5485" y="81846"/>
                  <a:pt x="3803" y="81553"/>
                </a:cubicBezTo>
                <a:cubicBezTo>
                  <a:pt x="2122" y="81259"/>
                  <a:pt x="854" y="80952"/>
                  <a:pt x="0" y="80632"/>
                </a:cubicBezTo>
                <a:lnTo>
                  <a:pt x="3763" y="63256"/>
                </a:lnTo>
                <a:lnTo>
                  <a:pt x="10970" y="63256"/>
                </a:lnTo>
                <a:cubicBezTo>
                  <a:pt x="11023" y="64377"/>
                  <a:pt x="11303" y="65218"/>
                  <a:pt x="11810" y="65779"/>
                </a:cubicBezTo>
                <a:cubicBezTo>
                  <a:pt x="12318" y="66339"/>
                  <a:pt x="12972" y="66619"/>
                  <a:pt x="13773" y="66619"/>
                </a:cubicBezTo>
                <a:cubicBezTo>
                  <a:pt x="14733" y="66619"/>
                  <a:pt x="15627" y="66419"/>
                  <a:pt x="16455" y="66019"/>
                </a:cubicBezTo>
                <a:cubicBezTo>
                  <a:pt x="17282" y="65619"/>
                  <a:pt x="18430" y="64725"/>
                  <a:pt x="19898" y="63336"/>
                </a:cubicBezTo>
                <a:cubicBezTo>
                  <a:pt x="21366" y="61949"/>
                  <a:pt x="23221" y="59907"/>
                  <a:pt x="25463" y="57211"/>
                </a:cubicBezTo>
                <a:cubicBezTo>
                  <a:pt x="27705" y="54515"/>
                  <a:pt x="31495" y="49778"/>
                  <a:pt x="36833" y="42998"/>
                </a:cubicBezTo>
                <a:cubicBezTo>
                  <a:pt x="35712" y="36699"/>
                  <a:pt x="34658" y="31268"/>
                  <a:pt x="33670" y="26704"/>
                </a:cubicBezTo>
                <a:cubicBezTo>
                  <a:pt x="32683" y="22140"/>
                  <a:pt x="31788" y="18830"/>
                  <a:pt x="30988" y="16775"/>
                </a:cubicBezTo>
                <a:cubicBezTo>
                  <a:pt x="30187" y="14720"/>
                  <a:pt x="29427" y="13345"/>
                  <a:pt x="28706" y="12651"/>
                </a:cubicBezTo>
                <a:cubicBezTo>
                  <a:pt x="27985" y="11957"/>
                  <a:pt x="27171" y="11610"/>
                  <a:pt x="26264" y="11610"/>
                </a:cubicBezTo>
                <a:cubicBezTo>
                  <a:pt x="25196" y="11610"/>
                  <a:pt x="24262" y="11890"/>
                  <a:pt x="23461" y="12451"/>
                </a:cubicBezTo>
                <a:cubicBezTo>
                  <a:pt x="22660" y="13011"/>
                  <a:pt x="21820" y="13919"/>
                  <a:pt x="20939" y="15173"/>
                </a:cubicBezTo>
                <a:cubicBezTo>
                  <a:pt x="20058" y="16428"/>
                  <a:pt x="19110" y="18096"/>
                  <a:pt x="18096" y="20178"/>
                </a:cubicBezTo>
                <a:lnTo>
                  <a:pt x="10810" y="16815"/>
                </a:lnTo>
                <a:cubicBezTo>
                  <a:pt x="13906" y="11157"/>
                  <a:pt x="17389" y="6939"/>
                  <a:pt x="21259" y="4164"/>
                </a:cubicBezTo>
                <a:cubicBezTo>
                  <a:pt x="25129" y="1388"/>
                  <a:pt x="29546" y="0"/>
                  <a:pt x="34511" y="0"/>
                </a:cubicBezTo>
                <a:cubicBezTo>
                  <a:pt x="38781" y="0"/>
                  <a:pt x="42038" y="641"/>
                  <a:pt x="44280" y="1922"/>
                </a:cubicBezTo>
                <a:cubicBezTo>
                  <a:pt x="46522" y="3203"/>
                  <a:pt x="48363" y="5431"/>
                  <a:pt x="49805" y="8608"/>
                </a:cubicBezTo>
                <a:cubicBezTo>
                  <a:pt x="51246" y="11784"/>
                  <a:pt x="52607" y="16868"/>
                  <a:pt x="53888" y="23861"/>
                </a:cubicBezTo>
                <a:lnTo>
                  <a:pt x="54689" y="23861"/>
                </a:lnTo>
                <a:cubicBezTo>
                  <a:pt x="58639" y="18310"/>
                  <a:pt x="61709" y="14132"/>
                  <a:pt x="63897" y="11330"/>
                </a:cubicBezTo>
                <a:cubicBezTo>
                  <a:pt x="66086" y="8528"/>
                  <a:pt x="68114" y="6286"/>
                  <a:pt x="69983" y="4604"/>
                </a:cubicBezTo>
                <a:cubicBezTo>
                  <a:pt x="71851" y="2923"/>
                  <a:pt x="73666" y="1735"/>
                  <a:pt x="75428" y="1041"/>
                </a:cubicBezTo>
                <a:cubicBezTo>
                  <a:pt x="77189" y="347"/>
                  <a:pt x="79271" y="0"/>
                  <a:pt x="81673" y="0"/>
                </a:cubicBezTo>
                <a:cubicBezTo>
                  <a:pt x="84342" y="0"/>
                  <a:pt x="87038" y="480"/>
                  <a:pt x="89760" y="1441"/>
                </a:cubicBezTo>
                <a:lnTo>
                  <a:pt x="85997" y="18737"/>
                </a:lnTo>
                <a:lnTo>
                  <a:pt x="78791" y="18737"/>
                </a:lnTo>
                <a:cubicBezTo>
                  <a:pt x="78524" y="16495"/>
                  <a:pt x="77536" y="15374"/>
                  <a:pt x="75828" y="15374"/>
                </a:cubicBezTo>
                <a:cubicBezTo>
                  <a:pt x="75080" y="15374"/>
                  <a:pt x="74293" y="15560"/>
                  <a:pt x="73466" y="15934"/>
                </a:cubicBezTo>
                <a:cubicBezTo>
                  <a:pt x="72638" y="16308"/>
                  <a:pt x="71544" y="17149"/>
                  <a:pt x="70183" y="18457"/>
                </a:cubicBezTo>
                <a:cubicBezTo>
                  <a:pt x="68822" y="19764"/>
                  <a:pt x="67127" y="21659"/>
                  <a:pt x="65098" y="24142"/>
                </a:cubicBezTo>
                <a:cubicBezTo>
                  <a:pt x="63070" y="26624"/>
                  <a:pt x="60027" y="30400"/>
                  <a:pt x="55970" y="35472"/>
                </a:cubicBezTo>
              </a:path>
            </a:pathLst>
          </a:custGeom>
          <a:solidFill xmlns:a="http://schemas.openxmlformats.org/drawingml/2006/main">
            <a:srgbClr val="000000"/>
          </a:solidFill>
          <a:ln xmlns:a="http://schemas.openxmlformats.org/drawingml/2006/main" w="0">
            <a:noFill/>
            <a:prstDash val="solid"/>
          </a:ln>
        </p:spPr>
      </p:sp>
      <p:sp>
        <p:nvSpPr>
          <p:cNvPr id="317" name="pdf-path-100024">
            <a:extLst xmlns:a="http://schemas.openxmlformats.org/drawingml/2006/main">
              <a:ext uri="{FF2B5EF4-FFF2-40B4-BE49-F238E27FC236}">
                <a16:creationId xmlns:a16="http://schemas.microsoft.com/office/drawing/2014/main" id="{75B39743-4828-4FD6-9D5E-96318626BEF8}"/>
              </a:ext>
            </a:extLst>
          </p:cNvPr>
          <p:cNvSpPr>
            <a:spLocks xmlns:a="http://schemas.openxmlformats.org/drawingml/2006/main" noGrp="1"/>
          </p:cNvSpPr>
          <p:nvPr/>
        </p:nvSpPr>
        <p:spPr>
          <a:xfrm xmlns:a="http://schemas.openxmlformats.org/drawingml/2006/main" rot="0">
            <a:off x="4011029" y="1311585"/>
            <a:ext cx="23941" cy="40676"/>
          </a:xfrm>
          <a:custGeom xmlns:a="http://schemas.openxmlformats.org/drawingml/2006/main">
            <a:pathLst>
              <a:path w="23941" h="40676">
                <a:moveTo>
                  <a:pt x="22820" y="0"/>
                </a:moveTo>
                <a:cubicBezTo>
                  <a:pt x="23568" y="3737"/>
                  <a:pt x="23941" y="7420"/>
                  <a:pt x="23941" y="11050"/>
                </a:cubicBezTo>
                <a:cubicBezTo>
                  <a:pt x="23941" y="14787"/>
                  <a:pt x="23301" y="18203"/>
                  <a:pt x="22020" y="21299"/>
                </a:cubicBezTo>
                <a:cubicBezTo>
                  <a:pt x="20739" y="24395"/>
                  <a:pt x="18697" y="27478"/>
                  <a:pt x="15894" y="30547"/>
                </a:cubicBezTo>
                <a:cubicBezTo>
                  <a:pt x="13092" y="33617"/>
                  <a:pt x="9235" y="36993"/>
                  <a:pt x="4324" y="40676"/>
                </a:cubicBezTo>
                <a:lnTo>
                  <a:pt x="0" y="35792"/>
                </a:lnTo>
                <a:cubicBezTo>
                  <a:pt x="2723" y="33230"/>
                  <a:pt x="4698" y="30921"/>
                  <a:pt x="5926" y="28866"/>
                </a:cubicBezTo>
                <a:cubicBezTo>
                  <a:pt x="7153" y="26811"/>
                  <a:pt x="8034" y="24475"/>
                  <a:pt x="8568" y="21860"/>
                </a:cubicBezTo>
                <a:cubicBezTo>
                  <a:pt x="9101" y="19244"/>
                  <a:pt x="9369" y="15961"/>
                  <a:pt x="9369" y="12011"/>
                </a:cubicBezTo>
                <a:cubicBezTo>
                  <a:pt x="9369" y="7954"/>
                  <a:pt x="9182" y="3950"/>
                  <a:pt x="8808" y="0"/>
                </a:cubicBezTo>
                <a:lnTo>
                  <a:pt x="22820" y="0"/>
                </a:lnTo>
              </a:path>
            </a:pathLst>
          </a:custGeom>
          <a:solidFill xmlns:a="http://schemas.openxmlformats.org/drawingml/2006/main">
            <a:srgbClr val="000000"/>
          </a:solidFill>
          <a:ln xmlns:a="http://schemas.openxmlformats.org/drawingml/2006/main" w="0">
            <a:noFill/>
            <a:prstDash val="solid"/>
          </a:ln>
        </p:spPr>
      </p:sp>
      <p:sp>
        <p:nvSpPr>
          <p:cNvPr id="318" name="pdf-path-100025">
            <a:extLst xmlns:a="http://schemas.openxmlformats.org/drawingml/2006/main">
              <a:ext uri="{FF2B5EF4-FFF2-40B4-BE49-F238E27FC236}">
                <a16:creationId xmlns:a16="http://schemas.microsoft.com/office/drawing/2014/main" id="{9848A58D-B8AB-47AA-AE42-FA3B5D33845A}"/>
              </a:ext>
            </a:extLst>
          </p:cNvPr>
          <p:cNvSpPr>
            <a:spLocks xmlns:a="http://schemas.openxmlformats.org/drawingml/2006/main" noGrp="1"/>
          </p:cNvSpPr>
          <p:nvPr/>
        </p:nvSpPr>
        <p:spPr>
          <a:xfrm xmlns:a="http://schemas.openxmlformats.org/drawingml/2006/main" rot="0">
            <a:off x="3618170" y="1441501"/>
            <a:ext cx="71441" cy="81830"/>
          </a:xfrm>
          <a:custGeom xmlns:a="http://schemas.openxmlformats.org/drawingml/2006/main">
            <a:pathLst>
              <a:path w="71441" h="81830">
                <a:moveTo>
                  <a:pt x="54500" y="59374"/>
                </a:moveTo>
                <a:lnTo>
                  <a:pt x="60973" y="66327"/>
                </a:lnTo>
                <a:cubicBezTo>
                  <a:pt x="55379" y="71921"/>
                  <a:pt x="49785" y="75903"/>
                  <a:pt x="44191" y="78273"/>
                </a:cubicBezTo>
                <a:cubicBezTo>
                  <a:pt x="38597" y="80644"/>
                  <a:pt x="32444" y="81830"/>
                  <a:pt x="25732" y="81830"/>
                </a:cubicBezTo>
                <a:cubicBezTo>
                  <a:pt x="17581" y="81830"/>
                  <a:pt x="11254" y="79286"/>
                  <a:pt x="6753" y="74198"/>
                </a:cubicBezTo>
                <a:cubicBezTo>
                  <a:pt x="2251" y="69110"/>
                  <a:pt x="0" y="62038"/>
                  <a:pt x="0" y="52981"/>
                </a:cubicBezTo>
                <a:cubicBezTo>
                  <a:pt x="0" y="44511"/>
                  <a:pt x="1905" y="35880"/>
                  <a:pt x="5714" y="27090"/>
                </a:cubicBezTo>
                <a:cubicBezTo>
                  <a:pt x="9523" y="18300"/>
                  <a:pt x="15156" y="11587"/>
                  <a:pt x="22615" y="6952"/>
                </a:cubicBezTo>
                <a:cubicBezTo>
                  <a:pt x="30074" y="2317"/>
                  <a:pt x="38811" y="0"/>
                  <a:pt x="48826" y="0"/>
                </a:cubicBezTo>
                <a:cubicBezTo>
                  <a:pt x="52395" y="0"/>
                  <a:pt x="56258" y="280"/>
                  <a:pt x="60413" y="839"/>
                </a:cubicBezTo>
                <a:cubicBezTo>
                  <a:pt x="64568" y="1398"/>
                  <a:pt x="68245" y="2184"/>
                  <a:pt x="71441" y="3196"/>
                </a:cubicBezTo>
                <a:lnTo>
                  <a:pt x="66966" y="22695"/>
                </a:lnTo>
                <a:lnTo>
                  <a:pt x="52582" y="22695"/>
                </a:lnTo>
                <a:cubicBezTo>
                  <a:pt x="52689" y="21576"/>
                  <a:pt x="52742" y="20431"/>
                  <a:pt x="52742" y="19259"/>
                </a:cubicBezTo>
                <a:cubicBezTo>
                  <a:pt x="52742" y="15423"/>
                  <a:pt x="52156" y="12639"/>
                  <a:pt x="50984" y="10908"/>
                </a:cubicBezTo>
                <a:cubicBezTo>
                  <a:pt x="49812" y="9176"/>
                  <a:pt x="48080" y="8311"/>
                  <a:pt x="45790" y="8311"/>
                </a:cubicBezTo>
                <a:cubicBezTo>
                  <a:pt x="41847" y="8311"/>
                  <a:pt x="38091" y="10575"/>
                  <a:pt x="34522" y="15103"/>
                </a:cubicBezTo>
                <a:cubicBezTo>
                  <a:pt x="30953" y="19632"/>
                  <a:pt x="27969" y="25918"/>
                  <a:pt x="25572" y="33962"/>
                </a:cubicBezTo>
                <a:cubicBezTo>
                  <a:pt x="23174" y="42007"/>
                  <a:pt x="21976" y="49066"/>
                  <a:pt x="21976" y="55139"/>
                </a:cubicBezTo>
                <a:cubicBezTo>
                  <a:pt x="21976" y="65155"/>
                  <a:pt x="25625" y="70162"/>
                  <a:pt x="32923" y="70162"/>
                </a:cubicBezTo>
                <a:cubicBezTo>
                  <a:pt x="36600" y="70162"/>
                  <a:pt x="40076" y="69337"/>
                  <a:pt x="43352" y="67685"/>
                </a:cubicBezTo>
                <a:cubicBezTo>
                  <a:pt x="46628" y="66034"/>
                  <a:pt x="50344" y="63263"/>
                  <a:pt x="54500" y="59374"/>
                </a:cubicBezTo>
              </a:path>
            </a:pathLst>
          </a:custGeom>
          <a:solidFill xmlns:a="http://schemas.openxmlformats.org/drawingml/2006/main">
            <a:srgbClr val="000000"/>
          </a:solidFill>
          <a:ln xmlns:a="http://schemas.openxmlformats.org/drawingml/2006/main" w="0">
            <a:noFill/>
            <a:prstDash val="solid"/>
          </a:ln>
        </p:spPr>
      </p:sp>
      <p:sp>
        <p:nvSpPr>
          <p:cNvPr id="319" name="pdf-path-100026">
            <a:extLst xmlns:a="http://schemas.openxmlformats.org/drawingml/2006/main">
              <a:ext uri="{FF2B5EF4-FFF2-40B4-BE49-F238E27FC236}">
                <a16:creationId xmlns:a16="http://schemas.microsoft.com/office/drawing/2014/main" id="{DF2B89F3-E235-4F24-9C12-A96AF4818C65}"/>
              </a:ext>
            </a:extLst>
          </p:cNvPr>
          <p:cNvSpPr>
            <a:spLocks xmlns:a="http://schemas.openxmlformats.org/drawingml/2006/main" noGrp="1"/>
          </p:cNvSpPr>
          <p:nvPr/>
        </p:nvSpPr>
        <p:spPr>
          <a:xfrm xmlns:a="http://schemas.openxmlformats.org/drawingml/2006/main" rot="0">
            <a:off x="3702637" y="1407619"/>
            <a:ext cx="43951" cy="115712"/>
          </a:xfrm>
          <a:custGeom xmlns:a="http://schemas.openxmlformats.org/drawingml/2006/main">
            <a:pathLst>
              <a:path w="43951" h="115712">
                <a:moveTo>
                  <a:pt x="16062" y="24133"/>
                </a:moveTo>
                <a:cubicBezTo>
                  <a:pt x="17234" y="19019"/>
                  <a:pt x="17820" y="15210"/>
                  <a:pt x="17820" y="12706"/>
                </a:cubicBezTo>
                <a:cubicBezTo>
                  <a:pt x="17820" y="11534"/>
                  <a:pt x="17701" y="10615"/>
                  <a:pt x="17461" y="9949"/>
                </a:cubicBezTo>
                <a:cubicBezTo>
                  <a:pt x="17221" y="9283"/>
                  <a:pt x="16861" y="8737"/>
                  <a:pt x="16382" y="8311"/>
                </a:cubicBezTo>
                <a:cubicBezTo>
                  <a:pt x="15903" y="7885"/>
                  <a:pt x="15263" y="7552"/>
                  <a:pt x="14464" y="7312"/>
                </a:cubicBezTo>
                <a:cubicBezTo>
                  <a:pt x="13665" y="7072"/>
                  <a:pt x="12093" y="6793"/>
                  <a:pt x="9749" y="6473"/>
                </a:cubicBezTo>
                <a:lnTo>
                  <a:pt x="11028" y="1279"/>
                </a:lnTo>
                <a:lnTo>
                  <a:pt x="34921" y="0"/>
                </a:lnTo>
                <a:lnTo>
                  <a:pt x="43951" y="0"/>
                </a:lnTo>
                <a:lnTo>
                  <a:pt x="23494" y="89261"/>
                </a:lnTo>
                <a:cubicBezTo>
                  <a:pt x="22642" y="92991"/>
                  <a:pt x="22216" y="96107"/>
                  <a:pt x="22216" y="98611"/>
                </a:cubicBezTo>
                <a:cubicBezTo>
                  <a:pt x="22216" y="100689"/>
                  <a:pt x="22562" y="102127"/>
                  <a:pt x="23254" y="102926"/>
                </a:cubicBezTo>
                <a:cubicBezTo>
                  <a:pt x="23947" y="103725"/>
                  <a:pt x="24932" y="104125"/>
                  <a:pt x="26211" y="104125"/>
                </a:cubicBezTo>
                <a:cubicBezTo>
                  <a:pt x="27756" y="104125"/>
                  <a:pt x="29488" y="103393"/>
                  <a:pt x="31405" y="101927"/>
                </a:cubicBezTo>
                <a:cubicBezTo>
                  <a:pt x="33323" y="100462"/>
                  <a:pt x="35588" y="98238"/>
                  <a:pt x="38198" y="95255"/>
                </a:cubicBezTo>
                <a:lnTo>
                  <a:pt x="43951" y="101008"/>
                </a:lnTo>
                <a:cubicBezTo>
                  <a:pt x="38730" y="106336"/>
                  <a:pt x="34056" y="110118"/>
                  <a:pt x="29927" y="112356"/>
                </a:cubicBezTo>
                <a:cubicBezTo>
                  <a:pt x="25798" y="114593"/>
                  <a:pt x="21256" y="115712"/>
                  <a:pt x="16302" y="115712"/>
                </a:cubicBezTo>
                <a:cubicBezTo>
                  <a:pt x="10655" y="115712"/>
                  <a:pt x="6526" y="114327"/>
                  <a:pt x="3916" y="111557"/>
                </a:cubicBezTo>
                <a:cubicBezTo>
                  <a:pt x="1305" y="108787"/>
                  <a:pt x="0" y="104604"/>
                  <a:pt x="0" y="99011"/>
                </a:cubicBezTo>
                <a:cubicBezTo>
                  <a:pt x="0" y="95867"/>
                  <a:pt x="586" y="91685"/>
                  <a:pt x="1758" y="86464"/>
                </a:cubicBezTo>
                <a:lnTo>
                  <a:pt x="16062" y="24133"/>
                </a:lnTo>
              </a:path>
            </a:pathLst>
          </a:custGeom>
          <a:solidFill xmlns:a="http://schemas.openxmlformats.org/drawingml/2006/main">
            <a:srgbClr val="000000"/>
          </a:solidFill>
          <a:ln xmlns:a="http://schemas.openxmlformats.org/drawingml/2006/main" w="0">
            <a:noFill/>
            <a:prstDash val="solid"/>
          </a:ln>
        </p:spPr>
      </p:sp>
      <p:sp>
        <p:nvSpPr>
          <p:cNvPr id="320" name="pdf-path-100027">
            <a:extLst xmlns:a="http://schemas.openxmlformats.org/drawingml/2006/main">
              <a:ext uri="{FF2B5EF4-FFF2-40B4-BE49-F238E27FC236}">
                <a16:creationId xmlns:a16="http://schemas.microsoft.com/office/drawing/2014/main" id="{BA41CB3C-28B4-48DB-BC42-BE0C02B143EF}"/>
              </a:ext>
            </a:extLst>
          </p:cNvPr>
          <p:cNvSpPr>
            <a:spLocks xmlns:a="http://schemas.openxmlformats.org/drawingml/2006/main" noGrp="1"/>
          </p:cNvSpPr>
          <p:nvPr/>
        </p:nvSpPr>
        <p:spPr>
          <a:xfrm xmlns:a="http://schemas.openxmlformats.org/drawingml/2006/main" rot="0">
            <a:off x="3760554" y="1441501"/>
            <a:ext cx="91339" cy="81830"/>
          </a:xfrm>
          <a:custGeom xmlns:a="http://schemas.openxmlformats.org/drawingml/2006/main">
            <a:pathLst>
              <a:path w="91339" h="81830">
                <a:moveTo>
                  <a:pt x="70802" y="55618"/>
                </a:moveTo>
                <a:cubicBezTo>
                  <a:pt x="70003" y="58975"/>
                  <a:pt x="69603" y="62011"/>
                  <a:pt x="69603" y="64728"/>
                </a:cubicBezTo>
                <a:cubicBezTo>
                  <a:pt x="69603" y="66486"/>
                  <a:pt x="69896" y="67845"/>
                  <a:pt x="70482" y="68804"/>
                </a:cubicBezTo>
                <a:cubicBezTo>
                  <a:pt x="71068" y="69763"/>
                  <a:pt x="72080" y="70242"/>
                  <a:pt x="73519" y="70242"/>
                </a:cubicBezTo>
                <a:cubicBezTo>
                  <a:pt x="75170" y="70242"/>
                  <a:pt x="76955" y="69497"/>
                  <a:pt x="78873" y="68005"/>
                </a:cubicBezTo>
                <a:cubicBezTo>
                  <a:pt x="80791" y="66513"/>
                  <a:pt x="83028" y="64302"/>
                  <a:pt x="85585" y="61372"/>
                </a:cubicBezTo>
                <a:lnTo>
                  <a:pt x="91339" y="67126"/>
                </a:lnTo>
                <a:cubicBezTo>
                  <a:pt x="85745" y="72720"/>
                  <a:pt x="80924" y="76569"/>
                  <a:pt x="76875" y="78673"/>
                </a:cubicBezTo>
                <a:cubicBezTo>
                  <a:pt x="72826" y="80777"/>
                  <a:pt x="68564" y="81830"/>
                  <a:pt x="64089" y="81830"/>
                </a:cubicBezTo>
                <a:cubicBezTo>
                  <a:pt x="59614" y="81830"/>
                  <a:pt x="56071" y="80591"/>
                  <a:pt x="53461" y="78114"/>
                </a:cubicBezTo>
                <a:cubicBezTo>
                  <a:pt x="50850" y="75636"/>
                  <a:pt x="49545" y="72373"/>
                  <a:pt x="49545" y="68325"/>
                </a:cubicBezTo>
                <a:cubicBezTo>
                  <a:pt x="49545" y="66993"/>
                  <a:pt x="49705" y="65714"/>
                  <a:pt x="50025" y="64489"/>
                </a:cubicBezTo>
                <a:lnTo>
                  <a:pt x="48906" y="64329"/>
                </a:lnTo>
                <a:cubicBezTo>
                  <a:pt x="45017" y="68911"/>
                  <a:pt x="41674" y="72360"/>
                  <a:pt x="38877" y="74678"/>
                </a:cubicBezTo>
                <a:cubicBezTo>
                  <a:pt x="36080" y="76995"/>
                  <a:pt x="33110" y="78766"/>
                  <a:pt x="29967" y="79992"/>
                </a:cubicBezTo>
                <a:cubicBezTo>
                  <a:pt x="26824" y="81217"/>
                  <a:pt x="23334" y="81830"/>
                  <a:pt x="19498" y="81830"/>
                </a:cubicBezTo>
                <a:cubicBezTo>
                  <a:pt x="13105" y="81830"/>
                  <a:pt x="8257" y="79659"/>
                  <a:pt x="4954" y="75317"/>
                </a:cubicBezTo>
                <a:cubicBezTo>
                  <a:pt x="1652" y="70975"/>
                  <a:pt x="0" y="64648"/>
                  <a:pt x="0" y="56338"/>
                </a:cubicBezTo>
                <a:cubicBezTo>
                  <a:pt x="0" y="49146"/>
                  <a:pt x="1039" y="42007"/>
                  <a:pt x="3117" y="34921"/>
                </a:cubicBezTo>
                <a:cubicBezTo>
                  <a:pt x="5194" y="27836"/>
                  <a:pt x="8178" y="21723"/>
                  <a:pt x="12066" y="16582"/>
                </a:cubicBezTo>
                <a:cubicBezTo>
                  <a:pt x="15956" y="11441"/>
                  <a:pt x="20843" y="7392"/>
                  <a:pt x="26731" y="4435"/>
                </a:cubicBezTo>
                <a:cubicBezTo>
                  <a:pt x="32617" y="1478"/>
                  <a:pt x="39290" y="0"/>
                  <a:pt x="46748" y="0"/>
                </a:cubicBezTo>
                <a:cubicBezTo>
                  <a:pt x="54686" y="0"/>
                  <a:pt x="61452" y="1918"/>
                  <a:pt x="67046" y="5754"/>
                </a:cubicBezTo>
                <a:lnTo>
                  <a:pt x="74797" y="0"/>
                </a:lnTo>
                <a:lnTo>
                  <a:pt x="83748" y="1279"/>
                </a:lnTo>
                <a:lnTo>
                  <a:pt x="70802" y="55618"/>
                </a:lnTo>
                <a:moveTo>
                  <a:pt x="54979" y="30846"/>
                </a:moveTo>
                <a:cubicBezTo>
                  <a:pt x="55831" y="26904"/>
                  <a:pt x="56258" y="22961"/>
                  <a:pt x="56258" y="19019"/>
                </a:cubicBezTo>
                <a:cubicBezTo>
                  <a:pt x="56258" y="15503"/>
                  <a:pt x="55592" y="12839"/>
                  <a:pt x="54260" y="11028"/>
                </a:cubicBezTo>
                <a:cubicBezTo>
                  <a:pt x="52928" y="9216"/>
                  <a:pt x="50744" y="8311"/>
                  <a:pt x="47707" y="8311"/>
                </a:cubicBezTo>
                <a:cubicBezTo>
                  <a:pt x="42753" y="8311"/>
                  <a:pt x="38358" y="10801"/>
                  <a:pt x="34522" y="15783"/>
                </a:cubicBezTo>
                <a:cubicBezTo>
                  <a:pt x="30686" y="20764"/>
                  <a:pt x="27596" y="27463"/>
                  <a:pt x="25252" y="35880"/>
                </a:cubicBezTo>
                <a:cubicBezTo>
                  <a:pt x="22908" y="44298"/>
                  <a:pt x="21736" y="51836"/>
                  <a:pt x="21736" y="58495"/>
                </a:cubicBezTo>
                <a:cubicBezTo>
                  <a:pt x="21736" y="62384"/>
                  <a:pt x="22309" y="65288"/>
                  <a:pt x="23454" y="67206"/>
                </a:cubicBezTo>
                <a:cubicBezTo>
                  <a:pt x="24599" y="69124"/>
                  <a:pt x="26371" y="70083"/>
                  <a:pt x="28768" y="70083"/>
                </a:cubicBezTo>
                <a:cubicBezTo>
                  <a:pt x="32284" y="70083"/>
                  <a:pt x="35867" y="68364"/>
                  <a:pt x="39516" y="64928"/>
                </a:cubicBezTo>
                <a:cubicBezTo>
                  <a:pt x="43166" y="61492"/>
                  <a:pt x="46109" y="57457"/>
                  <a:pt x="48347" y="52822"/>
                </a:cubicBezTo>
                <a:cubicBezTo>
                  <a:pt x="50584" y="48187"/>
                  <a:pt x="52582" y="41847"/>
                  <a:pt x="54340" y="33803"/>
                </a:cubicBezTo>
                <a:lnTo>
                  <a:pt x="54979" y="30846"/>
                </a:lnTo>
              </a:path>
            </a:pathLst>
          </a:custGeom>
          <a:solidFill xmlns:a="http://schemas.openxmlformats.org/drawingml/2006/main">
            <a:srgbClr val="000000"/>
          </a:solidFill>
          <a:ln xmlns:a="http://schemas.openxmlformats.org/drawingml/2006/main" w="0">
            <a:noFill/>
            <a:prstDash val="solid"/>
          </a:ln>
        </p:spPr>
      </p:sp>
      <p:sp>
        <p:nvSpPr>
          <p:cNvPr id="321" name="pdf-path-100028">
            <a:extLst xmlns:a="http://schemas.openxmlformats.org/drawingml/2006/main">
              <a:ext uri="{FF2B5EF4-FFF2-40B4-BE49-F238E27FC236}">
                <a16:creationId xmlns:a16="http://schemas.microsoft.com/office/drawing/2014/main" id="{05CA521B-55F6-40B2-B2FB-2AD3154EB03C}"/>
              </a:ext>
            </a:extLst>
          </p:cNvPr>
          <p:cNvSpPr>
            <a:spLocks xmlns:a="http://schemas.openxmlformats.org/drawingml/2006/main" noGrp="1"/>
          </p:cNvSpPr>
          <p:nvPr/>
        </p:nvSpPr>
        <p:spPr>
          <a:xfrm xmlns:a="http://schemas.openxmlformats.org/drawingml/2006/main" rot="0">
            <a:off x="3857791" y="1441501"/>
            <a:ext cx="72879" cy="81830"/>
          </a:xfrm>
          <a:custGeom xmlns:a="http://schemas.openxmlformats.org/drawingml/2006/main">
            <a:pathLst>
              <a:path w="72879" h="81830">
                <a:moveTo>
                  <a:pt x="14624" y="58176"/>
                </a:moveTo>
                <a:cubicBezTo>
                  <a:pt x="14890" y="62970"/>
                  <a:pt x="16129" y="66726"/>
                  <a:pt x="18339" y="69443"/>
                </a:cubicBezTo>
                <a:cubicBezTo>
                  <a:pt x="20550" y="72160"/>
                  <a:pt x="23947" y="73519"/>
                  <a:pt x="28528" y="73519"/>
                </a:cubicBezTo>
                <a:cubicBezTo>
                  <a:pt x="32737" y="73519"/>
                  <a:pt x="35987" y="72493"/>
                  <a:pt x="38278" y="70442"/>
                </a:cubicBezTo>
                <a:cubicBezTo>
                  <a:pt x="40569" y="68391"/>
                  <a:pt x="41714" y="65501"/>
                  <a:pt x="41714" y="61772"/>
                </a:cubicBezTo>
                <a:cubicBezTo>
                  <a:pt x="41714" y="59534"/>
                  <a:pt x="41341" y="57643"/>
                  <a:pt x="40595" y="56098"/>
                </a:cubicBezTo>
                <a:cubicBezTo>
                  <a:pt x="39849" y="54553"/>
                  <a:pt x="38624" y="53048"/>
                  <a:pt x="36919" y="51583"/>
                </a:cubicBezTo>
                <a:cubicBezTo>
                  <a:pt x="35214" y="50118"/>
                  <a:pt x="32444" y="48213"/>
                  <a:pt x="28608" y="45869"/>
                </a:cubicBezTo>
                <a:cubicBezTo>
                  <a:pt x="23281" y="42673"/>
                  <a:pt x="19405" y="39356"/>
                  <a:pt x="16981" y="35920"/>
                </a:cubicBezTo>
                <a:cubicBezTo>
                  <a:pt x="14557" y="32484"/>
                  <a:pt x="13345" y="28635"/>
                  <a:pt x="13345" y="24373"/>
                </a:cubicBezTo>
                <a:cubicBezTo>
                  <a:pt x="13345" y="16542"/>
                  <a:pt x="16275" y="10522"/>
                  <a:pt x="22135" y="6313"/>
                </a:cubicBezTo>
                <a:cubicBezTo>
                  <a:pt x="27996" y="2104"/>
                  <a:pt x="36200" y="0"/>
                  <a:pt x="46748" y="0"/>
                </a:cubicBezTo>
                <a:cubicBezTo>
                  <a:pt x="50850" y="0"/>
                  <a:pt x="55259" y="333"/>
                  <a:pt x="59974" y="999"/>
                </a:cubicBezTo>
                <a:cubicBezTo>
                  <a:pt x="64688" y="1665"/>
                  <a:pt x="68991" y="2557"/>
                  <a:pt x="72879" y="3676"/>
                </a:cubicBezTo>
                <a:lnTo>
                  <a:pt x="68724" y="22775"/>
                </a:lnTo>
                <a:lnTo>
                  <a:pt x="58575" y="22775"/>
                </a:lnTo>
                <a:cubicBezTo>
                  <a:pt x="58096" y="17820"/>
                  <a:pt x="56830" y="14171"/>
                  <a:pt x="54779" y="11827"/>
                </a:cubicBezTo>
                <a:cubicBezTo>
                  <a:pt x="52728" y="9483"/>
                  <a:pt x="49785" y="8311"/>
                  <a:pt x="45949" y="8311"/>
                </a:cubicBezTo>
                <a:cubicBezTo>
                  <a:pt x="42380" y="8311"/>
                  <a:pt x="39516" y="9230"/>
                  <a:pt x="37359" y="11068"/>
                </a:cubicBezTo>
                <a:cubicBezTo>
                  <a:pt x="35201" y="12906"/>
                  <a:pt x="34122" y="15396"/>
                  <a:pt x="34122" y="18540"/>
                </a:cubicBezTo>
                <a:cubicBezTo>
                  <a:pt x="34122" y="21310"/>
                  <a:pt x="35028" y="23734"/>
                  <a:pt x="36839" y="25812"/>
                </a:cubicBezTo>
                <a:cubicBezTo>
                  <a:pt x="38651" y="27889"/>
                  <a:pt x="42167" y="30500"/>
                  <a:pt x="47388" y="33643"/>
                </a:cubicBezTo>
                <a:cubicBezTo>
                  <a:pt x="53035" y="36999"/>
                  <a:pt x="57083" y="40462"/>
                  <a:pt x="59534" y="44031"/>
                </a:cubicBezTo>
                <a:cubicBezTo>
                  <a:pt x="61985" y="47601"/>
                  <a:pt x="63210" y="51783"/>
                  <a:pt x="63210" y="56578"/>
                </a:cubicBezTo>
                <a:cubicBezTo>
                  <a:pt x="63210" y="62011"/>
                  <a:pt x="61758" y="66646"/>
                  <a:pt x="58855" y="70482"/>
                </a:cubicBezTo>
                <a:cubicBezTo>
                  <a:pt x="55951" y="74318"/>
                  <a:pt x="51982" y="77168"/>
                  <a:pt x="46948" y="79033"/>
                </a:cubicBezTo>
                <a:cubicBezTo>
                  <a:pt x="41914" y="80897"/>
                  <a:pt x="36173" y="81830"/>
                  <a:pt x="29727" y="81830"/>
                </a:cubicBezTo>
                <a:cubicBezTo>
                  <a:pt x="19392" y="81830"/>
                  <a:pt x="9483" y="80551"/>
                  <a:pt x="0" y="77994"/>
                </a:cubicBezTo>
                <a:lnTo>
                  <a:pt x="4475" y="58176"/>
                </a:lnTo>
                <a:lnTo>
                  <a:pt x="14624" y="58176"/>
                </a:lnTo>
              </a:path>
            </a:pathLst>
          </a:custGeom>
          <a:solidFill xmlns:a="http://schemas.openxmlformats.org/drawingml/2006/main">
            <a:srgbClr val="000000"/>
          </a:solidFill>
          <a:ln xmlns:a="http://schemas.openxmlformats.org/drawingml/2006/main" w="0">
            <a:noFill/>
            <a:prstDash val="solid"/>
          </a:ln>
        </p:spPr>
      </p:sp>
      <p:sp>
        <p:nvSpPr>
          <p:cNvPr id="322" name="pdf-path-100029">
            <a:extLst xmlns:a="http://schemas.openxmlformats.org/drawingml/2006/main">
              <a:ext uri="{FF2B5EF4-FFF2-40B4-BE49-F238E27FC236}">
                <a16:creationId xmlns:a16="http://schemas.microsoft.com/office/drawing/2014/main" id="{CDB8AA74-839C-489B-9423-9433D5C6FF4F}"/>
              </a:ext>
            </a:extLst>
          </p:cNvPr>
          <p:cNvSpPr>
            <a:spLocks xmlns:a="http://schemas.openxmlformats.org/drawingml/2006/main" noGrp="1"/>
          </p:cNvSpPr>
          <p:nvPr/>
        </p:nvSpPr>
        <p:spPr>
          <a:xfrm xmlns:a="http://schemas.openxmlformats.org/drawingml/2006/main" rot="0">
            <a:off x="3939456" y="1441501"/>
            <a:ext cx="72879" cy="81830"/>
          </a:xfrm>
          <a:custGeom xmlns:a="http://schemas.openxmlformats.org/drawingml/2006/main">
            <a:pathLst>
              <a:path w="72879" h="81830">
                <a:moveTo>
                  <a:pt x="14624" y="58176"/>
                </a:moveTo>
                <a:cubicBezTo>
                  <a:pt x="14890" y="62970"/>
                  <a:pt x="16129" y="66726"/>
                  <a:pt x="18339" y="69443"/>
                </a:cubicBezTo>
                <a:cubicBezTo>
                  <a:pt x="20550" y="72160"/>
                  <a:pt x="23947" y="73519"/>
                  <a:pt x="28528" y="73519"/>
                </a:cubicBezTo>
                <a:cubicBezTo>
                  <a:pt x="32737" y="73519"/>
                  <a:pt x="35987" y="72493"/>
                  <a:pt x="38278" y="70442"/>
                </a:cubicBezTo>
                <a:cubicBezTo>
                  <a:pt x="40569" y="68391"/>
                  <a:pt x="41714" y="65501"/>
                  <a:pt x="41714" y="61772"/>
                </a:cubicBezTo>
                <a:cubicBezTo>
                  <a:pt x="41714" y="59534"/>
                  <a:pt x="41341" y="57643"/>
                  <a:pt x="40595" y="56098"/>
                </a:cubicBezTo>
                <a:cubicBezTo>
                  <a:pt x="39849" y="54553"/>
                  <a:pt x="38624" y="53048"/>
                  <a:pt x="36919" y="51583"/>
                </a:cubicBezTo>
                <a:cubicBezTo>
                  <a:pt x="35214" y="50118"/>
                  <a:pt x="32444" y="48213"/>
                  <a:pt x="28608" y="45869"/>
                </a:cubicBezTo>
                <a:cubicBezTo>
                  <a:pt x="23281" y="42673"/>
                  <a:pt x="19405" y="39356"/>
                  <a:pt x="16981" y="35920"/>
                </a:cubicBezTo>
                <a:cubicBezTo>
                  <a:pt x="14557" y="32484"/>
                  <a:pt x="13345" y="28635"/>
                  <a:pt x="13345" y="24373"/>
                </a:cubicBezTo>
                <a:cubicBezTo>
                  <a:pt x="13345" y="16542"/>
                  <a:pt x="16275" y="10522"/>
                  <a:pt x="22135" y="6313"/>
                </a:cubicBezTo>
                <a:cubicBezTo>
                  <a:pt x="27996" y="2104"/>
                  <a:pt x="36200" y="0"/>
                  <a:pt x="46748" y="0"/>
                </a:cubicBezTo>
                <a:cubicBezTo>
                  <a:pt x="50850" y="0"/>
                  <a:pt x="55259" y="333"/>
                  <a:pt x="59974" y="999"/>
                </a:cubicBezTo>
                <a:cubicBezTo>
                  <a:pt x="64688" y="1665"/>
                  <a:pt x="68990" y="2557"/>
                  <a:pt x="72879" y="3676"/>
                </a:cubicBezTo>
                <a:lnTo>
                  <a:pt x="68724" y="22775"/>
                </a:lnTo>
                <a:lnTo>
                  <a:pt x="58575" y="22775"/>
                </a:lnTo>
                <a:cubicBezTo>
                  <a:pt x="58096" y="17820"/>
                  <a:pt x="56830" y="14171"/>
                  <a:pt x="54779" y="11827"/>
                </a:cubicBezTo>
                <a:cubicBezTo>
                  <a:pt x="52728" y="9483"/>
                  <a:pt x="49785" y="8311"/>
                  <a:pt x="45949" y="8311"/>
                </a:cubicBezTo>
                <a:cubicBezTo>
                  <a:pt x="42380" y="8311"/>
                  <a:pt x="39516" y="9230"/>
                  <a:pt x="37359" y="11068"/>
                </a:cubicBezTo>
                <a:cubicBezTo>
                  <a:pt x="35201" y="12906"/>
                  <a:pt x="34122" y="15396"/>
                  <a:pt x="34122" y="18540"/>
                </a:cubicBezTo>
                <a:cubicBezTo>
                  <a:pt x="34122" y="21310"/>
                  <a:pt x="35028" y="23734"/>
                  <a:pt x="36839" y="25812"/>
                </a:cubicBezTo>
                <a:cubicBezTo>
                  <a:pt x="38651" y="27889"/>
                  <a:pt x="42167" y="30500"/>
                  <a:pt x="47388" y="33643"/>
                </a:cubicBezTo>
                <a:cubicBezTo>
                  <a:pt x="53035" y="36999"/>
                  <a:pt x="57083" y="40462"/>
                  <a:pt x="59534" y="44031"/>
                </a:cubicBezTo>
                <a:cubicBezTo>
                  <a:pt x="61985" y="47601"/>
                  <a:pt x="63210" y="51783"/>
                  <a:pt x="63210" y="56578"/>
                </a:cubicBezTo>
                <a:cubicBezTo>
                  <a:pt x="63210" y="62011"/>
                  <a:pt x="61758" y="66646"/>
                  <a:pt x="58855" y="70482"/>
                </a:cubicBezTo>
                <a:cubicBezTo>
                  <a:pt x="55951" y="74318"/>
                  <a:pt x="51982" y="77168"/>
                  <a:pt x="46948" y="79033"/>
                </a:cubicBezTo>
                <a:cubicBezTo>
                  <a:pt x="41914" y="80897"/>
                  <a:pt x="36173" y="81830"/>
                  <a:pt x="29727" y="81830"/>
                </a:cubicBezTo>
                <a:cubicBezTo>
                  <a:pt x="19392" y="81830"/>
                  <a:pt x="9483" y="80551"/>
                  <a:pt x="0" y="77994"/>
                </a:cubicBezTo>
                <a:lnTo>
                  <a:pt x="4475" y="58176"/>
                </a:lnTo>
                <a:lnTo>
                  <a:pt x="14624" y="58176"/>
                </a:lnTo>
              </a:path>
            </a:pathLst>
          </a:custGeom>
          <a:solidFill xmlns:a="http://schemas.openxmlformats.org/drawingml/2006/main">
            <a:srgbClr val="000000"/>
          </a:solidFill>
          <a:ln xmlns:a="http://schemas.openxmlformats.org/drawingml/2006/main" w="0">
            <a:noFill/>
            <a:prstDash val="solid"/>
          </a:ln>
        </p:spPr>
      </p:sp>
      <p:sp>
        <p:nvSpPr>
          <p:cNvPr id="323" name="pdf-path-100030">
            <a:extLst xmlns:a="http://schemas.openxmlformats.org/drawingml/2006/main">
              <a:ext uri="{FF2B5EF4-FFF2-40B4-BE49-F238E27FC236}">
                <a16:creationId xmlns:a16="http://schemas.microsoft.com/office/drawing/2014/main" id="{96BCD96D-DD74-410C-86FA-866E42A2AFAD}"/>
              </a:ext>
            </a:extLst>
          </p:cNvPr>
          <p:cNvSpPr>
            <a:spLocks xmlns:a="http://schemas.openxmlformats.org/drawingml/2006/main" noGrp="1"/>
          </p:cNvSpPr>
          <p:nvPr/>
        </p:nvSpPr>
        <p:spPr>
          <a:xfrm xmlns:a="http://schemas.openxmlformats.org/drawingml/2006/main" rot="0">
            <a:off x="4020845" y="1503513"/>
            <a:ext cx="23893" cy="40595"/>
          </a:xfrm>
          <a:custGeom xmlns:a="http://schemas.openxmlformats.org/drawingml/2006/main">
            <a:pathLst>
              <a:path w="23893" h="40595">
                <a:moveTo>
                  <a:pt x="22775" y="0"/>
                </a:moveTo>
                <a:cubicBezTo>
                  <a:pt x="23521" y="3729"/>
                  <a:pt x="23893" y="7405"/>
                  <a:pt x="23893" y="11028"/>
                </a:cubicBezTo>
                <a:cubicBezTo>
                  <a:pt x="23893" y="14757"/>
                  <a:pt x="23254" y="18167"/>
                  <a:pt x="21975" y="21257"/>
                </a:cubicBezTo>
                <a:cubicBezTo>
                  <a:pt x="20697" y="24346"/>
                  <a:pt x="18659" y="27423"/>
                  <a:pt x="15862" y="30486"/>
                </a:cubicBezTo>
                <a:cubicBezTo>
                  <a:pt x="13065" y="33550"/>
                  <a:pt x="9216" y="36919"/>
                  <a:pt x="4315" y="40595"/>
                </a:cubicBezTo>
                <a:lnTo>
                  <a:pt x="0" y="35720"/>
                </a:lnTo>
                <a:cubicBezTo>
                  <a:pt x="2717" y="33163"/>
                  <a:pt x="4688" y="30859"/>
                  <a:pt x="5913" y="28808"/>
                </a:cubicBezTo>
                <a:cubicBezTo>
                  <a:pt x="7139" y="26757"/>
                  <a:pt x="8018" y="24426"/>
                  <a:pt x="8550" y="21816"/>
                </a:cubicBezTo>
                <a:cubicBezTo>
                  <a:pt x="9083" y="19206"/>
                  <a:pt x="9350" y="15929"/>
                  <a:pt x="9350" y="11987"/>
                </a:cubicBezTo>
                <a:cubicBezTo>
                  <a:pt x="9350" y="7938"/>
                  <a:pt x="9163" y="3942"/>
                  <a:pt x="8790" y="0"/>
                </a:cubicBezTo>
                <a:lnTo>
                  <a:pt x="22775" y="0"/>
                </a:lnTo>
              </a:path>
            </a:pathLst>
          </a:custGeom>
          <a:solidFill xmlns:a="http://schemas.openxmlformats.org/drawingml/2006/main">
            <a:srgbClr val="000000"/>
          </a:solidFill>
          <a:ln xmlns:a="http://schemas.openxmlformats.org/drawingml/2006/main" w="0">
            <a:noFill/>
            <a:prstDash val="solid"/>
          </a:ln>
        </p:spPr>
      </p:sp>
      <p:sp>
        <p:nvSpPr>
          <p:cNvPr id="324" name="pdf-path-100031">
            <a:extLst xmlns:a="http://schemas.openxmlformats.org/drawingml/2006/main">
              <a:ext uri="{FF2B5EF4-FFF2-40B4-BE49-F238E27FC236}">
                <a16:creationId xmlns:a16="http://schemas.microsoft.com/office/drawing/2014/main" id="{9224396D-B9A6-4609-9FF5-9494CB5752EE}"/>
              </a:ext>
            </a:extLst>
          </p:cNvPr>
          <p:cNvSpPr>
            <a:spLocks xmlns:a="http://schemas.openxmlformats.org/drawingml/2006/main" noGrp="1"/>
          </p:cNvSpPr>
          <p:nvPr/>
        </p:nvSpPr>
        <p:spPr>
          <a:xfrm xmlns:a="http://schemas.openxmlformats.org/drawingml/2006/main" rot="0">
            <a:off x="3790063" y="1696630"/>
            <a:ext cx="94455" cy="18540"/>
          </a:xfrm>
          <a:custGeom xmlns:a="http://schemas.openxmlformats.org/drawingml/2006/main">
            <a:pathLst>
              <a:path w="94455" h="18540">
                <a:moveTo>
                  <a:pt x="16142" y="0"/>
                </a:moveTo>
                <a:lnTo>
                  <a:pt x="16142" y="18540"/>
                </a:lnTo>
                <a:lnTo>
                  <a:pt x="0" y="18540"/>
                </a:lnTo>
                <a:lnTo>
                  <a:pt x="0" y="0"/>
                </a:lnTo>
                <a:lnTo>
                  <a:pt x="16142" y="0"/>
                </a:lnTo>
                <a:moveTo>
                  <a:pt x="55299" y="0"/>
                </a:moveTo>
                <a:lnTo>
                  <a:pt x="55299" y="18540"/>
                </a:lnTo>
                <a:lnTo>
                  <a:pt x="39156" y="18540"/>
                </a:lnTo>
                <a:lnTo>
                  <a:pt x="39156" y="0"/>
                </a:lnTo>
                <a:lnTo>
                  <a:pt x="55299" y="0"/>
                </a:lnTo>
                <a:moveTo>
                  <a:pt x="94455" y="0"/>
                </a:moveTo>
                <a:lnTo>
                  <a:pt x="94455" y="18540"/>
                </a:lnTo>
                <a:lnTo>
                  <a:pt x="78313" y="18540"/>
                </a:lnTo>
                <a:lnTo>
                  <a:pt x="78313" y="0"/>
                </a:lnTo>
                <a:lnTo>
                  <a:pt x="94455" y="0"/>
                </a:lnTo>
              </a:path>
            </a:pathLst>
          </a:custGeom>
          <a:solidFill xmlns:a="http://schemas.openxmlformats.org/drawingml/2006/main">
            <a:srgbClr val="000000"/>
          </a:solidFill>
          <a:ln xmlns:a="http://schemas.openxmlformats.org/drawingml/2006/main" w="0">
            <a:noFill/>
            <a:prstDash val="solid"/>
          </a:ln>
        </p:spPr>
      </p:sp>
    </p:spTree>
    <p:extLst>
      <p:ext uri="{BB962C8B-B14F-4D97-AF65-F5344CB8AC3E}">
        <p14:creationId xmlns:p14="http://schemas.microsoft.com/office/powerpoint/2010/main" val="13658636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2026-10-09T21:05:00.6320000Z</dcterms:created>
  <dcterms:modified xsi:type="dcterms:W3CDTF">2026-10-09T21:05:00.6320000Z</dcterms:modified>
</coreProperties>
</file>