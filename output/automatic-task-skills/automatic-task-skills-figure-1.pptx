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a2e5284c34fff" /><Relationship Type="http://schemas.openxmlformats.org/officeDocument/2006/relationships/extended-properties" Target="/docProps/app.xml" Id="Rc105b51070654059" /><Relationship Type="http://schemas.openxmlformats.org/officeDocument/2006/relationships/officeDocument" Target="/ppt/presentation.xml" Id="R182a063bdd834d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a3f0446e14c86"/>
  </p:sldMasterIdLst>
  <p:notesMasterIdLst>
    <p:notesMasterId xmlns:r="http://schemas.openxmlformats.org/officeDocument/2006/relationships" r:id="Ra98c3329f2bc4268"/>
  </p:notesMasterIdLst>
  <p:sldIdLst>
    <p:sldId xmlns:r="http://schemas.openxmlformats.org/officeDocument/2006/relationships" id="256" r:id="Ree5258cbd6894dc4"/>
  </p:sldIdLst>
  <p:sldSz cx="16230600" cy="4914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cb28c23a4462f" /><Relationship Type="http://schemas.openxmlformats.org/officeDocument/2006/relationships/slideMaster" Target="/ppt/slideMasters/slideMaster1.xml" Id="Ra24a3f0446e14c86" /><Relationship Type="http://schemas.openxmlformats.org/officeDocument/2006/relationships/notesMaster" Target="/ppt/notesMasters/notesMaster1.xml" Id="Ra98c3329f2bc4268" /><Relationship Type="http://schemas.openxmlformats.org/officeDocument/2006/relationships/presProps" Target="/ppt/presProps.xml" Id="Rc348f8a15cbc4806" /><Relationship Type="http://schemas.openxmlformats.org/officeDocument/2006/relationships/tableStyles" Target="/ppt/tableStyles.xml" Id="Re445f8deb6db424b" /><Relationship Type="http://schemas.openxmlformats.org/officeDocument/2006/relationships/slide" Target="/ppt/slides/slide1.xml" Id="Ree5258cbd6894d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bad86359f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3c297795047db" /><Relationship Type="http://schemas.openxmlformats.org/officeDocument/2006/relationships/notesMaster" Target="/ppt/notesMasters/notesMaster1.xml" Id="R57a5a8ea431646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Skill Discovery for Robotic Manipulation through Automatic Task Generation",</a:t>
            </a:r>
          </a:p>
          <a:p xmlns:a="http://schemas.openxmlformats.org/drawingml/2006/main">
            <a:r>
              <a:t>  "paper_url": "https://arxiv.org/pdf/2410.04855v1",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three-stage pre-training/downstream training/real-world transfer layout. Seven separate original robot observation images remain raster; all surrounding boxes, arrows and ordinary labels are native. Freeform paths are not semantic connectors; font and dash rendering may vary.",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"109e77792932b2cf422f58afad2fe95bb7c6bea37ef6388174a68db039aca5e5",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89,</a:t>
            </a:r>
          </a:p>
          <a:p xmlns:a="http://schemas.openxmlformats.org/drawingml/2006/main">
            <a:r>
              <a:t>    151,</a:t>
            </a:r>
          </a:p>
          <a:p xmlns:a="http://schemas.openxmlformats.org/drawingml/2006/main">
            <a:r>
              <a:t>    515,</a:t>
            </a:r>
          </a:p>
          <a:p xmlns:a="http://schemas.openxmlformats.org/drawingml/2006/main">
            <a:r>
              <a:t>    280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"28 source clipping groups intersect crop; extracted paths require explicit clipping review"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87cfae59449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ab49714f74a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82d0b1b1d49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ad2abec8342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ba2f8350545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f799a599d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AB01BB-4E1A-4C27-8665-D4BD93A9D3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23060" y="1856740"/>
            <a:ext cx="12984480" cy="709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B22142-1BF4-4DEB-80D4-5EAD345984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34590" y="2703195"/>
            <a:ext cx="1136142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04086C-FB2B-4F72-9466-81C2B5E37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23060" y="2047875"/>
            <a:ext cx="1298448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166711-5147-472F-87C8-BEE335BC9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2971" y="382270"/>
            <a:ext cx="14404658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E92038-88A2-480E-9EB2-22F3708BC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2971" y="1365250"/>
            <a:ext cx="14404658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74BD05-0102-4155-AC24-625DB183E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2971" y="382270"/>
            <a:ext cx="14404658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DA372F-61B2-4004-9371-C79FF52EB9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2971" y="1365250"/>
            <a:ext cx="6695123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9C2957-A92F-48E8-872D-4962B98BDE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622506" y="1365250"/>
            <a:ext cx="6695123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E6B6AA-AA31-42FF-9CB1-1D8CDB345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2971" y="382270"/>
            <a:ext cx="14404658" cy="600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B88B24-9566-482F-87F2-B3B6F72AF7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2971" y="1365250"/>
            <a:ext cx="6695123" cy="3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38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1pPr>
            <a:lvl2pPr marL="3822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2pPr>
            <a:lvl3pPr marL="6007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3pPr>
            <a:lvl4pPr marL="8191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4pPr>
            <a:lvl5pPr marL="103759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5pPr>
            <a:lvl6pPr marL="125603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6pPr>
            <a:lvl7pPr marL="147447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7pPr>
            <a:lvl8pPr marL="169291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8pPr>
            <a:lvl9pPr marL="1911350" indent="-163830">
              <a:lnSpc>
                <a:spcPct val="110000"/>
              </a:lnSpc>
              <a:spcBef>
                <a:spcPts val="0"/>
              </a:spcBef>
              <a:spcAft>
                <a:spcPts val="8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68dabc7ac4c82" /><Relationship Type="http://schemas.openxmlformats.org/officeDocument/2006/relationships/slideLayout" Target="/ppt/slideLayouts/slideLayout1.xml" Id="Rd54de2503e3f4b4a" /><Relationship Type="http://schemas.openxmlformats.org/officeDocument/2006/relationships/slideLayout" Target="/ppt/slideLayouts/slideLayout2.xml" Id="R8815ea257a30416d" /><Relationship Type="http://schemas.openxmlformats.org/officeDocument/2006/relationships/slideLayout" Target="/ppt/slideLayouts/slideLayout3.xml" Id="R5003b309c25e46a6" /><Relationship Type="http://schemas.openxmlformats.org/officeDocument/2006/relationships/slideLayout" Target="/ppt/slideLayouts/slideLayout4.xml" Id="R589b840a56b54f4f" /><Relationship Type="http://schemas.openxmlformats.org/officeDocument/2006/relationships/slideLayout" Target="/ppt/slideLayouts/slideLayout5.xml" Id="Rc0b467d159e74306" /><Relationship Type="http://schemas.openxmlformats.org/officeDocument/2006/relationships/slideLayout" Target="/ppt/slideLayouts/slideLayout6.xml" Id="R891b95a0707c42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4de2503e3f4b4a"/>
    <p:sldLayoutId xmlns:r="http://schemas.openxmlformats.org/officeDocument/2006/relationships" id="2147483650" r:id="R8815ea257a30416d"/>
    <p:sldLayoutId xmlns:r="http://schemas.openxmlformats.org/officeDocument/2006/relationships" id="2147483651" r:id="R5003b309c25e46a6"/>
    <p:sldLayoutId xmlns:r="http://schemas.openxmlformats.org/officeDocument/2006/relationships" id="2147483652" r:id="R589b840a56b54f4f"/>
    <p:sldLayoutId xmlns:r="http://schemas.openxmlformats.org/officeDocument/2006/relationships" id="2147483653" r:id="Rc0b467d159e74306"/>
    <p:sldLayoutId xmlns:r="http://schemas.openxmlformats.org/officeDocument/2006/relationships" id="2147483654" r:id="R891b95a0707c42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44dc483c894bf6" /><Relationship Type="http://schemas.openxmlformats.org/officeDocument/2006/relationships/image" Target="/ppt/media/image.png" Id="R9452ddab1be641ad" /><Relationship Type="http://schemas.openxmlformats.org/officeDocument/2006/relationships/image" Target="/ppt/media/image2.png" Id="R1e400f05e66841c8" /><Relationship Type="http://schemas.openxmlformats.org/officeDocument/2006/relationships/image" Target="/ppt/media/image3.png" Id="R92daecfd71ae4530" /><Relationship Type="http://schemas.openxmlformats.org/officeDocument/2006/relationships/image" Target="/ppt/media/image4.png" Id="R6c5fecf90faf4238" /><Relationship Type="http://schemas.openxmlformats.org/officeDocument/2006/relationships/image" Target="/ppt/media/image5.png" Id="R26cbed45a2c14fbd" /><Relationship Type="http://schemas.openxmlformats.org/officeDocument/2006/relationships/image" Target="/ppt/media/image6.png" Id="R783b66e19c294d1f" /><Relationship Type="http://schemas.openxmlformats.org/officeDocument/2006/relationships/image" Target="/ppt/media/image7.png" Id="R0edd8e7d6a584ef1" /><Relationship Type="http://schemas.openxmlformats.org/officeDocument/2006/relationships/notesSlide" Target="/ppt/notesSlides/notesSlide1.xml" Id="Rb65d1973c3fe48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pdf-path-1">
            <a:extLst xmlns:a="http://schemas.openxmlformats.org/drawingml/2006/main">
              <a:ext uri="{FF2B5EF4-FFF2-40B4-BE49-F238E27FC236}">
                <a16:creationId xmlns:a16="http://schemas.microsoft.com/office/drawing/2014/main" id="{3E69201B-33B0-4123-AFD8-679315B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7667" y="4754399"/>
            <a:ext cx="369194" cy="95"/>
          </a:xfrm>
          <a:custGeom xmlns:a="http://schemas.openxmlformats.org/drawingml/2006/main">
            <a:pathLst>
              <a:path w="369194" h="95">
                <a:moveTo>
                  <a:pt x="36919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415AB252-A090-4DEF-B2FE-B7785B3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7248" y="4754399"/>
            <a:ext cx="260241" cy="95"/>
          </a:xfrm>
          <a:custGeom xmlns:a="http://schemas.openxmlformats.org/drawingml/2006/main">
            <a:pathLst>
              <a:path w="260241" h="95">
                <a:moveTo>
                  <a:pt x="2602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631CC001-2444-4625-9122-1D283AB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1865" y="4389276"/>
            <a:ext cx="95" cy="260328"/>
          </a:xfrm>
          <a:custGeom xmlns:a="http://schemas.openxmlformats.org/drawingml/2006/main">
            <a:pathLst>
              <a:path w="95" h="260328">
                <a:moveTo>
                  <a:pt x="0" y="2603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4E0FBCE8-8010-4DD3-A829-F459687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7846" y="4294416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A8CE4FE5-203A-4DFC-8559-75EB533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8381" y="4294416"/>
            <a:ext cx="260240" cy="95"/>
          </a:xfrm>
          <a:custGeom xmlns:a="http://schemas.openxmlformats.org/drawingml/2006/main">
            <a:pathLst>
              <a:path w="260240" h="95">
                <a:moveTo>
                  <a:pt x="0" y="0"/>
                </a:moveTo>
                <a:lnTo>
                  <a:pt x="2602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8A54B54C-CAC7-4CC6-AE01-47824C22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8771" y="4294416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3AE38F33-1ED6-4FF1-8AFB-92C31550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9305" y="4294416"/>
            <a:ext cx="144039" cy="116173"/>
          </a:xfrm>
          <a:custGeom xmlns:a="http://schemas.openxmlformats.org/drawingml/2006/main">
            <a:pathLst>
              <a:path w="144039" h="116173">
                <a:moveTo>
                  <a:pt x="0" y="0"/>
                </a:moveTo>
                <a:lnTo>
                  <a:pt x="144039" y="0"/>
                </a:lnTo>
                <a:lnTo>
                  <a:pt x="144039" y="116173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0A6F1E97-DCE9-49A2-8F4A-95157A8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7429" y="4540767"/>
            <a:ext cx="45915" cy="213632"/>
          </a:xfrm>
          <a:custGeom xmlns:a="http://schemas.openxmlformats.org/drawingml/2006/main">
            <a:pathLst>
              <a:path w="45915" h="213632">
                <a:moveTo>
                  <a:pt x="45915" y="0"/>
                </a:moveTo>
                <a:lnTo>
                  <a:pt x="45915" y="213632"/>
                </a:lnTo>
                <a:lnTo>
                  <a:pt x="0" y="213632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" name="pdf-path-9">
            <a:extLst xmlns:a="http://schemas.openxmlformats.org/drawingml/2006/main">
              <a:ext uri="{FF2B5EF4-FFF2-40B4-BE49-F238E27FC236}">
                <a16:creationId xmlns:a16="http://schemas.microsoft.com/office/drawing/2014/main" id="{CE1ACF46-CA6A-4FDC-91D2-25C255B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7039" y="4754399"/>
            <a:ext cx="260212" cy="95"/>
          </a:xfrm>
          <a:custGeom xmlns:a="http://schemas.openxmlformats.org/drawingml/2006/main">
            <a:pathLst>
              <a:path w="260212" h="95">
                <a:moveTo>
                  <a:pt x="2602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60491AA6-EFDF-4A17-BFA3-00BD410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68984" y="4375983"/>
            <a:ext cx="1204302" cy="31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Trainable</a:t>
            </a:r>
          </a:p>
        </p:txBody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464B7BCA-DC7A-494F-B3DA-4D3796A7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243" y="4294416"/>
            <a:ext cx="1351479" cy="415773"/>
          </a:xfrm>
          <a:custGeom xmlns:a="http://schemas.openxmlformats.org/drawingml/2006/main">
            <a:pathLst>
              <a:path w="1351479" h="415773">
                <a:moveTo>
                  <a:pt x="676130" y="415773"/>
                </a:moveTo>
                <a:lnTo>
                  <a:pt x="0" y="415773"/>
                </a:lnTo>
                <a:lnTo>
                  <a:pt x="0" y="0"/>
                </a:lnTo>
                <a:lnTo>
                  <a:pt x="1351479" y="0"/>
                </a:lnTo>
                <a:lnTo>
                  <a:pt x="1351479" y="415773"/>
                </a:lnTo>
                <a:lnTo>
                  <a:pt x="676130" y="415773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2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D45A426A-3000-4900-AABD-5A74DD1A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9741" y="4353882"/>
            <a:ext cx="881350" cy="317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Frozen</a:t>
            </a:r>
          </a:p>
        </p:txBody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CA67C3B8-D8D4-470A-BAB6-74CEE1B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196" y="2427191"/>
            <a:ext cx="3950276" cy="1767280"/>
          </a:xfrm>
          <a:custGeom xmlns:a="http://schemas.openxmlformats.org/drawingml/2006/main">
            <a:pathLst>
              <a:path w="3950276" h="1767280">
                <a:moveTo>
                  <a:pt x="1975138" y="1767280"/>
                </a:moveTo>
                <a:lnTo>
                  <a:pt x="0" y="1767280"/>
                </a:lnTo>
                <a:lnTo>
                  <a:pt x="0" y="0"/>
                </a:lnTo>
                <a:lnTo>
                  <a:pt x="3950276" y="0"/>
                </a:lnTo>
                <a:lnTo>
                  <a:pt x="3950276" y="1767280"/>
                </a:lnTo>
                <a:lnTo>
                  <a:pt x="1975138" y="1767280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2C8A353A-06E2-4713-B2D8-D4DCC0EA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083" y="3027201"/>
            <a:ext cx="1745131" cy="1039577"/>
          </a:xfrm>
          <a:custGeom xmlns:a="http://schemas.openxmlformats.org/drawingml/2006/main">
            <a:pathLst>
              <a:path w="1745131" h="1039577">
                <a:moveTo>
                  <a:pt x="872522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45131" y="0"/>
                </a:lnTo>
                <a:lnTo>
                  <a:pt x="1745131" y="1039577"/>
                </a:lnTo>
                <a:lnTo>
                  <a:pt x="872522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C8D856A3-C7AF-4736-B8FD-4470E702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0364" y="4066777"/>
            <a:ext cx="363448" cy="95"/>
          </a:xfrm>
          <a:custGeom xmlns:a="http://schemas.openxmlformats.org/drawingml/2006/main">
            <a:pathLst>
              <a:path w="363448" h="95">
                <a:moveTo>
                  <a:pt x="3634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6" name="pdf-path-16">
            <a:extLst xmlns:a="http://schemas.openxmlformats.org/drawingml/2006/main">
              <a:ext uri="{FF2B5EF4-FFF2-40B4-BE49-F238E27FC236}">
                <a16:creationId xmlns:a16="http://schemas.microsoft.com/office/drawing/2014/main" id="{FD0DABD7-606D-4D5B-BD57-CCDB1243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830" y="4066777"/>
            <a:ext cx="260356" cy="95"/>
          </a:xfrm>
          <a:custGeom xmlns:a="http://schemas.openxmlformats.org/drawingml/2006/main">
            <a:pathLst>
              <a:path w="260356" h="95">
                <a:moveTo>
                  <a:pt x="26035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91DCBE0A-8673-4EBE-9E48-5324A141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083" y="3898135"/>
            <a:ext cx="91714" cy="168643"/>
          </a:xfrm>
          <a:custGeom xmlns:a="http://schemas.openxmlformats.org/drawingml/2006/main">
            <a:pathLst>
              <a:path w="91714" h="168643">
                <a:moveTo>
                  <a:pt x="91714" y="168643"/>
                </a:moveTo>
                <a:lnTo>
                  <a:pt x="0" y="16864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94F9B220-3B09-40A5-A91D-0C5B8665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083" y="3507716"/>
            <a:ext cx="95" cy="260356"/>
          </a:xfrm>
          <a:custGeom xmlns:a="http://schemas.openxmlformats.org/drawingml/2006/main">
            <a:pathLst>
              <a:path w="95" h="260356">
                <a:moveTo>
                  <a:pt x="0" y="2603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0B3B7803-8048-4BDF-B7DE-406F1F8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083" y="3117326"/>
            <a:ext cx="95" cy="260241"/>
          </a:xfrm>
          <a:custGeom xmlns:a="http://schemas.openxmlformats.org/drawingml/2006/main">
            <a:pathLst>
              <a:path w="95" h="260241">
                <a:moveTo>
                  <a:pt x="0" y="2602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0D14D62C-0421-41AD-8188-16E72B1C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135" y="3027201"/>
            <a:ext cx="260328" cy="95"/>
          </a:xfrm>
          <a:custGeom xmlns:a="http://schemas.openxmlformats.org/drawingml/2006/main">
            <a:pathLst>
              <a:path w="260328" h="95">
                <a:moveTo>
                  <a:pt x="0" y="0"/>
                </a:moveTo>
                <a:lnTo>
                  <a:pt x="260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255B8EB-5FD8-4BA4-80F8-973F6025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8641" y="3027201"/>
            <a:ext cx="260241" cy="95"/>
          </a:xfrm>
          <a:custGeom xmlns:a="http://schemas.openxmlformats.org/drawingml/2006/main">
            <a:pathLst>
              <a:path w="260241" h="95">
                <a:moveTo>
                  <a:pt x="0" y="0"/>
                </a:moveTo>
                <a:lnTo>
                  <a:pt x="260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CE381D45-8E38-41EA-B2A0-5D7CA24C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9031" y="3027201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3" name="pdf-path-23">
            <a:extLst xmlns:a="http://schemas.openxmlformats.org/drawingml/2006/main">
              <a:ext uri="{FF2B5EF4-FFF2-40B4-BE49-F238E27FC236}">
                <a16:creationId xmlns:a16="http://schemas.microsoft.com/office/drawing/2014/main" id="{4C72C0B5-714A-4906-83E6-4DEA4C2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9565" y="3027201"/>
            <a:ext cx="260241" cy="95"/>
          </a:xfrm>
          <a:custGeom xmlns:a="http://schemas.openxmlformats.org/drawingml/2006/main">
            <a:pathLst>
              <a:path w="260241" h="95">
                <a:moveTo>
                  <a:pt x="0" y="0"/>
                </a:moveTo>
                <a:lnTo>
                  <a:pt x="2602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4" name="pdf-path-24">
            <a:extLst xmlns:a="http://schemas.openxmlformats.org/drawingml/2006/main">
              <a:ext uri="{FF2B5EF4-FFF2-40B4-BE49-F238E27FC236}">
                <a16:creationId xmlns:a16="http://schemas.microsoft.com/office/drawing/2014/main" id="{EF26FF61-F367-4428-A8E2-AE972658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955" y="3027201"/>
            <a:ext cx="143259" cy="117068"/>
          </a:xfrm>
          <a:custGeom xmlns:a="http://schemas.openxmlformats.org/drawingml/2006/main">
            <a:pathLst>
              <a:path w="143259" h="117068">
                <a:moveTo>
                  <a:pt x="0" y="0"/>
                </a:moveTo>
                <a:lnTo>
                  <a:pt x="143259" y="0"/>
                </a:lnTo>
                <a:lnTo>
                  <a:pt x="143259" y="117068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90FD7B9A-E097-43FB-9C93-7C491BF0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214" y="3274447"/>
            <a:ext cx="95" cy="260241"/>
          </a:xfrm>
          <a:custGeom xmlns:a="http://schemas.openxmlformats.org/drawingml/2006/main">
            <a:pathLst>
              <a:path w="95" h="260241">
                <a:moveTo>
                  <a:pt x="0" y="0"/>
                </a:moveTo>
                <a:lnTo>
                  <a:pt x="0" y="260241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6" name="pdf-path-26">
            <a:extLst xmlns:a="http://schemas.openxmlformats.org/drawingml/2006/main">
              <a:ext uri="{FF2B5EF4-FFF2-40B4-BE49-F238E27FC236}">
                <a16:creationId xmlns:a16="http://schemas.microsoft.com/office/drawing/2014/main" id="{CDF38018-8428-46DA-9DAA-C399AAC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3214" y="3664865"/>
            <a:ext cx="95" cy="260328"/>
          </a:xfrm>
          <a:custGeom xmlns:a="http://schemas.openxmlformats.org/drawingml/2006/main">
            <a:pathLst>
              <a:path w="95" h="260328">
                <a:moveTo>
                  <a:pt x="0" y="0"/>
                </a:moveTo>
                <a:lnTo>
                  <a:pt x="0" y="260328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7" name="pdf-path-27">
            <a:extLst xmlns:a="http://schemas.openxmlformats.org/drawingml/2006/main">
              <a:ext uri="{FF2B5EF4-FFF2-40B4-BE49-F238E27FC236}">
                <a16:creationId xmlns:a16="http://schemas.microsoft.com/office/drawing/2014/main" id="{A0E8FFF6-939F-4D32-9AF8-000408D9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380" y="4055371"/>
            <a:ext cx="248834" cy="11406"/>
          </a:xfrm>
          <a:custGeom xmlns:a="http://schemas.openxmlformats.org/drawingml/2006/main">
            <a:pathLst>
              <a:path w="248834" h="11406">
                <a:moveTo>
                  <a:pt x="248834" y="0"/>
                </a:moveTo>
                <a:lnTo>
                  <a:pt x="248834" y="11406"/>
                </a:lnTo>
                <a:lnTo>
                  <a:pt x="0" y="11406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8" name="pdf-path-28">
            <a:extLst xmlns:a="http://schemas.openxmlformats.org/drawingml/2006/main">
              <a:ext uri="{FF2B5EF4-FFF2-40B4-BE49-F238E27FC236}">
                <a16:creationId xmlns:a16="http://schemas.microsoft.com/office/drawing/2014/main" id="{261D780F-69FF-48A3-BAE6-F15E642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3990" y="4066777"/>
            <a:ext cx="260212" cy="95"/>
          </a:xfrm>
          <a:custGeom xmlns:a="http://schemas.openxmlformats.org/drawingml/2006/main">
            <a:pathLst>
              <a:path w="260212" h="95">
                <a:moveTo>
                  <a:pt x="2602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29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73F4EAD-E198-4A69-B6FD-067252A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087" y="3221808"/>
            <a:ext cx="1585794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30" name="pdf-path-30">
            <a:extLst xmlns:a="http://schemas.openxmlformats.org/drawingml/2006/main">
              <a:ext uri="{FF2B5EF4-FFF2-40B4-BE49-F238E27FC236}">
                <a16:creationId xmlns:a16="http://schemas.microsoft.com/office/drawing/2014/main" id="{065FAF55-C8AC-4A1A-90D2-BAD0D92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2435" y="3027201"/>
            <a:ext cx="1767251" cy="1039577"/>
          </a:xfrm>
          <a:custGeom xmlns:a="http://schemas.openxmlformats.org/drawingml/2006/main">
            <a:pathLst>
              <a:path w="1767251" h="1039577">
                <a:moveTo>
                  <a:pt x="884016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67251" y="0"/>
                </a:lnTo>
                <a:lnTo>
                  <a:pt x="1767251" y="1039577"/>
                </a:lnTo>
                <a:lnTo>
                  <a:pt x="884016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1">
            <a:extLst xmlns:a="http://schemas.openxmlformats.org/drawingml/2006/main">
              <a:ext uri="{FF2B5EF4-FFF2-40B4-BE49-F238E27FC236}">
                <a16:creationId xmlns:a16="http://schemas.microsoft.com/office/drawing/2014/main" id="{DD0F2AA4-5E4D-48C5-8DEB-06CA3056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6122" y="4066777"/>
            <a:ext cx="407659" cy="95"/>
          </a:xfrm>
          <a:custGeom xmlns:a="http://schemas.openxmlformats.org/drawingml/2006/main">
            <a:pathLst>
              <a:path w="407659" h="95">
                <a:moveTo>
                  <a:pt x="40765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CDD79090-2A62-4545-8B90-878C7DE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5704" y="4066777"/>
            <a:ext cx="260356" cy="95"/>
          </a:xfrm>
          <a:custGeom xmlns:a="http://schemas.openxmlformats.org/drawingml/2006/main">
            <a:pathLst>
              <a:path w="260356" h="95">
                <a:moveTo>
                  <a:pt x="26035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FB8E52FF-8C23-4354-A024-8FE7663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2435" y="3909628"/>
            <a:ext cx="103091" cy="157149"/>
          </a:xfrm>
          <a:custGeom xmlns:a="http://schemas.openxmlformats.org/drawingml/2006/main">
            <a:pathLst>
              <a:path w="103091" h="157149">
                <a:moveTo>
                  <a:pt x="103091" y="157149"/>
                </a:moveTo>
                <a:lnTo>
                  <a:pt x="0" y="1571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4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6D6F1A7-F959-45D4-93C2-8FFDCE2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2435" y="3519238"/>
            <a:ext cx="95" cy="260241"/>
          </a:xfrm>
          <a:custGeom xmlns:a="http://schemas.openxmlformats.org/drawingml/2006/main">
            <a:pathLst>
              <a:path w="95" h="260241">
                <a:moveTo>
                  <a:pt x="0" y="2602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675E8FC3-8AAE-4C9D-AA8E-EE00A82D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2435" y="3128704"/>
            <a:ext cx="95" cy="260356"/>
          </a:xfrm>
          <a:custGeom xmlns:a="http://schemas.openxmlformats.org/drawingml/2006/main">
            <a:pathLst>
              <a:path w="95" h="260356">
                <a:moveTo>
                  <a:pt x="0" y="2603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D17F9B71-C9F5-48C2-852C-051E4D5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1889" y="3027201"/>
            <a:ext cx="260327" cy="95"/>
          </a:xfrm>
          <a:custGeom xmlns:a="http://schemas.openxmlformats.org/drawingml/2006/main">
            <a:pathLst>
              <a:path w="260327" h="95">
                <a:moveTo>
                  <a:pt x="0" y="0"/>
                </a:moveTo>
                <a:lnTo>
                  <a:pt x="260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CC60416A-0AA5-40A3-8176-A8168266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2279" y="3027201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8" name="pdf-path-38">
            <a:extLst xmlns:a="http://schemas.openxmlformats.org/drawingml/2006/main">
              <a:ext uri="{FF2B5EF4-FFF2-40B4-BE49-F238E27FC236}">
                <a16:creationId xmlns:a16="http://schemas.microsoft.com/office/drawing/2014/main" id="{07796FC7-70D1-40C5-8B7F-B3ED72F6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2813" y="3027201"/>
            <a:ext cx="260328" cy="95"/>
          </a:xfrm>
          <a:custGeom xmlns:a="http://schemas.openxmlformats.org/drawingml/2006/main">
            <a:pathLst>
              <a:path w="260328" h="95">
                <a:moveTo>
                  <a:pt x="0" y="0"/>
                </a:moveTo>
                <a:lnTo>
                  <a:pt x="260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3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E29B42D2-D448-4FCF-BFA5-3A5C94E0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3203" y="3027201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F8FF410C-25D9-4E50-A4E9-56DF540A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3738" y="3027201"/>
            <a:ext cx="175949" cy="84379"/>
          </a:xfrm>
          <a:custGeom xmlns:a="http://schemas.openxmlformats.org/drawingml/2006/main">
            <a:pathLst>
              <a:path w="175949" h="84379">
                <a:moveTo>
                  <a:pt x="0" y="0"/>
                </a:moveTo>
                <a:lnTo>
                  <a:pt x="175949" y="0"/>
                </a:lnTo>
                <a:lnTo>
                  <a:pt x="175949" y="84379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F88B12F8-7817-4FA9-A10A-4ACF6EB7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9686" y="3241729"/>
            <a:ext cx="95" cy="260241"/>
          </a:xfrm>
          <a:custGeom xmlns:a="http://schemas.openxmlformats.org/drawingml/2006/main">
            <a:pathLst>
              <a:path w="95" h="260241">
                <a:moveTo>
                  <a:pt x="0" y="0"/>
                </a:moveTo>
                <a:lnTo>
                  <a:pt x="0" y="260241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2" name="pdf-path-42">
            <a:extLst xmlns:a="http://schemas.openxmlformats.org/drawingml/2006/main">
              <a:ext uri="{FF2B5EF4-FFF2-40B4-BE49-F238E27FC236}">
                <a16:creationId xmlns:a16="http://schemas.microsoft.com/office/drawing/2014/main" id="{5E771D4B-E2ED-4060-902A-F3416B9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9686" y="3632147"/>
            <a:ext cx="95" cy="260357"/>
          </a:xfrm>
          <a:custGeom xmlns:a="http://schemas.openxmlformats.org/drawingml/2006/main">
            <a:pathLst>
              <a:path w="95" h="260357">
                <a:moveTo>
                  <a:pt x="0" y="0"/>
                </a:moveTo>
                <a:lnTo>
                  <a:pt x="0" y="260357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DB26EE96-4B27-46CB-8C24-0E67CB1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4464" y="4022537"/>
            <a:ext cx="215222" cy="44240"/>
          </a:xfrm>
          <a:custGeom xmlns:a="http://schemas.openxmlformats.org/drawingml/2006/main">
            <a:pathLst>
              <a:path w="215222" h="44240">
                <a:moveTo>
                  <a:pt x="215222" y="0"/>
                </a:moveTo>
                <a:lnTo>
                  <a:pt x="215222" y="44240"/>
                </a:lnTo>
                <a:lnTo>
                  <a:pt x="0" y="4424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57E9A145-9A25-441C-9C17-A31D6B6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3959" y="4066777"/>
            <a:ext cx="260328" cy="95"/>
          </a:xfrm>
          <a:custGeom xmlns:a="http://schemas.openxmlformats.org/drawingml/2006/main">
            <a:pathLst>
              <a:path w="260328" h="95">
                <a:moveTo>
                  <a:pt x="26032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4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1E52061A-0041-4645-A2F8-3695689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5882" y="3221808"/>
            <a:ext cx="1304129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</a:t>
            </a:r>
          </a:p>
        </p:txBody>
      </p:sp>
      <p:sp>
        <p:nvSpPr>
          <p:cNvPr id="4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A2EC37E3-F35E-4BAF-A6DC-4716598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8312" y="3568237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4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C5E8C5BB-F190-4E1E-B46B-8B1D6B5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413" y="3751958"/>
            <a:ext cx="103548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A8BD210F-680F-4C93-AA4C-72499359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566" y="3553845"/>
            <a:ext cx="259075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49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EA4221B-3C4F-4979-81F4-AE18A9F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202" y="3568237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50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D52DDC70-BCB0-442E-99B4-A82ADB0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4353" y="3751958"/>
            <a:ext cx="138132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51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1C907F43-55AD-4909-8C8E-404FFAC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2770" y="3574309"/>
            <a:ext cx="230402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52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D1947CAB-4E05-46EF-8C23-CFACC8C1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3640" y="2556315"/>
            <a:ext cx="2518277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Pre-Training Solver</a:t>
            </a:r>
          </a:p>
        </p:txBody>
      </p:sp>
      <p:sp>
        <p:nvSpPr>
          <p:cNvPr id="53" name="pdf-path-49">
            <a:extLst xmlns:a="http://schemas.openxmlformats.org/drawingml/2006/main">
              <a:ext uri="{FF2B5EF4-FFF2-40B4-BE49-F238E27FC236}">
                <a16:creationId xmlns:a16="http://schemas.microsoft.com/office/drawing/2014/main" id="{20B6ADEC-C0B4-42D3-9BA8-483B04D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5966" y="2392019"/>
            <a:ext cx="3950420" cy="1767251"/>
          </a:xfrm>
          <a:custGeom xmlns:a="http://schemas.openxmlformats.org/drawingml/2006/main">
            <a:pathLst>
              <a:path w="3950420" h="1767251">
                <a:moveTo>
                  <a:pt x="1975139" y="1767251"/>
                </a:moveTo>
                <a:lnTo>
                  <a:pt x="0" y="1767251"/>
                </a:lnTo>
                <a:lnTo>
                  <a:pt x="0" y="0"/>
                </a:lnTo>
                <a:lnTo>
                  <a:pt x="3950420" y="0"/>
                </a:lnTo>
                <a:lnTo>
                  <a:pt x="3950420" y="1767251"/>
                </a:lnTo>
                <a:lnTo>
                  <a:pt x="1975139" y="1767251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50">
            <a:extLst xmlns:a="http://schemas.openxmlformats.org/drawingml/2006/main">
              <a:ext uri="{FF2B5EF4-FFF2-40B4-BE49-F238E27FC236}">
                <a16:creationId xmlns:a16="http://schemas.microsoft.com/office/drawing/2014/main" id="{39AB3698-123E-4C60-A5E3-53CD951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2991999"/>
            <a:ext cx="1745160" cy="1039577"/>
          </a:xfrm>
          <a:custGeom xmlns:a="http://schemas.openxmlformats.org/drawingml/2006/main">
            <a:pathLst>
              <a:path w="1745160" h="1039577">
                <a:moveTo>
                  <a:pt x="872637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45160" y="0"/>
                </a:lnTo>
                <a:lnTo>
                  <a:pt x="1745160" y="1039577"/>
                </a:lnTo>
                <a:lnTo>
                  <a:pt x="872637" y="1039577"/>
                </a:lnTo>
              </a:path>
            </a:pathLst>
          </a:custGeom>
          <a:solidFill xmlns:a="http://schemas.openxmlformats.org/drawingml/2006/main">
            <a:srgbClr val="B3CA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51">
            <a:extLst xmlns:a="http://schemas.openxmlformats.org/drawingml/2006/main">
              <a:ext uri="{FF2B5EF4-FFF2-40B4-BE49-F238E27FC236}">
                <a16:creationId xmlns:a16="http://schemas.microsoft.com/office/drawing/2014/main" id="{B5875FF7-C177-463B-A71A-6EB021B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134" y="4031576"/>
            <a:ext cx="363448" cy="95"/>
          </a:xfrm>
          <a:custGeom xmlns:a="http://schemas.openxmlformats.org/drawingml/2006/main">
            <a:pathLst>
              <a:path w="363448" h="95">
                <a:moveTo>
                  <a:pt x="3634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5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C207DC7A-75AE-4255-966E-C27F8B0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5744" y="4031576"/>
            <a:ext cx="260212" cy="95"/>
          </a:xfrm>
          <a:custGeom xmlns:a="http://schemas.openxmlformats.org/drawingml/2006/main">
            <a:pathLst>
              <a:path w="260212" h="95">
                <a:moveTo>
                  <a:pt x="2602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5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CEC72C5C-DEE8-4093-BC3C-C49A888B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3862934"/>
            <a:ext cx="91713" cy="168642"/>
          </a:xfrm>
          <a:custGeom xmlns:a="http://schemas.openxmlformats.org/drawingml/2006/main">
            <a:pathLst>
              <a:path w="91713" h="168642">
                <a:moveTo>
                  <a:pt x="91713" y="168642"/>
                </a:moveTo>
                <a:lnTo>
                  <a:pt x="0" y="16864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58" name="pdf-path-54">
            <a:extLst xmlns:a="http://schemas.openxmlformats.org/drawingml/2006/main">
              <a:ext uri="{FF2B5EF4-FFF2-40B4-BE49-F238E27FC236}">
                <a16:creationId xmlns:a16="http://schemas.microsoft.com/office/drawing/2014/main" id="{22C3AAA5-D0E4-4B1C-AAE7-33C08ED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3472544"/>
            <a:ext cx="95" cy="260327"/>
          </a:xfrm>
          <a:custGeom xmlns:a="http://schemas.openxmlformats.org/drawingml/2006/main">
            <a:pathLst>
              <a:path w="95" h="260327">
                <a:moveTo>
                  <a:pt x="0" y="2603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59" name="pdf-path-55">
            <a:extLst xmlns:a="http://schemas.openxmlformats.org/drawingml/2006/main">
              <a:ext uri="{FF2B5EF4-FFF2-40B4-BE49-F238E27FC236}">
                <a16:creationId xmlns:a16="http://schemas.microsoft.com/office/drawing/2014/main" id="{FA11FDF8-9AC3-4D1C-9E8A-C08A031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3082125"/>
            <a:ext cx="95" cy="260241"/>
          </a:xfrm>
          <a:custGeom xmlns:a="http://schemas.openxmlformats.org/drawingml/2006/main">
            <a:pathLst>
              <a:path w="95" h="260241">
                <a:moveTo>
                  <a:pt x="0" y="2602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0" name="pdf-path-56">
            <a:extLst xmlns:a="http://schemas.openxmlformats.org/drawingml/2006/main">
              <a:ext uri="{FF2B5EF4-FFF2-40B4-BE49-F238E27FC236}">
                <a16:creationId xmlns:a16="http://schemas.microsoft.com/office/drawing/2014/main" id="{A5F0797F-A9A7-432F-BDD5-A95B7C9A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4020" y="2991999"/>
            <a:ext cx="260212" cy="95"/>
          </a:xfrm>
          <a:custGeom xmlns:a="http://schemas.openxmlformats.org/drawingml/2006/main">
            <a:pathLst>
              <a:path w="260212" h="95">
                <a:moveTo>
                  <a:pt x="0" y="0"/>
                </a:moveTo>
                <a:lnTo>
                  <a:pt x="260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1" name="pdf-path-57">
            <a:extLst xmlns:a="http://schemas.openxmlformats.org/drawingml/2006/main">
              <a:ext uri="{FF2B5EF4-FFF2-40B4-BE49-F238E27FC236}">
                <a16:creationId xmlns:a16="http://schemas.microsoft.com/office/drawing/2014/main" id="{E5DB7018-4456-464A-98A5-42DC3FC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411" y="2991999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9C113DEB-B05A-460F-9167-C66277F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30" y="2991999"/>
            <a:ext cx="260327" cy="95"/>
          </a:xfrm>
          <a:custGeom xmlns:a="http://schemas.openxmlformats.org/drawingml/2006/main">
            <a:pathLst>
              <a:path w="260327" h="95">
                <a:moveTo>
                  <a:pt x="0" y="0"/>
                </a:moveTo>
                <a:lnTo>
                  <a:pt x="260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3" name="pdf-path-59">
            <a:extLst xmlns:a="http://schemas.openxmlformats.org/drawingml/2006/main">
              <a:ext uri="{FF2B5EF4-FFF2-40B4-BE49-F238E27FC236}">
                <a16:creationId xmlns:a16="http://schemas.microsoft.com/office/drawing/2014/main" id="{58277A7A-E187-4038-AD43-185BF84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5335" y="2991999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4" name="pdf-path-60">
            <a:extLst xmlns:a="http://schemas.openxmlformats.org/drawingml/2006/main">
              <a:ext uri="{FF2B5EF4-FFF2-40B4-BE49-F238E27FC236}">
                <a16:creationId xmlns:a16="http://schemas.microsoft.com/office/drawing/2014/main" id="{8DCD771C-F4EA-43F9-BD3E-B76A1B47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5753" y="2991999"/>
            <a:ext cx="143260" cy="117097"/>
          </a:xfrm>
          <a:custGeom xmlns:a="http://schemas.openxmlformats.org/drawingml/2006/main">
            <a:pathLst>
              <a:path w="143260" h="117097">
                <a:moveTo>
                  <a:pt x="0" y="0"/>
                </a:moveTo>
                <a:lnTo>
                  <a:pt x="143260" y="0"/>
                </a:lnTo>
                <a:lnTo>
                  <a:pt x="143260" y="117097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6CD27C11-967B-40DB-8FCE-C3B2E854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013" y="3239245"/>
            <a:ext cx="95" cy="260241"/>
          </a:xfrm>
          <a:custGeom xmlns:a="http://schemas.openxmlformats.org/drawingml/2006/main">
            <a:pathLst>
              <a:path w="95" h="260241">
                <a:moveTo>
                  <a:pt x="0" y="0"/>
                </a:moveTo>
                <a:lnTo>
                  <a:pt x="0" y="260241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6" name="pdf-path-62">
            <a:extLst xmlns:a="http://schemas.openxmlformats.org/drawingml/2006/main">
              <a:ext uri="{FF2B5EF4-FFF2-40B4-BE49-F238E27FC236}">
                <a16:creationId xmlns:a16="http://schemas.microsoft.com/office/drawing/2014/main" id="{F4E92D30-1A1F-4119-845E-BADB57E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013" y="3629664"/>
            <a:ext cx="95" cy="260356"/>
          </a:xfrm>
          <a:custGeom xmlns:a="http://schemas.openxmlformats.org/drawingml/2006/main">
            <a:pathLst>
              <a:path w="95" h="260356">
                <a:moveTo>
                  <a:pt x="0" y="0"/>
                </a:moveTo>
                <a:lnTo>
                  <a:pt x="0" y="260356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2E9B2B10-A07B-4686-B732-1643B4B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0150" y="4020170"/>
            <a:ext cx="248863" cy="11406"/>
          </a:xfrm>
          <a:custGeom xmlns:a="http://schemas.openxmlformats.org/drawingml/2006/main">
            <a:pathLst>
              <a:path w="248863" h="11406">
                <a:moveTo>
                  <a:pt x="248863" y="0"/>
                </a:moveTo>
                <a:lnTo>
                  <a:pt x="248863" y="11406"/>
                </a:lnTo>
                <a:lnTo>
                  <a:pt x="0" y="11406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8" name="pdf-path-64">
            <a:extLst xmlns:a="http://schemas.openxmlformats.org/drawingml/2006/main">
              <a:ext uri="{FF2B5EF4-FFF2-40B4-BE49-F238E27FC236}">
                <a16:creationId xmlns:a16="http://schemas.microsoft.com/office/drawing/2014/main" id="{7A3759A1-209A-4286-AB0D-BD09C1AA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9760" y="4031576"/>
            <a:ext cx="260241" cy="95"/>
          </a:xfrm>
          <a:custGeom xmlns:a="http://schemas.openxmlformats.org/drawingml/2006/main">
            <a:pathLst>
              <a:path w="260241" h="95">
                <a:moveTo>
                  <a:pt x="2602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69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C63D8197-44A5-48F9-8AF3-E63250A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886" y="3186610"/>
            <a:ext cx="1585795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7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586FF16E-530D-4E98-A30C-CC9344F8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8205" y="2991999"/>
            <a:ext cx="1767253" cy="1039577"/>
          </a:xfrm>
          <a:custGeom xmlns:a="http://schemas.openxmlformats.org/drawingml/2006/main">
            <a:pathLst>
              <a:path w="1767253" h="1039577">
                <a:moveTo>
                  <a:pt x="884044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67253" y="0"/>
                </a:lnTo>
                <a:lnTo>
                  <a:pt x="1767253" y="1039577"/>
                </a:lnTo>
                <a:lnTo>
                  <a:pt x="884044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71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41CD68C8-E1A3-4A5E-80A8-943427E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681" y="3186610"/>
            <a:ext cx="1304130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</a:t>
            </a:r>
          </a:p>
        </p:txBody>
      </p:sp>
      <p:sp>
        <p:nvSpPr>
          <p:cNvPr id="72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B949ECD-6C1D-4220-B126-8BA8A09C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4112" y="3533039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73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AA501574-B62A-47F4-BECE-C9E56B4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212" y="3716760"/>
            <a:ext cx="103548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4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1D13CF67-967B-4DA9-BA44-6C8362D9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365" y="3518647"/>
            <a:ext cx="259075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75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B01C7447-71B3-4DC6-AEDD-54E8DD47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4000" y="3533039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76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EC4DC0CE-5935-4E35-A274-D41D70BD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0153" y="3716760"/>
            <a:ext cx="138132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77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0017DA33-BD78-49F2-BE0C-0204C5D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8569" y="3539111"/>
            <a:ext cx="230402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78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94BEED91-1BB7-4DA6-902D-B1DD78C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8054" y="3737224"/>
            <a:ext cx="126503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9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3B3991DC-EA49-4210-B7BB-E4FD588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101" y="2521117"/>
            <a:ext cx="2820946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Downstream Solver B</a:t>
            </a:r>
          </a:p>
        </p:txBody>
      </p:sp>
      <p:sp>
        <p:nvSpPr>
          <p:cNvPr id="80" name="pdf-path-72">
            <a:extLst xmlns:a="http://schemas.openxmlformats.org/drawingml/2006/main">
              <a:ext uri="{FF2B5EF4-FFF2-40B4-BE49-F238E27FC236}">
                <a16:creationId xmlns:a16="http://schemas.microsoft.com/office/drawing/2014/main" id="{7D16ECF8-350E-49BB-8221-9B63AE65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5966" y="523236"/>
            <a:ext cx="3950420" cy="1767251"/>
          </a:xfrm>
          <a:custGeom xmlns:a="http://schemas.openxmlformats.org/drawingml/2006/main">
            <a:pathLst>
              <a:path w="3950420" h="1767251">
                <a:moveTo>
                  <a:pt x="1975139" y="1767251"/>
                </a:moveTo>
                <a:lnTo>
                  <a:pt x="0" y="1767251"/>
                </a:lnTo>
                <a:lnTo>
                  <a:pt x="0" y="0"/>
                </a:lnTo>
                <a:lnTo>
                  <a:pt x="3950420" y="0"/>
                </a:lnTo>
                <a:lnTo>
                  <a:pt x="3950420" y="1767251"/>
                </a:lnTo>
                <a:lnTo>
                  <a:pt x="1975139" y="1767251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73">
            <a:extLst xmlns:a="http://schemas.openxmlformats.org/drawingml/2006/main">
              <a:ext uri="{FF2B5EF4-FFF2-40B4-BE49-F238E27FC236}">
                <a16:creationId xmlns:a16="http://schemas.microsoft.com/office/drawing/2014/main" id="{C588CD2D-5DDA-4EB1-A5E0-B8E1672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1123216"/>
            <a:ext cx="1745160" cy="1039577"/>
          </a:xfrm>
          <a:custGeom xmlns:a="http://schemas.openxmlformats.org/drawingml/2006/main">
            <a:pathLst>
              <a:path w="1745160" h="1039577">
                <a:moveTo>
                  <a:pt x="872637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45160" y="0"/>
                </a:lnTo>
                <a:lnTo>
                  <a:pt x="1745160" y="1039577"/>
                </a:lnTo>
                <a:lnTo>
                  <a:pt x="872637" y="1039577"/>
                </a:lnTo>
              </a:path>
            </a:pathLst>
          </a:custGeom>
          <a:solidFill xmlns:a="http://schemas.openxmlformats.org/drawingml/2006/main">
            <a:srgbClr val="B7B3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74">
            <a:extLst xmlns:a="http://schemas.openxmlformats.org/drawingml/2006/main">
              <a:ext uri="{FF2B5EF4-FFF2-40B4-BE49-F238E27FC236}">
                <a16:creationId xmlns:a16="http://schemas.microsoft.com/office/drawing/2014/main" id="{452C52C1-D713-4E11-BFD9-66DEA4C2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134" y="2162792"/>
            <a:ext cx="363448" cy="95"/>
          </a:xfrm>
          <a:custGeom xmlns:a="http://schemas.openxmlformats.org/drawingml/2006/main">
            <a:pathLst>
              <a:path w="363448" h="95">
                <a:moveTo>
                  <a:pt x="36344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3" name="pdf-path-75">
            <a:extLst xmlns:a="http://schemas.openxmlformats.org/drawingml/2006/main">
              <a:ext uri="{FF2B5EF4-FFF2-40B4-BE49-F238E27FC236}">
                <a16:creationId xmlns:a16="http://schemas.microsoft.com/office/drawing/2014/main" id="{D58850B0-ECDA-47D1-B05C-0F96A58B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5744" y="2162792"/>
            <a:ext cx="260212" cy="95"/>
          </a:xfrm>
          <a:custGeom xmlns:a="http://schemas.openxmlformats.org/drawingml/2006/main">
            <a:pathLst>
              <a:path w="260212" h="95">
                <a:moveTo>
                  <a:pt x="26021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4" name="pdf-path-76">
            <a:extLst xmlns:a="http://schemas.openxmlformats.org/drawingml/2006/main">
              <a:ext uri="{FF2B5EF4-FFF2-40B4-BE49-F238E27FC236}">
                <a16:creationId xmlns:a16="http://schemas.microsoft.com/office/drawing/2014/main" id="{AFFDA104-C109-4E6D-A9F1-8A0E397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1994150"/>
            <a:ext cx="91713" cy="168642"/>
          </a:xfrm>
          <a:custGeom xmlns:a="http://schemas.openxmlformats.org/drawingml/2006/main">
            <a:pathLst>
              <a:path w="91713" h="168642">
                <a:moveTo>
                  <a:pt x="91713" y="168642"/>
                </a:moveTo>
                <a:lnTo>
                  <a:pt x="0" y="16864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5" name="pdf-path-77">
            <a:extLst xmlns:a="http://schemas.openxmlformats.org/drawingml/2006/main">
              <a:ext uri="{FF2B5EF4-FFF2-40B4-BE49-F238E27FC236}">
                <a16:creationId xmlns:a16="http://schemas.microsoft.com/office/drawing/2014/main" id="{9A619F87-6BFD-449D-AD1A-DEAA900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1603760"/>
            <a:ext cx="95" cy="260327"/>
          </a:xfrm>
          <a:custGeom xmlns:a="http://schemas.openxmlformats.org/drawingml/2006/main">
            <a:pathLst>
              <a:path w="95" h="260327">
                <a:moveTo>
                  <a:pt x="0" y="2603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6" name="pdf-path-78">
            <a:extLst xmlns:a="http://schemas.openxmlformats.org/drawingml/2006/main">
              <a:ext uri="{FF2B5EF4-FFF2-40B4-BE49-F238E27FC236}">
                <a16:creationId xmlns:a16="http://schemas.microsoft.com/office/drawing/2014/main" id="{9CF0BFF6-2768-4FEA-8AAA-563F47CB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853" y="1213226"/>
            <a:ext cx="95" cy="260356"/>
          </a:xfrm>
          <a:custGeom xmlns:a="http://schemas.openxmlformats.org/drawingml/2006/main">
            <a:pathLst>
              <a:path w="95" h="260356">
                <a:moveTo>
                  <a:pt x="0" y="2603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7" name="pdf-path-79">
            <a:extLst xmlns:a="http://schemas.openxmlformats.org/drawingml/2006/main">
              <a:ext uri="{FF2B5EF4-FFF2-40B4-BE49-F238E27FC236}">
                <a16:creationId xmlns:a16="http://schemas.microsoft.com/office/drawing/2014/main" id="{D78ADDF9-DF5F-4C10-A461-4845B67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4020" y="1123216"/>
            <a:ext cx="260212" cy="95"/>
          </a:xfrm>
          <a:custGeom xmlns:a="http://schemas.openxmlformats.org/drawingml/2006/main">
            <a:pathLst>
              <a:path w="260212" h="95">
                <a:moveTo>
                  <a:pt x="0" y="0"/>
                </a:moveTo>
                <a:lnTo>
                  <a:pt x="260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8" name="pdf-path-80">
            <a:extLst xmlns:a="http://schemas.openxmlformats.org/drawingml/2006/main">
              <a:ext uri="{FF2B5EF4-FFF2-40B4-BE49-F238E27FC236}">
                <a16:creationId xmlns:a16="http://schemas.microsoft.com/office/drawing/2014/main" id="{76473BE3-5DDB-45FF-94E6-13ABAF77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411" y="1123216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89" name="pdf-path-81">
            <a:extLst xmlns:a="http://schemas.openxmlformats.org/drawingml/2006/main">
              <a:ext uri="{FF2B5EF4-FFF2-40B4-BE49-F238E27FC236}">
                <a16:creationId xmlns:a16="http://schemas.microsoft.com/office/drawing/2014/main" id="{1C7F5711-D4F4-4265-A310-48BFDFB9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30" y="1123216"/>
            <a:ext cx="260327" cy="95"/>
          </a:xfrm>
          <a:custGeom xmlns:a="http://schemas.openxmlformats.org/drawingml/2006/main">
            <a:pathLst>
              <a:path w="260327" h="95">
                <a:moveTo>
                  <a:pt x="0" y="0"/>
                </a:moveTo>
                <a:lnTo>
                  <a:pt x="260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0" name="pdf-path-82">
            <a:extLst xmlns:a="http://schemas.openxmlformats.org/drawingml/2006/main">
              <a:ext uri="{FF2B5EF4-FFF2-40B4-BE49-F238E27FC236}">
                <a16:creationId xmlns:a16="http://schemas.microsoft.com/office/drawing/2014/main" id="{FDB41A30-7B77-4CBE-8D47-3063D4F8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5335" y="1123216"/>
            <a:ext cx="260356" cy="95"/>
          </a:xfrm>
          <a:custGeom xmlns:a="http://schemas.openxmlformats.org/drawingml/2006/main">
            <a:pathLst>
              <a:path w="260356" h="95">
                <a:moveTo>
                  <a:pt x="0" y="0"/>
                </a:moveTo>
                <a:lnTo>
                  <a:pt x="2603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1" name="pdf-path-83">
            <a:extLst xmlns:a="http://schemas.openxmlformats.org/drawingml/2006/main">
              <a:ext uri="{FF2B5EF4-FFF2-40B4-BE49-F238E27FC236}">
                <a16:creationId xmlns:a16="http://schemas.microsoft.com/office/drawing/2014/main" id="{3EBC3BFA-D51D-4DF0-A599-EC1148D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5753" y="1123216"/>
            <a:ext cx="143260" cy="117097"/>
          </a:xfrm>
          <a:custGeom xmlns:a="http://schemas.openxmlformats.org/drawingml/2006/main">
            <a:pathLst>
              <a:path w="143260" h="117097">
                <a:moveTo>
                  <a:pt x="0" y="0"/>
                </a:moveTo>
                <a:lnTo>
                  <a:pt x="143260" y="0"/>
                </a:lnTo>
                <a:lnTo>
                  <a:pt x="143260" y="117097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2" name="pdf-path-84">
            <a:extLst xmlns:a="http://schemas.openxmlformats.org/drawingml/2006/main">
              <a:ext uri="{FF2B5EF4-FFF2-40B4-BE49-F238E27FC236}">
                <a16:creationId xmlns:a16="http://schemas.microsoft.com/office/drawing/2014/main" id="{67466B9B-D3F9-4E7D-8C3A-F629C2B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013" y="1370491"/>
            <a:ext cx="95" cy="260212"/>
          </a:xfrm>
          <a:custGeom xmlns:a="http://schemas.openxmlformats.org/drawingml/2006/main">
            <a:pathLst>
              <a:path w="95" h="260212">
                <a:moveTo>
                  <a:pt x="0" y="0"/>
                </a:moveTo>
                <a:lnTo>
                  <a:pt x="0" y="260212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3" name="pdf-path-85">
            <a:extLst xmlns:a="http://schemas.openxmlformats.org/drawingml/2006/main">
              <a:ext uri="{FF2B5EF4-FFF2-40B4-BE49-F238E27FC236}">
                <a16:creationId xmlns:a16="http://schemas.microsoft.com/office/drawing/2014/main" id="{9B664CDC-EEF9-4AFA-8190-499DCBD3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013" y="1760881"/>
            <a:ext cx="95" cy="260356"/>
          </a:xfrm>
          <a:custGeom xmlns:a="http://schemas.openxmlformats.org/drawingml/2006/main">
            <a:pathLst>
              <a:path w="95" h="260356">
                <a:moveTo>
                  <a:pt x="0" y="0"/>
                </a:moveTo>
                <a:lnTo>
                  <a:pt x="0" y="260356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4" name="pdf-path-86">
            <a:extLst xmlns:a="http://schemas.openxmlformats.org/drawingml/2006/main">
              <a:ext uri="{FF2B5EF4-FFF2-40B4-BE49-F238E27FC236}">
                <a16:creationId xmlns:a16="http://schemas.microsoft.com/office/drawing/2014/main" id="{A51864E5-913E-4758-8C55-7F5B878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0150" y="2151415"/>
            <a:ext cx="248863" cy="11377"/>
          </a:xfrm>
          <a:custGeom xmlns:a="http://schemas.openxmlformats.org/drawingml/2006/main">
            <a:pathLst>
              <a:path w="248863" h="11377">
                <a:moveTo>
                  <a:pt x="248863" y="0"/>
                </a:moveTo>
                <a:lnTo>
                  <a:pt x="248863" y="11377"/>
                </a:lnTo>
                <a:lnTo>
                  <a:pt x="0" y="11377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5" name="pdf-path-87">
            <a:extLst xmlns:a="http://schemas.openxmlformats.org/drawingml/2006/main">
              <a:ext uri="{FF2B5EF4-FFF2-40B4-BE49-F238E27FC236}">
                <a16:creationId xmlns:a16="http://schemas.microsoft.com/office/drawing/2014/main" id="{2AA1F79C-08E8-4DB4-9F54-A1BA4FA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9760" y="2162792"/>
            <a:ext cx="260241" cy="95"/>
          </a:xfrm>
          <a:custGeom xmlns:a="http://schemas.openxmlformats.org/drawingml/2006/main">
            <a:pathLst>
              <a:path w="260241" h="95">
                <a:moveTo>
                  <a:pt x="26024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6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3226582C-D4B3-44D9-B11D-C00C56DB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5886" y="1317827"/>
            <a:ext cx="1585795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9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9D7FBC4A-B548-4DC2-AF53-8CFD4AC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8205" y="1123216"/>
            <a:ext cx="1767253" cy="1039577"/>
          </a:xfrm>
          <a:custGeom xmlns:a="http://schemas.openxmlformats.org/drawingml/2006/main">
            <a:pathLst>
              <a:path w="1767253" h="1039577">
                <a:moveTo>
                  <a:pt x="884044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67253" y="0"/>
                </a:lnTo>
                <a:lnTo>
                  <a:pt x="1767253" y="1039577"/>
                </a:lnTo>
                <a:lnTo>
                  <a:pt x="884044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9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210D3972-EB1A-48B3-B02C-C74E0FDC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681" y="1317827"/>
            <a:ext cx="1304130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</a:t>
            </a:r>
          </a:p>
        </p:txBody>
      </p:sp>
      <p:sp>
        <p:nvSpPr>
          <p:cNvPr id="9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CF57EEC8-CAEF-4738-8A6F-C5EFFF82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4112" y="1664257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0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A228F7E2-0708-4268-BF81-5CEECA1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0212" y="1847978"/>
            <a:ext cx="103548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1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DE225EA2-47C0-4320-8041-06AA6F6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365" y="1649865"/>
            <a:ext cx="259075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02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0D5A25D2-CAFC-4FA8-884E-71A6FF5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4000" y="1664257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03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E804F431-6BCD-472F-9127-724A4547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0153" y="1847978"/>
            <a:ext cx="138132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04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32CC0496-2B6A-4BBB-A2F9-5D7EB71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8569" y="1670329"/>
            <a:ext cx="230402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05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1E63BEC7-129E-4350-8FE7-2384869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0155" y="1868442"/>
            <a:ext cx="126503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6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FF7863DD-71C5-4CC0-8C4F-7BDA2FAC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101" y="652335"/>
            <a:ext cx="2821002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Downstream Solver A</a:t>
            </a:r>
          </a:p>
        </p:txBody>
      </p:sp>
      <p:sp>
        <p:nvSpPr>
          <p:cNvPr id="107" name="pdf-path-95">
            <a:extLst xmlns:a="http://schemas.openxmlformats.org/drawingml/2006/main">
              <a:ext uri="{FF2B5EF4-FFF2-40B4-BE49-F238E27FC236}">
                <a16:creationId xmlns:a16="http://schemas.microsoft.com/office/drawing/2014/main" id="{2AD662B5-E6DD-4E79-8094-6096E1D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9197" y="2422341"/>
            <a:ext cx="3950304" cy="1767280"/>
          </a:xfrm>
          <a:custGeom xmlns:a="http://schemas.openxmlformats.org/drawingml/2006/main">
            <a:pathLst>
              <a:path w="3950304" h="1767280">
                <a:moveTo>
                  <a:pt x="1975138" y="1767280"/>
                </a:moveTo>
                <a:lnTo>
                  <a:pt x="0" y="1767280"/>
                </a:lnTo>
                <a:lnTo>
                  <a:pt x="0" y="0"/>
                </a:lnTo>
                <a:lnTo>
                  <a:pt x="3950304" y="0"/>
                </a:lnTo>
                <a:lnTo>
                  <a:pt x="3950304" y="1767280"/>
                </a:lnTo>
                <a:lnTo>
                  <a:pt x="1975138" y="1767280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96">
            <a:extLst xmlns:a="http://schemas.openxmlformats.org/drawingml/2006/main">
              <a:ext uri="{FF2B5EF4-FFF2-40B4-BE49-F238E27FC236}">
                <a16:creationId xmlns:a16="http://schemas.microsoft.com/office/drawing/2014/main" id="{9D9B9ED8-FE82-492F-80FE-2C84747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7083" y="3022349"/>
            <a:ext cx="1745161" cy="1039577"/>
          </a:xfrm>
          <a:custGeom xmlns:a="http://schemas.openxmlformats.org/drawingml/2006/main">
            <a:pathLst>
              <a:path w="1745161" h="1039577">
                <a:moveTo>
                  <a:pt x="872522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45161" y="0"/>
                </a:lnTo>
                <a:lnTo>
                  <a:pt x="1745161" y="1039577"/>
                </a:lnTo>
                <a:lnTo>
                  <a:pt x="872522" y="1039577"/>
                </a:lnTo>
              </a:path>
            </a:pathLst>
          </a:custGeom>
          <a:solidFill xmlns:a="http://schemas.openxmlformats.org/drawingml/2006/main">
            <a:srgbClr val="B3CAC7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09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F885D018-A0A2-479A-B406-1F9B9FB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095" y="3216897"/>
            <a:ext cx="1585795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110" name="pdf-path-99">
            <a:extLst xmlns:a="http://schemas.openxmlformats.org/drawingml/2006/main">
              <a:ext uri="{FF2B5EF4-FFF2-40B4-BE49-F238E27FC236}">
                <a16:creationId xmlns:a16="http://schemas.microsoft.com/office/drawing/2014/main" id="{EF31B788-255A-4220-AB16-1B4EA609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1436" y="3022349"/>
            <a:ext cx="1767279" cy="1039577"/>
          </a:xfrm>
          <a:custGeom xmlns:a="http://schemas.openxmlformats.org/drawingml/2006/main">
            <a:pathLst>
              <a:path w="1767279" h="1039577">
                <a:moveTo>
                  <a:pt x="884044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67279" y="0"/>
                </a:lnTo>
                <a:lnTo>
                  <a:pt x="1767279" y="1039577"/>
                </a:lnTo>
                <a:lnTo>
                  <a:pt x="884044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11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E71A6040-B0BC-4184-95F3-9EB8D7F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4890" y="3216897"/>
            <a:ext cx="1304129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</a:t>
            </a:r>
          </a:p>
        </p:txBody>
      </p:sp>
      <p:sp>
        <p:nvSpPr>
          <p:cNvPr id="112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882B7136-0045-4BB1-A726-027D774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7320" y="3563326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13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BC051508-38FC-49F6-8A18-B9D7557D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3421" y="3747047"/>
            <a:ext cx="103548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4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7F2BAEBC-D376-44F4-9B72-725AA282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3572" y="3548934"/>
            <a:ext cx="259076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15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3F0E6A9A-CE48-4CD4-AC44-432D4C24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27209" y="3563326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16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5F6C8139-05A9-46A3-B6D0-AC2D7FFB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3361" y="3747047"/>
            <a:ext cx="138132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17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CD08581A-958B-473F-BF04-CD62B65A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1777" y="3569398"/>
            <a:ext cx="230402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18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EB2979FD-30DE-4918-9C36-6B44F91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1262" y="3767511"/>
            <a:ext cx="126503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9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7468F42B-4BFB-4BB6-A3D5-86FB519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3803" y="2551404"/>
            <a:ext cx="2820948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Downstream Solver B</a:t>
            </a:r>
          </a:p>
        </p:txBody>
      </p:sp>
      <p:sp>
        <p:nvSpPr>
          <p:cNvPr id="120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306B01EB-4460-43D3-8F8B-43BB57B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9197" y="553585"/>
            <a:ext cx="3950304" cy="1767252"/>
          </a:xfrm>
          <a:custGeom xmlns:a="http://schemas.openxmlformats.org/drawingml/2006/main">
            <a:pathLst>
              <a:path w="3950304" h="1767252">
                <a:moveTo>
                  <a:pt x="1975138" y="1767252"/>
                </a:moveTo>
                <a:lnTo>
                  <a:pt x="0" y="1767252"/>
                </a:lnTo>
                <a:lnTo>
                  <a:pt x="0" y="0"/>
                </a:lnTo>
                <a:lnTo>
                  <a:pt x="3950304" y="0"/>
                </a:lnTo>
                <a:lnTo>
                  <a:pt x="3950304" y="1767252"/>
                </a:lnTo>
                <a:lnTo>
                  <a:pt x="1975138" y="1767252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742D492F-292E-4D70-8E46-AAABBB4B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7083" y="1153566"/>
            <a:ext cx="1745161" cy="1039577"/>
          </a:xfrm>
          <a:custGeom xmlns:a="http://schemas.openxmlformats.org/drawingml/2006/main">
            <a:pathLst>
              <a:path w="1745161" h="1039577">
                <a:moveTo>
                  <a:pt x="872522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45161" y="0"/>
                </a:lnTo>
                <a:lnTo>
                  <a:pt x="1745161" y="1039577"/>
                </a:lnTo>
                <a:lnTo>
                  <a:pt x="872522" y="1039577"/>
                </a:lnTo>
              </a:path>
            </a:pathLst>
          </a:custGeom>
          <a:solidFill xmlns:a="http://schemas.openxmlformats.org/drawingml/2006/main">
            <a:srgbClr val="B7B3CA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22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0B174676-FD29-400F-B59E-E8ECD1C1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095" y="1348114"/>
            <a:ext cx="1585795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123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1DBA9FC0-DDAF-4F4F-B8E7-B0EA13C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1436" y="1153566"/>
            <a:ext cx="1767279" cy="1039577"/>
          </a:xfrm>
          <a:custGeom xmlns:a="http://schemas.openxmlformats.org/drawingml/2006/main">
            <a:pathLst>
              <a:path w="1767279" h="1039577">
                <a:moveTo>
                  <a:pt x="884044" y="1039577"/>
                </a:moveTo>
                <a:lnTo>
                  <a:pt x="0" y="1039577"/>
                </a:lnTo>
                <a:lnTo>
                  <a:pt x="0" y="0"/>
                </a:lnTo>
                <a:lnTo>
                  <a:pt x="1767279" y="0"/>
                </a:lnTo>
                <a:lnTo>
                  <a:pt x="1767279" y="1039577"/>
                </a:lnTo>
                <a:lnTo>
                  <a:pt x="884044" y="1039577"/>
                </a:lnTo>
              </a:path>
            </a:pathLst>
          </a:custGeom>
          <a:solidFill xmlns:a="http://schemas.openxmlformats.org/drawingml/2006/main">
            <a:srgbClr val="B4C7DC"/>
          </a:solidFill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24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3A9784A2-8BDA-4565-8C08-441BD69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4890" y="1348114"/>
            <a:ext cx="1304129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Primitives</a:t>
            </a:r>
          </a:p>
        </p:txBody>
      </p:sp>
      <p:sp>
        <p:nvSpPr>
          <p:cNvPr id="125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7433B342-2191-462C-81F4-B12C3C3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7320" y="1694543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26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A3946004-CE97-4178-B1A5-A45E9A9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3421" y="1878264"/>
            <a:ext cx="103548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06BC92A6-8D79-4A2F-B579-59D9A626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3572" y="1680152"/>
            <a:ext cx="259076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8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4B99706E-2611-44DA-A635-2B66A34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27209" y="1694543"/>
            <a:ext cx="189584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29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7A3E320F-9871-42CB-9848-BF4B22DC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3361" y="1878264"/>
            <a:ext cx="138132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30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3BA811F2-D65C-4B36-A0D5-FF433545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1777" y="1700616"/>
            <a:ext cx="230402" cy="345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2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31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D06F303B-E7A2-4DFD-8FD6-8947662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3363" y="1898728"/>
            <a:ext cx="126503" cy="207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31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2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AD33C603-3244-4941-8E8D-0EE668C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4309" y="682621"/>
            <a:ext cx="2821005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Downstream Solver A</a:t>
            </a:r>
          </a:p>
        </p:txBody>
      </p:sp>
      <p:sp>
        <p:nvSpPr>
          <p:cNvPr id="13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6DC7B7F6-50F2-46B1-B07E-B13867C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798" y="1388423"/>
            <a:ext cx="878269" cy="1718969"/>
          </a:xfrm>
          <a:custGeom xmlns:a="http://schemas.openxmlformats.org/drawingml/2006/main">
            <a:pathLst>
              <a:path w="878269" h="1718969">
                <a:moveTo>
                  <a:pt x="878269" y="0"/>
                </a:moveTo>
                <a:cubicBezTo>
                  <a:pt x="0" y="1192655"/>
                  <a:pt x="441965" y="1391618"/>
                  <a:pt x="605756" y="17189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34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88EBFA79-BC15-4835-8FA9-3C01CE5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950" y="3023908"/>
            <a:ext cx="284844" cy="347883"/>
          </a:xfrm>
          <a:custGeom xmlns:a="http://schemas.openxmlformats.org/drawingml/2006/main">
            <a:pathLst>
              <a:path w="284844" h="347883">
                <a:moveTo>
                  <a:pt x="284844" y="347883"/>
                </a:moveTo>
                <a:lnTo>
                  <a:pt x="189867" y="0"/>
                </a:lnTo>
                <a:lnTo>
                  <a:pt x="0" y="126916"/>
                </a:lnTo>
                <a:lnTo>
                  <a:pt x="284844" y="3478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0821F80-99A2-4469-9518-F34A1559D2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2ddab1be641ad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1654" y="3271980"/>
            <a:ext cx="1341627" cy="755535"/>
          </a:xfrm>
          <a:prstGeom xmlns:a="http://schemas.openxmlformats.org/drawingml/2006/main" prst="rect">
            <a:avLst/>
          </a:prstGeom>
        </p:spPr>
      </p:pic>
      <p:sp>
        <p:nvSpPr>
          <p:cNvPr id="136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9BDAD50E-8F8C-4A40-9715-87F3D2C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1654" y="3271980"/>
            <a:ext cx="1341627" cy="755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430F303-B0D3-4D61-9130-AD1ECA617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00f05e66841c8"/>
          <a:srcRect xmlns:a="http://schemas.openxmlformats.org/drawingml/2006/main" l="89" t="0" r="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36210" y="1531712"/>
            <a:ext cx="1327711" cy="748168"/>
          </a:xfrm>
          <a:prstGeom xmlns:a="http://schemas.openxmlformats.org/drawingml/2006/main" prst="rect">
            <a:avLst/>
          </a:prstGeom>
        </p:spPr>
      </p:pic>
      <p:sp>
        <p:nvSpPr>
          <p:cNvPr id="138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16F06586-D3A4-490C-BDCA-D6D7EF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6210" y="1531712"/>
            <a:ext cx="1327711" cy="74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5CE92BF4-E74D-4A55-BE21-8599A2E0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196" y="555953"/>
            <a:ext cx="3950276" cy="1767367"/>
          </a:xfrm>
          <a:custGeom xmlns:a="http://schemas.openxmlformats.org/drawingml/2006/main">
            <a:pathLst>
              <a:path w="3950276" h="1767367">
                <a:moveTo>
                  <a:pt x="1975138" y="1767367"/>
                </a:moveTo>
                <a:lnTo>
                  <a:pt x="0" y="1767367"/>
                </a:lnTo>
                <a:lnTo>
                  <a:pt x="0" y="0"/>
                </a:lnTo>
                <a:lnTo>
                  <a:pt x="3950276" y="0"/>
                </a:lnTo>
                <a:lnTo>
                  <a:pt x="3950276" y="1767367"/>
                </a:lnTo>
                <a:lnTo>
                  <a:pt x="1975138" y="1767367"/>
                </a:lnTo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5D31797B-9D84-4BD5-92BF-CCF9AA21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0626" y="1186039"/>
            <a:ext cx="2278484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Pre-Training Task</a:t>
            </a:r>
          </a:p>
        </p:txBody>
      </p:sp>
      <p:sp>
        <p:nvSpPr>
          <p:cNvPr id="141" name="pdf-text-61-1">
            <a:extLst xmlns:a="http://schemas.openxmlformats.org/drawingml/2006/main">
              <a:ext uri="{FF2B5EF4-FFF2-40B4-BE49-F238E27FC236}">
                <a16:creationId xmlns:a16="http://schemas.microsoft.com/office/drawing/2014/main" id="{38A23F50-CE59-41F4-A160-4D31F334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0592" y="1539658"/>
            <a:ext cx="1268509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DBE523F-3F9B-4B3F-9A0E-248228C02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aecfd71ae4530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392" y="1734716"/>
            <a:ext cx="1040395" cy="694143"/>
          </a:xfrm>
          <a:prstGeom xmlns:a="http://schemas.openxmlformats.org/drawingml/2006/main" prst="rect">
            <a:avLst/>
          </a:prstGeom>
        </p:spPr>
      </p:pic>
      <p:sp>
        <p:nvSpPr>
          <p:cNvPr id="143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E4EA1481-EFEA-4310-86A6-6DD0DCD3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392" y="1734716"/>
            <a:ext cx="1040395" cy="69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43C07C3-38D0-4A8A-979B-914E93DB6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fecf90faf423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6361" y="3536376"/>
            <a:ext cx="1145172" cy="763721"/>
          </a:xfrm>
          <a:prstGeom xmlns:a="http://schemas.openxmlformats.org/drawingml/2006/main" prst="rect">
            <a:avLst/>
          </a:prstGeom>
        </p:spPr>
      </p:pic>
      <p:sp>
        <p:nvSpPr>
          <p:cNvPr id="145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1B460EBD-1920-4EAC-B926-7ABE9AD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361" y="3536376"/>
            <a:ext cx="1145172" cy="763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769DD3-A485-4041-828C-B3F9E643E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bed45a2c14fbd"/>
          <a:srcRect xmlns:a="http://schemas.openxmlformats.org/drawingml/2006/main" l="54" t="0" r="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6361" y="1733898"/>
            <a:ext cx="1144353" cy="763721"/>
          </a:xfrm>
          <a:prstGeom xmlns:a="http://schemas.openxmlformats.org/drawingml/2006/main" prst="rect">
            <a:avLst/>
          </a:prstGeom>
        </p:spPr>
      </p:pic>
      <p:sp>
        <p:nvSpPr>
          <p:cNvPr id="147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D146E32A-5740-4ACC-A422-7B7EB42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361" y="1733898"/>
            <a:ext cx="1144353" cy="763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88CFFDBF-0C10-4BE8-A996-6DBB1369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276" y="1561224"/>
            <a:ext cx="504224" cy="95"/>
          </a:xfrm>
          <a:custGeom xmlns:a="http://schemas.openxmlformats.org/drawingml/2006/main">
            <a:pathLst>
              <a:path w="504224" h="95">
                <a:moveTo>
                  <a:pt x="0" y="0"/>
                </a:moveTo>
                <a:lnTo>
                  <a:pt x="5042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49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20D45C4E-C6FC-41DB-B906-54CCFEB0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3830" y="1447419"/>
            <a:ext cx="342136" cy="228418"/>
          </a:xfrm>
          <a:custGeom xmlns:a="http://schemas.openxmlformats.org/drawingml/2006/main">
            <a:pathLst>
              <a:path w="342136" h="228418">
                <a:moveTo>
                  <a:pt x="342136" y="113805"/>
                </a:moveTo>
                <a:lnTo>
                  <a:pt x="0" y="0"/>
                </a:lnTo>
                <a:lnTo>
                  <a:pt x="0" y="228418"/>
                </a:lnTo>
                <a:lnTo>
                  <a:pt x="342136" y="1138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7C02A5D3-5646-45A2-9A67-B001E27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276" y="3328476"/>
            <a:ext cx="504224" cy="95"/>
          </a:xfrm>
          <a:custGeom xmlns:a="http://schemas.openxmlformats.org/drawingml/2006/main">
            <a:pathLst>
              <a:path w="504224" h="95">
                <a:moveTo>
                  <a:pt x="0" y="0"/>
                </a:moveTo>
                <a:lnTo>
                  <a:pt x="5042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51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ABA60B97-1E90-497A-B2B9-BBAF581B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3830" y="3214671"/>
            <a:ext cx="342136" cy="228417"/>
          </a:xfrm>
          <a:custGeom xmlns:a="http://schemas.openxmlformats.org/drawingml/2006/main">
            <a:pathLst>
              <a:path w="342136" h="228417">
                <a:moveTo>
                  <a:pt x="342136" y="113805"/>
                </a:moveTo>
                <a:lnTo>
                  <a:pt x="0" y="0"/>
                </a:lnTo>
                <a:lnTo>
                  <a:pt x="0" y="228417"/>
                </a:lnTo>
                <a:lnTo>
                  <a:pt x="342136" y="1138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07AAB2C9-88E6-4D39-A3EE-89047005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7507" y="1383572"/>
            <a:ext cx="504223" cy="95"/>
          </a:xfrm>
          <a:custGeom xmlns:a="http://schemas.openxmlformats.org/drawingml/2006/main">
            <a:pathLst>
              <a:path w="504223" h="95">
                <a:moveTo>
                  <a:pt x="0" y="0"/>
                </a:moveTo>
                <a:lnTo>
                  <a:pt x="504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53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4793850D-D1A0-489D-B234-BECF5D9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6945" y="1269738"/>
            <a:ext cx="342252" cy="228418"/>
          </a:xfrm>
          <a:custGeom xmlns:a="http://schemas.openxmlformats.org/drawingml/2006/main">
            <a:pathLst>
              <a:path w="342252" h="228418">
                <a:moveTo>
                  <a:pt x="342252" y="113834"/>
                </a:moveTo>
                <a:lnTo>
                  <a:pt x="0" y="0"/>
                </a:lnTo>
                <a:lnTo>
                  <a:pt x="0" y="228418"/>
                </a:lnTo>
                <a:lnTo>
                  <a:pt x="342252" y="1138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D769B67C-41C0-41AD-AF9B-CE4BCE30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7507" y="3150824"/>
            <a:ext cx="504223" cy="95"/>
          </a:xfrm>
          <a:custGeom xmlns:a="http://schemas.openxmlformats.org/drawingml/2006/main">
            <a:pathLst>
              <a:path w="504223" h="95">
                <a:moveTo>
                  <a:pt x="0" y="0"/>
                </a:moveTo>
                <a:lnTo>
                  <a:pt x="504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3384">
            <a:solidFill>
              <a:srgbClr val="000000"/>
            </a:solidFill>
            <a:prstDash val="solid"/>
          </a:ln>
        </p:spPr>
      </p:sp>
      <p:sp>
        <p:nvSpPr>
          <p:cNvPr id="155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2853E1AA-3E00-4BC8-B87E-14AA3D66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6945" y="3037019"/>
            <a:ext cx="342252" cy="228418"/>
          </a:xfrm>
          <a:custGeom xmlns:a="http://schemas.openxmlformats.org/drawingml/2006/main">
            <a:pathLst>
              <a:path w="342252" h="228418">
                <a:moveTo>
                  <a:pt x="342252" y="113805"/>
                </a:moveTo>
                <a:lnTo>
                  <a:pt x="0" y="0"/>
                </a:lnTo>
                <a:lnTo>
                  <a:pt x="0" y="228418"/>
                </a:lnTo>
                <a:lnTo>
                  <a:pt x="342252" y="1138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E54AB2A-C900-4F10-B9D3-AD688A199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b66e19c294d1f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519" y="1942631"/>
            <a:ext cx="1040396" cy="694143"/>
          </a:xfrm>
          <a:prstGeom xmlns:a="http://schemas.openxmlformats.org/drawingml/2006/main" prst="rect">
            <a:avLst/>
          </a:prstGeom>
        </p:spPr>
      </p:pic>
      <p:sp>
        <p:nvSpPr>
          <p:cNvPr id="157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9216385D-0870-4DBE-8FE2-B0B8B7E5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19" y="1942631"/>
            <a:ext cx="1040396" cy="69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DDB8E0C-099F-4657-BBC0-1796A4AF1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d8e7d6a584ef1"/>
          <a:srcRect xmlns:a="http://schemas.openxmlformats.org/drawingml/2006/main" l="39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04" y="2116167"/>
            <a:ext cx="1040396" cy="694143"/>
          </a:xfrm>
          <a:prstGeom xmlns:a="http://schemas.openxmlformats.org/drawingml/2006/main" prst="rect">
            <a:avLst/>
          </a:prstGeom>
        </p:spPr>
      </p:pic>
      <p:sp>
        <p:nvSpPr>
          <p:cNvPr id="159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0EC31865-8E10-4B32-A006-538D5B28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04" y="2116167"/>
            <a:ext cx="1040396" cy="694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D05672AF-AD3A-4987-A5E5-EFFD292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779" y="167744"/>
            <a:ext cx="2703436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1: Pre-Training</a:t>
            </a:r>
          </a:p>
        </p:txBody>
      </p:sp>
      <p:sp>
        <p:nvSpPr>
          <p:cNvPr id="161" name="pdf-text-62-1">
            <a:extLst xmlns:a="http://schemas.openxmlformats.org/drawingml/2006/main">
              <a:ext uri="{FF2B5EF4-FFF2-40B4-BE49-F238E27FC236}">
                <a16:creationId xmlns:a16="http://schemas.microsoft.com/office/drawing/2014/main" id="{9CB2E060-5C40-49E0-95E4-4C069D92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5921" y="60513"/>
            <a:ext cx="3876661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2: Downstream Training</a:t>
            </a:r>
          </a:p>
        </p:txBody>
      </p:sp>
      <p:sp>
        <p:nvSpPr>
          <p:cNvPr id="162" name="pdf-text-62-2">
            <a:extLst xmlns:a="http://schemas.openxmlformats.org/drawingml/2006/main">
              <a:ext uri="{FF2B5EF4-FFF2-40B4-BE49-F238E27FC236}">
                <a16:creationId xmlns:a16="http://schemas.microsoft.com/office/drawing/2014/main" id="{24718094-412A-4736-91C7-7957276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4503" y="63787"/>
            <a:ext cx="3988140" cy="317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1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 3: Transfer to Real World</a:t>
            </a:r>
          </a:p>
        </p:txBody>
      </p:sp>
    </p:spTree>
    <p:extLst>
      <p:ext uri="{BB962C8B-B14F-4D97-AF65-F5344CB8AC3E}">
        <p14:creationId xmlns:p14="http://schemas.microsoft.com/office/powerpoint/2010/main" val="199500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2026-10-09T20:53:24.0900000Z</dcterms:created>
  <dcterms:modified xsi:type="dcterms:W3CDTF">2026-10-09T20:53:24.0900000Z</dcterms:modified>
</coreProperties>
</file>