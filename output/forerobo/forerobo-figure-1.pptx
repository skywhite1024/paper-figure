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b13abc80f4cd4" /><Relationship Type="http://schemas.openxmlformats.org/officeDocument/2006/relationships/extended-properties" Target="/docProps/app.xml" Id="R199098907e794e66" /><Relationship Type="http://schemas.openxmlformats.org/officeDocument/2006/relationships/officeDocument" Target="/ppt/presentation.xml" Id="R8cca6eb232c0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710264104487e"/>
  </p:sldMasterIdLst>
  <p:notesMasterIdLst>
    <p:notesMasterId xmlns:r="http://schemas.openxmlformats.org/officeDocument/2006/relationships" r:id="R83bd1a71a1c44005"/>
  </p:notesMasterIdLst>
  <p:sldIdLst>
    <p:sldId xmlns:r="http://schemas.openxmlformats.org/officeDocument/2006/relationships" id="256" r:id="Radb67f9aefc44e95"/>
  </p:sldIdLst>
  <p:sldSz cx="14544675" cy="10029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46d0468f44e46" /><Relationship Type="http://schemas.openxmlformats.org/officeDocument/2006/relationships/slideMaster" Target="/ppt/slideMasters/slideMaster1.xml" Id="R840710264104487e" /><Relationship Type="http://schemas.openxmlformats.org/officeDocument/2006/relationships/notesMaster" Target="/ppt/notesMasters/notesMaster1.xml" Id="R83bd1a71a1c44005" /><Relationship Type="http://schemas.openxmlformats.org/officeDocument/2006/relationships/presProps" Target="/ppt/presProps.xml" Id="R4ec6a2d0a9774799" /><Relationship Type="http://schemas.openxmlformats.org/officeDocument/2006/relationships/tableStyles" Target="/ppt/tableStyles.xml" Id="R1a0b3ef38aab49c5" /><Relationship Type="http://schemas.openxmlformats.org/officeDocument/2006/relationships/slide" Target="/ppt/slides/slide1.xml" Id="Radb67f9aefc44e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f8a8db04e42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d39b3669947c6" /><Relationship Type="http://schemas.openxmlformats.org/officeDocument/2006/relationships/notesMaster" Target="/ppt/notesMasters/notesMaster1.xml" Id="Rd5f6f88cfec8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"ForeRobo: Unlocking Infinite Simulation Data for 3D Goal-driven Robotic Manipulation",</a:t>
            </a:r>
          </a:p>
          <a:p xmlns:a="http://schemas.openxmlformats.org/drawingml/2006/main">
            <a:r>
              <a:t>  "paper_url": "https://arxiv.org/pdf/2511.04381v1",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 Reviewed source EMU-like stroke-width anomaly corrected by factor25400 against original pixels. Georgia labels substituted with width-fitted native Times. Source broad bitmap shadows omitted; discrete photo crop boundaries restored.",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"3bdb1dd33b86dd992851ef2d2c84c77d2e6a10c39c3134cc5ede3d36005cb193",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50,</a:t>
            </a:r>
          </a:p>
          <a:p xmlns:a="http://schemas.openxmlformats.org/drawingml/2006/main">
            <a:r>
              <a:t>    57,</a:t>
            </a:r>
          </a:p>
          <a:p xmlns:a="http://schemas.openxmlformats.org/drawingml/2006/main">
            <a:r>
              <a:t>    559,</a:t>
            </a:r>
          </a:p>
          <a:p xmlns:a="http://schemas.openxmlformats.org/drawingml/2006/main">
            <a:r>
              <a:t>    408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"101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"suspicious source stroke width at seq 4: verify PDF/SVG transform units before rendering",</a:t>
            </a:r>
          </a:p>
          <a:p xmlns:a="http://schemas.openxmlformats.org/drawingml/2006/main">
            <a:r>
              <a:t>    "path partially intersects raster inset: 7",</a:t>
            </a:r>
          </a:p>
          <a:p xmlns:a="http://schemas.openxmlformats.org/drawingml/2006/main">
            <a:r>
              <a:t>    "suspicious source stroke width at seq 16: verify PDF/SVG transform units before rendering",</a:t>
            </a:r>
          </a:p>
          <a:p xmlns:a="http://schemas.openxmlformats.org/drawingml/2006/main">
            <a:r>
              <a:t>    "suspicious source stroke width at seq 31: verify PDF/SVG transform units before rendering",</a:t>
            </a:r>
          </a:p>
          <a:p xmlns:a="http://schemas.openxmlformats.org/drawingml/2006/main">
            <a:r>
              <a:t>    "suspicious source stroke width at seq 40: verify PDF/SVG transform units before rendering",</a:t>
            </a:r>
          </a:p>
          <a:p xmlns:a="http://schemas.openxmlformats.org/drawingml/2006/main">
            <a:r>
              <a:t>    "suspicious source stroke width at seq 46: verify PDF/SVG transform units before rendering",</a:t>
            </a:r>
          </a:p>
          <a:p xmlns:a="http://schemas.openxmlformats.org/drawingml/2006/main">
            <a:r>
              <a:t>    "suspicious source stroke width at seq 58: verify PDF/SVG transform units before rendering",</a:t>
            </a:r>
          </a:p>
          <a:p xmlns:a="http://schemas.openxmlformats.org/drawingml/2006/main">
            <a:r>
              <a:t>    "path partially intersects raster inset: 61",</a:t>
            </a:r>
          </a:p>
          <a:p xmlns:a="http://schemas.openxmlformats.org/drawingml/2006/main">
            <a:r>
              <a:t>    "suspicious source stroke width at seq 64: verify PDF/SVG transform units before rendering",</a:t>
            </a:r>
          </a:p>
          <a:p xmlns:a="http://schemas.openxmlformats.org/drawingml/2006/main">
            <a:r>
              <a:t>    "path partially intersects raster inset: 65",</a:t>
            </a:r>
          </a:p>
          <a:p xmlns:a="http://schemas.openxmlformats.org/drawingml/2006/main">
            <a:r>
              <a:t>    "suspicious source stroke width at seq 70: verify PDF/SVG transform units before rendering",</a:t>
            </a:r>
          </a:p>
          <a:p xmlns:a="http://schemas.openxmlformats.org/drawingml/2006/main">
            <a:r>
              <a:t>    "suspicious source stroke width at seq 74: verify PDF/SVG transform units before rendering",</a:t>
            </a:r>
          </a:p>
          <a:p xmlns:a="http://schemas.openxmlformats.org/drawingml/2006/main">
            <a:r>
              <a:t>    "suspicious source stroke width at seq 86: verify PDF/SVG transform units before rendering",</a:t>
            </a:r>
          </a:p>
          <a:p xmlns:a="http://schemas.openxmlformats.org/drawingml/2006/main">
            <a:r>
              <a:t>    "path partially intersects raster inset: 98",</a:t>
            </a:r>
          </a:p>
          <a:p xmlns:a="http://schemas.openxmlformats.org/drawingml/2006/main">
            <a:r>
              <a:t>    "suspicious source stroke width at seq 103: verify PDF/SVG transform units before rendering",</a:t>
            </a:r>
          </a:p>
          <a:p xmlns:a="http://schemas.openxmlformats.org/drawingml/2006/main">
            <a:r>
              <a:t>    "suspicious source stroke width at seq 104: verify PDF/SVG transform units before rendering",</a:t>
            </a:r>
          </a:p>
          <a:p xmlns:a="http://schemas.openxmlformats.org/drawingml/2006/main">
            <a:r>
              <a:t>    "path partially intersects raster inset: 104",</a:t>
            </a:r>
          </a:p>
          <a:p xmlns:a="http://schemas.openxmlformats.org/drawingml/2006/main">
            <a:r>
              <a:t>    "suspicious source stroke width at seq 105: verify PDF/SVG transform units before rendering",</a:t>
            </a:r>
          </a:p>
          <a:p xmlns:a="http://schemas.openxmlformats.org/drawingml/2006/main">
            <a:r>
              <a:t>    "path partially intersects raster inset: 105",</a:t>
            </a:r>
          </a:p>
          <a:p xmlns:a="http://schemas.openxmlformats.org/drawingml/2006/main">
            <a:r>
              <a:t>    "suspicious source stroke width at seq 107: verify PDF/SVG transform units before rendering",</a:t>
            </a:r>
          </a:p>
          <a:p xmlns:a="http://schemas.openxmlformats.org/drawingml/2006/main">
            <a:r>
              <a:t>    "suspicious source stroke width at seq 108: verify PDF/SVG transform units before rendering",</a:t>
            </a:r>
          </a:p>
          <a:p xmlns:a="http://schemas.openxmlformats.org/drawingml/2006/main">
            <a:r>
              <a:t>    "path partially intersects raster inset: 108",</a:t>
            </a:r>
          </a:p>
          <a:p xmlns:a="http://schemas.openxmlformats.org/drawingml/2006/main">
            <a:r>
              <a:t>    "suspicious source stroke width at seq 109: verify PDF/SVG transform units before rendering",</a:t>
            </a:r>
          </a:p>
          <a:p xmlns:a="http://schemas.openxmlformats.org/drawingml/2006/main">
            <a:r>
              <a:t>    "path partially intersects raster inset: 109",</a:t>
            </a:r>
          </a:p>
          <a:p xmlns:a="http://schemas.openxmlformats.org/drawingml/2006/main">
            <a:r>
              <a:t>    "suspicious source stroke width at seq 111: verify PDF/SVG transform units before rendering",</a:t>
            </a:r>
          </a:p>
          <a:p xmlns:a="http://schemas.openxmlformats.org/drawingml/2006/main">
            <a:r>
              <a:t>    "suspicious source stroke width at seq 119: verify PDF/SVG transform units before rendering",</a:t>
            </a:r>
          </a:p>
          <a:p xmlns:a="http://schemas.openxmlformats.org/drawingml/2006/main">
            <a:r>
              <a:t>    "path partially intersects raster inset: 121",</a:t>
            </a:r>
          </a:p>
          <a:p xmlns:a="http://schemas.openxmlformats.org/drawingml/2006/main">
            <a:r>
              <a:t>    "suspicious source stroke width at seq 122: verify PDF/SVG transform units before rendering",</a:t>
            </a:r>
          </a:p>
          <a:p xmlns:a="http://schemas.openxmlformats.org/drawingml/2006/main">
            <a:r>
              <a:t>    "path partially intersects raster inset: 122",</a:t>
            </a:r>
          </a:p>
          <a:p xmlns:a="http://schemas.openxmlformats.org/drawingml/2006/main">
            <a:r>
              <a:t>    "suspicious source stroke width at seq 126: verify PDF/SVG transform units before rendering",</a:t>
            </a:r>
          </a:p>
          <a:p xmlns:a="http://schemas.openxmlformats.org/drawingml/2006/main">
            <a:r>
              <a:t>    "path partially intersects raster inset: 128",</a:t>
            </a:r>
          </a:p>
          <a:p xmlns:a="http://schemas.openxmlformats.org/drawingml/2006/main">
            <a:r>
              <a:t>    "suspicious source stroke width at seq 129: verify PDF/SVG transform units before rendering",</a:t>
            </a:r>
          </a:p>
          <a:p xmlns:a="http://schemas.openxmlformats.org/drawingml/2006/main">
            <a:r>
              <a:t>    "path partially intersects raster inset: 129",</a:t>
            </a:r>
          </a:p>
          <a:p xmlns:a="http://schemas.openxmlformats.org/drawingml/2006/main">
            <a:r>
              <a:t>    "path partially intersects raster inset: 140",</a:t>
            </a:r>
          </a:p>
          <a:p xmlns:a="http://schemas.openxmlformats.org/drawingml/2006/main">
            <a:r>
              <a:t>    "suspicious source stroke width at seq 141: verify PDF/SVG transform units before rendering",</a:t>
            </a:r>
          </a:p>
          <a:p xmlns:a="http://schemas.openxmlformats.org/drawingml/2006/main">
            <a:r>
              <a:t>    "path partially intersects raster inset: 141",</a:t>
            </a:r>
          </a:p>
          <a:p xmlns:a="http://schemas.openxmlformats.org/drawingml/2006/main">
            <a:r>
              <a:t>    "path partially intersects raster inset: 144",</a:t>
            </a:r>
          </a:p>
          <a:p xmlns:a="http://schemas.openxmlformats.org/drawingml/2006/main">
            <a:r>
              <a:t>    "suspicious source stroke width at seq 145: verify PDF/SVG transform units before rendering",</a:t>
            </a:r>
          </a:p>
          <a:p xmlns:a="http://schemas.openxmlformats.org/drawingml/2006/main">
            <a:r>
              <a:t>    "path partially intersects raster inset: 145",</a:t>
            </a:r>
          </a:p>
          <a:p xmlns:a="http://schemas.openxmlformats.org/drawingml/2006/main">
            <a:r>
              <a:t>    "path partially intersects raster inset: 148",</a:t>
            </a:r>
          </a:p>
          <a:p xmlns:a="http://schemas.openxmlformats.org/drawingml/2006/main">
            <a:r>
              <a:t>    "suspicious source stroke width at seq 149: verify PDF/SVG transform units before rendering",</a:t>
            </a:r>
          </a:p>
          <a:p xmlns:a="http://schemas.openxmlformats.org/drawingml/2006/main">
            <a:r>
              <a:t>    "path partially intersects raster inset: 149",</a:t>
            </a:r>
          </a:p>
          <a:p xmlns:a="http://schemas.openxmlformats.org/drawingml/2006/main">
            <a:r>
              <a:t>    "path partially intersects raster inset: 152",</a:t>
            </a:r>
          </a:p>
          <a:p xmlns:a="http://schemas.openxmlformats.org/drawingml/2006/main">
            <a:r>
              <a:t>    "suspicious source stroke width at seq 153: verify PDF/SVG transform units before rendering",</a:t>
            </a:r>
          </a:p>
          <a:p xmlns:a="http://schemas.openxmlformats.org/drawingml/2006/main">
            <a:r>
              <a:t>    "path partially intersects raster inset: 153",</a:t>
            </a:r>
          </a:p>
          <a:p xmlns:a="http://schemas.openxmlformats.org/drawingml/2006/main">
            <a:r>
              <a:t>    "suspicious source stroke width at seq 162: verify PDF/SVG transform units before rendering",</a:t>
            </a:r>
          </a:p>
          <a:p xmlns:a="http://schemas.openxmlformats.org/drawingml/2006/main">
            <a:r>
              <a:t>    "path partially intersects raster inset: 164",</a:t>
            </a:r>
          </a:p>
          <a:p xmlns:a="http://schemas.openxmlformats.org/drawingml/2006/main">
            <a:r>
              <a:t>    "path partially intersects raster inset: 166",</a:t>
            </a:r>
          </a:p>
          <a:p xmlns:a="http://schemas.openxmlformats.org/drawingml/2006/main">
            <a:r>
              <a:t>    "suspicious source stroke width at seq 167: verify PDF/SVG transform units before rendering",</a:t>
            </a:r>
          </a:p>
          <a:p xmlns:a="http://schemas.openxmlformats.org/drawingml/2006/main">
            <a:r>
              <a:t>    "path partially intersects raster inset: 167",</a:t>
            </a:r>
          </a:p>
          <a:p xmlns:a="http://schemas.openxmlformats.org/drawingml/2006/main">
            <a:r>
              <a:t>    "path partially intersects raster inset: 184",</a:t>
            </a:r>
          </a:p>
          <a:p xmlns:a="http://schemas.openxmlformats.org/drawingml/2006/main">
            <a:r>
              <a:t>    "suspicious source stroke width at seq 186: verify PDF/SVG transform units before rendering",</a:t>
            </a:r>
          </a:p>
          <a:p xmlns:a="http://schemas.openxmlformats.org/drawingml/2006/main">
            <a:r>
              <a:t>    "path partially intersects raster inset: 193",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"unhandled image/shading at seq 6: [356.4757080078125, 76.9009780883789, 504.83050537109375, 162.5130615234375]; requires reviewed raster region",</a:t>
            </a:r>
          </a:p>
          <a:p xmlns:a="http://schemas.openxmlformats.org/drawingml/2006/main">
            <a:r>
              <a:t>    "unhandled image/shading at seq 8: [486.6575012207031, 167.01930236816406, 553.5474853515625, 216.91415405273438]; requires reviewed raster region",</a:t>
            </a:r>
          </a:p>
          <a:p xmlns:a="http://schemas.openxmlformats.org/drawingml/2006/main">
            <a:r>
              <a:t>    "unhandled image/shading at seq 9: [217.91799926757812, 305.5999755859375, 303.11798095703125, 385.03997802734375]; requires reviewed raster region",</a:t>
            </a:r>
          </a:p>
          <a:p xmlns:a="http://schemas.openxmlformats.org/drawingml/2006/main">
            <a:r>
              <a:t>    "unhandled image/shading at seq 10: [210.35958862304688, 288.640625, 333.12847900390625, 366.34783935546875]; requires reviewed raster region",</a:t>
            </a:r>
          </a:p>
          <a:p xmlns:a="http://schemas.openxmlformats.org/drawingml/2006/main">
            <a:r>
              <a:t>    "unhandled image/shading at seq 11: [135.83799743652344, 305.5999755859375, 221.2779998779297, 385.03997802734375]; requires reviewed raster region",</a:t>
            </a:r>
          </a:p>
          <a:p xmlns:a="http://schemas.openxmlformats.org/drawingml/2006/main">
            <a:r>
              <a:t>    "unhandled image/shading at seq 12: [79.3927001953125, 281.9853515625, 238.38279724121094, 383.57745361328125]; requires reviewed raster region",</a:t>
            </a:r>
          </a:p>
          <a:p xmlns:a="http://schemas.openxmlformats.org/drawingml/2006/main">
            <a:r>
              <a:t>    "unhandled image/shading at seq 13: [53.75799560546875, 305.5999755859375, 138.95799255371094, 385.03997802734375]; requires reviewed raster region",</a:t>
            </a:r>
          </a:p>
          <a:p xmlns:a="http://schemas.openxmlformats.org/drawingml/2006/main">
            <a:r>
              <a:t>    "unhandled image/shading at seq 14: [28.604705810546875, 299.9039001464844, 162.94261169433594, 377.36456298828125]; requires reviewed raster region",</a:t>
            </a:r>
          </a:p>
          <a:p xmlns:a="http://schemas.openxmlformats.org/drawingml/2006/main">
            <a:r>
              <a:t>    "unhandled image/shading at seq 18: [224.63800048828125, 71.11994934082031, 292.3179931640625, 135.91995239257812]; requires reviewed raster region",</a:t>
            </a:r>
          </a:p>
          <a:p xmlns:a="http://schemas.openxmlformats.org/drawingml/2006/main">
            <a:r>
              <a:t>    "unhandled image/shading at seq 19: [127.80450439453125, 43.35527038574219, 411.089111328125, 194.79327392578125]; requires reviewed raster region",</a:t>
            </a:r>
          </a:p>
          <a:p xmlns:a="http://schemas.openxmlformats.org/drawingml/2006/main">
            <a:r>
              <a:t>    "unhandled image/shading at seq 32: [285.5979919433594, 287.1199645996094, 327.8379821777344, 313.51995849609375]; requires reviewed raster region",</a:t>
            </a:r>
          </a:p>
          <a:p xmlns:a="http://schemas.openxmlformats.org/drawingml/2006/main">
            <a:r>
              <a:t>    "unhandled image/shading at seq 33: [286.5580139160156, 288.0799865722656, 324.47802734375, 310.15997314453125]; requires reviewed raster region",</a:t>
            </a:r>
          </a:p>
          <a:p xmlns:a="http://schemas.openxmlformats.org/drawingml/2006/main">
            <a:r>
              <a:t>    "unhandled image/shading at seq 35: [60.238006591796875, 83.5999755859375, 121.43800354003906, 132.31997680664062]; requires reviewed raster region",</a:t>
            </a:r>
          </a:p>
          <a:p xmlns:a="http://schemas.openxmlformats.org/drawingml/2006/main">
            <a:r>
              <a:t>    "unhandled image/shading at seq 36: [3.9664993286132812, 57.40765380859375, 166.75460815429688, 148.96646118164062]; requires reviewed raster region",</a:t>
            </a:r>
          </a:p>
          <a:p xmlns:a="http://schemas.openxmlformats.org/drawingml/2006/main">
            <a:r>
              <a:t>    "unhandled image/shading at seq 37: [139.91799926757812, 79.99996948242188, 208.79800415039062, 103.27996826171875]; requires reviewed raster region",</a:t>
            </a:r>
          </a:p>
          <a:p xmlns:a="http://schemas.openxmlformats.org/drawingml/2006/main">
            <a:r>
              <a:t>    "unhandled image/shading at seq 38: [140.39801025390625, 79.51997375488281, 209.7580108642578, 106.15997314453125]; requires reviewed raster region",</a:t>
            </a:r>
          </a:p>
          <a:p xmlns:a="http://schemas.openxmlformats.org/drawingml/2006/main">
            <a:r>
              <a:t>    "unhandled image/shading at seq 43: [139.91799926757812, 102.0799560546875, 208.79800415039062, 120.79995727539062]; requires reviewed raster region",</a:t>
            </a:r>
          </a:p>
          <a:p xmlns:a="http://schemas.openxmlformats.org/drawingml/2006/main">
            <a:r>
              <a:t>    "unhandled image/shading at seq 44: [144.23800659179688, 103.27998352050781, 204.47801208496094, 121.75997924804688]; requires reviewed raster region",</a:t>
            </a:r>
          </a:p>
          <a:p xmlns:a="http://schemas.openxmlformats.org/drawingml/2006/main">
            <a:r>
              <a:t>    "unhandled image/shading at seq 56: [154.3179931640625, 244.87997436523438, 232.5579833984375, 277.03997802734375]; requires reviewed raster region",</a:t>
            </a:r>
          </a:p>
          <a:p xmlns:a="http://schemas.openxmlformats.org/drawingml/2006/main">
            <a:r>
              <a:t>    "unhandled image/shading at seq 62: [154.3179931640625, 189.91995239257812, 232.3179931640625, 222.0799560546875]; requires reviewed raster region",</a:t>
            </a:r>
          </a:p>
          <a:p xmlns:a="http://schemas.openxmlformats.org/drawingml/2006/main">
            <a:r>
              <a:t>    "unhandled image/shading at seq 80: [91.91799926757812, 187.7599639892578, 138.71800231933594, 224.23995971679688]; requires reviewed raster region",</a:t>
            </a:r>
          </a:p>
          <a:p xmlns:a="http://schemas.openxmlformats.org/drawingml/2006/main">
            <a:r>
              <a:t>    "unhandled image/shading at seq 81: [-33.22840881347656, 134.7138671875, 332.3167724609375, 312.9140625]; requires reviewed raster region",</a:t>
            </a:r>
          </a:p>
          <a:p xmlns:a="http://schemas.openxmlformats.org/drawingml/2006/main">
            <a:r>
              <a:t>    "unhandled image/shading at seq 82: [92.15800476074219, 219.91998291015625, 138.9580078125, 260.47998046875]; requires reviewed raster region",</a:t>
            </a:r>
          </a:p>
          <a:p xmlns:a="http://schemas.openxmlformats.org/drawingml/2006/main">
            <a:r>
              <a:t>    "unhandled image/shading at seq 83: [-83.69668579101562, 183.95904541015625, 301.6338195800781, 371.7928466796875]; requires reviewed raster region",</a:t>
            </a:r>
          </a:p>
          <a:p xmlns:a="http://schemas.openxmlformats.org/drawingml/2006/main">
            <a:r>
              <a:t>    "unhandled image/shading at seq 84: [91.43800354003906, 261.91998291015625, 139.43800354003906, 292.15997314453125]; requires reviewed raster region",</a:t>
            </a:r>
          </a:p>
          <a:p xmlns:a="http://schemas.openxmlformats.org/drawingml/2006/main">
            <a:r>
              <a:t>    "unhandled image/shading at seq 134: [473.9980163574219, 305.5999755859375, 559.43798828125, 385.03997802734375]; requires reviewed raster region",</a:t>
            </a:r>
          </a:p>
          <a:p xmlns:a="http://schemas.openxmlformats.org/drawingml/2006/main">
            <a:r>
              <a:t>    "unhandled image/shading at seq 135: [471.7779846191406, 295.743896484375, 574.8463745117188, 372.43646240234375]; requires reviewed raster region",</a:t>
            </a:r>
          </a:p>
          <a:p xmlns:a="http://schemas.openxmlformats.org/drawingml/2006/main">
            <a:r>
              <a:t>    "unhandled image/shading at seq 136: [390.7179870605469, 305.5999755859375, 475.91796875, 385.03997802734375]; requires reviewed raster region",</a:t>
            </a:r>
          </a:p>
          <a:p xmlns:a="http://schemas.openxmlformats.org/drawingml/2006/main">
            <a:r>
              <a:t>    "unhandled image/shading at seq 137: [358.98089599609375, 299.9351806640625, 476.07647705078125, 374.88067626953125]; requires reviewed raster region",</a:t>
            </a:r>
          </a:p>
          <a:p xmlns:a="http://schemas.openxmlformats.org/drawingml/2006/main">
            <a:r>
              <a:t>    "unhandled image/shading at seq 138: [308.87799072265625, 305.5999755859375, 394.0780029296875, 385.03997802734375]; requires reviewed raster region",</a:t>
            </a:r>
          </a:p>
          <a:p xmlns:a="http://schemas.openxmlformats.org/drawingml/2006/main">
            <a:r>
              <a:t>    "unhandled image/shading at seq 139: [311.2471923828125, 298.27325439453125, 428.3699951171875, 370.7852783203125]; requires reviewed raster region",</a:t>
            </a:r>
          </a:p>
          <a:p xmlns:a="http://schemas.openxmlformats.org/drawingml/2006/main">
            <a:r>
              <a:t>    "unhandled image/shading at seq 155: [287.2489013671875, 124.72036743164062, 419.5198059082031, 235.44866943359375]; requires reviewed raster region",</a:t>
            </a:r>
          </a:p>
          <a:p xmlns:a="http://schemas.openxmlformats.org/drawingml/2006/main">
            <a:r>
              <a:t>    "unhandled image/shading at seq 158: [312.63238525390625, 232.8441619873047, 346.5923156738281, 259.3328552246094]; requires reviewed raster region",</a:t>
            </a:r>
          </a:p>
          <a:p xmlns:a="http://schemas.openxmlformats.org/drawingml/2006/main">
            <a:r>
              <a:t>    "unhandled image/shading at seq 159: [347.456787109375, 235.13351440429688, 374.9539489746094, 260.49395751953125]; requires reviewed raster region",</a:t>
            </a:r>
          </a:p>
          <a:p xmlns:a="http://schemas.openxmlformats.org/drawingml/2006/main">
            <a:r>
              <a:t>    "unhandled image/shading at seq 165: [387.0628967285156, 211.5324249267578, 475.5185546875, 286.69744873046875]; requires reviewed raster region",</a:t>
            </a:r>
          </a:p>
          <a:p xmlns:a="http://schemas.openxmlformats.org/drawingml/2006/main">
            <a:r>
              <a:t>    "unhandled image/shading at seq 170: [523.677978515625, 225.43995666503906, 560.8779907226562, 258.7999572753906]; requires reviewed raster region",</a:t>
            </a:r>
          </a:p>
          <a:p xmlns:a="http://schemas.openxmlformats.org/drawingml/2006/main">
            <a:r>
              <a:t>    "unhandled image/shading at seq 172: [492.9708251953125, 182.7262420654297, 630.8182983398438, 304.35467529296875]; requires reviewed raster region",</a:t>
            </a:r>
          </a:p>
          <a:p xmlns:a="http://schemas.openxmlformats.org/drawingml/2006/main">
            <a:r>
              <a:t>    "unhandled image/shading at seq 173: [485.9980163574219, 224.9599609375, 531.3580322265625, 257.8399658203125]; requires reviewed raster region",</a:t>
            </a:r>
          </a:p>
          <a:p xmlns:a="http://schemas.openxmlformats.org/drawingml/2006/main">
            <a:r>
              <a:t>    "unhandled image/shading at seq 176: [461.3938293457031, 186.56106567382812, 581.1556396484375, 317.8016662597656]; requires reviewed raster region",</a:t>
            </a:r>
          </a:p>
          <a:p xmlns:a="http://schemas.openxmlformats.org/drawingml/2006/main">
            <a:r>
              <a:t>    "unhandled image/shading at seq 177: [493.9179992675781, 249.199951171875, 545.9979858398438, 279.9199523925781]; requires reviewed raster region",</a:t>
            </a:r>
          </a:p>
          <a:p xmlns:a="http://schemas.openxmlformats.org/drawingml/2006/main">
            <a:r>
              <a:t>    "unhandled image/shading at seq 178: [492.8522033691406, 250.15020751953125, 524.3723754882812, 281.6146545410156]; requires reviewed raster region",</a:t>
            </a:r>
          </a:p>
          <a:p xmlns:a="http://schemas.openxmlformats.org/drawingml/2006/main">
            <a:r>
              <a:t>    "unhandled image/shading at seq 179: [455.08612060546875, 198.69921875, 578.9359130859375, 338.48858642578125]; requires reviewed raster region",</a:t>
            </a:r>
          </a:p>
          <a:p xmlns:a="http://schemas.openxmlformats.org/drawingml/2006/main">
            <a:r>
              <a:t>    "unhandled image/shading at seq 181: [544.6856689453125, 244.95220947265625, 561.0379638671875, 258.1981506347656]; requires reviewed raster region",</a:t>
            </a:r>
          </a:p>
          <a:p xmlns:a="http://schemas.openxmlformats.org/drawingml/2006/main">
            <a:r>
              <a:t>    "unhandled image/shading at seq 182: [537.33837890625, 264.8983154296875, 553.690673828125, 278.1442565917969];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f673140af42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8653f262d44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6f73a7a724a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8f85e17e54d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4b7ac87e747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bdd56dea3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D394F1-7CE3-4210-A9A2-2FDE78195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54468" y="3789045"/>
            <a:ext cx="11635740" cy="1448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4D2452-4170-4EA8-A9E3-C6A2340345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81701" y="5516404"/>
            <a:ext cx="10181272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D62A78-8DE9-4CCD-A4AF-6D541F35A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54468" y="4179094"/>
            <a:ext cx="11635740" cy="1671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8E3B48-5D6F-447E-A901-31013021F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8138" y="780097"/>
            <a:ext cx="12908399" cy="122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1DBC93-AAD5-41EF-85F1-517FEDA30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8138" y="2786063"/>
            <a:ext cx="12908399" cy="6240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271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1pPr>
            <a:lvl2pPr marL="63633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2pPr>
            <a:lvl3pPr marL="999946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3pPr>
            <a:lvl4pPr marL="136356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4pPr>
            <a:lvl5pPr marL="172718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5pPr>
            <a:lvl6pPr marL="2090797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6pPr>
            <a:lvl7pPr marL="2454414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7pPr>
            <a:lvl8pPr marL="2818031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8pPr>
            <a:lvl9pPr marL="3181648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48B28B-1B7D-478C-8235-0CB68553D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8138" y="780097"/>
            <a:ext cx="12908399" cy="122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87A5A2-020B-4B76-A635-5C901BA11F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8138" y="2786063"/>
            <a:ext cx="5999678" cy="6240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271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1pPr>
            <a:lvl2pPr marL="63633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2pPr>
            <a:lvl3pPr marL="999946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3pPr>
            <a:lvl4pPr marL="136356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4pPr>
            <a:lvl5pPr marL="172718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5pPr>
            <a:lvl6pPr marL="2090797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6pPr>
            <a:lvl7pPr marL="2454414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7pPr>
            <a:lvl8pPr marL="2818031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8pPr>
            <a:lvl9pPr marL="3181648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617F5B-C7E3-4847-A8B6-1725BEAC9D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26859" y="2786063"/>
            <a:ext cx="5999678" cy="6240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271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1pPr>
            <a:lvl2pPr marL="63633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2pPr>
            <a:lvl3pPr marL="999946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3pPr>
            <a:lvl4pPr marL="136356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4pPr>
            <a:lvl5pPr marL="172718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5pPr>
            <a:lvl6pPr marL="2090797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6pPr>
            <a:lvl7pPr marL="2454414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7pPr>
            <a:lvl8pPr marL="2818031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8pPr>
            <a:lvl9pPr marL="3181648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9977D-C335-4F30-B574-026B73E67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8138" y="780097"/>
            <a:ext cx="12908399" cy="1225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1CEEFD-814C-4334-8DAE-88DEBD1C9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8138" y="2786063"/>
            <a:ext cx="5999678" cy="6240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271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1pPr>
            <a:lvl2pPr marL="63633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2pPr>
            <a:lvl3pPr marL="999946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3pPr>
            <a:lvl4pPr marL="1363563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4pPr>
            <a:lvl5pPr marL="1727180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5pPr>
            <a:lvl6pPr marL="2090797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6pPr>
            <a:lvl7pPr marL="2454414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7pPr>
            <a:lvl8pPr marL="2818031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8pPr>
            <a:lvl9pPr marL="3181648" indent="-272713">
              <a:lnSpc>
                <a:spcPct val="110000"/>
              </a:lnSpc>
              <a:spcBef>
                <a:spcPts val="0"/>
              </a:spcBef>
              <a:spcAft>
                <a:spcPts val="143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45a195d15416c" /><Relationship Type="http://schemas.openxmlformats.org/officeDocument/2006/relationships/slideLayout" Target="/ppt/slideLayouts/slideLayout1.xml" Id="Re526cd62bf5645b8" /><Relationship Type="http://schemas.openxmlformats.org/officeDocument/2006/relationships/slideLayout" Target="/ppt/slideLayouts/slideLayout2.xml" Id="R24aeab6645784e5e" /><Relationship Type="http://schemas.openxmlformats.org/officeDocument/2006/relationships/slideLayout" Target="/ppt/slideLayouts/slideLayout3.xml" Id="Rcae28fae8fc441bd" /><Relationship Type="http://schemas.openxmlformats.org/officeDocument/2006/relationships/slideLayout" Target="/ppt/slideLayouts/slideLayout4.xml" Id="Rc8c1afa309f94148" /><Relationship Type="http://schemas.openxmlformats.org/officeDocument/2006/relationships/slideLayout" Target="/ppt/slideLayouts/slideLayout5.xml" Id="Rf1b523a316034a67" /><Relationship Type="http://schemas.openxmlformats.org/officeDocument/2006/relationships/slideLayout" Target="/ppt/slideLayouts/slideLayout6.xml" Id="R936ff95f6a234f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6cd62bf5645b8"/>
    <p:sldLayoutId xmlns:r="http://schemas.openxmlformats.org/officeDocument/2006/relationships" id="2147483650" r:id="R24aeab6645784e5e"/>
    <p:sldLayoutId xmlns:r="http://schemas.openxmlformats.org/officeDocument/2006/relationships" id="2147483651" r:id="Rcae28fae8fc441bd"/>
    <p:sldLayoutId xmlns:r="http://schemas.openxmlformats.org/officeDocument/2006/relationships" id="2147483652" r:id="Rc8c1afa309f94148"/>
    <p:sldLayoutId xmlns:r="http://schemas.openxmlformats.org/officeDocument/2006/relationships" id="2147483653" r:id="Rf1b523a316034a67"/>
    <p:sldLayoutId xmlns:r="http://schemas.openxmlformats.org/officeDocument/2006/relationships" id="2147483654" r:id="R936ff95f6a234f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6dc9368264589" /><Relationship Type="http://schemas.openxmlformats.org/officeDocument/2006/relationships/image" Target="/ppt/media/image.png" Id="Rd1e5ef8346064c2b" /><Relationship Type="http://schemas.openxmlformats.org/officeDocument/2006/relationships/image" Target="/ppt/media/image2.png" Id="R131ec775a0194018" /><Relationship Type="http://schemas.openxmlformats.org/officeDocument/2006/relationships/image" Target="/ppt/media/image3.png" Id="R146f6ee398eb4ba5" /><Relationship Type="http://schemas.openxmlformats.org/officeDocument/2006/relationships/image" Target="/ppt/media/image4.png" Id="R0d0f94926efd4795" /><Relationship Type="http://schemas.openxmlformats.org/officeDocument/2006/relationships/image" Target="/ppt/media/image5.png" Id="R957d7e4e9c04419e" /><Relationship Type="http://schemas.openxmlformats.org/officeDocument/2006/relationships/image" Target="/ppt/media/image6.png" Id="R109f480506e74dcf" /><Relationship Type="http://schemas.openxmlformats.org/officeDocument/2006/relationships/image" Target="/ppt/media/image7.png" Id="R41043f7bb08440ee" /><Relationship Type="http://schemas.openxmlformats.org/officeDocument/2006/relationships/image" Target="/ppt/media/image8.png" Id="R8ee9be9d4bd84d64" /><Relationship Type="http://schemas.openxmlformats.org/officeDocument/2006/relationships/image" Target="/ppt/media/image9.png" Id="Re903df0c0ef64477" /><Relationship Type="http://schemas.openxmlformats.org/officeDocument/2006/relationships/image" Target="/ppt/media/image10.png" Id="Rc4b2d7debb4842ab" /><Relationship Type="http://schemas.openxmlformats.org/officeDocument/2006/relationships/image" Target="/ppt/media/image11.png" Id="R8f9bdc8ecf42433b" /><Relationship Type="http://schemas.openxmlformats.org/officeDocument/2006/relationships/image" Target="/ppt/media/image12.png" Id="R50207d7751a14240" /><Relationship Type="http://schemas.openxmlformats.org/officeDocument/2006/relationships/image" Target="/ppt/media/image13.png" Id="Rd8b4115748d74805" /><Relationship Type="http://schemas.openxmlformats.org/officeDocument/2006/relationships/image" Target="/ppt/media/image14.png" Id="R2a1dc6639be04312" /><Relationship Type="http://schemas.openxmlformats.org/officeDocument/2006/relationships/image" Target="/ppt/media/image15.png" Id="R5e23aa5540ee4214" /><Relationship Type="http://schemas.openxmlformats.org/officeDocument/2006/relationships/image" Target="/ppt/media/image16.png" Id="Rbf7933ab577b4df3" /><Relationship Type="http://schemas.openxmlformats.org/officeDocument/2006/relationships/notesSlide" Target="/ppt/notesSlides/notesSlide1.xml" Id="Rc83f2caf8942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pdf-path-3">
            <a:extLst xmlns:a="http://schemas.openxmlformats.org/drawingml/2006/main">
              <a:ext uri="{FF2B5EF4-FFF2-40B4-BE49-F238E27FC236}">
                <a16:creationId xmlns:a16="http://schemas.microsoft.com/office/drawing/2014/main" id="{C6465394-D1B2-4F30-84CE-13C3FD2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619" y="40864"/>
            <a:ext cx="7081192" cy="6684279"/>
          </a:xfrm>
          <a:custGeom xmlns:a="http://schemas.openxmlformats.org/drawingml/2006/main">
            <a:pathLst>
              <a:path w="7081192" h="6684279">
                <a:moveTo>
                  <a:pt x="0" y="118178"/>
                </a:moveTo>
                <a:cubicBezTo>
                  <a:pt x="0" y="52910"/>
                  <a:pt x="52915" y="0"/>
                  <a:pt x="118192" y="0"/>
                </a:cubicBezTo>
                <a:lnTo>
                  <a:pt x="6963003" y="0"/>
                </a:lnTo>
                <a:cubicBezTo>
                  <a:pt x="7028277" y="0"/>
                  <a:pt x="7081192" y="52910"/>
                  <a:pt x="7081192" y="118178"/>
                </a:cubicBezTo>
                <a:lnTo>
                  <a:pt x="7081192" y="6566100"/>
                </a:lnTo>
                <a:cubicBezTo>
                  <a:pt x="7081192" y="6631369"/>
                  <a:pt x="7028277" y="6684279"/>
                  <a:pt x="6963003" y="6684279"/>
                </a:cubicBezTo>
                <a:lnTo>
                  <a:pt x="118192" y="6684279"/>
                </a:lnTo>
                <a:cubicBezTo>
                  <a:pt x="52915" y="6684279"/>
                  <a:pt x="0" y="6631369"/>
                  <a:pt x="0" y="6566100"/>
                </a:cubicBezTo>
                <a:lnTo>
                  <a:pt x="0" y="118178"/>
                </a:lnTo>
              </a:path>
            </a:pathLst>
          </a:custGeom>
          <a:solidFill xmlns:a="http://schemas.openxmlformats.org/drawingml/2006/main">
            <a:srgbClr val="FB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6306FC42-70F5-4BB2-80DB-CA7EE2C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619" y="40864"/>
            <a:ext cx="7081192" cy="6684279"/>
          </a:xfrm>
          <a:custGeom xmlns:a="http://schemas.openxmlformats.org/drawingml/2006/main">
            <a:pathLst>
              <a:path w="7081192" h="6684279">
                <a:moveTo>
                  <a:pt x="0" y="118178"/>
                </a:moveTo>
                <a:cubicBezTo>
                  <a:pt x="0" y="52910"/>
                  <a:pt x="52915" y="0"/>
                  <a:pt x="118190" y="0"/>
                </a:cubicBezTo>
                <a:lnTo>
                  <a:pt x="6963003" y="0"/>
                </a:lnTo>
                <a:cubicBezTo>
                  <a:pt x="7028277" y="0"/>
                  <a:pt x="7081192" y="52910"/>
                  <a:pt x="7081192" y="118178"/>
                </a:cubicBezTo>
                <a:lnTo>
                  <a:pt x="7081192" y="6566100"/>
                </a:lnTo>
                <a:cubicBezTo>
                  <a:pt x="7081192" y="6631369"/>
                  <a:pt x="7028277" y="6684279"/>
                  <a:pt x="6963003" y="6684279"/>
                </a:cubicBezTo>
                <a:lnTo>
                  <a:pt x="118190" y="6684279"/>
                </a:lnTo>
                <a:cubicBezTo>
                  <a:pt x="52915" y="6684279"/>
                  <a:pt x="0" y="6631369"/>
                  <a:pt x="0" y="6566100"/>
                </a:cubicBezTo>
                <a:lnTo>
                  <a:pt x="0" y="11817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D7D31"/>
            </a:solidFill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F625A21F-9DCC-48A7-84BD-6EBC1AA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543" y="568670"/>
            <a:ext cx="4239236" cy="2446366"/>
          </a:xfrm>
          <a:custGeom xmlns:a="http://schemas.openxmlformats.org/drawingml/2006/main">
            <a:pathLst>
              <a:path w="4239236" h="2446366">
                <a:moveTo>
                  <a:pt x="0" y="210240"/>
                </a:moveTo>
                <a:cubicBezTo>
                  <a:pt x="0" y="94126"/>
                  <a:pt x="94134" y="0"/>
                  <a:pt x="210260" y="0"/>
                </a:cubicBezTo>
                <a:lnTo>
                  <a:pt x="4028975" y="0"/>
                </a:lnTo>
                <a:cubicBezTo>
                  <a:pt x="4145097" y="0"/>
                  <a:pt x="4239236" y="94126"/>
                  <a:pt x="4239236" y="210240"/>
                </a:cubicBezTo>
                <a:lnTo>
                  <a:pt x="4239236" y="2236125"/>
                </a:lnTo>
                <a:cubicBezTo>
                  <a:pt x="4239236" y="2352237"/>
                  <a:pt x="4145097" y="2446366"/>
                  <a:pt x="4028975" y="2446366"/>
                </a:cubicBezTo>
                <a:lnTo>
                  <a:pt x="210260" y="2446366"/>
                </a:lnTo>
                <a:cubicBezTo>
                  <a:pt x="94134" y="2446366"/>
                  <a:pt x="0" y="2352237"/>
                  <a:pt x="0" y="2236125"/>
                </a:cubicBezTo>
                <a:lnTo>
                  <a:pt x="0" y="210240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D86B85AC-DEE1-4383-AD4D-C08EBD1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488" y="3143804"/>
            <a:ext cx="1911378" cy="1425743"/>
          </a:xfrm>
          <a:custGeom xmlns:a="http://schemas.openxmlformats.org/drawingml/2006/main">
            <a:pathLst>
              <a:path w="1911378" h="1425743">
                <a:moveTo>
                  <a:pt x="0" y="122526"/>
                </a:moveTo>
                <a:cubicBezTo>
                  <a:pt x="0" y="54858"/>
                  <a:pt x="54862" y="0"/>
                  <a:pt x="122537" y="0"/>
                </a:cubicBezTo>
                <a:lnTo>
                  <a:pt x="1788839" y="0"/>
                </a:lnTo>
                <a:cubicBezTo>
                  <a:pt x="1856516" y="0"/>
                  <a:pt x="1911378" y="54858"/>
                  <a:pt x="1911378" y="122526"/>
                </a:cubicBezTo>
                <a:lnTo>
                  <a:pt x="1911378" y="1303216"/>
                </a:lnTo>
                <a:cubicBezTo>
                  <a:pt x="1911378" y="1370888"/>
                  <a:pt x="1856516" y="1425743"/>
                  <a:pt x="1788839" y="1425743"/>
                </a:cubicBezTo>
                <a:lnTo>
                  <a:pt x="122537" y="1425743"/>
                </a:lnTo>
                <a:cubicBezTo>
                  <a:pt x="54862" y="1425743"/>
                  <a:pt x="0" y="1370888"/>
                  <a:pt x="0" y="1303216"/>
                </a:cubicBezTo>
                <a:lnTo>
                  <a:pt x="0" y="122526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0AE151BC-BA99-4977-8A2F-3ED6D5D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0" y="31780"/>
            <a:ext cx="7075185" cy="2562161"/>
          </a:xfrm>
          <a:custGeom xmlns:a="http://schemas.openxmlformats.org/drawingml/2006/main">
            <a:pathLst>
              <a:path w="7075185" h="2562161">
                <a:moveTo>
                  <a:pt x="0" y="182735"/>
                </a:moveTo>
                <a:cubicBezTo>
                  <a:pt x="0" y="81814"/>
                  <a:pt x="81822" y="0"/>
                  <a:pt x="182754" y="0"/>
                </a:cubicBezTo>
                <a:lnTo>
                  <a:pt x="6892433" y="0"/>
                </a:lnTo>
                <a:cubicBezTo>
                  <a:pt x="6993363" y="0"/>
                  <a:pt x="7075185" y="81814"/>
                  <a:pt x="7075185" y="182735"/>
                </a:cubicBezTo>
                <a:lnTo>
                  <a:pt x="7075185" y="2379426"/>
                </a:lnTo>
                <a:cubicBezTo>
                  <a:pt x="7075185" y="2480347"/>
                  <a:pt x="6993363" y="2562161"/>
                  <a:pt x="6892433" y="2562161"/>
                </a:cubicBezTo>
                <a:lnTo>
                  <a:pt x="182754" y="2562161"/>
                </a:lnTo>
                <a:cubicBezTo>
                  <a:pt x="81822" y="2562161"/>
                  <a:pt x="0" y="2480347"/>
                  <a:pt x="0" y="2379426"/>
                </a:cubicBezTo>
                <a:lnTo>
                  <a:pt x="0" y="182735"/>
                </a:lnTo>
              </a:path>
            </a:pathLst>
          </a:custGeom>
          <a:solidFill xmlns:a="http://schemas.openxmlformats.org/drawingml/2006/main">
            <a:srgbClr val="F5F9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4C7A733F-4B6D-4733-AFD3-1DD0659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0" y="31780"/>
            <a:ext cx="7075183" cy="2562160"/>
          </a:xfrm>
          <a:custGeom xmlns:a="http://schemas.openxmlformats.org/drawingml/2006/main">
            <a:pathLst>
              <a:path w="7075183" h="2562160">
                <a:moveTo>
                  <a:pt x="0" y="182734"/>
                </a:moveTo>
                <a:cubicBezTo>
                  <a:pt x="0" y="81813"/>
                  <a:pt x="81821" y="0"/>
                  <a:pt x="182752" y="0"/>
                </a:cubicBezTo>
                <a:lnTo>
                  <a:pt x="6892431" y="0"/>
                </a:lnTo>
                <a:cubicBezTo>
                  <a:pt x="6993363" y="0"/>
                  <a:pt x="7075183" y="81813"/>
                  <a:pt x="7075183" y="182734"/>
                </a:cubicBezTo>
                <a:lnTo>
                  <a:pt x="7075183" y="2379426"/>
                </a:lnTo>
                <a:cubicBezTo>
                  <a:pt x="7075183" y="2480348"/>
                  <a:pt x="6993363" y="2562160"/>
                  <a:pt x="6892431" y="2562160"/>
                </a:cubicBezTo>
                <a:lnTo>
                  <a:pt x="182752" y="2562160"/>
                </a:lnTo>
                <a:cubicBezTo>
                  <a:pt x="81821" y="2562160"/>
                  <a:pt x="0" y="2480348"/>
                  <a:pt x="0" y="2379426"/>
                </a:cubicBezTo>
                <a:lnTo>
                  <a:pt x="0" y="18273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  <a:prstDash val="solid"/>
          </a:ln>
        </p:spPr>
      </p:sp>
      <p:sp>
        <p:nvSpPr>
          <p:cNvPr id="7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7EA03D44-0BEC-4283-ACEC-1E1EA0D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582" y="2260138"/>
            <a:ext cx="81610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Objects</a:t>
            </a:r>
          </a:p>
        </p:txBody>
      </p:sp>
      <p:sp>
        <p:nvSpPr>
          <p:cNvPr id="8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80648789-2CA4-462F-A3B0-97149FAF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0407" y="2260138"/>
            <a:ext cx="62471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Tasks</a:t>
            </a:r>
          </a:p>
        </p:txBody>
      </p:sp>
      <p:sp>
        <p:nvSpPr>
          <p:cNvPr id="9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FBD41815-74E2-47E4-9AED-AD57B96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408" y="2260138"/>
            <a:ext cx="74365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Scenes</a:t>
            </a:r>
          </a:p>
        </p:txBody>
      </p:sp>
      <p:sp>
        <p:nvSpPr>
          <p:cNvPr id="10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520BA271-57F3-4290-B7C4-C7CDF98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0363" y="2260138"/>
            <a:ext cx="13735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 goal states</a:t>
            </a:r>
          </a:p>
        </p:txBody>
      </p:sp>
      <p:sp>
        <p:nvSpPr>
          <p:cNvPr id="11" name="pdf-path-25">
            <a:extLst xmlns:a="http://schemas.openxmlformats.org/drawingml/2006/main">
              <a:ext uri="{FF2B5EF4-FFF2-40B4-BE49-F238E27FC236}">
                <a16:creationId xmlns:a16="http://schemas.microsoft.com/office/drawing/2014/main" id="{CE0F273D-B1F2-4B3B-AD46-B7BE74A2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173" y="1429552"/>
            <a:ext cx="563545" cy="61299"/>
          </a:xfrm>
          <a:custGeom xmlns:a="http://schemas.openxmlformats.org/drawingml/2006/main">
            <a:pathLst>
              <a:path w="563545" h="61299">
                <a:moveTo>
                  <a:pt x="0" y="0"/>
                </a:moveTo>
                <a:lnTo>
                  <a:pt x="486915" y="0"/>
                </a:lnTo>
                <a:lnTo>
                  <a:pt x="486915" y="30650"/>
                </a:lnTo>
                <a:lnTo>
                  <a:pt x="0" y="30650"/>
                </a:lnTo>
                <a:close/>
                <a:moveTo>
                  <a:pt x="471590" y="-30647"/>
                </a:moveTo>
                <a:lnTo>
                  <a:pt x="563545" y="15324"/>
                </a:lnTo>
                <a:lnTo>
                  <a:pt x="471590" y="61299"/>
                </a:lnTo>
                <a:lnTo>
                  <a:pt x="471590" y="-306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57EF5CA4-510B-4DD3-9392-F5AD016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701" y="211471"/>
            <a:ext cx="1372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 i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ForeGen</a:t>
            </a:r>
          </a:p>
        </p:txBody>
      </p:sp>
      <p:sp>
        <p:nvSpPr>
          <p:cNvPr id="1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EAC8062D-D41F-4536-8932-F6CC23AB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634" y="211471"/>
            <a:ext cx="11541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</a:p>
        </p:txBody>
      </p:sp>
      <p:sp>
        <p:nvSpPr>
          <p:cNvPr id="14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7546C4CB-88B7-4326-8835-5631355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534" y="257604"/>
            <a:ext cx="456983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Infinite Simulation Data Generation</a:t>
            </a:r>
          </a:p>
        </p:txBody>
      </p:sp>
      <p:sp>
        <p:nvSpPr>
          <p:cNvPr id="15" name="pdf-path-30">
            <a:extLst xmlns:a="http://schemas.openxmlformats.org/drawingml/2006/main">
              <a:ext uri="{FF2B5EF4-FFF2-40B4-BE49-F238E27FC236}">
                <a16:creationId xmlns:a16="http://schemas.microsoft.com/office/drawing/2014/main" id="{D4C383A5-7846-4CB6-89C4-B04B674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0" y="3084345"/>
            <a:ext cx="7075185" cy="3650628"/>
          </a:xfrm>
          <a:custGeom xmlns:a="http://schemas.openxmlformats.org/drawingml/2006/main">
            <a:pathLst>
              <a:path w="7075185" h="3650628">
                <a:moveTo>
                  <a:pt x="0" y="198045"/>
                </a:moveTo>
                <a:cubicBezTo>
                  <a:pt x="0" y="88668"/>
                  <a:pt x="88677" y="0"/>
                  <a:pt x="198065" y="0"/>
                </a:cubicBezTo>
                <a:lnTo>
                  <a:pt x="6877120" y="0"/>
                </a:lnTo>
                <a:cubicBezTo>
                  <a:pt x="6986508" y="0"/>
                  <a:pt x="7075185" y="88668"/>
                  <a:pt x="7075185" y="198045"/>
                </a:cubicBezTo>
                <a:lnTo>
                  <a:pt x="7075185" y="3452583"/>
                </a:lnTo>
                <a:cubicBezTo>
                  <a:pt x="7075185" y="3561959"/>
                  <a:pt x="6986508" y="3650628"/>
                  <a:pt x="6877120" y="3650628"/>
                </a:cubicBezTo>
                <a:lnTo>
                  <a:pt x="198065" y="3650628"/>
                </a:lnTo>
                <a:cubicBezTo>
                  <a:pt x="88677" y="3650628"/>
                  <a:pt x="0" y="3561959"/>
                  <a:pt x="0" y="3452583"/>
                </a:cubicBezTo>
                <a:lnTo>
                  <a:pt x="0" y="198045"/>
                </a:lnTo>
              </a:path>
            </a:pathLst>
          </a:custGeom>
          <a:solidFill xmlns:a="http://schemas.openxmlformats.org/drawingml/2006/main">
            <a:srgbClr val="F2F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707BFE34-13A4-4794-8824-D8F542F5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0" y="3084345"/>
            <a:ext cx="7075183" cy="3650628"/>
          </a:xfrm>
          <a:custGeom xmlns:a="http://schemas.openxmlformats.org/drawingml/2006/main">
            <a:pathLst>
              <a:path w="7075183" h="3650628">
                <a:moveTo>
                  <a:pt x="0" y="198045"/>
                </a:moveTo>
                <a:cubicBezTo>
                  <a:pt x="0" y="88668"/>
                  <a:pt x="88677" y="0"/>
                  <a:pt x="198065" y="0"/>
                </a:cubicBezTo>
                <a:lnTo>
                  <a:pt x="6877119" y="0"/>
                </a:lnTo>
                <a:cubicBezTo>
                  <a:pt x="6986507" y="0"/>
                  <a:pt x="7075183" y="88668"/>
                  <a:pt x="7075183" y="198045"/>
                </a:cubicBezTo>
                <a:lnTo>
                  <a:pt x="7075183" y="3452583"/>
                </a:lnTo>
                <a:cubicBezTo>
                  <a:pt x="7075183" y="3561961"/>
                  <a:pt x="6986507" y="3650628"/>
                  <a:pt x="6877119" y="3650628"/>
                </a:cubicBezTo>
                <a:lnTo>
                  <a:pt x="198065" y="3650628"/>
                </a:lnTo>
                <a:cubicBezTo>
                  <a:pt x="88677" y="3650628"/>
                  <a:pt x="0" y="3561961"/>
                  <a:pt x="0" y="3452583"/>
                </a:cubicBezTo>
                <a:lnTo>
                  <a:pt x="0" y="19804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48235"/>
            </a:solidFill>
            <a:prstDash val="solid"/>
          </a:ln>
        </p:spPr>
      </p:sp>
      <p:sp>
        <p:nvSpPr>
          <p:cNvPr id="17" name="pdf-path-34">
            <a:extLst xmlns:a="http://schemas.openxmlformats.org/drawingml/2006/main">
              <a:ext uri="{FF2B5EF4-FFF2-40B4-BE49-F238E27FC236}">
                <a16:creationId xmlns:a16="http://schemas.microsoft.com/office/drawing/2014/main" id="{6DF5D220-6784-4CEC-850C-F8F89A1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4969" y="6728660"/>
            <a:ext cx="834796" cy="380596"/>
          </a:xfrm>
          <a:custGeom xmlns:a="http://schemas.openxmlformats.org/drawingml/2006/main">
            <a:pathLst>
              <a:path w="834796" h="380596">
                <a:moveTo>
                  <a:pt x="626098" y="0"/>
                </a:moveTo>
                <a:lnTo>
                  <a:pt x="626098" y="187503"/>
                </a:lnTo>
                <a:lnTo>
                  <a:pt x="834796" y="187503"/>
                </a:lnTo>
                <a:lnTo>
                  <a:pt x="417398" y="380596"/>
                </a:lnTo>
                <a:lnTo>
                  <a:pt x="0" y="187503"/>
                </a:lnTo>
                <a:lnTo>
                  <a:pt x="208698" y="187503"/>
                </a:lnTo>
                <a:lnTo>
                  <a:pt x="208698" y="0"/>
                </a:lnTo>
                <a:lnTo>
                  <a:pt x="626098" y="0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39">
            <a:extLst xmlns:a="http://schemas.openxmlformats.org/drawingml/2006/main">
              <a:ext uri="{FF2B5EF4-FFF2-40B4-BE49-F238E27FC236}">
                <a16:creationId xmlns:a16="http://schemas.microsoft.com/office/drawing/2014/main" id="{69FBB30C-8EF8-4702-A001-514274D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512" y="703284"/>
            <a:ext cx="1812596" cy="508786"/>
          </a:xfrm>
          <a:custGeom xmlns:a="http://schemas.openxmlformats.org/drawingml/2006/main">
            <a:pathLst>
              <a:path w="1812596" h="508786">
                <a:moveTo>
                  <a:pt x="0" y="0"/>
                </a:moveTo>
                <a:lnTo>
                  <a:pt x="1812596" y="0"/>
                </a:lnTo>
                <a:lnTo>
                  <a:pt x="1812596" y="508786"/>
                </a:lnTo>
                <a:lnTo>
                  <a:pt x="0" y="5087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40">
            <a:extLst xmlns:a="http://schemas.openxmlformats.org/drawingml/2006/main">
              <a:ext uri="{FF2B5EF4-FFF2-40B4-BE49-F238E27FC236}">
                <a16:creationId xmlns:a16="http://schemas.microsoft.com/office/drawing/2014/main" id="{7C2D182F-6A97-4B9B-8996-6406248F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512" y="703284"/>
            <a:ext cx="1812595" cy="508785"/>
          </a:xfrm>
          <a:custGeom xmlns:a="http://schemas.openxmlformats.org/drawingml/2006/main">
            <a:pathLst>
              <a:path w="1812595" h="508785">
                <a:moveTo>
                  <a:pt x="0" y="0"/>
                </a:moveTo>
                <a:lnTo>
                  <a:pt x="1812595" y="0"/>
                </a:lnTo>
                <a:lnTo>
                  <a:pt x="1812595" y="508785"/>
                </a:lnTo>
                <a:lnTo>
                  <a:pt x="0" y="5087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000000"/>
            </a:solidFill>
            <a:prstDash val="solid"/>
          </a:ln>
        </p:spPr>
      </p:sp>
      <p:sp>
        <p:nvSpPr>
          <p:cNvPr id="20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5D713FFF-CAB0-4CE0-B30B-6C07CFC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519" y="765714"/>
            <a:ext cx="16198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“lift kettle and pour </a:t>
            </a:r>
          </a:p>
        </p:txBody>
      </p:sp>
      <p:sp>
        <p:nvSpPr>
          <p:cNvPr id="21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29C1FF2F-DDC9-4C34-B647-D4209D7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1020" y="998885"/>
            <a:ext cx="123330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 into cup”</a:t>
            </a:r>
          </a:p>
        </p:txBody>
      </p:sp>
      <p:sp>
        <p:nvSpPr>
          <p:cNvPr id="2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E4C17443-C275-4269-8BE2-C15E2AF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509" y="1336946"/>
            <a:ext cx="1812595" cy="376973"/>
          </a:xfrm>
          <a:custGeom xmlns:a="http://schemas.openxmlformats.org/drawingml/2006/main">
            <a:pathLst>
              <a:path w="1812595" h="376973">
                <a:moveTo>
                  <a:pt x="0" y="0"/>
                </a:moveTo>
                <a:lnTo>
                  <a:pt x="1812595" y="0"/>
                </a:lnTo>
                <a:lnTo>
                  <a:pt x="1812595" y="376973"/>
                </a:lnTo>
                <a:lnTo>
                  <a:pt x="0" y="3769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46">
            <a:extLst xmlns:a="http://schemas.openxmlformats.org/drawingml/2006/main">
              <a:ext uri="{FF2B5EF4-FFF2-40B4-BE49-F238E27FC236}">
                <a16:creationId xmlns:a16="http://schemas.microsoft.com/office/drawing/2014/main" id="{CC9A9348-56B2-459A-8D99-344C1FA8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509" y="1336946"/>
            <a:ext cx="1812595" cy="376973"/>
          </a:xfrm>
          <a:custGeom xmlns:a="http://schemas.openxmlformats.org/drawingml/2006/main">
            <a:pathLst>
              <a:path w="1812595" h="376973">
                <a:moveTo>
                  <a:pt x="0" y="0"/>
                </a:moveTo>
                <a:lnTo>
                  <a:pt x="1812595" y="0"/>
                </a:lnTo>
                <a:lnTo>
                  <a:pt x="1812595" y="376973"/>
                </a:lnTo>
                <a:lnTo>
                  <a:pt x="0" y="3769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000000"/>
            </a:solidFill>
            <a:prstDash val="solid"/>
          </a:ln>
        </p:spPr>
      </p:sp>
      <p:sp>
        <p:nvSpPr>
          <p:cNvPr id="24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2E557BA7-85C6-4921-AAD9-22439F6D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6841" y="1444656"/>
            <a:ext cx="136134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“Remove the lid”</a:t>
            </a:r>
          </a:p>
        </p:txBody>
      </p:sp>
      <p:sp>
        <p:nvSpPr>
          <p:cNvPr id="2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D620ABF0-37AC-41C8-8B21-A750C912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493" y="1836800"/>
            <a:ext cx="371400" cy="26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6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9B657709-EDF1-4EFA-8558-3B13E117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49" y="3160410"/>
            <a:ext cx="194376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rPr>
              <a:t>ForeFormer</a:t>
            </a:r>
          </a:p>
        </p:txBody>
      </p:sp>
      <p:sp>
        <p:nvSpPr>
          <p:cNvPr id="27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D49310E1-3CE5-4021-ACD1-A9FA98E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195" y="3160410"/>
            <a:ext cx="19284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00A200"/>
                </a:solidFill>
                <a:latin typeface="Times New Roman"/>
                <a:ea typeface="Times New Roman"/>
                <a:cs typeface="Times New Roman"/>
              </a:rPr>
              <a:t>: </a:t>
            </a:r>
          </a:p>
        </p:txBody>
      </p:sp>
      <p:sp>
        <p:nvSpPr>
          <p:cNvPr id="28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6C8D0F9F-A566-47E1-8ADE-11E83A61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770" y="3206542"/>
            <a:ext cx="100777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Goal</a:t>
            </a:r>
          </a:p>
        </p:txBody>
      </p:sp>
      <p:sp>
        <p:nvSpPr>
          <p:cNvPr id="29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F957C91F-AE53-48A6-B4A7-B730466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627" y="3206542"/>
            <a:ext cx="97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30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639A96E9-FAD7-4336-9F6C-91E81C5E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99" y="3206542"/>
            <a:ext cx="204028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 Prediction</a:t>
            </a:r>
          </a:p>
        </p:txBody>
      </p:sp>
      <p:sp>
        <p:nvSpPr>
          <p:cNvPr id="31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D2DC7331-86CF-478E-AD9E-2084FB4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65" y="4989623"/>
            <a:ext cx="83980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Init </a:t>
            </a:r>
          </a:p>
        </p:txBody>
      </p:sp>
      <p:sp>
        <p:nvSpPr>
          <p:cNvPr id="32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2A6F4CD2-13C2-4CDD-B46E-B19C6D0A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14" y="5305092"/>
            <a:ext cx="55565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33" name="pdf-path-57">
            <a:extLst xmlns:a="http://schemas.openxmlformats.org/drawingml/2006/main">
              <a:ext uri="{FF2B5EF4-FFF2-40B4-BE49-F238E27FC236}">
                <a16:creationId xmlns:a16="http://schemas.microsoft.com/office/drawing/2014/main" id="{67F779BD-89B1-4BB4-B47D-1D4C732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7304" y="5413344"/>
            <a:ext cx="2075193" cy="764536"/>
          </a:xfrm>
          <a:custGeom xmlns:a="http://schemas.openxmlformats.org/drawingml/2006/main">
            <a:pathLst>
              <a:path w="2075193" h="764536">
                <a:moveTo>
                  <a:pt x="0" y="74855"/>
                </a:moveTo>
                <a:cubicBezTo>
                  <a:pt x="0" y="33513"/>
                  <a:pt x="33518" y="0"/>
                  <a:pt x="74863" y="0"/>
                </a:cubicBezTo>
                <a:lnTo>
                  <a:pt x="2000329" y="0"/>
                </a:lnTo>
                <a:cubicBezTo>
                  <a:pt x="2041675" y="0"/>
                  <a:pt x="2075193" y="33513"/>
                  <a:pt x="2075193" y="74855"/>
                </a:cubicBezTo>
                <a:lnTo>
                  <a:pt x="2075193" y="689681"/>
                </a:lnTo>
                <a:cubicBezTo>
                  <a:pt x="2075193" y="731023"/>
                  <a:pt x="2041675" y="764536"/>
                  <a:pt x="2000329" y="764536"/>
                </a:cubicBezTo>
                <a:lnTo>
                  <a:pt x="74863" y="764536"/>
                </a:lnTo>
                <a:cubicBezTo>
                  <a:pt x="33518" y="764536"/>
                  <a:pt x="0" y="731023"/>
                  <a:pt x="0" y="689681"/>
                </a:cubicBezTo>
                <a:lnTo>
                  <a:pt x="0" y="7485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58">
            <a:extLst xmlns:a="http://schemas.openxmlformats.org/drawingml/2006/main">
              <a:ext uri="{FF2B5EF4-FFF2-40B4-BE49-F238E27FC236}">
                <a16:creationId xmlns:a16="http://schemas.microsoft.com/office/drawing/2014/main" id="{A1DF19B8-9383-474E-8FF0-9914B310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7304" y="5413344"/>
            <a:ext cx="2075192" cy="764536"/>
          </a:xfrm>
          <a:custGeom xmlns:a="http://schemas.openxmlformats.org/drawingml/2006/main">
            <a:pathLst>
              <a:path w="2075192" h="764536">
                <a:moveTo>
                  <a:pt x="0" y="74855"/>
                </a:moveTo>
                <a:cubicBezTo>
                  <a:pt x="0" y="33514"/>
                  <a:pt x="33517" y="0"/>
                  <a:pt x="74862" y="0"/>
                </a:cubicBezTo>
                <a:lnTo>
                  <a:pt x="2000329" y="0"/>
                </a:lnTo>
                <a:cubicBezTo>
                  <a:pt x="2041675" y="0"/>
                  <a:pt x="2075192" y="33514"/>
                  <a:pt x="2075192" y="74855"/>
                </a:cubicBezTo>
                <a:lnTo>
                  <a:pt x="2075192" y="689681"/>
                </a:lnTo>
                <a:cubicBezTo>
                  <a:pt x="2075192" y="731021"/>
                  <a:pt x="2041675" y="764536"/>
                  <a:pt x="2000329" y="764536"/>
                </a:cubicBezTo>
                <a:lnTo>
                  <a:pt x="74862" y="764536"/>
                </a:lnTo>
                <a:cubicBezTo>
                  <a:pt x="33517" y="764536"/>
                  <a:pt x="0" y="731021"/>
                  <a:pt x="0" y="689681"/>
                </a:cubicBezTo>
                <a:lnTo>
                  <a:pt x="0" y="7485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5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2EC8782F-440B-4CF0-82FD-3DDB5AA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544" y="3981496"/>
            <a:ext cx="94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 Goal </a:t>
            </a:r>
          </a:p>
        </p:txBody>
      </p:sp>
      <p:sp>
        <p:nvSpPr>
          <p:cNvPr id="36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972A361A-5217-44C2-82EE-C88C0A5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265" y="4296965"/>
            <a:ext cx="55565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37" name="pdf-path-61">
            <a:extLst xmlns:a="http://schemas.openxmlformats.org/drawingml/2006/main">
              <a:ext uri="{FF2B5EF4-FFF2-40B4-BE49-F238E27FC236}">
                <a16:creationId xmlns:a16="http://schemas.microsoft.com/office/drawing/2014/main" id="{18AEB465-46D8-4B33-BE10-C2CDDAB4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02" y="1429552"/>
            <a:ext cx="515259" cy="61299"/>
          </a:xfrm>
          <a:custGeom xmlns:a="http://schemas.openxmlformats.org/drawingml/2006/main">
            <a:pathLst>
              <a:path w="515259" h="61299">
                <a:moveTo>
                  <a:pt x="3" y="0"/>
                </a:moveTo>
                <a:lnTo>
                  <a:pt x="438629" y="0"/>
                </a:lnTo>
                <a:lnTo>
                  <a:pt x="438629" y="30650"/>
                </a:lnTo>
                <a:lnTo>
                  <a:pt x="0" y="30650"/>
                </a:lnTo>
                <a:lnTo>
                  <a:pt x="3" y="0"/>
                </a:lnTo>
                <a:moveTo>
                  <a:pt x="423304" y="-30647"/>
                </a:moveTo>
                <a:lnTo>
                  <a:pt x="515259" y="15324"/>
                </a:lnTo>
                <a:lnTo>
                  <a:pt x="423304" y="61299"/>
                </a:lnTo>
                <a:lnTo>
                  <a:pt x="423304" y="-306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9AA988FB-B6C5-48CC-97C2-75B99455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7304" y="3843760"/>
            <a:ext cx="2071158" cy="763124"/>
          </a:xfrm>
          <a:custGeom xmlns:a="http://schemas.openxmlformats.org/drawingml/2006/main">
            <a:pathLst>
              <a:path w="2071158" h="763124">
                <a:moveTo>
                  <a:pt x="0" y="74715"/>
                </a:moveTo>
                <a:cubicBezTo>
                  <a:pt x="0" y="33450"/>
                  <a:pt x="33455" y="0"/>
                  <a:pt x="74723" y="0"/>
                </a:cubicBezTo>
                <a:lnTo>
                  <a:pt x="1996435" y="0"/>
                </a:lnTo>
                <a:cubicBezTo>
                  <a:pt x="2037703" y="0"/>
                  <a:pt x="2071158" y="33450"/>
                  <a:pt x="2071158" y="74715"/>
                </a:cubicBezTo>
                <a:lnTo>
                  <a:pt x="2071158" y="688406"/>
                </a:lnTo>
                <a:cubicBezTo>
                  <a:pt x="2071158" y="729671"/>
                  <a:pt x="2037703" y="763124"/>
                  <a:pt x="1996435" y="763124"/>
                </a:cubicBezTo>
                <a:lnTo>
                  <a:pt x="74723" y="763124"/>
                </a:lnTo>
                <a:cubicBezTo>
                  <a:pt x="33455" y="763124"/>
                  <a:pt x="0" y="729671"/>
                  <a:pt x="0" y="688406"/>
                </a:cubicBezTo>
                <a:lnTo>
                  <a:pt x="0" y="7471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D912B015-8A67-44B7-9564-1540816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7304" y="3843760"/>
            <a:ext cx="2071159" cy="763124"/>
          </a:xfrm>
          <a:custGeom xmlns:a="http://schemas.openxmlformats.org/drawingml/2006/main">
            <a:pathLst>
              <a:path w="2071159" h="763124">
                <a:moveTo>
                  <a:pt x="0" y="74716"/>
                </a:moveTo>
                <a:cubicBezTo>
                  <a:pt x="0" y="33452"/>
                  <a:pt x="33455" y="0"/>
                  <a:pt x="74724" y="0"/>
                </a:cubicBezTo>
                <a:lnTo>
                  <a:pt x="1996435" y="0"/>
                </a:lnTo>
                <a:cubicBezTo>
                  <a:pt x="2037703" y="0"/>
                  <a:pt x="2071159" y="33452"/>
                  <a:pt x="2071159" y="74716"/>
                </a:cubicBezTo>
                <a:lnTo>
                  <a:pt x="2071159" y="688407"/>
                </a:lnTo>
                <a:cubicBezTo>
                  <a:pt x="2071159" y="729672"/>
                  <a:pt x="2037703" y="763124"/>
                  <a:pt x="1996435" y="763124"/>
                </a:cubicBezTo>
                <a:lnTo>
                  <a:pt x="74724" y="763124"/>
                </a:lnTo>
                <a:cubicBezTo>
                  <a:pt x="33455" y="763124"/>
                  <a:pt x="0" y="729672"/>
                  <a:pt x="0" y="688407"/>
                </a:cubicBezTo>
                <a:lnTo>
                  <a:pt x="0" y="7471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0" name="pdf-path-65">
            <a:extLst xmlns:a="http://schemas.openxmlformats.org/drawingml/2006/main">
              <a:ext uri="{FF2B5EF4-FFF2-40B4-BE49-F238E27FC236}">
                <a16:creationId xmlns:a16="http://schemas.microsoft.com/office/drawing/2014/main" id="{9748DF78-A573-4F9C-B8F4-60938F4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0659" y="4209996"/>
            <a:ext cx="586650" cy="61299"/>
          </a:xfrm>
          <a:custGeom xmlns:a="http://schemas.openxmlformats.org/drawingml/2006/main">
            <a:pathLst>
              <a:path w="586650" h="61299">
                <a:moveTo>
                  <a:pt x="0" y="0"/>
                </a:moveTo>
                <a:lnTo>
                  <a:pt x="510021" y="0"/>
                </a:lnTo>
                <a:lnTo>
                  <a:pt x="510021" y="30650"/>
                </a:lnTo>
                <a:lnTo>
                  <a:pt x="0" y="30647"/>
                </a:lnTo>
                <a:lnTo>
                  <a:pt x="0" y="0"/>
                </a:lnTo>
                <a:moveTo>
                  <a:pt x="494693" y="-30649"/>
                </a:moveTo>
                <a:lnTo>
                  <a:pt x="586650" y="15325"/>
                </a:lnTo>
                <a:lnTo>
                  <a:pt x="494693" y="61299"/>
                </a:lnTo>
                <a:lnTo>
                  <a:pt x="494693" y="-306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66">
            <a:extLst xmlns:a="http://schemas.openxmlformats.org/drawingml/2006/main">
              <a:ext uri="{FF2B5EF4-FFF2-40B4-BE49-F238E27FC236}">
                <a16:creationId xmlns:a16="http://schemas.microsoft.com/office/drawing/2014/main" id="{23024CE3-9E7C-4532-A31E-0EE9A4A9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8469" y="4209996"/>
            <a:ext cx="1250833" cy="61299"/>
          </a:xfrm>
          <a:custGeom xmlns:a="http://schemas.openxmlformats.org/drawingml/2006/main">
            <a:pathLst>
              <a:path w="1250833" h="61299">
                <a:moveTo>
                  <a:pt x="0" y="0"/>
                </a:moveTo>
                <a:lnTo>
                  <a:pt x="1174204" y="0"/>
                </a:lnTo>
                <a:lnTo>
                  <a:pt x="1174204" y="30650"/>
                </a:lnTo>
                <a:lnTo>
                  <a:pt x="0" y="30647"/>
                </a:lnTo>
                <a:lnTo>
                  <a:pt x="0" y="0"/>
                </a:lnTo>
                <a:moveTo>
                  <a:pt x="1158876" y="-30649"/>
                </a:moveTo>
                <a:lnTo>
                  <a:pt x="1250833" y="15325"/>
                </a:lnTo>
                <a:lnTo>
                  <a:pt x="1158876" y="61299"/>
                </a:lnTo>
                <a:lnTo>
                  <a:pt x="1158876" y="-306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BBAB6FC3-2588-4B5C-A618-B584E91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8834" y="3645454"/>
            <a:ext cx="76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 </a:t>
            </a:r>
          </a:p>
        </p:txBody>
      </p:sp>
      <p:sp>
        <p:nvSpPr>
          <p:cNvPr id="4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AEED91C2-84FF-411D-90F0-A7462FF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1899" y="3960923"/>
            <a:ext cx="62246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</a:t>
            </a:r>
          </a:p>
        </p:txBody>
      </p:sp>
      <p:sp>
        <p:nvSpPr>
          <p:cNvPr id="44" name="pdf-path-69">
            <a:extLst xmlns:a="http://schemas.openxmlformats.org/drawingml/2006/main">
              <a:ext uri="{FF2B5EF4-FFF2-40B4-BE49-F238E27FC236}">
                <a16:creationId xmlns:a16="http://schemas.microsoft.com/office/drawing/2014/main" id="{17B92461-A38C-44AF-A3B5-F1C8E9BD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1248" y="5413344"/>
            <a:ext cx="502074" cy="764536"/>
          </a:xfrm>
          <a:custGeom xmlns:a="http://schemas.openxmlformats.org/drawingml/2006/main">
            <a:pathLst>
              <a:path w="502074" h="764536">
                <a:moveTo>
                  <a:pt x="0" y="49152"/>
                </a:moveTo>
                <a:cubicBezTo>
                  <a:pt x="0" y="22006"/>
                  <a:pt x="22009" y="0"/>
                  <a:pt x="49158" y="0"/>
                </a:cubicBezTo>
                <a:lnTo>
                  <a:pt x="452914" y="0"/>
                </a:lnTo>
                <a:cubicBezTo>
                  <a:pt x="480063" y="0"/>
                  <a:pt x="502074" y="22006"/>
                  <a:pt x="502074" y="49152"/>
                </a:cubicBezTo>
                <a:lnTo>
                  <a:pt x="502074" y="715384"/>
                </a:lnTo>
                <a:cubicBezTo>
                  <a:pt x="502074" y="742531"/>
                  <a:pt x="480063" y="764536"/>
                  <a:pt x="452914" y="764536"/>
                </a:cubicBezTo>
                <a:lnTo>
                  <a:pt x="49158" y="764536"/>
                </a:lnTo>
                <a:cubicBezTo>
                  <a:pt x="22009" y="764536"/>
                  <a:pt x="0" y="742531"/>
                  <a:pt x="0" y="715384"/>
                </a:cubicBezTo>
                <a:lnTo>
                  <a:pt x="0" y="49152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70">
            <a:extLst xmlns:a="http://schemas.openxmlformats.org/drawingml/2006/main">
              <a:ext uri="{FF2B5EF4-FFF2-40B4-BE49-F238E27FC236}">
                <a16:creationId xmlns:a16="http://schemas.microsoft.com/office/drawing/2014/main" id="{1A4A7309-F360-491C-92B8-DA1047AA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1248" y="5413344"/>
            <a:ext cx="502074" cy="764536"/>
          </a:xfrm>
          <a:custGeom xmlns:a="http://schemas.openxmlformats.org/drawingml/2006/main">
            <a:pathLst>
              <a:path w="502074" h="764536">
                <a:moveTo>
                  <a:pt x="0" y="49153"/>
                </a:moveTo>
                <a:cubicBezTo>
                  <a:pt x="0" y="22006"/>
                  <a:pt x="22009" y="0"/>
                  <a:pt x="49158" y="0"/>
                </a:cubicBezTo>
                <a:lnTo>
                  <a:pt x="452916" y="0"/>
                </a:lnTo>
                <a:cubicBezTo>
                  <a:pt x="480065" y="0"/>
                  <a:pt x="502074" y="22006"/>
                  <a:pt x="502074" y="49153"/>
                </a:cubicBezTo>
                <a:lnTo>
                  <a:pt x="502074" y="715382"/>
                </a:lnTo>
                <a:cubicBezTo>
                  <a:pt x="502074" y="742529"/>
                  <a:pt x="480065" y="764536"/>
                  <a:pt x="452916" y="764536"/>
                </a:cubicBezTo>
                <a:lnTo>
                  <a:pt x="49158" y="764536"/>
                </a:lnTo>
                <a:cubicBezTo>
                  <a:pt x="22009" y="764536"/>
                  <a:pt x="0" y="742529"/>
                  <a:pt x="0" y="715382"/>
                </a:cubicBezTo>
                <a:lnTo>
                  <a:pt x="0" y="491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58D0B97E-9AB9-4EC2-8434-FCFAA790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02" y="3843760"/>
            <a:ext cx="502074" cy="763124"/>
          </a:xfrm>
          <a:custGeom xmlns:a="http://schemas.openxmlformats.org/drawingml/2006/main">
            <a:pathLst>
              <a:path w="502074" h="763124">
                <a:moveTo>
                  <a:pt x="0" y="49152"/>
                </a:moveTo>
                <a:cubicBezTo>
                  <a:pt x="0" y="22005"/>
                  <a:pt x="22012" y="0"/>
                  <a:pt x="49161" y="0"/>
                </a:cubicBezTo>
                <a:lnTo>
                  <a:pt x="452917" y="0"/>
                </a:lnTo>
                <a:cubicBezTo>
                  <a:pt x="480066" y="0"/>
                  <a:pt x="502074" y="22005"/>
                  <a:pt x="502074" y="49152"/>
                </a:cubicBezTo>
                <a:lnTo>
                  <a:pt x="502074" y="713970"/>
                </a:lnTo>
                <a:cubicBezTo>
                  <a:pt x="502074" y="741118"/>
                  <a:pt x="480066" y="763124"/>
                  <a:pt x="452917" y="763124"/>
                </a:cubicBezTo>
                <a:lnTo>
                  <a:pt x="49161" y="763124"/>
                </a:lnTo>
                <a:cubicBezTo>
                  <a:pt x="22012" y="763124"/>
                  <a:pt x="0" y="741118"/>
                  <a:pt x="0" y="713970"/>
                </a:cubicBezTo>
                <a:lnTo>
                  <a:pt x="0" y="49152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BB175CFF-AE8C-4EFD-BE0B-CDDA5E4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02" y="3843760"/>
            <a:ext cx="502074" cy="763124"/>
          </a:xfrm>
          <a:custGeom xmlns:a="http://schemas.openxmlformats.org/drawingml/2006/main">
            <a:pathLst>
              <a:path w="502074" h="763124">
                <a:moveTo>
                  <a:pt x="0" y="49153"/>
                </a:moveTo>
                <a:cubicBezTo>
                  <a:pt x="0" y="22007"/>
                  <a:pt x="22009" y="0"/>
                  <a:pt x="49159" y="0"/>
                </a:cubicBezTo>
                <a:lnTo>
                  <a:pt x="452916" y="0"/>
                </a:lnTo>
                <a:cubicBezTo>
                  <a:pt x="480065" y="0"/>
                  <a:pt x="502074" y="22007"/>
                  <a:pt x="502074" y="49153"/>
                </a:cubicBezTo>
                <a:lnTo>
                  <a:pt x="502074" y="713970"/>
                </a:lnTo>
                <a:cubicBezTo>
                  <a:pt x="502074" y="741117"/>
                  <a:pt x="480065" y="763124"/>
                  <a:pt x="452916" y="763124"/>
                </a:cubicBezTo>
                <a:lnTo>
                  <a:pt x="49159" y="763124"/>
                </a:lnTo>
                <a:cubicBezTo>
                  <a:pt x="22009" y="763124"/>
                  <a:pt x="0" y="741117"/>
                  <a:pt x="0" y="713970"/>
                </a:cubicBezTo>
                <a:lnTo>
                  <a:pt x="0" y="491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8" name="pdf-path-76">
            <a:extLst xmlns:a="http://schemas.openxmlformats.org/drawingml/2006/main">
              <a:ext uri="{FF2B5EF4-FFF2-40B4-BE49-F238E27FC236}">
                <a16:creationId xmlns:a16="http://schemas.microsoft.com/office/drawing/2014/main" id="{C0271743-B9FE-4FAC-BE8B-D8D7D0BD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8699" y="4606843"/>
            <a:ext cx="61342" cy="806501"/>
          </a:xfrm>
          <a:custGeom xmlns:a="http://schemas.openxmlformats.org/drawingml/2006/main">
            <a:pathLst>
              <a:path w="61342" h="806501">
                <a:moveTo>
                  <a:pt x="59516" y="0"/>
                </a:moveTo>
                <a:lnTo>
                  <a:pt x="61342" y="729840"/>
                </a:lnTo>
                <a:lnTo>
                  <a:pt x="30690" y="729917"/>
                </a:lnTo>
                <a:lnTo>
                  <a:pt x="28864" y="78"/>
                </a:lnTo>
                <a:lnTo>
                  <a:pt x="59516" y="0"/>
                </a:lnTo>
                <a:moveTo>
                  <a:pt x="91954" y="714438"/>
                </a:moveTo>
                <a:lnTo>
                  <a:pt x="46206" y="806501"/>
                </a:lnTo>
                <a:lnTo>
                  <a:pt x="0" y="714670"/>
                </a:lnTo>
                <a:lnTo>
                  <a:pt x="91954" y="7144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77">
            <a:extLst xmlns:a="http://schemas.openxmlformats.org/drawingml/2006/main">
              <a:ext uri="{FF2B5EF4-FFF2-40B4-BE49-F238E27FC236}">
                <a16:creationId xmlns:a16="http://schemas.microsoft.com/office/drawing/2014/main" id="{BB583373-63A4-4FCC-A50F-AA6CECB2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2498" y="5780287"/>
            <a:ext cx="1248742" cy="61299"/>
          </a:xfrm>
          <a:custGeom xmlns:a="http://schemas.openxmlformats.org/drawingml/2006/main">
            <a:pathLst>
              <a:path w="1248742" h="61299">
                <a:moveTo>
                  <a:pt x="0" y="0"/>
                </a:moveTo>
                <a:lnTo>
                  <a:pt x="1172112" y="0"/>
                </a:lnTo>
                <a:lnTo>
                  <a:pt x="1172112" y="30650"/>
                </a:lnTo>
                <a:lnTo>
                  <a:pt x="0" y="30650"/>
                </a:lnTo>
                <a:close/>
                <a:moveTo>
                  <a:pt x="1156788" y="-30650"/>
                </a:moveTo>
                <a:lnTo>
                  <a:pt x="1248742" y="15325"/>
                </a:lnTo>
                <a:lnTo>
                  <a:pt x="1156788" y="61299"/>
                </a:lnTo>
                <a:lnTo>
                  <a:pt x="1156788" y="-306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5292B5FB-B606-44BE-9EEA-C4076D7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7028" y="5645499"/>
            <a:ext cx="192053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51" name="pdf-path-79">
            <a:extLst xmlns:a="http://schemas.openxmlformats.org/drawingml/2006/main">
              <a:ext uri="{FF2B5EF4-FFF2-40B4-BE49-F238E27FC236}">
                <a16:creationId xmlns:a16="http://schemas.microsoft.com/office/drawing/2014/main" id="{5F07F9F1-5FD7-4F3B-AE3F-4DDF3F1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6082" y="4606883"/>
            <a:ext cx="90457" cy="806461"/>
          </a:xfrm>
          <a:custGeom xmlns:a="http://schemas.openxmlformats.org/drawingml/2006/main">
            <a:pathLst>
              <a:path w="90457" h="806461">
                <a:moveTo>
                  <a:pt x="59767" y="76584"/>
                </a:moveTo>
                <a:lnTo>
                  <a:pt x="61342" y="729802"/>
                </a:lnTo>
                <a:lnTo>
                  <a:pt x="30690" y="729877"/>
                </a:lnTo>
                <a:lnTo>
                  <a:pt x="29115" y="76658"/>
                </a:lnTo>
                <a:lnTo>
                  <a:pt x="59767" y="76584"/>
                </a:lnTo>
                <a:moveTo>
                  <a:pt x="-1500" y="92057"/>
                </a:moveTo>
                <a:lnTo>
                  <a:pt x="44257" y="0"/>
                </a:lnTo>
                <a:lnTo>
                  <a:pt x="90457" y="91835"/>
                </a:lnTo>
                <a:lnTo>
                  <a:pt x="-1500" y="92057"/>
                </a:lnTo>
                <a:moveTo>
                  <a:pt x="91957" y="714404"/>
                </a:moveTo>
                <a:lnTo>
                  <a:pt x="46200" y="806461"/>
                </a:lnTo>
                <a:lnTo>
                  <a:pt x="0" y="714624"/>
                </a:lnTo>
                <a:lnTo>
                  <a:pt x="91957" y="7144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85">
            <a:extLst xmlns:a="http://schemas.openxmlformats.org/drawingml/2006/main">
              <a:ext uri="{FF2B5EF4-FFF2-40B4-BE49-F238E27FC236}">
                <a16:creationId xmlns:a16="http://schemas.microsoft.com/office/drawing/2014/main" id="{71D33AC8-0559-4533-B8DA-BA8BCACC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239" y="5899311"/>
            <a:ext cx="1215421" cy="711909"/>
          </a:xfrm>
          <a:custGeom xmlns:a="http://schemas.openxmlformats.org/drawingml/2006/main">
            <a:pathLst>
              <a:path w="1215421" h="711909">
                <a:moveTo>
                  <a:pt x="0" y="0"/>
                </a:moveTo>
                <a:lnTo>
                  <a:pt x="1215421" y="0"/>
                </a:lnTo>
                <a:lnTo>
                  <a:pt x="1215421" y="711909"/>
                </a:lnTo>
                <a:lnTo>
                  <a:pt x="0" y="7119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86">
            <a:extLst xmlns:a="http://schemas.openxmlformats.org/drawingml/2006/main">
              <a:ext uri="{FF2B5EF4-FFF2-40B4-BE49-F238E27FC236}">
                <a16:creationId xmlns:a16="http://schemas.microsoft.com/office/drawing/2014/main" id="{B47CDE03-955E-4B64-9D37-C8C0CFF1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239" y="5899311"/>
            <a:ext cx="1215419" cy="711910"/>
          </a:xfrm>
          <a:custGeom xmlns:a="http://schemas.openxmlformats.org/drawingml/2006/main">
            <a:pathLst>
              <a:path w="1215419" h="711910">
                <a:moveTo>
                  <a:pt x="0" y="0"/>
                </a:moveTo>
                <a:lnTo>
                  <a:pt x="1215419" y="0"/>
                </a:lnTo>
                <a:lnTo>
                  <a:pt x="1215419" y="711910"/>
                </a:lnTo>
                <a:lnTo>
                  <a:pt x="0" y="7119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000000"/>
            </a:solidFill>
            <a:prstDash val="solid"/>
          </a:ln>
        </p:spPr>
      </p:sp>
      <p:sp>
        <p:nvSpPr>
          <p:cNvPr id="5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B962C7C3-D1A4-41F1-9E84-F5E29C5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925" y="6018323"/>
            <a:ext cx="51901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55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A10F6930-69A2-446C-85D2-2E6BE7FD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614" y="5943502"/>
            <a:ext cx="11907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“lift kettle and </a:t>
            </a:r>
          </a:p>
        </p:txBody>
      </p:sp>
      <p:sp>
        <p:nvSpPr>
          <p:cNvPr id="5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F9EFF2C5-5358-48FE-97F7-156E916B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796" y="6169818"/>
            <a:ext cx="9243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pour water </a:t>
            </a:r>
          </a:p>
        </p:txBody>
      </p:sp>
      <p:sp>
        <p:nvSpPr>
          <p:cNvPr id="5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B79A5183-5C2C-4503-A030-B0F84A1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600" y="6396131"/>
            <a:ext cx="73523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into cup”</a:t>
            </a:r>
          </a:p>
        </p:txBody>
      </p:sp>
      <p:sp>
        <p:nvSpPr>
          <p:cNvPr id="5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FE7B3541-DF83-40F6-B3CD-E0E2F2DF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360" y="4095592"/>
            <a:ext cx="134472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Diffusion</a:t>
            </a:r>
          </a:p>
        </p:txBody>
      </p:sp>
      <p:sp>
        <p:nvSpPr>
          <p:cNvPr id="5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1865FF7A-B1E3-4E85-A1DD-E0E3833D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2336" y="4749592"/>
            <a:ext cx="82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Noised </a:t>
            </a:r>
          </a:p>
        </p:txBody>
      </p:sp>
      <p:sp>
        <p:nvSpPr>
          <p:cNvPr id="6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27635388-5FAA-4FE3-8813-C8902EA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4171" y="5065061"/>
            <a:ext cx="112040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 State</a:t>
            </a:r>
          </a:p>
        </p:txBody>
      </p:sp>
      <p:sp>
        <p:nvSpPr>
          <p:cNvPr id="61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A0928B35-D859-4044-B9E5-158A931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4186" y="5846873"/>
            <a:ext cx="104418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Predicted</a:t>
            </a:r>
          </a:p>
        </p:txBody>
      </p:sp>
      <p:sp>
        <p:nvSpPr>
          <p:cNvPr id="62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C9943A59-80F9-4584-BCDA-0AF9254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4921" y="6162342"/>
            <a:ext cx="62246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</a:t>
            </a:r>
          </a:p>
        </p:txBody>
      </p:sp>
      <p:sp>
        <p:nvSpPr>
          <p:cNvPr id="63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55ECFAA8-0133-4A33-9020-3C60D2C3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4537" y="4758943"/>
            <a:ext cx="32170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Err</a:t>
            </a:r>
          </a:p>
        </p:txBody>
      </p:sp>
      <p:sp>
        <p:nvSpPr>
          <p:cNvPr id="64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E89AD129-89C6-467E-9885-001CF2EE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139" y="5012689"/>
            <a:ext cx="397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</a:t>
            </a:r>
          </a:p>
        </p:txBody>
      </p:sp>
      <p:sp>
        <p:nvSpPr>
          <p:cNvPr id="65" name="pdf-path-98">
            <a:extLst xmlns:a="http://schemas.openxmlformats.org/drawingml/2006/main">
              <a:ext uri="{FF2B5EF4-FFF2-40B4-BE49-F238E27FC236}">
                <a16:creationId xmlns:a16="http://schemas.microsoft.com/office/drawing/2014/main" id="{19DCE20E-33B3-4D11-B66B-868BCDB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4697" y="5186933"/>
            <a:ext cx="582608" cy="635189"/>
          </a:xfrm>
          <a:custGeom xmlns:a="http://schemas.openxmlformats.org/drawingml/2006/main">
            <a:pathLst>
              <a:path w="582608" h="635189">
                <a:moveTo>
                  <a:pt x="1915" y="0"/>
                </a:moveTo>
                <a:lnTo>
                  <a:pt x="30055" y="1761"/>
                </a:lnTo>
                <a:lnTo>
                  <a:pt x="58807" y="7041"/>
                </a:lnTo>
                <a:lnTo>
                  <a:pt x="86968" y="15516"/>
                </a:lnTo>
                <a:lnTo>
                  <a:pt x="114328" y="26935"/>
                </a:lnTo>
                <a:lnTo>
                  <a:pt x="140692" y="41048"/>
                </a:lnTo>
                <a:lnTo>
                  <a:pt x="166135" y="57801"/>
                </a:lnTo>
                <a:lnTo>
                  <a:pt x="211881" y="97244"/>
                </a:lnTo>
                <a:lnTo>
                  <a:pt x="250751" y="144161"/>
                </a:lnTo>
                <a:lnTo>
                  <a:pt x="280621" y="196356"/>
                </a:lnTo>
                <a:lnTo>
                  <a:pt x="291917" y="224528"/>
                </a:lnTo>
                <a:lnTo>
                  <a:pt x="300200" y="253178"/>
                </a:lnTo>
                <a:lnTo>
                  <a:pt x="305361" y="282413"/>
                </a:lnTo>
                <a:lnTo>
                  <a:pt x="307081" y="311068"/>
                </a:lnTo>
                <a:lnTo>
                  <a:pt x="308750" y="338845"/>
                </a:lnTo>
                <a:lnTo>
                  <a:pt x="308545" y="337103"/>
                </a:lnTo>
                <a:lnTo>
                  <a:pt x="313408" y="364663"/>
                </a:lnTo>
                <a:lnTo>
                  <a:pt x="313039" y="363069"/>
                </a:lnTo>
                <a:lnTo>
                  <a:pt x="320883" y="390198"/>
                </a:lnTo>
                <a:lnTo>
                  <a:pt x="320386" y="388752"/>
                </a:lnTo>
                <a:lnTo>
                  <a:pt x="331001" y="415226"/>
                </a:lnTo>
                <a:lnTo>
                  <a:pt x="330079" y="413317"/>
                </a:lnTo>
                <a:lnTo>
                  <a:pt x="358762" y="463441"/>
                </a:lnTo>
                <a:lnTo>
                  <a:pt x="357265" y="461278"/>
                </a:lnTo>
                <a:lnTo>
                  <a:pt x="394469" y="506186"/>
                </a:lnTo>
                <a:lnTo>
                  <a:pt x="392675" y="504357"/>
                </a:lnTo>
                <a:lnTo>
                  <a:pt x="436694" y="542314"/>
                </a:lnTo>
                <a:lnTo>
                  <a:pt x="435118" y="541119"/>
                </a:lnTo>
                <a:lnTo>
                  <a:pt x="459152" y="556947"/>
                </a:lnTo>
                <a:lnTo>
                  <a:pt x="457955" y="556236"/>
                </a:lnTo>
                <a:lnTo>
                  <a:pt x="483055" y="569671"/>
                </a:lnTo>
                <a:lnTo>
                  <a:pt x="480454" y="568574"/>
                </a:lnTo>
                <a:lnTo>
                  <a:pt x="512182" y="578635"/>
                </a:lnTo>
                <a:lnTo>
                  <a:pt x="502915" y="607850"/>
                </a:lnTo>
                <a:lnTo>
                  <a:pt x="469836" y="597360"/>
                </a:lnTo>
                <a:lnTo>
                  <a:pt x="442873" y="582927"/>
                </a:lnTo>
                <a:lnTo>
                  <a:pt x="417429" y="566171"/>
                </a:lnTo>
                <a:lnTo>
                  <a:pt x="371684" y="526729"/>
                </a:lnTo>
                <a:lnTo>
                  <a:pt x="332816" y="479812"/>
                </a:lnTo>
                <a:lnTo>
                  <a:pt x="302946" y="427617"/>
                </a:lnTo>
                <a:lnTo>
                  <a:pt x="291651" y="399445"/>
                </a:lnTo>
                <a:lnTo>
                  <a:pt x="283364" y="370798"/>
                </a:lnTo>
                <a:lnTo>
                  <a:pt x="278206" y="341563"/>
                </a:lnTo>
                <a:lnTo>
                  <a:pt x="276486" y="312905"/>
                </a:lnTo>
                <a:lnTo>
                  <a:pt x="274818" y="285127"/>
                </a:lnTo>
                <a:lnTo>
                  <a:pt x="275023" y="286871"/>
                </a:lnTo>
                <a:lnTo>
                  <a:pt x="270157" y="259310"/>
                </a:lnTo>
                <a:lnTo>
                  <a:pt x="270528" y="260904"/>
                </a:lnTo>
                <a:lnTo>
                  <a:pt x="262681" y="233778"/>
                </a:lnTo>
                <a:lnTo>
                  <a:pt x="263179" y="235224"/>
                </a:lnTo>
                <a:lnTo>
                  <a:pt x="252566" y="208746"/>
                </a:lnTo>
                <a:lnTo>
                  <a:pt x="253489" y="210655"/>
                </a:lnTo>
                <a:lnTo>
                  <a:pt x="224803" y="160532"/>
                </a:lnTo>
                <a:lnTo>
                  <a:pt x="226303" y="162697"/>
                </a:lnTo>
                <a:lnTo>
                  <a:pt x="189098" y="117786"/>
                </a:lnTo>
                <a:lnTo>
                  <a:pt x="190893" y="119618"/>
                </a:lnTo>
                <a:lnTo>
                  <a:pt x="146870" y="81662"/>
                </a:lnTo>
                <a:lnTo>
                  <a:pt x="148450" y="82853"/>
                </a:lnTo>
                <a:lnTo>
                  <a:pt x="124415" y="67026"/>
                </a:lnTo>
                <a:lnTo>
                  <a:pt x="125610" y="67737"/>
                </a:lnTo>
                <a:lnTo>
                  <a:pt x="100510" y="54301"/>
                </a:lnTo>
                <a:lnTo>
                  <a:pt x="101842" y="54936"/>
                </a:lnTo>
                <a:lnTo>
                  <a:pt x="75890" y="44106"/>
                </a:lnTo>
                <a:lnTo>
                  <a:pt x="77376" y="44637"/>
                </a:lnTo>
                <a:lnTo>
                  <a:pt x="50786" y="36634"/>
                </a:lnTo>
                <a:lnTo>
                  <a:pt x="52435" y="37030"/>
                </a:lnTo>
                <a:lnTo>
                  <a:pt x="25418" y="32070"/>
                </a:lnTo>
                <a:lnTo>
                  <a:pt x="27229" y="32293"/>
                </a:lnTo>
                <a:lnTo>
                  <a:pt x="0" y="30589"/>
                </a:lnTo>
                <a:lnTo>
                  <a:pt x="1915" y="0"/>
                </a:lnTo>
                <a:moveTo>
                  <a:pt x="501800" y="545125"/>
                </a:moveTo>
                <a:lnTo>
                  <a:pt x="582608" y="608679"/>
                </a:lnTo>
                <a:lnTo>
                  <a:pt x="483274" y="635189"/>
                </a:lnTo>
                <a:lnTo>
                  <a:pt x="501800" y="5451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99">
            <a:extLst xmlns:a="http://schemas.openxmlformats.org/drawingml/2006/main">
              <a:ext uri="{FF2B5EF4-FFF2-40B4-BE49-F238E27FC236}">
                <a16:creationId xmlns:a16="http://schemas.microsoft.com/office/drawing/2014/main" id="{4E739A77-5E14-4069-866E-BD5E5B6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4914" y="5765557"/>
            <a:ext cx="582390" cy="505012"/>
          </a:xfrm>
          <a:custGeom xmlns:a="http://schemas.openxmlformats.org/drawingml/2006/main">
            <a:pathLst>
              <a:path w="582390" h="505012">
                <a:moveTo>
                  <a:pt x="1480" y="505012"/>
                </a:moveTo>
                <a:lnTo>
                  <a:pt x="29424" y="503658"/>
                </a:lnTo>
                <a:lnTo>
                  <a:pt x="58130" y="499574"/>
                </a:lnTo>
                <a:lnTo>
                  <a:pt x="112823" y="484387"/>
                </a:lnTo>
                <a:lnTo>
                  <a:pt x="164175" y="460695"/>
                </a:lnTo>
                <a:lnTo>
                  <a:pt x="210235" y="429931"/>
                </a:lnTo>
                <a:lnTo>
                  <a:pt x="249380" y="393329"/>
                </a:lnTo>
                <a:lnTo>
                  <a:pt x="279623" y="352393"/>
                </a:lnTo>
                <a:lnTo>
                  <a:pt x="291222" y="329984"/>
                </a:lnTo>
                <a:lnTo>
                  <a:pt x="299749" y="307150"/>
                </a:lnTo>
                <a:lnTo>
                  <a:pt x="305090" y="283704"/>
                </a:lnTo>
                <a:lnTo>
                  <a:pt x="306847" y="261064"/>
                </a:lnTo>
                <a:lnTo>
                  <a:pt x="308516" y="239548"/>
                </a:lnTo>
                <a:lnTo>
                  <a:pt x="308178" y="241765"/>
                </a:lnTo>
                <a:lnTo>
                  <a:pt x="313042" y="220417"/>
                </a:lnTo>
                <a:lnTo>
                  <a:pt x="312457" y="222371"/>
                </a:lnTo>
                <a:lnTo>
                  <a:pt x="320303" y="201360"/>
                </a:lnTo>
                <a:lnTo>
                  <a:pt x="319554" y="203043"/>
                </a:lnTo>
                <a:lnTo>
                  <a:pt x="330170" y="182534"/>
                </a:lnTo>
                <a:lnTo>
                  <a:pt x="328887" y="184598"/>
                </a:lnTo>
                <a:lnTo>
                  <a:pt x="357571" y="145770"/>
                </a:lnTo>
                <a:lnTo>
                  <a:pt x="355711" y="147856"/>
                </a:lnTo>
                <a:lnTo>
                  <a:pt x="392918" y="113069"/>
                </a:lnTo>
                <a:lnTo>
                  <a:pt x="390960" y="114620"/>
                </a:lnTo>
                <a:lnTo>
                  <a:pt x="434983" y="85217"/>
                </a:lnTo>
                <a:lnTo>
                  <a:pt x="432891" y="86389"/>
                </a:lnTo>
                <a:lnTo>
                  <a:pt x="482023" y="63723"/>
                </a:lnTo>
                <a:lnTo>
                  <a:pt x="478966" y="64757"/>
                </a:lnTo>
                <a:lnTo>
                  <a:pt x="510186" y="57739"/>
                </a:lnTo>
                <a:lnTo>
                  <a:pt x="503463" y="27836"/>
                </a:lnTo>
                <a:lnTo>
                  <a:pt x="470656" y="35210"/>
                </a:lnTo>
                <a:lnTo>
                  <a:pt x="418958" y="59065"/>
                </a:lnTo>
                <a:lnTo>
                  <a:pt x="372895" y="89829"/>
                </a:lnTo>
                <a:lnTo>
                  <a:pt x="333750" y="126430"/>
                </a:lnTo>
                <a:lnTo>
                  <a:pt x="303507" y="167367"/>
                </a:lnTo>
                <a:lnTo>
                  <a:pt x="291908" y="189775"/>
                </a:lnTo>
                <a:lnTo>
                  <a:pt x="283381" y="212613"/>
                </a:lnTo>
                <a:lnTo>
                  <a:pt x="278041" y="236055"/>
                </a:lnTo>
                <a:lnTo>
                  <a:pt x="276286" y="258696"/>
                </a:lnTo>
                <a:lnTo>
                  <a:pt x="274617" y="280213"/>
                </a:lnTo>
                <a:lnTo>
                  <a:pt x="274955" y="277995"/>
                </a:lnTo>
                <a:lnTo>
                  <a:pt x="270091" y="299343"/>
                </a:lnTo>
                <a:lnTo>
                  <a:pt x="270677" y="297389"/>
                </a:lnTo>
                <a:lnTo>
                  <a:pt x="262830" y="318400"/>
                </a:lnTo>
                <a:lnTo>
                  <a:pt x="263576" y="316717"/>
                </a:lnTo>
                <a:lnTo>
                  <a:pt x="252960" y="337226"/>
                </a:lnTo>
                <a:lnTo>
                  <a:pt x="254246" y="335162"/>
                </a:lnTo>
                <a:lnTo>
                  <a:pt x="225560" y="373990"/>
                </a:lnTo>
                <a:lnTo>
                  <a:pt x="227420" y="371904"/>
                </a:lnTo>
                <a:lnTo>
                  <a:pt x="190215" y="406691"/>
                </a:lnTo>
                <a:lnTo>
                  <a:pt x="192170" y="405139"/>
                </a:lnTo>
                <a:lnTo>
                  <a:pt x="148147" y="434544"/>
                </a:lnTo>
                <a:lnTo>
                  <a:pt x="150239" y="433372"/>
                </a:lnTo>
                <a:lnTo>
                  <a:pt x="101107" y="456040"/>
                </a:lnTo>
                <a:lnTo>
                  <a:pt x="103427" y="455188"/>
                </a:lnTo>
                <a:lnTo>
                  <a:pt x="50887" y="469776"/>
                </a:lnTo>
                <a:lnTo>
                  <a:pt x="52827" y="469370"/>
                </a:lnTo>
                <a:lnTo>
                  <a:pt x="25812" y="473213"/>
                </a:lnTo>
                <a:lnTo>
                  <a:pt x="27229" y="473079"/>
                </a:lnTo>
                <a:lnTo>
                  <a:pt x="0" y="474397"/>
                </a:lnTo>
                <a:lnTo>
                  <a:pt x="1480" y="505012"/>
                </a:lnTo>
                <a:moveTo>
                  <a:pt x="499354" y="90669"/>
                </a:moveTo>
                <a:lnTo>
                  <a:pt x="582390" y="30056"/>
                </a:lnTo>
                <a:lnTo>
                  <a:pt x="484075" y="0"/>
                </a:lnTo>
                <a:lnTo>
                  <a:pt x="499354" y="906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53442BEB-3DA7-41F9-9905-49A3BD7F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0948" y="2593941"/>
            <a:ext cx="76630" cy="490404"/>
          </a:xfrm>
          <a:custGeom xmlns:a="http://schemas.openxmlformats.org/drawingml/2006/main">
            <a:pathLst>
              <a:path w="76630" h="490404">
                <a:moveTo>
                  <a:pt x="76630" y="0"/>
                </a:moveTo>
                <a:lnTo>
                  <a:pt x="76630" y="394626"/>
                </a:lnTo>
                <a:lnTo>
                  <a:pt x="38313" y="394626"/>
                </a:lnTo>
                <a:lnTo>
                  <a:pt x="38313" y="0"/>
                </a:lnTo>
                <a:lnTo>
                  <a:pt x="76630" y="0"/>
                </a:lnTo>
                <a:moveTo>
                  <a:pt x="114946" y="375469"/>
                </a:moveTo>
                <a:lnTo>
                  <a:pt x="57473" y="490404"/>
                </a:lnTo>
                <a:lnTo>
                  <a:pt x="0" y="375469"/>
                </a:lnTo>
                <a:lnTo>
                  <a:pt x="114946" y="375469"/>
                </a:ln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C68220E2-AA57-4D15-B79F-0556C75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0951" y="2696559"/>
            <a:ext cx="7928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69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7E634CFF-39AB-4592-9A83-BC908028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386" y="3139057"/>
            <a:ext cx="1835032" cy="1430493"/>
          </a:xfrm>
          <a:custGeom xmlns:a="http://schemas.openxmlformats.org/drawingml/2006/main">
            <a:pathLst>
              <a:path w="1835032" h="1430493">
                <a:moveTo>
                  <a:pt x="0" y="102021"/>
                </a:moveTo>
                <a:cubicBezTo>
                  <a:pt x="0" y="45677"/>
                  <a:pt x="45680" y="0"/>
                  <a:pt x="102033" y="0"/>
                </a:cubicBezTo>
                <a:lnTo>
                  <a:pt x="1732999" y="0"/>
                </a:lnTo>
                <a:cubicBezTo>
                  <a:pt x="1789350" y="0"/>
                  <a:pt x="1835032" y="45677"/>
                  <a:pt x="1835032" y="102021"/>
                </a:cubicBezTo>
                <a:lnTo>
                  <a:pt x="1835032" y="1328469"/>
                </a:lnTo>
                <a:cubicBezTo>
                  <a:pt x="1835032" y="1384816"/>
                  <a:pt x="1789350" y="1430493"/>
                  <a:pt x="1732999" y="1430493"/>
                </a:cubicBezTo>
                <a:lnTo>
                  <a:pt x="102033" y="1430493"/>
                </a:lnTo>
                <a:cubicBezTo>
                  <a:pt x="45680" y="1430493"/>
                  <a:pt x="0" y="1384816"/>
                  <a:pt x="0" y="1328469"/>
                </a:cubicBezTo>
                <a:lnTo>
                  <a:pt x="0" y="10202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87C46F9D-928E-4DAE-9F81-95D9A97E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386" y="3139057"/>
            <a:ext cx="1835032" cy="1430493"/>
          </a:xfrm>
          <a:custGeom xmlns:a="http://schemas.openxmlformats.org/drawingml/2006/main">
            <a:pathLst>
              <a:path w="1835032" h="1430493">
                <a:moveTo>
                  <a:pt x="0" y="102022"/>
                </a:moveTo>
                <a:cubicBezTo>
                  <a:pt x="0" y="45677"/>
                  <a:pt x="45682" y="0"/>
                  <a:pt x="102032" y="0"/>
                </a:cubicBezTo>
                <a:lnTo>
                  <a:pt x="1732999" y="0"/>
                </a:lnTo>
                <a:cubicBezTo>
                  <a:pt x="1789352" y="0"/>
                  <a:pt x="1835032" y="45677"/>
                  <a:pt x="1835032" y="102022"/>
                </a:cubicBezTo>
                <a:lnTo>
                  <a:pt x="1835032" y="1328471"/>
                </a:lnTo>
                <a:cubicBezTo>
                  <a:pt x="1835032" y="1384817"/>
                  <a:pt x="1789352" y="1430493"/>
                  <a:pt x="1732999" y="1430493"/>
                </a:cubicBezTo>
                <a:lnTo>
                  <a:pt x="102032" y="1430493"/>
                </a:lnTo>
                <a:cubicBezTo>
                  <a:pt x="45682" y="1430493"/>
                  <a:pt x="0" y="1384817"/>
                  <a:pt x="0" y="1328471"/>
                </a:cubicBezTo>
                <a:lnTo>
                  <a:pt x="0" y="1020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1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60036B41-2AB8-4005-BDED-703C24A1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8753" y="4415765"/>
            <a:ext cx="2556384" cy="2147840"/>
          </a:xfrm>
          <a:custGeom xmlns:a="http://schemas.openxmlformats.org/drawingml/2006/main">
            <a:pathLst>
              <a:path w="2556384" h="2147840">
                <a:moveTo>
                  <a:pt x="0" y="153183"/>
                </a:moveTo>
                <a:cubicBezTo>
                  <a:pt x="0" y="68582"/>
                  <a:pt x="68589" y="0"/>
                  <a:pt x="153198" y="0"/>
                </a:cubicBezTo>
                <a:lnTo>
                  <a:pt x="2403185" y="0"/>
                </a:lnTo>
                <a:cubicBezTo>
                  <a:pt x="2487794" y="0"/>
                  <a:pt x="2556384" y="68582"/>
                  <a:pt x="2556384" y="153183"/>
                </a:cubicBezTo>
                <a:lnTo>
                  <a:pt x="2556384" y="1994657"/>
                </a:lnTo>
                <a:cubicBezTo>
                  <a:pt x="2556384" y="2079258"/>
                  <a:pt x="2487794" y="2147840"/>
                  <a:pt x="2403185" y="2147840"/>
                </a:cubicBezTo>
                <a:lnTo>
                  <a:pt x="153198" y="2147840"/>
                </a:lnTo>
                <a:cubicBezTo>
                  <a:pt x="68589" y="2147840"/>
                  <a:pt x="0" y="2079258"/>
                  <a:pt x="0" y="1994657"/>
                </a:cubicBezTo>
                <a:lnTo>
                  <a:pt x="0" y="15318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2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4058FCCA-04B5-485E-B286-0A7936FB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488" y="3137502"/>
            <a:ext cx="1911531" cy="1423297"/>
          </a:xfrm>
          <a:custGeom xmlns:a="http://schemas.openxmlformats.org/drawingml/2006/main">
            <a:pathLst>
              <a:path w="1911531" h="1423297">
                <a:moveTo>
                  <a:pt x="0" y="101510"/>
                </a:moveTo>
                <a:cubicBezTo>
                  <a:pt x="0" y="45447"/>
                  <a:pt x="45452" y="0"/>
                  <a:pt x="101519" y="0"/>
                </a:cubicBezTo>
                <a:lnTo>
                  <a:pt x="1810012" y="0"/>
                </a:lnTo>
                <a:cubicBezTo>
                  <a:pt x="1866079" y="0"/>
                  <a:pt x="1911531" y="45447"/>
                  <a:pt x="1911531" y="101510"/>
                </a:cubicBezTo>
                <a:lnTo>
                  <a:pt x="1911531" y="1321787"/>
                </a:lnTo>
                <a:cubicBezTo>
                  <a:pt x="1911531" y="1377849"/>
                  <a:pt x="1866079" y="1423297"/>
                  <a:pt x="1810012" y="1423297"/>
                </a:cubicBezTo>
                <a:lnTo>
                  <a:pt x="101519" y="1423297"/>
                </a:lnTo>
                <a:cubicBezTo>
                  <a:pt x="45452" y="1423297"/>
                  <a:pt x="0" y="1377849"/>
                  <a:pt x="0" y="1321787"/>
                </a:cubicBezTo>
                <a:lnTo>
                  <a:pt x="0" y="10151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3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CDABDD9A-69C8-471D-A52D-486814E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4213" y="4842747"/>
            <a:ext cx="1835032" cy="1430493"/>
          </a:xfrm>
          <a:custGeom xmlns:a="http://schemas.openxmlformats.org/drawingml/2006/main">
            <a:pathLst>
              <a:path w="1835032" h="1430493">
                <a:moveTo>
                  <a:pt x="0" y="102024"/>
                </a:moveTo>
                <a:cubicBezTo>
                  <a:pt x="0" y="45677"/>
                  <a:pt x="45680" y="0"/>
                  <a:pt x="102033" y="0"/>
                </a:cubicBezTo>
                <a:lnTo>
                  <a:pt x="1732999" y="0"/>
                </a:lnTo>
                <a:cubicBezTo>
                  <a:pt x="1789349" y="0"/>
                  <a:pt x="1835032" y="45677"/>
                  <a:pt x="1835032" y="102024"/>
                </a:cubicBezTo>
                <a:lnTo>
                  <a:pt x="1835032" y="1328472"/>
                </a:lnTo>
                <a:cubicBezTo>
                  <a:pt x="1835032" y="1384816"/>
                  <a:pt x="1789349" y="1430493"/>
                  <a:pt x="1732999" y="1430493"/>
                </a:cubicBezTo>
                <a:lnTo>
                  <a:pt x="102033" y="1430493"/>
                </a:lnTo>
                <a:cubicBezTo>
                  <a:pt x="45680" y="1430493"/>
                  <a:pt x="0" y="1384816"/>
                  <a:pt x="0" y="1328472"/>
                </a:cubicBezTo>
                <a:lnTo>
                  <a:pt x="0" y="1020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9062EFB-BBA1-4302-A01B-69B4571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4213" y="4842747"/>
            <a:ext cx="1835032" cy="1430493"/>
          </a:xfrm>
          <a:custGeom xmlns:a="http://schemas.openxmlformats.org/drawingml/2006/main">
            <a:pathLst>
              <a:path w="1835032" h="1430493">
                <a:moveTo>
                  <a:pt x="0" y="102022"/>
                </a:moveTo>
                <a:cubicBezTo>
                  <a:pt x="0" y="45677"/>
                  <a:pt x="45682" y="0"/>
                  <a:pt x="102032" y="0"/>
                </a:cubicBezTo>
                <a:lnTo>
                  <a:pt x="1733000" y="0"/>
                </a:lnTo>
                <a:cubicBezTo>
                  <a:pt x="1789352" y="0"/>
                  <a:pt x="1835032" y="45677"/>
                  <a:pt x="1835032" y="102022"/>
                </a:cubicBezTo>
                <a:lnTo>
                  <a:pt x="1835032" y="1328471"/>
                </a:lnTo>
                <a:cubicBezTo>
                  <a:pt x="1835032" y="1384817"/>
                  <a:pt x="1789352" y="1430493"/>
                  <a:pt x="1733000" y="1430493"/>
                </a:cubicBezTo>
                <a:lnTo>
                  <a:pt x="102032" y="1430493"/>
                </a:lnTo>
                <a:cubicBezTo>
                  <a:pt x="45682" y="1430493"/>
                  <a:pt x="0" y="1384817"/>
                  <a:pt x="0" y="1328471"/>
                </a:cubicBezTo>
                <a:lnTo>
                  <a:pt x="0" y="1020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5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68A145A9-5C37-499F-B159-0EA465E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488" y="4846345"/>
            <a:ext cx="1911531" cy="1423297"/>
          </a:xfrm>
          <a:custGeom xmlns:a="http://schemas.openxmlformats.org/drawingml/2006/main">
            <a:pathLst>
              <a:path w="1911531" h="1423297">
                <a:moveTo>
                  <a:pt x="0" y="101510"/>
                </a:moveTo>
                <a:cubicBezTo>
                  <a:pt x="0" y="45447"/>
                  <a:pt x="45452" y="0"/>
                  <a:pt x="101519" y="0"/>
                </a:cubicBezTo>
                <a:lnTo>
                  <a:pt x="1810012" y="0"/>
                </a:lnTo>
                <a:cubicBezTo>
                  <a:pt x="1866079" y="0"/>
                  <a:pt x="1911531" y="45447"/>
                  <a:pt x="1911531" y="101510"/>
                </a:cubicBezTo>
                <a:lnTo>
                  <a:pt x="1911531" y="1321787"/>
                </a:lnTo>
                <a:cubicBezTo>
                  <a:pt x="1911531" y="1377850"/>
                  <a:pt x="1866079" y="1423297"/>
                  <a:pt x="1810012" y="1423297"/>
                </a:cubicBezTo>
                <a:lnTo>
                  <a:pt x="101519" y="1423297"/>
                </a:lnTo>
                <a:cubicBezTo>
                  <a:pt x="45452" y="1423297"/>
                  <a:pt x="0" y="1377850"/>
                  <a:pt x="0" y="1321787"/>
                </a:cubicBezTo>
                <a:lnTo>
                  <a:pt x="0" y="10151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6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9B3FF1CC-3F7E-4B01-804E-48229750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555" y="571607"/>
            <a:ext cx="4239237" cy="2443428"/>
          </a:xfrm>
          <a:custGeom xmlns:a="http://schemas.openxmlformats.org/drawingml/2006/main">
            <a:pathLst>
              <a:path w="4239237" h="2443428">
                <a:moveTo>
                  <a:pt x="0" y="181179"/>
                </a:moveTo>
                <a:cubicBezTo>
                  <a:pt x="0" y="81116"/>
                  <a:pt x="81125" y="0"/>
                  <a:pt x="181197" y="0"/>
                </a:cubicBezTo>
                <a:lnTo>
                  <a:pt x="4058040" y="0"/>
                </a:lnTo>
                <a:cubicBezTo>
                  <a:pt x="4158113" y="0"/>
                  <a:pt x="4239237" y="81116"/>
                  <a:pt x="4239237" y="181179"/>
                </a:cubicBezTo>
                <a:lnTo>
                  <a:pt x="4239237" y="2262249"/>
                </a:lnTo>
                <a:cubicBezTo>
                  <a:pt x="4239237" y="2362312"/>
                  <a:pt x="4158113" y="2443428"/>
                  <a:pt x="4058040" y="2443428"/>
                </a:cubicBezTo>
                <a:lnTo>
                  <a:pt x="181197" y="2443428"/>
                </a:lnTo>
                <a:cubicBezTo>
                  <a:pt x="81125" y="2443428"/>
                  <a:pt x="0" y="2362312"/>
                  <a:pt x="0" y="2262249"/>
                </a:cubicBezTo>
                <a:lnTo>
                  <a:pt x="0" y="1811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7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F2593EEC-C9DC-4DA8-A12F-BE6C6EF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538" y="6379305"/>
            <a:ext cx="138033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Inference</a:t>
            </a:r>
          </a:p>
        </p:txBody>
      </p:sp>
      <p:sp>
        <p:nvSpPr>
          <p:cNvPr id="78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F236A3E5-9F4F-4845-AC6B-B218AE3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0" y="7104281"/>
            <a:ext cx="7075185" cy="2831762"/>
          </a:xfrm>
          <a:custGeom xmlns:a="http://schemas.openxmlformats.org/drawingml/2006/main">
            <a:pathLst>
              <a:path w="7075185" h="2831762">
                <a:moveTo>
                  <a:pt x="0" y="129467"/>
                </a:moveTo>
                <a:cubicBezTo>
                  <a:pt x="0" y="57964"/>
                  <a:pt x="57970" y="0"/>
                  <a:pt x="129480" y="0"/>
                </a:cubicBezTo>
                <a:lnTo>
                  <a:pt x="6945705" y="0"/>
                </a:lnTo>
                <a:cubicBezTo>
                  <a:pt x="7017215" y="0"/>
                  <a:pt x="7075185" y="57964"/>
                  <a:pt x="7075185" y="129467"/>
                </a:cubicBezTo>
                <a:lnTo>
                  <a:pt x="7075185" y="2702294"/>
                </a:lnTo>
                <a:cubicBezTo>
                  <a:pt x="7075185" y="2773797"/>
                  <a:pt x="7017215" y="2831762"/>
                  <a:pt x="6945705" y="2831762"/>
                </a:cubicBezTo>
                <a:lnTo>
                  <a:pt x="129480" y="2831762"/>
                </a:lnTo>
                <a:cubicBezTo>
                  <a:pt x="57970" y="2831762"/>
                  <a:pt x="0" y="2773797"/>
                  <a:pt x="0" y="2702294"/>
                </a:cubicBezTo>
                <a:lnTo>
                  <a:pt x="0" y="12946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dash"/>
          </a:ln>
        </p:spPr>
      </p:sp>
      <p:sp>
        <p:nvSpPr>
          <p:cNvPr id="79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502FEFC0-E981-4B3D-AB41-AF4DE3C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1417" y="9616280"/>
            <a:ext cx="567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Zero</a:t>
            </a:r>
          </a:p>
        </p:txBody>
      </p:sp>
      <p:sp>
        <p:nvSpPr>
          <p:cNvPr id="80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D2E117C9-8FB5-442F-A2A5-15416F78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4651" y="9616280"/>
            <a:ext cx="1068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81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4619BEFD-7743-4DDE-8223-A7882DB1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8101" y="9616280"/>
            <a:ext cx="107920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shot Sim</a:t>
            </a:r>
          </a:p>
        </p:txBody>
      </p:sp>
      <p:sp>
        <p:nvSpPr>
          <p:cNvPr id="82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820EC53B-09D8-4FB7-9C0E-E4381C8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9006" y="9616280"/>
            <a:ext cx="1068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83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CB9F48FA-6C8E-4333-ADF5-A65293F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459" y="9616280"/>
            <a:ext cx="24982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8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B7045EF8-7FEC-4977-A57F-8FD9AB2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7675" y="9616280"/>
            <a:ext cx="10687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85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02FBEFDD-C725-4CE4-87DA-0A51088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1125" y="9616280"/>
            <a:ext cx="61482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</a:t>
            </a:r>
          </a:p>
        </p:txBody>
      </p:sp>
      <p:sp>
        <p:nvSpPr>
          <p:cNvPr id="86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37D8F13F-3F24-4389-9F68-F033F4F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631" y="7097315"/>
            <a:ext cx="7075184" cy="2831762"/>
          </a:xfrm>
          <a:custGeom xmlns:a="http://schemas.openxmlformats.org/drawingml/2006/main">
            <a:pathLst>
              <a:path w="7075184" h="2831762">
                <a:moveTo>
                  <a:pt x="0" y="129528"/>
                </a:moveTo>
                <a:cubicBezTo>
                  <a:pt x="0" y="57992"/>
                  <a:pt x="57998" y="0"/>
                  <a:pt x="129542" y="0"/>
                </a:cubicBezTo>
                <a:lnTo>
                  <a:pt x="6945644" y="0"/>
                </a:lnTo>
                <a:cubicBezTo>
                  <a:pt x="7017187" y="0"/>
                  <a:pt x="7075184" y="57992"/>
                  <a:pt x="7075184" y="129528"/>
                </a:cubicBezTo>
                <a:lnTo>
                  <a:pt x="7075184" y="2702233"/>
                </a:lnTo>
                <a:cubicBezTo>
                  <a:pt x="7075184" y="2773769"/>
                  <a:pt x="7017187" y="2831762"/>
                  <a:pt x="6945644" y="2831762"/>
                </a:cubicBezTo>
                <a:lnTo>
                  <a:pt x="129542" y="2831762"/>
                </a:lnTo>
                <a:cubicBezTo>
                  <a:pt x="57998" y="2831762"/>
                  <a:pt x="0" y="2773769"/>
                  <a:pt x="0" y="2702233"/>
                </a:cubicBezTo>
                <a:lnTo>
                  <a:pt x="0" y="12952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dash"/>
          </a:ln>
        </p:spPr>
      </p:sp>
      <p:sp>
        <p:nvSpPr>
          <p:cNvPr id="87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EF164CBA-3D05-49B9-95BA-425D468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892" y="9609422"/>
            <a:ext cx="3567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 &amp; Task Generalization</a:t>
            </a:r>
          </a:p>
        </p:txBody>
      </p:sp>
      <p:sp>
        <p:nvSpPr>
          <p:cNvPr id="88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1DB1A3E2-62FF-4C9F-A544-3B77993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9760" y="8643248"/>
            <a:ext cx="2298182" cy="631347"/>
          </a:xfrm>
          <a:custGeom xmlns:a="http://schemas.openxmlformats.org/drawingml/2006/main">
            <a:pathLst>
              <a:path w="2298182" h="631347">
                <a:moveTo>
                  <a:pt x="0" y="0"/>
                </a:moveTo>
                <a:lnTo>
                  <a:pt x="2298182" y="0"/>
                </a:lnTo>
                <a:lnTo>
                  <a:pt x="2298182" y="631347"/>
                </a:lnTo>
                <a:lnTo>
                  <a:pt x="0" y="6313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D7B500E7-EC13-4A47-846D-091198A0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9760" y="8643248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90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DAE15A9F-8731-4526-824A-3E268EA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035" y="8716009"/>
            <a:ext cx="170110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 atomizer to </a:t>
            </a:r>
          </a:p>
        </p:txBody>
      </p:sp>
      <p:sp>
        <p:nvSpPr>
          <p:cNvPr id="91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32D713CE-0691-4882-BADD-D6697BCE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750" y="8969755"/>
            <a:ext cx="4554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shelf</a:t>
            </a:r>
          </a:p>
        </p:txBody>
      </p:sp>
      <p:sp>
        <p:nvSpPr>
          <p:cNvPr id="92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309FB439-5B3C-4975-8A3E-B1AF64F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3456" y="8773236"/>
            <a:ext cx="2298185" cy="371380"/>
          </a:xfrm>
          <a:custGeom xmlns:a="http://schemas.openxmlformats.org/drawingml/2006/main">
            <a:pathLst>
              <a:path w="2298185" h="371380">
                <a:moveTo>
                  <a:pt x="0" y="0"/>
                </a:moveTo>
                <a:lnTo>
                  <a:pt x="2298185" y="0"/>
                </a:lnTo>
                <a:lnTo>
                  <a:pt x="2298185" y="371380"/>
                </a:lnTo>
                <a:lnTo>
                  <a:pt x="0" y="37138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2FDD1E71-F0FA-499D-9B6D-099A2C0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3456" y="8773236"/>
            <a:ext cx="2298182" cy="371380"/>
          </a:xfrm>
          <a:custGeom xmlns:a="http://schemas.openxmlformats.org/drawingml/2006/main">
            <a:pathLst>
              <a:path w="2298182" h="371380">
                <a:moveTo>
                  <a:pt x="0" y="0"/>
                </a:moveTo>
                <a:lnTo>
                  <a:pt x="2298182" y="0"/>
                </a:lnTo>
                <a:lnTo>
                  <a:pt x="2298182" y="371380"/>
                </a:lnTo>
                <a:lnTo>
                  <a:pt x="0" y="3713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94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74412DD5-872C-4767-902A-8256C9B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555" y="8839453"/>
            <a:ext cx="1961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put teabag in drawer</a:t>
            </a:r>
          </a:p>
        </p:txBody>
      </p:sp>
      <p:sp>
        <p:nvSpPr>
          <p:cNvPr id="95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99FB64B2-1844-4707-A64E-27EE0261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97" y="8643250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7F934427-599F-4444-8EE7-A3053C6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97" y="8643250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97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F49D314C-708A-48AB-8DC3-227CEDF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199" y="8716009"/>
            <a:ext cx="181558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lift kettle and pour </a:t>
            </a:r>
          </a:p>
        </p:txBody>
      </p:sp>
      <p:sp>
        <p:nvSpPr>
          <p:cNvPr id="98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C8DBDAEF-ADAD-4EBE-B357-B453894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353" y="8969755"/>
            <a:ext cx="136659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 into cup</a:t>
            </a:r>
          </a:p>
        </p:txBody>
      </p:sp>
      <p:sp>
        <p:nvSpPr>
          <p:cNvPr id="99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9274FA72-65A7-412C-9980-537DADB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6521" y="9332594"/>
            <a:ext cx="371400" cy="26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0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0D8AFDC5-256A-49BD-A383-326F33D3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9052" y="9339452"/>
            <a:ext cx="371400" cy="26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01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07892B16-BE58-4425-865A-1B2F3F9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173" y="8646472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BDFBAA63-E593-4ACE-9A46-B306A62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173" y="8646472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03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910300A9-049C-4048-86CF-E36F9F25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4522" y="8716009"/>
            <a:ext cx="202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Pour the tea bag into </a:t>
            </a:r>
          </a:p>
        </p:txBody>
      </p:sp>
      <p:sp>
        <p:nvSpPr>
          <p:cNvPr id="104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D2F8FCE5-0CF0-4D3D-A195-D3518C7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311" y="8976613"/>
            <a:ext cx="73718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tray</a:t>
            </a:r>
          </a:p>
        </p:txBody>
      </p:sp>
      <p:sp>
        <p:nvSpPr>
          <p:cNvPr id="105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A9DBE427-5296-4948-8274-3D89A787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933" y="8646472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5D34F494-E99E-4E28-81B7-8A4C0BA7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933" y="8646472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07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9FCC12A6-E992-436C-A505-79DE24D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587" y="8716009"/>
            <a:ext cx="189994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 the cup in the </a:t>
            </a:r>
          </a:p>
        </p:txBody>
      </p:sp>
      <p:sp>
        <p:nvSpPr>
          <p:cNvPr id="108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6F2E7BA3-C9E3-4605-B6A4-F7214E0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046" y="8976613"/>
            <a:ext cx="13283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person’s hand</a:t>
            </a:r>
          </a:p>
        </p:txBody>
      </p:sp>
      <p:sp>
        <p:nvSpPr>
          <p:cNvPr id="109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62C66220-09C5-4C4E-B45B-62AAEF02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9067" y="8646472"/>
            <a:ext cx="2298183" cy="631345"/>
          </a:xfrm>
          <a:custGeom xmlns:a="http://schemas.openxmlformats.org/drawingml/2006/main">
            <a:pathLst>
              <a:path w="2298183" h="631345">
                <a:moveTo>
                  <a:pt x="0" y="0"/>
                </a:moveTo>
                <a:lnTo>
                  <a:pt x="2298183" y="0"/>
                </a:lnTo>
                <a:lnTo>
                  <a:pt x="2298183" y="631345"/>
                </a:lnTo>
                <a:lnTo>
                  <a:pt x="0" y="63134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A6060A00-BF40-45C8-9F57-35FCD943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9067" y="8646472"/>
            <a:ext cx="2298182" cy="631345"/>
          </a:xfrm>
          <a:custGeom xmlns:a="http://schemas.openxmlformats.org/drawingml/2006/main">
            <a:pathLst>
              <a:path w="2298182" h="631345">
                <a:moveTo>
                  <a:pt x="0" y="0"/>
                </a:moveTo>
                <a:lnTo>
                  <a:pt x="2298182" y="0"/>
                </a:lnTo>
                <a:lnTo>
                  <a:pt x="2298182" y="631345"/>
                </a:lnTo>
                <a:lnTo>
                  <a:pt x="0" y="631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11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EF5822D0-064C-4D40-A408-9F5AE497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2618" y="8716009"/>
            <a:ext cx="198633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Press the joystick on </a:t>
            </a:r>
          </a:p>
        </p:txBody>
      </p:sp>
      <p:sp>
        <p:nvSpPr>
          <p:cNvPr id="112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6CF770EE-9E0F-4498-82E0-0E63AAEE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9868" y="8976613"/>
            <a:ext cx="122511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gamepad</a:t>
            </a:r>
          </a:p>
        </p:txBody>
      </p:sp>
      <p:sp>
        <p:nvSpPr>
          <p:cNvPr id="113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979B55D2-6C24-4758-8729-CBB6E586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557" y="2619406"/>
            <a:ext cx="4239236" cy="408518"/>
          </a:xfrm>
          <a:custGeom xmlns:a="http://schemas.openxmlformats.org/drawingml/2006/main">
            <a:pathLst>
              <a:path w="4239236" h="408518">
                <a:moveTo>
                  <a:pt x="0" y="0"/>
                </a:moveTo>
                <a:lnTo>
                  <a:pt x="4239236" y="0"/>
                </a:lnTo>
                <a:lnTo>
                  <a:pt x="4239236" y="408518"/>
                </a:lnTo>
                <a:lnTo>
                  <a:pt x="0" y="408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5871C006-DB40-4E55-835B-2314A4DC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557" y="2619406"/>
            <a:ext cx="4239236" cy="408517"/>
          </a:xfrm>
          <a:custGeom xmlns:a="http://schemas.openxmlformats.org/drawingml/2006/main">
            <a:pathLst>
              <a:path w="4239236" h="408517">
                <a:moveTo>
                  <a:pt x="0" y="0"/>
                </a:moveTo>
                <a:lnTo>
                  <a:pt x="4239236" y="0"/>
                </a:lnTo>
                <a:lnTo>
                  <a:pt x="4239236" y="408517"/>
                </a:lnTo>
                <a:lnTo>
                  <a:pt x="0" y="4085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15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2B6F1A04-1A55-4E34-9B09-92087C60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078" y="2692192"/>
            <a:ext cx="364126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lift kettle and pour water into cup</a:t>
            </a:r>
          </a:p>
        </p:txBody>
      </p:sp>
      <p:sp>
        <p:nvSpPr>
          <p:cNvPr id="116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5BE76AFA-0114-4043-9BB5-93292B8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7247" y="3926633"/>
            <a:ext cx="76700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 </a:t>
            </a:r>
          </a:p>
        </p:txBody>
      </p:sp>
      <p:sp>
        <p:nvSpPr>
          <p:cNvPr id="117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8B3CD0F3-2682-4FEC-A63D-AB18344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099" y="4242100"/>
            <a:ext cx="147914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segmentation</a:t>
            </a:r>
          </a:p>
        </p:txBody>
      </p:sp>
      <p:sp>
        <p:nvSpPr>
          <p:cNvPr id="118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2C631762-307B-4490-A826-AF914ED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9588" y="5936027"/>
            <a:ext cx="129338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 Cloud</a:t>
            </a:r>
          </a:p>
        </p:txBody>
      </p:sp>
      <p:sp>
        <p:nvSpPr>
          <p:cNvPr id="119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2C6EFD07-62BB-4F5C-9DD2-85B0C0B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433" y="4178198"/>
            <a:ext cx="1937304" cy="389946"/>
          </a:xfrm>
          <a:custGeom xmlns:a="http://schemas.openxmlformats.org/drawingml/2006/main">
            <a:pathLst>
              <a:path w="1937304" h="389946">
                <a:moveTo>
                  <a:pt x="0" y="0"/>
                </a:moveTo>
                <a:lnTo>
                  <a:pt x="1937304" y="0"/>
                </a:lnTo>
                <a:lnTo>
                  <a:pt x="1937304" y="389946"/>
                </a:lnTo>
                <a:lnTo>
                  <a:pt x="0" y="38994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D18B1319-6824-4A1F-A3AE-4119487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433" y="4178198"/>
            <a:ext cx="1937307" cy="389948"/>
          </a:xfrm>
          <a:custGeom xmlns:a="http://schemas.openxmlformats.org/drawingml/2006/main">
            <a:pathLst>
              <a:path w="1937307" h="389948">
                <a:moveTo>
                  <a:pt x="0" y="0"/>
                </a:moveTo>
                <a:lnTo>
                  <a:pt x="1937307" y="0"/>
                </a:lnTo>
                <a:lnTo>
                  <a:pt x="1937307" y="389948"/>
                </a:lnTo>
                <a:lnTo>
                  <a:pt x="0" y="3899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21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58035681-5586-48C4-BD25-45F1407C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0532" y="4278883"/>
            <a:ext cx="17030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Motion planning</a:t>
            </a:r>
          </a:p>
        </p:txBody>
      </p:sp>
      <p:sp>
        <p:nvSpPr>
          <p:cNvPr id="122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835967B0-2DBB-415D-ACA1-052377A9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1572" y="4415765"/>
            <a:ext cx="2527621" cy="2147839"/>
          </a:xfrm>
          <a:custGeom xmlns:a="http://schemas.openxmlformats.org/drawingml/2006/main">
            <a:pathLst>
              <a:path w="2527621" h="2147839">
                <a:moveTo>
                  <a:pt x="0" y="144098"/>
                </a:moveTo>
                <a:cubicBezTo>
                  <a:pt x="0" y="64516"/>
                  <a:pt x="64522" y="0"/>
                  <a:pt x="144115" y="0"/>
                </a:cubicBezTo>
                <a:lnTo>
                  <a:pt x="2383506" y="0"/>
                </a:lnTo>
                <a:cubicBezTo>
                  <a:pt x="2463099" y="0"/>
                  <a:pt x="2527621" y="64516"/>
                  <a:pt x="2527621" y="144098"/>
                </a:cubicBezTo>
                <a:lnTo>
                  <a:pt x="2527621" y="2003742"/>
                </a:lnTo>
                <a:cubicBezTo>
                  <a:pt x="2527621" y="2083326"/>
                  <a:pt x="2463099" y="2147839"/>
                  <a:pt x="2383506" y="2147839"/>
                </a:cubicBezTo>
                <a:lnTo>
                  <a:pt x="144115" y="2147839"/>
                </a:lnTo>
                <a:cubicBezTo>
                  <a:pt x="64522" y="2147839"/>
                  <a:pt x="0" y="2083326"/>
                  <a:pt x="0" y="2003742"/>
                </a:cubicBezTo>
                <a:lnTo>
                  <a:pt x="0" y="14409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231EA7E3-5A59-48D8-B5AE-2542F395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4700" y="6158500"/>
            <a:ext cx="2570439" cy="408517"/>
          </a:xfrm>
          <a:custGeom xmlns:a="http://schemas.openxmlformats.org/drawingml/2006/main">
            <a:pathLst>
              <a:path w="2570439" h="408517">
                <a:moveTo>
                  <a:pt x="0" y="0"/>
                </a:moveTo>
                <a:lnTo>
                  <a:pt x="2570439" y="0"/>
                </a:lnTo>
                <a:lnTo>
                  <a:pt x="2570439" y="408517"/>
                </a:lnTo>
                <a:lnTo>
                  <a:pt x="0" y="40851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5026E89B-7E90-4EF3-ACE5-03A6968C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4700" y="6158500"/>
            <a:ext cx="2570438" cy="408518"/>
          </a:xfrm>
          <a:custGeom xmlns:a="http://schemas.openxmlformats.org/drawingml/2006/main">
            <a:pathLst>
              <a:path w="2570438" h="408518">
                <a:moveTo>
                  <a:pt x="0" y="0"/>
                </a:moveTo>
                <a:lnTo>
                  <a:pt x="2570438" y="0"/>
                </a:lnTo>
                <a:lnTo>
                  <a:pt x="2570438" y="408518"/>
                </a:lnTo>
                <a:lnTo>
                  <a:pt x="0" y="4085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25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3AFB4907-4E66-42DD-A6DC-81F0C5E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428" y="6230921"/>
            <a:ext cx="180233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 point cloud</a:t>
            </a:r>
          </a:p>
        </p:txBody>
      </p:sp>
      <p:sp>
        <p:nvSpPr>
          <p:cNvPr id="126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E4347C23-E5A1-4A78-AAC2-9064A84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3518" y="4569390"/>
            <a:ext cx="92108" cy="273357"/>
          </a:xfrm>
          <a:custGeom xmlns:a="http://schemas.openxmlformats.org/drawingml/2006/main">
            <a:pathLst>
              <a:path w="92108" h="273357">
                <a:moveTo>
                  <a:pt x="90711" y="0"/>
                </a:moveTo>
                <a:lnTo>
                  <a:pt x="92108" y="135286"/>
                </a:lnTo>
                <a:lnTo>
                  <a:pt x="61459" y="135603"/>
                </a:lnTo>
                <a:lnTo>
                  <a:pt x="60058" y="317"/>
                </a:lnTo>
                <a:lnTo>
                  <a:pt x="90711" y="0"/>
                </a:lnTo>
                <a:moveTo>
                  <a:pt x="153253" y="119329"/>
                </a:moveTo>
                <a:lnTo>
                  <a:pt x="78212" y="273357"/>
                </a:lnTo>
                <a:lnTo>
                  <a:pt x="0" y="120913"/>
                </a:lnTo>
                <a:lnTo>
                  <a:pt x="153253" y="1193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7F588342-26FE-4F55-AF15-95AD0BF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7340" y="4568144"/>
            <a:ext cx="92021" cy="278267"/>
          </a:xfrm>
          <a:custGeom xmlns:a="http://schemas.openxmlformats.org/drawingml/2006/main">
            <a:pathLst>
              <a:path w="92021" h="278267">
                <a:moveTo>
                  <a:pt x="589" y="278267"/>
                </a:moveTo>
                <a:lnTo>
                  <a:pt x="0" y="137984"/>
                </a:lnTo>
                <a:lnTo>
                  <a:pt x="30650" y="137855"/>
                </a:lnTo>
                <a:lnTo>
                  <a:pt x="31240" y="278138"/>
                </a:lnTo>
                <a:lnTo>
                  <a:pt x="589" y="278267"/>
                </a:lnTo>
                <a:moveTo>
                  <a:pt x="-61238" y="153565"/>
                </a:moveTo>
                <a:lnTo>
                  <a:pt x="14744" y="0"/>
                </a:lnTo>
                <a:lnTo>
                  <a:pt x="92021" y="152923"/>
                </a:lnTo>
                <a:lnTo>
                  <a:pt x="-61238" y="1535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1AE0874F-3104-4A36-B0EE-71EC22A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419" y="5534628"/>
            <a:ext cx="291737" cy="91945"/>
          </a:xfrm>
          <a:custGeom xmlns:a="http://schemas.openxmlformats.org/drawingml/2006/main">
            <a:pathLst>
              <a:path w="291737" h="91945">
                <a:moveTo>
                  <a:pt x="0" y="0"/>
                </a:moveTo>
                <a:lnTo>
                  <a:pt x="153802" y="0"/>
                </a:lnTo>
                <a:lnTo>
                  <a:pt x="153802" y="30650"/>
                </a:lnTo>
                <a:lnTo>
                  <a:pt x="0" y="30646"/>
                </a:lnTo>
                <a:lnTo>
                  <a:pt x="0" y="0"/>
                </a:lnTo>
                <a:moveTo>
                  <a:pt x="138475" y="-61299"/>
                </a:moveTo>
                <a:lnTo>
                  <a:pt x="291737" y="15324"/>
                </a:lnTo>
                <a:lnTo>
                  <a:pt x="138475" y="91945"/>
                </a:lnTo>
                <a:lnTo>
                  <a:pt x="138475" y="-612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DEF68416-2DBE-4305-B304-444F1CD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856" y="5877683"/>
            <a:ext cx="1911383" cy="389948"/>
          </a:xfrm>
          <a:custGeom xmlns:a="http://schemas.openxmlformats.org/drawingml/2006/main">
            <a:pathLst>
              <a:path w="1911383" h="389948">
                <a:moveTo>
                  <a:pt x="0" y="0"/>
                </a:moveTo>
                <a:lnTo>
                  <a:pt x="1911383" y="0"/>
                </a:lnTo>
                <a:lnTo>
                  <a:pt x="1911383" y="389948"/>
                </a:lnTo>
                <a:lnTo>
                  <a:pt x="0" y="38994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E0001BF0-8018-44E8-AC7E-D798373A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856" y="5877683"/>
            <a:ext cx="1911380" cy="389948"/>
          </a:xfrm>
          <a:custGeom xmlns:a="http://schemas.openxmlformats.org/drawingml/2006/main">
            <a:pathLst>
              <a:path w="1911380" h="389948">
                <a:moveTo>
                  <a:pt x="0" y="0"/>
                </a:moveTo>
                <a:lnTo>
                  <a:pt x="1911380" y="0"/>
                </a:lnTo>
                <a:lnTo>
                  <a:pt x="1911380" y="389948"/>
                </a:lnTo>
                <a:lnTo>
                  <a:pt x="0" y="3899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31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4B0EA83C-B9F2-4500-8BCB-1E12AD9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0845" y="5972809"/>
            <a:ext cx="160436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Grasp detection</a:t>
            </a:r>
          </a:p>
        </p:txBody>
      </p:sp>
      <p:sp>
        <p:nvSpPr>
          <p:cNvPr id="132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BA1F54F6-EC19-437F-8DD6-59C57B6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3576" y="1777998"/>
            <a:ext cx="373981" cy="1361059"/>
          </a:xfrm>
          <a:custGeom xmlns:a="http://schemas.openxmlformats.org/drawingml/2006/main">
            <a:pathLst>
              <a:path w="373981" h="1361059">
                <a:moveTo>
                  <a:pt x="373981" y="0"/>
                </a:moveTo>
                <a:lnTo>
                  <a:pt x="0" y="0"/>
                </a:lnTo>
                <a:lnTo>
                  <a:pt x="0" y="1223136"/>
                </a:lnTo>
                <a:lnTo>
                  <a:pt x="30653" y="1223136"/>
                </a:lnTo>
                <a:lnTo>
                  <a:pt x="30653" y="15322"/>
                </a:lnTo>
                <a:lnTo>
                  <a:pt x="15328" y="30647"/>
                </a:lnTo>
                <a:lnTo>
                  <a:pt x="373981" y="30647"/>
                </a:lnTo>
                <a:lnTo>
                  <a:pt x="373981" y="0"/>
                </a:lnTo>
                <a:moveTo>
                  <a:pt x="-61302" y="1207813"/>
                </a:moveTo>
                <a:lnTo>
                  <a:pt x="15328" y="1361059"/>
                </a:lnTo>
                <a:lnTo>
                  <a:pt x="91957" y="1207813"/>
                </a:lnTo>
                <a:lnTo>
                  <a:pt x="-61302" y="12078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3C6C0AFE-ACD1-45DA-90A2-A3F243A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6779" y="1776526"/>
            <a:ext cx="451801" cy="1360976"/>
          </a:xfrm>
          <a:custGeom xmlns:a="http://schemas.openxmlformats.org/drawingml/2006/main">
            <a:pathLst>
              <a:path w="451801" h="1360976">
                <a:moveTo>
                  <a:pt x="451801" y="1360976"/>
                </a:moveTo>
                <a:lnTo>
                  <a:pt x="451801" y="0"/>
                </a:lnTo>
                <a:lnTo>
                  <a:pt x="137934" y="0"/>
                </a:lnTo>
                <a:lnTo>
                  <a:pt x="137934" y="30650"/>
                </a:lnTo>
                <a:lnTo>
                  <a:pt x="436474" y="30650"/>
                </a:lnTo>
                <a:lnTo>
                  <a:pt x="421151" y="15325"/>
                </a:lnTo>
                <a:lnTo>
                  <a:pt x="421151" y="1360976"/>
                </a:lnTo>
                <a:lnTo>
                  <a:pt x="451801" y="1360976"/>
                </a:lnTo>
                <a:moveTo>
                  <a:pt x="153261" y="-61296"/>
                </a:moveTo>
                <a:lnTo>
                  <a:pt x="0" y="15325"/>
                </a:lnTo>
                <a:lnTo>
                  <a:pt x="153261" y="91949"/>
                </a:lnTo>
                <a:lnTo>
                  <a:pt x="153261" y="-612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3FA15968-E826-45C4-88D4-22A7872B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3365" y="154733"/>
            <a:ext cx="23457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in real</a:t>
            </a:r>
          </a:p>
        </p:txBody>
      </p:sp>
      <p:sp>
        <p:nvSpPr>
          <p:cNvPr id="135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CEFCEF20-DEE2-4EF3-9FB1-94642254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4419" y="154733"/>
            <a:ext cx="97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36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75012A22-4D71-42F9-996F-0B8F2DA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290" y="154733"/>
            <a:ext cx="258049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world environments</a:t>
            </a:r>
          </a:p>
        </p:txBody>
      </p:sp>
      <p:sp>
        <p:nvSpPr>
          <p:cNvPr id="137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34A543D0-E295-42D2-A336-E49E7A4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5752" y="5546518"/>
            <a:ext cx="291736" cy="91946"/>
          </a:xfrm>
          <a:custGeom xmlns:a="http://schemas.openxmlformats.org/drawingml/2006/main">
            <a:pathLst>
              <a:path w="291736" h="91946">
                <a:moveTo>
                  <a:pt x="0" y="0"/>
                </a:moveTo>
                <a:lnTo>
                  <a:pt x="153802" y="0"/>
                </a:lnTo>
                <a:lnTo>
                  <a:pt x="153802" y="30650"/>
                </a:lnTo>
                <a:lnTo>
                  <a:pt x="0" y="30650"/>
                </a:lnTo>
                <a:close/>
                <a:moveTo>
                  <a:pt x="138476" y="-61298"/>
                </a:moveTo>
                <a:lnTo>
                  <a:pt x="291736" y="15325"/>
                </a:lnTo>
                <a:lnTo>
                  <a:pt x="138473" y="91946"/>
                </a:lnTo>
                <a:lnTo>
                  <a:pt x="138476" y="-612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EEFE7880-6CCB-4B95-9225-5C9B9BB8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7024" y="6344052"/>
            <a:ext cx="2431729" cy="91949"/>
          </a:xfrm>
          <a:custGeom xmlns:a="http://schemas.openxmlformats.org/drawingml/2006/main">
            <a:pathLst>
              <a:path w="2431729" h="91949">
                <a:moveTo>
                  <a:pt x="0" y="0"/>
                </a:moveTo>
                <a:lnTo>
                  <a:pt x="2316784" y="0"/>
                </a:lnTo>
                <a:lnTo>
                  <a:pt x="2316784" y="45974"/>
                </a:lnTo>
                <a:lnTo>
                  <a:pt x="0" y="45971"/>
                </a:lnTo>
                <a:lnTo>
                  <a:pt x="0" y="0"/>
                </a:lnTo>
                <a:moveTo>
                  <a:pt x="2293795" y="-45975"/>
                </a:moveTo>
                <a:lnTo>
                  <a:pt x="2431729" y="22989"/>
                </a:lnTo>
                <a:lnTo>
                  <a:pt x="2293795" y="91949"/>
                </a:lnTo>
                <a:lnTo>
                  <a:pt x="2293795" y="-45975"/>
                </a:lnTo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88F439CB-8E38-4268-9A66-5A14584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2629" y="5734124"/>
            <a:ext cx="162716" cy="193169"/>
          </a:xfrm>
          <a:custGeom xmlns:a="http://schemas.openxmlformats.org/drawingml/2006/main">
            <a:pathLst>
              <a:path w="162716" h="193169">
                <a:moveTo>
                  <a:pt x="138494" y="82619"/>
                </a:moveTo>
                <a:lnTo>
                  <a:pt x="134196" y="102932"/>
                </a:lnTo>
                <a:lnTo>
                  <a:pt x="35161" y="102932"/>
                </a:lnTo>
                <a:cubicBezTo>
                  <a:pt x="34509" y="105276"/>
                  <a:pt x="33826" y="109052"/>
                  <a:pt x="33110" y="114261"/>
                </a:cubicBezTo>
                <a:cubicBezTo>
                  <a:pt x="32394" y="119469"/>
                  <a:pt x="32035" y="124482"/>
                  <a:pt x="32035" y="129300"/>
                </a:cubicBezTo>
                <a:cubicBezTo>
                  <a:pt x="32035" y="143362"/>
                  <a:pt x="35551" y="154171"/>
                  <a:pt x="42583" y="161722"/>
                </a:cubicBezTo>
                <a:cubicBezTo>
                  <a:pt x="49616" y="169275"/>
                  <a:pt x="59252" y="173051"/>
                  <a:pt x="71493" y="173051"/>
                </a:cubicBezTo>
                <a:cubicBezTo>
                  <a:pt x="82171" y="173051"/>
                  <a:pt x="91385" y="172302"/>
                  <a:pt x="99133" y="170805"/>
                </a:cubicBezTo>
                <a:cubicBezTo>
                  <a:pt x="106882" y="169307"/>
                  <a:pt x="115119" y="166931"/>
                  <a:pt x="123844" y="163676"/>
                </a:cubicBezTo>
                <a:lnTo>
                  <a:pt x="128336" y="179301"/>
                </a:lnTo>
                <a:cubicBezTo>
                  <a:pt x="116616" y="183989"/>
                  <a:pt x="105775" y="187472"/>
                  <a:pt x="95813" y="189751"/>
                </a:cubicBezTo>
                <a:cubicBezTo>
                  <a:pt x="85851" y="192029"/>
                  <a:pt x="74489" y="193169"/>
                  <a:pt x="61726" y="193169"/>
                </a:cubicBezTo>
                <a:cubicBezTo>
                  <a:pt x="41802" y="193169"/>
                  <a:pt x="26534" y="187570"/>
                  <a:pt x="15920" y="176372"/>
                </a:cubicBezTo>
                <a:cubicBezTo>
                  <a:pt x="5306" y="165173"/>
                  <a:pt x="0" y="149223"/>
                  <a:pt x="0" y="128519"/>
                </a:cubicBezTo>
                <a:cubicBezTo>
                  <a:pt x="0" y="118362"/>
                  <a:pt x="1335" y="107099"/>
                  <a:pt x="4004" y="94729"/>
                </a:cubicBezTo>
                <a:cubicBezTo>
                  <a:pt x="6674" y="82359"/>
                  <a:pt x="11069" y="70510"/>
                  <a:pt x="17190" y="59181"/>
                </a:cubicBezTo>
                <a:cubicBezTo>
                  <a:pt x="23310" y="47852"/>
                  <a:pt x="31124" y="37697"/>
                  <a:pt x="40630" y="28712"/>
                </a:cubicBezTo>
                <a:cubicBezTo>
                  <a:pt x="50136" y="19727"/>
                  <a:pt x="61173" y="12696"/>
                  <a:pt x="73740" y="7617"/>
                </a:cubicBezTo>
                <a:cubicBezTo>
                  <a:pt x="86307" y="2539"/>
                  <a:pt x="100013" y="0"/>
                  <a:pt x="114858" y="0"/>
                </a:cubicBezTo>
                <a:cubicBezTo>
                  <a:pt x="123844" y="0"/>
                  <a:pt x="132048" y="586"/>
                  <a:pt x="139471" y="1758"/>
                </a:cubicBezTo>
                <a:cubicBezTo>
                  <a:pt x="146893" y="2930"/>
                  <a:pt x="154641" y="5209"/>
                  <a:pt x="162716" y="8594"/>
                </a:cubicBezTo>
                <a:lnTo>
                  <a:pt x="155879" y="25977"/>
                </a:lnTo>
                <a:cubicBezTo>
                  <a:pt x="142987" y="21941"/>
                  <a:pt x="129769" y="19923"/>
                  <a:pt x="116225" y="19923"/>
                </a:cubicBezTo>
                <a:cubicBezTo>
                  <a:pt x="98254" y="19923"/>
                  <a:pt x="82595" y="25359"/>
                  <a:pt x="69247" y="36232"/>
                </a:cubicBezTo>
                <a:cubicBezTo>
                  <a:pt x="55899" y="47104"/>
                  <a:pt x="46229" y="62566"/>
                  <a:pt x="40239" y="82619"/>
                </a:cubicBezTo>
                <a:lnTo>
                  <a:pt x="138494" y="826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DC7BCD-3272-4E96-B7F5-8D573FCF4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5ef8346064c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" y="542925"/>
            <a:ext cx="1628775" cy="1514475"/>
          </a:xfrm>
          <a:prstGeom xmlns:a="http://schemas.openxmlformats.org/drawingml/2006/main" prst="rect">
            <a:avLst/>
          </a:prstGeom>
        </p:spPr>
      </p:pic>
      <p:sp>
        <p:nvSpPr>
          <p:cNvPr id="141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91942906-2587-4254-8390-2DA71C8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42925"/>
            <a:ext cx="16287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8DCD44A8-AB94-4337-9408-AFF3C8B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099" y="5803752"/>
            <a:ext cx="138829" cy="205223"/>
          </a:xfrm>
          <a:custGeom xmlns:a="http://schemas.openxmlformats.org/drawingml/2006/main">
            <a:pathLst>
              <a:path w="138829" h="205223">
                <a:moveTo>
                  <a:pt x="45625" y="205223"/>
                </a:moveTo>
                <a:cubicBezTo>
                  <a:pt x="15208" y="205223"/>
                  <a:pt x="0" y="186296"/>
                  <a:pt x="0" y="148441"/>
                </a:cubicBezTo>
                <a:cubicBezTo>
                  <a:pt x="0" y="137094"/>
                  <a:pt x="1046" y="125119"/>
                  <a:pt x="3139" y="112517"/>
                </a:cubicBezTo>
                <a:cubicBezTo>
                  <a:pt x="5232" y="99915"/>
                  <a:pt x="8511" y="87195"/>
                  <a:pt x="12976" y="74361"/>
                </a:cubicBezTo>
                <a:cubicBezTo>
                  <a:pt x="16976" y="63014"/>
                  <a:pt x="21836" y="52759"/>
                  <a:pt x="27556" y="43598"/>
                </a:cubicBezTo>
                <a:cubicBezTo>
                  <a:pt x="33277" y="34437"/>
                  <a:pt x="39579" y="26624"/>
                  <a:pt x="46462" y="20160"/>
                </a:cubicBezTo>
                <a:cubicBezTo>
                  <a:pt x="53345" y="13696"/>
                  <a:pt x="60787" y="8720"/>
                  <a:pt x="68786" y="5232"/>
                </a:cubicBezTo>
                <a:cubicBezTo>
                  <a:pt x="76786" y="1744"/>
                  <a:pt x="85111" y="0"/>
                  <a:pt x="93762" y="0"/>
                </a:cubicBezTo>
                <a:cubicBezTo>
                  <a:pt x="123806" y="0"/>
                  <a:pt x="138829" y="19067"/>
                  <a:pt x="138829" y="57201"/>
                </a:cubicBezTo>
                <a:cubicBezTo>
                  <a:pt x="138829" y="68548"/>
                  <a:pt x="137689" y="80545"/>
                  <a:pt x="135410" y="93195"/>
                </a:cubicBezTo>
                <a:cubicBezTo>
                  <a:pt x="133132" y="105844"/>
                  <a:pt x="129713" y="118632"/>
                  <a:pt x="125155" y="131560"/>
                </a:cubicBezTo>
                <a:cubicBezTo>
                  <a:pt x="121155" y="142907"/>
                  <a:pt x="116389" y="153138"/>
                  <a:pt x="110854" y="162253"/>
                </a:cubicBezTo>
                <a:cubicBezTo>
                  <a:pt x="105319" y="171368"/>
                  <a:pt x="99180" y="179111"/>
                  <a:pt x="92436" y="185482"/>
                </a:cubicBezTo>
                <a:cubicBezTo>
                  <a:pt x="85693" y="191853"/>
                  <a:pt x="78390" y="196736"/>
                  <a:pt x="70531" y="200131"/>
                </a:cubicBezTo>
                <a:cubicBezTo>
                  <a:pt x="62671" y="203525"/>
                  <a:pt x="54369" y="205223"/>
                  <a:pt x="45625" y="205223"/>
                </a:cubicBezTo>
                <a:moveTo>
                  <a:pt x="107296" y="93753"/>
                </a:moveTo>
                <a:cubicBezTo>
                  <a:pt x="109156" y="84452"/>
                  <a:pt x="110598" y="75709"/>
                  <a:pt x="111621" y="67525"/>
                </a:cubicBezTo>
                <a:cubicBezTo>
                  <a:pt x="112644" y="59340"/>
                  <a:pt x="113156" y="51620"/>
                  <a:pt x="113156" y="44365"/>
                </a:cubicBezTo>
                <a:cubicBezTo>
                  <a:pt x="113156" y="33949"/>
                  <a:pt x="111551" y="26252"/>
                  <a:pt x="108342" y="21276"/>
                </a:cubicBezTo>
                <a:cubicBezTo>
                  <a:pt x="105133" y="16300"/>
                  <a:pt x="99901" y="13812"/>
                  <a:pt x="92646" y="13812"/>
                </a:cubicBezTo>
                <a:cubicBezTo>
                  <a:pt x="80553" y="13812"/>
                  <a:pt x="69763" y="20532"/>
                  <a:pt x="60275" y="33972"/>
                </a:cubicBezTo>
                <a:cubicBezTo>
                  <a:pt x="50788" y="47411"/>
                  <a:pt x="42602" y="67338"/>
                  <a:pt x="35719" y="93753"/>
                </a:cubicBezTo>
                <a:lnTo>
                  <a:pt x="107296" y="93753"/>
                </a:lnTo>
                <a:moveTo>
                  <a:pt x="31812" y="110773"/>
                </a:moveTo>
                <a:cubicBezTo>
                  <a:pt x="29673" y="120353"/>
                  <a:pt x="28161" y="129235"/>
                  <a:pt x="27277" y="137420"/>
                </a:cubicBezTo>
                <a:cubicBezTo>
                  <a:pt x="26394" y="145604"/>
                  <a:pt x="25952" y="153325"/>
                  <a:pt x="25952" y="160579"/>
                </a:cubicBezTo>
                <a:cubicBezTo>
                  <a:pt x="25952" y="171647"/>
                  <a:pt x="27626" y="179599"/>
                  <a:pt x="30975" y="184436"/>
                </a:cubicBezTo>
                <a:cubicBezTo>
                  <a:pt x="34323" y="189272"/>
                  <a:pt x="39672" y="191690"/>
                  <a:pt x="47020" y="191690"/>
                </a:cubicBezTo>
                <a:cubicBezTo>
                  <a:pt x="52787" y="191690"/>
                  <a:pt x="58346" y="189923"/>
                  <a:pt x="63694" y="186389"/>
                </a:cubicBezTo>
                <a:cubicBezTo>
                  <a:pt x="69042" y="182855"/>
                  <a:pt x="74135" y="177669"/>
                  <a:pt x="78972" y="170833"/>
                </a:cubicBezTo>
                <a:cubicBezTo>
                  <a:pt x="83809" y="163997"/>
                  <a:pt x="88274" y="155556"/>
                  <a:pt x="92366" y="145512"/>
                </a:cubicBezTo>
                <a:cubicBezTo>
                  <a:pt x="96459" y="135467"/>
                  <a:pt x="100134" y="123887"/>
                  <a:pt x="103389" y="110773"/>
                </a:cubicBezTo>
                <a:lnTo>
                  <a:pt x="31812" y="1107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FFA1684-7D58-4CD7-AA90-D74D5F101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ec775a01940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600075"/>
            <a:ext cx="1943100" cy="1600200"/>
          </a:xfrm>
          <a:prstGeom xmlns:a="http://schemas.openxmlformats.org/drawingml/2006/main" prst="rect">
            <a:avLst/>
          </a:prstGeom>
        </p:spPr>
      </p:pic>
      <p:sp>
        <p:nvSpPr>
          <p:cNvPr id="144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699D25A6-8FA5-4908-9082-FBCFD55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600075"/>
            <a:ext cx="1943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9F680D89-3665-4B93-A785-EC91EE6A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2972" y="4129353"/>
            <a:ext cx="162716" cy="193169"/>
          </a:xfrm>
          <a:custGeom xmlns:a="http://schemas.openxmlformats.org/drawingml/2006/main">
            <a:pathLst>
              <a:path w="162716" h="193169">
                <a:moveTo>
                  <a:pt x="138494" y="82619"/>
                </a:moveTo>
                <a:lnTo>
                  <a:pt x="134196" y="102932"/>
                </a:lnTo>
                <a:lnTo>
                  <a:pt x="35161" y="102932"/>
                </a:lnTo>
                <a:cubicBezTo>
                  <a:pt x="34509" y="105276"/>
                  <a:pt x="33826" y="109052"/>
                  <a:pt x="33110" y="114261"/>
                </a:cubicBezTo>
                <a:cubicBezTo>
                  <a:pt x="32394" y="119469"/>
                  <a:pt x="32035" y="124482"/>
                  <a:pt x="32035" y="129300"/>
                </a:cubicBezTo>
                <a:cubicBezTo>
                  <a:pt x="32035" y="143363"/>
                  <a:pt x="35551" y="154171"/>
                  <a:pt x="42583" y="161723"/>
                </a:cubicBezTo>
                <a:cubicBezTo>
                  <a:pt x="49616" y="169275"/>
                  <a:pt x="59252" y="173051"/>
                  <a:pt x="71493" y="173051"/>
                </a:cubicBezTo>
                <a:cubicBezTo>
                  <a:pt x="82171" y="173051"/>
                  <a:pt x="91385" y="172302"/>
                  <a:pt x="99133" y="170805"/>
                </a:cubicBezTo>
                <a:cubicBezTo>
                  <a:pt x="106882" y="169307"/>
                  <a:pt x="115119" y="166931"/>
                  <a:pt x="123844" y="163676"/>
                </a:cubicBezTo>
                <a:lnTo>
                  <a:pt x="128336" y="179301"/>
                </a:lnTo>
                <a:cubicBezTo>
                  <a:pt x="116616" y="183989"/>
                  <a:pt x="105775" y="187472"/>
                  <a:pt x="95813" y="189751"/>
                </a:cubicBezTo>
                <a:cubicBezTo>
                  <a:pt x="85851" y="192029"/>
                  <a:pt x="74489" y="193169"/>
                  <a:pt x="61726" y="193169"/>
                </a:cubicBezTo>
                <a:cubicBezTo>
                  <a:pt x="41802" y="193169"/>
                  <a:pt x="26534" y="187570"/>
                  <a:pt x="15920" y="176371"/>
                </a:cubicBezTo>
                <a:cubicBezTo>
                  <a:pt x="5306" y="165173"/>
                  <a:pt x="0" y="149222"/>
                  <a:pt x="0" y="128519"/>
                </a:cubicBezTo>
                <a:cubicBezTo>
                  <a:pt x="0" y="118362"/>
                  <a:pt x="1335" y="107099"/>
                  <a:pt x="4004" y="94729"/>
                </a:cubicBezTo>
                <a:cubicBezTo>
                  <a:pt x="6674" y="82359"/>
                  <a:pt x="11069" y="70510"/>
                  <a:pt x="17190" y="59181"/>
                </a:cubicBezTo>
                <a:cubicBezTo>
                  <a:pt x="23310" y="47853"/>
                  <a:pt x="31124" y="37696"/>
                  <a:pt x="40630" y="28711"/>
                </a:cubicBezTo>
                <a:cubicBezTo>
                  <a:pt x="50136" y="19727"/>
                  <a:pt x="61173" y="12696"/>
                  <a:pt x="73740" y="7617"/>
                </a:cubicBezTo>
                <a:cubicBezTo>
                  <a:pt x="86307" y="2539"/>
                  <a:pt x="100013" y="0"/>
                  <a:pt x="114858" y="0"/>
                </a:cubicBezTo>
                <a:cubicBezTo>
                  <a:pt x="123844" y="0"/>
                  <a:pt x="132048" y="586"/>
                  <a:pt x="139471" y="1758"/>
                </a:cubicBezTo>
                <a:cubicBezTo>
                  <a:pt x="146893" y="2930"/>
                  <a:pt x="154641" y="5208"/>
                  <a:pt x="162716" y="8594"/>
                </a:cubicBezTo>
                <a:lnTo>
                  <a:pt x="155879" y="25977"/>
                </a:lnTo>
                <a:cubicBezTo>
                  <a:pt x="142987" y="21941"/>
                  <a:pt x="129769" y="19922"/>
                  <a:pt x="116225" y="19922"/>
                </a:cubicBezTo>
                <a:cubicBezTo>
                  <a:pt x="98254" y="19922"/>
                  <a:pt x="82595" y="25358"/>
                  <a:pt x="69247" y="36232"/>
                </a:cubicBezTo>
                <a:cubicBezTo>
                  <a:pt x="55899" y="47104"/>
                  <a:pt x="46229" y="62567"/>
                  <a:pt x="40239" y="82619"/>
                </a:cubicBezTo>
                <a:lnTo>
                  <a:pt x="138494" y="826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A0159D6-4E37-4A91-8C79-26D6D0FBC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f6ee398eb4b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725" y="3629025"/>
            <a:ext cx="1228725" cy="1057275"/>
          </a:xfrm>
          <a:prstGeom xmlns:a="http://schemas.openxmlformats.org/drawingml/2006/main" prst="rect">
            <a:avLst/>
          </a:prstGeom>
        </p:spPr>
      </p:pic>
      <p:sp>
        <p:nvSpPr>
          <p:cNvPr id="147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FBCAB2E3-6FB6-4F49-A853-29E693A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629025"/>
            <a:ext cx="12287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9AD929-6E82-44E3-84B2-20E40B2FB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94926efd47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725" y="4714875"/>
            <a:ext cx="1228725" cy="1028700"/>
          </a:xfrm>
          <a:prstGeom xmlns:a="http://schemas.openxmlformats.org/drawingml/2006/main" prst="rect">
            <a:avLst/>
          </a:prstGeom>
        </p:spPr>
      </p:pic>
      <p:sp>
        <p:nvSpPr>
          <p:cNvPr id="149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B3EFA7ED-F877-45B3-B01B-16DA572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714875"/>
            <a:ext cx="12287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61B2825-CF87-476C-96DD-BE4DFDA78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d7e4e9c0441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2525" y="571500"/>
            <a:ext cx="4200525" cy="2085975"/>
          </a:xfrm>
          <a:prstGeom xmlns:a="http://schemas.openxmlformats.org/drawingml/2006/main" prst="rect">
            <a:avLst/>
          </a:prstGeom>
        </p:spPr>
      </p:pic>
      <p:sp>
        <p:nvSpPr>
          <p:cNvPr id="151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1621DFD2-D7C7-4454-B467-7917B62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571500"/>
            <a:ext cx="42005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00649CA-8561-4E43-AE23-4DC460453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f480506e74d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3257550"/>
            <a:ext cx="1685925" cy="600075"/>
          </a:xfrm>
          <a:prstGeom xmlns:a="http://schemas.openxmlformats.org/drawingml/2006/main" prst="rect">
            <a:avLst/>
          </a:prstGeom>
        </p:spPr>
      </p:pic>
      <p:sp>
        <p:nvSpPr>
          <p:cNvPr id="153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68AFA9DF-5921-4DFF-BEBB-25111FF3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3257550"/>
            <a:ext cx="16859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3442C77-F1B0-43BB-9E79-3CA853A3D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43f7bb08440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4857750"/>
            <a:ext cx="1685925" cy="885825"/>
          </a:xfrm>
          <a:prstGeom xmlns:a="http://schemas.openxmlformats.org/drawingml/2006/main" prst="rect">
            <a:avLst/>
          </a:prstGeom>
        </p:spPr>
      </p:pic>
      <p:sp>
        <p:nvSpPr>
          <p:cNvPr id="155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E862E0AF-DF93-438A-9D61-4A076D7A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4857750"/>
            <a:ext cx="16859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045951A-01FD-4A2D-AB90-F6CFEDE7C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be9d4bd84d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4429125"/>
            <a:ext cx="2457450" cy="1743075"/>
          </a:xfrm>
          <a:prstGeom xmlns:a="http://schemas.openxmlformats.org/drawingml/2006/main" prst="rect">
            <a:avLst/>
          </a:prstGeom>
        </p:spPr>
      </p:pic>
      <p:sp>
        <p:nvSpPr>
          <p:cNvPr id="157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958B7542-F881-4A2B-A1EF-215599D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4429125"/>
            <a:ext cx="2457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20C65EB-F70D-4FBE-AA89-400265361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3df0c0ef644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58700" y="3171825"/>
            <a:ext cx="1943100" cy="1000125"/>
          </a:xfrm>
          <a:prstGeom xmlns:a="http://schemas.openxmlformats.org/drawingml/2006/main" prst="rect">
            <a:avLst/>
          </a:prstGeom>
        </p:spPr>
      </p:pic>
      <p:sp>
        <p:nvSpPr>
          <p:cNvPr id="159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542547EB-D14B-4592-86CA-D1B0B8E0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317182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F189E12-83F1-40BE-928B-0255AD149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2d7debb4842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7250" y="4886325"/>
            <a:ext cx="2143125" cy="971550"/>
          </a:xfrm>
          <a:prstGeom xmlns:a="http://schemas.openxmlformats.org/drawingml/2006/main" prst="rect">
            <a:avLst/>
          </a:prstGeom>
        </p:spPr>
      </p:pic>
      <p:sp>
        <p:nvSpPr>
          <p:cNvPr id="161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3CCD964E-335F-46C8-9028-2CD5B85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0" y="4886325"/>
            <a:ext cx="2143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53C924D-751E-432C-B587-A1E97F2122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bdc8ecf4243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7143750"/>
            <a:ext cx="2257425" cy="1543050"/>
          </a:xfrm>
          <a:prstGeom xmlns:a="http://schemas.openxmlformats.org/drawingml/2006/main" prst="rect">
            <a:avLst/>
          </a:prstGeom>
        </p:spPr>
      </p:pic>
      <p:sp>
        <p:nvSpPr>
          <p:cNvPr id="163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FDD9CF7A-A945-41EE-976D-F59B396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7143750"/>
            <a:ext cx="22574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6EA8FA2-2BF5-4344-A910-00FE793FA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07d7751a142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86025" y="7143750"/>
            <a:ext cx="2343150" cy="1543050"/>
          </a:xfrm>
          <a:prstGeom xmlns:a="http://schemas.openxmlformats.org/drawingml/2006/main" prst="rect">
            <a:avLst/>
          </a:prstGeom>
        </p:spPr>
      </p:pic>
      <p:sp>
        <p:nvSpPr>
          <p:cNvPr id="165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AC0DDE95-1639-46B5-AD6C-EFADC1BB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025" y="7143750"/>
            <a:ext cx="23431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0F20FBF-CDDE-4CAF-BF75-C2533E637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4115748d748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0625" y="7143750"/>
            <a:ext cx="2171700" cy="1543050"/>
          </a:xfrm>
          <a:prstGeom xmlns:a="http://schemas.openxmlformats.org/drawingml/2006/main" prst="rect">
            <a:avLst/>
          </a:prstGeom>
        </p:spPr>
      </p:pic>
      <p:sp>
        <p:nvSpPr>
          <p:cNvPr id="167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4526D4BB-2EC7-43EE-88F9-71CA9DD5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7143750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1573DD5-DF89-4B97-9C9E-6B3730795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dc6639be043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7143750"/>
            <a:ext cx="2257425" cy="1543050"/>
          </a:xfrm>
          <a:prstGeom xmlns:a="http://schemas.openxmlformats.org/drawingml/2006/main" prst="rect">
            <a:avLst/>
          </a:prstGeom>
        </p:spPr>
      </p:pic>
      <p:sp>
        <p:nvSpPr>
          <p:cNvPr id="169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CF3F175E-EC51-4139-835E-3C184B3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7143750"/>
            <a:ext cx="22574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7F7DEF3-1E74-42EE-8A86-3B138257E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3aa5540ee42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7143750"/>
            <a:ext cx="2200275" cy="1543050"/>
          </a:xfrm>
          <a:prstGeom xmlns:a="http://schemas.openxmlformats.org/drawingml/2006/main" prst="rect">
            <a:avLst/>
          </a:prstGeom>
        </p:spPr>
      </p:pic>
      <p:sp>
        <p:nvSpPr>
          <p:cNvPr id="171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E82DA8B1-6F8D-4F16-814D-F6E1AEC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7143750"/>
            <a:ext cx="22002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7BA570B-C6CC-4948-9E18-E1AF2914C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933ab577b4d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30100" y="7143750"/>
            <a:ext cx="2171700" cy="1543050"/>
          </a:xfrm>
          <a:prstGeom xmlns:a="http://schemas.openxmlformats.org/drawingml/2006/main" prst="rect">
            <a:avLst/>
          </a:prstGeom>
        </p:spPr>
      </p:pic>
      <p:sp>
        <p:nvSpPr>
          <p:cNvPr id="173" name="pdf-raster-15">
            <a:extLst xmlns:a="http://schemas.openxmlformats.org/drawingml/2006/main">
              <a:ext uri="{FF2B5EF4-FFF2-40B4-BE49-F238E27FC236}">
                <a16:creationId xmlns:a16="http://schemas.microsoft.com/office/drawing/2014/main" id="{B569F019-18FD-4B22-9695-A6C3B30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7143750"/>
            <a:ext cx="2171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2801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2026-10-09T21:42:42.9970000Z</dcterms:created>
  <dcterms:modified xsi:type="dcterms:W3CDTF">2026-10-09T21:42:42.9970000Z</dcterms:modified>
</coreProperties>
</file>