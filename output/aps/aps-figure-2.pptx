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32e023bf81438d" /><Relationship Type="http://schemas.openxmlformats.org/officeDocument/2006/relationships/extended-properties" Target="/docProps/app.xml" Id="Rcb566535cacf4dff" /><Relationship Type="http://schemas.openxmlformats.org/officeDocument/2006/relationships/officeDocument" Target="/ppt/presentation.xml" Id="Rdf028a9dfa7646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776167e32d4f9e"/>
  </p:sldMasterIdLst>
  <p:notesMasterIdLst>
    <p:notesMasterId xmlns:r="http://schemas.openxmlformats.org/officeDocument/2006/relationships" r:id="Rcdcd34e3b4744265"/>
  </p:notesMasterIdLst>
  <p:sldIdLst>
    <p:sldId xmlns:r="http://schemas.openxmlformats.org/officeDocument/2006/relationships" id="256" r:id="Ra56209526f2d48aa"/>
  </p:sldIdLst>
  <p:sldSz cx="10258425" cy="4371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69c29a37da4368" /><Relationship Type="http://schemas.openxmlformats.org/officeDocument/2006/relationships/slideMaster" Target="/ppt/slideMasters/slideMaster1.xml" Id="R30776167e32d4f9e" /><Relationship Type="http://schemas.openxmlformats.org/officeDocument/2006/relationships/notesMaster" Target="/ppt/notesMasters/notesMaster1.xml" Id="Rcdcd34e3b4744265" /><Relationship Type="http://schemas.openxmlformats.org/officeDocument/2006/relationships/presProps" Target="/ppt/presProps.xml" Id="R917c4946c4054097" /><Relationship Type="http://schemas.openxmlformats.org/officeDocument/2006/relationships/tableStyles" Target="/ppt/tableStyles.xml" Id="Rb8008e926b004b4a" /><Relationship Type="http://schemas.openxmlformats.org/officeDocument/2006/relationships/slide" Target="/ppt/slides/slide1.xml" Id="Ra56209526f2d48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caab08a49e4d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30ad1dd74e47b0" /><Relationship Type="http://schemas.openxmlformats.org/officeDocument/2006/relationships/notesMaster" Target="/ppt/notesMasters/notesMaster1.xml" Id="R2659d3981b8440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"APS: Active Pretraining with Successor Features",</a:t>
            </a:r>
          </a:p>
          <a:p xmlns:a="http://schemas.openxmlformats.org/drawingml/2006/main">
            <a:r>
              <a:t>  "paper_url": "https://arxiv.org/abs/2108.13956v1",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vector geometry with native editable text and outline glyph paths for mathematical fonts. Native paths are not semantically attached connectors. Source comparison pending; no target application editing QA claimed. Ordinary Calibri labels reconstructed as16typeable text objects; only mathematical symbols outlined.  Seven reviewed filled arrow shaft/head compound paths split into independent native subpaths to preserve solid arrow joins under Office even-odd fill.",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"4ec6775b24f294d39f97feb8d9954c5184c90faeab9563d385e3f32b3c1a436a",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119,</a:t>
            </a:r>
          </a:p>
          <a:p xmlns:a="http://schemas.openxmlformats.org/drawingml/2006/main">
            <a:r>
              <a:t>    65,</a:t>
            </a:r>
          </a:p>
          <a:p xmlns:a="http://schemas.openxmlformats.org/drawingml/2006/main">
            <a:r>
              <a:t>    478,</a:t>
            </a:r>
          </a:p>
          <a:p xmlns:a="http://schemas.openxmlformats.org/drawingml/2006/main">
            <a:r>
              <a:t>    218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3"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7dd60e3b04e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7be8efc914b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9d35c6ab54a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7aea077a748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26eabb3824d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489e4d4d845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F684B7-02C1-4D37-ABD3-7EDE53F99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5843" y="1651635"/>
            <a:ext cx="8206740" cy="631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09F196-1148-433B-B871-DEF48FD4A6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38764" y="2404586"/>
            <a:ext cx="718089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82A034-6BD6-4348-9EC4-FC60EDB8D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5843" y="1821656"/>
            <a:ext cx="820674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7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A1FAB1-564B-4425-92AA-DEBEAAD477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7036" y="340042"/>
            <a:ext cx="9104352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64F919-D72C-4651-B16A-E75EB84E87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7036" y="1214437"/>
            <a:ext cx="9104352" cy="272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573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1pPr>
            <a:lvl2pPr marL="340042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2pPr>
            <a:lvl3pPr marL="53435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3pPr>
            <a:lvl4pPr marL="72866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4pPr>
            <a:lvl5pPr marL="922972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5pPr>
            <a:lvl6pPr marL="111728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6pPr>
            <a:lvl7pPr marL="131159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7pPr>
            <a:lvl8pPr marL="150590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8pPr>
            <a:lvl9pPr marL="170021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435BEF-8680-4569-A00A-38ABD9DF46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7036" y="340042"/>
            <a:ext cx="9104352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0A78DD-DBFC-495C-A7CF-8A06629BA6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7036" y="1214437"/>
            <a:ext cx="4231600" cy="272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573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1pPr>
            <a:lvl2pPr marL="340042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2pPr>
            <a:lvl3pPr marL="53435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3pPr>
            <a:lvl4pPr marL="72866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4pPr>
            <a:lvl5pPr marL="922972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5pPr>
            <a:lvl6pPr marL="111728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6pPr>
            <a:lvl7pPr marL="131159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7pPr>
            <a:lvl8pPr marL="150590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8pPr>
            <a:lvl9pPr marL="170021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31A399-75A0-4CBE-B96E-BECF60FA03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49788" y="1214437"/>
            <a:ext cx="4231600" cy="272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573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1pPr>
            <a:lvl2pPr marL="340042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2pPr>
            <a:lvl3pPr marL="53435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3pPr>
            <a:lvl4pPr marL="72866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4pPr>
            <a:lvl5pPr marL="922972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5pPr>
            <a:lvl6pPr marL="111728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6pPr>
            <a:lvl7pPr marL="131159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7pPr>
            <a:lvl8pPr marL="150590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8pPr>
            <a:lvl9pPr marL="170021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9CE5CF-BA01-483B-99F6-DA0FFBA6A0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7036" y="340042"/>
            <a:ext cx="9104352" cy="53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6C536F-E02A-44DC-A2CB-BA6CE43840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7036" y="1214437"/>
            <a:ext cx="4231600" cy="272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573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1pPr>
            <a:lvl2pPr marL="340042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2pPr>
            <a:lvl3pPr marL="53435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3pPr>
            <a:lvl4pPr marL="72866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4pPr>
            <a:lvl5pPr marL="922972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5pPr>
            <a:lvl6pPr marL="111728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6pPr>
            <a:lvl7pPr marL="131159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7pPr>
            <a:lvl8pPr marL="150590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8pPr>
            <a:lvl9pPr marL="1700213" indent="-145732">
              <a:lnSpc>
                <a:spcPct val="110000"/>
              </a:lnSpc>
              <a:spcBef>
                <a:spcPts val="0"/>
              </a:spcBef>
              <a:spcAft>
                <a:spcPts val="7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c575ee752d46fc" /><Relationship Type="http://schemas.openxmlformats.org/officeDocument/2006/relationships/slideLayout" Target="/ppt/slideLayouts/slideLayout1.xml" Id="Rd41fb624029b433f" /><Relationship Type="http://schemas.openxmlformats.org/officeDocument/2006/relationships/slideLayout" Target="/ppt/slideLayouts/slideLayout2.xml" Id="Ra56323b5bb4843a0" /><Relationship Type="http://schemas.openxmlformats.org/officeDocument/2006/relationships/slideLayout" Target="/ppt/slideLayouts/slideLayout3.xml" Id="Re5b7d58624bb4100" /><Relationship Type="http://schemas.openxmlformats.org/officeDocument/2006/relationships/slideLayout" Target="/ppt/slideLayouts/slideLayout4.xml" Id="Raf448d1acd114b5d" /><Relationship Type="http://schemas.openxmlformats.org/officeDocument/2006/relationships/slideLayout" Target="/ppt/slideLayouts/slideLayout5.xml" Id="R1b0d54b2e6294949" /><Relationship Type="http://schemas.openxmlformats.org/officeDocument/2006/relationships/slideLayout" Target="/ppt/slideLayouts/slideLayout6.xml" Id="Rb3553cc564914e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1fb624029b433f"/>
    <p:sldLayoutId xmlns:r="http://schemas.openxmlformats.org/officeDocument/2006/relationships" id="2147483650" r:id="Ra56323b5bb4843a0"/>
    <p:sldLayoutId xmlns:r="http://schemas.openxmlformats.org/officeDocument/2006/relationships" id="2147483651" r:id="Re5b7d58624bb4100"/>
    <p:sldLayoutId xmlns:r="http://schemas.openxmlformats.org/officeDocument/2006/relationships" id="2147483652" r:id="Raf448d1acd114b5d"/>
    <p:sldLayoutId xmlns:r="http://schemas.openxmlformats.org/officeDocument/2006/relationships" id="2147483653" r:id="R1b0d54b2e6294949"/>
    <p:sldLayoutId xmlns:r="http://schemas.openxmlformats.org/officeDocument/2006/relationships" id="2147483654" r:id="Rb3553cc564914e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87ee5dfe54ae5" /><Relationship Type="http://schemas.openxmlformats.org/officeDocument/2006/relationships/notesSlide" Target="/ppt/notesSlides/notesSlide1.xml" Id="R8ae41572286547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pdf-path-4">
            <a:extLst xmlns:a="http://schemas.openxmlformats.org/drawingml/2006/main">
              <a:ext uri="{FF2B5EF4-FFF2-40B4-BE49-F238E27FC236}">
                <a16:creationId xmlns:a16="http://schemas.microsoft.com/office/drawing/2014/main" id="{594C86FC-EC4E-408B-837C-B5AA3BB3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472" y="2762903"/>
            <a:ext cx="2094408" cy="597917"/>
          </a:xfrm>
          <a:custGeom xmlns:a="http://schemas.openxmlformats.org/drawingml/2006/main">
            <a:pathLst>
              <a:path w="2094408" h="597917">
                <a:moveTo>
                  <a:pt x="0" y="99654"/>
                </a:moveTo>
                <a:cubicBezTo>
                  <a:pt x="0" y="44615"/>
                  <a:pt x="44617" y="0"/>
                  <a:pt x="99655" y="0"/>
                </a:cubicBezTo>
                <a:lnTo>
                  <a:pt x="1994754" y="0"/>
                </a:lnTo>
                <a:cubicBezTo>
                  <a:pt x="2049790" y="0"/>
                  <a:pt x="2094408" y="44615"/>
                  <a:pt x="2094408" y="99654"/>
                </a:cubicBezTo>
                <a:lnTo>
                  <a:pt x="2094408" y="498263"/>
                </a:lnTo>
                <a:cubicBezTo>
                  <a:pt x="2094408" y="553301"/>
                  <a:pt x="2049790" y="597917"/>
                  <a:pt x="1994754" y="597917"/>
                </a:cubicBezTo>
                <a:lnTo>
                  <a:pt x="99655" y="597917"/>
                </a:lnTo>
                <a:cubicBezTo>
                  <a:pt x="44617" y="597917"/>
                  <a:pt x="0" y="553301"/>
                  <a:pt x="0" y="498263"/>
                </a:cubicBezTo>
                <a:lnTo>
                  <a:pt x="0" y="99654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5">
            <a:extLst xmlns:a="http://schemas.openxmlformats.org/drawingml/2006/main">
              <a:ext uri="{FF2B5EF4-FFF2-40B4-BE49-F238E27FC236}">
                <a16:creationId xmlns:a16="http://schemas.microsoft.com/office/drawing/2014/main" id="{6E378338-B2D9-4FE0-AF1A-6E510818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472" y="2762903"/>
            <a:ext cx="2094406" cy="597918"/>
          </a:xfrm>
          <a:custGeom xmlns:a="http://schemas.openxmlformats.org/drawingml/2006/main">
            <a:pathLst>
              <a:path w="2094406" h="597918">
                <a:moveTo>
                  <a:pt x="0" y="99654"/>
                </a:moveTo>
                <a:cubicBezTo>
                  <a:pt x="0" y="44617"/>
                  <a:pt x="44616" y="0"/>
                  <a:pt x="99654" y="0"/>
                </a:cubicBezTo>
                <a:lnTo>
                  <a:pt x="1994752" y="0"/>
                </a:lnTo>
                <a:cubicBezTo>
                  <a:pt x="2049789" y="0"/>
                  <a:pt x="2094406" y="44617"/>
                  <a:pt x="2094406" y="99654"/>
                </a:cubicBezTo>
                <a:lnTo>
                  <a:pt x="2094406" y="498263"/>
                </a:lnTo>
                <a:cubicBezTo>
                  <a:pt x="2094406" y="553301"/>
                  <a:pt x="2049789" y="597918"/>
                  <a:pt x="1994752" y="597918"/>
                </a:cubicBezTo>
                <a:lnTo>
                  <a:pt x="99654" y="597918"/>
                </a:lnTo>
                <a:cubicBezTo>
                  <a:pt x="44616" y="597918"/>
                  <a:pt x="0" y="553301"/>
                  <a:pt x="0" y="498263"/>
                </a:cubicBezTo>
                <a:lnTo>
                  <a:pt x="0" y="99654"/>
                </a:lnTo>
              </a:path>
            </a:pathLst>
          </a:custGeom>
          <a:noFill xmlns:a="http://schemas.openxmlformats.org/drawingml/2006/main"/>
          <a:ln xmlns:a="http://schemas.openxmlformats.org/drawingml/2006/main" w="22757">
            <a:solidFill>
              <a:srgbClr val="FFFFFF"/>
            </a:solidFill>
            <a:prstDash val="solid"/>
          </a:ln>
        </p:spPr>
      </p:sp>
      <p:sp>
        <p:nvSpPr>
          <p:cNvPr id="3" name="pdf-path-7-part-0">
            <a:extLst xmlns:a="http://schemas.openxmlformats.org/drawingml/2006/main">
              <a:ext uri="{FF2B5EF4-FFF2-40B4-BE49-F238E27FC236}">
                <a16:creationId xmlns:a16="http://schemas.microsoft.com/office/drawing/2014/main" id="{43519B22-F909-4958-B601-C35263FC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003" y="2342578"/>
            <a:ext cx="75870" cy="420338"/>
          </a:xfrm>
          <a:custGeom xmlns:a="http://schemas.openxmlformats.org/drawingml/2006/main">
            <a:pathLst>
              <a:path w="75870" h="420338">
                <a:moveTo>
                  <a:pt x="75638" y="420338"/>
                </a:moveTo>
                <a:lnTo>
                  <a:pt x="75870" y="94834"/>
                </a:lnTo>
                <a:lnTo>
                  <a:pt x="37942" y="94807"/>
                </a:lnTo>
                <a:lnTo>
                  <a:pt x="37710" y="420311"/>
                </a:lnTo>
                <a:lnTo>
                  <a:pt x="75638" y="4203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7-part-1">
            <a:extLst xmlns:a="http://schemas.openxmlformats.org/drawingml/2006/main">
              <a:ext uri="{FF2B5EF4-FFF2-40B4-BE49-F238E27FC236}">
                <a16:creationId xmlns:a16="http://schemas.microsoft.com/office/drawing/2014/main" id="{ECF4A527-59F3-45BE-8FA6-C99C258B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003" y="2342578"/>
            <a:ext cx="75870" cy="420338"/>
          </a:xfrm>
          <a:custGeom xmlns:a="http://schemas.openxmlformats.org/drawingml/2006/main">
            <a:pathLst>
              <a:path w="75870" h="420338">
                <a:moveTo>
                  <a:pt x="113785" y="113826"/>
                </a:moveTo>
                <a:lnTo>
                  <a:pt x="56973" y="0"/>
                </a:lnTo>
                <a:lnTo>
                  <a:pt x="0" y="113744"/>
                </a:lnTo>
                <a:lnTo>
                  <a:pt x="113785" y="1138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8">
            <a:extLst xmlns:a="http://schemas.openxmlformats.org/drawingml/2006/main">
              <a:ext uri="{FF2B5EF4-FFF2-40B4-BE49-F238E27FC236}">
                <a16:creationId xmlns:a16="http://schemas.microsoft.com/office/drawing/2014/main" id="{E0F2CE50-6E58-4614-9139-416DB498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938" y="2742276"/>
            <a:ext cx="2094406" cy="597918"/>
          </a:xfrm>
          <a:custGeom xmlns:a="http://schemas.openxmlformats.org/drawingml/2006/main">
            <a:pathLst>
              <a:path w="2094406" h="597918">
                <a:moveTo>
                  <a:pt x="0" y="99654"/>
                </a:moveTo>
                <a:cubicBezTo>
                  <a:pt x="0" y="44617"/>
                  <a:pt x="44616" y="0"/>
                  <a:pt x="99655" y="0"/>
                </a:cubicBezTo>
                <a:lnTo>
                  <a:pt x="1994752" y="0"/>
                </a:lnTo>
                <a:cubicBezTo>
                  <a:pt x="2049790" y="0"/>
                  <a:pt x="2094406" y="44617"/>
                  <a:pt x="2094406" y="99654"/>
                </a:cubicBezTo>
                <a:lnTo>
                  <a:pt x="2094406" y="498264"/>
                </a:lnTo>
                <a:cubicBezTo>
                  <a:pt x="2094406" y="553301"/>
                  <a:pt x="2049790" y="597918"/>
                  <a:pt x="1994752" y="597918"/>
                </a:cubicBezTo>
                <a:lnTo>
                  <a:pt x="99655" y="597918"/>
                </a:lnTo>
                <a:cubicBezTo>
                  <a:pt x="44616" y="597918"/>
                  <a:pt x="0" y="553301"/>
                  <a:pt x="0" y="498264"/>
                </a:cubicBezTo>
                <a:lnTo>
                  <a:pt x="0" y="99654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9">
            <a:extLst xmlns:a="http://schemas.openxmlformats.org/drawingml/2006/main">
              <a:ext uri="{FF2B5EF4-FFF2-40B4-BE49-F238E27FC236}">
                <a16:creationId xmlns:a16="http://schemas.microsoft.com/office/drawing/2014/main" id="{C2E47BE9-DEBB-488E-B718-01E471F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938" y="2742276"/>
            <a:ext cx="2094406" cy="597918"/>
          </a:xfrm>
          <a:custGeom xmlns:a="http://schemas.openxmlformats.org/drawingml/2006/main">
            <a:pathLst>
              <a:path w="2094406" h="597918">
                <a:moveTo>
                  <a:pt x="0" y="99654"/>
                </a:moveTo>
                <a:cubicBezTo>
                  <a:pt x="0" y="44617"/>
                  <a:pt x="44616" y="0"/>
                  <a:pt x="99654" y="0"/>
                </a:cubicBezTo>
                <a:lnTo>
                  <a:pt x="1994752" y="0"/>
                </a:lnTo>
                <a:cubicBezTo>
                  <a:pt x="2049790" y="0"/>
                  <a:pt x="2094406" y="44617"/>
                  <a:pt x="2094406" y="99654"/>
                </a:cubicBezTo>
                <a:lnTo>
                  <a:pt x="2094406" y="498263"/>
                </a:lnTo>
                <a:cubicBezTo>
                  <a:pt x="2094406" y="553301"/>
                  <a:pt x="2049790" y="597918"/>
                  <a:pt x="1994752" y="597918"/>
                </a:cubicBezTo>
                <a:lnTo>
                  <a:pt x="99654" y="597918"/>
                </a:lnTo>
                <a:cubicBezTo>
                  <a:pt x="44616" y="597918"/>
                  <a:pt x="0" y="553301"/>
                  <a:pt x="0" y="498263"/>
                </a:cubicBezTo>
                <a:lnTo>
                  <a:pt x="0" y="99654"/>
                </a:lnTo>
              </a:path>
            </a:pathLst>
          </a:custGeom>
          <a:noFill xmlns:a="http://schemas.openxmlformats.org/drawingml/2006/main"/>
          <a:ln xmlns:a="http://schemas.openxmlformats.org/drawingml/2006/main" w="22757">
            <a:solidFill>
              <a:srgbClr val="FFFFFF"/>
            </a:solidFill>
            <a:prstDash val="solid"/>
          </a:ln>
        </p:spPr>
      </p:sp>
      <p:sp>
        <p:nvSpPr>
          <p:cNvPr id="7" name="pdf-path-11-part-0">
            <a:extLst xmlns:a="http://schemas.openxmlformats.org/drawingml/2006/main">
              <a:ext uri="{FF2B5EF4-FFF2-40B4-BE49-F238E27FC236}">
                <a16:creationId xmlns:a16="http://schemas.microsoft.com/office/drawing/2014/main" id="{82482A4E-0380-4FDA-BAB6-BB533B33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176" y="2342578"/>
            <a:ext cx="75857" cy="399698"/>
          </a:xfrm>
          <a:custGeom xmlns:a="http://schemas.openxmlformats.org/drawingml/2006/main">
            <a:pathLst>
              <a:path w="75857" h="399698">
                <a:moveTo>
                  <a:pt x="2" y="399698"/>
                </a:moveTo>
                <a:lnTo>
                  <a:pt x="0" y="94821"/>
                </a:lnTo>
                <a:lnTo>
                  <a:pt x="37928" y="94821"/>
                </a:lnTo>
                <a:lnTo>
                  <a:pt x="37930" y="399698"/>
                </a:lnTo>
                <a:lnTo>
                  <a:pt x="2" y="3996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11-part-1">
            <a:extLst xmlns:a="http://schemas.openxmlformats.org/drawingml/2006/main">
              <a:ext uri="{FF2B5EF4-FFF2-40B4-BE49-F238E27FC236}">
                <a16:creationId xmlns:a16="http://schemas.microsoft.com/office/drawing/2014/main" id="{55CCBEBD-1548-4457-BF68-9914FAC3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176" y="2342578"/>
            <a:ext cx="75857" cy="399698"/>
          </a:xfrm>
          <a:custGeom xmlns:a="http://schemas.openxmlformats.org/drawingml/2006/main">
            <a:pathLst>
              <a:path w="75857" h="399698">
                <a:moveTo>
                  <a:pt x="-37928" y="113785"/>
                </a:moveTo>
                <a:lnTo>
                  <a:pt x="18963" y="0"/>
                </a:lnTo>
                <a:lnTo>
                  <a:pt x="75857" y="113785"/>
                </a:lnTo>
                <a:lnTo>
                  <a:pt x="-37928" y="1137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2">
            <a:extLst xmlns:a="http://schemas.openxmlformats.org/drawingml/2006/main">
              <a:ext uri="{FF2B5EF4-FFF2-40B4-BE49-F238E27FC236}">
                <a16:creationId xmlns:a16="http://schemas.microsoft.com/office/drawing/2014/main" id="{B9E5FAB6-4881-40C6-BA50-CF7E8A5F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774" y="1502613"/>
            <a:ext cx="2094405" cy="839965"/>
          </a:xfrm>
          <a:custGeom xmlns:a="http://schemas.openxmlformats.org/drawingml/2006/main">
            <a:pathLst>
              <a:path w="2094405" h="839965">
                <a:moveTo>
                  <a:pt x="0" y="139996"/>
                </a:moveTo>
                <a:cubicBezTo>
                  <a:pt x="0" y="62679"/>
                  <a:pt x="62678" y="0"/>
                  <a:pt x="139996" y="0"/>
                </a:cubicBezTo>
                <a:lnTo>
                  <a:pt x="1954410" y="0"/>
                </a:lnTo>
                <a:cubicBezTo>
                  <a:pt x="2031726" y="0"/>
                  <a:pt x="2094405" y="62679"/>
                  <a:pt x="2094405" y="139996"/>
                </a:cubicBezTo>
                <a:lnTo>
                  <a:pt x="2094405" y="699968"/>
                </a:lnTo>
                <a:cubicBezTo>
                  <a:pt x="2094405" y="777286"/>
                  <a:pt x="2031726" y="839965"/>
                  <a:pt x="1954410" y="839965"/>
                </a:cubicBezTo>
                <a:lnTo>
                  <a:pt x="139996" y="839965"/>
                </a:lnTo>
                <a:cubicBezTo>
                  <a:pt x="62678" y="839965"/>
                  <a:pt x="0" y="777286"/>
                  <a:pt x="0" y="699968"/>
                </a:cubicBezTo>
                <a:lnTo>
                  <a:pt x="0" y="139996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13">
            <a:extLst xmlns:a="http://schemas.openxmlformats.org/drawingml/2006/main">
              <a:ext uri="{FF2B5EF4-FFF2-40B4-BE49-F238E27FC236}">
                <a16:creationId xmlns:a16="http://schemas.microsoft.com/office/drawing/2014/main" id="{81A400B9-00F1-4E7D-9E6C-4C2E1C57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774" y="1502613"/>
            <a:ext cx="2094405" cy="839964"/>
          </a:xfrm>
          <a:custGeom xmlns:a="http://schemas.openxmlformats.org/drawingml/2006/main">
            <a:pathLst>
              <a:path w="2094405" h="839964">
                <a:moveTo>
                  <a:pt x="0" y="139996"/>
                </a:moveTo>
                <a:cubicBezTo>
                  <a:pt x="0" y="62678"/>
                  <a:pt x="62678" y="0"/>
                  <a:pt x="139996" y="0"/>
                </a:cubicBezTo>
                <a:lnTo>
                  <a:pt x="1954409" y="0"/>
                </a:lnTo>
                <a:cubicBezTo>
                  <a:pt x="2031727" y="0"/>
                  <a:pt x="2094405" y="62678"/>
                  <a:pt x="2094405" y="139996"/>
                </a:cubicBezTo>
                <a:lnTo>
                  <a:pt x="2094405" y="699968"/>
                </a:lnTo>
                <a:cubicBezTo>
                  <a:pt x="2094405" y="777286"/>
                  <a:pt x="2031727" y="839964"/>
                  <a:pt x="1954409" y="839964"/>
                </a:cubicBezTo>
                <a:lnTo>
                  <a:pt x="139996" y="839964"/>
                </a:lnTo>
                <a:cubicBezTo>
                  <a:pt x="62678" y="839964"/>
                  <a:pt x="0" y="777286"/>
                  <a:pt x="0" y="699968"/>
                </a:cubicBezTo>
                <a:lnTo>
                  <a:pt x="0" y="139996"/>
                </a:lnTo>
              </a:path>
            </a:pathLst>
          </a:custGeom>
          <a:noFill xmlns:a="http://schemas.openxmlformats.org/drawingml/2006/main"/>
          <a:ln xmlns:a="http://schemas.openxmlformats.org/drawingml/2006/main" w="22757">
            <a:solidFill>
              <a:srgbClr val="FFFFFF"/>
            </a:solidFill>
            <a:prstDash val="solid"/>
          </a:ln>
        </p:spPr>
      </p:sp>
      <p:sp>
        <p:nvSpPr>
          <p:cNvPr id="11" name="pdf-path-18">
            <a:extLst xmlns:a="http://schemas.openxmlformats.org/drawingml/2006/main">
              <a:ext uri="{FF2B5EF4-FFF2-40B4-BE49-F238E27FC236}">
                <a16:creationId xmlns:a16="http://schemas.microsoft.com/office/drawing/2014/main" id="{7ED17F16-A6C9-416B-B167-33DAAE07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938" y="1511399"/>
            <a:ext cx="2094403" cy="831179"/>
          </a:xfrm>
          <a:custGeom xmlns:a="http://schemas.openxmlformats.org/drawingml/2006/main">
            <a:pathLst>
              <a:path w="2094403" h="831179">
                <a:moveTo>
                  <a:pt x="0" y="138532"/>
                </a:moveTo>
                <a:cubicBezTo>
                  <a:pt x="0" y="62022"/>
                  <a:pt x="62024" y="0"/>
                  <a:pt x="138533" y="0"/>
                </a:cubicBezTo>
                <a:lnTo>
                  <a:pt x="1955870" y="0"/>
                </a:lnTo>
                <a:cubicBezTo>
                  <a:pt x="2032379" y="0"/>
                  <a:pt x="2094403" y="62022"/>
                  <a:pt x="2094403" y="138532"/>
                </a:cubicBezTo>
                <a:lnTo>
                  <a:pt x="2094403" y="692647"/>
                </a:lnTo>
                <a:cubicBezTo>
                  <a:pt x="2094403" y="769156"/>
                  <a:pt x="2032379" y="831179"/>
                  <a:pt x="1955870" y="831179"/>
                </a:cubicBezTo>
                <a:lnTo>
                  <a:pt x="138533" y="831179"/>
                </a:lnTo>
                <a:cubicBezTo>
                  <a:pt x="62024" y="831179"/>
                  <a:pt x="0" y="769156"/>
                  <a:pt x="0" y="692647"/>
                </a:cubicBezTo>
                <a:lnTo>
                  <a:pt x="0" y="138532"/>
                </a:lnTo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19">
            <a:extLst xmlns:a="http://schemas.openxmlformats.org/drawingml/2006/main">
              <a:ext uri="{FF2B5EF4-FFF2-40B4-BE49-F238E27FC236}">
                <a16:creationId xmlns:a16="http://schemas.microsoft.com/office/drawing/2014/main" id="{0A87BFC9-5287-42D3-BAC9-5AD47834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938" y="1511399"/>
            <a:ext cx="2094402" cy="831179"/>
          </a:xfrm>
          <a:custGeom xmlns:a="http://schemas.openxmlformats.org/drawingml/2006/main">
            <a:pathLst>
              <a:path w="2094402" h="831179">
                <a:moveTo>
                  <a:pt x="0" y="138532"/>
                </a:moveTo>
                <a:cubicBezTo>
                  <a:pt x="0" y="62023"/>
                  <a:pt x="62023" y="0"/>
                  <a:pt x="138532" y="0"/>
                </a:cubicBezTo>
                <a:lnTo>
                  <a:pt x="1955870" y="0"/>
                </a:lnTo>
                <a:cubicBezTo>
                  <a:pt x="2032379" y="0"/>
                  <a:pt x="2094402" y="62023"/>
                  <a:pt x="2094402" y="138532"/>
                </a:cubicBezTo>
                <a:lnTo>
                  <a:pt x="2094402" y="692647"/>
                </a:lnTo>
                <a:cubicBezTo>
                  <a:pt x="2094402" y="769157"/>
                  <a:pt x="2032379" y="831179"/>
                  <a:pt x="1955870" y="831179"/>
                </a:cubicBezTo>
                <a:lnTo>
                  <a:pt x="138532" y="831179"/>
                </a:lnTo>
                <a:cubicBezTo>
                  <a:pt x="62023" y="831179"/>
                  <a:pt x="0" y="769157"/>
                  <a:pt x="0" y="692647"/>
                </a:cubicBezTo>
                <a:lnTo>
                  <a:pt x="0" y="138532"/>
                </a:lnTo>
              </a:path>
            </a:pathLst>
          </a:custGeom>
          <a:noFill xmlns:a="http://schemas.openxmlformats.org/drawingml/2006/main"/>
          <a:ln xmlns:a="http://schemas.openxmlformats.org/drawingml/2006/main" w="22757">
            <a:solidFill>
              <a:srgbClr val="FFFFFF"/>
            </a:solidFill>
            <a:prstDash val="solid"/>
          </a:ln>
        </p:spPr>
      </p:sp>
      <p:sp>
        <p:nvSpPr>
          <p:cNvPr id="13" name="pdf-path-22-part-0">
            <a:extLst xmlns:a="http://schemas.openxmlformats.org/drawingml/2006/main">
              <a:ext uri="{FF2B5EF4-FFF2-40B4-BE49-F238E27FC236}">
                <a16:creationId xmlns:a16="http://schemas.microsoft.com/office/drawing/2014/main" id="{4BB63F19-EADB-41F4-A9F7-9C7B5014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809" y="3360820"/>
            <a:ext cx="75876" cy="427452"/>
          </a:xfrm>
          <a:custGeom xmlns:a="http://schemas.openxmlformats.org/drawingml/2006/main">
            <a:pathLst>
              <a:path w="75876" h="427452">
                <a:moveTo>
                  <a:pt x="337" y="427452"/>
                </a:moveTo>
                <a:lnTo>
                  <a:pt x="0" y="94840"/>
                </a:lnTo>
                <a:lnTo>
                  <a:pt x="37928" y="94801"/>
                </a:lnTo>
                <a:lnTo>
                  <a:pt x="38266" y="427414"/>
                </a:lnTo>
                <a:lnTo>
                  <a:pt x="337" y="4274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22-part-1">
            <a:extLst xmlns:a="http://schemas.openxmlformats.org/drawingml/2006/main">
              <a:ext uri="{FF2B5EF4-FFF2-40B4-BE49-F238E27FC236}">
                <a16:creationId xmlns:a16="http://schemas.microsoft.com/office/drawing/2014/main" id="{FB29513A-6A68-4D52-B685-EBA03702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809" y="3360820"/>
            <a:ext cx="75876" cy="427452"/>
          </a:xfrm>
          <a:custGeom xmlns:a="http://schemas.openxmlformats.org/drawingml/2006/main">
            <a:pathLst>
              <a:path w="75876" h="427452">
                <a:moveTo>
                  <a:pt x="-37909" y="113843"/>
                </a:moveTo>
                <a:lnTo>
                  <a:pt x="18868" y="0"/>
                </a:lnTo>
                <a:lnTo>
                  <a:pt x="75876" y="113727"/>
                </a:lnTo>
                <a:lnTo>
                  <a:pt x="-37909" y="1138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23-part-0">
            <a:extLst xmlns:a="http://schemas.openxmlformats.org/drawingml/2006/main">
              <a:ext uri="{FF2B5EF4-FFF2-40B4-BE49-F238E27FC236}">
                <a16:creationId xmlns:a16="http://schemas.microsoft.com/office/drawing/2014/main" id="{EEB990FE-0CE5-47DD-ABD2-336A1659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7247" y="3340194"/>
            <a:ext cx="75857" cy="448059"/>
          </a:xfrm>
          <a:custGeom xmlns:a="http://schemas.openxmlformats.org/drawingml/2006/main">
            <a:pathLst>
              <a:path w="75857" h="448059">
                <a:moveTo>
                  <a:pt x="75856" y="448059"/>
                </a:moveTo>
                <a:lnTo>
                  <a:pt x="75857" y="94821"/>
                </a:lnTo>
                <a:lnTo>
                  <a:pt x="37928" y="94821"/>
                </a:lnTo>
                <a:lnTo>
                  <a:pt x="37928" y="448059"/>
                </a:lnTo>
                <a:lnTo>
                  <a:pt x="75856" y="4480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23-part-1">
            <a:extLst xmlns:a="http://schemas.openxmlformats.org/drawingml/2006/main">
              <a:ext uri="{FF2B5EF4-FFF2-40B4-BE49-F238E27FC236}">
                <a16:creationId xmlns:a16="http://schemas.microsoft.com/office/drawing/2014/main" id="{E0770ABF-F709-4ACF-90E9-2DF0D811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7247" y="3340194"/>
            <a:ext cx="75857" cy="448059"/>
          </a:xfrm>
          <a:custGeom xmlns:a="http://schemas.openxmlformats.org/drawingml/2006/main">
            <a:pathLst>
              <a:path w="75857" h="448059">
                <a:moveTo>
                  <a:pt x="113785" y="113785"/>
                </a:moveTo>
                <a:lnTo>
                  <a:pt x="56894" y="0"/>
                </a:lnTo>
                <a:lnTo>
                  <a:pt x="0" y="113785"/>
                </a:lnTo>
                <a:lnTo>
                  <a:pt x="113785" y="1137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27-part-0">
            <a:extLst xmlns:a="http://schemas.openxmlformats.org/drawingml/2006/main">
              <a:ext uri="{FF2B5EF4-FFF2-40B4-BE49-F238E27FC236}">
                <a16:creationId xmlns:a16="http://schemas.microsoft.com/office/drawing/2014/main" id="{6B495BBB-99EE-4C3C-A23A-0D387697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7247" y="1221894"/>
            <a:ext cx="75857" cy="289505"/>
          </a:xfrm>
          <a:custGeom xmlns:a="http://schemas.openxmlformats.org/drawingml/2006/main">
            <a:pathLst>
              <a:path w="75857" h="289505">
                <a:moveTo>
                  <a:pt x="75856" y="289505"/>
                </a:moveTo>
                <a:lnTo>
                  <a:pt x="75857" y="94820"/>
                </a:lnTo>
                <a:lnTo>
                  <a:pt x="37928" y="94820"/>
                </a:lnTo>
                <a:lnTo>
                  <a:pt x="37928" y="289505"/>
                </a:lnTo>
                <a:lnTo>
                  <a:pt x="75856" y="28950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27-part-1">
            <a:extLst xmlns:a="http://schemas.openxmlformats.org/drawingml/2006/main">
              <a:ext uri="{FF2B5EF4-FFF2-40B4-BE49-F238E27FC236}">
                <a16:creationId xmlns:a16="http://schemas.microsoft.com/office/drawing/2014/main" id="{6A047EAD-FBD3-4F18-B3DF-D2B0102A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7247" y="1221894"/>
            <a:ext cx="75857" cy="289505"/>
          </a:xfrm>
          <a:custGeom xmlns:a="http://schemas.openxmlformats.org/drawingml/2006/main">
            <a:pathLst>
              <a:path w="75857" h="289505">
                <a:moveTo>
                  <a:pt x="113785" y="113785"/>
                </a:moveTo>
                <a:lnTo>
                  <a:pt x="56893" y="0"/>
                </a:lnTo>
                <a:lnTo>
                  <a:pt x="0" y="113785"/>
                </a:lnTo>
                <a:lnTo>
                  <a:pt x="113785" y="1137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28-part-0">
            <a:extLst xmlns:a="http://schemas.openxmlformats.org/drawingml/2006/main">
              <a:ext uri="{FF2B5EF4-FFF2-40B4-BE49-F238E27FC236}">
                <a16:creationId xmlns:a16="http://schemas.microsoft.com/office/drawing/2014/main" id="{7DEF888D-9BF2-42F4-8EAB-20A37DDF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1" y="964477"/>
            <a:ext cx="2890075" cy="539759"/>
          </a:xfrm>
          <a:custGeom xmlns:a="http://schemas.openxmlformats.org/drawingml/2006/main">
            <a:pathLst>
              <a:path w="2890075" h="539759">
                <a:moveTo>
                  <a:pt x="0" y="536515"/>
                </a:moveTo>
                <a:lnTo>
                  <a:pt x="1181" y="522774"/>
                </a:lnTo>
                <a:lnTo>
                  <a:pt x="5039" y="507700"/>
                </a:lnTo>
                <a:lnTo>
                  <a:pt x="11238" y="493071"/>
                </a:lnTo>
                <a:lnTo>
                  <a:pt x="19575" y="478926"/>
                </a:lnTo>
                <a:lnTo>
                  <a:pt x="29896" y="465223"/>
                </a:lnTo>
                <a:lnTo>
                  <a:pt x="42094" y="451898"/>
                </a:lnTo>
                <a:lnTo>
                  <a:pt x="56104" y="438879"/>
                </a:lnTo>
                <a:lnTo>
                  <a:pt x="71886" y="426111"/>
                </a:lnTo>
                <a:lnTo>
                  <a:pt x="89403" y="413548"/>
                </a:lnTo>
                <a:lnTo>
                  <a:pt x="108639" y="401159"/>
                </a:lnTo>
                <a:lnTo>
                  <a:pt x="129567" y="388920"/>
                </a:lnTo>
                <a:lnTo>
                  <a:pt x="152165" y="376820"/>
                </a:lnTo>
                <a:lnTo>
                  <a:pt x="176408" y="364844"/>
                </a:lnTo>
                <a:lnTo>
                  <a:pt x="202275" y="352989"/>
                </a:lnTo>
                <a:lnTo>
                  <a:pt x="229740" y="341250"/>
                </a:lnTo>
                <a:lnTo>
                  <a:pt x="258775" y="329629"/>
                </a:lnTo>
                <a:lnTo>
                  <a:pt x="289352" y="318125"/>
                </a:lnTo>
                <a:lnTo>
                  <a:pt x="321443" y="306740"/>
                </a:lnTo>
                <a:lnTo>
                  <a:pt x="355020" y="295478"/>
                </a:lnTo>
                <a:lnTo>
                  <a:pt x="390054" y="284341"/>
                </a:lnTo>
                <a:lnTo>
                  <a:pt x="426514" y="273334"/>
                </a:lnTo>
                <a:lnTo>
                  <a:pt x="464367" y="262460"/>
                </a:lnTo>
                <a:lnTo>
                  <a:pt x="503586" y="251724"/>
                </a:lnTo>
                <a:lnTo>
                  <a:pt x="544185" y="241119"/>
                </a:lnTo>
                <a:lnTo>
                  <a:pt x="629111" y="220399"/>
                </a:lnTo>
                <a:lnTo>
                  <a:pt x="719047" y="200298"/>
                </a:lnTo>
                <a:lnTo>
                  <a:pt x="813680" y="180877"/>
                </a:lnTo>
                <a:lnTo>
                  <a:pt x="912759" y="162180"/>
                </a:lnTo>
                <a:lnTo>
                  <a:pt x="1016021" y="144252"/>
                </a:lnTo>
                <a:lnTo>
                  <a:pt x="1123209" y="127139"/>
                </a:lnTo>
                <a:lnTo>
                  <a:pt x="1234064" y="110889"/>
                </a:lnTo>
                <a:lnTo>
                  <a:pt x="1348326" y="95546"/>
                </a:lnTo>
                <a:lnTo>
                  <a:pt x="1465732" y="81158"/>
                </a:lnTo>
                <a:lnTo>
                  <a:pt x="1586025" y="67773"/>
                </a:lnTo>
                <a:lnTo>
                  <a:pt x="1708940" y="55438"/>
                </a:lnTo>
                <a:lnTo>
                  <a:pt x="1834218" y="44199"/>
                </a:lnTo>
                <a:lnTo>
                  <a:pt x="1961595" y="34104"/>
                </a:lnTo>
                <a:lnTo>
                  <a:pt x="2090812" y="25201"/>
                </a:lnTo>
                <a:lnTo>
                  <a:pt x="2221607" y="17537"/>
                </a:lnTo>
                <a:lnTo>
                  <a:pt x="2353717" y="11160"/>
                </a:lnTo>
                <a:lnTo>
                  <a:pt x="2486881" y="6117"/>
                </a:lnTo>
                <a:lnTo>
                  <a:pt x="2620836" y="2455"/>
                </a:lnTo>
                <a:lnTo>
                  <a:pt x="2755322" y="223"/>
                </a:lnTo>
                <a:lnTo>
                  <a:pt x="2795150" y="0"/>
                </a:lnTo>
                <a:lnTo>
                  <a:pt x="2795363" y="37928"/>
                </a:lnTo>
                <a:lnTo>
                  <a:pt x="2755640" y="38152"/>
                </a:lnTo>
                <a:lnTo>
                  <a:pt x="2755847" y="38148"/>
                </a:lnTo>
                <a:lnTo>
                  <a:pt x="2621567" y="40377"/>
                </a:lnTo>
                <a:lnTo>
                  <a:pt x="2621770" y="40372"/>
                </a:lnTo>
                <a:lnTo>
                  <a:pt x="2488018" y="44028"/>
                </a:lnTo>
                <a:lnTo>
                  <a:pt x="2488216" y="44021"/>
                </a:lnTo>
                <a:lnTo>
                  <a:pt x="2355250" y="49057"/>
                </a:lnTo>
                <a:lnTo>
                  <a:pt x="2355447" y="49049"/>
                </a:lnTo>
                <a:lnTo>
                  <a:pt x="2223532" y="55416"/>
                </a:lnTo>
                <a:lnTo>
                  <a:pt x="2223729" y="55406"/>
                </a:lnTo>
                <a:lnTo>
                  <a:pt x="2093128" y="63058"/>
                </a:lnTo>
                <a:lnTo>
                  <a:pt x="2093323" y="63046"/>
                </a:lnTo>
                <a:lnTo>
                  <a:pt x="1964300" y="71937"/>
                </a:lnTo>
                <a:lnTo>
                  <a:pt x="1964495" y="71921"/>
                </a:lnTo>
                <a:lnTo>
                  <a:pt x="1837312" y="82001"/>
                </a:lnTo>
                <a:lnTo>
                  <a:pt x="1837509" y="81984"/>
                </a:lnTo>
                <a:lnTo>
                  <a:pt x="1712429" y="93205"/>
                </a:lnTo>
                <a:lnTo>
                  <a:pt x="1712628" y="93186"/>
                </a:lnTo>
                <a:lnTo>
                  <a:pt x="1589914" y="105502"/>
                </a:lnTo>
                <a:lnTo>
                  <a:pt x="1590117" y="105480"/>
                </a:lnTo>
                <a:lnTo>
                  <a:pt x="1470032" y="118842"/>
                </a:lnTo>
                <a:lnTo>
                  <a:pt x="1470242" y="118817"/>
                </a:lnTo>
                <a:lnTo>
                  <a:pt x="1353048" y="133178"/>
                </a:lnTo>
                <a:lnTo>
                  <a:pt x="1353265" y="133151"/>
                </a:lnTo>
                <a:lnTo>
                  <a:pt x="1239226" y="148463"/>
                </a:lnTo>
                <a:lnTo>
                  <a:pt x="1239452" y="148432"/>
                </a:lnTo>
                <a:lnTo>
                  <a:pt x="1128830" y="164649"/>
                </a:lnTo>
                <a:lnTo>
                  <a:pt x="1129070" y="164612"/>
                </a:lnTo>
                <a:lnTo>
                  <a:pt x="1022127" y="181686"/>
                </a:lnTo>
                <a:lnTo>
                  <a:pt x="1022383" y="181644"/>
                </a:lnTo>
                <a:lnTo>
                  <a:pt x="919383" y="199526"/>
                </a:lnTo>
                <a:lnTo>
                  <a:pt x="919656" y="199476"/>
                </a:lnTo>
                <a:lnTo>
                  <a:pt x="820863" y="218120"/>
                </a:lnTo>
                <a:lnTo>
                  <a:pt x="821157" y="218062"/>
                </a:lnTo>
                <a:lnTo>
                  <a:pt x="726833" y="237419"/>
                </a:lnTo>
                <a:lnTo>
                  <a:pt x="727157" y="237349"/>
                </a:lnTo>
                <a:lnTo>
                  <a:pt x="637565" y="257373"/>
                </a:lnTo>
                <a:lnTo>
                  <a:pt x="637924" y="257289"/>
                </a:lnTo>
                <a:lnTo>
                  <a:pt x="553324" y="277931"/>
                </a:lnTo>
                <a:lnTo>
                  <a:pt x="553621" y="277855"/>
                </a:lnTo>
                <a:lnTo>
                  <a:pt x="513278" y="288393"/>
                </a:lnTo>
                <a:lnTo>
                  <a:pt x="513492" y="288336"/>
                </a:lnTo>
                <a:lnTo>
                  <a:pt x="474495" y="299012"/>
                </a:lnTo>
                <a:lnTo>
                  <a:pt x="474725" y="298947"/>
                </a:lnTo>
                <a:lnTo>
                  <a:pt x="437108" y="309753"/>
                </a:lnTo>
                <a:lnTo>
                  <a:pt x="437353" y="309680"/>
                </a:lnTo>
                <a:lnTo>
                  <a:pt x="401148" y="320611"/>
                </a:lnTo>
                <a:lnTo>
                  <a:pt x="401412" y="320529"/>
                </a:lnTo>
                <a:lnTo>
                  <a:pt x="366655" y="331578"/>
                </a:lnTo>
                <a:lnTo>
                  <a:pt x="366940" y="331486"/>
                </a:lnTo>
                <a:lnTo>
                  <a:pt x="333661" y="342648"/>
                </a:lnTo>
                <a:lnTo>
                  <a:pt x="333970" y="342542"/>
                </a:lnTo>
                <a:lnTo>
                  <a:pt x="302201" y="353811"/>
                </a:lnTo>
                <a:lnTo>
                  <a:pt x="302539" y="353688"/>
                </a:lnTo>
                <a:lnTo>
                  <a:pt x="272315" y="365059"/>
                </a:lnTo>
                <a:lnTo>
                  <a:pt x="272683" y="364915"/>
                </a:lnTo>
                <a:lnTo>
                  <a:pt x="244038" y="376381"/>
                </a:lnTo>
                <a:lnTo>
                  <a:pt x="244444" y="376213"/>
                </a:lnTo>
                <a:lnTo>
                  <a:pt x="217407" y="387769"/>
                </a:lnTo>
                <a:lnTo>
                  <a:pt x="217855" y="387570"/>
                </a:lnTo>
                <a:lnTo>
                  <a:pt x="192461" y="399208"/>
                </a:lnTo>
                <a:lnTo>
                  <a:pt x="192958" y="398971"/>
                </a:lnTo>
                <a:lnTo>
                  <a:pt x="169241" y="410687"/>
                </a:lnTo>
                <a:lnTo>
                  <a:pt x="169795" y="410402"/>
                </a:lnTo>
                <a:lnTo>
                  <a:pt x="147786" y="422188"/>
                </a:lnTo>
                <a:lnTo>
                  <a:pt x="148406" y="421841"/>
                </a:lnTo>
                <a:lnTo>
                  <a:pt x="128138" y="433694"/>
                </a:lnTo>
                <a:lnTo>
                  <a:pt x="128834" y="433266"/>
                </a:lnTo>
                <a:lnTo>
                  <a:pt x="110340" y="445178"/>
                </a:lnTo>
                <a:lnTo>
                  <a:pt x="111121" y="444646"/>
                </a:lnTo>
                <a:lnTo>
                  <a:pt x="94436" y="456612"/>
                </a:lnTo>
                <a:lnTo>
                  <a:pt x="95313" y="455943"/>
                </a:lnTo>
                <a:lnTo>
                  <a:pt x="80467" y="467957"/>
                </a:lnTo>
                <a:lnTo>
                  <a:pt x="81446" y="467106"/>
                </a:lnTo>
                <a:lnTo>
                  <a:pt x="68473" y="479161"/>
                </a:lnTo>
                <a:lnTo>
                  <a:pt x="69553" y="478073"/>
                </a:lnTo>
                <a:lnTo>
                  <a:pt x="58486" y="490163"/>
                </a:lnTo>
                <a:lnTo>
                  <a:pt x="59645" y="488769"/>
                </a:lnTo>
                <a:lnTo>
                  <a:pt x="50516" y="500889"/>
                </a:lnTo>
                <a:lnTo>
                  <a:pt x="51706" y="499108"/>
                </a:lnTo>
                <a:lnTo>
                  <a:pt x="44548" y="511253"/>
                </a:lnTo>
                <a:lnTo>
                  <a:pt x="45672" y="509021"/>
                </a:lnTo>
                <a:lnTo>
                  <a:pt x="40518" y="521184"/>
                </a:lnTo>
                <a:lnTo>
                  <a:pt x="41429" y="518487"/>
                </a:lnTo>
                <a:lnTo>
                  <a:pt x="38312" y="530660"/>
                </a:lnTo>
                <a:lnTo>
                  <a:pt x="38836" y="527580"/>
                </a:lnTo>
                <a:lnTo>
                  <a:pt x="37789" y="539759"/>
                </a:lnTo>
                <a:lnTo>
                  <a:pt x="0" y="5365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28-part-1">
            <a:extLst xmlns:a="http://schemas.openxmlformats.org/drawingml/2006/main">
              <a:ext uri="{FF2B5EF4-FFF2-40B4-BE49-F238E27FC236}">
                <a16:creationId xmlns:a16="http://schemas.microsoft.com/office/drawing/2014/main" id="{EC4BA759-E7BA-4373-86F0-F344D92E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1" y="964477"/>
            <a:ext cx="2890075" cy="539759"/>
          </a:xfrm>
          <a:custGeom xmlns:a="http://schemas.openxmlformats.org/drawingml/2006/main">
            <a:pathLst>
              <a:path w="2890075" h="539759">
                <a:moveTo>
                  <a:pt x="2775974" y="-37820"/>
                </a:moveTo>
                <a:lnTo>
                  <a:pt x="2890075" y="18433"/>
                </a:lnTo>
                <a:lnTo>
                  <a:pt x="2776610" y="75963"/>
                </a:lnTo>
                <a:lnTo>
                  <a:pt x="2775974" y="-378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29-part-0">
            <a:extLst xmlns:a="http://schemas.openxmlformats.org/drawingml/2006/main">
              <a:ext uri="{FF2B5EF4-FFF2-40B4-BE49-F238E27FC236}">
                <a16:creationId xmlns:a16="http://schemas.microsoft.com/office/drawing/2014/main" id="{9A2CA857-638A-4420-97C2-4A007005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175" y="463204"/>
            <a:ext cx="75857" cy="280721"/>
          </a:xfrm>
          <a:custGeom xmlns:a="http://schemas.openxmlformats.org/drawingml/2006/main">
            <a:pathLst>
              <a:path w="75857" h="280721">
                <a:moveTo>
                  <a:pt x="1" y="280721"/>
                </a:moveTo>
                <a:lnTo>
                  <a:pt x="0" y="94821"/>
                </a:lnTo>
                <a:lnTo>
                  <a:pt x="37928" y="94821"/>
                </a:lnTo>
                <a:lnTo>
                  <a:pt x="37929" y="280721"/>
                </a:lnTo>
                <a:lnTo>
                  <a:pt x="1" y="2807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29-part-1">
            <a:extLst xmlns:a="http://schemas.openxmlformats.org/drawingml/2006/main">
              <a:ext uri="{FF2B5EF4-FFF2-40B4-BE49-F238E27FC236}">
                <a16:creationId xmlns:a16="http://schemas.microsoft.com/office/drawing/2014/main" id="{7D73E8F0-35A0-485C-A7EC-20FE5646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175" y="463204"/>
            <a:ext cx="75857" cy="280721"/>
          </a:xfrm>
          <a:custGeom xmlns:a="http://schemas.openxmlformats.org/drawingml/2006/main">
            <a:pathLst>
              <a:path w="75857" h="280721">
                <a:moveTo>
                  <a:pt x="-37928" y="113785"/>
                </a:moveTo>
                <a:lnTo>
                  <a:pt x="18963" y="0"/>
                </a:lnTo>
                <a:lnTo>
                  <a:pt x="75857" y="113785"/>
                </a:lnTo>
                <a:lnTo>
                  <a:pt x="-37928" y="1137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31">
            <a:extLst xmlns:a="http://schemas.openxmlformats.org/drawingml/2006/main">
              <a:ext uri="{FF2B5EF4-FFF2-40B4-BE49-F238E27FC236}">
                <a16:creationId xmlns:a16="http://schemas.microsoft.com/office/drawing/2014/main" id="{3CEFCFD3-B036-4899-A7D2-5FAF6EFC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857" y="67072"/>
            <a:ext cx="95" cy="4270419"/>
          </a:xfrm>
          <a:custGeom xmlns:a="http://schemas.openxmlformats.org/drawingml/2006/main">
            <a:pathLst>
              <a:path w="95" h="4270419">
                <a:moveTo>
                  <a:pt x="0" y="0"/>
                </a:moveTo>
                <a:lnTo>
                  <a:pt x="1" y="4270419"/>
                </a:lnTo>
              </a:path>
            </a:pathLst>
          </a:custGeom>
          <a:noFill xmlns:a="http://schemas.openxmlformats.org/drawingml/2006/main"/>
          <a:ln xmlns:a="http://schemas.openxmlformats.org/drawingml/2006/main" w="37928">
            <a:solidFill>
              <a:srgbClr val="AFABAB"/>
            </a:solidFill>
            <a:prstDash val="dash"/>
          </a:ln>
        </p:spPr>
      </p:sp>
      <p:sp>
        <p:nvSpPr>
          <p:cNvPr id="24" name="pdf-path-32">
            <a:extLst xmlns:a="http://schemas.openxmlformats.org/drawingml/2006/main">
              <a:ext uri="{FF2B5EF4-FFF2-40B4-BE49-F238E27FC236}">
                <a16:creationId xmlns:a16="http://schemas.microsoft.com/office/drawing/2014/main" id="{3CCC3B4F-5B6F-4FFE-B627-2F49C535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53" y="904918"/>
            <a:ext cx="2478133" cy="606481"/>
          </a:xfrm>
          <a:custGeom xmlns:a="http://schemas.openxmlformats.org/drawingml/2006/main">
            <a:pathLst>
              <a:path w="2478133" h="606481">
                <a:moveTo>
                  <a:pt x="0" y="606481"/>
                </a:moveTo>
                <a:lnTo>
                  <a:pt x="2478133" y="606481"/>
                </a:lnTo>
                <a:lnTo>
                  <a:pt x="247813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33">
            <a:extLst xmlns:a="http://schemas.openxmlformats.org/drawingml/2006/main">
              <a:ext uri="{FF2B5EF4-FFF2-40B4-BE49-F238E27FC236}">
                <a16:creationId xmlns:a16="http://schemas.microsoft.com/office/drawing/2014/main" id="{1260F944-9E76-40D8-A7FB-56F406A0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53" y="904918"/>
            <a:ext cx="2478133" cy="606480"/>
          </a:xfrm>
          <a:custGeom xmlns:a="http://schemas.openxmlformats.org/drawingml/2006/main">
            <a:pathLst>
              <a:path w="2478133" h="606480">
                <a:moveTo>
                  <a:pt x="0" y="0"/>
                </a:moveTo>
                <a:lnTo>
                  <a:pt x="2478133" y="0"/>
                </a:lnTo>
                <a:lnTo>
                  <a:pt x="2478133" y="606480"/>
                </a:lnTo>
                <a:lnTo>
                  <a:pt x="0" y="6064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71">
            <a:solidFill>
              <a:srgbClr val="F8CBAD"/>
            </a:solidFill>
            <a:prstDash val="solid"/>
          </a:ln>
        </p:spPr>
      </p:sp>
      <p:sp>
        <p:nvSpPr>
          <p:cNvPr id="26" name="pdf-path-36">
            <a:extLst xmlns:a="http://schemas.openxmlformats.org/drawingml/2006/main">
              <a:ext uri="{FF2B5EF4-FFF2-40B4-BE49-F238E27FC236}">
                <a16:creationId xmlns:a16="http://schemas.microsoft.com/office/drawing/2014/main" id="{EFE8EC5A-124D-44E8-81AA-635F8B89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022" y="933932"/>
            <a:ext cx="551198" cy="252950"/>
          </a:xfrm>
          <a:custGeom xmlns:a="http://schemas.openxmlformats.org/drawingml/2006/main">
            <a:pathLst>
              <a:path w="551198" h="252950">
                <a:moveTo>
                  <a:pt x="470527" y="0"/>
                </a:moveTo>
                <a:cubicBezTo>
                  <a:pt x="496485" y="6846"/>
                  <a:pt x="516418" y="21624"/>
                  <a:pt x="530330" y="44337"/>
                </a:cubicBezTo>
                <a:cubicBezTo>
                  <a:pt x="544242" y="67050"/>
                  <a:pt x="551198" y="94451"/>
                  <a:pt x="551198" y="126543"/>
                </a:cubicBezTo>
                <a:cubicBezTo>
                  <a:pt x="551198" y="158723"/>
                  <a:pt x="544264" y="186123"/>
                  <a:pt x="530396" y="208747"/>
                </a:cubicBezTo>
                <a:cubicBezTo>
                  <a:pt x="516529" y="231371"/>
                  <a:pt x="496573" y="246105"/>
                  <a:pt x="470527" y="252950"/>
                </a:cubicBezTo>
                <a:lnTo>
                  <a:pt x="467327" y="242683"/>
                </a:lnTo>
                <a:cubicBezTo>
                  <a:pt x="487861" y="235838"/>
                  <a:pt x="503128" y="222325"/>
                  <a:pt x="513129" y="202148"/>
                </a:cubicBezTo>
                <a:cubicBezTo>
                  <a:pt x="523130" y="181968"/>
                  <a:pt x="528131" y="156322"/>
                  <a:pt x="528131" y="125209"/>
                </a:cubicBezTo>
                <a:cubicBezTo>
                  <a:pt x="528131" y="95163"/>
                  <a:pt x="523153" y="70205"/>
                  <a:pt x="513195" y="50337"/>
                </a:cubicBezTo>
                <a:cubicBezTo>
                  <a:pt x="503240" y="30469"/>
                  <a:pt x="487817" y="17114"/>
                  <a:pt x="466926" y="10268"/>
                </a:cubicBezTo>
                <a:lnTo>
                  <a:pt x="470527" y="0"/>
                </a:lnTo>
                <a:moveTo>
                  <a:pt x="80671" y="0"/>
                </a:moveTo>
                <a:lnTo>
                  <a:pt x="84272" y="10268"/>
                </a:lnTo>
                <a:cubicBezTo>
                  <a:pt x="63471" y="17114"/>
                  <a:pt x="48069" y="30469"/>
                  <a:pt x="38068" y="50337"/>
                </a:cubicBezTo>
                <a:cubicBezTo>
                  <a:pt x="28068" y="70205"/>
                  <a:pt x="23068" y="95163"/>
                  <a:pt x="23068" y="125209"/>
                </a:cubicBezTo>
                <a:cubicBezTo>
                  <a:pt x="23068" y="156322"/>
                  <a:pt x="28068" y="181968"/>
                  <a:pt x="38068" y="202148"/>
                </a:cubicBezTo>
                <a:cubicBezTo>
                  <a:pt x="48069" y="222325"/>
                  <a:pt x="63337" y="235838"/>
                  <a:pt x="83872" y="242683"/>
                </a:cubicBezTo>
                <a:lnTo>
                  <a:pt x="80671" y="252950"/>
                </a:lnTo>
                <a:cubicBezTo>
                  <a:pt x="54625" y="246105"/>
                  <a:pt x="34668" y="231371"/>
                  <a:pt x="20802" y="208747"/>
                </a:cubicBezTo>
                <a:cubicBezTo>
                  <a:pt x="6933" y="186123"/>
                  <a:pt x="0" y="158723"/>
                  <a:pt x="0" y="126543"/>
                </a:cubicBezTo>
                <a:cubicBezTo>
                  <a:pt x="0" y="94451"/>
                  <a:pt x="6956" y="67050"/>
                  <a:pt x="20868" y="44337"/>
                </a:cubicBezTo>
                <a:cubicBezTo>
                  <a:pt x="34779" y="21624"/>
                  <a:pt x="54714" y="6846"/>
                  <a:pt x="8067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42">
            <a:extLst xmlns:a="http://schemas.openxmlformats.org/drawingml/2006/main">
              <a:ext uri="{FF2B5EF4-FFF2-40B4-BE49-F238E27FC236}">
                <a16:creationId xmlns:a16="http://schemas.microsoft.com/office/drawing/2014/main" id="{17BAB45E-FA68-492C-940F-9C7E8DCF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459" y="1267703"/>
            <a:ext cx="311340" cy="252948"/>
          </a:xfrm>
          <a:custGeom xmlns:a="http://schemas.openxmlformats.org/drawingml/2006/main">
            <a:pathLst>
              <a:path w="311340" h="252948">
                <a:moveTo>
                  <a:pt x="230668" y="0"/>
                </a:moveTo>
                <a:cubicBezTo>
                  <a:pt x="256626" y="6843"/>
                  <a:pt x="276560" y="21622"/>
                  <a:pt x="290472" y="44335"/>
                </a:cubicBezTo>
                <a:cubicBezTo>
                  <a:pt x="304384" y="67048"/>
                  <a:pt x="311340" y="94449"/>
                  <a:pt x="311340" y="126541"/>
                </a:cubicBezTo>
                <a:cubicBezTo>
                  <a:pt x="311340" y="158721"/>
                  <a:pt x="304406" y="186122"/>
                  <a:pt x="290538" y="208745"/>
                </a:cubicBezTo>
                <a:cubicBezTo>
                  <a:pt x="276672" y="231369"/>
                  <a:pt x="256714" y="246103"/>
                  <a:pt x="230668" y="252948"/>
                </a:cubicBezTo>
                <a:lnTo>
                  <a:pt x="227468" y="242680"/>
                </a:lnTo>
                <a:cubicBezTo>
                  <a:pt x="248003" y="235837"/>
                  <a:pt x="263271" y="222325"/>
                  <a:pt x="273270" y="202146"/>
                </a:cubicBezTo>
                <a:cubicBezTo>
                  <a:pt x="283272" y="181966"/>
                  <a:pt x="288272" y="156321"/>
                  <a:pt x="288272" y="125207"/>
                </a:cubicBezTo>
                <a:cubicBezTo>
                  <a:pt x="288272" y="95160"/>
                  <a:pt x="283294" y="70204"/>
                  <a:pt x="273337" y="50335"/>
                </a:cubicBezTo>
                <a:cubicBezTo>
                  <a:pt x="263382" y="30469"/>
                  <a:pt x="247959" y="17112"/>
                  <a:pt x="227068" y="10267"/>
                </a:cubicBezTo>
                <a:lnTo>
                  <a:pt x="230668" y="0"/>
                </a:lnTo>
                <a:moveTo>
                  <a:pt x="80672" y="0"/>
                </a:moveTo>
                <a:lnTo>
                  <a:pt x="84272" y="10267"/>
                </a:lnTo>
                <a:cubicBezTo>
                  <a:pt x="63471" y="17112"/>
                  <a:pt x="48069" y="30469"/>
                  <a:pt x="38068" y="50335"/>
                </a:cubicBezTo>
                <a:cubicBezTo>
                  <a:pt x="28068" y="70204"/>
                  <a:pt x="23068" y="95160"/>
                  <a:pt x="23068" y="125207"/>
                </a:cubicBezTo>
                <a:cubicBezTo>
                  <a:pt x="23068" y="156321"/>
                  <a:pt x="28068" y="181966"/>
                  <a:pt x="38068" y="202146"/>
                </a:cubicBezTo>
                <a:cubicBezTo>
                  <a:pt x="48069" y="222325"/>
                  <a:pt x="63337" y="235837"/>
                  <a:pt x="83872" y="242680"/>
                </a:cubicBezTo>
                <a:lnTo>
                  <a:pt x="80672" y="252948"/>
                </a:lnTo>
                <a:cubicBezTo>
                  <a:pt x="54626" y="246103"/>
                  <a:pt x="34668" y="231369"/>
                  <a:pt x="20802" y="208745"/>
                </a:cubicBezTo>
                <a:cubicBezTo>
                  <a:pt x="6934" y="186122"/>
                  <a:pt x="0" y="158721"/>
                  <a:pt x="0" y="126541"/>
                </a:cubicBezTo>
                <a:cubicBezTo>
                  <a:pt x="0" y="94449"/>
                  <a:pt x="6956" y="67048"/>
                  <a:pt x="20868" y="44335"/>
                </a:cubicBezTo>
                <a:cubicBezTo>
                  <a:pt x="34780" y="21622"/>
                  <a:pt x="54714" y="6843"/>
                  <a:pt x="80672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51">
            <a:extLst xmlns:a="http://schemas.openxmlformats.org/drawingml/2006/main">
              <a:ext uri="{FF2B5EF4-FFF2-40B4-BE49-F238E27FC236}">
                <a16:creationId xmlns:a16="http://schemas.microsoft.com/office/drawing/2014/main" id="{32262773-38CF-4293-B2BD-3D58A61A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625" y="1585131"/>
            <a:ext cx="182851" cy="1342540"/>
          </a:xfrm>
          <a:custGeom xmlns:a="http://schemas.openxmlformats.org/drawingml/2006/main">
            <a:pathLst>
              <a:path w="182851" h="1342540">
                <a:moveTo>
                  <a:pt x="0" y="1251115"/>
                </a:moveTo>
                <a:lnTo>
                  <a:pt x="45715" y="1251115"/>
                </a:lnTo>
                <a:lnTo>
                  <a:pt x="45715" y="0"/>
                </a:lnTo>
                <a:lnTo>
                  <a:pt x="137140" y="0"/>
                </a:lnTo>
                <a:lnTo>
                  <a:pt x="137140" y="1251115"/>
                </a:lnTo>
                <a:lnTo>
                  <a:pt x="182851" y="1251115"/>
                </a:lnTo>
                <a:lnTo>
                  <a:pt x="91426" y="1342540"/>
                </a:lnTo>
                <a:lnTo>
                  <a:pt x="0" y="12511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52">
            <a:extLst xmlns:a="http://schemas.openxmlformats.org/drawingml/2006/main">
              <a:ext uri="{FF2B5EF4-FFF2-40B4-BE49-F238E27FC236}">
                <a16:creationId xmlns:a16="http://schemas.microsoft.com/office/drawing/2014/main" id="{E52EC943-D267-4E83-95F4-6217E0A3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625" y="1585131"/>
            <a:ext cx="182850" cy="1342539"/>
          </a:xfrm>
          <a:custGeom xmlns:a="http://schemas.openxmlformats.org/drawingml/2006/main">
            <a:pathLst>
              <a:path w="182850" h="1342539">
                <a:moveTo>
                  <a:pt x="0" y="1251115"/>
                </a:moveTo>
                <a:lnTo>
                  <a:pt x="45713" y="1251115"/>
                </a:lnTo>
                <a:lnTo>
                  <a:pt x="45713" y="0"/>
                </a:lnTo>
                <a:lnTo>
                  <a:pt x="137138" y="0"/>
                </a:lnTo>
                <a:lnTo>
                  <a:pt x="137138" y="1251115"/>
                </a:lnTo>
                <a:lnTo>
                  <a:pt x="182850" y="1251115"/>
                </a:lnTo>
                <a:lnTo>
                  <a:pt x="91425" y="1342539"/>
                </a:lnTo>
                <a:lnTo>
                  <a:pt x="0" y="1251115"/>
                </a:lnTo>
              </a:path>
            </a:pathLst>
          </a:custGeom>
          <a:noFill xmlns:a="http://schemas.openxmlformats.org/drawingml/2006/main"/>
          <a:ln xmlns:a="http://schemas.openxmlformats.org/drawingml/2006/main" w="7586">
            <a:solidFill>
              <a:srgbClr val="2F528F"/>
            </a:solidFill>
            <a:prstDash val="solid"/>
          </a:ln>
        </p:spPr>
      </p:sp>
      <p:sp>
        <p:nvSpPr>
          <p:cNvPr id="30" name="pdf-path-53">
            <a:extLst xmlns:a="http://schemas.openxmlformats.org/drawingml/2006/main">
              <a:ext uri="{FF2B5EF4-FFF2-40B4-BE49-F238E27FC236}">
                <a16:creationId xmlns:a16="http://schemas.microsoft.com/office/drawing/2014/main" id="{3F4D1980-495D-484C-842C-ED6E1F3F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09" y="2981866"/>
            <a:ext cx="2697372" cy="606481"/>
          </a:xfrm>
          <a:custGeom xmlns:a="http://schemas.openxmlformats.org/drawingml/2006/main">
            <a:pathLst>
              <a:path w="2697372" h="606481">
                <a:moveTo>
                  <a:pt x="0" y="606481"/>
                </a:moveTo>
                <a:lnTo>
                  <a:pt x="2697372" y="606481"/>
                </a:lnTo>
                <a:lnTo>
                  <a:pt x="26973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54">
            <a:extLst xmlns:a="http://schemas.openxmlformats.org/drawingml/2006/main">
              <a:ext uri="{FF2B5EF4-FFF2-40B4-BE49-F238E27FC236}">
                <a16:creationId xmlns:a16="http://schemas.microsoft.com/office/drawing/2014/main" id="{D2CC5372-13AA-4D5F-B8C1-24531563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09" y="2981866"/>
            <a:ext cx="2697372" cy="606480"/>
          </a:xfrm>
          <a:custGeom xmlns:a="http://schemas.openxmlformats.org/drawingml/2006/main">
            <a:pathLst>
              <a:path w="2697372" h="606480">
                <a:moveTo>
                  <a:pt x="0" y="0"/>
                </a:moveTo>
                <a:lnTo>
                  <a:pt x="2697372" y="0"/>
                </a:lnTo>
                <a:lnTo>
                  <a:pt x="2697372" y="606480"/>
                </a:lnTo>
                <a:lnTo>
                  <a:pt x="0" y="6064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343">
            <a:solidFill>
              <a:srgbClr val="C5E0B4"/>
            </a:solidFill>
            <a:prstDash val="solid"/>
          </a:ln>
        </p:spPr>
      </p:sp>
      <p:sp>
        <p:nvSpPr>
          <p:cNvPr id="32" name="pdf-path-61">
            <a:extLst xmlns:a="http://schemas.openxmlformats.org/drawingml/2006/main">
              <a:ext uri="{FF2B5EF4-FFF2-40B4-BE49-F238E27FC236}">
                <a16:creationId xmlns:a16="http://schemas.microsoft.com/office/drawing/2014/main" id="{A8D073A3-A6DE-4291-A21A-C0F9344F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6" y="270732"/>
            <a:ext cx="3730541" cy="1429631"/>
          </a:xfrm>
          <a:custGeom xmlns:a="http://schemas.openxmlformats.org/drawingml/2006/main">
            <a:pathLst>
              <a:path w="3730541" h="1429631">
                <a:moveTo>
                  <a:pt x="0" y="0"/>
                </a:moveTo>
                <a:lnTo>
                  <a:pt x="3730541" y="0"/>
                </a:lnTo>
                <a:lnTo>
                  <a:pt x="3730541" y="1429631"/>
                </a:lnTo>
                <a:lnTo>
                  <a:pt x="0" y="14296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757">
            <a:solidFill>
              <a:srgbClr val="7F7F7F"/>
            </a:solidFill>
            <a:prstDash val="dash"/>
          </a:ln>
        </p:spPr>
      </p:sp>
      <p:sp>
        <p:nvSpPr>
          <p:cNvPr id="33" name="pdf-path-77">
            <a:extLst xmlns:a="http://schemas.openxmlformats.org/drawingml/2006/main">
              <a:ext uri="{FF2B5EF4-FFF2-40B4-BE49-F238E27FC236}">
                <a16:creationId xmlns:a16="http://schemas.microsoft.com/office/drawing/2014/main" id="{7C8EB20D-BCBD-4EB4-BFEC-B921DA66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8" y="2763056"/>
            <a:ext cx="3730541" cy="1429631"/>
          </a:xfrm>
          <a:custGeom xmlns:a="http://schemas.openxmlformats.org/drawingml/2006/main">
            <a:pathLst>
              <a:path w="3730541" h="1429631">
                <a:moveTo>
                  <a:pt x="0" y="0"/>
                </a:moveTo>
                <a:lnTo>
                  <a:pt x="3730541" y="0"/>
                </a:lnTo>
                <a:lnTo>
                  <a:pt x="3730541" y="1429631"/>
                </a:lnTo>
                <a:lnTo>
                  <a:pt x="0" y="14296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757">
            <a:solidFill>
              <a:srgbClr val="7F7F7F"/>
            </a:solidFill>
            <a:prstDash val="dash"/>
          </a:ln>
        </p:spPr>
      </p:sp>
      <p:sp>
        <p:nvSpPr>
          <p:cNvPr id="34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6C324EFE-332D-4FB5-82AB-3817F4DE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391" y="885660"/>
            <a:ext cx="231570" cy="232311"/>
          </a:xfrm>
          <a:custGeom xmlns:a="http://schemas.openxmlformats.org/drawingml/2006/main">
            <a:pathLst>
              <a:path w="231570" h="232311">
                <a:moveTo>
                  <a:pt x="115711" y="0"/>
                </a:moveTo>
                <a:cubicBezTo>
                  <a:pt x="136947" y="0"/>
                  <a:pt x="156503" y="4864"/>
                  <a:pt x="174381" y="14593"/>
                </a:cubicBezTo>
                <a:cubicBezTo>
                  <a:pt x="192259" y="24322"/>
                  <a:pt x="206260" y="38101"/>
                  <a:pt x="216384" y="55929"/>
                </a:cubicBezTo>
                <a:cubicBezTo>
                  <a:pt x="226508" y="73758"/>
                  <a:pt x="231570" y="93833"/>
                  <a:pt x="231570" y="116155"/>
                </a:cubicBezTo>
                <a:cubicBezTo>
                  <a:pt x="231570" y="137885"/>
                  <a:pt x="226632" y="157640"/>
                  <a:pt x="216754" y="175418"/>
                </a:cubicBezTo>
                <a:cubicBezTo>
                  <a:pt x="206877" y="193197"/>
                  <a:pt x="192975" y="207124"/>
                  <a:pt x="175048" y="217199"/>
                </a:cubicBezTo>
                <a:cubicBezTo>
                  <a:pt x="157121" y="227273"/>
                  <a:pt x="137342" y="232311"/>
                  <a:pt x="115711" y="232311"/>
                </a:cubicBezTo>
                <a:cubicBezTo>
                  <a:pt x="94179" y="232311"/>
                  <a:pt x="74449" y="227323"/>
                  <a:pt x="56522" y="217347"/>
                </a:cubicBezTo>
                <a:cubicBezTo>
                  <a:pt x="38595" y="207371"/>
                  <a:pt x="24693" y="193494"/>
                  <a:pt x="14816" y="175715"/>
                </a:cubicBezTo>
                <a:cubicBezTo>
                  <a:pt x="4938" y="157936"/>
                  <a:pt x="0" y="138083"/>
                  <a:pt x="0" y="116155"/>
                </a:cubicBezTo>
                <a:cubicBezTo>
                  <a:pt x="0" y="93932"/>
                  <a:pt x="5037" y="73906"/>
                  <a:pt x="15112" y="56078"/>
                </a:cubicBezTo>
                <a:cubicBezTo>
                  <a:pt x="25187" y="38249"/>
                  <a:pt x="39114" y="24446"/>
                  <a:pt x="56893" y="14667"/>
                </a:cubicBezTo>
                <a:cubicBezTo>
                  <a:pt x="74671" y="4889"/>
                  <a:pt x="94277" y="0"/>
                  <a:pt x="115711" y="0"/>
                </a:cubicBezTo>
                <a:moveTo>
                  <a:pt x="126082" y="211124"/>
                </a:moveTo>
                <a:cubicBezTo>
                  <a:pt x="139416" y="209840"/>
                  <a:pt x="151663" y="205939"/>
                  <a:pt x="162825" y="199420"/>
                </a:cubicBezTo>
                <a:cubicBezTo>
                  <a:pt x="176949" y="191222"/>
                  <a:pt x="187814" y="179814"/>
                  <a:pt x="195420" y="165196"/>
                </a:cubicBezTo>
                <a:cubicBezTo>
                  <a:pt x="201741" y="153244"/>
                  <a:pt x="205445" y="140157"/>
                  <a:pt x="206531" y="125934"/>
                </a:cubicBezTo>
                <a:lnTo>
                  <a:pt x="126082" y="125934"/>
                </a:lnTo>
                <a:lnTo>
                  <a:pt x="126082" y="211124"/>
                </a:lnTo>
                <a:moveTo>
                  <a:pt x="195123" y="66671"/>
                </a:moveTo>
                <a:cubicBezTo>
                  <a:pt x="187320" y="51954"/>
                  <a:pt x="176406" y="40595"/>
                  <a:pt x="162381" y="32595"/>
                </a:cubicBezTo>
                <a:cubicBezTo>
                  <a:pt x="151318" y="26273"/>
                  <a:pt x="139219" y="22471"/>
                  <a:pt x="126082" y="21186"/>
                </a:cubicBezTo>
                <a:lnTo>
                  <a:pt x="126082" y="106229"/>
                </a:lnTo>
                <a:lnTo>
                  <a:pt x="206531" y="106229"/>
                </a:lnTo>
                <a:cubicBezTo>
                  <a:pt x="205346" y="91808"/>
                  <a:pt x="201543" y="78622"/>
                  <a:pt x="195123" y="66671"/>
                </a:cubicBezTo>
                <a:moveTo>
                  <a:pt x="105043" y="125934"/>
                </a:moveTo>
                <a:lnTo>
                  <a:pt x="24891" y="125934"/>
                </a:lnTo>
                <a:cubicBezTo>
                  <a:pt x="26076" y="140256"/>
                  <a:pt x="29829" y="153392"/>
                  <a:pt x="36150" y="165344"/>
                </a:cubicBezTo>
                <a:cubicBezTo>
                  <a:pt x="43953" y="179863"/>
                  <a:pt x="54917" y="191222"/>
                  <a:pt x="69041" y="199420"/>
                </a:cubicBezTo>
                <a:cubicBezTo>
                  <a:pt x="80202" y="205840"/>
                  <a:pt x="92203" y="209741"/>
                  <a:pt x="105043" y="211124"/>
                </a:cubicBezTo>
                <a:lnTo>
                  <a:pt x="105043" y="125934"/>
                </a:lnTo>
                <a:moveTo>
                  <a:pt x="105043" y="106229"/>
                </a:moveTo>
                <a:lnTo>
                  <a:pt x="105043" y="21186"/>
                </a:lnTo>
                <a:cubicBezTo>
                  <a:pt x="92203" y="22471"/>
                  <a:pt x="80252" y="26323"/>
                  <a:pt x="69189" y="32743"/>
                </a:cubicBezTo>
                <a:cubicBezTo>
                  <a:pt x="55263" y="40743"/>
                  <a:pt x="44348" y="52102"/>
                  <a:pt x="36447" y="66819"/>
                </a:cubicBezTo>
                <a:cubicBezTo>
                  <a:pt x="30027" y="78770"/>
                  <a:pt x="26174" y="91907"/>
                  <a:pt x="24891" y="106229"/>
                </a:cubicBezTo>
                <a:lnTo>
                  <a:pt x="105043" y="1062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EA06E1EB-250E-4201-9E6E-4CBC351C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670" y="957452"/>
            <a:ext cx="88272" cy="182011"/>
          </a:xfrm>
          <a:custGeom xmlns:a="http://schemas.openxmlformats.org/drawingml/2006/main">
            <a:pathLst>
              <a:path w="88272" h="182011">
                <a:moveTo>
                  <a:pt x="44536" y="143209"/>
                </a:moveTo>
                <a:cubicBezTo>
                  <a:pt x="43381" y="148454"/>
                  <a:pt x="42625" y="152610"/>
                  <a:pt x="42270" y="155677"/>
                </a:cubicBezTo>
                <a:cubicBezTo>
                  <a:pt x="41914" y="158743"/>
                  <a:pt x="41736" y="161521"/>
                  <a:pt x="41736" y="164010"/>
                </a:cubicBezTo>
                <a:cubicBezTo>
                  <a:pt x="41736" y="168011"/>
                  <a:pt x="42736" y="170833"/>
                  <a:pt x="44737" y="172477"/>
                </a:cubicBezTo>
                <a:cubicBezTo>
                  <a:pt x="46737" y="174122"/>
                  <a:pt x="50092" y="175122"/>
                  <a:pt x="54804" y="175478"/>
                </a:cubicBezTo>
                <a:lnTo>
                  <a:pt x="53337" y="182011"/>
                </a:lnTo>
                <a:lnTo>
                  <a:pt x="0" y="182011"/>
                </a:lnTo>
                <a:lnTo>
                  <a:pt x="1467" y="175478"/>
                </a:lnTo>
                <a:cubicBezTo>
                  <a:pt x="4845" y="174944"/>
                  <a:pt x="7378" y="174078"/>
                  <a:pt x="9067" y="172878"/>
                </a:cubicBezTo>
                <a:cubicBezTo>
                  <a:pt x="10757" y="171678"/>
                  <a:pt x="12179" y="170011"/>
                  <a:pt x="13334" y="167877"/>
                </a:cubicBezTo>
                <a:cubicBezTo>
                  <a:pt x="14490" y="165744"/>
                  <a:pt x="15557" y="163144"/>
                  <a:pt x="16535" y="160077"/>
                </a:cubicBezTo>
                <a:cubicBezTo>
                  <a:pt x="17512" y="157010"/>
                  <a:pt x="18979" y="151076"/>
                  <a:pt x="20935" y="142276"/>
                </a:cubicBezTo>
                <a:lnTo>
                  <a:pt x="43603" y="39603"/>
                </a:lnTo>
                <a:cubicBezTo>
                  <a:pt x="45559" y="30713"/>
                  <a:pt x="46536" y="23557"/>
                  <a:pt x="46536" y="18135"/>
                </a:cubicBezTo>
                <a:cubicBezTo>
                  <a:pt x="46536" y="13957"/>
                  <a:pt x="45492" y="11045"/>
                  <a:pt x="43403" y="9401"/>
                </a:cubicBezTo>
                <a:cubicBezTo>
                  <a:pt x="41314" y="7756"/>
                  <a:pt x="38003" y="6800"/>
                  <a:pt x="33469" y="6534"/>
                </a:cubicBezTo>
                <a:lnTo>
                  <a:pt x="34936" y="0"/>
                </a:lnTo>
                <a:lnTo>
                  <a:pt x="88272" y="0"/>
                </a:lnTo>
                <a:lnTo>
                  <a:pt x="86805" y="6534"/>
                </a:lnTo>
                <a:cubicBezTo>
                  <a:pt x="83428" y="7245"/>
                  <a:pt x="81006" y="8045"/>
                  <a:pt x="79539" y="8934"/>
                </a:cubicBezTo>
                <a:cubicBezTo>
                  <a:pt x="78072" y="9823"/>
                  <a:pt x="76760" y="11156"/>
                  <a:pt x="75605" y="12934"/>
                </a:cubicBezTo>
                <a:cubicBezTo>
                  <a:pt x="74450" y="14712"/>
                  <a:pt x="73249" y="17490"/>
                  <a:pt x="72005" y="21268"/>
                </a:cubicBezTo>
                <a:cubicBezTo>
                  <a:pt x="70760" y="25046"/>
                  <a:pt x="69205" y="31202"/>
                  <a:pt x="67338" y="39736"/>
                </a:cubicBezTo>
                <a:lnTo>
                  <a:pt x="44536" y="1432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D046035E-3618-4571-A612-986EC2C6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017" y="1009855"/>
            <a:ext cx="110674" cy="131875"/>
          </a:xfrm>
          <a:custGeom xmlns:a="http://schemas.openxmlformats.org/drawingml/2006/main">
            <a:pathLst>
              <a:path w="110674" h="131875">
                <a:moveTo>
                  <a:pt x="93872" y="34536"/>
                </a:moveTo>
                <a:cubicBezTo>
                  <a:pt x="92894" y="26624"/>
                  <a:pt x="90294" y="20624"/>
                  <a:pt x="86072" y="16535"/>
                </a:cubicBezTo>
                <a:cubicBezTo>
                  <a:pt x="81850" y="12445"/>
                  <a:pt x="75205" y="10401"/>
                  <a:pt x="66137" y="10401"/>
                </a:cubicBezTo>
                <a:cubicBezTo>
                  <a:pt x="59115" y="10401"/>
                  <a:pt x="53426" y="12201"/>
                  <a:pt x="49070" y="15801"/>
                </a:cubicBezTo>
                <a:cubicBezTo>
                  <a:pt x="44714" y="19401"/>
                  <a:pt x="42536" y="24135"/>
                  <a:pt x="42536" y="30002"/>
                </a:cubicBezTo>
                <a:cubicBezTo>
                  <a:pt x="42536" y="33202"/>
                  <a:pt x="43091" y="36025"/>
                  <a:pt x="44203" y="38469"/>
                </a:cubicBezTo>
                <a:cubicBezTo>
                  <a:pt x="45314" y="40914"/>
                  <a:pt x="47558" y="43603"/>
                  <a:pt x="50936" y="46536"/>
                </a:cubicBezTo>
                <a:cubicBezTo>
                  <a:pt x="54315" y="49470"/>
                  <a:pt x="59559" y="53070"/>
                  <a:pt x="66671" y="57337"/>
                </a:cubicBezTo>
                <a:cubicBezTo>
                  <a:pt x="72271" y="60715"/>
                  <a:pt x="76760" y="63804"/>
                  <a:pt x="80138" y="66604"/>
                </a:cubicBezTo>
                <a:cubicBezTo>
                  <a:pt x="83516" y="69404"/>
                  <a:pt x="86183" y="72182"/>
                  <a:pt x="88139" y="74938"/>
                </a:cubicBezTo>
                <a:cubicBezTo>
                  <a:pt x="90094" y="77694"/>
                  <a:pt x="91517" y="80605"/>
                  <a:pt x="92406" y="83672"/>
                </a:cubicBezTo>
                <a:cubicBezTo>
                  <a:pt x="93295" y="86739"/>
                  <a:pt x="93739" y="90450"/>
                  <a:pt x="93739" y="94806"/>
                </a:cubicBezTo>
                <a:cubicBezTo>
                  <a:pt x="93739" y="102718"/>
                  <a:pt x="91628" y="109496"/>
                  <a:pt x="87405" y="115141"/>
                </a:cubicBezTo>
                <a:cubicBezTo>
                  <a:pt x="83183" y="120785"/>
                  <a:pt x="77449" y="124986"/>
                  <a:pt x="70204" y="127741"/>
                </a:cubicBezTo>
                <a:cubicBezTo>
                  <a:pt x="62960" y="130497"/>
                  <a:pt x="54714" y="131875"/>
                  <a:pt x="45469" y="131875"/>
                </a:cubicBezTo>
                <a:cubicBezTo>
                  <a:pt x="38091" y="131875"/>
                  <a:pt x="30846" y="131319"/>
                  <a:pt x="23735" y="130208"/>
                </a:cubicBezTo>
                <a:cubicBezTo>
                  <a:pt x="16623" y="129097"/>
                  <a:pt x="8712" y="127208"/>
                  <a:pt x="0" y="124541"/>
                </a:cubicBezTo>
                <a:lnTo>
                  <a:pt x="6400" y="95473"/>
                </a:lnTo>
                <a:lnTo>
                  <a:pt x="16801" y="95473"/>
                </a:lnTo>
                <a:cubicBezTo>
                  <a:pt x="17157" y="104007"/>
                  <a:pt x="19557" y="110451"/>
                  <a:pt x="24002" y="114807"/>
                </a:cubicBezTo>
                <a:cubicBezTo>
                  <a:pt x="28446" y="119163"/>
                  <a:pt x="35513" y="121341"/>
                  <a:pt x="45203" y="121341"/>
                </a:cubicBezTo>
                <a:cubicBezTo>
                  <a:pt x="53648" y="121341"/>
                  <a:pt x="60248" y="119452"/>
                  <a:pt x="65004" y="115674"/>
                </a:cubicBezTo>
                <a:cubicBezTo>
                  <a:pt x="69760" y="111896"/>
                  <a:pt x="72138" y="106540"/>
                  <a:pt x="72138" y="99606"/>
                </a:cubicBezTo>
                <a:cubicBezTo>
                  <a:pt x="72138" y="95606"/>
                  <a:pt x="71471" y="92162"/>
                  <a:pt x="70138" y="89272"/>
                </a:cubicBezTo>
                <a:cubicBezTo>
                  <a:pt x="68804" y="86383"/>
                  <a:pt x="66626" y="83605"/>
                  <a:pt x="63604" y="80939"/>
                </a:cubicBezTo>
                <a:cubicBezTo>
                  <a:pt x="60581" y="78272"/>
                  <a:pt x="55781" y="74938"/>
                  <a:pt x="49203" y="70938"/>
                </a:cubicBezTo>
                <a:cubicBezTo>
                  <a:pt x="42269" y="66760"/>
                  <a:pt x="36869" y="62982"/>
                  <a:pt x="33002" y="59604"/>
                </a:cubicBezTo>
                <a:cubicBezTo>
                  <a:pt x="29135" y="56226"/>
                  <a:pt x="26224" y="52559"/>
                  <a:pt x="24268" y="48603"/>
                </a:cubicBezTo>
                <a:cubicBezTo>
                  <a:pt x="22312" y="44647"/>
                  <a:pt x="21334" y="40092"/>
                  <a:pt x="21334" y="34936"/>
                </a:cubicBezTo>
                <a:cubicBezTo>
                  <a:pt x="21334" y="27913"/>
                  <a:pt x="23224" y="21757"/>
                  <a:pt x="27001" y="16468"/>
                </a:cubicBezTo>
                <a:cubicBezTo>
                  <a:pt x="30780" y="11178"/>
                  <a:pt x="36180" y="7112"/>
                  <a:pt x="43203" y="4267"/>
                </a:cubicBezTo>
                <a:cubicBezTo>
                  <a:pt x="50225" y="1422"/>
                  <a:pt x="58404" y="0"/>
                  <a:pt x="67737" y="0"/>
                </a:cubicBezTo>
                <a:cubicBezTo>
                  <a:pt x="76005" y="0"/>
                  <a:pt x="83538" y="489"/>
                  <a:pt x="90339" y="1467"/>
                </a:cubicBezTo>
                <a:cubicBezTo>
                  <a:pt x="97139" y="2445"/>
                  <a:pt x="103917" y="4134"/>
                  <a:pt x="110674" y="6534"/>
                </a:cubicBezTo>
                <a:lnTo>
                  <a:pt x="104673" y="34536"/>
                </a:lnTo>
                <a:lnTo>
                  <a:pt x="93872" y="345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B30DFF0B-2AA1-4D96-9C63-2713DE38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223" y="1108528"/>
            <a:ext cx="39869" cy="67737"/>
          </a:xfrm>
          <a:custGeom xmlns:a="http://schemas.openxmlformats.org/drawingml/2006/main">
            <a:pathLst>
              <a:path w="39869" h="67737">
                <a:moveTo>
                  <a:pt x="38002" y="0"/>
                </a:moveTo>
                <a:cubicBezTo>
                  <a:pt x="39247" y="6222"/>
                  <a:pt x="39869" y="12356"/>
                  <a:pt x="39869" y="18401"/>
                </a:cubicBezTo>
                <a:cubicBezTo>
                  <a:pt x="39869" y="24624"/>
                  <a:pt x="38802" y="30313"/>
                  <a:pt x="36669" y="35469"/>
                </a:cubicBezTo>
                <a:cubicBezTo>
                  <a:pt x="34535" y="40625"/>
                  <a:pt x="31135" y="45758"/>
                  <a:pt x="26468" y="50870"/>
                </a:cubicBezTo>
                <a:cubicBezTo>
                  <a:pt x="21801" y="55981"/>
                  <a:pt x="15378" y="61604"/>
                  <a:pt x="7200" y="67737"/>
                </a:cubicBezTo>
                <a:lnTo>
                  <a:pt x="0" y="59604"/>
                </a:lnTo>
                <a:cubicBezTo>
                  <a:pt x="4533" y="55337"/>
                  <a:pt x="7823" y="51492"/>
                  <a:pt x="9867" y="48070"/>
                </a:cubicBezTo>
                <a:cubicBezTo>
                  <a:pt x="11912" y="44647"/>
                  <a:pt x="13378" y="40758"/>
                  <a:pt x="14267" y="36402"/>
                </a:cubicBezTo>
                <a:cubicBezTo>
                  <a:pt x="15156" y="32046"/>
                  <a:pt x="15601" y="26579"/>
                  <a:pt x="15601" y="20001"/>
                </a:cubicBezTo>
                <a:cubicBezTo>
                  <a:pt x="15601" y="13245"/>
                  <a:pt x="15289" y="6578"/>
                  <a:pt x="14667" y="0"/>
                </a:cubicBezTo>
                <a:lnTo>
                  <a:pt x="3800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2092C8C6-137A-4AA1-9D99-37F0AE80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762" y="1011988"/>
            <a:ext cx="125341" cy="127475"/>
          </a:xfrm>
          <a:custGeom xmlns:a="http://schemas.openxmlformats.org/drawingml/2006/main">
            <a:pathLst>
              <a:path w="125341" h="127475">
                <a:moveTo>
                  <a:pt x="107207" y="90006"/>
                </a:moveTo>
                <a:lnTo>
                  <a:pt x="99073" y="127475"/>
                </a:lnTo>
                <a:lnTo>
                  <a:pt x="2534" y="127475"/>
                </a:lnTo>
                <a:lnTo>
                  <a:pt x="0" y="120941"/>
                </a:lnTo>
                <a:lnTo>
                  <a:pt x="72938" y="36936"/>
                </a:lnTo>
                <a:cubicBezTo>
                  <a:pt x="83250" y="25113"/>
                  <a:pt x="90806" y="16712"/>
                  <a:pt x="95606" y="11734"/>
                </a:cubicBezTo>
                <a:lnTo>
                  <a:pt x="94806" y="10801"/>
                </a:lnTo>
                <a:lnTo>
                  <a:pt x="63604" y="10801"/>
                </a:lnTo>
                <a:cubicBezTo>
                  <a:pt x="58982" y="10801"/>
                  <a:pt x="55604" y="11112"/>
                  <a:pt x="53470" y="11734"/>
                </a:cubicBezTo>
                <a:cubicBezTo>
                  <a:pt x="51337" y="12356"/>
                  <a:pt x="49203" y="13445"/>
                  <a:pt x="47070" y="15001"/>
                </a:cubicBezTo>
                <a:cubicBezTo>
                  <a:pt x="44936" y="16557"/>
                  <a:pt x="42647" y="18868"/>
                  <a:pt x="40203" y="21935"/>
                </a:cubicBezTo>
                <a:cubicBezTo>
                  <a:pt x="37758" y="25002"/>
                  <a:pt x="35025" y="29380"/>
                  <a:pt x="32002" y="35069"/>
                </a:cubicBezTo>
                <a:lnTo>
                  <a:pt x="20135" y="35069"/>
                </a:lnTo>
                <a:lnTo>
                  <a:pt x="28002" y="0"/>
                </a:lnTo>
                <a:lnTo>
                  <a:pt x="122808" y="0"/>
                </a:lnTo>
                <a:lnTo>
                  <a:pt x="125341" y="6667"/>
                </a:lnTo>
                <a:lnTo>
                  <a:pt x="61737" y="79738"/>
                </a:lnTo>
                <a:cubicBezTo>
                  <a:pt x="49381" y="93873"/>
                  <a:pt x="38669" y="105873"/>
                  <a:pt x="29602" y="115741"/>
                </a:cubicBezTo>
                <a:lnTo>
                  <a:pt x="30402" y="116674"/>
                </a:lnTo>
                <a:lnTo>
                  <a:pt x="60537" y="116674"/>
                </a:lnTo>
                <a:cubicBezTo>
                  <a:pt x="65871" y="116674"/>
                  <a:pt x="69960" y="116385"/>
                  <a:pt x="72805" y="115807"/>
                </a:cubicBezTo>
                <a:cubicBezTo>
                  <a:pt x="75649" y="115230"/>
                  <a:pt x="78138" y="114141"/>
                  <a:pt x="80272" y="112540"/>
                </a:cubicBezTo>
                <a:cubicBezTo>
                  <a:pt x="82405" y="110940"/>
                  <a:pt x="84605" y="108518"/>
                  <a:pt x="86872" y="105273"/>
                </a:cubicBezTo>
                <a:cubicBezTo>
                  <a:pt x="89139" y="102029"/>
                  <a:pt x="91961" y="96939"/>
                  <a:pt x="95340" y="90006"/>
                </a:cubicBezTo>
                <a:lnTo>
                  <a:pt x="107207" y="900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8A5F795C-7702-4442-9CAF-F1B7834B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935" y="1024923"/>
            <a:ext cx="169877" cy="73071"/>
          </a:xfrm>
          <a:custGeom xmlns:a="http://schemas.openxmlformats.org/drawingml/2006/main">
            <a:pathLst>
              <a:path w="169877" h="73071">
                <a:moveTo>
                  <a:pt x="0" y="17734"/>
                </a:moveTo>
                <a:lnTo>
                  <a:pt x="0" y="0"/>
                </a:lnTo>
                <a:lnTo>
                  <a:pt x="164277" y="0"/>
                </a:lnTo>
                <a:lnTo>
                  <a:pt x="164277" y="17734"/>
                </a:lnTo>
                <a:lnTo>
                  <a:pt x="0" y="17734"/>
                </a:lnTo>
                <a:moveTo>
                  <a:pt x="0" y="73071"/>
                </a:moveTo>
                <a:lnTo>
                  <a:pt x="0" y="55337"/>
                </a:lnTo>
                <a:lnTo>
                  <a:pt x="164277" y="55337"/>
                </a:lnTo>
                <a:lnTo>
                  <a:pt x="164277" y="73071"/>
                </a:lnTo>
                <a:lnTo>
                  <a:pt x="0" y="73071"/>
                </a:lnTo>
                <a:moveTo>
                  <a:pt x="169877" y="36536"/>
                </a:moveTo>
                <a:lnTo>
                  <a:pt x="169877" y="365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0293A74B-1C64-438A-A900-69FF30E1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69" y="1288793"/>
            <a:ext cx="183612" cy="182011"/>
          </a:xfrm>
          <a:custGeom xmlns:a="http://schemas.openxmlformats.org/drawingml/2006/main">
            <a:pathLst>
              <a:path w="183612" h="182011">
                <a:moveTo>
                  <a:pt x="139876" y="143209"/>
                </a:moveTo>
                <a:cubicBezTo>
                  <a:pt x="138720" y="148454"/>
                  <a:pt x="137965" y="152610"/>
                  <a:pt x="137609" y="155677"/>
                </a:cubicBezTo>
                <a:cubicBezTo>
                  <a:pt x="137253" y="158743"/>
                  <a:pt x="137075" y="161521"/>
                  <a:pt x="137075" y="164010"/>
                </a:cubicBezTo>
                <a:cubicBezTo>
                  <a:pt x="137075" y="168011"/>
                  <a:pt x="138076" y="170833"/>
                  <a:pt x="140076" y="172477"/>
                </a:cubicBezTo>
                <a:cubicBezTo>
                  <a:pt x="142076" y="174122"/>
                  <a:pt x="145431" y="175122"/>
                  <a:pt x="150143" y="175478"/>
                </a:cubicBezTo>
                <a:lnTo>
                  <a:pt x="148676" y="182011"/>
                </a:lnTo>
                <a:lnTo>
                  <a:pt x="95340" y="182011"/>
                </a:lnTo>
                <a:lnTo>
                  <a:pt x="96806" y="175478"/>
                </a:lnTo>
                <a:cubicBezTo>
                  <a:pt x="100184" y="174944"/>
                  <a:pt x="102718" y="174078"/>
                  <a:pt x="104407" y="172878"/>
                </a:cubicBezTo>
                <a:cubicBezTo>
                  <a:pt x="106096" y="171678"/>
                  <a:pt x="107518" y="170011"/>
                  <a:pt x="108674" y="167877"/>
                </a:cubicBezTo>
                <a:cubicBezTo>
                  <a:pt x="109829" y="165744"/>
                  <a:pt x="110896" y="163144"/>
                  <a:pt x="111874" y="160077"/>
                </a:cubicBezTo>
                <a:cubicBezTo>
                  <a:pt x="112852" y="157010"/>
                  <a:pt x="114318" y="151076"/>
                  <a:pt x="116274" y="142276"/>
                </a:cubicBezTo>
                <a:lnTo>
                  <a:pt x="127208" y="92806"/>
                </a:lnTo>
                <a:lnTo>
                  <a:pt x="55604" y="92806"/>
                </a:lnTo>
                <a:lnTo>
                  <a:pt x="44536" y="143209"/>
                </a:lnTo>
                <a:cubicBezTo>
                  <a:pt x="43558" y="147654"/>
                  <a:pt x="42847" y="151321"/>
                  <a:pt x="42403" y="154210"/>
                </a:cubicBezTo>
                <a:cubicBezTo>
                  <a:pt x="41958" y="157099"/>
                  <a:pt x="41736" y="160366"/>
                  <a:pt x="41736" y="164010"/>
                </a:cubicBezTo>
                <a:cubicBezTo>
                  <a:pt x="41736" y="167833"/>
                  <a:pt x="42625" y="170589"/>
                  <a:pt x="44403" y="172278"/>
                </a:cubicBezTo>
                <a:cubicBezTo>
                  <a:pt x="46181" y="173966"/>
                  <a:pt x="49648" y="175033"/>
                  <a:pt x="54804" y="175478"/>
                </a:cubicBezTo>
                <a:lnTo>
                  <a:pt x="53337" y="182011"/>
                </a:lnTo>
                <a:lnTo>
                  <a:pt x="0" y="182011"/>
                </a:lnTo>
                <a:lnTo>
                  <a:pt x="1467" y="175478"/>
                </a:lnTo>
                <a:cubicBezTo>
                  <a:pt x="4845" y="174944"/>
                  <a:pt x="7378" y="174078"/>
                  <a:pt x="9067" y="172878"/>
                </a:cubicBezTo>
                <a:cubicBezTo>
                  <a:pt x="10757" y="171678"/>
                  <a:pt x="12179" y="170011"/>
                  <a:pt x="13334" y="167877"/>
                </a:cubicBezTo>
                <a:cubicBezTo>
                  <a:pt x="14490" y="165744"/>
                  <a:pt x="15557" y="163144"/>
                  <a:pt x="16535" y="160077"/>
                </a:cubicBezTo>
                <a:cubicBezTo>
                  <a:pt x="17512" y="157010"/>
                  <a:pt x="18979" y="151076"/>
                  <a:pt x="20935" y="142276"/>
                </a:cubicBezTo>
                <a:lnTo>
                  <a:pt x="43603" y="39603"/>
                </a:lnTo>
                <a:cubicBezTo>
                  <a:pt x="44403" y="35958"/>
                  <a:pt x="45092" y="32069"/>
                  <a:pt x="45670" y="27935"/>
                </a:cubicBezTo>
                <a:cubicBezTo>
                  <a:pt x="46248" y="23801"/>
                  <a:pt x="46536" y="20535"/>
                  <a:pt x="46536" y="18135"/>
                </a:cubicBezTo>
                <a:cubicBezTo>
                  <a:pt x="46536" y="13957"/>
                  <a:pt x="45492" y="11045"/>
                  <a:pt x="43403" y="9401"/>
                </a:cubicBezTo>
                <a:cubicBezTo>
                  <a:pt x="41314" y="7756"/>
                  <a:pt x="38003" y="6800"/>
                  <a:pt x="33469" y="6534"/>
                </a:cubicBezTo>
                <a:lnTo>
                  <a:pt x="34936" y="0"/>
                </a:lnTo>
                <a:lnTo>
                  <a:pt x="88272" y="0"/>
                </a:lnTo>
                <a:lnTo>
                  <a:pt x="86805" y="6534"/>
                </a:lnTo>
                <a:cubicBezTo>
                  <a:pt x="83428" y="7245"/>
                  <a:pt x="81006" y="8045"/>
                  <a:pt x="79539" y="8934"/>
                </a:cubicBezTo>
                <a:cubicBezTo>
                  <a:pt x="78072" y="9823"/>
                  <a:pt x="76760" y="11156"/>
                  <a:pt x="75605" y="12934"/>
                </a:cubicBezTo>
                <a:cubicBezTo>
                  <a:pt x="74450" y="14712"/>
                  <a:pt x="73249" y="17490"/>
                  <a:pt x="72005" y="21268"/>
                </a:cubicBezTo>
                <a:cubicBezTo>
                  <a:pt x="70760" y="25046"/>
                  <a:pt x="69205" y="31202"/>
                  <a:pt x="67338" y="39736"/>
                </a:cubicBezTo>
                <a:lnTo>
                  <a:pt x="58271" y="80539"/>
                </a:lnTo>
                <a:lnTo>
                  <a:pt x="129875" y="80539"/>
                </a:lnTo>
                <a:lnTo>
                  <a:pt x="138942" y="39603"/>
                </a:lnTo>
                <a:cubicBezTo>
                  <a:pt x="139742" y="35958"/>
                  <a:pt x="140431" y="32069"/>
                  <a:pt x="141009" y="27935"/>
                </a:cubicBezTo>
                <a:cubicBezTo>
                  <a:pt x="141587" y="23801"/>
                  <a:pt x="141876" y="20535"/>
                  <a:pt x="141876" y="18135"/>
                </a:cubicBezTo>
                <a:cubicBezTo>
                  <a:pt x="141876" y="13957"/>
                  <a:pt x="140831" y="11045"/>
                  <a:pt x="138742" y="9401"/>
                </a:cubicBezTo>
                <a:cubicBezTo>
                  <a:pt x="136653" y="7756"/>
                  <a:pt x="133342" y="6800"/>
                  <a:pt x="128808" y="6534"/>
                </a:cubicBezTo>
                <a:lnTo>
                  <a:pt x="130275" y="0"/>
                </a:lnTo>
                <a:lnTo>
                  <a:pt x="183612" y="0"/>
                </a:lnTo>
                <a:lnTo>
                  <a:pt x="182145" y="6534"/>
                </a:lnTo>
                <a:cubicBezTo>
                  <a:pt x="178767" y="7245"/>
                  <a:pt x="176345" y="8045"/>
                  <a:pt x="174878" y="8934"/>
                </a:cubicBezTo>
                <a:cubicBezTo>
                  <a:pt x="173411" y="9823"/>
                  <a:pt x="172100" y="11156"/>
                  <a:pt x="170944" y="12934"/>
                </a:cubicBezTo>
                <a:cubicBezTo>
                  <a:pt x="169789" y="14712"/>
                  <a:pt x="168588" y="17490"/>
                  <a:pt x="167344" y="21268"/>
                </a:cubicBezTo>
                <a:cubicBezTo>
                  <a:pt x="166100" y="25046"/>
                  <a:pt x="164544" y="31202"/>
                  <a:pt x="162677" y="39736"/>
                </a:cubicBezTo>
                <a:lnTo>
                  <a:pt x="139876" y="1432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8E0E2ADF-1ACF-4838-83EB-6A8325A4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454" y="1341196"/>
            <a:ext cx="110674" cy="131875"/>
          </a:xfrm>
          <a:custGeom xmlns:a="http://schemas.openxmlformats.org/drawingml/2006/main">
            <a:pathLst>
              <a:path w="110674" h="131875">
                <a:moveTo>
                  <a:pt x="93872" y="34536"/>
                </a:moveTo>
                <a:cubicBezTo>
                  <a:pt x="92894" y="26624"/>
                  <a:pt x="90294" y="20624"/>
                  <a:pt x="86072" y="16535"/>
                </a:cubicBezTo>
                <a:cubicBezTo>
                  <a:pt x="81850" y="12445"/>
                  <a:pt x="75205" y="10401"/>
                  <a:pt x="66137" y="10401"/>
                </a:cubicBezTo>
                <a:cubicBezTo>
                  <a:pt x="59115" y="10401"/>
                  <a:pt x="53426" y="12201"/>
                  <a:pt x="49070" y="15801"/>
                </a:cubicBezTo>
                <a:cubicBezTo>
                  <a:pt x="44714" y="19401"/>
                  <a:pt x="42536" y="24135"/>
                  <a:pt x="42536" y="30002"/>
                </a:cubicBezTo>
                <a:cubicBezTo>
                  <a:pt x="42536" y="33202"/>
                  <a:pt x="43091" y="36025"/>
                  <a:pt x="44203" y="38469"/>
                </a:cubicBezTo>
                <a:cubicBezTo>
                  <a:pt x="45314" y="40914"/>
                  <a:pt x="47558" y="43603"/>
                  <a:pt x="50936" y="46536"/>
                </a:cubicBezTo>
                <a:cubicBezTo>
                  <a:pt x="54315" y="49470"/>
                  <a:pt x="59559" y="53070"/>
                  <a:pt x="66671" y="57337"/>
                </a:cubicBezTo>
                <a:cubicBezTo>
                  <a:pt x="72271" y="60715"/>
                  <a:pt x="76760" y="63804"/>
                  <a:pt x="80138" y="66604"/>
                </a:cubicBezTo>
                <a:cubicBezTo>
                  <a:pt x="83516" y="69404"/>
                  <a:pt x="86183" y="72182"/>
                  <a:pt x="88139" y="74938"/>
                </a:cubicBezTo>
                <a:cubicBezTo>
                  <a:pt x="90094" y="77694"/>
                  <a:pt x="91517" y="80605"/>
                  <a:pt x="92406" y="83672"/>
                </a:cubicBezTo>
                <a:cubicBezTo>
                  <a:pt x="93295" y="86739"/>
                  <a:pt x="93739" y="90450"/>
                  <a:pt x="93739" y="94806"/>
                </a:cubicBezTo>
                <a:cubicBezTo>
                  <a:pt x="93739" y="102718"/>
                  <a:pt x="91628" y="109496"/>
                  <a:pt x="87405" y="115141"/>
                </a:cubicBezTo>
                <a:cubicBezTo>
                  <a:pt x="83183" y="120785"/>
                  <a:pt x="77449" y="124986"/>
                  <a:pt x="70204" y="127741"/>
                </a:cubicBezTo>
                <a:cubicBezTo>
                  <a:pt x="62960" y="130497"/>
                  <a:pt x="54714" y="131875"/>
                  <a:pt x="45469" y="131875"/>
                </a:cubicBezTo>
                <a:cubicBezTo>
                  <a:pt x="38091" y="131875"/>
                  <a:pt x="30846" y="131319"/>
                  <a:pt x="23735" y="130208"/>
                </a:cubicBezTo>
                <a:cubicBezTo>
                  <a:pt x="16623" y="129097"/>
                  <a:pt x="8712" y="127208"/>
                  <a:pt x="0" y="124541"/>
                </a:cubicBezTo>
                <a:lnTo>
                  <a:pt x="6400" y="95473"/>
                </a:lnTo>
                <a:lnTo>
                  <a:pt x="16801" y="95473"/>
                </a:lnTo>
                <a:cubicBezTo>
                  <a:pt x="17157" y="104007"/>
                  <a:pt x="19557" y="110451"/>
                  <a:pt x="24002" y="114807"/>
                </a:cubicBezTo>
                <a:cubicBezTo>
                  <a:pt x="28446" y="119163"/>
                  <a:pt x="35513" y="121341"/>
                  <a:pt x="45203" y="121341"/>
                </a:cubicBezTo>
                <a:cubicBezTo>
                  <a:pt x="53648" y="121341"/>
                  <a:pt x="60248" y="119452"/>
                  <a:pt x="65004" y="115674"/>
                </a:cubicBezTo>
                <a:cubicBezTo>
                  <a:pt x="69760" y="111896"/>
                  <a:pt x="72138" y="106540"/>
                  <a:pt x="72138" y="99606"/>
                </a:cubicBezTo>
                <a:cubicBezTo>
                  <a:pt x="72138" y="95606"/>
                  <a:pt x="71471" y="92162"/>
                  <a:pt x="70138" y="89272"/>
                </a:cubicBezTo>
                <a:cubicBezTo>
                  <a:pt x="68804" y="86383"/>
                  <a:pt x="66626" y="83605"/>
                  <a:pt x="63604" y="80939"/>
                </a:cubicBezTo>
                <a:cubicBezTo>
                  <a:pt x="60581" y="78272"/>
                  <a:pt x="55781" y="74938"/>
                  <a:pt x="49203" y="70938"/>
                </a:cubicBezTo>
                <a:cubicBezTo>
                  <a:pt x="42269" y="66760"/>
                  <a:pt x="36869" y="62982"/>
                  <a:pt x="33002" y="59604"/>
                </a:cubicBezTo>
                <a:cubicBezTo>
                  <a:pt x="29135" y="56226"/>
                  <a:pt x="26224" y="52559"/>
                  <a:pt x="24268" y="48603"/>
                </a:cubicBezTo>
                <a:cubicBezTo>
                  <a:pt x="22312" y="44647"/>
                  <a:pt x="21334" y="40092"/>
                  <a:pt x="21334" y="34936"/>
                </a:cubicBezTo>
                <a:cubicBezTo>
                  <a:pt x="21334" y="27913"/>
                  <a:pt x="23224" y="21757"/>
                  <a:pt x="27001" y="16468"/>
                </a:cubicBezTo>
                <a:cubicBezTo>
                  <a:pt x="30780" y="11178"/>
                  <a:pt x="36180" y="7112"/>
                  <a:pt x="43203" y="4267"/>
                </a:cubicBezTo>
                <a:cubicBezTo>
                  <a:pt x="50225" y="1422"/>
                  <a:pt x="58404" y="0"/>
                  <a:pt x="67737" y="0"/>
                </a:cubicBezTo>
                <a:cubicBezTo>
                  <a:pt x="76005" y="0"/>
                  <a:pt x="83538" y="489"/>
                  <a:pt x="90339" y="1467"/>
                </a:cubicBezTo>
                <a:cubicBezTo>
                  <a:pt x="97140" y="2445"/>
                  <a:pt x="103917" y="4134"/>
                  <a:pt x="110674" y="6534"/>
                </a:cubicBezTo>
                <a:lnTo>
                  <a:pt x="104673" y="34536"/>
                </a:lnTo>
                <a:lnTo>
                  <a:pt x="93872" y="345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1E6E401D-ADB8-4021-AABC-5BE5D3C6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343" y="1383865"/>
            <a:ext cx="164277" cy="17734"/>
          </a:xfrm>
          <a:custGeom xmlns:a="http://schemas.openxmlformats.org/drawingml/2006/main">
            <a:pathLst>
              <a:path w="164277" h="17734">
                <a:moveTo>
                  <a:pt x="0" y="17734"/>
                </a:moveTo>
                <a:lnTo>
                  <a:pt x="0" y="0"/>
                </a:lnTo>
                <a:lnTo>
                  <a:pt x="164277" y="0"/>
                </a:lnTo>
                <a:lnTo>
                  <a:pt x="164277" y="17734"/>
                </a:lnTo>
                <a:lnTo>
                  <a:pt x="0" y="177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B3BC3874-4A70-4A8A-A8CA-F36E5F0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573" y="1288793"/>
            <a:ext cx="183612" cy="182011"/>
          </a:xfrm>
          <a:custGeom xmlns:a="http://schemas.openxmlformats.org/drawingml/2006/main">
            <a:pathLst>
              <a:path w="183612" h="182011">
                <a:moveTo>
                  <a:pt x="139876" y="143209"/>
                </a:moveTo>
                <a:cubicBezTo>
                  <a:pt x="138720" y="148454"/>
                  <a:pt x="137965" y="152610"/>
                  <a:pt x="137609" y="155677"/>
                </a:cubicBezTo>
                <a:cubicBezTo>
                  <a:pt x="137253" y="158743"/>
                  <a:pt x="137075" y="161521"/>
                  <a:pt x="137075" y="164010"/>
                </a:cubicBezTo>
                <a:cubicBezTo>
                  <a:pt x="137075" y="168011"/>
                  <a:pt x="138076" y="170833"/>
                  <a:pt x="140076" y="172477"/>
                </a:cubicBezTo>
                <a:cubicBezTo>
                  <a:pt x="142076" y="174122"/>
                  <a:pt x="145431" y="175122"/>
                  <a:pt x="150143" y="175478"/>
                </a:cubicBezTo>
                <a:lnTo>
                  <a:pt x="148676" y="182011"/>
                </a:lnTo>
                <a:lnTo>
                  <a:pt x="95340" y="182011"/>
                </a:lnTo>
                <a:lnTo>
                  <a:pt x="96806" y="175478"/>
                </a:lnTo>
                <a:cubicBezTo>
                  <a:pt x="100184" y="174944"/>
                  <a:pt x="102718" y="174078"/>
                  <a:pt x="104407" y="172878"/>
                </a:cubicBezTo>
                <a:cubicBezTo>
                  <a:pt x="106096" y="171678"/>
                  <a:pt x="107518" y="170011"/>
                  <a:pt x="108674" y="167877"/>
                </a:cubicBezTo>
                <a:cubicBezTo>
                  <a:pt x="109829" y="165744"/>
                  <a:pt x="110896" y="163144"/>
                  <a:pt x="111874" y="160077"/>
                </a:cubicBezTo>
                <a:cubicBezTo>
                  <a:pt x="112852" y="157010"/>
                  <a:pt x="114318" y="151076"/>
                  <a:pt x="116274" y="142276"/>
                </a:cubicBezTo>
                <a:lnTo>
                  <a:pt x="127208" y="92806"/>
                </a:lnTo>
                <a:lnTo>
                  <a:pt x="55604" y="92806"/>
                </a:lnTo>
                <a:lnTo>
                  <a:pt x="44536" y="143209"/>
                </a:lnTo>
                <a:cubicBezTo>
                  <a:pt x="43558" y="147654"/>
                  <a:pt x="42847" y="151321"/>
                  <a:pt x="42403" y="154210"/>
                </a:cubicBezTo>
                <a:cubicBezTo>
                  <a:pt x="41958" y="157099"/>
                  <a:pt x="41736" y="160366"/>
                  <a:pt x="41736" y="164010"/>
                </a:cubicBezTo>
                <a:cubicBezTo>
                  <a:pt x="41736" y="167833"/>
                  <a:pt x="42625" y="170589"/>
                  <a:pt x="44403" y="172278"/>
                </a:cubicBezTo>
                <a:cubicBezTo>
                  <a:pt x="46181" y="173966"/>
                  <a:pt x="49648" y="175033"/>
                  <a:pt x="54804" y="175478"/>
                </a:cubicBezTo>
                <a:lnTo>
                  <a:pt x="53337" y="182011"/>
                </a:lnTo>
                <a:lnTo>
                  <a:pt x="0" y="182011"/>
                </a:lnTo>
                <a:lnTo>
                  <a:pt x="1467" y="175478"/>
                </a:lnTo>
                <a:cubicBezTo>
                  <a:pt x="4845" y="174944"/>
                  <a:pt x="7378" y="174078"/>
                  <a:pt x="9067" y="172878"/>
                </a:cubicBezTo>
                <a:cubicBezTo>
                  <a:pt x="10757" y="171678"/>
                  <a:pt x="12179" y="170011"/>
                  <a:pt x="13334" y="167877"/>
                </a:cubicBezTo>
                <a:cubicBezTo>
                  <a:pt x="14490" y="165744"/>
                  <a:pt x="15557" y="163144"/>
                  <a:pt x="16535" y="160077"/>
                </a:cubicBezTo>
                <a:cubicBezTo>
                  <a:pt x="17512" y="157010"/>
                  <a:pt x="18979" y="151076"/>
                  <a:pt x="20935" y="142276"/>
                </a:cubicBezTo>
                <a:lnTo>
                  <a:pt x="43603" y="39603"/>
                </a:lnTo>
                <a:cubicBezTo>
                  <a:pt x="44403" y="35958"/>
                  <a:pt x="45092" y="32069"/>
                  <a:pt x="45670" y="27935"/>
                </a:cubicBezTo>
                <a:cubicBezTo>
                  <a:pt x="46248" y="23801"/>
                  <a:pt x="46536" y="20535"/>
                  <a:pt x="46536" y="18135"/>
                </a:cubicBezTo>
                <a:cubicBezTo>
                  <a:pt x="46536" y="13957"/>
                  <a:pt x="45492" y="11045"/>
                  <a:pt x="43403" y="9401"/>
                </a:cubicBezTo>
                <a:cubicBezTo>
                  <a:pt x="41314" y="7756"/>
                  <a:pt x="38003" y="6800"/>
                  <a:pt x="33469" y="6534"/>
                </a:cubicBezTo>
                <a:lnTo>
                  <a:pt x="34936" y="0"/>
                </a:lnTo>
                <a:lnTo>
                  <a:pt x="88272" y="0"/>
                </a:lnTo>
                <a:lnTo>
                  <a:pt x="86805" y="6534"/>
                </a:lnTo>
                <a:cubicBezTo>
                  <a:pt x="83428" y="7245"/>
                  <a:pt x="81006" y="8045"/>
                  <a:pt x="79539" y="8934"/>
                </a:cubicBezTo>
                <a:cubicBezTo>
                  <a:pt x="78072" y="9823"/>
                  <a:pt x="76760" y="11156"/>
                  <a:pt x="75605" y="12934"/>
                </a:cubicBezTo>
                <a:cubicBezTo>
                  <a:pt x="74450" y="14712"/>
                  <a:pt x="73249" y="17490"/>
                  <a:pt x="72005" y="21268"/>
                </a:cubicBezTo>
                <a:cubicBezTo>
                  <a:pt x="70760" y="25046"/>
                  <a:pt x="69205" y="31202"/>
                  <a:pt x="67338" y="39736"/>
                </a:cubicBezTo>
                <a:lnTo>
                  <a:pt x="58271" y="80539"/>
                </a:lnTo>
                <a:lnTo>
                  <a:pt x="129875" y="80539"/>
                </a:lnTo>
                <a:lnTo>
                  <a:pt x="138942" y="39603"/>
                </a:lnTo>
                <a:cubicBezTo>
                  <a:pt x="139742" y="35958"/>
                  <a:pt x="140431" y="32069"/>
                  <a:pt x="141009" y="27935"/>
                </a:cubicBezTo>
                <a:cubicBezTo>
                  <a:pt x="141587" y="23801"/>
                  <a:pt x="141876" y="20535"/>
                  <a:pt x="141876" y="18135"/>
                </a:cubicBezTo>
                <a:cubicBezTo>
                  <a:pt x="141876" y="13957"/>
                  <a:pt x="140831" y="11045"/>
                  <a:pt x="138742" y="9401"/>
                </a:cubicBezTo>
                <a:cubicBezTo>
                  <a:pt x="136653" y="7756"/>
                  <a:pt x="133342" y="6800"/>
                  <a:pt x="128808" y="6534"/>
                </a:cubicBezTo>
                <a:lnTo>
                  <a:pt x="130275" y="0"/>
                </a:lnTo>
                <a:lnTo>
                  <a:pt x="183612" y="0"/>
                </a:lnTo>
                <a:lnTo>
                  <a:pt x="182145" y="6534"/>
                </a:lnTo>
                <a:cubicBezTo>
                  <a:pt x="178767" y="7245"/>
                  <a:pt x="176345" y="8045"/>
                  <a:pt x="174878" y="8934"/>
                </a:cubicBezTo>
                <a:cubicBezTo>
                  <a:pt x="173411" y="9823"/>
                  <a:pt x="172100" y="11156"/>
                  <a:pt x="170944" y="12934"/>
                </a:cubicBezTo>
                <a:cubicBezTo>
                  <a:pt x="169789" y="14712"/>
                  <a:pt x="168588" y="17490"/>
                  <a:pt x="167344" y="21268"/>
                </a:cubicBezTo>
                <a:cubicBezTo>
                  <a:pt x="166100" y="25046"/>
                  <a:pt x="164544" y="31202"/>
                  <a:pt x="162677" y="39736"/>
                </a:cubicBezTo>
                <a:lnTo>
                  <a:pt x="139876" y="1432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8A1AD391-A073-46A1-99DE-57B0B52B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063" y="1278125"/>
            <a:ext cx="84272" cy="252949"/>
          </a:xfrm>
          <a:custGeom xmlns:a="http://schemas.openxmlformats.org/drawingml/2006/main">
            <a:pathLst>
              <a:path w="84272" h="252949">
                <a:moveTo>
                  <a:pt x="23068" y="125208"/>
                </a:moveTo>
                <a:cubicBezTo>
                  <a:pt x="23068" y="156321"/>
                  <a:pt x="28068" y="181967"/>
                  <a:pt x="38069" y="202146"/>
                </a:cubicBezTo>
                <a:cubicBezTo>
                  <a:pt x="48069" y="222325"/>
                  <a:pt x="63337" y="235837"/>
                  <a:pt x="83872" y="242682"/>
                </a:cubicBezTo>
                <a:lnTo>
                  <a:pt x="80672" y="252949"/>
                </a:lnTo>
                <a:cubicBezTo>
                  <a:pt x="54625" y="246104"/>
                  <a:pt x="34669" y="231370"/>
                  <a:pt x="20801" y="208746"/>
                </a:cubicBezTo>
                <a:cubicBezTo>
                  <a:pt x="6934" y="186123"/>
                  <a:pt x="0" y="158721"/>
                  <a:pt x="0" y="126541"/>
                </a:cubicBezTo>
                <a:cubicBezTo>
                  <a:pt x="0" y="94450"/>
                  <a:pt x="6956" y="67049"/>
                  <a:pt x="20868" y="44336"/>
                </a:cubicBezTo>
                <a:cubicBezTo>
                  <a:pt x="34780" y="21624"/>
                  <a:pt x="54714" y="6845"/>
                  <a:pt x="80672" y="0"/>
                </a:cubicBezTo>
                <a:lnTo>
                  <a:pt x="84272" y="10267"/>
                </a:lnTo>
                <a:cubicBezTo>
                  <a:pt x="63471" y="17112"/>
                  <a:pt x="48069" y="30468"/>
                  <a:pt x="38069" y="50337"/>
                </a:cubicBezTo>
                <a:cubicBezTo>
                  <a:pt x="28068" y="70204"/>
                  <a:pt x="23068" y="95162"/>
                  <a:pt x="23068" y="1252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A4651A6F-528F-49D6-80E7-AE13F57F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514" y="1341196"/>
            <a:ext cx="110674" cy="131875"/>
          </a:xfrm>
          <a:custGeom xmlns:a="http://schemas.openxmlformats.org/drawingml/2006/main">
            <a:pathLst>
              <a:path w="110674" h="131875">
                <a:moveTo>
                  <a:pt x="93872" y="34536"/>
                </a:moveTo>
                <a:cubicBezTo>
                  <a:pt x="92894" y="26624"/>
                  <a:pt x="90294" y="20624"/>
                  <a:pt x="86072" y="16535"/>
                </a:cubicBezTo>
                <a:cubicBezTo>
                  <a:pt x="81850" y="12445"/>
                  <a:pt x="75205" y="10401"/>
                  <a:pt x="66137" y="10401"/>
                </a:cubicBezTo>
                <a:cubicBezTo>
                  <a:pt x="59115" y="10401"/>
                  <a:pt x="53426" y="12201"/>
                  <a:pt x="49070" y="15801"/>
                </a:cubicBezTo>
                <a:cubicBezTo>
                  <a:pt x="44714" y="19401"/>
                  <a:pt x="42536" y="24135"/>
                  <a:pt x="42536" y="30002"/>
                </a:cubicBezTo>
                <a:cubicBezTo>
                  <a:pt x="42536" y="33202"/>
                  <a:pt x="43091" y="36025"/>
                  <a:pt x="44203" y="38469"/>
                </a:cubicBezTo>
                <a:cubicBezTo>
                  <a:pt x="45314" y="40914"/>
                  <a:pt x="47558" y="43603"/>
                  <a:pt x="50936" y="46536"/>
                </a:cubicBezTo>
                <a:cubicBezTo>
                  <a:pt x="54315" y="49470"/>
                  <a:pt x="59559" y="53070"/>
                  <a:pt x="66671" y="57337"/>
                </a:cubicBezTo>
                <a:cubicBezTo>
                  <a:pt x="72271" y="60715"/>
                  <a:pt x="76760" y="63804"/>
                  <a:pt x="80138" y="66604"/>
                </a:cubicBezTo>
                <a:cubicBezTo>
                  <a:pt x="83516" y="69404"/>
                  <a:pt x="86183" y="72182"/>
                  <a:pt x="88139" y="74938"/>
                </a:cubicBezTo>
                <a:cubicBezTo>
                  <a:pt x="90094" y="77694"/>
                  <a:pt x="91517" y="80605"/>
                  <a:pt x="92406" y="83672"/>
                </a:cubicBezTo>
                <a:cubicBezTo>
                  <a:pt x="93295" y="86739"/>
                  <a:pt x="93739" y="90450"/>
                  <a:pt x="93739" y="94806"/>
                </a:cubicBezTo>
                <a:cubicBezTo>
                  <a:pt x="93739" y="102718"/>
                  <a:pt x="91628" y="109496"/>
                  <a:pt x="87405" y="115141"/>
                </a:cubicBezTo>
                <a:cubicBezTo>
                  <a:pt x="83183" y="120785"/>
                  <a:pt x="77449" y="124986"/>
                  <a:pt x="70204" y="127741"/>
                </a:cubicBezTo>
                <a:cubicBezTo>
                  <a:pt x="62960" y="130497"/>
                  <a:pt x="54714" y="131875"/>
                  <a:pt x="45469" y="131875"/>
                </a:cubicBezTo>
                <a:cubicBezTo>
                  <a:pt x="38091" y="131875"/>
                  <a:pt x="30846" y="131319"/>
                  <a:pt x="23735" y="130208"/>
                </a:cubicBezTo>
                <a:cubicBezTo>
                  <a:pt x="16623" y="129097"/>
                  <a:pt x="8712" y="127208"/>
                  <a:pt x="0" y="124541"/>
                </a:cubicBezTo>
                <a:lnTo>
                  <a:pt x="6400" y="95473"/>
                </a:lnTo>
                <a:lnTo>
                  <a:pt x="16801" y="95473"/>
                </a:lnTo>
                <a:cubicBezTo>
                  <a:pt x="17157" y="104007"/>
                  <a:pt x="19557" y="110451"/>
                  <a:pt x="24002" y="114807"/>
                </a:cubicBezTo>
                <a:cubicBezTo>
                  <a:pt x="28446" y="119163"/>
                  <a:pt x="35513" y="121341"/>
                  <a:pt x="45203" y="121341"/>
                </a:cubicBezTo>
                <a:cubicBezTo>
                  <a:pt x="53648" y="121341"/>
                  <a:pt x="60248" y="119452"/>
                  <a:pt x="65004" y="115674"/>
                </a:cubicBezTo>
                <a:cubicBezTo>
                  <a:pt x="69760" y="111896"/>
                  <a:pt x="72138" y="106540"/>
                  <a:pt x="72138" y="99606"/>
                </a:cubicBezTo>
                <a:cubicBezTo>
                  <a:pt x="72138" y="95606"/>
                  <a:pt x="71471" y="92162"/>
                  <a:pt x="70138" y="89272"/>
                </a:cubicBezTo>
                <a:cubicBezTo>
                  <a:pt x="68804" y="86383"/>
                  <a:pt x="66626" y="83605"/>
                  <a:pt x="63604" y="80939"/>
                </a:cubicBezTo>
                <a:cubicBezTo>
                  <a:pt x="60581" y="78272"/>
                  <a:pt x="55781" y="74938"/>
                  <a:pt x="49203" y="70938"/>
                </a:cubicBezTo>
                <a:cubicBezTo>
                  <a:pt x="42269" y="66760"/>
                  <a:pt x="36869" y="62982"/>
                  <a:pt x="33002" y="59604"/>
                </a:cubicBezTo>
                <a:cubicBezTo>
                  <a:pt x="29135" y="56226"/>
                  <a:pt x="26224" y="52559"/>
                  <a:pt x="24268" y="48603"/>
                </a:cubicBezTo>
                <a:cubicBezTo>
                  <a:pt x="22312" y="44647"/>
                  <a:pt x="21334" y="40092"/>
                  <a:pt x="21334" y="34936"/>
                </a:cubicBezTo>
                <a:cubicBezTo>
                  <a:pt x="21334" y="27913"/>
                  <a:pt x="23224" y="21757"/>
                  <a:pt x="27001" y="16468"/>
                </a:cubicBezTo>
                <a:cubicBezTo>
                  <a:pt x="30780" y="11178"/>
                  <a:pt x="36180" y="7112"/>
                  <a:pt x="43203" y="4267"/>
                </a:cubicBezTo>
                <a:cubicBezTo>
                  <a:pt x="50225" y="1422"/>
                  <a:pt x="58404" y="0"/>
                  <a:pt x="67737" y="0"/>
                </a:cubicBezTo>
                <a:cubicBezTo>
                  <a:pt x="76005" y="0"/>
                  <a:pt x="83538" y="489"/>
                  <a:pt x="90339" y="1467"/>
                </a:cubicBezTo>
                <a:cubicBezTo>
                  <a:pt x="97140" y="2445"/>
                  <a:pt x="103917" y="4134"/>
                  <a:pt x="110674" y="6534"/>
                </a:cubicBezTo>
                <a:lnTo>
                  <a:pt x="104673" y="34536"/>
                </a:lnTo>
                <a:lnTo>
                  <a:pt x="93872" y="345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A7A56A22-EEE5-4341-A6D8-F0F14501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455" y="1279992"/>
            <a:ext cx="20535" cy="248149"/>
          </a:xfrm>
          <a:custGeom xmlns:a="http://schemas.openxmlformats.org/drawingml/2006/main">
            <a:pathLst>
              <a:path w="20535" h="248149">
                <a:moveTo>
                  <a:pt x="20535" y="248149"/>
                </a:moveTo>
                <a:lnTo>
                  <a:pt x="0" y="248149"/>
                </a:lnTo>
                <a:lnTo>
                  <a:pt x="0" y="0"/>
                </a:lnTo>
                <a:lnTo>
                  <a:pt x="20535" y="0"/>
                </a:lnTo>
                <a:lnTo>
                  <a:pt x="20535" y="2481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C4DA024E-FBEC-469A-9969-52A5763E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089" y="1343329"/>
            <a:ext cx="125341" cy="127475"/>
          </a:xfrm>
          <a:custGeom xmlns:a="http://schemas.openxmlformats.org/drawingml/2006/main">
            <a:pathLst>
              <a:path w="125341" h="127475">
                <a:moveTo>
                  <a:pt x="107207" y="90006"/>
                </a:moveTo>
                <a:lnTo>
                  <a:pt x="99073" y="127475"/>
                </a:lnTo>
                <a:lnTo>
                  <a:pt x="2534" y="127475"/>
                </a:lnTo>
                <a:lnTo>
                  <a:pt x="0" y="120941"/>
                </a:lnTo>
                <a:lnTo>
                  <a:pt x="72938" y="36936"/>
                </a:lnTo>
                <a:cubicBezTo>
                  <a:pt x="83250" y="25113"/>
                  <a:pt x="90806" y="16712"/>
                  <a:pt x="95606" y="11734"/>
                </a:cubicBezTo>
                <a:lnTo>
                  <a:pt x="94806" y="10801"/>
                </a:lnTo>
                <a:lnTo>
                  <a:pt x="63604" y="10801"/>
                </a:lnTo>
                <a:cubicBezTo>
                  <a:pt x="58982" y="10801"/>
                  <a:pt x="55604" y="11112"/>
                  <a:pt x="53470" y="11734"/>
                </a:cubicBezTo>
                <a:cubicBezTo>
                  <a:pt x="51337" y="12356"/>
                  <a:pt x="49203" y="13445"/>
                  <a:pt x="47070" y="15001"/>
                </a:cubicBezTo>
                <a:cubicBezTo>
                  <a:pt x="44936" y="16557"/>
                  <a:pt x="42647" y="18868"/>
                  <a:pt x="40203" y="21935"/>
                </a:cubicBezTo>
                <a:cubicBezTo>
                  <a:pt x="37758" y="25002"/>
                  <a:pt x="35025" y="29380"/>
                  <a:pt x="32002" y="35069"/>
                </a:cubicBezTo>
                <a:lnTo>
                  <a:pt x="20135" y="35069"/>
                </a:lnTo>
                <a:lnTo>
                  <a:pt x="28002" y="0"/>
                </a:lnTo>
                <a:lnTo>
                  <a:pt x="122808" y="0"/>
                </a:lnTo>
                <a:lnTo>
                  <a:pt x="125341" y="6667"/>
                </a:lnTo>
                <a:lnTo>
                  <a:pt x="61737" y="79738"/>
                </a:lnTo>
                <a:cubicBezTo>
                  <a:pt x="49381" y="93873"/>
                  <a:pt x="38669" y="105873"/>
                  <a:pt x="29602" y="115741"/>
                </a:cubicBezTo>
                <a:lnTo>
                  <a:pt x="30402" y="116674"/>
                </a:lnTo>
                <a:lnTo>
                  <a:pt x="60537" y="116674"/>
                </a:lnTo>
                <a:cubicBezTo>
                  <a:pt x="65871" y="116674"/>
                  <a:pt x="69960" y="116385"/>
                  <a:pt x="72805" y="115807"/>
                </a:cubicBezTo>
                <a:cubicBezTo>
                  <a:pt x="75649" y="115230"/>
                  <a:pt x="78138" y="114141"/>
                  <a:pt x="80272" y="112540"/>
                </a:cubicBezTo>
                <a:cubicBezTo>
                  <a:pt x="82405" y="110940"/>
                  <a:pt x="84605" y="108518"/>
                  <a:pt x="86872" y="105273"/>
                </a:cubicBezTo>
                <a:cubicBezTo>
                  <a:pt x="89139" y="102029"/>
                  <a:pt x="91961" y="96939"/>
                  <a:pt x="95340" y="90006"/>
                </a:cubicBezTo>
                <a:lnTo>
                  <a:pt x="107207" y="900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EFC8779C-43B2-4751-91A8-E2027608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274" y="1278125"/>
            <a:ext cx="84272" cy="252949"/>
          </a:xfrm>
          <a:custGeom xmlns:a="http://schemas.openxmlformats.org/drawingml/2006/main">
            <a:pathLst>
              <a:path w="84272" h="252949">
                <a:moveTo>
                  <a:pt x="61204" y="125208"/>
                </a:moveTo>
                <a:cubicBezTo>
                  <a:pt x="61204" y="95162"/>
                  <a:pt x="56226" y="70204"/>
                  <a:pt x="46270" y="50337"/>
                </a:cubicBezTo>
                <a:cubicBezTo>
                  <a:pt x="36313" y="30468"/>
                  <a:pt x="20890" y="17112"/>
                  <a:pt x="0" y="10267"/>
                </a:cubicBezTo>
                <a:lnTo>
                  <a:pt x="3600" y="0"/>
                </a:lnTo>
                <a:cubicBezTo>
                  <a:pt x="29557" y="6845"/>
                  <a:pt x="49492" y="21624"/>
                  <a:pt x="63404" y="44336"/>
                </a:cubicBezTo>
                <a:cubicBezTo>
                  <a:pt x="77316" y="67049"/>
                  <a:pt x="84272" y="94450"/>
                  <a:pt x="84272" y="126541"/>
                </a:cubicBezTo>
                <a:cubicBezTo>
                  <a:pt x="84272" y="158721"/>
                  <a:pt x="77338" y="186123"/>
                  <a:pt x="63471" y="208746"/>
                </a:cubicBezTo>
                <a:cubicBezTo>
                  <a:pt x="49603" y="231370"/>
                  <a:pt x="29646" y="246104"/>
                  <a:pt x="3600" y="252949"/>
                </a:cubicBezTo>
                <a:lnTo>
                  <a:pt x="400" y="242682"/>
                </a:lnTo>
                <a:cubicBezTo>
                  <a:pt x="20935" y="235837"/>
                  <a:pt x="36202" y="222325"/>
                  <a:pt x="46203" y="202146"/>
                </a:cubicBezTo>
                <a:cubicBezTo>
                  <a:pt x="56203" y="181967"/>
                  <a:pt x="61204" y="156321"/>
                  <a:pt x="61204" y="1252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aps-typeable-label-1">
            <a:extLst xmlns:a="http://schemas.openxmlformats.org/drawingml/2006/main">
              <a:ext uri="{FF2B5EF4-FFF2-40B4-BE49-F238E27FC236}">
                <a16:creationId xmlns:a16="http://schemas.microsoft.com/office/drawing/2014/main" id="{9E1C4B90-1F1C-4158-99D4-1D1301EA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867" y="2910988"/>
            <a:ext cx="827912" cy="296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50" name="aps-typeable-label-2">
            <a:extLst xmlns:a="http://schemas.openxmlformats.org/drawingml/2006/main">
              <a:ext uri="{FF2B5EF4-FFF2-40B4-BE49-F238E27FC236}">
                <a16:creationId xmlns:a16="http://schemas.microsoft.com/office/drawing/2014/main" id="{E68FE9D3-112A-4BB3-8801-081CF7C3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331" y="2892783"/>
            <a:ext cx="827912" cy="296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51" name="aps-typeable-label-3">
            <a:extLst xmlns:a="http://schemas.openxmlformats.org/drawingml/2006/main">
              <a:ext uri="{FF2B5EF4-FFF2-40B4-BE49-F238E27FC236}">
                <a16:creationId xmlns:a16="http://schemas.microsoft.com/office/drawing/2014/main" id="{B73789C0-3524-4FEE-87CC-822FA0C2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868" y="1629316"/>
            <a:ext cx="1470110" cy="296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Particle-based</a:t>
            </a:r>
          </a:p>
        </p:txBody>
      </p:sp>
      <p:sp>
        <p:nvSpPr>
          <p:cNvPr id="52" name="aps-typeable-label-4">
            <a:extLst xmlns:a="http://schemas.openxmlformats.org/drawingml/2006/main">
              <a:ext uri="{FF2B5EF4-FFF2-40B4-BE49-F238E27FC236}">
                <a16:creationId xmlns:a16="http://schemas.microsoft.com/office/drawing/2014/main" id="{DD5876AE-7861-4885-BC71-C84D0924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018" y="1916963"/>
            <a:ext cx="791015" cy="296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Entropy</a:t>
            </a:r>
          </a:p>
        </p:txBody>
      </p:sp>
      <p:sp>
        <p:nvSpPr>
          <p:cNvPr id="53" name="aps-typeable-label-5">
            <a:extLst xmlns:a="http://schemas.openxmlformats.org/drawingml/2006/main">
              <a:ext uri="{FF2B5EF4-FFF2-40B4-BE49-F238E27FC236}">
                <a16:creationId xmlns:a16="http://schemas.microsoft.com/office/drawing/2014/main" id="{9860C6DB-51CA-463A-81B5-33D2D05C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661" y="1632956"/>
            <a:ext cx="1756348" cy="296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 &amp; Mul task</a:t>
            </a:r>
          </a:p>
        </p:txBody>
      </p:sp>
      <p:sp>
        <p:nvSpPr>
          <p:cNvPr id="54" name="aps-typeable-label-6">
            <a:extLst xmlns:a="http://schemas.openxmlformats.org/drawingml/2006/main">
              <a:ext uri="{FF2B5EF4-FFF2-40B4-BE49-F238E27FC236}">
                <a16:creationId xmlns:a16="http://schemas.microsoft.com/office/drawing/2014/main" id="{87FE14D5-A077-4898-A084-19281F07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1686" y="1920605"/>
            <a:ext cx="643623" cy="296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55" name="aps-typeable-label-7">
            <a:extLst xmlns:a="http://schemas.openxmlformats.org/drawingml/2006/main">
              <a:ext uri="{FF2B5EF4-FFF2-40B4-BE49-F238E27FC236}">
                <a16:creationId xmlns:a16="http://schemas.microsoft.com/office/drawing/2014/main" id="{AAB3F4A2-F8D2-4EC1-BF79-F5365552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491" y="3839474"/>
            <a:ext cx="598473" cy="296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states</a:t>
            </a:r>
          </a:p>
        </p:txBody>
      </p:sp>
      <p:sp>
        <p:nvSpPr>
          <p:cNvPr id="56" name="aps-typeable-label-8">
            <a:extLst xmlns:a="http://schemas.openxmlformats.org/drawingml/2006/main">
              <a:ext uri="{FF2B5EF4-FFF2-40B4-BE49-F238E27FC236}">
                <a16:creationId xmlns:a16="http://schemas.microsoft.com/office/drawing/2014/main" id="{ACD4D2DE-2BDA-42CC-A026-8DFA19AC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623" y="3839474"/>
            <a:ext cx="598473" cy="296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states</a:t>
            </a:r>
          </a:p>
        </p:txBody>
      </p:sp>
      <p:sp>
        <p:nvSpPr>
          <p:cNvPr id="57" name="aps-typeable-label-9">
            <a:extLst xmlns:a="http://schemas.openxmlformats.org/drawingml/2006/main">
              <a:ext uri="{FF2B5EF4-FFF2-40B4-BE49-F238E27FC236}">
                <a16:creationId xmlns:a16="http://schemas.microsoft.com/office/drawing/2014/main" id="{BB3FD0B0-0EED-4DDA-9938-77E007C4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251" y="74801"/>
            <a:ext cx="1804473" cy="333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Intrinsic Reward</a:t>
            </a:r>
          </a:p>
        </p:txBody>
      </p:sp>
      <p:sp>
        <p:nvSpPr>
          <p:cNvPr id="58" name="aps-typeable-label-10">
            <a:extLst xmlns:a="http://schemas.openxmlformats.org/drawingml/2006/main">
              <a:ext uri="{FF2B5EF4-FFF2-40B4-BE49-F238E27FC236}">
                <a16:creationId xmlns:a16="http://schemas.microsoft.com/office/drawing/2014/main" id="{38C612B3-E48F-42D2-83CF-CC75617E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56" y="879488"/>
            <a:ext cx="1141588" cy="333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Maximize</a:t>
            </a:r>
          </a:p>
        </p:txBody>
      </p:sp>
      <p:sp>
        <p:nvSpPr>
          <p:cNvPr id="59" name="aps-typeable-label-11">
            <a:extLst xmlns:a="http://schemas.openxmlformats.org/drawingml/2006/main">
              <a:ext uri="{FF2B5EF4-FFF2-40B4-BE49-F238E27FC236}">
                <a16:creationId xmlns:a16="http://schemas.microsoft.com/office/drawing/2014/main" id="{77405844-1642-469C-AD42-8816254E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62" y="2954925"/>
            <a:ext cx="1784937" cy="333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Identify Task via</a:t>
            </a:r>
          </a:p>
        </p:txBody>
      </p:sp>
      <p:sp>
        <p:nvSpPr>
          <p:cNvPr id="60" name="aps-typeable-label-12">
            <a:extLst xmlns:a="http://schemas.openxmlformats.org/drawingml/2006/main">
              <a:ext uri="{FF2B5EF4-FFF2-40B4-BE49-F238E27FC236}">
                <a16:creationId xmlns:a16="http://schemas.microsoft.com/office/drawing/2014/main" id="{0F6AFE2F-99D3-4A1F-B8DB-333EED63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665" y="3275343"/>
            <a:ext cx="1965151" cy="333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Linear Regression</a:t>
            </a:r>
          </a:p>
        </p:txBody>
      </p:sp>
      <p:sp>
        <p:nvSpPr>
          <p:cNvPr id="61" name="aps-typeable-label-13">
            <a:extLst xmlns:a="http://schemas.openxmlformats.org/drawingml/2006/main">
              <a:ext uri="{FF2B5EF4-FFF2-40B4-BE49-F238E27FC236}">
                <a16:creationId xmlns:a16="http://schemas.microsoft.com/office/drawing/2014/main" id="{993A7C4E-B073-4AF4-9047-E4BFDF8D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95" y="347885"/>
            <a:ext cx="2800336" cy="333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Reward Free Pre-Training</a:t>
            </a:r>
          </a:p>
        </p:txBody>
      </p:sp>
      <p:sp>
        <p:nvSpPr>
          <p:cNvPr id="62" name="aps-typeable-label-14">
            <a:extLst xmlns:a="http://schemas.openxmlformats.org/drawingml/2006/main">
              <a:ext uri="{FF2B5EF4-FFF2-40B4-BE49-F238E27FC236}">
                <a16:creationId xmlns:a16="http://schemas.microsoft.com/office/drawing/2014/main" id="{9BFE6EE8-4230-47C8-A006-B36F02AA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56" y="3723201"/>
            <a:ext cx="2791439" cy="333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1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Fast Solving Testing Tasks</a:t>
            </a:r>
          </a:p>
        </p:txBody>
      </p:sp>
      <p:sp>
        <p:nvSpPr>
          <p:cNvPr id="63" name="aps-typeable-label-15-0">
            <a:extLst xmlns:a="http://schemas.openxmlformats.org/drawingml/2006/main">
              <a:ext uri="{FF2B5EF4-FFF2-40B4-BE49-F238E27FC236}">
                <a16:creationId xmlns:a16="http://schemas.microsoft.com/office/drawing/2014/main" id="{312E6C16-CC37-4125-9FCF-BB153C35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19" y="2051927"/>
            <a:ext cx="1283956" cy="333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Pre-Trained</a:t>
            </a:r>
          </a:p>
        </p:txBody>
      </p:sp>
      <p:sp>
        <p:nvSpPr>
          <p:cNvPr id="64" name="aps-typeable-label-15-1">
            <a:extLst xmlns:a="http://schemas.openxmlformats.org/drawingml/2006/main">
              <a:ext uri="{FF2B5EF4-FFF2-40B4-BE49-F238E27FC236}">
                <a16:creationId xmlns:a16="http://schemas.microsoft.com/office/drawing/2014/main" id="{39062F28-DE95-4303-8E45-8740E4B4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687" y="2051927"/>
            <a:ext cx="2115842" cy="333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Successor Features</a:t>
            </a:r>
          </a:p>
        </p:txBody>
      </p:sp>
    </p:spTree>
    <p:extLst>
      <p:ext uri="{BB962C8B-B14F-4D97-AF65-F5344CB8AC3E}">
        <p14:creationId xmlns:p14="http://schemas.microsoft.com/office/powerpoint/2010/main" val="1906773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2026-10-09T20:29:13.9650000Z</dcterms:created>
  <dcterms:modified xsi:type="dcterms:W3CDTF">2026-10-09T20:29:13.9650000Z</dcterms:modified>
</coreProperties>
</file>