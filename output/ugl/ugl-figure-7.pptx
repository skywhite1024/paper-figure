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bf29b4e33e4f01" /><Relationship Type="http://schemas.openxmlformats.org/officeDocument/2006/relationships/extended-properties" Target="/docProps/app.xml" Id="Red01d561880644f6" /><Relationship Type="http://schemas.openxmlformats.org/officeDocument/2006/relationships/officeDocument" Target="/ppt/presentation.xml" Id="R811f9c39f316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a5308c69049de"/>
  </p:sldMasterIdLst>
  <p:notesMasterIdLst>
    <p:notesMasterId xmlns:r="http://schemas.openxmlformats.org/officeDocument/2006/relationships" r:id="R32601322da7944a4"/>
  </p:notesMasterIdLst>
  <p:sldIdLst>
    <p:sldId xmlns:r="http://schemas.openxmlformats.org/officeDocument/2006/relationships" id="256" r:id="Rd0330a6503af44d4"/>
  </p:sldIdLst>
  <p:sldSz cx="11344275" cy="7200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22a78e1cce4995" /><Relationship Type="http://schemas.openxmlformats.org/officeDocument/2006/relationships/slideMaster" Target="/ppt/slideMasters/slideMaster1.xml" Id="R575a5308c69049de" /><Relationship Type="http://schemas.openxmlformats.org/officeDocument/2006/relationships/notesMaster" Target="/ppt/notesMasters/notesMaster1.xml" Id="R32601322da7944a4" /><Relationship Type="http://schemas.openxmlformats.org/officeDocument/2006/relationships/presProps" Target="/ppt/presProps.xml" Id="R797215e180864caa" /><Relationship Type="http://schemas.openxmlformats.org/officeDocument/2006/relationships/tableStyles" Target="/ppt/tableStyles.xml" Id="R83f1bb51d93b4453" /><Relationship Type="http://schemas.openxmlformats.org/officeDocument/2006/relationships/slide" Target="/ppt/slides/slide1.xml" Id="Rd0330a6503af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325021a0e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86d02d04ec4ee2" /><Relationship Type="http://schemas.openxmlformats.org/officeDocument/2006/relationships/notesMaster" Target="/ppt/notesMasters/notesMaster1.xml" Id="Rb76df0c625054f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"Unsupervised Learning of Goal Spaces for Intrinsically Motivated Goal Exploration",</a:t>
            </a:r>
          </a:p>
          <a:p xmlns:a="http://schemas.openxmlformats.org/drawingml/2006/main">
            <a:r>
              <a:t>  "paper_url": "https://arxiv.org/abs/1803.00781v3",</a:t>
            </a:r>
          </a:p>
          <a:p xmlns:a="http://schemas.openxmlformats.org/drawingml/2006/main">
            <a:r>
              <a:t>  "figure": "Figure 7",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claimed.",</a:t>
            </a:r>
          </a:p>
          <a:p xmlns:a="http://schemas.openxmlformats.org/drawingml/2006/main">
            <a:r>
              <a:t>  "page": 24,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"f972160f7b25e2e646db98cbd719aa36d85445eedd67445fb35d582ce8098917",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80,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332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cd23c2bf04e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4ea9dc4544c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9d1f071c647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c9633efb947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c478b99cc4a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95ac9fbfd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3D4947-D805-4075-BE1E-0CDEE91403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428" y="2720340"/>
            <a:ext cx="9075420" cy="1040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741B3C-1D38-45FF-88BE-F890EA29E9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01641" y="3960495"/>
            <a:ext cx="7940992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AB6C92-D368-4DF9-B26F-1225B2DB7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428" y="3000375"/>
            <a:ext cx="907542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3971DE-FF4B-4031-AAD2-96FA3D744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560070"/>
            <a:ext cx="10068044" cy="88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741F74-CD7D-4434-AC67-17B8A0CF09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2000250"/>
            <a:ext cx="10068044" cy="448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05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1pPr>
            <a:lvl2pPr marL="496312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2pPr>
            <a:lvl3pPr marL="779919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3pPr>
            <a:lvl4pPr marL="106352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4pPr>
            <a:lvl5pPr marL="134713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5pPr>
            <a:lvl6pPr marL="163074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6pPr>
            <a:lvl7pPr marL="191434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7pPr>
            <a:lvl8pPr marL="219795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8pPr>
            <a:lvl9pPr marL="248156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A6A8C5-A454-464A-AC28-C6A7F99545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560070"/>
            <a:ext cx="10068044" cy="88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8546FE-D69C-43A4-9484-08162DD746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2000250"/>
            <a:ext cx="4679513" cy="448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05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1pPr>
            <a:lvl2pPr marL="496312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2pPr>
            <a:lvl3pPr marL="779919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3pPr>
            <a:lvl4pPr marL="106352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4pPr>
            <a:lvl5pPr marL="134713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5pPr>
            <a:lvl6pPr marL="163074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6pPr>
            <a:lvl7pPr marL="191434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7pPr>
            <a:lvl8pPr marL="219795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8pPr>
            <a:lvl9pPr marL="248156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9BE327-03F3-4C80-A010-781192F955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26646" y="2000250"/>
            <a:ext cx="4679513" cy="448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05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1pPr>
            <a:lvl2pPr marL="496312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2pPr>
            <a:lvl3pPr marL="779919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3pPr>
            <a:lvl4pPr marL="106352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4pPr>
            <a:lvl5pPr marL="134713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5pPr>
            <a:lvl6pPr marL="163074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6pPr>
            <a:lvl7pPr marL="191434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7pPr>
            <a:lvl8pPr marL="219795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8pPr>
            <a:lvl9pPr marL="248156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8A878A-4C23-4DAB-AFB3-D369BD70B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560070"/>
            <a:ext cx="10068044" cy="88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E443EA-99E0-48FF-B8F3-6ADEA1D755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2000250"/>
            <a:ext cx="4679513" cy="448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2705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1pPr>
            <a:lvl2pPr marL="496312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2pPr>
            <a:lvl3pPr marL="779919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3pPr>
            <a:lvl4pPr marL="106352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4pPr>
            <a:lvl5pPr marL="134713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5pPr>
            <a:lvl6pPr marL="163074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6pPr>
            <a:lvl7pPr marL="1914346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7pPr>
            <a:lvl8pPr marL="2197953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8pPr>
            <a:lvl9pPr marL="2481560" indent="-212705">
              <a:lnSpc>
                <a:spcPct val="110000"/>
              </a:lnSpc>
              <a:spcBef>
                <a:spcPts val="0"/>
              </a:spcBef>
              <a:spcAft>
                <a:spcPts val="11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465ca900d4029" /><Relationship Type="http://schemas.openxmlformats.org/officeDocument/2006/relationships/slideLayout" Target="/ppt/slideLayouts/slideLayout1.xml" Id="Rb0bbbf3e4af64ef7" /><Relationship Type="http://schemas.openxmlformats.org/officeDocument/2006/relationships/slideLayout" Target="/ppt/slideLayouts/slideLayout2.xml" Id="R2ce29327ae294a43" /><Relationship Type="http://schemas.openxmlformats.org/officeDocument/2006/relationships/slideLayout" Target="/ppt/slideLayouts/slideLayout3.xml" Id="R5fefd54d5d7d4121" /><Relationship Type="http://schemas.openxmlformats.org/officeDocument/2006/relationships/slideLayout" Target="/ppt/slideLayouts/slideLayout4.xml" Id="Reb7d8f3aeeb648d2" /><Relationship Type="http://schemas.openxmlformats.org/officeDocument/2006/relationships/slideLayout" Target="/ppt/slideLayouts/slideLayout5.xml" Id="R9b075ee62dd1430b" /><Relationship Type="http://schemas.openxmlformats.org/officeDocument/2006/relationships/slideLayout" Target="/ppt/slideLayouts/slideLayout6.xml" Id="R68b9cae5bc4243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bbbf3e4af64ef7"/>
    <p:sldLayoutId xmlns:r="http://schemas.openxmlformats.org/officeDocument/2006/relationships" id="2147483650" r:id="R2ce29327ae294a43"/>
    <p:sldLayoutId xmlns:r="http://schemas.openxmlformats.org/officeDocument/2006/relationships" id="2147483651" r:id="R5fefd54d5d7d4121"/>
    <p:sldLayoutId xmlns:r="http://schemas.openxmlformats.org/officeDocument/2006/relationships" id="2147483652" r:id="Reb7d8f3aeeb648d2"/>
    <p:sldLayoutId xmlns:r="http://schemas.openxmlformats.org/officeDocument/2006/relationships" id="2147483653" r:id="R9b075ee62dd1430b"/>
    <p:sldLayoutId xmlns:r="http://schemas.openxmlformats.org/officeDocument/2006/relationships" id="2147483654" r:id="R68b9cae5bc4243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997ff1a34d4644" /><Relationship Type="http://schemas.openxmlformats.org/officeDocument/2006/relationships/notesSlide" Target="/ppt/notesSlides/notesSlide1.xml" Id="Rf83bd0764a2b4b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7" name="pdf-path-3">
            <a:extLst xmlns:a="http://schemas.openxmlformats.org/drawingml/2006/main">
              <a:ext uri="{FF2B5EF4-FFF2-40B4-BE49-F238E27FC236}">
                <a16:creationId xmlns:a16="http://schemas.microsoft.com/office/drawing/2014/main" id="{5980B334-BF4F-4832-913B-4AB6926A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91" y="2906076"/>
            <a:ext cx="1924699" cy="557582"/>
          </a:xfrm>
          <a:custGeom xmlns:a="http://schemas.openxmlformats.org/drawingml/2006/main">
            <a:pathLst>
              <a:path w="1924699" h="557582">
                <a:moveTo>
                  <a:pt x="4890" y="0"/>
                </a:moveTo>
                <a:lnTo>
                  <a:pt x="1919686" y="0"/>
                </a:lnTo>
                <a:cubicBezTo>
                  <a:pt x="1922406" y="0"/>
                  <a:pt x="1924699" y="2262"/>
                  <a:pt x="1924699" y="5013"/>
                </a:cubicBezTo>
                <a:lnTo>
                  <a:pt x="1924699" y="552691"/>
                </a:lnTo>
                <a:cubicBezTo>
                  <a:pt x="1924699" y="555442"/>
                  <a:pt x="1922406" y="557582"/>
                  <a:pt x="1919686" y="557582"/>
                </a:cubicBezTo>
                <a:lnTo>
                  <a:pt x="4890" y="557582"/>
                </a:lnTo>
                <a:cubicBezTo>
                  <a:pt x="2140" y="557582"/>
                  <a:pt x="0" y="555442"/>
                  <a:pt x="0" y="552691"/>
                </a:cubicBezTo>
                <a:lnTo>
                  <a:pt x="0" y="5013"/>
                </a:lnTo>
                <a:cubicBezTo>
                  <a:pt x="0" y="2262"/>
                  <a:pt x="2140" y="0"/>
                  <a:pt x="489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949">
            <a:solidFill>
              <a:srgbClr val="000003"/>
            </a:solidFill>
            <a:prstDash val="solid"/>
          </a:ln>
        </p:spPr>
      </p:sp>
      <p:sp>
        <p:nvSpPr>
          <p:cNvPr id="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FD0FEE6A-6315-4C2B-A3E1-6455B81C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83" y="3050780"/>
            <a:ext cx="1298622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10, sigmoid</a:t>
            </a:r>
          </a:p>
        </p:txBody>
      </p:sp>
      <p:sp>
        <p:nvSpPr>
          <p:cNvPr id="3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29BBED74-4DDD-4F22-B8F5-F6CFD28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5" y="6766395"/>
            <a:ext cx="2204066" cy="40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Auto-encoder</a:t>
            </a:r>
          </a:p>
        </p:txBody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67E6CD65-3614-4724-ABF3-1114A391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278" y="2924110"/>
            <a:ext cx="2079056" cy="572742"/>
          </a:xfrm>
          <a:custGeom xmlns:a="http://schemas.openxmlformats.org/drawingml/2006/main">
            <a:pathLst>
              <a:path w="2079056" h="572742">
                <a:moveTo>
                  <a:pt x="5135" y="0"/>
                </a:moveTo>
                <a:lnTo>
                  <a:pt x="2073921" y="0"/>
                </a:lnTo>
                <a:cubicBezTo>
                  <a:pt x="2076794" y="0"/>
                  <a:pt x="2079056" y="2384"/>
                  <a:pt x="2079056" y="5135"/>
                </a:cubicBezTo>
                <a:lnTo>
                  <a:pt x="2079056" y="567607"/>
                </a:lnTo>
                <a:cubicBezTo>
                  <a:pt x="2079056" y="570480"/>
                  <a:pt x="2076794" y="572742"/>
                  <a:pt x="2073921" y="572742"/>
                </a:cubicBezTo>
                <a:lnTo>
                  <a:pt x="5135" y="572742"/>
                </a:lnTo>
                <a:cubicBezTo>
                  <a:pt x="2260" y="572742"/>
                  <a:pt x="0" y="570480"/>
                  <a:pt x="0" y="567607"/>
                </a:cubicBezTo>
                <a:lnTo>
                  <a:pt x="0" y="5135"/>
                </a:lnTo>
                <a:cubicBezTo>
                  <a:pt x="0" y="2384"/>
                  <a:pt x="2260" y="0"/>
                  <a:pt x="513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172">
            <a:solidFill>
              <a:srgbClr val="000003"/>
            </a:solidFill>
            <a:prstDash val="solid"/>
          </a:ln>
        </p:spPr>
      </p:sp>
      <p:sp>
        <p:nvSpPr>
          <p:cNvPr id="5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B9F5AE03-2647-4DE9-B238-D3B7E5D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94" y="3067550"/>
            <a:ext cx="1037926" cy="275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20, linear</a:t>
            </a:r>
          </a:p>
        </p:txBody>
      </p:sp>
      <p:sp>
        <p:nvSpPr>
          <p:cNvPr id="6" name="pdf-text-5-1">
            <a:extLst xmlns:a="http://schemas.openxmlformats.org/drawingml/2006/main">
              <a:ext uri="{FF2B5EF4-FFF2-40B4-BE49-F238E27FC236}">
                <a16:creationId xmlns:a16="http://schemas.microsoft.com/office/drawing/2014/main" id="{42020F53-1E5A-489E-92DF-CCC9C91C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941" y="3961716"/>
            <a:ext cx="1221731" cy="275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256, ReLU</a:t>
            </a:r>
          </a:p>
        </p:txBody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D713FBA5-121C-48A4-95E3-4914AA2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91" y="3822928"/>
            <a:ext cx="1997630" cy="573109"/>
          </a:xfrm>
          <a:custGeom xmlns:a="http://schemas.openxmlformats.org/drawingml/2006/main">
            <a:pathLst>
              <a:path w="1997630" h="573109">
                <a:moveTo>
                  <a:pt x="5135" y="0"/>
                </a:moveTo>
                <a:lnTo>
                  <a:pt x="1992494" y="0"/>
                </a:lnTo>
                <a:cubicBezTo>
                  <a:pt x="1995367" y="0"/>
                  <a:pt x="1997630" y="2262"/>
                  <a:pt x="1997630" y="5013"/>
                </a:cubicBezTo>
                <a:lnTo>
                  <a:pt x="1997630" y="567974"/>
                </a:lnTo>
                <a:cubicBezTo>
                  <a:pt x="1997630" y="570847"/>
                  <a:pt x="1995367" y="573109"/>
                  <a:pt x="1992494" y="573109"/>
                </a:cubicBezTo>
                <a:lnTo>
                  <a:pt x="5135" y="573109"/>
                </a:lnTo>
                <a:cubicBezTo>
                  <a:pt x="2261" y="573109"/>
                  <a:pt x="0" y="570847"/>
                  <a:pt x="0" y="567974"/>
                </a:cubicBezTo>
                <a:lnTo>
                  <a:pt x="0" y="5013"/>
                </a:lnTo>
                <a:cubicBezTo>
                  <a:pt x="0" y="2262"/>
                  <a:pt x="2261" y="0"/>
                  <a:pt x="513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704">
            <a:solidFill>
              <a:srgbClr val="000003"/>
            </a:solidFill>
            <a:prstDash val="solid"/>
          </a:ln>
        </p:spPr>
      </p:sp>
      <p:sp>
        <p:nvSpPr>
          <p:cNvPr id="8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9179FABF-817E-4D4E-A383-796B4B33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518" y="6791996"/>
            <a:ext cx="3384671" cy="3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Variational auto-encoder</a:t>
            </a:r>
          </a:p>
        </p:txBody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B08671E5-D250-48CA-8365-06664E14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524" y="1928673"/>
            <a:ext cx="2926188" cy="568219"/>
          </a:xfrm>
          <a:custGeom xmlns:a="http://schemas.openxmlformats.org/drawingml/2006/main">
            <a:pathLst>
              <a:path w="2926188" h="568219">
                <a:moveTo>
                  <a:pt x="5135" y="0"/>
                </a:moveTo>
                <a:lnTo>
                  <a:pt x="2921175" y="0"/>
                </a:lnTo>
                <a:cubicBezTo>
                  <a:pt x="2923926" y="0"/>
                  <a:pt x="2926188" y="2292"/>
                  <a:pt x="2926188" y="5013"/>
                </a:cubicBezTo>
                <a:lnTo>
                  <a:pt x="2926188" y="563206"/>
                </a:lnTo>
                <a:cubicBezTo>
                  <a:pt x="2926188" y="565957"/>
                  <a:pt x="2923926" y="568219"/>
                  <a:pt x="2921175" y="568219"/>
                </a:cubicBezTo>
                <a:lnTo>
                  <a:pt x="5135" y="568219"/>
                </a:lnTo>
                <a:cubicBezTo>
                  <a:pt x="2261" y="568219"/>
                  <a:pt x="0" y="565957"/>
                  <a:pt x="0" y="563206"/>
                </a:cubicBezTo>
                <a:lnTo>
                  <a:pt x="0" y="5013"/>
                </a:lnTo>
                <a:cubicBezTo>
                  <a:pt x="0" y="2292"/>
                  <a:pt x="2261" y="0"/>
                  <a:pt x="513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66">
            <a:solidFill>
              <a:srgbClr val="000003"/>
            </a:solidFill>
            <a:prstDash val="solid"/>
          </a:ln>
        </p:spPr>
      </p:sp>
      <p:sp>
        <p:nvSpPr>
          <p:cNvPr id="10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CED86B4E-0CB1-4067-A8BC-E5D58C8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160" y="2084856"/>
            <a:ext cx="1742987" cy="275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 + 120, linear</a:t>
            </a:r>
          </a:p>
        </p:txBody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C9D70865-6399-4BE6-98D5-3266905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163" y="2859973"/>
            <a:ext cx="1696648" cy="575037"/>
          </a:xfrm>
          <a:custGeom xmlns:a="http://schemas.openxmlformats.org/drawingml/2006/main">
            <a:pathLst>
              <a:path w="1696648" h="575037">
                <a:moveTo>
                  <a:pt x="5991" y="0"/>
                </a:moveTo>
                <a:lnTo>
                  <a:pt x="1690687" y="0"/>
                </a:lnTo>
                <a:cubicBezTo>
                  <a:pt x="1693896" y="0"/>
                  <a:pt x="1696648" y="2389"/>
                  <a:pt x="1696648" y="5144"/>
                </a:cubicBezTo>
                <a:lnTo>
                  <a:pt x="1696648" y="569893"/>
                </a:lnTo>
                <a:cubicBezTo>
                  <a:pt x="1696648" y="572754"/>
                  <a:pt x="1693896" y="575037"/>
                  <a:pt x="1690687" y="575037"/>
                </a:cubicBezTo>
                <a:lnTo>
                  <a:pt x="5991" y="575037"/>
                </a:lnTo>
                <a:cubicBezTo>
                  <a:pt x="2629" y="575037"/>
                  <a:pt x="0" y="572754"/>
                  <a:pt x="0" y="569893"/>
                </a:cubicBezTo>
                <a:lnTo>
                  <a:pt x="0" y="5144"/>
                </a:lnTo>
                <a:cubicBezTo>
                  <a:pt x="0" y="2389"/>
                  <a:pt x="2629" y="0"/>
                  <a:pt x="599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074">
            <a:solidFill>
              <a:srgbClr val="000003"/>
            </a:solidFill>
            <a:prstDash val="solid"/>
          </a:ln>
        </p:spPr>
      </p:sp>
      <p:sp>
        <p:nvSpPr>
          <p:cNvPr id="12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1ED48AAB-8ECD-402E-A021-30B6D6D3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288" y="2980148"/>
            <a:ext cx="1374238" cy="31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 layer</a:t>
            </a:r>
          </a:p>
        </p:txBody>
      </p:sp>
      <p:sp>
        <p:nvSpPr>
          <p:cNvPr id="13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DA4CB8F3-1E09-4E18-98A7-58C2408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539" y="6767374"/>
            <a:ext cx="2746790" cy="40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Radial flow VAE</a:t>
            </a:r>
          </a:p>
        </p:txBody>
      </p:sp>
      <p:sp>
        <p:nvSpPr>
          <p:cNvPr id="14" name="pdf-path-13">
            <a:extLst xmlns:a="http://schemas.openxmlformats.org/drawingml/2006/main">
              <a:ext uri="{FF2B5EF4-FFF2-40B4-BE49-F238E27FC236}">
                <a16:creationId xmlns:a16="http://schemas.microsoft.com/office/drawing/2014/main" id="{9A601279-18E5-483E-83CE-CB6376E8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2" y="5647681"/>
            <a:ext cx="3006435" cy="388295"/>
          </a:xfrm>
          <a:custGeom xmlns:a="http://schemas.openxmlformats.org/drawingml/2006/main">
            <a:pathLst>
              <a:path w="3006435" h="388295">
                <a:moveTo>
                  <a:pt x="497057" y="15527"/>
                </a:moveTo>
                <a:lnTo>
                  <a:pt x="3004167" y="0"/>
                </a:lnTo>
                <a:cubicBezTo>
                  <a:pt x="3006067" y="8"/>
                  <a:pt x="3006435" y="1079"/>
                  <a:pt x="3004754" y="2275"/>
                </a:cubicBezTo>
                <a:lnTo>
                  <a:pt x="2515926" y="370625"/>
                </a:lnTo>
                <a:cubicBezTo>
                  <a:pt x="2514272" y="371803"/>
                  <a:pt x="2511400" y="372894"/>
                  <a:pt x="2509377" y="372887"/>
                </a:cubicBezTo>
                <a:lnTo>
                  <a:pt x="2261" y="388282"/>
                </a:lnTo>
                <a:cubicBezTo>
                  <a:pt x="213" y="388295"/>
                  <a:pt x="0" y="387336"/>
                  <a:pt x="1557" y="386140"/>
                </a:cubicBezTo>
                <a:lnTo>
                  <a:pt x="490385" y="17790"/>
                </a:lnTo>
                <a:cubicBezTo>
                  <a:pt x="492032" y="16481"/>
                  <a:pt x="495034" y="15521"/>
                  <a:pt x="497057" y="155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1158">
            <a:solidFill>
              <a:srgbClr val="000000"/>
            </a:solidFill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5596D237-0F3D-4D52-88B9-C4DC9410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055" y="5721952"/>
            <a:ext cx="364140" cy="239881"/>
          </a:xfrm>
          <a:custGeom xmlns:a="http://schemas.openxmlformats.org/drawingml/2006/main">
            <a:pathLst>
              <a:path w="364140" h="239881">
                <a:moveTo>
                  <a:pt x="364140" y="119879"/>
                </a:moveTo>
                <a:cubicBezTo>
                  <a:pt x="364140" y="186146"/>
                  <a:pt x="282607" y="239881"/>
                  <a:pt x="182084" y="239881"/>
                </a:cubicBezTo>
                <a:cubicBezTo>
                  <a:pt x="81533" y="239881"/>
                  <a:pt x="0" y="186146"/>
                  <a:pt x="0" y="119879"/>
                </a:cubicBezTo>
                <a:cubicBezTo>
                  <a:pt x="0" y="53734"/>
                  <a:pt x="81533" y="0"/>
                  <a:pt x="182084" y="0"/>
                </a:cubicBezTo>
                <a:cubicBezTo>
                  <a:pt x="282607" y="0"/>
                  <a:pt x="364140" y="53734"/>
                  <a:pt x="364140" y="1198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3718">
            <a:solidFill>
              <a:srgbClr val="000000"/>
            </a:solidFill>
            <a:prstDash val="solid"/>
          </a:ln>
        </p:spPr>
      </p:sp>
      <p:sp>
        <p:nvSpPr>
          <p:cNvPr id="16" name="pdf-path-17">
            <a:extLst xmlns:a="http://schemas.openxmlformats.org/drawingml/2006/main">
              <a:ext uri="{FF2B5EF4-FFF2-40B4-BE49-F238E27FC236}">
                <a16:creationId xmlns:a16="http://schemas.microsoft.com/office/drawing/2014/main" id="{320CD9BC-9255-45F6-89CA-27F3BF8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553" y="5643018"/>
            <a:ext cx="3379322" cy="397610"/>
          </a:xfrm>
          <a:custGeom xmlns:a="http://schemas.openxmlformats.org/drawingml/2006/main">
            <a:pathLst>
              <a:path w="3379322" h="397610">
                <a:moveTo>
                  <a:pt x="558783" y="15890"/>
                </a:moveTo>
                <a:lnTo>
                  <a:pt x="3376716" y="0"/>
                </a:lnTo>
                <a:cubicBezTo>
                  <a:pt x="3378982" y="3"/>
                  <a:pt x="3379322" y="1083"/>
                  <a:pt x="3377408" y="2397"/>
                </a:cubicBezTo>
                <a:lnTo>
                  <a:pt x="2828086" y="379451"/>
                </a:lnTo>
                <a:cubicBezTo>
                  <a:pt x="2826171" y="380766"/>
                  <a:pt x="2822807" y="381849"/>
                  <a:pt x="2820661" y="381844"/>
                </a:cubicBezTo>
                <a:lnTo>
                  <a:pt x="2654" y="397597"/>
                </a:lnTo>
                <a:cubicBezTo>
                  <a:pt x="363" y="397610"/>
                  <a:pt x="0" y="396651"/>
                  <a:pt x="1915" y="395336"/>
                </a:cubicBezTo>
                <a:lnTo>
                  <a:pt x="551257" y="18163"/>
                </a:lnTo>
                <a:cubicBezTo>
                  <a:pt x="553179" y="16968"/>
                  <a:pt x="556546" y="15885"/>
                  <a:pt x="558783" y="158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5021">
            <a:solidFill>
              <a:srgbClr val="000000"/>
            </a:solidFill>
            <a:prstDash val="solid"/>
          </a:ln>
        </p:spPr>
      </p:sp>
      <p:sp>
        <p:nvSpPr>
          <p:cNvPr id="17" name="pdf-path-19">
            <a:extLst xmlns:a="http://schemas.openxmlformats.org/drawingml/2006/main">
              <a:ext uri="{FF2B5EF4-FFF2-40B4-BE49-F238E27FC236}">
                <a16:creationId xmlns:a16="http://schemas.microsoft.com/office/drawing/2014/main" id="{10F800F2-D51B-4952-84EF-A26D6E36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515" y="5719079"/>
            <a:ext cx="409307" cy="245596"/>
          </a:xfrm>
          <a:custGeom xmlns:a="http://schemas.openxmlformats.org/drawingml/2006/main">
            <a:pathLst>
              <a:path w="409307" h="245596">
                <a:moveTo>
                  <a:pt x="409307" y="122753"/>
                </a:moveTo>
                <a:cubicBezTo>
                  <a:pt x="409307" y="190578"/>
                  <a:pt x="317731" y="245596"/>
                  <a:pt x="204668" y="245596"/>
                </a:cubicBezTo>
                <a:cubicBezTo>
                  <a:pt x="91606" y="245596"/>
                  <a:pt x="0" y="190578"/>
                  <a:pt x="0" y="122753"/>
                </a:cubicBezTo>
                <a:cubicBezTo>
                  <a:pt x="0" y="54927"/>
                  <a:pt x="91606" y="0"/>
                  <a:pt x="204668" y="0"/>
                </a:cubicBezTo>
                <a:cubicBezTo>
                  <a:pt x="317731" y="0"/>
                  <a:pt x="409307" y="54927"/>
                  <a:pt x="409307" y="1227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1697">
            <a:solidFill>
              <a:srgbClr val="000000"/>
            </a:solidFill>
            <a:prstDash val="solid"/>
          </a:ln>
        </p:spPr>
      </p:sp>
      <p:sp>
        <p:nvSpPr>
          <p:cNvPr id="18" name="pdf-path-21">
            <a:extLst xmlns:a="http://schemas.openxmlformats.org/drawingml/2006/main">
              <a:ext uri="{FF2B5EF4-FFF2-40B4-BE49-F238E27FC236}">
                <a16:creationId xmlns:a16="http://schemas.microsoft.com/office/drawing/2014/main" id="{E65FE5BB-33A8-40A6-8EB4-23593EC6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678" y="5654606"/>
            <a:ext cx="3379173" cy="397598"/>
          </a:xfrm>
          <a:custGeom xmlns:a="http://schemas.openxmlformats.org/drawingml/2006/main">
            <a:pathLst>
              <a:path w="3379173" h="397598">
                <a:moveTo>
                  <a:pt x="558659" y="15874"/>
                </a:moveTo>
                <a:lnTo>
                  <a:pt x="3376659" y="0"/>
                </a:lnTo>
                <a:cubicBezTo>
                  <a:pt x="3378805" y="5"/>
                  <a:pt x="3379173" y="1084"/>
                  <a:pt x="3377379" y="2398"/>
                </a:cubicBezTo>
                <a:lnTo>
                  <a:pt x="2827908" y="379452"/>
                </a:lnTo>
                <a:cubicBezTo>
                  <a:pt x="2825993" y="380767"/>
                  <a:pt x="2822775" y="381831"/>
                  <a:pt x="2820508" y="381828"/>
                </a:cubicBezTo>
                <a:lnTo>
                  <a:pt x="2475" y="397598"/>
                </a:lnTo>
                <a:cubicBezTo>
                  <a:pt x="208" y="397593"/>
                  <a:pt x="0" y="396634"/>
                  <a:pt x="1793" y="395320"/>
                </a:cubicBezTo>
                <a:lnTo>
                  <a:pt x="551256" y="18145"/>
                </a:lnTo>
                <a:cubicBezTo>
                  <a:pt x="553027" y="16952"/>
                  <a:pt x="556366" y="15887"/>
                  <a:pt x="558659" y="158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5021">
            <a:solidFill>
              <a:srgbClr val="000000"/>
            </a:solidFill>
            <a:prstDash val="solid"/>
          </a:ln>
        </p:spPr>
      </p:sp>
      <p:sp>
        <p:nvSpPr>
          <p:cNvPr id="19" name="pdf-path-23">
            <a:extLst xmlns:a="http://schemas.openxmlformats.org/drawingml/2006/main">
              <a:ext uri="{FF2B5EF4-FFF2-40B4-BE49-F238E27FC236}">
                <a16:creationId xmlns:a16="http://schemas.microsoft.com/office/drawing/2014/main" id="{C949B4FE-875C-48B3-92B2-EB4A59D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87" y="5730664"/>
            <a:ext cx="409307" cy="245596"/>
          </a:xfrm>
          <a:custGeom xmlns:a="http://schemas.openxmlformats.org/drawingml/2006/main">
            <a:pathLst>
              <a:path w="409307" h="245596">
                <a:moveTo>
                  <a:pt x="409307" y="122752"/>
                </a:moveTo>
                <a:cubicBezTo>
                  <a:pt x="409307" y="190547"/>
                  <a:pt x="317731" y="245596"/>
                  <a:pt x="204638" y="245596"/>
                </a:cubicBezTo>
                <a:cubicBezTo>
                  <a:pt x="91576" y="245596"/>
                  <a:pt x="0" y="190547"/>
                  <a:pt x="0" y="122752"/>
                </a:cubicBezTo>
                <a:cubicBezTo>
                  <a:pt x="0" y="54926"/>
                  <a:pt x="91576" y="0"/>
                  <a:pt x="204638" y="0"/>
                </a:cubicBezTo>
                <a:cubicBezTo>
                  <a:pt x="317731" y="0"/>
                  <a:pt x="409307" y="54926"/>
                  <a:pt x="409307" y="12275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1697">
            <a:solidFill>
              <a:srgbClr val="000000"/>
            </a:solidFill>
            <a:prstDash val="solid"/>
          </a:ln>
        </p:spPr>
      </p:sp>
      <p:sp>
        <p:nvSpPr>
          <p:cNvPr id="20" name="pdf-path-25">
            <a:extLst xmlns:a="http://schemas.openxmlformats.org/drawingml/2006/main">
              <a:ext uri="{FF2B5EF4-FFF2-40B4-BE49-F238E27FC236}">
                <a16:creationId xmlns:a16="http://schemas.microsoft.com/office/drawing/2014/main" id="{B860C890-671E-4A4E-A9FD-2EE28405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65" y="5325423"/>
            <a:ext cx="196774" cy="279756"/>
          </a:xfrm>
          <a:custGeom xmlns:a="http://schemas.openxmlformats.org/drawingml/2006/main">
            <a:pathLst>
              <a:path w="196774" h="279756">
                <a:moveTo>
                  <a:pt x="67482" y="241"/>
                </a:moveTo>
                <a:lnTo>
                  <a:pt x="0" y="279756"/>
                </a:lnTo>
                <a:lnTo>
                  <a:pt x="1967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" name="pdf-path-26">
            <a:extLst xmlns:a="http://schemas.openxmlformats.org/drawingml/2006/main">
              <a:ext uri="{FF2B5EF4-FFF2-40B4-BE49-F238E27FC236}">
                <a16:creationId xmlns:a16="http://schemas.microsoft.com/office/drawing/2014/main" id="{8C0A7F3F-C79D-4F07-A45D-491F6502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8" y="5326030"/>
            <a:ext cx="424103" cy="278303"/>
          </a:xfrm>
          <a:custGeom xmlns:a="http://schemas.openxmlformats.org/drawingml/2006/main">
            <a:pathLst>
              <a:path w="424103" h="278303">
                <a:moveTo>
                  <a:pt x="304375" y="0"/>
                </a:moveTo>
                <a:lnTo>
                  <a:pt x="0" y="278303"/>
                </a:lnTo>
                <a:lnTo>
                  <a:pt x="424103" y="154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95E9157A-90B5-49E2-81E5-970DD33A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82" y="5327103"/>
            <a:ext cx="654421" cy="275917"/>
          </a:xfrm>
          <a:custGeom xmlns:a="http://schemas.openxmlformats.org/drawingml/2006/main">
            <a:pathLst>
              <a:path w="654421" h="275917">
                <a:moveTo>
                  <a:pt x="525129" y="240"/>
                </a:moveTo>
                <a:lnTo>
                  <a:pt x="0" y="275917"/>
                </a:lnTo>
                <a:lnTo>
                  <a:pt x="654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" name="pdf-path-28">
            <a:extLst xmlns:a="http://schemas.openxmlformats.org/drawingml/2006/main">
              <a:ext uri="{FF2B5EF4-FFF2-40B4-BE49-F238E27FC236}">
                <a16:creationId xmlns:a16="http://schemas.microsoft.com/office/drawing/2014/main" id="{0D268EE3-5C32-40D7-9AC7-36093C63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8" y="5327696"/>
            <a:ext cx="884616" cy="275804"/>
          </a:xfrm>
          <a:custGeom xmlns:a="http://schemas.openxmlformats.org/drawingml/2006/main">
            <a:pathLst>
              <a:path w="884616" h="275804">
                <a:moveTo>
                  <a:pt x="764977" y="0"/>
                </a:moveTo>
                <a:lnTo>
                  <a:pt x="0" y="275804"/>
                </a:lnTo>
                <a:lnTo>
                  <a:pt x="884616" y="155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" name="pdf-path-29">
            <a:extLst xmlns:a="http://schemas.openxmlformats.org/drawingml/2006/main">
              <a:ext uri="{FF2B5EF4-FFF2-40B4-BE49-F238E27FC236}">
                <a16:creationId xmlns:a16="http://schemas.microsoft.com/office/drawing/2014/main" id="{74559C4F-32A3-47A3-B42F-839C71F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72" y="5328416"/>
            <a:ext cx="1100227" cy="274604"/>
          </a:xfrm>
          <a:custGeom xmlns:a="http://schemas.openxmlformats.org/drawingml/2006/main">
            <a:pathLst>
              <a:path w="1100227" h="274604">
                <a:moveTo>
                  <a:pt x="987289" y="1427"/>
                </a:moveTo>
                <a:lnTo>
                  <a:pt x="0" y="274604"/>
                </a:lnTo>
                <a:lnTo>
                  <a:pt x="11002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" name="pdf-path-30">
            <a:extLst xmlns:a="http://schemas.openxmlformats.org/drawingml/2006/main">
              <a:ext uri="{FF2B5EF4-FFF2-40B4-BE49-F238E27FC236}">
                <a16:creationId xmlns:a16="http://schemas.microsoft.com/office/drawing/2014/main" id="{9C02425E-8DEE-45B1-9B81-8BF30F03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35" y="5329009"/>
            <a:ext cx="1325562" cy="273897"/>
          </a:xfrm>
          <a:custGeom xmlns:a="http://schemas.openxmlformats.org/drawingml/2006/main">
            <a:pathLst>
              <a:path w="1325562" h="273897">
                <a:moveTo>
                  <a:pt x="1204487" y="0"/>
                </a:moveTo>
                <a:lnTo>
                  <a:pt x="0" y="273897"/>
                </a:lnTo>
                <a:lnTo>
                  <a:pt x="1325562" y="95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" name="pdf-path-31">
            <a:extLst xmlns:a="http://schemas.openxmlformats.org/drawingml/2006/main">
              <a:ext uri="{FF2B5EF4-FFF2-40B4-BE49-F238E27FC236}">
                <a16:creationId xmlns:a16="http://schemas.microsoft.com/office/drawing/2014/main" id="{902B6EA4-ECB9-4775-A9C6-9D606ED5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3" y="5325903"/>
            <a:ext cx="102795" cy="275097"/>
          </a:xfrm>
          <a:custGeom xmlns:a="http://schemas.openxmlformats.org/drawingml/2006/main">
            <a:pathLst>
              <a:path w="102795" h="275097">
                <a:moveTo>
                  <a:pt x="0" y="0"/>
                </a:moveTo>
                <a:lnTo>
                  <a:pt x="37957" y="275097"/>
                </a:lnTo>
                <a:lnTo>
                  <a:pt x="102795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" name="pdf-path-32">
            <a:extLst xmlns:a="http://schemas.openxmlformats.org/drawingml/2006/main">
              <a:ext uri="{FF2B5EF4-FFF2-40B4-BE49-F238E27FC236}">
                <a16:creationId xmlns:a16="http://schemas.microsoft.com/office/drawing/2014/main" id="{4B265F77-FC1A-4187-B023-EAF309CA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95" y="5326382"/>
            <a:ext cx="289285" cy="274491"/>
          </a:xfrm>
          <a:custGeom xmlns:a="http://schemas.openxmlformats.org/drawingml/2006/main">
            <a:pathLst>
              <a:path w="289285" h="274491">
                <a:moveTo>
                  <a:pt x="182428" y="594"/>
                </a:moveTo>
                <a:lnTo>
                  <a:pt x="0" y="274491"/>
                </a:lnTo>
                <a:lnTo>
                  <a:pt x="289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" name="pdf-path-33">
            <a:extLst xmlns:a="http://schemas.openxmlformats.org/drawingml/2006/main">
              <a:ext uri="{FF2B5EF4-FFF2-40B4-BE49-F238E27FC236}">
                <a16:creationId xmlns:a16="http://schemas.microsoft.com/office/drawing/2014/main" id="{C837BB9E-AD7A-4D09-9458-5AB0C46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97" y="5326976"/>
            <a:ext cx="528798" cy="274137"/>
          </a:xfrm>
          <a:custGeom xmlns:a="http://schemas.openxmlformats.org/drawingml/2006/main">
            <a:pathLst>
              <a:path w="528798" h="274137">
                <a:moveTo>
                  <a:pt x="421115" y="594"/>
                </a:moveTo>
                <a:lnTo>
                  <a:pt x="0" y="274137"/>
                </a:lnTo>
                <a:lnTo>
                  <a:pt x="528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2F393261-4098-40D6-8BEE-89524D8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91" y="5327936"/>
            <a:ext cx="747409" cy="273657"/>
          </a:xfrm>
          <a:custGeom xmlns:a="http://schemas.openxmlformats.org/drawingml/2006/main">
            <a:pathLst>
              <a:path w="747409" h="273657">
                <a:moveTo>
                  <a:pt x="643300" y="0"/>
                </a:moveTo>
                <a:lnTo>
                  <a:pt x="0" y="273657"/>
                </a:lnTo>
                <a:lnTo>
                  <a:pt x="747409" y="83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8651FD4C-9DAD-4F48-8714-B09678FF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45" y="5328290"/>
            <a:ext cx="972495" cy="272824"/>
          </a:xfrm>
          <a:custGeom xmlns:a="http://schemas.openxmlformats.org/drawingml/2006/main">
            <a:pathLst>
              <a:path w="972495" h="272824">
                <a:moveTo>
                  <a:pt x="863348" y="719"/>
                </a:moveTo>
                <a:lnTo>
                  <a:pt x="0" y="272824"/>
                </a:lnTo>
                <a:lnTo>
                  <a:pt x="972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" name="pdf-path-36">
            <a:extLst xmlns:a="http://schemas.openxmlformats.org/drawingml/2006/main">
              <a:ext uri="{FF2B5EF4-FFF2-40B4-BE49-F238E27FC236}">
                <a16:creationId xmlns:a16="http://schemas.microsoft.com/office/drawing/2014/main" id="{E36EDC0B-B2EB-4068-8D05-F70EDA0C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90" y="5325550"/>
            <a:ext cx="1205428" cy="276877"/>
          </a:xfrm>
          <a:custGeom xmlns:a="http://schemas.openxmlformats.org/drawingml/2006/main">
            <a:pathLst>
              <a:path w="1205428" h="276877">
                <a:moveTo>
                  <a:pt x="1091764" y="3700"/>
                </a:moveTo>
                <a:lnTo>
                  <a:pt x="0" y="276877"/>
                </a:lnTo>
                <a:lnTo>
                  <a:pt x="120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" name="pdf-path-37">
            <a:extLst xmlns:a="http://schemas.openxmlformats.org/drawingml/2006/main">
              <a:ext uri="{FF2B5EF4-FFF2-40B4-BE49-F238E27FC236}">
                <a16:creationId xmlns:a16="http://schemas.microsoft.com/office/drawing/2014/main" id="{A0EA687B-5579-44E5-A1BF-C7581305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28" y="5324476"/>
            <a:ext cx="196900" cy="279743"/>
          </a:xfrm>
          <a:custGeom xmlns:a="http://schemas.openxmlformats.org/drawingml/2006/main">
            <a:pathLst>
              <a:path w="196900" h="279743">
                <a:moveTo>
                  <a:pt x="67604" y="228"/>
                </a:moveTo>
                <a:lnTo>
                  <a:pt x="0" y="279743"/>
                </a:lnTo>
                <a:lnTo>
                  <a:pt x="19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3" name="pdf-path-38">
            <a:extLst xmlns:a="http://schemas.openxmlformats.org/drawingml/2006/main">
              <a:ext uri="{FF2B5EF4-FFF2-40B4-BE49-F238E27FC236}">
                <a16:creationId xmlns:a16="http://schemas.microsoft.com/office/drawing/2014/main" id="{E335ADC6-FA2E-42C7-AAD2-16C88F3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756" y="5325070"/>
            <a:ext cx="423981" cy="278316"/>
          </a:xfrm>
          <a:custGeom xmlns:a="http://schemas.openxmlformats.org/drawingml/2006/main">
            <a:pathLst>
              <a:path w="423981" h="278316">
                <a:moveTo>
                  <a:pt x="304372" y="0"/>
                </a:moveTo>
                <a:lnTo>
                  <a:pt x="0" y="278316"/>
                </a:lnTo>
                <a:lnTo>
                  <a:pt x="423981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CA715615-BF10-4E66-AD05-49068BCB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69" y="5326144"/>
            <a:ext cx="654420" cy="276043"/>
          </a:xfrm>
          <a:custGeom xmlns:a="http://schemas.openxmlformats.org/drawingml/2006/main">
            <a:pathLst>
              <a:path w="654420" h="276043">
                <a:moveTo>
                  <a:pt x="525127" y="239"/>
                </a:moveTo>
                <a:lnTo>
                  <a:pt x="0" y="276043"/>
                </a:lnTo>
                <a:lnTo>
                  <a:pt x="654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" name="pdf-path-40">
            <a:extLst xmlns:a="http://schemas.openxmlformats.org/drawingml/2006/main">
              <a:ext uri="{FF2B5EF4-FFF2-40B4-BE49-F238E27FC236}">
                <a16:creationId xmlns:a16="http://schemas.microsoft.com/office/drawing/2014/main" id="{88E2E938-F46F-4BD7-8E94-BC704735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07" y="5326736"/>
            <a:ext cx="884615" cy="275816"/>
          </a:xfrm>
          <a:custGeom xmlns:a="http://schemas.openxmlformats.org/drawingml/2006/main">
            <a:pathLst>
              <a:path w="884615" h="275816">
                <a:moveTo>
                  <a:pt x="764882" y="0"/>
                </a:moveTo>
                <a:lnTo>
                  <a:pt x="0" y="275816"/>
                </a:lnTo>
                <a:lnTo>
                  <a:pt x="884615" y="16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" name="pdf-path-41">
            <a:extLst xmlns:a="http://schemas.openxmlformats.org/drawingml/2006/main">
              <a:ext uri="{FF2B5EF4-FFF2-40B4-BE49-F238E27FC236}">
                <a16:creationId xmlns:a16="http://schemas.microsoft.com/office/drawing/2014/main" id="{D0194AF4-8CD2-4777-82F5-CA6199EF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659" y="5327456"/>
            <a:ext cx="1100226" cy="274731"/>
          </a:xfrm>
          <a:custGeom xmlns:a="http://schemas.openxmlformats.org/drawingml/2006/main">
            <a:pathLst>
              <a:path w="1100226" h="274731">
                <a:moveTo>
                  <a:pt x="987288" y="1427"/>
                </a:moveTo>
                <a:lnTo>
                  <a:pt x="0" y="274731"/>
                </a:lnTo>
                <a:lnTo>
                  <a:pt x="11002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" name="pdf-path-42">
            <a:extLst xmlns:a="http://schemas.openxmlformats.org/drawingml/2006/main">
              <a:ext uri="{FF2B5EF4-FFF2-40B4-BE49-F238E27FC236}">
                <a16:creationId xmlns:a16="http://schemas.microsoft.com/office/drawing/2014/main" id="{9445903B-D373-46FA-8759-8284FFB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20" y="5328050"/>
            <a:ext cx="1204365" cy="273897"/>
          </a:xfrm>
          <a:custGeom xmlns:a="http://schemas.openxmlformats.org/drawingml/2006/main">
            <a:pathLst>
              <a:path w="1204365" h="273897">
                <a:moveTo>
                  <a:pt x="1204365" y="0"/>
                </a:moveTo>
                <a:lnTo>
                  <a:pt x="0" y="273897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" name="pdf-path-43">
            <a:extLst xmlns:a="http://schemas.openxmlformats.org/drawingml/2006/main">
              <a:ext uri="{FF2B5EF4-FFF2-40B4-BE49-F238E27FC236}">
                <a16:creationId xmlns:a16="http://schemas.microsoft.com/office/drawing/2014/main" id="{DFEDD3E2-C069-4310-A68E-0307774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338" y="5324944"/>
            <a:ext cx="102795" cy="275097"/>
          </a:xfrm>
          <a:custGeom xmlns:a="http://schemas.openxmlformats.org/drawingml/2006/main">
            <a:pathLst>
              <a:path w="102795" h="275097">
                <a:moveTo>
                  <a:pt x="0" y="0"/>
                </a:moveTo>
                <a:lnTo>
                  <a:pt x="37957" y="275097"/>
                </a:lnTo>
                <a:lnTo>
                  <a:pt x="102795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" name="pdf-path-44">
            <a:extLst xmlns:a="http://schemas.openxmlformats.org/drawingml/2006/main">
              <a:ext uri="{FF2B5EF4-FFF2-40B4-BE49-F238E27FC236}">
                <a16:creationId xmlns:a16="http://schemas.microsoft.com/office/drawing/2014/main" id="{996596AA-2B7B-46E1-BE04-47D2561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483" y="5325423"/>
            <a:ext cx="289159" cy="274504"/>
          </a:xfrm>
          <a:custGeom xmlns:a="http://schemas.openxmlformats.org/drawingml/2006/main">
            <a:pathLst>
              <a:path w="289159" h="274504">
                <a:moveTo>
                  <a:pt x="182427" y="607"/>
                </a:moveTo>
                <a:lnTo>
                  <a:pt x="0" y="274504"/>
                </a:lnTo>
                <a:lnTo>
                  <a:pt x="289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" name="pdf-path-45">
            <a:extLst xmlns:a="http://schemas.openxmlformats.org/drawingml/2006/main">
              <a:ext uri="{FF2B5EF4-FFF2-40B4-BE49-F238E27FC236}">
                <a16:creationId xmlns:a16="http://schemas.microsoft.com/office/drawing/2014/main" id="{A3079263-DDAB-4BE9-B40E-7C47A28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82" y="5326144"/>
            <a:ext cx="528678" cy="274011"/>
          </a:xfrm>
          <a:custGeom xmlns:a="http://schemas.openxmlformats.org/drawingml/2006/main">
            <a:pathLst>
              <a:path w="528678" h="274011">
                <a:moveTo>
                  <a:pt x="421119" y="480"/>
                </a:moveTo>
                <a:lnTo>
                  <a:pt x="0" y="274011"/>
                </a:lnTo>
                <a:lnTo>
                  <a:pt x="5286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" name="pdf-path-46">
            <a:extLst xmlns:a="http://schemas.openxmlformats.org/drawingml/2006/main">
              <a:ext uri="{FF2B5EF4-FFF2-40B4-BE49-F238E27FC236}">
                <a16:creationId xmlns:a16="http://schemas.microsoft.com/office/drawing/2014/main" id="{3AE48B0F-9341-488D-9AE1-3771078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54" y="5326976"/>
            <a:ext cx="747533" cy="273657"/>
          </a:xfrm>
          <a:custGeom xmlns:a="http://schemas.openxmlformats.org/drawingml/2006/main">
            <a:pathLst>
              <a:path w="747533" h="273657">
                <a:moveTo>
                  <a:pt x="643422" y="0"/>
                </a:moveTo>
                <a:lnTo>
                  <a:pt x="0" y="273657"/>
                </a:lnTo>
                <a:lnTo>
                  <a:pt x="747533" y="96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" name="pdf-path-47">
            <a:extLst xmlns:a="http://schemas.openxmlformats.org/drawingml/2006/main">
              <a:ext uri="{FF2B5EF4-FFF2-40B4-BE49-F238E27FC236}">
                <a16:creationId xmlns:a16="http://schemas.microsoft.com/office/drawing/2014/main" id="{BEDFFC4E-73CB-48B4-ACF2-1A1252DE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30" y="5327343"/>
            <a:ext cx="972499" cy="272812"/>
          </a:xfrm>
          <a:custGeom xmlns:a="http://schemas.openxmlformats.org/drawingml/2006/main">
            <a:pathLst>
              <a:path w="972499" h="272812">
                <a:moveTo>
                  <a:pt x="863348" y="707"/>
                </a:moveTo>
                <a:lnTo>
                  <a:pt x="0" y="272812"/>
                </a:lnTo>
                <a:lnTo>
                  <a:pt x="9724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" name="pdf-path-48">
            <a:extLst xmlns:a="http://schemas.openxmlformats.org/drawingml/2006/main">
              <a:ext uri="{FF2B5EF4-FFF2-40B4-BE49-F238E27FC236}">
                <a16:creationId xmlns:a16="http://schemas.microsoft.com/office/drawing/2014/main" id="{C0D44D72-69D6-41C6-AB3F-879E8A8D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5323391"/>
            <a:ext cx="196744" cy="279756"/>
          </a:xfrm>
          <a:custGeom xmlns:a="http://schemas.openxmlformats.org/drawingml/2006/main">
            <a:pathLst>
              <a:path w="196744" h="279756">
                <a:moveTo>
                  <a:pt x="67451" y="239"/>
                </a:moveTo>
                <a:lnTo>
                  <a:pt x="0" y="279756"/>
                </a:lnTo>
                <a:lnTo>
                  <a:pt x="196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" name="pdf-path-49">
            <a:extLst xmlns:a="http://schemas.openxmlformats.org/drawingml/2006/main">
              <a:ext uri="{FF2B5EF4-FFF2-40B4-BE49-F238E27FC236}">
                <a16:creationId xmlns:a16="http://schemas.microsoft.com/office/drawing/2014/main" id="{70326C33-B299-4C7B-B127-5746FCA4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193" y="5323997"/>
            <a:ext cx="424103" cy="278317"/>
          </a:xfrm>
          <a:custGeom xmlns:a="http://schemas.openxmlformats.org/drawingml/2006/main">
            <a:pathLst>
              <a:path w="424103" h="278317">
                <a:moveTo>
                  <a:pt x="304464" y="0"/>
                </a:moveTo>
                <a:lnTo>
                  <a:pt x="0" y="278317"/>
                </a:lnTo>
                <a:lnTo>
                  <a:pt x="424103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" name="pdf-path-50">
            <a:extLst xmlns:a="http://schemas.openxmlformats.org/drawingml/2006/main">
              <a:ext uri="{FF2B5EF4-FFF2-40B4-BE49-F238E27FC236}">
                <a16:creationId xmlns:a16="http://schemas.microsoft.com/office/drawing/2014/main" id="{683D8060-5FD7-4302-B3E1-0A7CAC5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75" y="5325183"/>
            <a:ext cx="654418" cy="275930"/>
          </a:xfrm>
          <a:custGeom xmlns:a="http://schemas.openxmlformats.org/drawingml/2006/main">
            <a:pathLst>
              <a:path w="654418" h="275930">
                <a:moveTo>
                  <a:pt x="525126" y="240"/>
                </a:moveTo>
                <a:lnTo>
                  <a:pt x="0" y="275930"/>
                </a:lnTo>
                <a:lnTo>
                  <a:pt x="65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" name="pdf-path-51">
            <a:extLst xmlns:a="http://schemas.openxmlformats.org/drawingml/2006/main">
              <a:ext uri="{FF2B5EF4-FFF2-40B4-BE49-F238E27FC236}">
                <a16:creationId xmlns:a16="http://schemas.microsoft.com/office/drawing/2014/main" id="{7A9BB5EF-B774-4AE4-9039-4FBDF58A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34" y="5325789"/>
            <a:ext cx="764885" cy="275804"/>
          </a:xfrm>
          <a:custGeom xmlns:a="http://schemas.openxmlformats.org/drawingml/2006/main">
            <a:pathLst>
              <a:path w="764885" h="275804">
                <a:moveTo>
                  <a:pt x="764885" y="0"/>
                </a:moveTo>
                <a:lnTo>
                  <a:pt x="0" y="27580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" name="pdf-path-52">
            <a:extLst xmlns:a="http://schemas.openxmlformats.org/drawingml/2006/main">
              <a:ext uri="{FF2B5EF4-FFF2-40B4-BE49-F238E27FC236}">
                <a16:creationId xmlns:a16="http://schemas.microsoft.com/office/drawing/2014/main" id="{ABBE365F-B5E3-4E5D-B654-2390C96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744" y="5323871"/>
            <a:ext cx="102797" cy="275211"/>
          </a:xfrm>
          <a:custGeom xmlns:a="http://schemas.openxmlformats.org/drawingml/2006/main">
            <a:pathLst>
              <a:path w="102797" h="275211">
                <a:moveTo>
                  <a:pt x="0" y="0"/>
                </a:moveTo>
                <a:lnTo>
                  <a:pt x="37956" y="275211"/>
                </a:lnTo>
                <a:lnTo>
                  <a:pt x="102797" y="605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" name="pdf-path-53">
            <a:extLst xmlns:a="http://schemas.openxmlformats.org/drawingml/2006/main">
              <a:ext uri="{FF2B5EF4-FFF2-40B4-BE49-F238E27FC236}">
                <a16:creationId xmlns:a16="http://schemas.microsoft.com/office/drawing/2014/main" id="{22EDC982-5A03-4F79-8486-7482FB2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89" y="5324351"/>
            <a:ext cx="289313" cy="274617"/>
          </a:xfrm>
          <a:custGeom xmlns:a="http://schemas.openxmlformats.org/drawingml/2006/main">
            <a:pathLst>
              <a:path w="289313" h="274617">
                <a:moveTo>
                  <a:pt x="182425" y="593"/>
                </a:moveTo>
                <a:lnTo>
                  <a:pt x="0" y="274617"/>
                </a:lnTo>
                <a:lnTo>
                  <a:pt x="289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" name="pdf-path-54">
            <a:extLst xmlns:a="http://schemas.openxmlformats.org/drawingml/2006/main">
              <a:ext uri="{FF2B5EF4-FFF2-40B4-BE49-F238E27FC236}">
                <a16:creationId xmlns:a16="http://schemas.microsoft.com/office/drawing/2014/main" id="{46E00C2A-0CAC-4394-9395-FC709C1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91" y="5325070"/>
            <a:ext cx="528798" cy="274137"/>
          </a:xfrm>
          <a:custGeom xmlns:a="http://schemas.openxmlformats.org/drawingml/2006/main">
            <a:pathLst>
              <a:path w="528798" h="274137">
                <a:moveTo>
                  <a:pt x="421115" y="594"/>
                </a:moveTo>
                <a:lnTo>
                  <a:pt x="0" y="274137"/>
                </a:lnTo>
                <a:lnTo>
                  <a:pt x="528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" name="pdf-path-55">
            <a:extLst xmlns:a="http://schemas.openxmlformats.org/drawingml/2006/main">
              <a:ext uri="{FF2B5EF4-FFF2-40B4-BE49-F238E27FC236}">
                <a16:creationId xmlns:a16="http://schemas.microsoft.com/office/drawing/2014/main" id="{F2A256BF-F98C-4610-AF71-F9B2E711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342" y="5322444"/>
            <a:ext cx="196778" cy="279743"/>
          </a:xfrm>
          <a:custGeom xmlns:a="http://schemas.openxmlformats.org/drawingml/2006/main">
            <a:pathLst>
              <a:path w="196778" h="279743">
                <a:moveTo>
                  <a:pt x="67485" y="239"/>
                </a:moveTo>
                <a:lnTo>
                  <a:pt x="0" y="279743"/>
                </a:lnTo>
                <a:lnTo>
                  <a:pt x="196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" name="pdf-path-56">
            <a:extLst xmlns:a="http://schemas.openxmlformats.org/drawingml/2006/main">
              <a:ext uri="{FF2B5EF4-FFF2-40B4-BE49-F238E27FC236}">
                <a16:creationId xmlns:a16="http://schemas.microsoft.com/office/drawing/2014/main" id="{5CEF95A2-FAED-4563-86AE-98F023B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148" y="5323037"/>
            <a:ext cx="304372" cy="278316"/>
          </a:xfrm>
          <a:custGeom xmlns:a="http://schemas.openxmlformats.org/drawingml/2006/main">
            <a:pathLst>
              <a:path w="304372" h="278316">
                <a:moveTo>
                  <a:pt x="304372" y="0"/>
                </a:moveTo>
                <a:lnTo>
                  <a:pt x="0" y="27831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" name="pdf-path-57">
            <a:extLst xmlns:a="http://schemas.openxmlformats.org/drawingml/2006/main">
              <a:ext uri="{FF2B5EF4-FFF2-40B4-BE49-F238E27FC236}">
                <a16:creationId xmlns:a16="http://schemas.microsoft.com/office/drawing/2014/main" id="{B9E89058-0222-4D95-944D-FABFCB7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07" y="5324345"/>
            <a:ext cx="68285" cy="276649"/>
          </a:xfrm>
          <a:custGeom xmlns:a="http://schemas.openxmlformats.org/drawingml/2006/main">
            <a:pathLst>
              <a:path w="68285" h="276649">
                <a:moveTo>
                  <a:pt x="68285" y="0"/>
                </a:moveTo>
                <a:lnTo>
                  <a:pt x="0" y="27664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" name="pdf-path-58">
            <a:extLst xmlns:a="http://schemas.openxmlformats.org/drawingml/2006/main">
              <a:ext uri="{FF2B5EF4-FFF2-40B4-BE49-F238E27FC236}">
                <a16:creationId xmlns:a16="http://schemas.microsoft.com/office/drawing/2014/main" id="{B544034D-D8CA-4E8F-A88C-CE381687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581" y="5324470"/>
            <a:ext cx="269243" cy="276525"/>
          </a:xfrm>
          <a:custGeom xmlns:a="http://schemas.openxmlformats.org/drawingml/2006/main">
            <a:pathLst>
              <a:path w="269243" h="276525">
                <a:moveTo>
                  <a:pt x="99576" y="0"/>
                </a:moveTo>
                <a:lnTo>
                  <a:pt x="269243" y="276525"/>
                </a:lnTo>
                <a:lnTo>
                  <a:pt x="0" y="3336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" name="pdf-path-59">
            <a:extLst xmlns:a="http://schemas.openxmlformats.org/drawingml/2006/main">
              <a:ext uri="{FF2B5EF4-FFF2-40B4-BE49-F238E27FC236}">
                <a16:creationId xmlns:a16="http://schemas.microsoft.com/office/drawing/2014/main" id="{7C39FF54-2F6C-4EEA-A941-B428C8F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840" y="5324821"/>
            <a:ext cx="269244" cy="276650"/>
          </a:xfrm>
          <a:custGeom xmlns:a="http://schemas.openxmlformats.org/drawingml/2006/main">
            <a:pathLst>
              <a:path w="269244" h="276650">
                <a:moveTo>
                  <a:pt x="99574" y="0"/>
                </a:moveTo>
                <a:lnTo>
                  <a:pt x="269244" y="276650"/>
                </a:lnTo>
                <a:lnTo>
                  <a:pt x="0" y="3462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" name="pdf-path-60">
            <a:extLst xmlns:a="http://schemas.openxmlformats.org/drawingml/2006/main">
              <a:ext uri="{FF2B5EF4-FFF2-40B4-BE49-F238E27FC236}">
                <a16:creationId xmlns:a16="http://schemas.microsoft.com/office/drawing/2014/main" id="{2CBFD1CE-4848-4FBC-9712-DF3CD4C3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155" y="5324821"/>
            <a:ext cx="269244" cy="276650"/>
          </a:xfrm>
          <a:custGeom xmlns:a="http://schemas.openxmlformats.org/drawingml/2006/main">
            <a:pathLst>
              <a:path w="269244" h="276650">
                <a:moveTo>
                  <a:pt x="99451" y="0"/>
                </a:moveTo>
                <a:lnTo>
                  <a:pt x="269244" y="276650"/>
                </a:lnTo>
                <a:lnTo>
                  <a:pt x="0" y="3462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" name="pdf-path-61">
            <a:extLst xmlns:a="http://schemas.openxmlformats.org/drawingml/2006/main">
              <a:ext uri="{FF2B5EF4-FFF2-40B4-BE49-F238E27FC236}">
                <a16:creationId xmlns:a16="http://schemas.microsoft.com/office/drawing/2014/main" id="{D2BDCC4B-0E5F-49A3-AD03-131D2934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13" y="5324821"/>
            <a:ext cx="269244" cy="276650"/>
          </a:xfrm>
          <a:custGeom xmlns:a="http://schemas.openxmlformats.org/drawingml/2006/main">
            <a:pathLst>
              <a:path w="269244" h="276650">
                <a:moveTo>
                  <a:pt x="99574" y="0"/>
                </a:moveTo>
                <a:lnTo>
                  <a:pt x="269244" y="276650"/>
                </a:lnTo>
                <a:lnTo>
                  <a:pt x="0" y="3462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" name="pdf-path-62">
            <a:extLst xmlns:a="http://schemas.openxmlformats.org/drawingml/2006/main">
              <a:ext uri="{FF2B5EF4-FFF2-40B4-BE49-F238E27FC236}">
                <a16:creationId xmlns:a16="http://schemas.microsoft.com/office/drawing/2014/main" id="{97D4CF6B-2A0B-4806-B8C6-0AFCAAC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56" y="5327693"/>
            <a:ext cx="269241" cy="276638"/>
          </a:xfrm>
          <a:custGeom xmlns:a="http://schemas.openxmlformats.org/drawingml/2006/main">
            <a:pathLst>
              <a:path w="269241" h="276638">
                <a:moveTo>
                  <a:pt x="99574" y="0"/>
                </a:moveTo>
                <a:lnTo>
                  <a:pt x="269241" y="276638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" name="pdf-path-63">
            <a:extLst xmlns:a="http://schemas.openxmlformats.org/drawingml/2006/main">
              <a:ext uri="{FF2B5EF4-FFF2-40B4-BE49-F238E27FC236}">
                <a16:creationId xmlns:a16="http://schemas.microsoft.com/office/drawing/2014/main" id="{84FF0D3E-4D15-4E05-A717-3B5BEA47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55" y="5325549"/>
            <a:ext cx="269241" cy="276638"/>
          </a:xfrm>
          <a:custGeom xmlns:a="http://schemas.openxmlformats.org/drawingml/2006/main">
            <a:pathLst>
              <a:path w="269241" h="276638">
                <a:moveTo>
                  <a:pt x="99574" y="0"/>
                </a:moveTo>
                <a:lnTo>
                  <a:pt x="269241" y="276638"/>
                </a:lnTo>
                <a:lnTo>
                  <a:pt x="0" y="3460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" name="pdf-path-64">
            <a:extLst xmlns:a="http://schemas.openxmlformats.org/drawingml/2006/main">
              <a:ext uri="{FF2B5EF4-FFF2-40B4-BE49-F238E27FC236}">
                <a16:creationId xmlns:a16="http://schemas.microsoft.com/office/drawing/2014/main" id="{B0A6F6F3-A56C-45E6-BFB3-3C851F03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5" y="5328069"/>
            <a:ext cx="1632043" cy="274727"/>
          </a:xfrm>
          <a:custGeom xmlns:a="http://schemas.openxmlformats.org/drawingml/2006/main">
            <a:pathLst>
              <a:path w="1632043" h="274727">
                <a:moveTo>
                  <a:pt x="38686" y="274727"/>
                </a:moveTo>
                <a:lnTo>
                  <a:pt x="0" y="0"/>
                </a:lnTo>
                <a:lnTo>
                  <a:pt x="1632043" y="27127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" name="pdf-path-65">
            <a:extLst xmlns:a="http://schemas.openxmlformats.org/drawingml/2006/main">
              <a:ext uri="{FF2B5EF4-FFF2-40B4-BE49-F238E27FC236}">
                <a16:creationId xmlns:a16="http://schemas.microsoft.com/office/drawing/2014/main" id="{6820841E-CE43-4702-A98C-7A5ADDA2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880" y="5328179"/>
            <a:ext cx="488218" cy="273547"/>
          </a:xfrm>
          <a:custGeom xmlns:a="http://schemas.openxmlformats.org/drawingml/2006/main">
            <a:pathLst>
              <a:path w="488218" h="273547">
                <a:moveTo>
                  <a:pt x="488218" y="2735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" name="pdf-path-66">
            <a:extLst xmlns:a="http://schemas.openxmlformats.org/drawingml/2006/main">
              <a:ext uri="{FF2B5EF4-FFF2-40B4-BE49-F238E27FC236}">
                <a16:creationId xmlns:a16="http://schemas.microsoft.com/office/drawing/2014/main" id="{CFCFE0F0-4D54-40EF-8E1F-427D6CB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82" y="5329373"/>
            <a:ext cx="730136" cy="270200"/>
          </a:xfrm>
          <a:custGeom xmlns:a="http://schemas.openxmlformats.org/drawingml/2006/main">
            <a:pathLst>
              <a:path w="730136" h="270200">
                <a:moveTo>
                  <a:pt x="730136" y="270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" name="pdf-path-67">
            <a:extLst xmlns:a="http://schemas.openxmlformats.org/drawingml/2006/main">
              <a:ext uri="{FF2B5EF4-FFF2-40B4-BE49-F238E27FC236}">
                <a16:creationId xmlns:a16="http://schemas.microsoft.com/office/drawing/2014/main" id="{A97915AD-F599-4D83-B440-92F2445F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01" y="5328893"/>
            <a:ext cx="1182995" cy="271036"/>
          </a:xfrm>
          <a:custGeom xmlns:a="http://schemas.openxmlformats.org/drawingml/2006/main">
            <a:pathLst>
              <a:path w="1182995" h="271036">
                <a:moveTo>
                  <a:pt x="941440" y="271036"/>
                </a:moveTo>
                <a:lnTo>
                  <a:pt x="0" y="0"/>
                </a:lnTo>
                <a:lnTo>
                  <a:pt x="1182995" y="268058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" name="pdf-path-68">
            <a:extLst xmlns:a="http://schemas.openxmlformats.org/drawingml/2006/main">
              <a:ext uri="{FF2B5EF4-FFF2-40B4-BE49-F238E27FC236}">
                <a16:creationId xmlns:a16="http://schemas.microsoft.com/office/drawing/2014/main" id="{3D7BA01B-C7EB-4DD0-8BCA-991BE2A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" y="5325201"/>
            <a:ext cx="1405924" cy="274249"/>
          </a:xfrm>
          <a:custGeom xmlns:a="http://schemas.openxmlformats.org/drawingml/2006/main">
            <a:pathLst>
              <a:path w="1405924" h="274249">
                <a:moveTo>
                  <a:pt x="1405924" y="2742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" name="pdf-path-69">
            <a:extLst xmlns:a="http://schemas.openxmlformats.org/drawingml/2006/main">
              <a:ext uri="{FF2B5EF4-FFF2-40B4-BE49-F238E27FC236}">
                <a16:creationId xmlns:a16="http://schemas.microsoft.com/office/drawing/2014/main" id="{C2CA8F2B-AE4A-4033-8939-B7C096A9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67" y="5330916"/>
            <a:ext cx="1174398" cy="266493"/>
          </a:xfrm>
          <a:custGeom xmlns:a="http://schemas.openxmlformats.org/drawingml/2006/main">
            <a:pathLst>
              <a:path w="1174398" h="266493">
                <a:moveTo>
                  <a:pt x="0" y="0"/>
                </a:moveTo>
                <a:lnTo>
                  <a:pt x="1174398" y="266493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" name="pdf-path-70">
            <a:extLst xmlns:a="http://schemas.openxmlformats.org/drawingml/2006/main">
              <a:ext uri="{FF2B5EF4-FFF2-40B4-BE49-F238E27FC236}">
                <a16:creationId xmlns:a16="http://schemas.microsoft.com/office/drawing/2014/main" id="{10F14D45-0F9E-45CA-98AA-26704BC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8" y="5327931"/>
            <a:ext cx="162627" cy="272940"/>
          </a:xfrm>
          <a:custGeom xmlns:a="http://schemas.openxmlformats.org/drawingml/2006/main">
            <a:pathLst>
              <a:path w="162627" h="272940">
                <a:moveTo>
                  <a:pt x="0" y="0"/>
                </a:moveTo>
                <a:lnTo>
                  <a:pt x="162627" y="27294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" name="pdf-path-71">
            <a:extLst xmlns:a="http://schemas.openxmlformats.org/drawingml/2006/main">
              <a:ext uri="{FF2B5EF4-FFF2-40B4-BE49-F238E27FC236}">
                <a16:creationId xmlns:a16="http://schemas.microsoft.com/office/drawing/2014/main" id="{15FB868D-FFBA-43C9-A125-E7BB862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3" y="5326501"/>
            <a:ext cx="384106" cy="272940"/>
          </a:xfrm>
          <a:custGeom xmlns:a="http://schemas.openxmlformats.org/drawingml/2006/main">
            <a:pathLst>
              <a:path w="384106" h="272940">
                <a:moveTo>
                  <a:pt x="0" y="0"/>
                </a:moveTo>
                <a:lnTo>
                  <a:pt x="384106" y="27294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" name="pdf-path-72">
            <a:extLst xmlns:a="http://schemas.openxmlformats.org/drawingml/2006/main">
              <a:ext uri="{FF2B5EF4-FFF2-40B4-BE49-F238E27FC236}">
                <a16:creationId xmlns:a16="http://schemas.microsoft.com/office/drawing/2014/main" id="{5D988552-48EA-4D64-9B75-9AE3481F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84" y="5326138"/>
            <a:ext cx="500620" cy="271509"/>
          </a:xfrm>
          <a:custGeom xmlns:a="http://schemas.openxmlformats.org/drawingml/2006/main">
            <a:pathLst>
              <a:path w="500620" h="271509">
                <a:moveTo>
                  <a:pt x="0" y="0"/>
                </a:moveTo>
                <a:lnTo>
                  <a:pt x="500620" y="27150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" name="pdf-path-73">
            <a:extLst xmlns:a="http://schemas.openxmlformats.org/drawingml/2006/main">
              <a:ext uri="{FF2B5EF4-FFF2-40B4-BE49-F238E27FC236}">
                <a16:creationId xmlns:a16="http://schemas.microsoft.com/office/drawing/2014/main" id="{E1A4E935-4868-4436-99F4-214E50D9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5" y="5323993"/>
            <a:ext cx="408927" cy="273654"/>
          </a:xfrm>
          <a:custGeom xmlns:a="http://schemas.openxmlformats.org/drawingml/2006/main">
            <a:pathLst>
              <a:path w="408927" h="273654">
                <a:moveTo>
                  <a:pt x="0" y="0"/>
                </a:moveTo>
                <a:lnTo>
                  <a:pt x="408927" y="27365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" name="pdf-path-74">
            <a:extLst xmlns:a="http://schemas.openxmlformats.org/drawingml/2006/main">
              <a:ext uri="{FF2B5EF4-FFF2-40B4-BE49-F238E27FC236}">
                <a16:creationId xmlns:a16="http://schemas.microsoft.com/office/drawing/2014/main" id="{4851B2E4-99AC-4F82-B184-45A2014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28" y="5326853"/>
            <a:ext cx="486438" cy="271510"/>
          </a:xfrm>
          <a:custGeom xmlns:a="http://schemas.openxmlformats.org/drawingml/2006/main">
            <a:pathLst>
              <a:path w="486438" h="271510">
                <a:moveTo>
                  <a:pt x="0" y="0"/>
                </a:moveTo>
                <a:lnTo>
                  <a:pt x="486438" y="27151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" name="pdf-path-75">
            <a:extLst xmlns:a="http://schemas.openxmlformats.org/drawingml/2006/main">
              <a:ext uri="{FF2B5EF4-FFF2-40B4-BE49-F238E27FC236}">
                <a16:creationId xmlns:a16="http://schemas.microsoft.com/office/drawing/2014/main" id="{53171D1B-F862-407C-B22A-17E4D1AE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327568"/>
            <a:ext cx="384232" cy="272950"/>
          </a:xfrm>
          <a:custGeom xmlns:a="http://schemas.openxmlformats.org/drawingml/2006/main">
            <a:pathLst>
              <a:path w="384232" h="272950">
                <a:moveTo>
                  <a:pt x="0" y="0"/>
                </a:moveTo>
                <a:lnTo>
                  <a:pt x="384232" y="27295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" name="pdf-path-76">
            <a:extLst xmlns:a="http://schemas.openxmlformats.org/drawingml/2006/main">
              <a:ext uri="{FF2B5EF4-FFF2-40B4-BE49-F238E27FC236}">
                <a16:creationId xmlns:a16="http://schemas.microsoft.com/office/drawing/2014/main" id="{F4C95287-592A-49D0-9485-6DF185D1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98" y="5328283"/>
            <a:ext cx="729735" cy="268649"/>
          </a:xfrm>
          <a:custGeom xmlns:a="http://schemas.openxmlformats.org/drawingml/2006/main">
            <a:pathLst>
              <a:path w="729735" h="268649">
                <a:moveTo>
                  <a:pt x="0" y="0"/>
                </a:moveTo>
                <a:lnTo>
                  <a:pt x="729735" y="26864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" name="pdf-path-77">
            <a:extLst xmlns:a="http://schemas.openxmlformats.org/drawingml/2006/main">
              <a:ext uri="{FF2B5EF4-FFF2-40B4-BE49-F238E27FC236}">
                <a16:creationId xmlns:a16="http://schemas.microsoft.com/office/drawing/2014/main" id="{43BFF446-57C2-48DF-9CAD-60CF6FE8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97" y="5329009"/>
            <a:ext cx="729732" cy="268638"/>
          </a:xfrm>
          <a:custGeom xmlns:a="http://schemas.openxmlformats.org/drawingml/2006/main">
            <a:pathLst>
              <a:path w="729732" h="268638">
                <a:moveTo>
                  <a:pt x="0" y="0"/>
                </a:moveTo>
                <a:lnTo>
                  <a:pt x="729732" y="26863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" name="pdf-path-78">
            <a:extLst xmlns:a="http://schemas.openxmlformats.org/drawingml/2006/main">
              <a:ext uri="{FF2B5EF4-FFF2-40B4-BE49-F238E27FC236}">
                <a16:creationId xmlns:a16="http://schemas.microsoft.com/office/drawing/2014/main" id="{862888D1-106A-437E-A38C-E22CD7F6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55" y="5331154"/>
            <a:ext cx="729643" cy="268649"/>
          </a:xfrm>
          <a:custGeom xmlns:a="http://schemas.openxmlformats.org/drawingml/2006/main">
            <a:pathLst>
              <a:path w="729643" h="268649">
                <a:moveTo>
                  <a:pt x="0" y="0"/>
                </a:moveTo>
                <a:lnTo>
                  <a:pt x="729643" y="26864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" name="pdf-path-79">
            <a:extLst xmlns:a="http://schemas.openxmlformats.org/drawingml/2006/main">
              <a:ext uri="{FF2B5EF4-FFF2-40B4-BE49-F238E27FC236}">
                <a16:creationId xmlns:a16="http://schemas.microsoft.com/office/drawing/2014/main" id="{3635D71E-1F44-44CC-A8C2-10E9267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50" y="5329009"/>
            <a:ext cx="846892" cy="269354"/>
          </a:xfrm>
          <a:custGeom xmlns:a="http://schemas.openxmlformats.org/drawingml/2006/main">
            <a:pathLst>
              <a:path w="846892" h="269354">
                <a:moveTo>
                  <a:pt x="0" y="0"/>
                </a:moveTo>
                <a:lnTo>
                  <a:pt x="846892" y="26935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" name="pdf-path-80">
            <a:extLst xmlns:a="http://schemas.openxmlformats.org/drawingml/2006/main">
              <a:ext uri="{FF2B5EF4-FFF2-40B4-BE49-F238E27FC236}">
                <a16:creationId xmlns:a16="http://schemas.microsoft.com/office/drawing/2014/main" id="{344F627C-10F9-4B07-8B64-03BA492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30" y="5327931"/>
            <a:ext cx="846772" cy="269364"/>
          </a:xfrm>
          <a:custGeom xmlns:a="http://schemas.openxmlformats.org/drawingml/2006/main">
            <a:pathLst>
              <a:path w="846772" h="269364">
                <a:moveTo>
                  <a:pt x="0" y="0"/>
                </a:moveTo>
                <a:lnTo>
                  <a:pt x="846772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" name="pdf-path-81">
            <a:extLst xmlns:a="http://schemas.openxmlformats.org/drawingml/2006/main">
              <a:ext uri="{FF2B5EF4-FFF2-40B4-BE49-F238E27FC236}">
                <a16:creationId xmlns:a16="http://schemas.microsoft.com/office/drawing/2014/main" id="{E6018528-2768-4C5E-B9A9-95641122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4" y="5327216"/>
            <a:ext cx="846864" cy="269364"/>
          </a:xfrm>
          <a:custGeom xmlns:a="http://schemas.openxmlformats.org/drawingml/2006/main">
            <a:pathLst>
              <a:path w="846864" h="269364">
                <a:moveTo>
                  <a:pt x="0" y="0"/>
                </a:moveTo>
                <a:lnTo>
                  <a:pt x="846864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" name="pdf-path-82">
            <a:extLst xmlns:a="http://schemas.openxmlformats.org/drawingml/2006/main">
              <a:ext uri="{FF2B5EF4-FFF2-40B4-BE49-F238E27FC236}">
                <a16:creationId xmlns:a16="http://schemas.microsoft.com/office/drawing/2014/main" id="{C43409A9-B6AF-45C2-99E4-C645A961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36" y="5328646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" name="pdf-path-83">
            <a:extLst xmlns:a="http://schemas.openxmlformats.org/drawingml/2006/main">
              <a:ext uri="{FF2B5EF4-FFF2-40B4-BE49-F238E27FC236}">
                <a16:creationId xmlns:a16="http://schemas.microsoft.com/office/drawing/2014/main" id="{B8E44042-774B-474D-85F8-FA1EC05C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12" y="5326501"/>
            <a:ext cx="630190" cy="272225"/>
          </a:xfrm>
          <a:custGeom xmlns:a="http://schemas.openxmlformats.org/drawingml/2006/main">
            <a:pathLst>
              <a:path w="630190" h="272225">
                <a:moveTo>
                  <a:pt x="0" y="0"/>
                </a:moveTo>
                <a:lnTo>
                  <a:pt x="630190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" name="pdf-path-84">
            <a:extLst xmlns:a="http://schemas.openxmlformats.org/drawingml/2006/main">
              <a:ext uri="{FF2B5EF4-FFF2-40B4-BE49-F238E27FC236}">
                <a16:creationId xmlns:a16="http://schemas.microsoft.com/office/drawing/2014/main" id="{9868A4B2-E676-4EFB-A71D-E876A8D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81" y="5325786"/>
            <a:ext cx="630190" cy="272225"/>
          </a:xfrm>
          <a:custGeom xmlns:a="http://schemas.openxmlformats.org/drawingml/2006/main">
            <a:pathLst>
              <a:path w="630190" h="272225">
                <a:moveTo>
                  <a:pt x="0" y="0"/>
                </a:moveTo>
                <a:lnTo>
                  <a:pt x="630190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" name="pdf-path-85">
            <a:extLst xmlns:a="http://schemas.openxmlformats.org/drawingml/2006/main">
              <a:ext uri="{FF2B5EF4-FFF2-40B4-BE49-F238E27FC236}">
                <a16:creationId xmlns:a16="http://schemas.microsoft.com/office/drawing/2014/main" id="{CE5EF3C2-CFD9-444A-BFB4-4DF72362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25" y="5323630"/>
            <a:ext cx="630190" cy="272224"/>
          </a:xfrm>
          <a:custGeom xmlns:a="http://schemas.openxmlformats.org/drawingml/2006/main">
            <a:pathLst>
              <a:path w="630190" h="272224">
                <a:moveTo>
                  <a:pt x="0" y="0"/>
                </a:moveTo>
                <a:lnTo>
                  <a:pt x="630190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" name="pdf-path-86">
            <a:extLst xmlns:a="http://schemas.openxmlformats.org/drawingml/2006/main">
              <a:ext uri="{FF2B5EF4-FFF2-40B4-BE49-F238E27FC236}">
                <a16:creationId xmlns:a16="http://schemas.microsoft.com/office/drawing/2014/main" id="{F36A1657-BA5F-455D-B685-253E0341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70" y="5326501"/>
            <a:ext cx="630068" cy="272225"/>
          </a:xfrm>
          <a:custGeom xmlns:a="http://schemas.openxmlformats.org/drawingml/2006/main">
            <a:pathLst>
              <a:path w="630068" h="272225">
                <a:moveTo>
                  <a:pt x="0" y="0"/>
                </a:moveTo>
                <a:lnTo>
                  <a:pt x="630068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" name="pdf-path-87">
            <a:extLst xmlns:a="http://schemas.openxmlformats.org/drawingml/2006/main">
              <a:ext uri="{FF2B5EF4-FFF2-40B4-BE49-F238E27FC236}">
                <a16:creationId xmlns:a16="http://schemas.microsoft.com/office/drawing/2014/main" id="{968A9898-AB69-4868-91AF-79315DF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994" y="5327216"/>
            <a:ext cx="630160" cy="272225"/>
          </a:xfrm>
          <a:custGeom xmlns:a="http://schemas.openxmlformats.org/drawingml/2006/main">
            <a:pathLst>
              <a:path w="630160" h="272225">
                <a:moveTo>
                  <a:pt x="0" y="0"/>
                </a:moveTo>
                <a:lnTo>
                  <a:pt x="630160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" name="pdf-path-88">
            <a:extLst xmlns:a="http://schemas.openxmlformats.org/drawingml/2006/main">
              <a:ext uri="{FF2B5EF4-FFF2-40B4-BE49-F238E27FC236}">
                <a16:creationId xmlns:a16="http://schemas.microsoft.com/office/drawing/2014/main" id="{7B400235-7BD0-4F76-BB62-0CEAA738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0" y="5325060"/>
            <a:ext cx="630193" cy="272235"/>
          </a:xfrm>
          <a:custGeom xmlns:a="http://schemas.openxmlformats.org/drawingml/2006/main">
            <a:pathLst>
              <a:path w="630193" h="272235">
                <a:moveTo>
                  <a:pt x="0" y="0"/>
                </a:moveTo>
                <a:lnTo>
                  <a:pt x="630193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" name="pdf-path-89">
            <a:extLst xmlns:a="http://schemas.openxmlformats.org/drawingml/2006/main">
              <a:ext uri="{FF2B5EF4-FFF2-40B4-BE49-F238E27FC236}">
                <a16:creationId xmlns:a16="http://schemas.microsoft.com/office/drawing/2014/main" id="{E2A32B5C-D754-43C3-860C-0A8686B4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99" y="5324345"/>
            <a:ext cx="490630" cy="272235"/>
          </a:xfrm>
          <a:custGeom xmlns:a="http://schemas.openxmlformats.org/drawingml/2006/main">
            <a:pathLst>
              <a:path w="490630" h="272235">
                <a:moveTo>
                  <a:pt x="0" y="0"/>
                </a:moveTo>
                <a:lnTo>
                  <a:pt x="490630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" name="pdf-path-90">
            <a:extLst xmlns:a="http://schemas.openxmlformats.org/drawingml/2006/main">
              <a:ext uri="{FF2B5EF4-FFF2-40B4-BE49-F238E27FC236}">
                <a16:creationId xmlns:a16="http://schemas.microsoft.com/office/drawing/2014/main" id="{27E74AF8-98AE-46F4-93B8-3DF4582A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273" y="5325060"/>
            <a:ext cx="490629" cy="272235"/>
          </a:xfrm>
          <a:custGeom xmlns:a="http://schemas.openxmlformats.org/drawingml/2006/main">
            <a:pathLst>
              <a:path w="490629" h="272235">
                <a:moveTo>
                  <a:pt x="0" y="0"/>
                </a:moveTo>
                <a:lnTo>
                  <a:pt x="490629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" name="pdf-path-91">
            <a:extLst xmlns:a="http://schemas.openxmlformats.org/drawingml/2006/main">
              <a:ext uri="{FF2B5EF4-FFF2-40B4-BE49-F238E27FC236}">
                <a16:creationId xmlns:a16="http://schemas.microsoft.com/office/drawing/2014/main" id="{36384987-5926-43E5-9F69-9153D21F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228" y="5323630"/>
            <a:ext cx="33799" cy="275095"/>
          </a:xfrm>
          <a:custGeom xmlns:a="http://schemas.openxmlformats.org/drawingml/2006/main">
            <a:pathLst>
              <a:path w="33799" h="275095">
                <a:moveTo>
                  <a:pt x="0" y="0"/>
                </a:moveTo>
                <a:lnTo>
                  <a:pt x="33799" y="27509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" name="pdf-path-92">
            <a:extLst xmlns:a="http://schemas.openxmlformats.org/drawingml/2006/main">
              <a:ext uri="{FF2B5EF4-FFF2-40B4-BE49-F238E27FC236}">
                <a16:creationId xmlns:a16="http://schemas.microsoft.com/office/drawing/2014/main" id="{25451F04-7633-40E2-ADC6-7F85FFCF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72" y="4402839"/>
            <a:ext cx="196883" cy="295392"/>
          </a:xfrm>
          <a:custGeom xmlns:a="http://schemas.openxmlformats.org/drawingml/2006/main">
            <a:pathLst>
              <a:path w="196883" h="295392">
                <a:moveTo>
                  <a:pt x="67587" y="240"/>
                </a:moveTo>
                <a:lnTo>
                  <a:pt x="0" y="295392"/>
                </a:lnTo>
                <a:lnTo>
                  <a:pt x="19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" name="pdf-path-93">
            <a:extLst xmlns:a="http://schemas.openxmlformats.org/drawingml/2006/main">
              <a:ext uri="{FF2B5EF4-FFF2-40B4-BE49-F238E27FC236}">
                <a16:creationId xmlns:a16="http://schemas.microsoft.com/office/drawing/2014/main" id="{DC6EC80B-E4F8-463B-8012-94FB73D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10" y="4403439"/>
            <a:ext cx="423984" cy="293952"/>
          </a:xfrm>
          <a:custGeom xmlns:a="http://schemas.openxmlformats.org/drawingml/2006/main">
            <a:pathLst>
              <a:path w="423984" h="293952">
                <a:moveTo>
                  <a:pt x="304338" y="0"/>
                </a:moveTo>
                <a:lnTo>
                  <a:pt x="0" y="293952"/>
                </a:lnTo>
                <a:lnTo>
                  <a:pt x="423984" y="166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" name="pdf-path-94">
            <a:extLst xmlns:a="http://schemas.openxmlformats.org/drawingml/2006/main">
              <a:ext uri="{FF2B5EF4-FFF2-40B4-BE49-F238E27FC236}">
                <a16:creationId xmlns:a16="http://schemas.microsoft.com/office/drawing/2014/main" id="{B13BDB39-416E-4A4D-BA7C-D3C62292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14" y="4404639"/>
            <a:ext cx="654289" cy="291445"/>
          </a:xfrm>
          <a:custGeom xmlns:a="http://schemas.openxmlformats.org/drawingml/2006/main">
            <a:pathLst>
              <a:path w="654289" h="291445">
                <a:moveTo>
                  <a:pt x="525113" y="227"/>
                </a:moveTo>
                <a:lnTo>
                  <a:pt x="0" y="291445"/>
                </a:lnTo>
                <a:lnTo>
                  <a:pt x="654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" name="pdf-path-95">
            <a:extLst xmlns:a="http://schemas.openxmlformats.org/drawingml/2006/main">
              <a:ext uri="{FF2B5EF4-FFF2-40B4-BE49-F238E27FC236}">
                <a16:creationId xmlns:a16="http://schemas.microsoft.com/office/drawing/2014/main" id="{D361B2E6-FB04-47B2-B9B3-EF5798F3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44" y="4405226"/>
            <a:ext cx="884491" cy="291338"/>
          </a:xfrm>
          <a:custGeom xmlns:a="http://schemas.openxmlformats.org/drawingml/2006/main">
            <a:pathLst>
              <a:path w="884491" h="291338">
                <a:moveTo>
                  <a:pt x="764872" y="0"/>
                </a:moveTo>
                <a:lnTo>
                  <a:pt x="0" y="291338"/>
                </a:lnTo>
                <a:lnTo>
                  <a:pt x="884491" y="168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" name="pdf-path-96">
            <a:extLst xmlns:a="http://schemas.openxmlformats.org/drawingml/2006/main">
              <a:ext uri="{FF2B5EF4-FFF2-40B4-BE49-F238E27FC236}">
                <a16:creationId xmlns:a16="http://schemas.microsoft.com/office/drawing/2014/main" id="{48C2F0C3-CCC4-48C2-B086-18FA7B54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74" y="4405946"/>
            <a:ext cx="1100137" cy="290138"/>
          </a:xfrm>
          <a:custGeom xmlns:a="http://schemas.openxmlformats.org/drawingml/2006/main">
            <a:pathLst>
              <a:path w="1100137" h="290138">
                <a:moveTo>
                  <a:pt x="987178" y="1547"/>
                </a:moveTo>
                <a:lnTo>
                  <a:pt x="0" y="290138"/>
                </a:lnTo>
                <a:lnTo>
                  <a:pt x="11001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" name="pdf-path-97">
            <a:extLst xmlns:a="http://schemas.openxmlformats.org/drawingml/2006/main">
              <a:ext uri="{FF2B5EF4-FFF2-40B4-BE49-F238E27FC236}">
                <a16:creationId xmlns:a16="http://schemas.microsoft.com/office/drawing/2014/main" id="{F15211DF-F7C4-498C-8E23-B4D41410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6" y="4406546"/>
            <a:ext cx="1325446" cy="289298"/>
          </a:xfrm>
          <a:custGeom xmlns:a="http://schemas.openxmlformats.org/drawingml/2006/main">
            <a:pathLst>
              <a:path w="1325446" h="289298">
                <a:moveTo>
                  <a:pt x="1204389" y="0"/>
                </a:moveTo>
                <a:lnTo>
                  <a:pt x="0" y="289298"/>
                </a:lnTo>
                <a:lnTo>
                  <a:pt x="1325446" y="106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" name="pdf-path-98">
            <a:extLst xmlns:a="http://schemas.openxmlformats.org/drawingml/2006/main">
              <a:ext uri="{FF2B5EF4-FFF2-40B4-BE49-F238E27FC236}">
                <a16:creationId xmlns:a16="http://schemas.microsoft.com/office/drawing/2014/main" id="{6E2EB108-1EE4-41F1-B4BB-E9AB02D7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39" y="4403319"/>
            <a:ext cx="102787" cy="290618"/>
          </a:xfrm>
          <a:custGeom xmlns:a="http://schemas.openxmlformats.org/drawingml/2006/main">
            <a:pathLst>
              <a:path w="102787" h="290618">
                <a:moveTo>
                  <a:pt x="0" y="0"/>
                </a:moveTo>
                <a:lnTo>
                  <a:pt x="38099" y="290618"/>
                </a:lnTo>
                <a:lnTo>
                  <a:pt x="102787" y="60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" name="pdf-path-99">
            <a:extLst xmlns:a="http://schemas.openxmlformats.org/drawingml/2006/main">
              <a:ext uri="{FF2B5EF4-FFF2-40B4-BE49-F238E27FC236}">
                <a16:creationId xmlns:a16="http://schemas.microsoft.com/office/drawing/2014/main" id="{B20F171A-DDBF-43CB-94B8-F1DB63F2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7" y="4403799"/>
            <a:ext cx="289194" cy="290018"/>
          </a:xfrm>
          <a:custGeom xmlns:a="http://schemas.openxmlformats.org/drawingml/2006/main">
            <a:pathLst>
              <a:path w="289194" h="290018">
                <a:moveTo>
                  <a:pt x="182329" y="720"/>
                </a:moveTo>
                <a:lnTo>
                  <a:pt x="0" y="290018"/>
                </a:lnTo>
                <a:lnTo>
                  <a:pt x="289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6FDEC851-82E0-4E6A-A5EF-6840E6F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96" y="4404519"/>
            <a:ext cx="528703" cy="289538"/>
          </a:xfrm>
          <a:custGeom xmlns:a="http://schemas.openxmlformats.org/drawingml/2006/main">
            <a:pathLst>
              <a:path w="528703" h="289538">
                <a:moveTo>
                  <a:pt x="421011" y="587"/>
                </a:moveTo>
                <a:lnTo>
                  <a:pt x="0" y="289538"/>
                </a:lnTo>
                <a:lnTo>
                  <a:pt x="528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6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A52BA82A-794B-4BA9-92C6-178CD762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91" y="4405466"/>
            <a:ext cx="747415" cy="289071"/>
          </a:xfrm>
          <a:custGeom xmlns:a="http://schemas.openxmlformats.org/drawingml/2006/main">
            <a:pathLst>
              <a:path w="747415" h="289071">
                <a:moveTo>
                  <a:pt x="643317" y="0"/>
                </a:moveTo>
                <a:lnTo>
                  <a:pt x="0" y="289071"/>
                </a:lnTo>
                <a:lnTo>
                  <a:pt x="747415" y="96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7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E1BB7A06-DCF9-4912-9A98-35EE9832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51" y="4405826"/>
            <a:ext cx="972472" cy="288231"/>
          </a:xfrm>
          <a:custGeom xmlns:a="http://schemas.openxmlformats.org/drawingml/2006/main">
            <a:pathLst>
              <a:path w="972472" h="288231">
                <a:moveTo>
                  <a:pt x="863344" y="840"/>
                </a:moveTo>
                <a:lnTo>
                  <a:pt x="0" y="288231"/>
                </a:lnTo>
                <a:lnTo>
                  <a:pt x="972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8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A2CEFCD9-C3F9-40F4-8CD2-6AD9607E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99" y="4402959"/>
            <a:ext cx="1205217" cy="292405"/>
          </a:xfrm>
          <a:custGeom xmlns:a="http://schemas.openxmlformats.org/drawingml/2006/main">
            <a:pathLst>
              <a:path w="1205217" h="292405">
                <a:moveTo>
                  <a:pt x="1091654" y="3947"/>
                </a:moveTo>
                <a:lnTo>
                  <a:pt x="0" y="292405"/>
                </a:lnTo>
                <a:lnTo>
                  <a:pt x="12052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9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868435C6-D662-4D10-81B0-7C528A69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70" y="4401893"/>
            <a:ext cx="196764" cy="295378"/>
          </a:xfrm>
          <a:custGeom xmlns:a="http://schemas.openxmlformats.org/drawingml/2006/main">
            <a:pathLst>
              <a:path w="196764" h="295378">
                <a:moveTo>
                  <a:pt x="67439" y="120"/>
                </a:moveTo>
                <a:lnTo>
                  <a:pt x="0" y="295378"/>
                </a:lnTo>
                <a:lnTo>
                  <a:pt x="196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0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690AB8CA-97DC-4E28-8BAB-D05211E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760" y="4402479"/>
            <a:ext cx="423983" cy="293844"/>
          </a:xfrm>
          <a:custGeom xmlns:a="http://schemas.openxmlformats.org/drawingml/2006/main">
            <a:pathLst>
              <a:path w="423983" h="293844">
                <a:moveTo>
                  <a:pt x="304365" y="0"/>
                </a:moveTo>
                <a:lnTo>
                  <a:pt x="0" y="293844"/>
                </a:lnTo>
                <a:lnTo>
                  <a:pt x="423983" y="168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1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C9D89C05-E5C6-45FC-B92B-56C7D30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59" y="4403679"/>
            <a:ext cx="654442" cy="291444"/>
          </a:xfrm>
          <a:custGeom xmlns:a="http://schemas.openxmlformats.org/drawingml/2006/main">
            <a:pathLst>
              <a:path w="654442" h="291444">
                <a:moveTo>
                  <a:pt x="525116" y="240"/>
                </a:moveTo>
                <a:lnTo>
                  <a:pt x="0" y="291444"/>
                </a:lnTo>
                <a:lnTo>
                  <a:pt x="654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2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BB5A38D2-9607-4661-B621-823FABB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43" y="4404279"/>
            <a:ext cx="884367" cy="291205"/>
          </a:xfrm>
          <a:custGeom xmlns:a="http://schemas.openxmlformats.org/drawingml/2006/main">
            <a:pathLst>
              <a:path w="884367" h="291205">
                <a:moveTo>
                  <a:pt x="764721" y="0"/>
                </a:moveTo>
                <a:lnTo>
                  <a:pt x="0" y="291205"/>
                </a:lnTo>
                <a:lnTo>
                  <a:pt x="884367" y="166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3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512E20BB-5F23-47EE-B196-8EE02F8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649" y="4404986"/>
            <a:ext cx="1100137" cy="290138"/>
          </a:xfrm>
          <a:custGeom xmlns:a="http://schemas.openxmlformats.org/drawingml/2006/main">
            <a:pathLst>
              <a:path w="1100137" h="290138">
                <a:moveTo>
                  <a:pt x="987181" y="1560"/>
                </a:moveTo>
                <a:lnTo>
                  <a:pt x="0" y="290138"/>
                </a:lnTo>
                <a:lnTo>
                  <a:pt x="11001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4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33A4A366-4829-4C10-BF05-7081D7F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13" y="4405586"/>
            <a:ext cx="1204358" cy="289297"/>
          </a:xfrm>
          <a:custGeom xmlns:a="http://schemas.openxmlformats.org/drawingml/2006/main">
            <a:pathLst>
              <a:path w="1204358" h="289297">
                <a:moveTo>
                  <a:pt x="1204358" y="0"/>
                </a:moveTo>
                <a:lnTo>
                  <a:pt x="0" y="28929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5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CD81DFDD-3BC9-4B73-AD23-C44C6706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338" y="4402359"/>
            <a:ext cx="102788" cy="290498"/>
          </a:xfrm>
          <a:custGeom xmlns:a="http://schemas.openxmlformats.org/drawingml/2006/main">
            <a:pathLst>
              <a:path w="102788" h="290498">
                <a:moveTo>
                  <a:pt x="0" y="0"/>
                </a:moveTo>
                <a:lnTo>
                  <a:pt x="37947" y="290498"/>
                </a:lnTo>
                <a:lnTo>
                  <a:pt x="102788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6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64C516DA-682E-4F14-B10C-159A459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473" y="4402839"/>
            <a:ext cx="289193" cy="289898"/>
          </a:xfrm>
          <a:custGeom xmlns:a="http://schemas.openxmlformats.org/drawingml/2006/main">
            <a:pathLst>
              <a:path w="289193" h="289898">
                <a:moveTo>
                  <a:pt x="182451" y="600"/>
                </a:moveTo>
                <a:lnTo>
                  <a:pt x="0" y="289898"/>
                </a:lnTo>
                <a:lnTo>
                  <a:pt x="28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7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5A8BEF09-89CD-49AA-B368-3D852ED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73" y="4403559"/>
            <a:ext cx="528702" cy="289418"/>
          </a:xfrm>
          <a:custGeom xmlns:a="http://schemas.openxmlformats.org/drawingml/2006/main">
            <a:pathLst>
              <a:path w="528702" h="289418">
                <a:moveTo>
                  <a:pt x="421105" y="600"/>
                </a:moveTo>
                <a:lnTo>
                  <a:pt x="0" y="289418"/>
                </a:lnTo>
                <a:lnTo>
                  <a:pt x="528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8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A57BEF15-CF3A-4230-8602-0B096C59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60" y="4404519"/>
            <a:ext cx="747323" cy="288938"/>
          </a:xfrm>
          <a:custGeom xmlns:a="http://schemas.openxmlformats.org/drawingml/2006/main">
            <a:pathLst>
              <a:path w="747323" h="288938">
                <a:moveTo>
                  <a:pt x="643197" y="0"/>
                </a:moveTo>
                <a:lnTo>
                  <a:pt x="0" y="288938"/>
                </a:lnTo>
                <a:lnTo>
                  <a:pt x="747323" y="94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09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8C9412FA-834E-49CC-B8EE-F0E52E74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20" y="4404866"/>
            <a:ext cx="972380" cy="288111"/>
          </a:xfrm>
          <a:custGeom xmlns:a="http://schemas.openxmlformats.org/drawingml/2006/main">
            <a:pathLst>
              <a:path w="972380" h="288111">
                <a:moveTo>
                  <a:pt x="863252" y="840"/>
                </a:moveTo>
                <a:lnTo>
                  <a:pt x="0" y="288111"/>
                </a:lnTo>
                <a:lnTo>
                  <a:pt x="972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0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BFC4DE95-49EB-4ED8-BD42-C280430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62" y="4400812"/>
            <a:ext cx="196791" cy="295391"/>
          </a:xfrm>
          <a:custGeom xmlns:a="http://schemas.openxmlformats.org/drawingml/2006/main">
            <a:pathLst>
              <a:path w="196791" h="295391">
                <a:moveTo>
                  <a:pt x="67466" y="120"/>
                </a:moveTo>
                <a:lnTo>
                  <a:pt x="0" y="295391"/>
                </a:lnTo>
                <a:lnTo>
                  <a:pt x="1967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1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7F7F679F-360B-4E0F-96CE-1EE6FFB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180" y="4401412"/>
            <a:ext cx="423983" cy="293832"/>
          </a:xfrm>
          <a:custGeom xmlns:a="http://schemas.openxmlformats.org/drawingml/2006/main">
            <a:pathLst>
              <a:path w="423983" h="293832">
                <a:moveTo>
                  <a:pt x="304337" y="0"/>
                </a:moveTo>
                <a:lnTo>
                  <a:pt x="0" y="293832"/>
                </a:lnTo>
                <a:lnTo>
                  <a:pt x="423983" y="166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2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2DA80740-EE78-4352-961C-858B4125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83" y="4402599"/>
            <a:ext cx="654407" cy="291338"/>
          </a:xfrm>
          <a:custGeom xmlns:a="http://schemas.openxmlformats.org/drawingml/2006/main">
            <a:pathLst>
              <a:path w="654407" h="291338">
                <a:moveTo>
                  <a:pt x="525111" y="240"/>
                </a:moveTo>
                <a:lnTo>
                  <a:pt x="0" y="291338"/>
                </a:lnTo>
                <a:lnTo>
                  <a:pt x="654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3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8DC156A1-3AA4-471F-9650-F334FC45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13" y="4403199"/>
            <a:ext cx="764871" cy="291218"/>
          </a:xfrm>
          <a:custGeom xmlns:a="http://schemas.openxmlformats.org/drawingml/2006/main">
            <a:pathLst>
              <a:path w="764871" h="291218">
                <a:moveTo>
                  <a:pt x="764871" y="0"/>
                </a:moveTo>
                <a:lnTo>
                  <a:pt x="0" y="291218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4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6DACA9F8-E880-4EE5-8F41-9B44B0A0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730" y="4401293"/>
            <a:ext cx="102819" cy="290498"/>
          </a:xfrm>
          <a:custGeom xmlns:a="http://schemas.openxmlformats.org/drawingml/2006/main">
            <a:pathLst>
              <a:path w="102819" h="290498">
                <a:moveTo>
                  <a:pt x="0" y="0"/>
                </a:moveTo>
                <a:lnTo>
                  <a:pt x="37978" y="290498"/>
                </a:lnTo>
                <a:lnTo>
                  <a:pt x="102819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5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05CE53BB-2680-4745-B368-463A514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96" y="4401772"/>
            <a:ext cx="289162" cy="289898"/>
          </a:xfrm>
          <a:custGeom xmlns:a="http://schemas.openxmlformats.org/drawingml/2006/main">
            <a:pathLst>
              <a:path w="289162" h="289898">
                <a:moveTo>
                  <a:pt x="182418" y="587"/>
                </a:moveTo>
                <a:lnTo>
                  <a:pt x="0" y="289898"/>
                </a:lnTo>
                <a:lnTo>
                  <a:pt x="289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6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A50F5BB1-0F81-4E1E-9E22-A5DABBB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95" y="4402479"/>
            <a:ext cx="528669" cy="289431"/>
          </a:xfrm>
          <a:custGeom xmlns:a="http://schemas.openxmlformats.org/drawingml/2006/main">
            <a:pathLst>
              <a:path w="528669" h="289431">
                <a:moveTo>
                  <a:pt x="421102" y="600"/>
                </a:moveTo>
                <a:lnTo>
                  <a:pt x="0" y="289431"/>
                </a:lnTo>
                <a:lnTo>
                  <a:pt x="528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7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D4D2BDA7-48FD-45B2-9517-528E654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41" y="4399613"/>
            <a:ext cx="196761" cy="295391"/>
          </a:xfrm>
          <a:custGeom xmlns:a="http://schemas.openxmlformats.org/drawingml/2006/main">
            <a:pathLst>
              <a:path w="196761" h="295391">
                <a:moveTo>
                  <a:pt x="67556" y="240"/>
                </a:moveTo>
                <a:lnTo>
                  <a:pt x="0" y="295391"/>
                </a:lnTo>
                <a:lnTo>
                  <a:pt x="1967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8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9154E644-5B44-4A56-83E8-C4DC9AE9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152" y="4400332"/>
            <a:ext cx="304364" cy="293845"/>
          </a:xfrm>
          <a:custGeom xmlns:a="http://schemas.openxmlformats.org/drawingml/2006/main">
            <a:pathLst>
              <a:path w="304364" h="293845">
                <a:moveTo>
                  <a:pt x="304364" y="0"/>
                </a:moveTo>
                <a:lnTo>
                  <a:pt x="0" y="293845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19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7B380AAA-8A58-44A2-8408-A6EDE806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690" y="4401766"/>
            <a:ext cx="68288" cy="292167"/>
          </a:xfrm>
          <a:custGeom xmlns:a="http://schemas.openxmlformats.org/drawingml/2006/main">
            <a:pathLst>
              <a:path w="68288" h="292167">
                <a:moveTo>
                  <a:pt x="68288" y="0"/>
                </a:moveTo>
                <a:lnTo>
                  <a:pt x="0" y="292167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0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DFA2520E-3DEF-4F28-B1E1-261063A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602" y="4401766"/>
            <a:ext cx="269227" cy="292167"/>
          </a:xfrm>
          <a:custGeom xmlns:a="http://schemas.openxmlformats.org/drawingml/2006/main">
            <a:pathLst>
              <a:path w="269227" h="292167">
                <a:moveTo>
                  <a:pt x="99561" y="0"/>
                </a:moveTo>
                <a:lnTo>
                  <a:pt x="269227" y="292167"/>
                </a:lnTo>
                <a:lnTo>
                  <a:pt x="0" y="3584"/>
                </a:lnTo>
              </a:path>
            </a:pathLst>
          </a:custGeom>
          <a:noFill xmlns:a="http://schemas.openxmlformats.org/drawingml/2006/main"/>
          <a:ln xmlns:a="http://schemas.openxmlformats.org/drawingml/2006/main" w="1576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1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C2CA8161-906F-41D2-93F4-82D9812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825" y="4402245"/>
            <a:ext cx="269137" cy="292047"/>
          </a:xfrm>
          <a:custGeom xmlns:a="http://schemas.openxmlformats.org/drawingml/2006/main">
            <a:pathLst>
              <a:path w="269137" h="292047">
                <a:moveTo>
                  <a:pt x="99469" y="0"/>
                </a:moveTo>
                <a:lnTo>
                  <a:pt x="269137" y="292047"/>
                </a:lnTo>
                <a:lnTo>
                  <a:pt x="0" y="3583"/>
                </a:lnTo>
              </a:path>
            </a:pathLst>
          </a:custGeom>
          <a:noFill xmlns:a="http://schemas.openxmlformats.org/drawingml/2006/main"/>
          <a:ln xmlns:a="http://schemas.openxmlformats.org/drawingml/2006/main" w="1576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2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99BCD79D-BA8D-4E13-B542-08883322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140" y="4402245"/>
            <a:ext cx="269137" cy="292047"/>
          </a:xfrm>
          <a:custGeom xmlns:a="http://schemas.openxmlformats.org/drawingml/2006/main">
            <a:pathLst>
              <a:path w="269137" h="292047">
                <a:moveTo>
                  <a:pt x="99469" y="0"/>
                </a:moveTo>
                <a:lnTo>
                  <a:pt x="269137" y="292047"/>
                </a:lnTo>
                <a:lnTo>
                  <a:pt x="0" y="3583"/>
                </a:lnTo>
              </a:path>
            </a:pathLst>
          </a:custGeom>
          <a:noFill xmlns:a="http://schemas.openxmlformats.org/drawingml/2006/main"/>
          <a:ln xmlns:a="http://schemas.openxmlformats.org/drawingml/2006/main" w="1576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3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A6937FBC-66A5-48F3-BF0C-64C8FFB5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98" y="4402245"/>
            <a:ext cx="269259" cy="292047"/>
          </a:xfrm>
          <a:custGeom xmlns:a="http://schemas.openxmlformats.org/drawingml/2006/main">
            <a:pathLst>
              <a:path w="269259" h="292047">
                <a:moveTo>
                  <a:pt x="99591" y="0"/>
                </a:moveTo>
                <a:lnTo>
                  <a:pt x="269259" y="292047"/>
                </a:lnTo>
                <a:lnTo>
                  <a:pt x="0" y="3583"/>
                </a:lnTo>
              </a:path>
            </a:pathLst>
          </a:custGeom>
          <a:noFill xmlns:a="http://schemas.openxmlformats.org/drawingml/2006/main"/>
          <a:ln xmlns:a="http://schemas.openxmlformats.org/drawingml/2006/main" w="1576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4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FEE9F77D-25BD-48FE-8062-89DC9266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81" y="4405349"/>
            <a:ext cx="269229" cy="292047"/>
          </a:xfrm>
          <a:custGeom xmlns:a="http://schemas.openxmlformats.org/drawingml/2006/main">
            <a:pathLst>
              <a:path w="269229" h="292047">
                <a:moveTo>
                  <a:pt x="99592" y="0"/>
                </a:moveTo>
                <a:lnTo>
                  <a:pt x="269229" y="292047"/>
                </a:lnTo>
                <a:lnTo>
                  <a:pt x="0" y="3584"/>
                </a:lnTo>
              </a:path>
            </a:pathLst>
          </a:custGeom>
          <a:noFill xmlns:a="http://schemas.openxmlformats.org/drawingml/2006/main"/>
          <a:ln xmlns:a="http://schemas.openxmlformats.org/drawingml/2006/main" w="1576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5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8ED7F7A4-1966-4BA5-87FF-2C56BA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50" y="4402964"/>
            <a:ext cx="269259" cy="292167"/>
          </a:xfrm>
          <a:custGeom xmlns:a="http://schemas.openxmlformats.org/drawingml/2006/main">
            <a:pathLst>
              <a:path w="269259" h="292167">
                <a:moveTo>
                  <a:pt x="99593" y="0"/>
                </a:moveTo>
                <a:lnTo>
                  <a:pt x="269259" y="292167"/>
                </a:lnTo>
                <a:lnTo>
                  <a:pt x="0" y="3704"/>
                </a:lnTo>
              </a:path>
            </a:pathLst>
          </a:custGeom>
          <a:noFill xmlns:a="http://schemas.openxmlformats.org/drawingml/2006/main"/>
          <a:ln xmlns:a="http://schemas.openxmlformats.org/drawingml/2006/main" w="1576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6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7A822E59-71AC-45D7-97CB-ACFAD1FD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63" y="4405704"/>
            <a:ext cx="1631815" cy="290018"/>
          </a:xfrm>
          <a:custGeom xmlns:a="http://schemas.openxmlformats.org/drawingml/2006/main">
            <a:pathLst>
              <a:path w="1631815" h="290018">
                <a:moveTo>
                  <a:pt x="38685" y="290018"/>
                </a:moveTo>
                <a:lnTo>
                  <a:pt x="0" y="0"/>
                </a:lnTo>
                <a:lnTo>
                  <a:pt x="1631815" y="28631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7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083538CE-1150-4285-85EA-BD49E172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898" y="4405704"/>
            <a:ext cx="488199" cy="288823"/>
          </a:xfrm>
          <a:custGeom xmlns:a="http://schemas.openxmlformats.org/drawingml/2006/main">
            <a:pathLst>
              <a:path w="488199" h="288823">
                <a:moveTo>
                  <a:pt x="488199" y="2888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8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2E49C98D-D1BA-4002-995B-41E1E012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82" y="4407017"/>
            <a:ext cx="730135" cy="285365"/>
          </a:xfrm>
          <a:custGeom xmlns:a="http://schemas.openxmlformats.org/drawingml/2006/main">
            <a:pathLst>
              <a:path w="730135" h="285365">
                <a:moveTo>
                  <a:pt x="730135" y="2853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29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04ACD42B-0347-489D-BB42-1C59CF21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99" y="4406536"/>
            <a:ext cx="1182869" cy="286197"/>
          </a:xfrm>
          <a:custGeom xmlns:a="http://schemas.openxmlformats.org/drawingml/2006/main">
            <a:pathLst>
              <a:path w="1182869" h="286197">
                <a:moveTo>
                  <a:pt x="941213" y="286197"/>
                </a:moveTo>
                <a:lnTo>
                  <a:pt x="0" y="0"/>
                </a:lnTo>
                <a:lnTo>
                  <a:pt x="1182869" y="28309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0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4A712842-A45A-4503-BF40-586D4E0A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74" y="4402598"/>
            <a:ext cx="1405808" cy="289667"/>
          </a:xfrm>
          <a:custGeom xmlns:a="http://schemas.openxmlformats.org/drawingml/2006/main">
            <a:pathLst>
              <a:path w="1405808" h="289667">
                <a:moveTo>
                  <a:pt x="1405808" y="2896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1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B7CC5BDB-AF60-462A-9D44-5523E25D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595" y="4408694"/>
            <a:ext cx="1174271" cy="281307"/>
          </a:xfrm>
          <a:custGeom xmlns:a="http://schemas.openxmlformats.org/drawingml/2006/main">
            <a:pathLst>
              <a:path w="1174271" h="281307">
                <a:moveTo>
                  <a:pt x="0" y="0"/>
                </a:moveTo>
                <a:lnTo>
                  <a:pt x="1174271" y="281307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2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086D1631-4353-4FB6-B4F3-CC284A4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18" y="4405469"/>
            <a:ext cx="162525" cy="288343"/>
          </a:xfrm>
          <a:custGeom xmlns:a="http://schemas.openxmlformats.org/drawingml/2006/main">
            <a:pathLst>
              <a:path w="162525" h="288343">
                <a:moveTo>
                  <a:pt x="0" y="0"/>
                </a:moveTo>
                <a:lnTo>
                  <a:pt x="162525" y="28834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3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6B65E001-B625-406B-822B-037CD6F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82" y="4403923"/>
            <a:ext cx="384127" cy="288343"/>
          </a:xfrm>
          <a:custGeom xmlns:a="http://schemas.openxmlformats.org/drawingml/2006/main">
            <a:pathLst>
              <a:path w="384127" h="288343">
                <a:moveTo>
                  <a:pt x="0" y="0"/>
                </a:moveTo>
                <a:lnTo>
                  <a:pt x="384127" y="28834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4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C4531540-3DF3-4594-BF77-DB4E6EA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69" y="4403563"/>
            <a:ext cx="500629" cy="286785"/>
          </a:xfrm>
          <a:custGeom xmlns:a="http://schemas.openxmlformats.org/drawingml/2006/main">
            <a:pathLst>
              <a:path w="500629" h="286785">
                <a:moveTo>
                  <a:pt x="0" y="0"/>
                </a:moveTo>
                <a:lnTo>
                  <a:pt x="500629" y="286785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5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31178E2D-8DF9-4A07-80D8-37C2AD9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47" y="4401286"/>
            <a:ext cx="408939" cy="289062"/>
          </a:xfrm>
          <a:custGeom xmlns:a="http://schemas.openxmlformats.org/drawingml/2006/main">
            <a:pathLst>
              <a:path w="408939" h="289062">
                <a:moveTo>
                  <a:pt x="0" y="0"/>
                </a:moveTo>
                <a:lnTo>
                  <a:pt x="408939" y="28906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6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58F945FB-C869-485D-963E-8DE14A92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30" y="4404390"/>
            <a:ext cx="486298" cy="286677"/>
          </a:xfrm>
          <a:custGeom xmlns:a="http://schemas.openxmlformats.org/drawingml/2006/main">
            <a:pathLst>
              <a:path w="486298" h="286677">
                <a:moveTo>
                  <a:pt x="0" y="0"/>
                </a:moveTo>
                <a:lnTo>
                  <a:pt x="486298" y="286677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7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A64EFAC8-409E-4D54-B158-7014B97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52" y="4405109"/>
            <a:ext cx="384097" cy="288224"/>
          </a:xfrm>
          <a:custGeom xmlns:a="http://schemas.openxmlformats.org/drawingml/2006/main">
            <a:pathLst>
              <a:path w="384097" h="288224">
                <a:moveTo>
                  <a:pt x="0" y="0"/>
                </a:moveTo>
                <a:lnTo>
                  <a:pt x="384097" y="28822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8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6CDD1BC7-7521-444C-B7F8-886CAB0F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704" y="4405949"/>
            <a:ext cx="729635" cy="283573"/>
          </a:xfrm>
          <a:custGeom xmlns:a="http://schemas.openxmlformats.org/drawingml/2006/main">
            <a:pathLst>
              <a:path w="729635" h="283573">
                <a:moveTo>
                  <a:pt x="0" y="0"/>
                </a:moveTo>
                <a:lnTo>
                  <a:pt x="729635" y="28357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39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8C5A1ED4-94EF-42B1-95A7-9823BB1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69" y="4406668"/>
            <a:ext cx="729784" cy="283681"/>
          </a:xfrm>
          <a:custGeom xmlns:a="http://schemas.openxmlformats.org/drawingml/2006/main">
            <a:pathLst>
              <a:path w="729784" h="283681">
                <a:moveTo>
                  <a:pt x="0" y="0"/>
                </a:moveTo>
                <a:lnTo>
                  <a:pt x="729784" y="283681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0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36DB2E82-56EC-4F57-B0BF-796A6C84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58" y="4408933"/>
            <a:ext cx="729634" cy="283693"/>
          </a:xfrm>
          <a:custGeom xmlns:a="http://schemas.openxmlformats.org/drawingml/2006/main">
            <a:pathLst>
              <a:path w="729634" h="283693">
                <a:moveTo>
                  <a:pt x="0" y="0"/>
                </a:moveTo>
                <a:lnTo>
                  <a:pt x="729634" y="28369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1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1AC88AA9-9833-40F6-B16F-4FEE49FA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53" y="4406668"/>
            <a:ext cx="846782" cy="284400"/>
          </a:xfrm>
          <a:custGeom xmlns:a="http://schemas.openxmlformats.org/drawingml/2006/main">
            <a:pathLst>
              <a:path w="846782" h="284400">
                <a:moveTo>
                  <a:pt x="0" y="0"/>
                </a:moveTo>
                <a:lnTo>
                  <a:pt x="846782" y="284400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2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0263FB3C-64FA-4BC9-8710-53F48519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18" y="4405469"/>
            <a:ext cx="846785" cy="284532"/>
          </a:xfrm>
          <a:custGeom xmlns:a="http://schemas.openxmlformats.org/drawingml/2006/main">
            <a:pathLst>
              <a:path w="846785" h="284532">
                <a:moveTo>
                  <a:pt x="0" y="0"/>
                </a:moveTo>
                <a:lnTo>
                  <a:pt x="846785" y="28453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3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BD050130-F34E-492F-B7C3-7FF41DFB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" y="4404750"/>
            <a:ext cx="846878" cy="284412"/>
          </a:xfrm>
          <a:custGeom xmlns:a="http://schemas.openxmlformats.org/drawingml/2006/main">
            <a:pathLst>
              <a:path w="846878" h="284412">
                <a:moveTo>
                  <a:pt x="0" y="0"/>
                </a:moveTo>
                <a:lnTo>
                  <a:pt x="846878" y="28441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4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1713E6E3-2AA2-436B-A267-91AD38A6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7" y="4406308"/>
            <a:ext cx="846752" cy="284400"/>
          </a:xfrm>
          <a:custGeom xmlns:a="http://schemas.openxmlformats.org/drawingml/2006/main">
            <a:pathLst>
              <a:path w="846752" h="284400">
                <a:moveTo>
                  <a:pt x="0" y="0"/>
                </a:moveTo>
                <a:lnTo>
                  <a:pt x="846752" y="284400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5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56C360C5-D879-48DD-A3E8-1339EF64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21" y="4403923"/>
            <a:ext cx="630068" cy="287504"/>
          </a:xfrm>
          <a:custGeom xmlns:a="http://schemas.openxmlformats.org/drawingml/2006/main">
            <a:pathLst>
              <a:path w="630068" h="287504">
                <a:moveTo>
                  <a:pt x="0" y="0"/>
                </a:moveTo>
                <a:lnTo>
                  <a:pt x="630068" y="28750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6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01AF1E5A-4AEB-4725-978A-4D368468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99" y="4403204"/>
            <a:ext cx="630037" cy="287505"/>
          </a:xfrm>
          <a:custGeom xmlns:a="http://schemas.openxmlformats.org/drawingml/2006/main">
            <a:pathLst>
              <a:path w="630037" h="287505">
                <a:moveTo>
                  <a:pt x="0" y="0"/>
                </a:moveTo>
                <a:lnTo>
                  <a:pt x="630037" y="287505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7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DE3C55BA-4C20-41C2-8673-3B30398A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16" y="4400938"/>
            <a:ext cx="630190" cy="287504"/>
          </a:xfrm>
          <a:custGeom xmlns:a="http://schemas.openxmlformats.org/drawingml/2006/main">
            <a:pathLst>
              <a:path w="630190" h="287504">
                <a:moveTo>
                  <a:pt x="0" y="0"/>
                </a:moveTo>
                <a:lnTo>
                  <a:pt x="630190" y="28750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8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21CA9A84-F5A8-449D-A918-508DF1F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49" y="4403923"/>
            <a:ext cx="630068" cy="287504"/>
          </a:xfrm>
          <a:custGeom xmlns:a="http://schemas.openxmlformats.org/drawingml/2006/main">
            <a:pathLst>
              <a:path w="630068" h="287504">
                <a:moveTo>
                  <a:pt x="0" y="0"/>
                </a:moveTo>
                <a:lnTo>
                  <a:pt x="630068" y="28750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49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C6F2A60D-3B31-440A-8FF4-5A53359A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991" y="4404750"/>
            <a:ext cx="630163" cy="287516"/>
          </a:xfrm>
          <a:custGeom xmlns:a="http://schemas.openxmlformats.org/drawingml/2006/main">
            <a:pathLst>
              <a:path w="630163" h="287516">
                <a:moveTo>
                  <a:pt x="0" y="0"/>
                </a:moveTo>
                <a:lnTo>
                  <a:pt x="630163" y="287516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0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433CEC8A-B160-40F4-B2C9-56AA5836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82" y="4402485"/>
            <a:ext cx="630071" cy="287516"/>
          </a:xfrm>
          <a:custGeom xmlns:a="http://schemas.openxmlformats.org/drawingml/2006/main">
            <a:pathLst>
              <a:path w="630071" h="287516">
                <a:moveTo>
                  <a:pt x="0" y="0"/>
                </a:moveTo>
                <a:lnTo>
                  <a:pt x="630071" y="287516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1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9170E84-69F6-4428-B667-6D00A9D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909" y="4401646"/>
            <a:ext cx="490599" cy="287516"/>
          </a:xfrm>
          <a:custGeom xmlns:a="http://schemas.openxmlformats.org/drawingml/2006/main">
            <a:pathLst>
              <a:path w="490599" h="287516">
                <a:moveTo>
                  <a:pt x="0" y="0"/>
                </a:moveTo>
                <a:lnTo>
                  <a:pt x="490599" y="287516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2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CB76B201-6EF7-404E-A1FB-EE43F8C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273" y="4402485"/>
            <a:ext cx="490630" cy="287516"/>
          </a:xfrm>
          <a:custGeom xmlns:a="http://schemas.openxmlformats.org/drawingml/2006/main">
            <a:pathLst>
              <a:path w="490630" h="287516">
                <a:moveTo>
                  <a:pt x="0" y="0"/>
                </a:moveTo>
                <a:lnTo>
                  <a:pt x="490630" y="287516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2E4C89E4-8961-448C-AC20-0783F20D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97" y="4400938"/>
            <a:ext cx="33910" cy="290489"/>
          </a:xfrm>
          <a:custGeom xmlns:a="http://schemas.openxmlformats.org/drawingml/2006/main">
            <a:pathLst>
              <a:path w="33910" h="290489">
                <a:moveTo>
                  <a:pt x="0" y="0"/>
                </a:moveTo>
                <a:lnTo>
                  <a:pt x="33910" y="290489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4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3DB92E53-7F55-42DE-931C-71F9B23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885" y="3489567"/>
            <a:ext cx="72729" cy="288833"/>
          </a:xfrm>
          <a:custGeom xmlns:a="http://schemas.openxmlformats.org/drawingml/2006/main">
            <a:pathLst>
              <a:path w="72729" h="288833">
                <a:moveTo>
                  <a:pt x="0" y="288833"/>
                </a:moveTo>
                <a:lnTo>
                  <a:pt x="26876" y="0"/>
                </a:lnTo>
                <a:lnTo>
                  <a:pt x="72729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5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1F758BBA-0A1C-40D4-954F-6A1F27AE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67" y="3489680"/>
            <a:ext cx="204509" cy="288120"/>
          </a:xfrm>
          <a:custGeom xmlns:a="http://schemas.openxmlformats.org/drawingml/2006/main">
            <a:pathLst>
              <a:path w="204509" h="288120">
                <a:moveTo>
                  <a:pt x="128933" y="287521"/>
                </a:moveTo>
                <a:lnTo>
                  <a:pt x="0" y="0"/>
                </a:lnTo>
                <a:lnTo>
                  <a:pt x="204509" y="28812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6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7C4CA044-8002-48D0-A469-FF6B39A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117" y="3489455"/>
            <a:ext cx="373841" cy="287614"/>
          </a:xfrm>
          <a:custGeom xmlns:a="http://schemas.openxmlformats.org/drawingml/2006/main">
            <a:pathLst>
              <a:path w="373841" h="287614">
                <a:moveTo>
                  <a:pt x="297772" y="287034"/>
                </a:moveTo>
                <a:lnTo>
                  <a:pt x="0" y="0"/>
                </a:lnTo>
                <a:lnTo>
                  <a:pt x="373841" y="2876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7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E049E2F7-36E4-4B5D-9928-793D2F6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966" y="3488968"/>
            <a:ext cx="528454" cy="287164"/>
          </a:xfrm>
          <a:custGeom xmlns:a="http://schemas.openxmlformats.org/drawingml/2006/main">
            <a:pathLst>
              <a:path w="528454" h="287164">
                <a:moveTo>
                  <a:pt x="454888" y="287164"/>
                </a:moveTo>
                <a:lnTo>
                  <a:pt x="0" y="0"/>
                </a:lnTo>
                <a:lnTo>
                  <a:pt x="528454" y="28632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8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27B46CFA-66FB-4A04-99DC-5F244E2B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8" y="3489455"/>
            <a:ext cx="687615" cy="286303"/>
          </a:xfrm>
          <a:custGeom xmlns:a="http://schemas.openxmlformats.org/drawingml/2006/main">
            <a:pathLst>
              <a:path w="687615" h="286303">
                <a:moveTo>
                  <a:pt x="610468" y="285591"/>
                </a:moveTo>
                <a:lnTo>
                  <a:pt x="0" y="0"/>
                </a:lnTo>
                <a:lnTo>
                  <a:pt x="687615" y="28630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59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71BAFDCE-C7EB-4E38-BD18-2B6AF0E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42" y="3488143"/>
            <a:ext cx="852399" cy="290481"/>
          </a:xfrm>
          <a:custGeom xmlns:a="http://schemas.openxmlformats.org/drawingml/2006/main">
            <a:pathLst>
              <a:path w="852399" h="290481">
                <a:moveTo>
                  <a:pt x="772036" y="286659"/>
                </a:moveTo>
                <a:lnTo>
                  <a:pt x="0" y="0"/>
                </a:lnTo>
                <a:lnTo>
                  <a:pt x="852399" y="29048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0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4AE63E0A-F6C6-4D53-AABA-125709BA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864" y="3486344"/>
            <a:ext cx="139204" cy="293479"/>
          </a:xfrm>
          <a:custGeom xmlns:a="http://schemas.openxmlformats.org/drawingml/2006/main">
            <a:pathLst>
              <a:path w="139204" h="293479">
                <a:moveTo>
                  <a:pt x="47762" y="293235"/>
                </a:moveTo>
                <a:lnTo>
                  <a:pt x="0" y="0"/>
                </a:lnTo>
                <a:lnTo>
                  <a:pt x="139204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1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0C0C53D7-321A-4DFC-8787-7269F0B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14" y="3487187"/>
            <a:ext cx="299941" cy="292036"/>
          </a:xfrm>
          <a:custGeom xmlns:a="http://schemas.openxmlformats.org/drawingml/2006/main">
            <a:pathLst>
              <a:path w="299941" h="292036">
                <a:moveTo>
                  <a:pt x="215289" y="292036"/>
                </a:moveTo>
                <a:lnTo>
                  <a:pt x="0" y="0"/>
                </a:lnTo>
                <a:lnTo>
                  <a:pt x="299941" y="29036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2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72999968-2635-409E-ACE2-C3DCAF94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284" y="3488368"/>
            <a:ext cx="462676" cy="289657"/>
          </a:xfrm>
          <a:custGeom xmlns:a="http://schemas.openxmlformats.org/drawingml/2006/main">
            <a:pathLst>
              <a:path w="462676" h="289657">
                <a:moveTo>
                  <a:pt x="371323" y="289432"/>
                </a:moveTo>
                <a:lnTo>
                  <a:pt x="0" y="0"/>
                </a:lnTo>
                <a:lnTo>
                  <a:pt x="462676" y="289657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3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74F8C3E6-35BE-4FCB-8716-84105CF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442" y="3488012"/>
            <a:ext cx="625406" cy="289432"/>
          </a:xfrm>
          <a:custGeom xmlns:a="http://schemas.openxmlformats.org/drawingml/2006/main">
            <a:pathLst>
              <a:path w="625406" h="289432">
                <a:moveTo>
                  <a:pt x="540872" y="289432"/>
                </a:moveTo>
                <a:lnTo>
                  <a:pt x="0" y="0"/>
                </a:lnTo>
                <a:lnTo>
                  <a:pt x="625406" y="287746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4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D3DA0957-F0B2-4ABA-AFC8-2C06330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22" y="3488368"/>
            <a:ext cx="777885" cy="288346"/>
          </a:xfrm>
          <a:custGeom xmlns:a="http://schemas.openxmlformats.org/drawingml/2006/main">
            <a:pathLst>
              <a:path w="777885" h="288346">
                <a:moveTo>
                  <a:pt x="698009" y="286809"/>
                </a:moveTo>
                <a:lnTo>
                  <a:pt x="0" y="0"/>
                </a:lnTo>
                <a:lnTo>
                  <a:pt x="777885" y="288346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5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5C5C7ED2-4F7F-40D1-9363-A17F4CA3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69" y="3488611"/>
            <a:ext cx="851662" cy="287521"/>
          </a:xfrm>
          <a:custGeom xmlns:a="http://schemas.openxmlformats.org/drawingml/2006/main">
            <a:pathLst>
              <a:path w="851662" h="287521">
                <a:moveTo>
                  <a:pt x="851662" y="2875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6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201C8CBB-E42A-42D8-860E-EA2C65D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424" y="3490635"/>
            <a:ext cx="72729" cy="288720"/>
          </a:xfrm>
          <a:custGeom xmlns:a="http://schemas.openxmlformats.org/drawingml/2006/main">
            <a:pathLst>
              <a:path w="72729" h="288720">
                <a:moveTo>
                  <a:pt x="0" y="288720"/>
                </a:moveTo>
                <a:lnTo>
                  <a:pt x="26886" y="0"/>
                </a:lnTo>
                <a:lnTo>
                  <a:pt x="72729" y="28812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7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06D641D7-5F79-4D76-9592-40C0747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83" y="3490766"/>
            <a:ext cx="204543" cy="288101"/>
          </a:xfrm>
          <a:custGeom xmlns:a="http://schemas.openxmlformats.org/drawingml/2006/main">
            <a:pathLst>
              <a:path w="204543" h="288101">
                <a:moveTo>
                  <a:pt x="128956" y="287389"/>
                </a:moveTo>
                <a:lnTo>
                  <a:pt x="0" y="0"/>
                </a:lnTo>
                <a:lnTo>
                  <a:pt x="204543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8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0A41B9CE-2A70-409D-A7CB-D7B33B3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655" y="3490410"/>
            <a:ext cx="373848" cy="287745"/>
          </a:xfrm>
          <a:custGeom xmlns:a="http://schemas.openxmlformats.org/drawingml/2006/main">
            <a:pathLst>
              <a:path w="373848" h="287745">
                <a:moveTo>
                  <a:pt x="297783" y="287146"/>
                </a:moveTo>
                <a:lnTo>
                  <a:pt x="0" y="0"/>
                </a:lnTo>
                <a:lnTo>
                  <a:pt x="373848" y="287745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69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ABED5579-5C39-4CFF-A681-2D134B53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482" y="3490054"/>
            <a:ext cx="528477" cy="287015"/>
          </a:xfrm>
          <a:custGeom xmlns:a="http://schemas.openxmlformats.org/drawingml/2006/main">
            <a:pathLst>
              <a:path w="528477" h="287015">
                <a:moveTo>
                  <a:pt x="454914" y="287015"/>
                </a:moveTo>
                <a:lnTo>
                  <a:pt x="0" y="0"/>
                </a:lnTo>
                <a:lnTo>
                  <a:pt x="528477" y="28619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0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6D002ADC-473A-4A19-9A68-C25365E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267" y="3490410"/>
            <a:ext cx="687713" cy="286434"/>
          </a:xfrm>
          <a:custGeom xmlns:a="http://schemas.openxmlformats.org/drawingml/2006/main">
            <a:pathLst>
              <a:path w="687713" h="286434">
                <a:moveTo>
                  <a:pt x="610590" y="285590"/>
                </a:moveTo>
                <a:lnTo>
                  <a:pt x="0" y="0"/>
                </a:lnTo>
                <a:lnTo>
                  <a:pt x="687713" y="28643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1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D03A3819-7984-4B16-8B56-6B51C6C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15" y="3487412"/>
            <a:ext cx="139081" cy="293479"/>
          </a:xfrm>
          <a:custGeom xmlns:a="http://schemas.openxmlformats.org/drawingml/2006/main">
            <a:pathLst>
              <a:path w="139081" h="293479">
                <a:moveTo>
                  <a:pt x="47728" y="293254"/>
                </a:moveTo>
                <a:lnTo>
                  <a:pt x="0" y="0"/>
                </a:lnTo>
                <a:lnTo>
                  <a:pt x="139081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2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6AD73177-A147-4F53-8610-0F34281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65" y="3488255"/>
            <a:ext cx="299819" cy="292055"/>
          </a:xfrm>
          <a:custGeom xmlns:a="http://schemas.openxmlformats.org/drawingml/2006/main">
            <a:pathLst>
              <a:path w="299819" h="292055">
                <a:moveTo>
                  <a:pt x="215286" y="292055"/>
                </a:moveTo>
                <a:lnTo>
                  <a:pt x="0" y="0"/>
                </a:lnTo>
                <a:lnTo>
                  <a:pt x="299819" y="29036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3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95CD6C6F-08EA-4E3C-9FBA-376895B1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20" y="3489567"/>
            <a:ext cx="462787" cy="289545"/>
          </a:xfrm>
          <a:custGeom xmlns:a="http://schemas.openxmlformats.org/drawingml/2006/main">
            <a:pathLst>
              <a:path w="462787" h="289545">
                <a:moveTo>
                  <a:pt x="371315" y="289301"/>
                </a:moveTo>
                <a:lnTo>
                  <a:pt x="0" y="0"/>
                </a:lnTo>
                <a:lnTo>
                  <a:pt x="462787" y="289545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4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C594BDFF-3E3B-44B7-A6E2-AB6C3F8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59" y="3489098"/>
            <a:ext cx="540753" cy="289413"/>
          </a:xfrm>
          <a:custGeom xmlns:a="http://schemas.openxmlformats.org/drawingml/2006/main">
            <a:pathLst>
              <a:path w="540753" h="289413">
                <a:moveTo>
                  <a:pt x="540753" y="2894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5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A31A7F59-9BFB-44C7-B99E-3B6F6E46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75" y="3491721"/>
            <a:ext cx="72729" cy="288701"/>
          </a:xfrm>
          <a:custGeom xmlns:a="http://schemas.openxmlformats.org/drawingml/2006/main">
            <a:pathLst>
              <a:path w="72729" h="288701">
                <a:moveTo>
                  <a:pt x="0" y="288701"/>
                </a:moveTo>
                <a:lnTo>
                  <a:pt x="26853" y="0"/>
                </a:lnTo>
                <a:lnTo>
                  <a:pt x="72729" y="2881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6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CE4CB1F8-1AAA-46A7-AC7F-BDBE522C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134" y="3491834"/>
            <a:ext cx="204391" cy="288102"/>
          </a:xfrm>
          <a:custGeom xmlns:a="http://schemas.openxmlformats.org/drawingml/2006/main">
            <a:pathLst>
              <a:path w="204391" h="288102">
                <a:moveTo>
                  <a:pt x="128956" y="287389"/>
                </a:moveTo>
                <a:lnTo>
                  <a:pt x="0" y="0"/>
                </a:lnTo>
                <a:lnTo>
                  <a:pt x="204391" y="2881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7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BB2A6645-A50A-4C78-BDD0-9F5BD0F4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487" y="3491591"/>
            <a:ext cx="373838" cy="287633"/>
          </a:xfrm>
          <a:custGeom xmlns:a="http://schemas.openxmlformats.org/drawingml/2006/main">
            <a:pathLst>
              <a:path w="373838" h="287633">
                <a:moveTo>
                  <a:pt x="297681" y="287033"/>
                </a:moveTo>
                <a:lnTo>
                  <a:pt x="0" y="0"/>
                </a:lnTo>
                <a:lnTo>
                  <a:pt x="373838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8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00E40B8F-7102-4DB1-93F2-7A1519F2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680" y="3488499"/>
            <a:ext cx="139234" cy="293479"/>
          </a:xfrm>
          <a:custGeom xmlns:a="http://schemas.openxmlformats.org/drawingml/2006/main">
            <a:pathLst>
              <a:path w="139234" h="293479">
                <a:moveTo>
                  <a:pt x="47762" y="293235"/>
                </a:moveTo>
                <a:lnTo>
                  <a:pt x="0" y="0"/>
                </a:lnTo>
                <a:lnTo>
                  <a:pt x="139234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79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24D5D61F-3584-4BA3-A001-189581AB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956" y="3489323"/>
            <a:ext cx="215163" cy="292055"/>
          </a:xfrm>
          <a:custGeom xmlns:a="http://schemas.openxmlformats.org/drawingml/2006/main">
            <a:pathLst>
              <a:path w="215163" h="292055">
                <a:moveTo>
                  <a:pt x="215163" y="2920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0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1413586C-82D2-464A-90DD-DC00357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413" y="3489210"/>
            <a:ext cx="190331" cy="290263"/>
          </a:xfrm>
          <a:custGeom xmlns:a="http://schemas.openxmlformats.org/drawingml/2006/main">
            <a:pathLst>
              <a:path w="190331" h="290263">
                <a:moveTo>
                  <a:pt x="70470" y="290263"/>
                </a:moveTo>
                <a:lnTo>
                  <a:pt x="190331" y="0"/>
                </a:lnTo>
                <a:lnTo>
                  <a:pt x="0" y="286676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1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B5C1CEF1-A8DB-4B61-8CC0-02880EE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362" y="3489210"/>
            <a:ext cx="190423" cy="290263"/>
          </a:xfrm>
          <a:custGeom xmlns:a="http://schemas.openxmlformats.org/drawingml/2006/main">
            <a:pathLst>
              <a:path w="190423" h="290263">
                <a:moveTo>
                  <a:pt x="70440" y="290263"/>
                </a:moveTo>
                <a:lnTo>
                  <a:pt x="190423" y="0"/>
                </a:lnTo>
                <a:lnTo>
                  <a:pt x="0" y="286676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2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64BC08E1-1CA3-4EAD-9823-13FF9B2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54" y="3489210"/>
            <a:ext cx="190332" cy="290263"/>
          </a:xfrm>
          <a:custGeom xmlns:a="http://schemas.openxmlformats.org/drawingml/2006/main">
            <a:pathLst>
              <a:path w="190332" h="290263">
                <a:moveTo>
                  <a:pt x="70318" y="290263"/>
                </a:moveTo>
                <a:lnTo>
                  <a:pt x="190332" y="0"/>
                </a:lnTo>
                <a:lnTo>
                  <a:pt x="0" y="286676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3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00A9117D-A548-4813-BE23-6FA5143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561" y="3486112"/>
            <a:ext cx="190332" cy="290245"/>
          </a:xfrm>
          <a:custGeom xmlns:a="http://schemas.openxmlformats.org/drawingml/2006/main">
            <a:pathLst>
              <a:path w="190332" h="290245">
                <a:moveTo>
                  <a:pt x="70351" y="290245"/>
                </a:moveTo>
                <a:lnTo>
                  <a:pt x="190332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4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E2167A04-39FA-42A6-B13B-F32D370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9" y="3488368"/>
            <a:ext cx="190454" cy="290262"/>
          </a:xfrm>
          <a:custGeom xmlns:a="http://schemas.openxmlformats.org/drawingml/2006/main">
            <a:pathLst>
              <a:path w="190454" h="290262">
                <a:moveTo>
                  <a:pt x="70470" y="290262"/>
                </a:moveTo>
                <a:lnTo>
                  <a:pt x="190454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5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B7AF224A-0656-4854-8A00-A82D63FB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22" y="3488975"/>
            <a:ext cx="345279" cy="286902"/>
          </a:xfrm>
          <a:custGeom xmlns:a="http://schemas.openxmlformats.org/drawingml/2006/main">
            <a:pathLst>
              <a:path w="345279" h="286902">
                <a:moveTo>
                  <a:pt x="345279" y="0"/>
                </a:moveTo>
                <a:lnTo>
                  <a:pt x="0" y="28690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6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7ADE7A8F-1875-4078-BC50-74438D2A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45" y="3491130"/>
            <a:ext cx="516262" cy="283560"/>
          </a:xfrm>
          <a:custGeom xmlns:a="http://schemas.openxmlformats.org/drawingml/2006/main">
            <a:pathLst>
              <a:path w="516262" h="283560">
                <a:moveTo>
                  <a:pt x="516262" y="0"/>
                </a:moveTo>
                <a:lnTo>
                  <a:pt x="0" y="28356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7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C8E584C2-45ED-42CB-B391-2929F9F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58" y="3490765"/>
            <a:ext cx="836502" cy="284400"/>
          </a:xfrm>
          <a:custGeom xmlns:a="http://schemas.openxmlformats.org/drawingml/2006/main">
            <a:pathLst>
              <a:path w="836502" h="284400">
                <a:moveTo>
                  <a:pt x="665631" y="0"/>
                </a:moveTo>
                <a:lnTo>
                  <a:pt x="0" y="284400"/>
                </a:lnTo>
                <a:lnTo>
                  <a:pt x="836502" y="310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8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9317D409-1982-4126-B984-F516103C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93" y="3491240"/>
            <a:ext cx="994124" cy="287742"/>
          </a:xfrm>
          <a:custGeom xmlns:a="http://schemas.openxmlformats.org/drawingml/2006/main">
            <a:pathLst>
              <a:path w="994124" h="287742">
                <a:moveTo>
                  <a:pt x="994124" y="0"/>
                </a:moveTo>
                <a:lnTo>
                  <a:pt x="0" y="28774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89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CB4EE2FB-3C16-4867-A3A7-7B1013AB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63" y="3489682"/>
            <a:ext cx="114885" cy="286439"/>
          </a:xfrm>
          <a:custGeom xmlns:a="http://schemas.openxmlformats.org/drawingml/2006/main">
            <a:pathLst>
              <a:path w="114885" h="286439">
                <a:moveTo>
                  <a:pt x="0" y="286439"/>
                </a:moveTo>
                <a:lnTo>
                  <a:pt x="1148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0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F559B1BC-40DB-4897-B386-B5730179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58" y="3491248"/>
            <a:ext cx="271623" cy="286423"/>
          </a:xfrm>
          <a:custGeom xmlns:a="http://schemas.openxmlformats.org/drawingml/2006/main">
            <a:pathLst>
              <a:path w="271623" h="286423">
                <a:moveTo>
                  <a:pt x="0" y="286423"/>
                </a:moveTo>
                <a:lnTo>
                  <a:pt x="271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1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E0D905A4-BFF9-4782-983D-93EEB41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46" y="3493152"/>
            <a:ext cx="354006" cy="284890"/>
          </a:xfrm>
          <a:custGeom xmlns:a="http://schemas.openxmlformats.org/drawingml/2006/main">
            <a:pathLst>
              <a:path w="354006" h="284890">
                <a:moveTo>
                  <a:pt x="0" y="284890"/>
                </a:moveTo>
                <a:lnTo>
                  <a:pt x="354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2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80A8D283-641C-4608-8E6E-2EC26560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22" y="3493152"/>
            <a:ext cx="289203" cy="287147"/>
          </a:xfrm>
          <a:custGeom xmlns:a="http://schemas.openxmlformats.org/drawingml/2006/main">
            <a:pathLst>
              <a:path w="289203" h="287147">
                <a:moveTo>
                  <a:pt x="0" y="287147"/>
                </a:moveTo>
                <a:lnTo>
                  <a:pt x="2892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3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C0F10786-7739-4BA3-AB96-C5616F1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28" y="3492444"/>
            <a:ext cx="343886" cy="284873"/>
          </a:xfrm>
          <a:custGeom xmlns:a="http://schemas.openxmlformats.org/drawingml/2006/main">
            <a:pathLst>
              <a:path w="343886" h="284873">
                <a:moveTo>
                  <a:pt x="0" y="284873"/>
                </a:moveTo>
                <a:lnTo>
                  <a:pt x="3438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4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E66730D2-14F9-4F98-AC5E-C524FA49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55" y="3490052"/>
            <a:ext cx="271616" cy="286558"/>
          </a:xfrm>
          <a:custGeom xmlns:a="http://schemas.openxmlformats.org/drawingml/2006/main">
            <a:pathLst>
              <a:path w="271616" h="286558">
                <a:moveTo>
                  <a:pt x="0" y="286558"/>
                </a:moveTo>
                <a:lnTo>
                  <a:pt x="2716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5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A0018306-3797-4287-ABDC-DD567422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68" y="3493875"/>
            <a:ext cx="516032" cy="281892"/>
          </a:xfrm>
          <a:custGeom xmlns:a="http://schemas.openxmlformats.org/drawingml/2006/main">
            <a:pathLst>
              <a:path w="516032" h="281892">
                <a:moveTo>
                  <a:pt x="0" y="281892"/>
                </a:moveTo>
                <a:lnTo>
                  <a:pt x="516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6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FF50F7EE-1EA6-42A2-914C-FD21C151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70" y="3493152"/>
            <a:ext cx="515940" cy="281892"/>
          </a:xfrm>
          <a:custGeom xmlns:a="http://schemas.openxmlformats.org/drawingml/2006/main">
            <a:pathLst>
              <a:path w="515940" h="281892">
                <a:moveTo>
                  <a:pt x="0" y="281892"/>
                </a:moveTo>
                <a:lnTo>
                  <a:pt x="5159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7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083F2698-F129-4A13-890E-F767D96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33" y="3493505"/>
            <a:ext cx="598778" cy="282616"/>
          </a:xfrm>
          <a:custGeom xmlns:a="http://schemas.openxmlformats.org/drawingml/2006/main">
            <a:pathLst>
              <a:path w="598778" h="282616">
                <a:moveTo>
                  <a:pt x="0" y="282616"/>
                </a:moveTo>
                <a:lnTo>
                  <a:pt x="598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8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42844933-1A95-4D09-B64F-D3F00D9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30" y="3494347"/>
            <a:ext cx="598778" cy="282616"/>
          </a:xfrm>
          <a:custGeom xmlns:a="http://schemas.openxmlformats.org/drawingml/2006/main">
            <a:pathLst>
              <a:path w="598778" h="282616">
                <a:moveTo>
                  <a:pt x="0" y="282616"/>
                </a:moveTo>
                <a:lnTo>
                  <a:pt x="598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199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D0852A58-A6AF-4EDF-8EA1-B2ADC50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24" y="3492798"/>
            <a:ext cx="598900" cy="282616"/>
          </a:xfrm>
          <a:custGeom xmlns:a="http://schemas.openxmlformats.org/drawingml/2006/main">
            <a:pathLst>
              <a:path w="598900" h="282616">
                <a:moveTo>
                  <a:pt x="0" y="282616"/>
                </a:moveTo>
                <a:lnTo>
                  <a:pt x="59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0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7121F990-B685-44D2-A6EA-EC8F567C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669" y="3492798"/>
            <a:ext cx="445603" cy="285715"/>
          </a:xfrm>
          <a:custGeom xmlns:a="http://schemas.openxmlformats.org/drawingml/2006/main">
            <a:pathLst>
              <a:path w="445603" h="285715">
                <a:moveTo>
                  <a:pt x="0" y="285715"/>
                </a:moveTo>
                <a:lnTo>
                  <a:pt x="445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1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AF04B7A3-B0F7-410E-8EBD-C55EF1FA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688" y="3495054"/>
            <a:ext cx="445575" cy="285732"/>
          </a:xfrm>
          <a:custGeom xmlns:a="http://schemas.openxmlformats.org/drawingml/2006/main">
            <a:pathLst>
              <a:path w="445575" h="285732">
                <a:moveTo>
                  <a:pt x="0" y="285732"/>
                </a:moveTo>
                <a:lnTo>
                  <a:pt x="445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2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B5056C71-A484-44B0-B1EC-CD6D568F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01" y="3491956"/>
            <a:ext cx="445603" cy="285715"/>
          </a:xfrm>
          <a:custGeom xmlns:a="http://schemas.openxmlformats.org/drawingml/2006/main">
            <a:pathLst>
              <a:path w="445603" h="285715">
                <a:moveTo>
                  <a:pt x="0" y="285715"/>
                </a:moveTo>
                <a:lnTo>
                  <a:pt x="445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3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7E71AD29-60C3-493A-A551-699968C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25" y="3491248"/>
            <a:ext cx="445603" cy="285716"/>
          </a:xfrm>
          <a:custGeom xmlns:a="http://schemas.openxmlformats.org/drawingml/2006/main">
            <a:pathLst>
              <a:path w="445603" h="285716">
                <a:moveTo>
                  <a:pt x="0" y="285716"/>
                </a:moveTo>
                <a:lnTo>
                  <a:pt x="445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4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305E0DDD-B975-4A81-85F6-86BD30E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82" y="3493505"/>
            <a:ext cx="445606" cy="285732"/>
          </a:xfrm>
          <a:custGeom xmlns:a="http://schemas.openxmlformats.org/drawingml/2006/main">
            <a:pathLst>
              <a:path w="445606" h="285732">
                <a:moveTo>
                  <a:pt x="0" y="285732"/>
                </a:moveTo>
                <a:lnTo>
                  <a:pt x="4456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5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271E4E15-D7E6-46BE-B015-0FA627F7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3" y="3493505"/>
            <a:ext cx="346878" cy="285732"/>
          </a:xfrm>
          <a:custGeom xmlns:a="http://schemas.openxmlformats.org/drawingml/2006/main">
            <a:pathLst>
              <a:path w="346878" h="285732">
                <a:moveTo>
                  <a:pt x="0" y="285732"/>
                </a:moveTo>
                <a:lnTo>
                  <a:pt x="346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6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EAD73325-736F-4C46-AB33-A9EA11D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889" y="2581195"/>
            <a:ext cx="72740" cy="276526"/>
          </a:xfrm>
          <a:custGeom xmlns:a="http://schemas.openxmlformats.org/drawingml/2006/main">
            <a:pathLst>
              <a:path w="72740" h="276526">
                <a:moveTo>
                  <a:pt x="0" y="0"/>
                </a:moveTo>
                <a:lnTo>
                  <a:pt x="26890" y="276526"/>
                </a:lnTo>
                <a:lnTo>
                  <a:pt x="72740" y="467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7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F9A1F03E-CB6F-4C2D-ABC1-052E8DF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51" y="2581661"/>
            <a:ext cx="204418" cy="275933"/>
          </a:xfrm>
          <a:custGeom xmlns:a="http://schemas.openxmlformats.org/drawingml/2006/main">
            <a:pathLst>
              <a:path w="204418" h="275933">
                <a:moveTo>
                  <a:pt x="128940" y="610"/>
                </a:moveTo>
                <a:lnTo>
                  <a:pt x="0" y="275933"/>
                </a:lnTo>
                <a:lnTo>
                  <a:pt x="20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8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AD73E9B8-927A-49C2-B97C-5D102495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135" y="2582379"/>
            <a:ext cx="373810" cy="275449"/>
          </a:xfrm>
          <a:custGeom xmlns:a="http://schemas.openxmlformats.org/drawingml/2006/main">
            <a:pathLst>
              <a:path w="373810" h="275449">
                <a:moveTo>
                  <a:pt x="297759" y="484"/>
                </a:moveTo>
                <a:lnTo>
                  <a:pt x="0" y="275449"/>
                </a:lnTo>
                <a:lnTo>
                  <a:pt x="373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09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526B016A-FFDA-47D3-82C1-F3686E1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34" y="2583223"/>
            <a:ext cx="528590" cy="275090"/>
          </a:xfrm>
          <a:custGeom xmlns:a="http://schemas.openxmlformats.org/drawingml/2006/main">
            <a:pathLst>
              <a:path w="528590" h="275090">
                <a:moveTo>
                  <a:pt x="455028" y="0"/>
                </a:moveTo>
                <a:lnTo>
                  <a:pt x="0" y="275090"/>
                </a:lnTo>
                <a:lnTo>
                  <a:pt x="528590" y="95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0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4DCF37E2-59CE-438D-AE97-AEE0E38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15" y="2583581"/>
            <a:ext cx="687726" cy="274247"/>
          </a:xfrm>
          <a:custGeom xmlns:a="http://schemas.openxmlformats.org/drawingml/2006/main">
            <a:pathLst>
              <a:path w="687726" h="274247">
                <a:moveTo>
                  <a:pt x="610617" y="718"/>
                </a:moveTo>
                <a:lnTo>
                  <a:pt x="0" y="274247"/>
                </a:lnTo>
                <a:lnTo>
                  <a:pt x="68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1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1AE9DAA0-3B8B-458A-95FB-BD5925A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43" y="2580836"/>
            <a:ext cx="852376" cy="278320"/>
          </a:xfrm>
          <a:custGeom xmlns:a="http://schemas.openxmlformats.org/drawingml/2006/main">
            <a:pathLst>
              <a:path w="852376" h="278320">
                <a:moveTo>
                  <a:pt x="772019" y="3697"/>
                </a:moveTo>
                <a:lnTo>
                  <a:pt x="0" y="278320"/>
                </a:lnTo>
                <a:lnTo>
                  <a:pt x="852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2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E8C705A2-C1C0-4804-B72A-E4E3A53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874" y="2579759"/>
            <a:ext cx="139215" cy="281174"/>
          </a:xfrm>
          <a:custGeom xmlns:a="http://schemas.openxmlformats.org/drawingml/2006/main">
            <a:pathLst>
              <a:path w="139215" h="281174">
                <a:moveTo>
                  <a:pt x="47743" y="234"/>
                </a:moveTo>
                <a:lnTo>
                  <a:pt x="0" y="281174"/>
                </a:lnTo>
                <a:lnTo>
                  <a:pt x="1392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3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508567C5-4FF1-47F9-AC7A-2C58155C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21" y="2580351"/>
            <a:ext cx="299952" cy="279755"/>
          </a:xfrm>
          <a:custGeom xmlns:a="http://schemas.openxmlformats.org/drawingml/2006/main">
            <a:pathLst>
              <a:path w="299952" h="279755">
                <a:moveTo>
                  <a:pt x="215276" y="0"/>
                </a:moveTo>
                <a:lnTo>
                  <a:pt x="0" y="279755"/>
                </a:lnTo>
                <a:lnTo>
                  <a:pt x="299952" y="156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4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FAB617A7-D3D8-4546-AA91-2DC86017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66" y="2581553"/>
            <a:ext cx="462797" cy="277243"/>
          </a:xfrm>
          <a:custGeom xmlns:a="http://schemas.openxmlformats.org/drawingml/2006/main">
            <a:pathLst>
              <a:path w="462797" h="277243">
                <a:moveTo>
                  <a:pt x="371455" y="108"/>
                </a:moveTo>
                <a:lnTo>
                  <a:pt x="0" y="277243"/>
                </a:lnTo>
                <a:lnTo>
                  <a:pt x="462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5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11C1F797-8EDD-4834-9929-4A1672C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439" y="2582020"/>
            <a:ext cx="625405" cy="277243"/>
          </a:xfrm>
          <a:custGeom xmlns:a="http://schemas.openxmlformats.org/drawingml/2006/main">
            <a:pathLst>
              <a:path w="625405" h="277243">
                <a:moveTo>
                  <a:pt x="540862" y="0"/>
                </a:moveTo>
                <a:lnTo>
                  <a:pt x="0" y="277243"/>
                </a:lnTo>
                <a:lnTo>
                  <a:pt x="625405" y="16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6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6978863C-ECE1-43A1-B62A-81060366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904" y="2582738"/>
            <a:ext cx="778116" cy="276059"/>
          </a:xfrm>
          <a:custGeom xmlns:a="http://schemas.openxmlformats.org/drawingml/2006/main">
            <a:pathLst>
              <a:path w="778116" h="276059">
                <a:moveTo>
                  <a:pt x="698234" y="1436"/>
                </a:moveTo>
                <a:lnTo>
                  <a:pt x="0" y="276059"/>
                </a:lnTo>
                <a:lnTo>
                  <a:pt x="778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7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C81D5617-BE84-4702-9B7D-04F7A5D3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93" y="2583348"/>
            <a:ext cx="851669" cy="275323"/>
          </a:xfrm>
          <a:custGeom xmlns:a="http://schemas.openxmlformats.org/drawingml/2006/main">
            <a:pathLst>
              <a:path w="851669" h="275323">
                <a:moveTo>
                  <a:pt x="851669" y="0"/>
                </a:moveTo>
                <a:lnTo>
                  <a:pt x="0" y="27532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8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2BB089E5-4E8B-43D1-976B-49100973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452" y="2580244"/>
            <a:ext cx="72709" cy="276508"/>
          </a:xfrm>
          <a:custGeom xmlns:a="http://schemas.openxmlformats.org/drawingml/2006/main">
            <a:pathLst>
              <a:path w="72709" h="276508">
                <a:moveTo>
                  <a:pt x="0" y="0"/>
                </a:moveTo>
                <a:lnTo>
                  <a:pt x="26856" y="276508"/>
                </a:lnTo>
                <a:lnTo>
                  <a:pt x="72709" y="467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19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495BA8AE-F1CD-4838-9118-03075C84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83" y="2580710"/>
            <a:ext cx="204540" cy="275933"/>
          </a:xfrm>
          <a:custGeom xmlns:a="http://schemas.openxmlformats.org/drawingml/2006/main">
            <a:pathLst>
              <a:path w="204540" h="275933">
                <a:moveTo>
                  <a:pt x="128967" y="592"/>
                </a:moveTo>
                <a:lnTo>
                  <a:pt x="0" y="275933"/>
                </a:lnTo>
                <a:lnTo>
                  <a:pt x="204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0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033C6F39-0746-4480-BDB9-4DC060D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667" y="2581428"/>
            <a:ext cx="373841" cy="275449"/>
          </a:xfrm>
          <a:custGeom xmlns:a="http://schemas.openxmlformats.org/drawingml/2006/main">
            <a:pathLst>
              <a:path w="373841" h="275449">
                <a:moveTo>
                  <a:pt x="297790" y="485"/>
                </a:moveTo>
                <a:lnTo>
                  <a:pt x="0" y="275449"/>
                </a:lnTo>
                <a:lnTo>
                  <a:pt x="3738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1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8275EEC2-933F-4BAC-8377-1E843137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488" y="2582271"/>
            <a:ext cx="528467" cy="275090"/>
          </a:xfrm>
          <a:custGeom xmlns:a="http://schemas.openxmlformats.org/drawingml/2006/main">
            <a:pathLst>
              <a:path w="528467" h="275090">
                <a:moveTo>
                  <a:pt x="454906" y="0"/>
                </a:moveTo>
                <a:lnTo>
                  <a:pt x="0" y="275090"/>
                </a:lnTo>
                <a:lnTo>
                  <a:pt x="528467" y="95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2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890AF072-4B68-404A-B5B7-78675B3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247" y="2582630"/>
            <a:ext cx="687757" cy="274246"/>
          </a:xfrm>
          <a:custGeom xmlns:a="http://schemas.openxmlformats.org/drawingml/2006/main">
            <a:pathLst>
              <a:path w="687757" h="274246">
                <a:moveTo>
                  <a:pt x="610617" y="718"/>
                </a:moveTo>
                <a:lnTo>
                  <a:pt x="0" y="274246"/>
                </a:lnTo>
                <a:lnTo>
                  <a:pt x="687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3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0FFB37E7-F960-4E0B-A3D1-A79985A6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15" y="2578683"/>
            <a:ext cx="139092" cy="281173"/>
          </a:xfrm>
          <a:custGeom xmlns:a="http://schemas.openxmlformats.org/drawingml/2006/main">
            <a:pathLst>
              <a:path w="139092" h="281173">
                <a:moveTo>
                  <a:pt x="47743" y="233"/>
                </a:moveTo>
                <a:lnTo>
                  <a:pt x="0" y="281173"/>
                </a:lnTo>
                <a:lnTo>
                  <a:pt x="1390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4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3FDA7FF1-415C-40EC-9762-5E92BE5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62" y="2579275"/>
            <a:ext cx="299819" cy="279756"/>
          </a:xfrm>
          <a:custGeom xmlns:a="http://schemas.openxmlformats.org/drawingml/2006/main">
            <a:pathLst>
              <a:path w="299819" h="279756">
                <a:moveTo>
                  <a:pt x="215276" y="0"/>
                </a:moveTo>
                <a:lnTo>
                  <a:pt x="0" y="279756"/>
                </a:lnTo>
                <a:lnTo>
                  <a:pt x="299819" y="16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5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B285BECA-62E6-454A-9B3B-8B57E0B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27" y="2580477"/>
            <a:ext cx="462777" cy="277351"/>
          </a:xfrm>
          <a:custGeom xmlns:a="http://schemas.openxmlformats.org/drawingml/2006/main">
            <a:pathLst>
              <a:path w="462777" h="277351">
                <a:moveTo>
                  <a:pt x="371428" y="233"/>
                </a:moveTo>
                <a:lnTo>
                  <a:pt x="0" y="277351"/>
                </a:lnTo>
                <a:lnTo>
                  <a:pt x="462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6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78AC789E-6A0B-4955-928D-B6236024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80" y="2581069"/>
            <a:ext cx="540854" cy="277118"/>
          </a:xfrm>
          <a:custGeom xmlns:a="http://schemas.openxmlformats.org/drawingml/2006/main">
            <a:pathLst>
              <a:path w="540854" h="277118">
                <a:moveTo>
                  <a:pt x="540854" y="0"/>
                </a:moveTo>
                <a:lnTo>
                  <a:pt x="0" y="27711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7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85E9484F-C8CE-424D-B757-F64E478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93" y="2579167"/>
            <a:ext cx="72702" cy="276525"/>
          </a:xfrm>
          <a:custGeom xmlns:a="http://schemas.openxmlformats.org/drawingml/2006/main">
            <a:pathLst>
              <a:path w="72702" h="276525">
                <a:moveTo>
                  <a:pt x="0" y="0"/>
                </a:moveTo>
                <a:lnTo>
                  <a:pt x="26860" y="276525"/>
                </a:lnTo>
                <a:lnTo>
                  <a:pt x="72702" y="59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8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7ADE0B28-485E-4530-A4B6-54B1043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117" y="2579634"/>
            <a:ext cx="204548" cy="276059"/>
          </a:xfrm>
          <a:custGeom xmlns:a="http://schemas.openxmlformats.org/drawingml/2006/main">
            <a:pathLst>
              <a:path w="204548" h="276059">
                <a:moveTo>
                  <a:pt x="128948" y="610"/>
                </a:moveTo>
                <a:lnTo>
                  <a:pt x="0" y="276059"/>
                </a:lnTo>
                <a:lnTo>
                  <a:pt x="2045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29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87EA99E2-7E64-4429-B9F8-4795E33B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508" y="2580351"/>
            <a:ext cx="373841" cy="275449"/>
          </a:xfrm>
          <a:custGeom xmlns:a="http://schemas.openxmlformats.org/drawingml/2006/main">
            <a:pathLst>
              <a:path w="373841" h="275449">
                <a:moveTo>
                  <a:pt x="297778" y="593"/>
                </a:moveTo>
                <a:lnTo>
                  <a:pt x="0" y="275449"/>
                </a:lnTo>
                <a:lnTo>
                  <a:pt x="3738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0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7966F11D-F551-4781-9B2F-C7F480E7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799" y="2577731"/>
            <a:ext cx="139112" cy="281065"/>
          </a:xfrm>
          <a:custGeom xmlns:a="http://schemas.openxmlformats.org/drawingml/2006/main">
            <a:pathLst>
              <a:path w="139112" h="281065">
                <a:moveTo>
                  <a:pt x="47762" y="234"/>
                </a:moveTo>
                <a:lnTo>
                  <a:pt x="0" y="281065"/>
                </a:lnTo>
                <a:lnTo>
                  <a:pt x="139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1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C3E6CDC4-53DC-4B36-ADA4-66C03E3D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973" y="2578323"/>
            <a:ext cx="215268" cy="279630"/>
          </a:xfrm>
          <a:custGeom xmlns:a="http://schemas.openxmlformats.org/drawingml/2006/main">
            <a:pathLst>
              <a:path w="215268" h="279630">
                <a:moveTo>
                  <a:pt x="215268" y="0"/>
                </a:moveTo>
                <a:lnTo>
                  <a:pt x="0" y="27963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2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56647293-8CD8-4231-A6F5-4D51264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441" y="2580117"/>
            <a:ext cx="190412" cy="277953"/>
          </a:xfrm>
          <a:custGeom xmlns:a="http://schemas.openxmlformats.org/drawingml/2006/main">
            <a:pathLst>
              <a:path w="190412" h="277953">
                <a:moveTo>
                  <a:pt x="70434" y="0"/>
                </a:moveTo>
                <a:lnTo>
                  <a:pt x="190412" y="277953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3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ED65E582-8165-44DA-B8A9-95D69066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359" y="2580117"/>
            <a:ext cx="190443" cy="277953"/>
          </a:xfrm>
          <a:custGeom xmlns:a="http://schemas.openxmlformats.org/drawingml/2006/main">
            <a:pathLst>
              <a:path w="190443" h="277953">
                <a:moveTo>
                  <a:pt x="70434" y="0"/>
                </a:moveTo>
                <a:lnTo>
                  <a:pt x="190443" y="277953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4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1D9E4DC0-6C88-4321-AA76-E6B168D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52" y="2580117"/>
            <a:ext cx="190320" cy="277953"/>
          </a:xfrm>
          <a:custGeom xmlns:a="http://schemas.openxmlformats.org/drawingml/2006/main">
            <a:pathLst>
              <a:path w="190320" h="277953">
                <a:moveTo>
                  <a:pt x="70342" y="0"/>
                </a:moveTo>
                <a:lnTo>
                  <a:pt x="190320" y="277953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5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CC4E4B43-67F1-47F3-AFC9-E368DB8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46" y="2583101"/>
            <a:ext cx="190435" cy="277953"/>
          </a:xfrm>
          <a:custGeom xmlns:a="http://schemas.openxmlformats.org/drawingml/2006/main">
            <a:pathLst>
              <a:path w="190435" h="277953">
                <a:moveTo>
                  <a:pt x="70457" y="0"/>
                </a:moveTo>
                <a:lnTo>
                  <a:pt x="190435" y="277953"/>
                </a:lnTo>
                <a:lnTo>
                  <a:pt x="0" y="3339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6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C8CD7B39-8435-4CC8-8612-55C8D57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9" y="2580826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34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7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7BA0CC5D-58AE-433B-83D2-6DC99413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92" y="2583456"/>
            <a:ext cx="345325" cy="274855"/>
          </a:xfrm>
          <a:custGeom xmlns:a="http://schemas.openxmlformats.org/drawingml/2006/main">
            <a:pathLst>
              <a:path w="345325" h="274855">
                <a:moveTo>
                  <a:pt x="345325" y="2748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8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AD74AF62-6FF4-48BC-9169-DA538AE6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26" y="2584663"/>
            <a:ext cx="516271" cy="271619"/>
          </a:xfrm>
          <a:custGeom xmlns:a="http://schemas.openxmlformats.org/drawingml/2006/main">
            <a:pathLst>
              <a:path w="516271" h="271619">
                <a:moveTo>
                  <a:pt x="516271" y="2716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39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9469DD7B-66B5-49F9-AE4E-FBC9F6EC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55" y="2584296"/>
            <a:ext cx="836496" cy="272353"/>
          </a:xfrm>
          <a:custGeom xmlns:a="http://schemas.openxmlformats.org/drawingml/2006/main">
            <a:pathLst>
              <a:path w="836496" h="272353">
                <a:moveTo>
                  <a:pt x="665628" y="272353"/>
                </a:moveTo>
                <a:lnTo>
                  <a:pt x="0" y="0"/>
                </a:lnTo>
                <a:lnTo>
                  <a:pt x="836496" y="269362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0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667F8DA8-978E-4B01-AAA3-C518D8ED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92" y="2580483"/>
            <a:ext cx="994234" cy="275677"/>
          </a:xfrm>
          <a:custGeom xmlns:a="http://schemas.openxmlformats.org/drawingml/2006/main">
            <a:pathLst>
              <a:path w="994234" h="275677">
                <a:moveTo>
                  <a:pt x="994234" y="2756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1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3F26CD1E-E9B2-4A37-BF0D-BB0BEFA1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45" y="2583230"/>
            <a:ext cx="114985" cy="274372"/>
          </a:xfrm>
          <a:custGeom xmlns:a="http://schemas.openxmlformats.org/drawingml/2006/main">
            <a:pathLst>
              <a:path w="114985" h="274372">
                <a:moveTo>
                  <a:pt x="0" y="0"/>
                </a:moveTo>
                <a:lnTo>
                  <a:pt x="11498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2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30745228-0810-41AD-AC92-1017810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41" y="2581794"/>
            <a:ext cx="271635" cy="274372"/>
          </a:xfrm>
          <a:custGeom xmlns:a="http://schemas.openxmlformats.org/drawingml/2006/main">
            <a:pathLst>
              <a:path w="271635" h="274372">
                <a:moveTo>
                  <a:pt x="0" y="0"/>
                </a:moveTo>
                <a:lnTo>
                  <a:pt x="27163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3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8FB0B1BE-B407-43F3-B1A3-C83201D4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03" y="2581424"/>
            <a:ext cx="354149" cy="272952"/>
          </a:xfrm>
          <a:custGeom xmlns:a="http://schemas.openxmlformats.org/drawingml/2006/main">
            <a:pathLst>
              <a:path w="354149" h="272952">
                <a:moveTo>
                  <a:pt x="0" y="0"/>
                </a:moveTo>
                <a:lnTo>
                  <a:pt x="354149" y="27295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4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A63EF2AD-6A6D-4B42-B444-BE57E29D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35" y="2579278"/>
            <a:ext cx="289190" cy="275097"/>
          </a:xfrm>
          <a:custGeom xmlns:a="http://schemas.openxmlformats.org/drawingml/2006/main">
            <a:pathLst>
              <a:path w="289190" h="275097">
                <a:moveTo>
                  <a:pt x="0" y="0"/>
                </a:moveTo>
                <a:lnTo>
                  <a:pt x="289190" y="275097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5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6223E1B5-2969-4D63-9013-66C94E3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44" y="2582149"/>
            <a:ext cx="343845" cy="272936"/>
          </a:xfrm>
          <a:custGeom xmlns:a="http://schemas.openxmlformats.org/drawingml/2006/main">
            <a:pathLst>
              <a:path w="343845" h="272936">
                <a:moveTo>
                  <a:pt x="0" y="0"/>
                </a:moveTo>
                <a:lnTo>
                  <a:pt x="343845" y="272936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6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78728612-E9B4-4DFF-926B-6475E46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" y="2582859"/>
            <a:ext cx="271638" cy="274388"/>
          </a:xfrm>
          <a:custGeom xmlns:a="http://schemas.openxmlformats.org/drawingml/2006/main">
            <a:pathLst>
              <a:path w="271638" h="274388">
                <a:moveTo>
                  <a:pt x="0" y="0"/>
                </a:moveTo>
                <a:lnTo>
                  <a:pt x="271638" y="27438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7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7B5063B7-C231-4CED-A0CC-AC8BF21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75" y="2583584"/>
            <a:ext cx="516029" cy="269953"/>
          </a:xfrm>
          <a:custGeom xmlns:a="http://schemas.openxmlformats.org/drawingml/2006/main">
            <a:pathLst>
              <a:path w="516029" h="269953">
                <a:moveTo>
                  <a:pt x="0" y="0"/>
                </a:moveTo>
                <a:lnTo>
                  <a:pt x="516029" y="26995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8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A278D886-41C2-4313-8A36-7C1E9B4F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80" y="2584294"/>
            <a:ext cx="516053" cy="270081"/>
          </a:xfrm>
          <a:custGeom xmlns:a="http://schemas.openxmlformats.org/drawingml/2006/main">
            <a:pathLst>
              <a:path w="516053" h="270081">
                <a:moveTo>
                  <a:pt x="0" y="0"/>
                </a:moveTo>
                <a:lnTo>
                  <a:pt x="516053" y="27008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49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F2B31A73-DF1A-49C9-B6D5-567CDE7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06" y="2583230"/>
            <a:ext cx="598924" cy="270791"/>
          </a:xfrm>
          <a:custGeom xmlns:a="http://schemas.openxmlformats.org/drawingml/2006/main">
            <a:pathLst>
              <a:path w="598924" h="270791">
                <a:moveTo>
                  <a:pt x="0" y="0"/>
                </a:moveTo>
                <a:lnTo>
                  <a:pt x="598924" y="27079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0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9B514534-7F74-4BF9-9CD9-35F134F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96" y="2582504"/>
            <a:ext cx="598903" cy="270679"/>
          </a:xfrm>
          <a:custGeom xmlns:a="http://schemas.openxmlformats.org/drawingml/2006/main">
            <a:pathLst>
              <a:path w="598903" h="270679">
                <a:moveTo>
                  <a:pt x="0" y="0"/>
                </a:moveTo>
                <a:lnTo>
                  <a:pt x="598903" y="27067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1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B37DF849-900C-481B-89A0-3DB671E8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35" y="2583939"/>
            <a:ext cx="598893" cy="270791"/>
          </a:xfrm>
          <a:custGeom xmlns:a="http://schemas.openxmlformats.org/drawingml/2006/main">
            <a:pathLst>
              <a:path w="598893" h="270791">
                <a:moveTo>
                  <a:pt x="0" y="0"/>
                </a:moveTo>
                <a:lnTo>
                  <a:pt x="598893" y="27079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2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DCAC0789-6019-488C-98B9-73581A6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666" y="2581069"/>
            <a:ext cx="445609" cy="273662"/>
          </a:xfrm>
          <a:custGeom xmlns:a="http://schemas.openxmlformats.org/drawingml/2006/main">
            <a:pathLst>
              <a:path w="445609" h="273662">
                <a:moveTo>
                  <a:pt x="0" y="0"/>
                </a:moveTo>
                <a:lnTo>
                  <a:pt x="445609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3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3FCD5866-E67B-4DA5-8D64-B4A6D747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692" y="2578923"/>
            <a:ext cx="445585" cy="273533"/>
          </a:xfrm>
          <a:custGeom xmlns:a="http://schemas.openxmlformats.org/drawingml/2006/main">
            <a:pathLst>
              <a:path w="445585" h="273533">
                <a:moveTo>
                  <a:pt x="0" y="0"/>
                </a:moveTo>
                <a:lnTo>
                  <a:pt x="445585" y="27353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4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6EBE1AE2-B6DA-43D2-8053-3E28D1E9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14" y="2581794"/>
            <a:ext cx="445609" cy="273662"/>
          </a:xfrm>
          <a:custGeom xmlns:a="http://schemas.openxmlformats.org/drawingml/2006/main">
            <a:pathLst>
              <a:path w="445609" h="273662">
                <a:moveTo>
                  <a:pt x="0" y="0"/>
                </a:moveTo>
                <a:lnTo>
                  <a:pt x="445609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5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EB7E1E63-02B9-4D33-9FED-A6E06172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44" y="2582504"/>
            <a:ext cx="445578" cy="273662"/>
          </a:xfrm>
          <a:custGeom xmlns:a="http://schemas.openxmlformats.org/drawingml/2006/main">
            <a:pathLst>
              <a:path w="445578" h="273662">
                <a:moveTo>
                  <a:pt x="0" y="0"/>
                </a:moveTo>
                <a:lnTo>
                  <a:pt x="445578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6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73EEA94A-1DA3-4FA8-989B-80CCE859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85" y="2580359"/>
            <a:ext cx="445700" cy="273662"/>
          </a:xfrm>
          <a:custGeom xmlns:a="http://schemas.openxmlformats.org/drawingml/2006/main">
            <a:pathLst>
              <a:path w="445700" h="273662">
                <a:moveTo>
                  <a:pt x="0" y="0"/>
                </a:moveTo>
                <a:lnTo>
                  <a:pt x="445700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7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77EB1907-32E8-493F-9DD0-835A1E05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57" y="2580359"/>
            <a:ext cx="346973" cy="273662"/>
          </a:xfrm>
          <a:custGeom xmlns:a="http://schemas.openxmlformats.org/drawingml/2006/main">
            <a:pathLst>
              <a:path w="346973" h="273662">
                <a:moveTo>
                  <a:pt x="0" y="0"/>
                </a:moveTo>
                <a:lnTo>
                  <a:pt x="346973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8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80437F50-AE34-427A-AB15-C6EEA3A0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86" y="1642128"/>
            <a:ext cx="196865" cy="295040"/>
          </a:xfrm>
          <a:custGeom xmlns:a="http://schemas.openxmlformats.org/drawingml/2006/main">
            <a:pathLst>
              <a:path w="196865" h="295040">
                <a:moveTo>
                  <a:pt x="67570" y="240"/>
                </a:moveTo>
                <a:lnTo>
                  <a:pt x="0" y="295040"/>
                </a:lnTo>
                <a:lnTo>
                  <a:pt x="196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59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BF921EC7-117F-49CE-BDAD-01B5D0D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93" y="1642727"/>
            <a:ext cx="424001" cy="293601"/>
          </a:xfrm>
          <a:custGeom xmlns:a="http://schemas.openxmlformats.org/drawingml/2006/main">
            <a:pathLst>
              <a:path w="424001" h="293601">
                <a:moveTo>
                  <a:pt x="304351" y="0"/>
                </a:moveTo>
                <a:lnTo>
                  <a:pt x="0" y="293601"/>
                </a:lnTo>
                <a:lnTo>
                  <a:pt x="424001" y="1678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0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E74FDEFB-1CE6-47B6-A7DC-1102EB1D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94" y="1643926"/>
            <a:ext cx="654305" cy="291083"/>
          </a:xfrm>
          <a:custGeom xmlns:a="http://schemas.openxmlformats.org/drawingml/2006/main">
            <a:pathLst>
              <a:path w="654305" h="291083">
                <a:moveTo>
                  <a:pt x="525132" y="239"/>
                </a:moveTo>
                <a:lnTo>
                  <a:pt x="0" y="291083"/>
                </a:lnTo>
                <a:lnTo>
                  <a:pt x="6543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1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03CC6128-BFD5-45D7-861F-E8DE8D5E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54" y="1644512"/>
            <a:ext cx="884476" cy="290977"/>
          </a:xfrm>
          <a:custGeom xmlns:a="http://schemas.openxmlformats.org/drawingml/2006/main">
            <a:pathLst>
              <a:path w="884476" h="290977">
                <a:moveTo>
                  <a:pt x="764858" y="0"/>
                </a:moveTo>
                <a:lnTo>
                  <a:pt x="0" y="290977"/>
                </a:lnTo>
                <a:lnTo>
                  <a:pt x="884476" y="1678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2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344F32D8-53BF-4200-82E1-1ABC82B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84" y="1645231"/>
            <a:ext cx="1100123" cy="289778"/>
          </a:xfrm>
          <a:custGeom xmlns:a="http://schemas.openxmlformats.org/drawingml/2006/main">
            <a:pathLst>
              <a:path w="1100123" h="289778">
                <a:moveTo>
                  <a:pt x="987167" y="1559"/>
                </a:moveTo>
                <a:lnTo>
                  <a:pt x="0" y="289778"/>
                </a:lnTo>
                <a:lnTo>
                  <a:pt x="1100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3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3A828F11-5D57-4999-A7B2-68F75AE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24" y="1645831"/>
            <a:ext cx="1325437" cy="289059"/>
          </a:xfrm>
          <a:custGeom xmlns:a="http://schemas.openxmlformats.org/drawingml/2006/main">
            <a:pathLst>
              <a:path w="1325437" h="289059">
                <a:moveTo>
                  <a:pt x="1204376" y="0"/>
                </a:moveTo>
                <a:lnTo>
                  <a:pt x="0" y="289059"/>
                </a:lnTo>
                <a:lnTo>
                  <a:pt x="1325437" y="1079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4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663DBE59-EF25-4BBF-A482-E9D0E62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35" y="1642607"/>
            <a:ext cx="102818" cy="290258"/>
          </a:xfrm>
          <a:custGeom xmlns:a="http://schemas.openxmlformats.org/drawingml/2006/main">
            <a:pathLst>
              <a:path w="102818" h="290258">
                <a:moveTo>
                  <a:pt x="0" y="0"/>
                </a:moveTo>
                <a:lnTo>
                  <a:pt x="38082" y="290258"/>
                </a:lnTo>
                <a:lnTo>
                  <a:pt x="102818" y="60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5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07034A02-C7E3-4312-9F6A-FC3221FC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07" y="1643087"/>
            <a:ext cx="289180" cy="289658"/>
          </a:xfrm>
          <a:custGeom xmlns:a="http://schemas.openxmlformats.org/drawingml/2006/main">
            <a:pathLst>
              <a:path w="289180" h="289658">
                <a:moveTo>
                  <a:pt x="182315" y="719"/>
                </a:moveTo>
                <a:lnTo>
                  <a:pt x="0" y="289658"/>
                </a:lnTo>
                <a:lnTo>
                  <a:pt x="2891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6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4CE9AAFD-EE39-4C75-9020-C689A884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06" y="1643806"/>
            <a:ext cx="528689" cy="289178"/>
          </a:xfrm>
          <a:custGeom xmlns:a="http://schemas.openxmlformats.org/drawingml/2006/main">
            <a:pathLst>
              <a:path w="528689" h="289178">
                <a:moveTo>
                  <a:pt x="421000" y="599"/>
                </a:moveTo>
                <a:lnTo>
                  <a:pt x="0" y="289178"/>
                </a:lnTo>
                <a:lnTo>
                  <a:pt x="5286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7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DDE6637F-2AE2-4D7E-882D-6545792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71" y="1644872"/>
            <a:ext cx="747432" cy="288592"/>
          </a:xfrm>
          <a:custGeom xmlns:a="http://schemas.openxmlformats.org/drawingml/2006/main">
            <a:pathLst>
              <a:path w="747432" h="288592">
                <a:moveTo>
                  <a:pt x="643333" y="0"/>
                </a:moveTo>
                <a:lnTo>
                  <a:pt x="0" y="288592"/>
                </a:lnTo>
                <a:lnTo>
                  <a:pt x="747432" y="839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8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83A92023-FDD9-492F-A587-CAD0BEF4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31" y="1645112"/>
            <a:ext cx="972489" cy="287873"/>
          </a:xfrm>
          <a:custGeom xmlns:a="http://schemas.openxmlformats.org/drawingml/2006/main">
            <a:pathLst>
              <a:path w="972489" h="287873">
                <a:moveTo>
                  <a:pt x="863361" y="839"/>
                </a:moveTo>
                <a:lnTo>
                  <a:pt x="0" y="287873"/>
                </a:lnTo>
                <a:lnTo>
                  <a:pt x="9724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69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80D3F705-02C7-4FFB-BD9D-5E4331D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2" y="1642248"/>
            <a:ext cx="1205200" cy="292056"/>
          </a:xfrm>
          <a:custGeom xmlns:a="http://schemas.openxmlformats.org/drawingml/2006/main">
            <a:pathLst>
              <a:path w="1205200" h="292056">
                <a:moveTo>
                  <a:pt x="1091637" y="3943"/>
                </a:moveTo>
                <a:lnTo>
                  <a:pt x="0" y="292056"/>
                </a:lnTo>
                <a:lnTo>
                  <a:pt x="1205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0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46F02FD3-9881-4496-A90A-F331E9D1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53" y="1641182"/>
            <a:ext cx="196777" cy="295026"/>
          </a:xfrm>
          <a:custGeom xmlns:a="http://schemas.openxmlformats.org/drawingml/2006/main">
            <a:pathLst>
              <a:path w="196777" h="295026">
                <a:moveTo>
                  <a:pt x="67478" y="227"/>
                </a:moveTo>
                <a:lnTo>
                  <a:pt x="0" y="295026"/>
                </a:lnTo>
                <a:lnTo>
                  <a:pt x="196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1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8461A2C3-7FFC-41C6-A42B-A142A4D9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769" y="1641768"/>
            <a:ext cx="423970" cy="293601"/>
          </a:xfrm>
          <a:custGeom xmlns:a="http://schemas.openxmlformats.org/drawingml/2006/main">
            <a:pathLst>
              <a:path w="423970" h="293601">
                <a:moveTo>
                  <a:pt x="304351" y="0"/>
                </a:moveTo>
                <a:lnTo>
                  <a:pt x="0" y="293601"/>
                </a:lnTo>
                <a:lnTo>
                  <a:pt x="423970" y="1678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2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4F985D85-D303-4FC3-8B66-4616338B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73" y="1642967"/>
            <a:ext cx="654425" cy="291097"/>
          </a:xfrm>
          <a:custGeom xmlns:a="http://schemas.openxmlformats.org/drawingml/2006/main">
            <a:pathLst>
              <a:path w="654425" h="291097">
                <a:moveTo>
                  <a:pt x="525098" y="240"/>
                </a:moveTo>
                <a:lnTo>
                  <a:pt x="0" y="291097"/>
                </a:lnTo>
                <a:lnTo>
                  <a:pt x="654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3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946349D8-3BC3-40DA-99DD-C5D0B6C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21" y="1643567"/>
            <a:ext cx="884385" cy="290963"/>
          </a:xfrm>
          <a:custGeom xmlns:a="http://schemas.openxmlformats.org/drawingml/2006/main">
            <a:pathLst>
              <a:path w="884385" h="290963">
                <a:moveTo>
                  <a:pt x="764739" y="0"/>
                </a:moveTo>
                <a:lnTo>
                  <a:pt x="0" y="290963"/>
                </a:lnTo>
                <a:lnTo>
                  <a:pt x="884385" y="1665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4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1DDC2C64-CD4F-4903-8757-01936531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632" y="1644286"/>
            <a:ext cx="1100154" cy="289778"/>
          </a:xfrm>
          <a:custGeom xmlns:a="http://schemas.openxmlformats.org/drawingml/2006/main">
            <a:pathLst>
              <a:path w="1100154" h="289778">
                <a:moveTo>
                  <a:pt x="987194" y="1545"/>
                </a:moveTo>
                <a:lnTo>
                  <a:pt x="0" y="289778"/>
                </a:lnTo>
                <a:lnTo>
                  <a:pt x="1100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5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F3A1C4C5-D09C-4602-9591-CB4A8330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27" y="1644872"/>
            <a:ext cx="1204341" cy="288952"/>
          </a:xfrm>
          <a:custGeom xmlns:a="http://schemas.openxmlformats.org/drawingml/2006/main">
            <a:pathLst>
              <a:path w="1204341" h="288952">
                <a:moveTo>
                  <a:pt x="1204341" y="0"/>
                </a:moveTo>
                <a:lnTo>
                  <a:pt x="0" y="288952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6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EF805FC1-6E8B-4864-B47F-484DD885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333" y="1641648"/>
            <a:ext cx="102788" cy="290258"/>
          </a:xfrm>
          <a:custGeom xmlns:a="http://schemas.openxmlformats.org/drawingml/2006/main">
            <a:pathLst>
              <a:path w="102788" h="290258">
                <a:moveTo>
                  <a:pt x="0" y="0"/>
                </a:moveTo>
                <a:lnTo>
                  <a:pt x="37960" y="290258"/>
                </a:lnTo>
                <a:lnTo>
                  <a:pt x="102788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7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DD478E95-7C47-41C3-943F-6A91A2F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482" y="1642128"/>
            <a:ext cx="289180" cy="289658"/>
          </a:xfrm>
          <a:custGeom xmlns:a="http://schemas.openxmlformats.org/drawingml/2006/main">
            <a:pathLst>
              <a:path w="289180" h="289658">
                <a:moveTo>
                  <a:pt x="182439" y="600"/>
                </a:moveTo>
                <a:lnTo>
                  <a:pt x="0" y="289658"/>
                </a:lnTo>
                <a:lnTo>
                  <a:pt x="2891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8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A622CF17-9485-4009-B721-A4FEAF99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81" y="1642847"/>
            <a:ext cx="528689" cy="289179"/>
          </a:xfrm>
          <a:custGeom xmlns:a="http://schemas.openxmlformats.org/drawingml/2006/main">
            <a:pathLst>
              <a:path w="528689" h="289179">
                <a:moveTo>
                  <a:pt x="421092" y="600"/>
                </a:moveTo>
                <a:lnTo>
                  <a:pt x="0" y="289179"/>
                </a:lnTo>
                <a:lnTo>
                  <a:pt x="5286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79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047BD059-A8D1-4736-B1B2-151BA687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69" y="1643806"/>
            <a:ext cx="747309" cy="288699"/>
          </a:xfrm>
          <a:custGeom xmlns:a="http://schemas.openxmlformats.org/drawingml/2006/main">
            <a:pathLst>
              <a:path w="747309" h="288699">
                <a:moveTo>
                  <a:pt x="643184" y="0"/>
                </a:moveTo>
                <a:lnTo>
                  <a:pt x="0" y="288699"/>
                </a:lnTo>
                <a:lnTo>
                  <a:pt x="747309" y="946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0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8C9D6F92-F02D-4E1B-8EF0-2AC3AC99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29" y="1644166"/>
            <a:ext cx="972370" cy="287860"/>
          </a:xfrm>
          <a:custGeom xmlns:a="http://schemas.openxmlformats.org/drawingml/2006/main">
            <a:pathLst>
              <a:path w="972370" h="287860">
                <a:moveTo>
                  <a:pt x="863238" y="826"/>
                </a:moveTo>
                <a:lnTo>
                  <a:pt x="0" y="287860"/>
                </a:lnTo>
                <a:lnTo>
                  <a:pt x="972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1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FA542646-D57D-41C6-9640-0791B589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73" y="1640103"/>
            <a:ext cx="196777" cy="295026"/>
          </a:xfrm>
          <a:custGeom xmlns:a="http://schemas.openxmlformats.org/drawingml/2006/main">
            <a:pathLst>
              <a:path w="196777" h="295026">
                <a:moveTo>
                  <a:pt x="67452" y="120"/>
                </a:moveTo>
                <a:lnTo>
                  <a:pt x="0" y="295026"/>
                </a:lnTo>
                <a:lnTo>
                  <a:pt x="196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2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EEDC430C-48E3-431C-9B15-9C63C656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192" y="1640703"/>
            <a:ext cx="423967" cy="293601"/>
          </a:xfrm>
          <a:custGeom xmlns:a="http://schemas.openxmlformats.org/drawingml/2006/main">
            <a:pathLst>
              <a:path w="423967" h="293601">
                <a:moveTo>
                  <a:pt x="304321" y="0"/>
                </a:moveTo>
                <a:lnTo>
                  <a:pt x="0" y="293601"/>
                </a:lnTo>
                <a:lnTo>
                  <a:pt x="423967" y="1665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3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F7813D32-8ACB-4872-B817-FD1D063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92" y="1641888"/>
            <a:ext cx="654394" cy="291097"/>
          </a:xfrm>
          <a:custGeom xmlns:a="http://schemas.openxmlformats.org/drawingml/2006/main">
            <a:pathLst>
              <a:path w="654394" h="291097">
                <a:moveTo>
                  <a:pt x="525098" y="240"/>
                </a:moveTo>
                <a:lnTo>
                  <a:pt x="0" y="291097"/>
                </a:lnTo>
                <a:lnTo>
                  <a:pt x="6543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4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CF130632-EF02-47F8-ACD4-ED0F154C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22" y="1642487"/>
            <a:ext cx="764857" cy="290977"/>
          </a:xfrm>
          <a:custGeom xmlns:a="http://schemas.openxmlformats.org/drawingml/2006/main">
            <a:pathLst>
              <a:path w="764857" h="290977">
                <a:moveTo>
                  <a:pt x="764857" y="0"/>
                </a:moveTo>
                <a:lnTo>
                  <a:pt x="0" y="290977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5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4C5949F2-E99E-4C0A-B444-B5CF7B74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726" y="1640582"/>
            <a:ext cx="102819" cy="290258"/>
          </a:xfrm>
          <a:custGeom xmlns:a="http://schemas.openxmlformats.org/drawingml/2006/main">
            <a:pathLst>
              <a:path w="102819" h="290258">
                <a:moveTo>
                  <a:pt x="0" y="0"/>
                </a:moveTo>
                <a:lnTo>
                  <a:pt x="37990" y="290258"/>
                </a:lnTo>
                <a:lnTo>
                  <a:pt x="102819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6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CD9F23E3-FFD7-4F05-A0CB-0FC22181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75" y="1641062"/>
            <a:ext cx="289180" cy="289658"/>
          </a:xfrm>
          <a:custGeom xmlns:a="http://schemas.openxmlformats.org/drawingml/2006/main">
            <a:pathLst>
              <a:path w="289180" h="289658">
                <a:moveTo>
                  <a:pt x="182435" y="586"/>
                </a:moveTo>
                <a:lnTo>
                  <a:pt x="0" y="289658"/>
                </a:lnTo>
                <a:lnTo>
                  <a:pt x="2891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7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BE8C5387-570B-4BCB-AD8F-40235F7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74" y="1641768"/>
            <a:ext cx="528716" cy="289192"/>
          </a:xfrm>
          <a:custGeom xmlns:a="http://schemas.openxmlformats.org/drawingml/2006/main">
            <a:pathLst>
              <a:path w="528716" h="289192">
                <a:moveTo>
                  <a:pt x="421119" y="599"/>
                </a:moveTo>
                <a:lnTo>
                  <a:pt x="0" y="289192"/>
                </a:lnTo>
                <a:lnTo>
                  <a:pt x="5287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8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AB33A8B6-A61A-4431-BAC3-F459814B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23" y="1639024"/>
            <a:ext cx="196773" cy="295040"/>
          </a:xfrm>
          <a:custGeom xmlns:a="http://schemas.openxmlformats.org/drawingml/2006/main">
            <a:pathLst>
              <a:path w="196773" h="295040">
                <a:moveTo>
                  <a:pt x="67601" y="120"/>
                </a:moveTo>
                <a:lnTo>
                  <a:pt x="0" y="295040"/>
                </a:lnTo>
                <a:lnTo>
                  <a:pt x="1967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89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EC29ED63-20B5-4457-86A7-11C0BAF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161" y="1639624"/>
            <a:ext cx="304351" cy="293601"/>
          </a:xfrm>
          <a:custGeom xmlns:a="http://schemas.openxmlformats.org/drawingml/2006/main">
            <a:pathLst>
              <a:path w="304351" h="293601">
                <a:moveTo>
                  <a:pt x="304351" y="0"/>
                </a:moveTo>
                <a:lnTo>
                  <a:pt x="0" y="293601"/>
                </a:lnTo>
              </a:path>
            </a:pathLst>
          </a:custGeom>
          <a:noFill xmlns:a="http://schemas.openxmlformats.org/drawingml/2006/main"/>
          <a:ln xmlns:a="http://schemas.openxmlformats.org/drawingml/2006/main" w="1494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0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1882945B-269B-49F9-B4FB-CE988516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674" y="1641053"/>
            <a:ext cx="68303" cy="291811"/>
          </a:xfrm>
          <a:custGeom xmlns:a="http://schemas.openxmlformats.org/drawingml/2006/main">
            <a:pathLst>
              <a:path w="68303" h="291811">
                <a:moveTo>
                  <a:pt x="68303" y="0"/>
                </a:moveTo>
                <a:lnTo>
                  <a:pt x="0" y="291811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1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08203E57-EC39-4496-9676-4CDC315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600" y="1641053"/>
            <a:ext cx="269244" cy="291811"/>
          </a:xfrm>
          <a:custGeom xmlns:a="http://schemas.openxmlformats.org/drawingml/2006/main">
            <a:pathLst>
              <a:path w="269244" h="291811">
                <a:moveTo>
                  <a:pt x="99561" y="0"/>
                </a:moveTo>
                <a:lnTo>
                  <a:pt x="269244" y="291811"/>
                </a:lnTo>
                <a:lnTo>
                  <a:pt x="0" y="3580"/>
                </a:lnTo>
              </a:path>
            </a:pathLst>
          </a:custGeom>
          <a:noFill xmlns:a="http://schemas.openxmlformats.org/drawingml/2006/main"/>
          <a:ln xmlns:a="http://schemas.openxmlformats.org/drawingml/2006/main" w="1576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2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318BF5A8-2B53-4281-881B-C02A575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854" y="1641532"/>
            <a:ext cx="269121" cy="291811"/>
          </a:xfrm>
          <a:custGeom xmlns:a="http://schemas.openxmlformats.org/drawingml/2006/main">
            <a:pathLst>
              <a:path w="269121" h="291811">
                <a:moveTo>
                  <a:pt x="99439" y="0"/>
                </a:moveTo>
                <a:lnTo>
                  <a:pt x="269121" y="291811"/>
                </a:lnTo>
                <a:lnTo>
                  <a:pt x="0" y="3580"/>
                </a:lnTo>
              </a:path>
            </a:pathLst>
          </a:custGeom>
          <a:noFill xmlns:a="http://schemas.openxmlformats.org/drawingml/2006/main"/>
          <a:ln xmlns:a="http://schemas.openxmlformats.org/drawingml/2006/main" w="1576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3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80EA83F8-D8A5-49DA-9F85-83FBE438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139" y="1641532"/>
            <a:ext cx="269121" cy="291811"/>
          </a:xfrm>
          <a:custGeom xmlns:a="http://schemas.openxmlformats.org/drawingml/2006/main">
            <a:pathLst>
              <a:path w="269121" h="291811">
                <a:moveTo>
                  <a:pt x="99469" y="0"/>
                </a:moveTo>
                <a:lnTo>
                  <a:pt x="269121" y="291811"/>
                </a:lnTo>
                <a:lnTo>
                  <a:pt x="0" y="3580"/>
                </a:lnTo>
              </a:path>
            </a:pathLst>
          </a:custGeom>
          <a:noFill xmlns:a="http://schemas.openxmlformats.org/drawingml/2006/main"/>
          <a:ln xmlns:a="http://schemas.openxmlformats.org/drawingml/2006/main" w="1576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4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C991A68A-F16A-46D2-A626-F07E8733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96" y="1641532"/>
            <a:ext cx="269243" cy="291811"/>
          </a:xfrm>
          <a:custGeom xmlns:a="http://schemas.openxmlformats.org/drawingml/2006/main">
            <a:pathLst>
              <a:path w="269243" h="291811">
                <a:moveTo>
                  <a:pt x="99591" y="0"/>
                </a:moveTo>
                <a:lnTo>
                  <a:pt x="269243" y="291811"/>
                </a:lnTo>
                <a:lnTo>
                  <a:pt x="0" y="3580"/>
                </a:lnTo>
              </a:path>
            </a:pathLst>
          </a:custGeom>
          <a:noFill xmlns:a="http://schemas.openxmlformats.org/drawingml/2006/main"/>
          <a:ln xmlns:a="http://schemas.openxmlformats.org/drawingml/2006/main" w="1576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5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285FF605-742C-41C1-95A0-701A29F4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79" y="1644633"/>
            <a:ext cx="269244" cy="291811"/>
          </a:xfrm>
          <a:custGeom xmlns:a="http://schemas.openxmlformats.org/drawingml/2006/main">
            <a:pathLst>
              <a:path w="269244" h="291811">
                <a:moveTo>
                  <a:pt x="99591" y="0"/>
                </a:moveTo>
                <a:lnTo>
                  <a:pt x="269244" y="291811"/>
                </a:lnTo>
                <a:lnTo>
                  <a:pt x="0" y="3580"/>
                </a:lnTo>
              </a:path>
            </a:pathLst>
          </a:custGeom>
          <a:noFill xmlns:a="http://schemas.openxmlformats.org/drawingml/2006/main"/>
          <a:ln xmlns:a="http://schemas.openxmlformats.org/drawingml/2006/main" w="1576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6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AC4FFB18-DBF7-4056-B785-BD092DC2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48" y="1642250"/>
            <a:ext cx="269244" cy="291811"/>
          </a:xfrm>
          <a:custGeom xmlns:a="http://schemas.openxmlformats.org/drawingml/2006/main">
            <a:pathLst>
              <a:path w="269244" h="291811">
                <a:moveTo>
                  <a:pt x="99593" y="0"/>
                </a:moveTo>
                <a:lnTo>
                  <a:pt x="269244" y="291811"/>
                </a:lnTo>
                <a:lnTo>
                  <a:pt x="0" y="3700"/>
                </a:lnTo>
              </a:path>
            </a:pathLst>
          </a:custGeom>
          <a:noFill xmlns:a="http://schemas.openxmlformats.org/drawingml/2006/main"/>
          <a:ln xmlns:a="http://schemas.openxmlformats.org/drawingml/2006/main" w="1576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7" name="pdf-path-302">
            <a:extLst xmlns:a="http://schemas.openxmlformats.org/drawingml/2006/main">
              <a:ext uri="{FF2B5EF4-FFF2-40B4-BE49-F238E27FC236}">
                <a16:creationId xmlns:a16="http://schemas.microsoft.com/office/drawing/2014/main" id="{AAC24B9D-1FC3-4508-963D-20D553C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64" y="1644996"/>
            <a:ext cx="1631828" cy="289660"/>
          </a:xfrm>
          <a:custGeom xmlns:a="http://schemas.openxmlformats.org/drawingml/2006/main">
            <a:pathLst>
              <a:path w="1631828" h="289660">
                <a:moveTo>
                  <a:pt x="38700" y="289660"/>
                </a:moveTo>
                <a:lnTo>
                  <a:pt x="0" y="0"/>
                </a:lnTo>
                <a:lnTo>
                  <a:pt x="1631828" y="28607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8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D7DFD232-8AF8-4C5B-8557-C991541A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899" y="1644996"/>
            <a:ext cx="488211" cy="288582"/>
          </a:xfrm>
          <a:custGeom xmlns:a="http://schemas.openxmlformats.org/drawingml/2006/main">
            <a:pathLst>
              <a:path w="488211" h="288582">
                <a:moveTo>
                  <a:pt x="488211" y="2885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299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E603209B-DE94-47FD-8407-CE2CB32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83" y="1646307"/>
            <a:ext cx="730117" cy="285128"/>
          </a:xfrm>
          <a:custGeom xmlns:a="http://schemas.openxmlformats.org/drawingml/2006/main">
            <a:pathLst>
              <a:path w="730117" h="285128">
                <a:moveTo>
                  <a:pt x="730117" y="2851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0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BEA8AADD-13C8-4C91-B7EE-D61643A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99" y="1645827"/>
            <a:ext cx="1182884" cy="285959"/>
          </a:xfrm>
          <a:custGeom xmlns:a="http://schemas.openxmlformats.org/drawingml/2006/main">
            <a:pathLst>
              <a:path w="1182884" h="285959">
                <a:moveTo>
                  <a:pt x="941226" y="285959"/>
                </a:moveTo>
                <a:lnTo>
                  <a:pt x="0" y="0"/>
                </a:lnTo>
                <a:lnTo>
                  <a:pt x="1182884" y="28274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1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5153C1D3-6F02-468A-94C7-D358FD86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74" y="1641893"/>
            <a:ext cx="1405787" cy="289413"/>
          </a:xfrm>
          <a:custGeom xmlns:a="http://schemas.openxmlformats.org/drawingml/2006/main">
            <a:pathLst>
              <a:path w="1405787" h="289413">
                <a:moveTo>
                  <a:pt x="1405787" y="2894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2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9E281CA0-E142-4285-B98C-66C59A7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596" y="1647986"/>
            <a:ext cx="1174280" cy="281059"/>
          </a:xfrm>
          <a:custGeom xmlns:a="http://schemas.openxmlformats.org/drawingml/2006/main">
            <a:pathLst>
              <a:path w="1174280" h="281059">
                <a:moveTo>
                  <a:pt x="0" y="0"/>
                </a:moveTo>
                <a:lnTo>
                  <a:pt x="1174280" y="281059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3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4D30ECCA-3D66-41FE-BBC4-84D2C91B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16" y="1644753"/>
            <a:ext cx="162510" cy="287992"/>
          </a:xfrm>
          <a:custGeom xmlns:a="http://schemas.openxmlformats.org/drawingml/2006/main">
            <a:pathLst>
              <a:path w="162510" h="287992">
                <a:moveTo>
                  <a:pt x="0" y="0"/>
                </a:moveTo>
                <a:lnTo>
                  <a:pt x="162510" y="28799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4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8DC5F265-3F1D-436C-B32B-6275618E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10" y="1643328"/>
            <a:ext cx="384080" cy="287860"/>
          </a:xfrm>
          <a:custGeom xmlns:a="http://schemas.openxmlformats.org/drawingml/2006/main">
            <a:pathLst>
              <a:path w="384080" h="287860">
                <a:moveTo>
                  <a:pt x="0" y="0"/>
                </a:moveTo>
                <a:lnTo>
                  <a:pt x="384080" y="287860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5" name="pdf-path-310">
            <a:extLst xmlns:a="http://schemas.openxmlformats.org/drawingml/2006/main">
              <a:ext uri="{FF2B5EF4-FFF2-40B4-BE49-F238E27FC236}">
                <a16:creationId xmlns:a16="http://schemas.microsoft.com/office/drawing/2014/main" id="{434D552C-E3E1-4AA1-9437-8D343E42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68" y="1642849"/>
            <a:ext cx="500645" cy="286435"/>
          </a:xfrm>
          <a:custGeom xmlns:a="http://schemas.openxmlformats.org/drawingml/2006/main">
            <a:pathLst>
              <a:path w="500645" h="286435">
                <a:moveTo>
                  <a:pt x="0" y="0"/>
                </a:moveTo>
                <a:lnTo>
                  <a:pt x="500645" y="286435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6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80AA9782-0A77-40E9-8A10-426DAD3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45" y="1640574"/>
            <a:ext cx="408955" cy="288710"/>
          </a:xfrm>
          <a:custGeom xmlns:a="http://schemas.openxmlformats.org/drawingml/2006/main">
            <a:pathLst>
              <a:path w="408955" h="288710">
                <a:moveTo>
                  <a:pt x="0" y="0"/>
                </a:moveTo>
                <a:lnTo>
                  <a:pt x="408955" y="288710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7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32A6091D-40F5-4407-BE35-51568FA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32" y="1643687"/>
            <a:ext cx="486309" cy="286435"/>
          </a:xfrm>
          <a:custGeom xmlns:a="http://schemas.openxmlformats.org/drawingml/2006/main">
            <a:pathLst>
              <a:path w="486309" h="286435">
                <a:moveTo>
                  <a:pt x="0" y="0"/>
                </a:moveTo>
                <a:lnTo>
                  <a:pt x="486309" y="286435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8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5397006F-CEFD-4B66-BC08-F376388F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50" y="1644393"/>
            <a:ext cx="384081" cy="287992"/>
          </a:xfrm>
          <a:custGeom xmlns:a="http://schemas.openxmlformats.org/drawingml/2006/main">
            <a:pathLst>
              <a:path w="384081" h="287992">
                <a:moveTo>
                  <a:pt x="0" y="0"/>
                </a:moveTo>
                <a:lnTo>
                  <a:pt x="384081" y="28799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09" name="pdf-path-314">
            <a:extLst xmlns:a="http://schemas.openxmlformats.org/drawingml/2006/main">
              <a:ext uri="{FF2B5EF4-FFF2-40B4-BE49-F238E27FC236}">
                <a16:creationId xmlns:a16="http://schemas.microsoft.com/office/drawing/2014/main" id="{15475BAD-5279-420D-B9D6-F4E60B35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702" y="1645232"/>
            <a:ext cx="729647" cy="283334"/>
          </a:xfrm>
          <a:custGeom xmlns:a="http://schemas.openxmlformats.org/drawingml/2006/main">
            <a:pathLst>
              <a:path w="729647" h="283334">
                <a:moveTo>
                  <a:pt x="0" y="0"/>
                </a:moveTo>
                <a:lnTo>
                  <a:pt x="729647" y="28333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0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922234A5-55E0-45A6-B083-E9ADA09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98" y="1645950"/>
            <a:ext cx="729739" cy="283334"/>
          </a:xfrm>
          <a:custGeom xmlns:a="http://schemas.openxmlformats.org/drawingml/2006/main">
            <a:pathLst>
              <a:path w="729739" h="283334">
                <a:moveTo>
                  <a:pt x="0" y="0"/>
                </a:moveTo>
                <a:lnTo>
                  <a:pt x="729739" y="28333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1" name="pdf-path-316">
            <a:extLst xmlns:a="http://schemas.openxmlformats.org/drawingml/2006/main">
              <a:ext uri="{FF2B5EF4-FFF2-40B4-BE49-F238E27FC236}">
                <a16:creationId xmlns:a16="http://schemas.microsoft.com/office/drawing/2014/main" id="{4FFDB8FD-0FC7-46A7-8C51-EEDCCADC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56" y="1648213"/>
            <a:ext cx="729646" cy="283454"/>
          </a:xfrm>
          <a:custGeom xmlns:a="http://schemas.openxmlformats.org/drawingml/2006/main">
            <a:pathLst>
              <a:path w="729646" h="283454">
                <a:moveTo>
                  <a:pt x="0" y="0"/>
                </a:moveTo>
                <a:lnTo>
                  <a:pt x="729646" y="28345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2" name="pdf-path-317">
            <a:extLst xmlns:a="http://schemas.openxmlformats.org/drawingml/2006/main">
              <a:ext uri="{FF2B5EF4-FFF2-40B4-BE49-F238E27FC236}">
                <a16:creationId xmlns:a16="http://schemas.microsoft.com/office/drawing/2014/main" id="{621DBBFA-E0FA-4644-8A08-65E42017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51" y="1645950"/>
            <a:ext cx="846767" cy="284172"/>
          </a:xfrm>
          <a:custGeom xmlns:a="http://schemas.openxmlformats.org/drawingml/2006/main">
            <a:pathLst>
              <a:path w="846767" h="284172">
                <a:moveTo>
                  <a:pt x="0" y="0"/>
                </a:moveTo>
                <a:lnTo>
                  <a:pt x="846767" y="28417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3" name="pdf-path-318">
            <a:extLst xmlns:a="http://schemas.openxmlformats.org/drawingml/2006/main">
              <a:ext uri="{FF2B5EF4-FFF2-40B4-BE49-F238E27FC236}">
                <a16:creationId xmlns:a16="http://schemas.microsoft.com/office/drawing/2014/main" id="{E7890C23-4C52-4168-86EE-9C8D1B6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16" y="1644753"/>
            <a:ext cx="846767" cy="284172"/>
          </a:xfrm>
          <a:custGeom xmlns:a="http://schemas.openxmlformats.org/drawingml/2006/main">
            <a:pathLst>
              <a:path w="846767" h="284172">
                <a:moveTo>
                  <a:pt x="0" y="0"/>
                </a:moveTo>
                <a:lnTo>
                  <a:pt x="846767" y="28417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4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5FB220A1-C48E-4F10-8153-BED3D70C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59" y="1644034"/>
            <a:ext cx="846889" cy="284172"/>
          </a:xfrm>
          <a:custGeom xmlns:a="http://schemas.openxmlformats.org/drawingml/2006/main">
            <a:pathLst>
              <a:path w="846889" h="284172">
                <a:moveTo>
                  <a:pt x="0" y="0"/>
                </a:moveTo>
                <a:lnTo>
                  <a:pt x="846889" y="28417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5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B73D53DE-1841-466B-A0EA-4ECA5230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5" y="1645591"/>
            <a:ext cx="846767" cy="284172"/>
          </a:xfrm>
          <a:custGeom xmlns:a="http://schemas.openxmlformats.org/drawingml/2006/main">
            <a:pathLst>
              <a:path w="846767" h="284172">
                <a:moveTo>
                  <a:pt x="0" y="0"/>
                </a:moveTo>
                <a:lnTo>
                  <a:pt x="846767" y="28417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6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B0FD8015-5D62-4682-8D21-16D28E14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19" y="1643328"/>
            <a:ext cx="630050" cy="287142"/>
          </a:xfrm>
          <a:custGeom xmlns:a="http://schemas.openxmlformats.org/drawingml/2006/main">
            <a:pathLst>
              <a:path w="630050" h="287142">
                <a:moveTo>
                  <a:pt x="0" y="0"/>
                </a:moveTo>
                <a:lnTo>
                  <a:pt x="630050" y="28714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7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72E77259-1D88-42AC-8EF8-378C9A15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98" y="1642490"/>
            <a:ext cx="630052" cy="287273"/>
          </a:xfrm>
          <a:custGeom xmlns:a="http://schemas.openxmlformats.org/drawingml/2006/main">
            <a:pathLst>
              <a:path w="630052" h="287273">
                <a:moveTo>
                  <a:pt x="0" y="0"/>
                </a:moveTo>
                <a:lnTo>
                  <a:pt x="630052" y="28727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8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35F18419-3A0C-44A9-B5D5-0BECEA9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11" y="1640214"/>
            <a:ext cx="630206" cy="287153"/>
          </a:xfrm>
          <a:custGeom xmlns:a="http://schemas.openxmlformats.org/drawingml/2006/main">
            <a:pathLst>
              <a:path w="630206" h="287153">
                <a:moveTo>
                  <a:pt x="0" y="0"/>
                </a:moveTo>
                <a:lnTo>
                  <a:pt x="630206" y="28715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19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84960341-E634-4781-AB33-8F7004A8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76" y="1643328"/>
            <a:ext cx="630050" cy="287142"/>
          </a:xfrm>
          <a:custGeom xmlns:a="http://schemas.openxmlformats.org/drawingml/2006/main">
            <a:pathLst>
              <a:path w="630050" h="287142">
                <a:moveTo>
                  <a:pt x="0" y="0"/>
                </a:moveTo>
                <a:lnTo>
                  <a:pt x="630050" y="287142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0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BB2856DC-A0D8-4AD8-BD75-6A49308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989" y="1644034"/>
            <a:ext cx="630175" cy="287153"/>
          </a:xfrm>
          <a:custGeom xmlns:a="http://schemas.openxmlformats.org/drawingml/2006/main">
            <a:pathLst>
              <a:path w="630175" h="287153">
                <a:moveTo>
                  <a:pt x="0" y="0"/>
                </a:moveTo>
                <a:lnTo>
                  <a:pt x="630175" y="28715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1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62C9819A-FA86-493D-A618-5A71D285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80" y="1641771"/>
            <a:ext cx="630053" cy="287154"/>
          </a:xfrm>
          <a:custGeom xmlns:a="http://schemas.openxmlformats.org/drawingml/2006/main">
            <a:pathLst>
              <a:path w="630053" h="287154">
                <a:moveTo>
                  <a:pt x="0" y="0"/>
                </a:moveTo>
                <a:lnTo>
                  <a:pt x="630053" y="28715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2" name="pdf-path-327">
            <a:extLst xmlns:a="http://schemas.openxmlformats.org/drawingml/2006/main">
              <a:ext uri="{FF2B5EF4-FFF2-40B4-BE49-F238E27FC236}">
                <a16:creationId xmlns:a16="http://schemas.microsoft.com/office/drawing/2014/main" id="{10857605-BD12-494D-8429-C6FA3159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907" y="1640933"/>
            <a:ext cx="490611" cy="287273"/>
          </a:xfrm>
          <a:custGeom xmlns:a="http://schemas.openxmlformats.org/drawingml/2006/main">
            <a:pathLst>
              <a:path w="490611" h="287273">
                <a:moveTo>
                  <a:pt x="0" y="0"/>
                </a:moveTo>
                <a:lnTo>
                  <a:pt x="490611" y="287273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3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4CE24CAA-E4D2-4C9B-A69C-18FFE592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271" y="1641771"/>
            <a:ext cx="490612" cy="287154"/>
          </a:xfrm>
          <a:custGeom xmlns:a="http://schemas.openxmlformats.org/drawingml/2006/main">
            <a:pathLst>
              <a:path w="490612" h="287154">
                <a:moveTo>
                  <a:pt x="0" y="0"/>
                </a:moveTo>
                <a:lnTo>
                  <a:pt x="490612" y="287154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4" name="pdf-path-329">
            <a:extLst xmlns:a="http://schemas.openxmlformats.org/drawingml/2006/main">
              <a:ext uri="{FF2B5EF4-FFF2-40B4-BE49-F238E27FC236}">
                <a16:creationId xmlns:a16="http://schemas.microsoft.com/office/drawing/2014/main" id="{3A9104DF-0D6F-4477-A3AE-F7080E3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92" y="1640214"/>
            <a:ext cx="33925" cy="290255"/>
          </a:xfrm>
          <a:custGeom xmlns:a="http://schemas.openxmlformats.org/drawingml/2006/main">
            <a:pathLst>
              <a:path w="33925" h="290255">
                <a:moveTo>
                  <a:pt x="0" y="0"/>
                </a:moveTo>
                <a:lnTo>
                  <a:pt x="33925" y="290255"/>
                </a:lnTo>
              </a:path>
            </a:pathLst>
          </a:custGeom>
          <a:noFill xmlns:a="http://schemas.openxmlformats.org/drawingml/2006/main"/>
          <a:ln xmlns:a="http://schemas.openxmlformats.org/drawingml/2006/main" w="15686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25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CDD4216F-22C6-48AB-AD6D-5A34903A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29" y="3940280"/>
            <a:ext cx="1359473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326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AA772DDE-AB8F-4FBD-800A-1C8CAED6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88" y="3808012"/>
            <a:ext cx="2307353" cy="555442"/>
          </a:xfrm>
          <a:custGeom xmlns:a="http://schemas.openxmlformats.org/drawingml/2006/main">
            <a:pathLst>
              <a:path w="2307353" h="555442">
                <a:moveTo>
                  <a:pt x="5013" y="0"/>
                </a:moveTo>
                <a:lnTo>
                  <a:pt x="2302462" y="0"/>
                </a:lnTo>
                <a:cubicBezTo>
                  <a:pt x="2305213" y="0"/>
                  <a:pt x="2307353" y="2262"/>
                  <a:pt x="2307353" y="5013"/>
                </a:cubicBezTo>
                <a:lnTo>
                  <a:pt x="2307353" y="550521"/>
                </a:lnTo>
                <a:cubicBezTo>
                  <a:pt x="2307353" y="553272"/>
                  <a:pt x="2305213" y="555442"/>
                  <a:pt x="2302462" y="555442"/>
                </a:cubicBezTo>
                <a:lnTo>
                  <a:pt x="5013" y="555442"/>
                </a:lnTo>
                <a:cubicBezTo>
                  <a:pt x="2262" y="555442"/>
                  <a:pt x="0" y="553272"/>
                  <a:pt x="0" y="550521"/>
                </a:cubicBezTo>
                <a:lnTo>
                  <a:pt x="0" y="5013"/>
                </a:lnTo>
                <a:cubicBezTo>
                  <a:pt x="0" y="2262"/>
                  <a:pt x="2262" y="0"/>
                  <a:pt x="50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327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F516EFB2-B98B-4A0C-B05E-7573741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29" y="4868502"/>
            <a:ext cx="1359473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328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83C90C60-E3B4-443A-B45D-BCCD5387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88" y="4736204"/>
            <a:ext cx="2307353" cy="555563"/>
          </a:xfrm>
          <a:custGeom xmlns:a="http://schemas.openxmlformats.org/drawingml/2006/main">
            <a:pathLst>
              <a:path w="2307353" h="555563">
                <a:moveTo>
                  <a:pt x="5013" y="0"/>
                </a:moveTo>
                <a:lnTo>
                  <a:pt x="2302462" y="0"/>
                </a:lnTo>
                <a:cubicBezTo>
                  <a:pt x="2305213" y="0"/>
                  <a:pt x="2307353" y="2262"/>
                  <a:pt x="2307353" y="5012"/>
                </a:cubicBezTo>
                <a:lnTo>
                  <a:pt x="2307353" y="550552"/>
                </a:lnTo>
                <a:cubicBezTo>
                  <a:pt x="2307353" y="553272"/>
                  <a:pt x="2305213" y="555563"/>
                  <a:pt x="2302462" y="555563"/>
                </a:cubicBezTo>
                <a:lnTo>
                  <a:pt x="5013" y="555563"/>
                </a:lnTo>
                <a:cubicBezTo>
                  <a:pt x="2262" y="555563"/>
                  <a:pt x="0" y="553272"/>
                  <a:pt x="0" y="550552"/>
                </a:cubicBezTo>
                <a:lnTo>
                  <a:pt x="0" y="5012"/>
                </a:lnTo>
                <a:cubicBezTo>
                  <a:pt x="0" y="2262"/>
                  <a:pt x="2262" y="0"/>
                  <a:pt x="50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32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D205166F-CF89-4398-8F11-E3A2BB81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29" y="2124797"/>
            <a:ext cx="1359473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330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B18CC44C-E961-414C-9542-8AC2C035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88" y="1992555"/>
            <a:ext cx="2307353" cy="555442"/>
          </a:xfrm>
          <a:custGeom xmlns:a="http://schemas.openxmlformats.org/drawingml/2006/main">
            <a:pathLst>
              <a:path w="2307353" h="555442">
                <a:moveTo>
                  <a:pt x="5013" y="0"/>
                </a:moveTo>
                <a:lnTo>
                  <a:pt x="2302462" y="0"/>
                </a:lnTo>
                <a:cubicBezTo>
                  <a:pt x="2305213" y="0"/>
                  <a:pt x="2307353" y="2170"/>
                  <a:pt x="2307353" y="4890"/>
                </a:cubicBezTo>
                <a:lnTo>
                  <a:pt x="2307353" y="550551"/>
                </a:lnTo>
                <a:cubicBezTo>
                  <a:pt x="2307353" y="553302"/>
                  <a:pt x="2305213" y="555442"/>
                  <a:pt x="2302462" y="555442"/>
                </a:cubicBezTo>
                <a:lnTo>
                  <a:pt x="5013" y="555442"/>
                </a:lnTo>
                <a:cubicBezTo>
                  <a:pt x="2262" y="555442"/>
                  <a:pt x="0" y="553302"/>
                  <a:pt x="0" y="550551"/>
                </a:cubicBezTo>
                <a:lnTo>
                  <a:pt x="0" y="4890"/>
                </a:lnTo>
                <a:cubicBezTo>
                  <a:pt x="0" y="2170"/>
                  <a:pt x="2262" y="0"/>
                  <a:pt x="50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33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13A1BF7C-580B-4E24-B668-18EE1CF3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29" y="1192312"/>
            <a:ext cx="1359473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332" name="pdf-path-337">
            <a:extLst xmlns:a="http://schemas.openxmlformats.org/drawingml/2006/main">
              <a:ext uri="{FF2B5EF4-FFF2-40B4-BE49-F238E27FC236}">
                <a16:creationId xmlns:a16="http://schemas.microsoft.com/office/drawing/2014/main" id="{5763766A-458B-4F4D-BC6B-020760C2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88" y="1060053"/>
            <a:ext cx="2307353" cy="555442"/>
          </a:xfrm>
          <a:custGeom xmlns:a="http://schemas.openxmlformats.org/drawingml/2006/main">
            <a:pathLst>
              <a:path w="2307353" h="555442">
                <a:moveTo>
                  <a:pt x="5013" y="0"/>
                </a:moveTo>
                <a:lnTo>
                  <a:pt x="2302462" y="0"/>
                </a:lnTo>
                <a:cubicBezTo>
                  <a:pt x="2305213" y="0"/>
                  <a:pt x="2307353" y="2170"/>
                  <a:pt x="2307353" y="4921"/>
                </a:cubicBezTo>
                <a:lnTo>
                  <a:pt x="2307353" y="550551"/>
                </a:lnTo>
                <a:cubicBezTo>
                  <a:pt x="2307353" y="553302"/>
                  <a:pt x="2305213" y="555442"/>
                  <a:pt x="2302462" y="555442"/>
                </a:cubicBezTo>
                <a:lnTo>
                  <a:pt x="5013" y="555442"/>
                </a:lnTo>
                <a:cubicBezTo>
                  <a:pt x="2262" y="555442"/>
                  <a:pt x="0" y="553302"/>
                  <a:pt x="0" y="550551"/>
                </a:cubicBezTo>
                <a:lnTo>
                  <a:pt x="0" y="4921"/>
                </a:lnTo>
                <a:cubicBezTo>
                  <a:pt x="0" y="2170"/>
                  <a:pt x="2262" y="0"/>
                  <a:pt x="50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333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D3DC3077-A3DF-4570-A0A9-7E0D3C0E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70" y="6130702"/>
            <a:ext cx="1977579" cy="28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Image, 70x70</a:t>
            </a:r>
          </a:p>
        </p:txBody>
      </p:sp>
      <p:sp>
        <p:nvSpPr>
          <p:cNvPr id="334" name="pdf-path-339">
            <a:extLst xmlns:a="http://schemas.openxmlformats.org/drawingml/2006/main">
              <a:ext uri="{FF2B5EF4-FFF2-40B4-BE49-F238E27FC236}">
                <a16:creationId xmlns:a16="http://schemas.microsoft.com/office/drawing/2014/main" id="{47037813-C76A-45DE-8E9F-A41FEDAA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82" y="5319578"/>
            <a:ext cx="196899" cy="279629"/>
          </a:xfrm>
          <a:custGeom xmlns:a="http://schemas.openxmlformats.org/drawingml/2006/main">
            <a:pathLst>
              <a:path w="196899" h="279629">
                <a:moveTo>
                  <a:pt x="67573" y="113"/>
                </a:moveTo>
                <a:lnTo>
                  <a:pt x="0" y="279629"/>
                </a:lnTo>
                <a:lnTo>
                  <a:pt x="196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35" name="pdf-path-340">
            <a:extLst xmlns:a="http://schemas.openxmlformats.org/drawingml/2006/main">
              <a:ext uri="{FF2B5EF4-FFF2-40B4-BE49-F238E27FC236}">
                <a16:creationId xmlns:a16="http://schemas.microsoft.com/office/drawing/2014/main" id="{4C213098-F725-4FBF-8CE5-6DDBC22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110" y="5320058"/>
            <a:ext cx="423980" cy="278316"/>
          </a:xfrm>
          <a:custGeom xmlns:a="http://schemas.openxmlformats.org/drawingml/2006/main">
            <a:pathLst>
              <a:path w="423980" h="278316">
                <a:moveTo>
                  <a:pt x="304341" y="0"/>
                </a:moveTo>
                <a:lnTo>
                  <a:pt x="0" y="278316"/>
                </a:lnTo>
                <a:lnTo>
                  <a:pt x="423980" y="166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36" name="pdf-path-341">
            <a:extLst xmlns:a="http://schemas.openxmlformats.org/drawingml/2006/main">
              <a:ext uri="{FF2B5EF4-FFF2-40B4-BE49-F238E27FC236}">
                <a16:creationId xmlns:a16="http://schemas.microsoft.com/office/drawing/2014/main" id="{3696C70F-F77D-4A12-AB90-C5F5527A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222" y="5321244"/>
            <a:ext cx="654419" cy="275930"/>
          </a:xfrm>
          <a:custGeom xmlns:a="http://schemas.openxmlformats.org/drawingml/2006/main">
            <a:pathLst>
              <a:path w="654419" h="275930">
                <a:moveTo>
                  <a:pt x="525095" y="240"/>
                </a:moveTo>
                <a:lnTo>
                  <a:pt x="0" y="275930"/>
                </a:lnTo>
                <a:lnTo>
                  <a:pt x="654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37" name="pdf-path-342">
            <a:extLst xmlns:a="http://schemas.openxmlformats.org/drawingml/2006/main">
              <a:ext uri="{FF2B5EF4-FFF2-40B4-BE49-F238E27FC236}">
                <a16:creationId xmlns:a16="http://schemas.microsoft.com/office/drawing/2014/main" id="{FF84256A-AD05-4BA0-AE8B-910C6FFA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159" y="5321850"/>
            <a:ext cx="884613" cy="275804"/>
          </a:xfrm>
          <a:custGeom xmlns:a="http://schemas.openxmlformats.org/drawingml/2006/main">
            <a:pathLst>
              <a:path w="884613" h="275804">
                <a:moveTo>
                  <a:pt x="764855" y="0"/>
                </a:moveTo>
                <a:lnTo>
                  <a:pt x="0" y="275804"/>
                </a:lnTo>
                <a:lnTo>
                  <a:pt x="884613" y="1541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38" name="pdf-path-343">
            <a:extLst xmlns:a="http://schemas.openxmlformats.org/drawingml/2006/main">
              <a:ext uri="{FF2B5EF4-FFF2-40B4-BE49-F238E27FC236}">
                <a16:creationId xmlns:a16="http://schemas.microsoft.com/office/drawing/2014/main" id="{29014FBB-C665-4994-8579-BB945A6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982" y="5322558"/>
            <a:ext cx="1100255" cy="274617"/>
          </a:xfrm>
          <a:custGeom xmlns:a="http://schemas.openxmlformats.org/drawingml/2006/main">
            <a:pathLst>
              <a:path w="1100255" h="274617">
                <a:moveTo>
                  <a:pt x="987321" y="1439"/>
                </a:moveTo>
                <a:lnTo>
                  <a:pt x="0" y="274617"/>
                </a:lnTo>
                <a:lnTo>
                  <a:pt x="1100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39" name="pdf-path-344">
            <a:extLst xmlns:a="http://schemas.openxmlformats.org/drawingml/2006/main">
              <a:ext uri="{FF2B5EF4-FFF2-40B4-BE49-F238E27FC236}">
                <a16:creationId xmlns:a16="http://schemas.microsoft.com/office/drawing/2014/main" id="{3FBB568A-016B-4299-8812-02B7C4A8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244" y="5323037"/>
            <a:ext cx="1325439" cy="273897"/>
          </a:xfrm>
          <a:custGeom xmlns:a="http://schemas.openxmlformats.org/drawingml/2006/main">
            <a:pathLst>
              <a:path w="1325439" h="273897">
                <a:moveTo>
                  <a:pt x="1204365" y="0"/>
                </a:moveTo>
                <a:lnTo>
                  <a:pt x="0" y="273897"/>
                </a:lnTo>
                <a:lnTo>
                  <a:pt x="1325439" y="95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0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DD51E5B8-CA6F-4466-84AB-68E80499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661" y="5319931"/>
            <a:ext cx="102793" cy="275211"/>
          </a:xfrm>
          <a:custGeom xmlns:a="http://schemas.openxmlformats.org/drawingml/2006/main">
            <a:pathLst>
              <a:path w="102793" h="275211">
                <a:moveTo>
                  <a:pt x="0" y="0"/>
                </a:moveTo>
                <a:lnTo>
                  <a:pt x="37986" y="275211"/>
                </a:lnTo>
                <a:lnTo>
                  <a:pt x="102793" y="59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1" name="pdf-path-346">
            <a:extLst xmlns:a="http://schemas.openxmlformats.org/drawingml/2006/main">
              <a:ext uri="{FF2B5EF4-FFF2-40B4-BE49-F238E27FC236}">
                <a16:creationId xmlns:a16="http://schemas.microsoft.com/office/drawing/2014/main" id="{324A94DA-34CB-419F-88B4-AB10FE86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806" y="5320525"/>
            <a:ext cx="289189" cy="274503"/>
          </a:xfrm>
          <a:custGeom xmlns:a="http://schemas.openxmlformats.org/drawingml/2006/main">
            <a:pathLst>
              <a:path w="289189" h="274503">
                <a:moveTo>
                  <a:pt x="182458" y="606"/>
                </a:moveTo>
                <a:lnTo>
                  <a:pt x="0" y="274503"/>
                </a:lnTo>
                <a:lnTo>
                  <a:pt x="2891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2" name="pdf-path-347">
            <a:extLst xmlns:a="http://schemas.openxmlformats.org/drawingml/2006/main">
              <a:ext uri="{FF2B5EF4-FFF2-40B4-BE49-F238E27FC236}">
                <a16:creationId xmlns:a16="http://schemas.microsoft.com/office/drawing/2014/main" id="{0691F3E7-5B2E-4715-9F82-D4259C8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108" y="5321131"/>
            <a:ext cx="528707" cy="274137"/>
          </a:xfrm>
          <a:custGeom xmlns:a="http://schemas.openxmlformats.org/drawingml/2006/main">
            <a:pathLst>
              <a:path w="528707" h="274137">
                <a:moveTo>
                  <a:pt x="421116" y="593"/>
                </a:moveTo>
                <a:lnTo>
                  <a:pt x="0" y="274137"/>
                </a:lnTo>
                <a:lnTo>
                  <a:pt x="5287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3" name="pdf-path-348">
            <a:extLst xmlns:a="http://schemas.openxmlformats.org/drawingml/2006/main">
              <a:ext uri="{FF2B5EF4-FFF2-40B4-BE49-F238E27FC236}">
                <a16:creationId xmlns:a16="http://schemas.microsoft.com/office/drawing/2014/main" id="{4B0F443E-A682-4FBF-859E-751D1336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179" y="5322078"/>
            <a:ext cx="747561" cy="273670"/>
          </a:xfrm>
          <a:custGeom xmlns:a="http://schemas.openxmlformats.org/drawingml/2006/main">
            <a:pathLst>
              <a:path w="747561" h="273670">
                <a:moveTo>
                  <a:pt x="643449" y="0"/>
                </a:moveTo>
                <a:lnTo>
                  <a:pt x="0" y="273670"/>
                </a:lnTo>
                <a:lnTo>
                  <a:pt x="747561" y="84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4" name="pdf-path-349">
            <a:extLst xmlns:a="http://schemas.openxmlformats.org/drawingml/2006/main">
              <a:ext uri="{FF2B5EF4-FFF2-40B4-BE49-F238E27FC236}">
                <a16:creationId xmlns:a16="http://schemas.microsoft.com/office/drawing/2014/main" id="{0B98B821-9FF8-47DA-904D-CA50B18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55" y="5322444"/>
            <a:ext cx="972495" cy="272824"/>
          </a:xfrm>
          <a:custGeom xmlns:a="http://schemas.openxmlformats.org/drawingml/2006/main">
            <a:pathLst>
              <a:path w="972495" h="272824">
                <a:moveTo>
                  <a:pt x="863379" y="719"/>
                </a:moveTo>
                <a:lnTo>
                  <a:pt x="0" y="272824"/>
                </a:lnTo>
                <a:lnTo>
                  <a:pt x="972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5" name="pdf-path-350">
            <a:extLst xmlns:a="http://schemas.openxmlformats.org/drawingml/2006/main">
              <a:ext uri="{FF2B5EF4-FFF2-40B4-BE49-F238E27FC236}">
                <a16:creationId xmlns:a16="http://schemas.microsoft.com/office/drawing/2014/main" id="{7ED674F9-573E-4310-B8F8-4A7F83EA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528" y="5319691"/>
            <a:ext cx="1205427" cy="276764"/>
          </a:xfrm>
          <a:custGeom xmlns:a="http://schemas.openxmlformats.org/drawingml/2006/main">
            <a:pathLst>
              <a:path w="1205427" h="276764">
                <a:moveTo>
                  <a:pt x="1091763" y="3586"/>
                </a:moveTo>
                <a:lnTo>
                  <a:pt x="0" y="276764"/>
                </a:lnTo>
                <a:lnTo>
                  <a:pt x="12054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6" name="pdf-path-351">
            <a:extLst xmlns:a="http://schemas.openxmlformats.org/drawingml/2006/main">
              <a:ext uri="{FF2B5EF4-FFF2-40B4-BE49-F238E27FC236}">
                <a16:creationId xmlns:a16="http://schemas.microsoft.com/office/drawing/2014/main" id="{115D5517-445C-4993-A13A-0725193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966" y="5318618"/>
            <a:ext cx="196900" cy="279630"/>
          </a:xfrm>
          <a:custGeom xmlns:a="http://schemas.openxmlformats.org/drawingml/2006/main">
            <a:pathLst>
              <a:path w="196900" h="279630">
                <a:moveTo>
                  <a:pt x="67578" y="127"/>
                </a:moveTo>
                <a:lnTo>
                  <a:pt x="0" y="279630"/>
                </a:lnTo>
                <a:lnTo>
                  <a:pt x="19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7" name="pdf-path-352">
            <a:extLst xmlns:a="http://schemas.openxmlformats.org/drawingml/2006/main">
              <a:ext uri="{FF2B5EF4-FFF2-40B4-BE49-F238E27FC236}">
                <a16:creationId xmlns:a16="http://schemas.microsoft.com/office/drawing/2014/main" id="{F3EB18B3-55AE-4439-B0F1-AEF0F73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895" y="5319098"/>
            <a:ext cx="423979" cy="278316"/>
          </a:xfrm>
          <a:custGeom xmlns:a="http://schemas.openxmlformats.org/drawingml/2006/main">
            <a:pathLst>
              <a:path w="423979" h="278316">
                <a:moveTo>
                  <a:pt x="304342" y="0"/>
                </a:moveTo>
                <a:lnTo>
                  <a:pt x="0" y="278316"/>
                </a:lnTo>
                <a:lnTo>
                  <a:pt x="423979" y="166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8" name="pdf-path-353">
            <a:extLst xmlns:a="http://schemas.openxmlformats.org/drawingml/2006/main">
              <a:ext uri="{FF2B5EF4-FFF2-40B4-BE49-F238E27FC236}">
                <a16:creationId xmlns:a16="http://schemas.microsoft.com/office/drawing/2014/main" id="{1DC69DC4-0735-43E3-9077-73AB5D2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884" y="5320297"/>
            <a:ext cx="654544" cy="275918"/>
          </a:xfrm>
          <a:custGeom xmlns:a="http://schemas.openxmlformats.org/drawingml/2006/main">
            <a:pathLst>
              <a:path w="654544" h="275918">
                <a:moveTo>
                  <a:pt x="525218" y="228"/>
                </a:moveTo>
                <a:lnTo>
                  <a:pt x="0" y="275918"/>
                </a:lnTo>
                <a:lnTo>
                  <a:pt x="6545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49" name="pdf-path-354">
            <a:extLst xmlns:a="http://schemas.openxmlformats.org/drawingml/2006/main">
              <a:ext uri="{FF2B5EF4-FFF2-40B4-BE49-F238E27FC236}">
                <a16:creationId xmlns:a16="http://schemas.microsoft.com/office/drawing/2014/main" id="{459A26AA-D5E8-4EF0-AB5F-1643033A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945" y="5320890"/>
            <a:ext cx="884493" cy="275804"/>
          </a:xfrm>
          <a:custGeom xmlns:a="http://schemas.openxmlformats.org/drawingml/2006/main">
            <a:pathLst>
              <a:path w="884493" h="275804">
                <a:moveTo>
                  <a:pt x="764854" y="0"/>
                </a:moveTo>
                <a:lnTo>
                  <a:pt x="0" y="275804"/>
                </a:lnTo>
                <a:lnTo>
                  <a:pt x="884493" y="155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0" name="pdf-path-355">
            <a:extLst xmlns:a="http://schemas.openxmlformats.org/drawingml/2006/main">
              <a:ext uri="{FF2B5EF4-FFF2-40B4-BE49-F238E27FC236}">
                <a16:creationId xmlns:a16="http://schemas.microsoft.com/office/drawing/2014/main" id="{DE0C87D3-609F-48ED-BC89-E0CE7A42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768" y="5321611"/>
            <a:ext cx="1100258" cy="274604"/>
          </a:xfrm>
          <a:custGeom xmlns:a="http://schemas.openxmlformats.org/drawingml/2006/main">
            <a:pathLst>
              <a:path w="1100258" h="274604">
                <a:moveTo>
                  <a:pt x="987198" y="1427"/>
                </a:moveTo>
                <a:lnTo>
                  <a:pt x="0" y="274604"/>
                </a:lnTo>
                <a:lnTo>
                  <a:pt x="11002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1" name="pdf-path-356">
            <a:extLst xmlns:a="http://schemas.openxmlformats.org/drawingml/2006/main">
              <a:ext uri="{FF2B5EF4-FFF2-40B4-BE49-F238E27FC236}">
                <a16:creationId xmlns:a16="http://schemas.microsoft.com/office/drawing/2014/main" id="{E40C5F33-14EF-409E-B9B9-8C60CB07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908" y="5322078"/>
            <a:ext cx="1204486" cy="274023"/>
          </a:xfrm>
          <a:custGeom xmlns:a="http://schemas.openxmlformats.org/drawingml/2006/main">
            <a:pathLst>
              <a:path w="1204486" h="274023">
                <a:moveTo>
                  <a:pt x="1204486" y="0"/>
                </a:moveTo>
                <a:lnTo>
                  <a:pt x="0" y="27402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2" name="pdf-path-357">
            <a:extLst xmlns:a="http://schemas.openxmlformats.org/drawingml/2006/main">
              <a:ext uri="{FF2B5EF4-FFF2-40B4-BE49-F238E27FC236}">
                <a16:creationId xmlns:a16="http://schemas.microsoft.com/office/drawing/2014/main" id="{715CE1FC-66F0-47A2-BE3B-2720B2B9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26" y="5318984"/>
            <a:ext cx="102916" cy="275211"/>
          </a:xfrm>
          <a:custGeom xmlns:a="http://schemas.openxmlformats.org/drawingml/2006/main">
            <a:pathLst>
              <a:path w="102916" h="275211">
                <a:moveTo>
                  <a:pt x="0" y="0"/>
                </a:moveTo>
                <a:lnTo>
                  <a:pt x="38110" y="275211"/>
                </a:lnTo>
                <a:lnTo>
                  <a:pt x="102916" y="59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3" name="pdf-path-358">
            <a:extLst xmlns:a="http://schemas.openxmlformats.org/drawingml/2006/main">
              <a:ext uri="{FF2B5EF4-FFF2-40B4-BE49-F238E27FC236}">
                <a16:creationId xmlns:a16="http://schemas.microsoft.com/office/drawing/2014/main" id="{14E62838-343D-434F-ACC1-09DC06B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90" y="5319578"/>
            <a:ext cx="289193" cy="274491"/>
          </a:xfrm>
          <a:custGeom xmlns:a="http://schemas.openxmlformats.org/drawingml/2006/main">
            <a:pathLst>
              <a:path w="289193" h="274491">
                <a:moveTo>
                  <a:pt x="182458" y="594"/>
                </a:moveTo>
                <a:lnTo>
                  <a:pt x="0" y="274491"/>
                </a:lnTo>
                <a:lnTo>
                  <a:pt x="28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4" name="pdf-path-359">
            <a:extLst xmlns:a="http://schemas.openxmlformats.org/drawingml/2006/main">
              <a:ext uri="{FF2B5EF4-FFF2-40B4-BE49-F238E27FC236}">
                <a16:creationId xmlns:a16="http://schemas.microsoft.com/office/drawing/2014/main" id="{2F9ABB19-D0FB-4926-B8CE-7710FFE6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893" y="5320172"/>
            <a:ext cx="528706" cy="274136"/>
          </a:xfrm>
          <a:custGeom xmlns:a="http://schemas.openxmlformats.org/drawingml/2006/main">
            <a:pathLst>
              <a:path w="528706" h="274136">
                <a:moveTo>
                  <a:pt x="421115" y="593"/>
                </a:moveTo>
                <a:lnTo>
                  <a:pt x="0" y="274136"/>
                </a:lnTo>
                <a:lnTo>
                  <a:pt x="528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5" name="pdf-path-360">
            <a:extLst xmlns:a="http://schemas.openxmlformats.org/drawingml/2006/main">
              <a:ext uri="{FF2B5EF4-FFF2-40B4-BE49-F238E27FC236}">
                <a16:creationId xmlns:a16="http://schemas.microsoft.com/office/drawing/2014/main" id="{F2D39568-A965-447B-80C2-0C6F0AC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64" y="5321131"/>
            <a:ext cx="747439" cy="273657"/>
          </a:xfrm>
          <a:custGeom xmlns:a="http://schemas.openxmlformats.org/drawingml/2006/main">
            <a:pathLst>
              <a:path w="747439" h="273657">
                <a:moveTo>
                  <a:pt x="643454" y="0"/>
                </a:moveTo>
                <a:lnTo>
                  <a:pt x="0" y="273657"/>
                </a:lnTo>
                <a:lnTo>
                  <a:pt x="747439" y="83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6" name="pdf-path-361">
            <a:extLst xmlns:a="http://schemas.openxmlformats.org/drawingml/2006/main">
              <a:ext uri="{FF2B5EF4-FFF2-40B4-BE49-F238E27FC236}">
                <a16:creationId xmlns:a16="http://schemas.microsoft.com/office/drawing/2014/main" id="{D5512458-7B04-4573-A3AD-5A1E16E7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718" y="5321484"/>
            <a:ext cx="972495" cy="272824"/>
          </a:xfrm>
          <a:custGeom xmlns:a="http://schemas.openxmlformats.org/drawingml/2006/main">
            <a:pathLst>
              <a:path w="972495" h="272824">
                <a:moveTo>
                  <a:pt x="863501" y="719"/>
                </a:moveTo>
                <a:lnTo>
                  <a:pt x="0" y="272824"/>
                </a:lnTo>
                <a:lnTo>
                  <a:pt x="972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7" name="pdf-path-362">
            <a:extLst xmlns:a="http://schemas.openxmlformats.org/drawingml/2006/main">
              <a:ext uri="{FF2B5EF4-FFF2-40B4-BE49-F238E27FC236}">
                <a16:creationId xmlns:a16="http://schemas.microsoft.com/office/drawing/2014/main" id="{00558D05-E83D-4549-B54F-3C8B2F2F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375" y="5317545"/>
            <a:ext cx="196896" cy="279756"/>
          </a:xfrm>
          <a:custGeom xmlns:a="http://schemas.openxmlformats.org/drawingml/2006/main">
            <a:pathLst>
              <a:path w="196896" h="279756">
                <a:moveTo>
                  <a:pt x="67573" y="240"/>
                </a:moveTo>
                <a:lnTo>
                  <a:pt x="0" y="279756"/>
                </a:lnTo>
                <a:lnTo>
                  <a:pt x="1968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8" name="pdf-path-363">
            <a:extLst xmlns:a="http://schemas.openxmlformats.org/drawingml/2006/main">
              <a:ext uri="{FF2B5EF4-FFF2-40B4-BE49-F238E27FC236}">
                <a16:creationId xmlns:a16="http://schemas.microsoft.com/office/drawing/2014/main" id="{33D050A1-5D99-4A63-8732-6A9812CB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300" y="5318138"/>
            <a:ext cx="423981" cy="278317"/>
          </a:xfrm>
          <a:custGeom xmlns:a="http://schemas.openxmlformats.org/drawingml/2006/main">
            <a:pathLst>
              <a:path w="423981" h="278317">
                <a:moveTo>
                  <a:pt x="304341" y="0"/>
                </a:moveTo>
                <a:lnTo>
                  <a:pt x="0" y="278317"/>
                </a:lnTo>
                <a:lnTo>
                  <a:pt x="423981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59" name="pdf-path-364">
            <a:extLst xmlns:a="http://schemas.openxmlformats.org/drawingml/2006/main">
              <a:ext uri="{FF2B5EF4-FFF2-40B4-BE49-F238E27FC236}">
                <a16:creationId xmlns:a16="http://schemas.microsoft.com/office/drawing/2014/main" id="{E1E7B48A-8457-4046-A851-1E4ACE1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416" y="5319338"/>
            <a:ext cx="654419" cy="275930"/>
          </a:xfrm>
          <a:custGeom xmlns:a="http://schemas.openxmlformats.org/drawingml/2006/main">
            <a:pathLst>
              <a:path w="654419" h="275930">
                <a:moveTo>
                  <a:pt x="525094" y="113"/>
                </a:moveTo>
                <a:lnTo>
                  <a:pt x="0" y="275930"/>
                </a:lnTo>
                <a:lnTo>
                  <a:pt x="654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0" name="pdf-path-365">
            <a:extLst xmlns:a="http://schemas.openxmlformats.org/drawingml/2006/main">
              <a:ext uri="{FF2B5EF4-FFF2-40B4-BE49-F238E27FC236}">
                <a16:creationId xmlns:a16="http://schemas.microsoft.com/office/drawing/2014/main" id="{A01AB34D-1B28-482D-B6C0-9C5D18F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351" y="5319818"/>
            <a:ext cx="764855" cy="275804"/>
          </a:xfrm>
          <a:custGeom xmlns:a="http://schemas.openxmlformats.org/drawingml/2006/main">
            <a:pathLst>
              <a:path w="764855" h="275804">
                <a:moveTo>
                  <a:pt x="764855" y="0"/>
                </a:moveTo>
                <a:lnTo>
                  <a:pt x="0" y="27580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1" name="pdf-path-366">
            <a:extLst xmlns:a="http://schemas.openxmlformats.org/drawingml/2006/main">
              <a:ext uri="{FF2B5EF4-FFF2-40B4-BE49-F238E27FC236}">
                <a16:creationId xmlns:a16="http://schemas.microsoft.com/office/drawing/2014/main" id="{7A3D01C9-52AA-4C6A-B8EF-11776BA7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854" y="5318025"/>
            <a:ext cx="102826" cy="275097"/>
          </a:xfrm>
          <a:custGeom xmlns:a="http://schemas.openxmlformats.org/drawingml/2006/main">
            <a:pathLst>
              <a:path w="102826" h="275097">
                <a:moveTo>
                  <a:pt x="0" y="0"/>
                </a:moveTo>
                <a:lnTo>
                  <a:pt x="37988" y="275097"/>
                </a:lnTo>
                <a:lnTo>
                  <a:pt x="102826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2" name="pdf-path-367">
            <a:extLst xmlns:a="http://schemas.openxmlformats.org/drawingml/2006/main">
              <a:ext uri="{FF2B5EF4-FFF2-40B4-BE49-F238E27FC236}">
                <a16:creationId xmlns:a16="http://schemas.microsoft.com/office/drawing/2014/main" id="{388A5A2D-15C7-47AA-B390-C4D4270F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999" y="5318504"/>
            <a:ext cx="289191" cy="274618"/>
          </a:xfrm>
          <a:custGeom xmlns:a="http://schemas.openxmlformats.org/drawingml/2006/main">
            <a:pathLst>
              <a:path w="289191" h="274618">
                <a:moveTo>
                  <a:pt x="182456" y="594"/>
                </a:moveTo>
                <a:lnTo>
                  <a:pt x="0" y="274618"/>
                </a:lnTo>
                <a:lnTo>
                  <a:pt x="2891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3" name="pdf-path-368">
            <a:extLst xmlns:a="http://schemas.openxmlformats.org/drawingml/2006/main">
              <a:ext uri="{FF2B5EF4-FFF2-40B4-BE49-F238E27FC236}">
                <a16:creationId xmlns:a16="http://schemas.microsoft.com/office/drawing/2014/main" id="{FAA19391-1B30-42D8-890A-FF306517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99" y="5319212"/>
            <a:ext cx="528828" cy="274024"/>
          </a:xfrm>
          <a:custGeom xmlns:a="http://schemas.openxmlformats.org/drawingml/2006/main">
            <a:pathLst>
              <a:path w="528828" h="274024">
                <a:moveTo>
                  <a:pt x="421117" y="480"/>
                </a:moveTo>
                <a:lnTo>
                  <a:pt x="0" y="274024"/>
                </a:lnTo>
                <a:lnTo>
                  <a:pt x="528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4" name="pdf-path-369">
            <a:extLst xmlns:a="http://schemas.openxmlformats.org/drawingml/2006/main">
              <a:ext uri="{FF2B5EF4-FFF2-40B4-BE49-F238E27FC236}">
                <a16:creationId xmlns:a16="http://schemas.microsoft.com/office/drawing/2014/main" id="{949EFF28-65C9-4DEF-90AD-034246F4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358" y="5316586"/>
            <a:ext cx="196900" cy="279629"/>
          </a:xfrm>
          <a:custGeom xmlns:a="http://schemas.openxmlformats.org/drawingml/2006/main">
            <a:pathLst>
              <a:path w="196900" h="279629">
                <a:moveTo>
                  <a:pt x="67577" y="126"/>
                </a:moveTo>
                <a:lnTo>
                  <a:pt x="0" y="279629"/>
                </a:lnTo>
                <a:lnTo>
                  <a:pt x="19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5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6845423A-E25B-4FA9-889D-4FD52556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286" y="5317066"/>
            <a:ext cx="304342" cy="278316"/>
          </a:xfrm>
          <a:custGeom xmlns:a="http://schemas.openxmlformats.org/drawingml/2006/main">
            <a:pathLst>
              <a:path w="304342" h="278316">
                <a:moveTo>
                  <a:pt x="304342" y="0"/>
                </a:moveTo>
                <a:lnTo>
                  <a:pt x="0" y="27831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6" name="pdf-path-371">
            <a:extLst xmlns:a="http://schemas.openxmlformats.org/drawingml/2006/main">
              <a:ext uri="{FF2B5EF4-FFF2-40B4-BE49-F238E27FC236}">
                <a16:creationId xmlns:a16="http://schemas.microsoft.com/office/drawing/2014/main" id="{A02B4BCF-82DE-4592-92F7-A287CC8C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914" y="5318501"/>
            <a:ext cx="68319" cy="276639"/>
          </a:xfrm>
          <a:custGeom xmlns:a="http://schemas.openxmlformats.org/drawingml/2006/main">
            <a:pathLst>
              <a:path w="68319" h="276639">
                <a:moveTo>
                  <a:pt x="68319" y="0"/>
                </a:moveTo>
                <a:lnTo>
                  <a:pt x="0" y="27663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7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4D3A7762-7D7D-4309-9169-255487EE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722" y="5318501"/>
            <a:ext cx="269241" cy="276639"/>
          </a:xfrm>
          <a:custGeom xmlns:a="http://schemas.openxmlformats.org/drawingml/2006/main">
            <a:pathLst>
              <a:path w="269241" h="276639">
                <a:moveTo>
                  <a:pt x="99573" y="0"/>
                </a:moveTo>
                <a:lnTo>
                  <a:pt x="269241" y="276639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8" name="pdf-path-373">
            <a:extLst xmlns:a="http://schemas.openxmlformats.org/drawingml/2006/main">
              <a:ext uri="{FF2B5EF4-FFF2-40B4-BE49-F238E27FC236}">
                <a16:creationId xmlns:a16="http://schemas.microsoft.com/office/drawing/2014/main" id="{8FF22806-2811-4D44-8732-ED1906D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949" y="5318977"/>
            <a:ext cx="269243" cy="276526"/>
          </a:xfrm>
          <a:custGeom xmlns:a="http://schemas.openxmlformats.org/drawingml/2006/main">
            <a:pathLst>
              <a:path w="269243" h="276526">
                <a:moveTo>
                  <a:pt x="99484" y="0"/>
                </a:moveTo>
                <a:lnTo>
                  <a:pt x="269243" y="276526"/>
                </a:lnTo>
                <a:lnTo>
                  <a:pt x="0" y="3336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69" name="pdf-path-374">
            <a:extLst xmlns:a="http://schemas.openxmlformats.org/drawingml/2006/main">
              <a:ext uri="{FF2B5EF4-FFF2-40B4-BE49-F238E27FC236}">
                <a16:creationId xmlns:a16="http://schemas.microsoft.com/office/drawing/2014/main" id="{4726E930-B5F2-48B3-B37F-8A304294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41" y="5318977"/>
            <a:ext cx="269244" cy="276526"/>
          </a:xfrm>
          <a:custGeom xmlns:a="http://schemas.openxmlformats.org/drawingml/2006/main">
            <a:pathLst>
              <a:path w="269244" h="276526">
                <a:moveTo>
                  <a:pt x="99576" y="0"/>
                </a:moveTo>
                <a:lnTo>
                  <a:pt x="269244" y="276526"/>
                </a:lnTo>
                <a:lnTo>
                  <a:pt x="0" y="3336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0" name="pdf-path-375">
            <a:extLst xmlns:a="http://schemas.openxmlformats.org/drawingml/2006/main">
              <a:ext uri="{FF2B5EF4-FFF2-40B4-BE49-F238E27FC236}">
                <a16:creationId xmlns:a16="http://schemas.microsoft.com/office/drawing/2014/main" id="{7E03FDEA-52DE-4C3D-9BD8-3E7FD87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122" y="5318977"/>
            <a:ext cx="269243" cy="276526"/>
          </a:xfrm>
          <a:custGeom xmlns:a="http://schemas.openxmlformats.org/drawingml/2006/main">
            <a:pathLst>
              <a:path w="269243" h="276526">
                <a:moveTo>
                  <a:pt x="99606" y="0"/>
                </a:moveTo>
                <a:lnTo>
                  <a:pt x="269243" y="276526"/>
                </a:lnTo>
                <a:lnTo>
                  <a:pt x="0" y="3336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1" name="pdf-path-376">
            <a:extLst xmlns:a="http://schemas.openxmlformats.org/drawingml/2006/main">
              <a:ext uri="{FF2B5EF4-FFF2-40B4-BE49-F238E27FC236}">
                <a16:creationId xmlns:a16="http://schemas.microsoft.com/office/drawing/2014/main" id="{90901069-DE0D-487B-8700-7A5EB56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594" y="5321837"/>
            <a:ext cx="269243" cy="276649"/>
          </a:xfrm>
          <a:custGeom xmlns:a="http://schemas.openxmlformats.org/drawingml/2006/main">
            <a:pathLst>
              <a:path w="269243" h="276649">
                <a:moveTo>
                  <a:pt x="99573" y="0"/>
                </a:moveTo>
                <a:lnTo>
                  <a:pt x="269243" y="276649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2" name="pdf-path-377">
            <a:extLst xmlns:a="http://schemas.openxmlformats.org/drawingml/2006/main">
              <a:ext uri="{FF2B5EF4-FFF2-40B4-BE49-F238E27FC236}">
                <a16:creationId xmlns:a16="http://schemas.microsoft.com/office/drawing/2014/main" id="{4F6A6B7C-C446-4582-92C8-1F86025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63" y="5319692"/>
            <a:ext cx="269242" cy="276526"/>
          </a:xfrm>
          <a:custGeom xmlns:a="http://schemas.openxmlformats.org/drawingml/2006/main">
            <a:pathLst>
              <a:path w="269242" h="276526">
                <a:moveTo>
                  <a:pt x="99574" y="0"/>
                </a:moveTo>
                <a:lnTo>
                  <a:pt x="269242" y="276526"/>
                </a:lnTo>
                <a:lnTo>
                  <a:pt x="0" y="3462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3" name="pdf-path-378">
            <a:extLst xmlns:a="http://schemas.openxmlformats.org/drawingml/2006/main">
              <a:ext uri="{FF2B5EF4-FFF2-40B4-BE49-F238E27FC236}">
                <a16:creationId xmlns:a16="http://schemas.microsoft.com/office/drawing/2014/main" id="{337E91DA-55ED-4EFB-9664-A4A65540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863" y="5322211"/>
            <a:ext cx="1631951" cy="274618"/>
          </a:xfrm>
          <a:custGeom xmlns:a="http://schemas.openxmlformats.org/drawingml/2006/main">
            <a:pathLst>
              <a:path w="1631951" h="274618">
                <a:moveTo>
                  <a:pt x="38688" y="274618"/>
                </a:moveTo>
                <a:lnTo>
                  <a:pt x="0" y="0"/>
                </a:lnTo>
                <a:lnTo>
                  <a:pt x="1631951" y="271271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4" name="pdf-path-379">
            <a:extLst xmlns:a="http://schemas.openxmlformats.org/drawingml/2006/main">
              <a:ext uri="{FF2B5EF4-FFF2-40B4-BE49-F238E27FC236}">
                <a16:creationId xmlns:a16="http://schemas.microsoft.com/office/drawing/2014/main" id="{6D93E5D3-D94E-44BE-8A63-E15BC322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899" y="5322334"/>
            <a:ext cx="488340" cy="273424"/>
          </a:xfrm>
          <a:custGeom xmlns:a="http://schemas.openxmlformats.org/drawingml/2006/main">
            <a:pathLst>
              <a:path w="488340" h="273424">
                <a:moveTo>
                  <a:pt x="488340" y="2734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5" name="pdf-path-380">
            <a:extLst xmlns:a="http://schemas.openxmlformats.org/drawingml/2006/main">
              <a:ext uri="{FF2B5EF4-FFF2-40B4-BE49-F238E27FC236}">
                <a16:creationId xmlns:a16="http://schemas.microsoft.com/office/drawing/2014/main" id="{F752BB29-E568-4D96-BE6D-AE1DDF0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601" y="5323527"/>
            <a:ext cx="730227" cy="270200"/>
          </a:xfrm>
          <a:custGeom xmlns:a="http://schemas.openxmlformats.org/drawingml/2006/main">
            <a:pathLst>
              <a:path w="730227" h="270200">
                <a:moveTo>
                  <a:pt x="730227" y="270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6" name="pdf-path-381">
            <a:extLst xmlns:a="http://schemas.openxmlformats.org/drawingml/2006/main">
              <a:ext uri="{FF2B5EF4-FFF2-40B4-BE49-F238E27FC236}">
                <a16:creationId xmlns:a16="http://schemas.microsoft.com/office/drawing/2014/main" id="{AAFAA983-CB2F-4173-B0D1-B01FAA86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411" y="5323048"/>
            <a:ext cx="1182992" cy="271036"/>
          </a:xfrm>
          <a:custGeom xmlns:a="http://schemas.openxmlformats.org/drawingml/2006/main">
            <a:pathLst>
              <a:path w="1182992" h="271036">
                <a:moveTo>
                  <a:pt x="941348" y="271036"/>
                </a:moveTo>
                <a:lnTo>
                  <a:pt x="0" y="0"/>
                </a:lnTo>
                <a:lnTo>
                  <a:pt x="1182992" y="268046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7" name="pdf-path-382">
            <a:extLst xmlns:a="http://schemas.openxmlformats.org/drawingml/2006/main">
              <a:ext uri="{FF2B5EF4-FFF2-40B4-BE49-F238E27FC236}">
                <a16:creationId xmlns:a16="http://schemas.microsoft.com/office/drawing/2014/main" id="{E4D3D37B-958C-4DBD-8CCB-5B111AE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693" y="5319343"/>
            <a:ext cx="1405896" cy="274260"/>
          </a:xfrm>
          <a:custGeom xmlns:a="http://schemas.openxmlformats.org/drawingml/2006/main">
            <a:pathLst>
              <a:path w="1405896" h="274260">
                <a:moveTo>
                  <a:pt x="1405896" y="274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8" name="pdf-path-383">
            <a:extLst xmlns:a="http://schemas.openxmlformats.org/drawingml/2006/main">
              <a:ext uri="{FF2B5EF4-FFF2-40B4-BE49-F238E27FC236}">
                <a16:creationId xmlns:a16="http://schemas.microsoft.com/office/drawing/2014/main" id="{48F750C1-F332-474E-ACA5-BF2BEBC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605" y="5325060"/>
            <a:ext cx="1174400" cy="266379"/>
          </a:xfrm>
          <a:custGeom xmlns:a="http://schemas.openxmlformats.org/drawingml/2006/main">
            <a:pathLst>
              <a:path w="1174400" h="266379">
                <a:moveTo>
                  <a:pt x="0" y="0"/>
                </a:moveTo>
                <a:lnTo>
                  <a:pt x="1174400" y="26637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79" name="pdf-path-384">
            <a:extLst xmlns:a="http://schemas.openxmlformats.org/drawingml/2006/main">
              <a:ext uri="{FF2B5EF4-FFF2-40B4-BE49-F238E27FC236}">
                <a16:creationId xmlns:a16="http://schemas.microsoft.com/office/drawing/2014/main" id="{14B3C795-B4CD-42B5-B5DD-1A801F53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946" y="5322075"/>
            <a:ext cx="162599" cy="272950"/>
          </a:xfrm>
          <a:custGeom xmlns:a="http://schemas.openxmlformats.org/drawingml/2006/main">
            <a:pathLst>
              <a:path w="162599" h="272950">
                <a:moveTo>
                  <a:pt x="0" y="0"/>
                </a:moveTo>
                <a:lnTo>
                  <a:pt x="162599" y="27295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0" name="pdf-path-385">
            <a:extLst xmlns:a="http://schemas.openxmlformats.org/drawingml/2006/main">
              <a:ext uri="{FF2B5EF4-FFF2-40B4-BE49-F238E27FC236}">
                <a16:creationId xmlns:a16="http://schemas.microsoft.com/office/drawing/2014/main" id="{4DE18331-646C-49A4-9D44-E2B8FCAB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88" y="5320645"/>
            <a:ext cx="384232" cy="272950"/>
          </a:xfrm>
          <a:custGeom xmlns:a="http://schemas.openxmlformats.org/drawingml/2006/main">
            <a:pathLst>
              <a:path w="384232" h="272950">
                <a:moveTo>
                  <a:pt x="0" y="0"/>
                </a:moveTo>
                <a:lnTo>
                  <a:pt x="384232" y="27295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1" name="pdf-path-386">
            <a:extLst xmlns:a="http://schemas.openxmlformats.org/drawingml/2006/main">
              <a:ext uri="{FF2B5EF4-FFF2-40B4-BE49-F238E27FC236}">
                <a16:creationId xmlns:a16="http://schemas.microsoft.com/office/drawing/2014/main" id="{5C0AF560-86E1-4F6C-9D88-12E1F208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473" y="5320294"/>
            <a:ext cx="500773" cy="271509"/>
          </a:xfrm>
          <a:custGeom xmlns:a="http://schemas.openxmlformats.org/drawingml/2006/main">
            <a:pathLst>
              <a:path w="500773" h="271509">
                <a:moveTo>
                  <a:pt x="0" y="0"/>
                </a:moveTo>
                <a:lnTo>
                  <a:pt x="500773" y="27150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2" name="pdf-path-387">
            <a:extLst xmlns:a="http://schemas.openxmlformats.org/drawingml/2006/main">
              <a:ext uri="{FF2B5EF4-FFF2-40B4-BE49-F238E27FC236}">
                <a16:creationId xmlns:a16="http://schemas.microsoft.com/office/drawing/2014/main" id="{88C29577-E9A5-47C4-9093-FA3E505B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351" y="5318024"/>
            <a:ext cx="408960" cy="273779"/>
          </a:xfrm>
          <a:custGeom xmlns:a="http://schemas.openxmlformats.org/drawingml/2006/main">
            <a:pathLst>
              <a:path w="408960" h="273779">
                <a:moveTo>
                  <a:pt x="0" y="0"/>
                </a:moveTo>
                <a:lnTo>
                  <a:pt x="408960" y="27377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3" name="pdf-path-388">
            <a:extLst xmlns:a="http://schemas.openxmlformats.org/drawingml/2006/main">
              <a:ext uri="{FF2B5EF4-FFF2-40B4-BE49-F238E27FC236}">
                <a16:creationId xmlns:a16="http://schemas.microsoft.com/office/drawing/2014/main" id="{5B3CE9BE-4D40-43D5-8523-7B829147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369" y="5321009"/>
            <a:ext cx="486284" cy="271509"/>
          </a:xfrm>
          <a:custGeom xmlns:a="http://schemas.openxmlformats.org/drawingml/2006/main">
            <a:pathLst>
              <a:path w="486284" h="271509">
                <a:moveTo>
                  <a:pt x="0" y="0"/>
                </a:moveTo>
                <a:lnTo>
                  <a:pt x="486284" y="27150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4" name="pdf-path-389">
            <a:extLst xmlns:a="http://schemas.openxmlformats.org/drawingml/2006/main">
              <a:ext uri="{FF2B5EF4-FFF2-40B4-BE49-F238E27FC236}">
                <a16:creationId xmlns:a16="http://schemas.microsoft.com/office/drawing/2014/main" id="{3C96E431-B32B-424E-A60B-B5C9AC91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246" y="5321724"/>
            <a:ext cx="384228" cy="272938"/>
          </a:xfrm>
          <a:custGeom xmlns:a="http://schemas.openxmlformats.org/drawingml/2006/main">
            <a:pathLst>
              <a:path w="384228" h="272938">
                <a:moveTo>
                  <a:pt x="0" y="0"/>
                </a:moveTo>
                <a:lnTo>
                  <a:pt x="384228" y="27293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5" name="pdf-path-390">
            <a:extLst xmlns:a="http://schemas.openxmlformats.org/drawingml/2006/main">
              <a:ext uri="{FF2B5EF4-FFF2-40B4-BE49-F238E27FC236}">
                <a16:creationId xmlns:a16="http://schemas.microsoft.com/office/drawing/2014/main" id="{9CB6B39B-B009-4942-94A2-DF088191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709" y="5322438"/>
            <a:ext cx="729765" cy="268649"/>
          </a:xfrm>
          <a:custGeom xmlns:a="http://schemas.openxmlformats.org/drawingml/2006/main">
            <a:pathLst>
              <a:path w="729765" h="268649">
                <a:moveTo>
                  <a:pt x="0" y="0"/>
                </a:moveTo>
                <a:lnTo>
                  <a:pt x="729765" y="26864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6" name="pdf-path-391">
            <a:extLst xmlns:a="http://schemas.openxmlformats.org/drawingml/2006/main">
              <a:ext uri="{FF2B5EF4-FFF2-40B4-BE49-F238E27FC236}">
                <a16:creationId xmlns:a16="http://schemas.microsoft.com/office/drawing/2014/main" id="{851AB8D1-6523-4BC1-A62F-75C92E2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05" y="5323154"/>
            <a:ext cx="729765" cy="268648"/>
          </a:xfrm>
          <a:custGeom xmlns:a="http://schemas.openxmlformats.org/drawingml/2006/main">
            <a:pathLst>
              <a:path w="729765" h="268648">
                <a:moveTo>
                  <a:pt x="0" y="0"/>
                </a:moveTo>
                <a:lnTo>
                  <a:pt x="729765" y="26864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7" name="pdf-path-392">
            <a:extLst xmlns:a="http://schemas.openxmlformats.org/drawingml/2006/main">
              <a:ext uri="{FF2B5EF4-FFF2-40B4-BE49-F238E27FC236}">
                <a16:creationId xmlns:a16="http://schemas.microsoft.com/office/drawing/2014/main" id="{1C529AA0-4F91-4387-B781-37A411D0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840" y="5325298"/>
            <a:ext cx="729765" cy="268648"/>
          </a:xfrm>
          <a:custGeom xmlns:a="http://schemas.openxmlformats.org/drawingml/2006/main">
            <a:pathLst>
              <a:path w="729765" h="268648">
                <a:moveTo>
                  <a:pt x="0" y="0"/>
                </a:moveTo>
                <a:lnTo>
                  <a:pt x="729765" y="26864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8" name="pdf-path-393">
            <a:extLst xmlns:a="http://schemas.openxmlformats.org/drawingml/2006/main">
              <a:ext uri="{FF2B5EF4-FFF2-40B4-BE49-F238E27FC236}">
                <a16:creationId xmlns:a16="http://schemas.microsoft.com/office/drawing/2014/main" id="{5516E1AA-2AD8-4EE9-A5CC-03FD8350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288" y="5323154"/>
            <a:ext cx="846864" cy="269364"/>
          </a:xfrm>
          <a:custGeom xmlns:a="http://schemas.openxmlformats.org/drawingml/2006/main">
            <a:pathLst>
              <a:path w="846864" h="269364">
                <a:moveTo>
                  <a:pt x="0" y="0"/>
                </a:moveTo>
                <a:lnTo>
                  <a:pt x="846864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89" name="pdf-path-394">
            <a:extLst xmlns:a="http://schemas.openxmlformats.org/drawingml/2006/main">
              <a:ext uri="{FF2B5EF4-FFF2-40B4-BE49-F238E27FC236}">
                <a16:creationId xmlns:a16="http://schemas.microsoft.com/office/drawing/2014/main" id="{959BD256-8B3D-4687-80EB-ABB2E48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115" y="5322075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0" name="pdf-path-395">
            <a:extLst xmlns:a="http://schemas.openxmlformats.org/drawingml/2006/main">
              <a:ext uri="{FF2B5EF4-FFF2-40B4-BE49-F238E27FC236}">
                <a16:creationId xmlns:a16="http://schemas.microsoft.com/office/drawing/2014/main" id="{F9B35786-0FE6-4C6A-A3D9-DED3E65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371" y="5321360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1" name="pdf-path-396">
            <a:extLst xmlns:a="http://schemas.openxmlformats.org/drawingml/2006/main">
              <a:ext uri="{FF2B5EF4-FFF2-40B4-BE49-F238E27FC236}">
                <a16:creationId xmlns:a16="http://schemas.microsoft.com/office/drawing/2014/main" id="{8ACD9926-A18F-48EB-B0FA-52A81F6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078" y="5322802"/>
            <a:ext cx="846891" cy="269352"/>
          </a:xfrm>
          <a:custGeom xmlns:a="http://schemas.openxmlformats.org/drawingml/2006/main">
            <a:pathLst>
              <a:path w="846891" h="269352">
                <a:moveTo>
                  <a:pt x="0" y="0"/>
                </a:moveTo>
                <a:lnTo>
                  <a:pt x="846891" y="269352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2" name="pdf-path-397">
            <a:extLst xmlns:a="http://schemas.openxmlformats.org/drawingml/2006/main">
              <a:ext uri="{FF2B5EF4-FFF2-40B4-BE49-F238E27FC236}">
                <a16:creationId xmlns:a16="http://schemas.microsoft.com/office/drawing/2014/main" id="{E34AE7D5-CB26-4039-88AA-8C06F93C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250" y="5320645"/>
            <a:ext cx="630037" cy="272224"/>
          </a:xfrm>
          <a:custGeom xmlns:a="http://schemas.openxmlformats.org/drawingml/2006/main">
            <a:pathLst>
              <a:path w="630037" h="272224">
                <a:moveTo>
                  <a:pt x="0" y="0"/>
                </a:moveTo>
                <a:lnTo>
                  <a:pt x="630037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3" name="pdf-path-398">
            <a:extLst xmlns:a="http://schemas.openxmlformats.org/drawingml/2006/main">
              <a:ext uri="{FF2B5EF4-FFF2-40B4-BE49-F238E27FC236}">
                <a16:creationId xmlns:a16="http://schemas.microsoft.com/office/drawing/2014/main" id="{B1B2854D-EFCB-41FD-9121-C395D6F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320" y="5319817"/>
            <a:ext cx="630037" cy="272337"/>
          </a:xfrm>
          <a:custGeom xmlns:a="http://schemas.openxmlformats.org/drawingml/2006/main">
            <a:pathLst>
              <a:path w="630037" h="272337">
                <a:moveTo>
                  <a:pt x="0" y="0"/>
                </a:moveTo>
                <a:lnTo>
                  <a:pt x="630037" y="272337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4" name="pdf-path-399">
            <a:extLst xmlns:a="http://schemas.openxmlformats.org/drawingml/2006/main">
              <a:ext uri="{FF2B5EF4-FFF2-40B4-BE49-F238E27FC236}">
                <a16:creationId xmlns:a16="http://schemas.microsoft.com/office/drawing/2014/main" id="{FF139790-DD8E-4C99-A7A8-752B2884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4" y="5317660"/>
            <a:ext cx="630160" cy="272225"/>
          </a:xfrm>
          <a:custGeom xmlns:a="http://schemas.openxmlformats.org/drawingml/2006/main">
            <a:pathLst>
              <a:path w="630160" h="272225">
                <a:moveTo>
                  <a:pt x="0" y="0"/>
                </a:moveTo>
                <a:lnTo>
                  <a:pt x="630160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5" name="pdf-path-400">
            <a:extLst xmlns:a="http://schemas.openxmlformats.org/drawingml/2006/main">
              <a:ext uri="{FF2B5EF4-FFF2-40B4-BE49-F238E27FC236}">
                <a16:creationId xmlns:a16="http://schemas.microsoft.com/office/drawing/2014/main" id="{1A23F0CB-9E53-43D4-BBAB-3A51A2C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855" y="5320645"/>
            <a:ext cx="630190" cy="272224"/>
          </a:xfrm>
          <a:custGeom xmlns:a="http://schemas.openxmlformats.org/drawingml/2006/main">
            <a:pathLst>
              <a:path w="630190" h="272224">
                <a:moveTo>
                  <a:pt x="0" y="0"/>
                </a:moveTo>
                <a:lnTo>
                  <a:pt x="630190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6" name="pdf-path-401">
            <a:extLst xmlns:a="http://schemas.openxmlformats.org/drawingml/2006/main">
              <a:ext uri="{FF2B5EF4-FFF2-40B4-BE49-F238E27FC236}">
                <a16:creationId xmlns:a16="http://schemas.microsoft.com/office/drawing/2014/main" id="{269223A1-0009-4C99-A4EE-251ED26D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102" y="5321360"/>
            <a:ext cx="630192" cy="272235"/>
          </a:xfrm>
          <a:custGeom xmlns:a="http://schemas.openxmlformats.org/drawingml/2006/main">
            <a:pathLst>
              <a:path w="630192" h="272235">
                <a:moveTo>
                  <a:pt x="0" y="0"/>
                </a:moveTo>
                <a:lnTo>
                  <a:pt x="630192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7" name="pdf-path-402">
            <a:extLst xmlns:a="http://schemas.openxmlformats.org/drawingml/2006/main">
              <a:ext uri="{FF2B5EF4-FFF2-40B4-BE49-F238E27FC236}">
                <a16:creationId xmlns:a16="http://schemas.microsoft.com/office/drawing/2014/main" id="{E203B903-3593-46EE-865D-4CD7A2B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099" y="5319090"/>
            <a:ext cx="630039" cy="272348"/>
          </a:xfrm>
          <a:custGeom xmlns:a="http://schemas.openxmlformats.org/drawingml/2006/main">
            <a:pathLst>
              <a:path w="630039" h="272348">
                <a:moveTo>
                  <a:pt x="0" y="0"/>
                </a:moveTo>
                <a:lnTo>
                  <a:pt x="630039" y="27234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8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6CC84429-9E73-4B5A-B8FA-D916C6D5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038" y="5318375"/>
            <a:ext cx="490598" cy="272349"/>
          </a:xfrm>
          <a:custGeom xmlns:a="http://schemas.openxmlformats.org/drawingml/2006/main">
            <a:pathLst>
              <a:path w="490598" h="272349">
                <a:moveTo>
                  <a:pt x="0" y="0"/>
                </a:moveTo>
                <a:lnTo>
                  <a:pt x="490598" y="27234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399" name="pdf-path-404">
            <a:extLst xmlns:a="http://schemas.openxmlformats.org/drawingml/2006/main">
              <a:ext uri="{FF2B5EF4-FFF2-40B4-BE49-F238E27FC236}">
                <a16:creationId xmlns:a16="http://schemas.microsoft.com/office/drawing/2014/main" id="{280965F8-61C1-43A2-8FE1-41A4FAA2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413" y="5319090"/>
            <a:ext cx="490597" cy="272348"/>
          </a:xfrm>
          <a:custGeom xmlns:a="http://schemas.openxmlformats.org/drawingml/2006/main">
            <a:pathLst>
              <a:path w="490597" h="272348">
                <a:moveTo>
                  <a:pt x="0" y="0"/>
                </a:moveTo>
                <a:lnTo>
                  <a:pt x="490597" y="27234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0" name="pdf-path-405">
            <a:extLst xmlns:a="http://schemas.openxmlformats.org/drawingml/2006/main">
              <a:ext uri="{FF2B5EF4-FFF2-40B4-BE49-F238E27FC236}">
                <a16:creationId xmlns:a16="http://schemas.microsoft.com/office/drawing/2014/main" id="{1644729C-B11C-4FCA-A4BC-8A31FBF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214" y="5317660"/>
            <a:ext cx="33920" cy="275209"/>
          </a:xfrm>
          <a:custGeom xmlns:a="http://schemas.openxmlformats.org/drawingml/2006/main">
            <a:pathLst>
              <a:path w="33920" h="275209">
                <a:moveTo>
                  <a:pt x="0" y="0"/>
                </a:moveTo>
                <a:lnTo>
                  <a:pt x="33920" y="27520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1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774E74EC-CFD2-4761-9E56-B2676BA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827" y="4862939"/>
            <a:ext cx="1359472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402" name="pdf-path-407">
            <a:extLst xmlns:a="http://schemas.openxmlformats.org/drawingml/2006/main">
              <a:ext uri="{FF2B5EF4-FFF2-40B4-BE49-F238E27FC236}">
                <a16:creationId xmlns:a16="http://schemas.microsoft.com/office/drawing/2014/main" id="{597ABA30-4198-41AA-B706-1F0F1122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114" y="4730703"/>
            <a:ext cx="2307353" cy="555442"/>
          </a:xfrm>
          <a:custGeom xmlns:a="http://schemas.openxmlformats.org/drawingml/2006/main">
            <a:pathLst>
              <a:path w="2307353" h="555442">
                <a:moveTo>
                  <a:pt x="4890" y="0"/>
                </a:moveTo>
                <a:lnTo>
                  <a:pt x="2302462" y="0"/>
                </a:lnTo>
                <a:cubicBezTo>
                  <a:pt x="2305213" y="0"/>
                  <a:pt x="2307353" y="2170"/>
                  <a:pt x="2307353" y="4890"/>
                </a:cubicBezTo>
                <a:lnTo>
                  <a:pt x="2307353" y="550552"/>
                </a:lnTo>
                <a:cubicBezTo>
                  <a:pt x="2307353" y="553180"/>
                  <a:pt x="2305213" y="555442"/>
                  <a:pt x="2302462" y="555442"/>
                </a:cubicBezTo>
                <a:lnTo>
                  <a:pt x="4890" y="555442"/>
                </a:lnTo>
                <a:cubicBezTo>
                  <a:pt x="2140" y="555442"/>
                  <a:pt x="0" y="553180"/>
                  <a:pt x="0" y="550552"/>
                </a:cubicBezTo>
                <a:lnTo>
                  <a:pt x="0" y="4890"/>
                </a:lnTo>
                <a:cubicBezTo>
                  <a:pt x="0" y="2170"/>
                  <a:pt x="2140" y="0"/>
                  <a:pt x="489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403" name="pdf-path-408">
            <a:extLst xmlns:a="http://schemas.openxmlformats.org/drawingml/2006/main">
              <a:ext uri="{FF2B5EF4-FFF2-40B4-BE49-F238E27FC236}">
                <a16:creationId xmlns:a16="http://schemas.microsoft.com/office/drawing/2014/main" id="{C1950D04-5CA3-4CE5-AE71-B609648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038" y="4414430"/>
            <a:ext cx="72709" cy="288701"/>
          </a:xfrm>
          <a:custGeom xmlns:a="http://schemas.openxmlformats.org/drawingml/2006/main">
            <a:pathLst>
              <a:path w="72709" h="288701">
                <a:moveTo>
                  <a:pt x="0" y="288701"/>
                </a:moveTo>
                <a:lnTo>
                  <a:pt x="26853" y="0"/>
                </a:lnTo>
                <a:lnTo>
                  <a:pt x="72709" y="2882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4" name="pdf-path-409">
            <a:extLst xmlns:a="http://schemas.openxmlformats.org/drawingml/2006/main">
              <a:ext uri="{FF2B5EF4-FFF2-40B4-BE49-F238E27FC236}">
                <a16:creationId xmlns:a16="http://schemas.microsoft.com/office/drawing/2014/main" id="{175EC25D-FC29-4E18-9006-53C5CDF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866" y="4414542"/>
            <a:ext cx="204422" cy="288101"/>
          </a:xfrm>
          <a:custGeom xmlns:a="http://schemas.openxmlformats.org/drawingml/2006/main">
            <a:pathLst>
              <a:path w="204422" h="288101">
                <a:moveTo>
                  <a:pt x="128968" y="287502"/>
                </a:moveTo>
                <a:lnTo>
                  <a:pt x="0" y="0"/>
                </a:lnTo>
                <a:lnTo>
                  <a:pt x="204422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5" name="pdf-path-410">
            <a:extLst xmlns:a="http://schemas.openxmlformats.org/drawingml/2006/main">
              <a:ext uri="{FF2B5EF4-FFF2-40B4-BE49-F238E27FC236}">
                <a16:creationId xmlns:a16="http://schemas.microsoft.com/office/drawing/2014/main" id="{8A1770F1-1448-494F-AEA2-3665F362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250" y="4414299"/>
            <a:ext cx="373836" cy="287633"/>
          </a:xfrm>
          <a:custGeom xmlns:a="http://schemas.openxmlformats.org/drawingml/2006/main">
            <a:pathLst>
              <a:path w="373836" h="287633">
                <a:moveTo>
                  <a:pt x="297649" y="287034"/>
                </a:moveTo>
                <a:lnTo>
                  <a:pt x="0" y="0"/>
                </a:lnTo>
                <a:lnTo>
                  <a:pt x="373836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6" name="pdf-path-411">
            <a:extLst xmlns:a="http://schemas.openxmlformats.org/drawingml/2006/main">
              <a:ext uri="{FF2B5EF4-FFF2-40B4-BE49-F238E27FC236}">
                <a16:creationId xmlns:a16="http://schemas.microsoft.com/office/drawing/2014/main" id="{85D4D222-07BF-4E84-9D43-7CAFD33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973" y="4413830"/>
            <a:ext cx="528569" cy="287146"/>
          </a:xfrm>
          <a:custGeom xmlns:a="http://schemas.openxmlformats.org/drawingml/2006/main">
            <a:pathLst>
              <a:path w="528569" h="287146">
                <a:moveTo>
                  <a:pt x="454892" y="287146"/>
                </a:moveTo>
                <a:lnTo>
                  <a:pt x="0" y="0"/>
                </a:lnTo>
                <a:lnTo>
                  <a:pt x="528569" y="28619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7" name="pdf-path-412">
            <a:extLst xmlns:a="http://schemas.openxmlformats.org/drawingml/2006/main">
              <a:ext uri="{FF2B5EF4-FFF2-40B4-BE49-F238E27FC236}">
                <a16:creationId xmlns:a16="http://schemas.microsoft.com/office/drawing/2014/main" id="{13C84A8E-3334-4C3C-9C48-B8597EC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61" y="4414299"/>
            <a:ext cx="687581" cy="286322"/>
          </a:xfrm>
          <a:custGeom xmlns:a="http://schemas.openxmlformats.org/drawingml/2006/main">
            <a:pathLst>
              <a:path w="687581" h="286322">
                <a:moveTo>
                  <a:pt x="610458" y="285478"/>
                </a:moveTo>
                <a:lnTo>
                  <a:pt x="0" y="0"/>
                </a:lnTo>
                <a:lnTo>
                  <a:pt x="687581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8" name="pdf-path-413">
            <a:extLst xmlns:a="http://schemas.openxmlformats.org/drawingml/2006/main">
              <a:ext uri="{FF2B5EF4-FFF2-40B4-BE49-F238E27FC236}">
                <a16:creationId xmlns:a16="http://schemas.microsoft.com/office/drawing/2014/main" id="{3AAF443D-138C-4A52-A74E-90A5FEF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776" y="4412987"/>
            <a:ext cx="852243" cy="290500"/>
          </a:xfrm>
          <a:custGeom xmlns:a="http://schemas.openxmlformats.org/drawingml/2006/main">
            <a:pathLst>
              <a:path w="852243" h="290500">
                <a:moveTo>
                  <a:pt x="772033" y="286677"/>
                </a:moveTo>
                <a:lnTo>
                  <a:pt x="0" y="0"/>
                </a:lnTo>
                <a:lnTo>
                  <a:pt x="852243" y="29050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09" name="pdf-path-414">
            <a:extLst xmlns:a="http://schemas.openxmlformats.org/drawingml/2006/main">
              <a:ext uri="{FF2B5EF4-FFF2-40B4-BE49-F238E27FC236}">
                <a16:creationId xmlns:a16="http://schemas.microsoft.com/office/drawing/2014/main" id="{6C1A7FEB-147C-4344-A77F-C4F2D18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86" y="4411076"/>
            <a:ext cx="139112" cy="293479"/>
          </a:xfrm>
          <a:custGeom xmlns:a="http://schemas.openxmlformats.org/drawingml/2006/main">
            <a:pathLst>
              <a:path w="139112" h="293479">
                <a:moveTo>
                  <a:pt x="47770" y="293367"/>
                </a:moveTo>
                <a:lnTo>
                  <a:pt x="0" y="0"/>
                </a:lnTo>
                <a:lnTo>
                  <a:pt x="139112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0" name="pdf-path-415">
            <a:extLst xmlns:a="http://schemas.openxmlformats.org/drawingml/2006/main">
              <a:ext uri="{FF2B5EF4-FFF2-40B4-BE49-F238E27FC236}">
                <a16:creationId xmlns:a16="http://schemas.microsoft.com/office/drawing/2014/main" id="{D584CB08-8800-4A8F-A7EF-3CAF56BD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67" y="4411919"/>
            <a:ext cx="299788" cy="292036"/>
          </a:xfrm>
          <a:custGeom xmlns:a="http://schemas.openxmlformats.org/drawingml/2006/main">
            <a:pathLst>
              <a:path w="299788" h="292036">
                <a:moveTo>
                  <a:pt x="215258" y="292036"/>
                </a:moveTo>
                <a:lnTo>
                  <a:pt x="0" y="0"/>
                </a:lnTo>
                <a:lnTo>
                  <a:pt x="299788" y="29036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1" name="pdf-path-416">
            <a:extLst xmlns:a="http://schemas.openxmlformats.org/drawingml/2006/main">
              <a:ext uri="{FF2B5EF4-FFF2-40B4-BE49-F238E27FC236}">
                <a16:creationId xmlns:a16="http://schemas.microsoft.com/office/drawing/2014/main" id="{0BC3F2FE-EBC0-4376-9EE9-E48AB437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91" y="4413231"/>
            <a:ext cx="462786" cy="289544"/>
          </a:xfrm>
          <a:custGeom xmlns:a="http://schemas.openxmlformats.org/drawingml/2006/main">
            <a:pathLst>
              <a:path w="462786" h="289544">
                <a:moveTo>
                  <a:pt x="371346" y="289301"/>
                </a:moveTo>
                <a:lnTo>
                  <a:pt x="0" y="0"/>
                </a:lnTo>
                <a:lnTo>
                  <a:pt x="462786" y="28954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2" name="pdf-path-417">
            <a:extLst xmlns:a="http://schemas.openxmlformats.org/drawingml/2006/main">
              <a:ext uri="{FF2B5EF4-FFF2-40B4-BE49-F238E27FC236}">
                <a16:creationId xmlns:a16="http://schemas.microsoft.com/office/drawing/2014/main" id="{574243CC-4510-4AC5-BC3A-C69E1F87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64" y="4412743"/>
            <a:ext cx="625403" cy="289432"/>
          </a:xfrm>
          <a:custGeom xmlns:a="http://schemas.openxmlformats.org/drawingml/2006/main">
            <a:pathLst>
              <a:path w="625403" h="289432">
                <a:moveTo>
                  <a:pt x="540750" y="289432"/>
                </a:moveTo>
                <a:lnTo>
                  <a:pt x="0" y="0"/>
                </a:lnTo>
                <a:lnTo>
                  <a:pt x="625403" y="28776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3" name="pdf-path-418">
            <a:extLst xmlns:a="http://schemas.openxmlformats.org/drawingml/2006/main">
              <a:ext uri="{FF2B5EF4-FFF2-40B4-BE49-F238E27FC236}">
                <a16:creationId xmlns:a16="http://schemas.microsoft.com/office/drawing/2014/main" id="{0972F5F6-55A9-4FE9-A5D2-1F555DF5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029" y="4413231"/>
            <a:ext cx="777997" cy="288232"/>
          </a:xfrm>
          <a:custGeom xmlns:a="http://schemas.openxmlformats.org/drawingml/2006/main">
            <a:pathLst>
              <a:path w="777997" h="288232">
                <a:moveTo>
                  <a:pt x="698124" y="286677"/>
                </a:moveTo>
                <a:lnTo>
                  <a:pt x="0" y="0"/>
                </a:lnTo>
                <a:lnTo>
                  <a:pt x="777997" y="28823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4" name="pdf-path-419">
            <a:extLst xmlns:a="http://schemas.openxmlformats.org/drawingml/2006/main">
              <a:ext uri="{FF2B5EF4-FFF2-40B4-BE49-F238E27FC236}">
                <a16:creationId xmlns:a16="http://schemas.microsoft.com/office/drawing/2014/main" id="{59DA19E3-DA13-4C6C-8B16-A6FB4A43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698" y="4413474"/>
            <a:ext cx="851563" cy="287389"/>
          </a:xfrm>
          <a:custGeom xmlns:a="http://schemas.openxmlformats.org/drawingml/2006/main">
            <a:pathLst>
              <a:path w="851563" h="287389">
                <a:moveTo>
                  <a:pt x="851563" y="2873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5" name="pdf-path-420">
            <a:extLst xmlns:a="http://schemas.openxmlformats.org/drawingml/2006/main">
              <a:ext uri="{FF2B5EF4-FFF2-40B4-BE49-F238E27FC236}">
                <a16:creationId xmlns:a16="http://schemas.microsoft.com/office/drawing/2014/main" id="{3A4E32BE-6621-4449-A1E7-A9EFA97E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77" y="4415386"/>
            <a:ext cx="72709" cy="288701"/>
          </a:xfrm>
          <a:custGeom xmlns:a="http://schemas.openxmlformats.org/drawingml/2006/main">
            <a:pathLst>
              <a:path w="72709" h="288701">
                <a:moveTo>
                  <a:pt x="0" y="288701"/>
                </a:moveTo>
                <a:lnTo>
                  <a:pt x="26853" y="0"/>
                </a:lnTo>
                <a:lnTo>
                  <a:pt x="72709" y="2882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6" name="pdf-path-421">
            <a:extLst xmlns:a="http://schemas.openxmlformats.org/drawingml/2006/main">
              <a:ext uri="{FF2B5EF4-FFF2-40B4-BE49-F238E27FC236}">
                <a16:creationId xmlns:a16="http://schemas.microsoft.com/office/drawing/2014/main" id="{F13ABFDD-A2A3-4EAE-97CE-9252366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405" y="4415498"/>
            <a:ext cx="204422" cy="288101"/>
          </a:xfrm>
          <a:custGeom xmlns:a="http://schemas.openxmlformats.org/drawingml/2006/main">
            <a:pathLst>
              <a:path w="204422" h="288101">
                <a:moveTo>
                  <a:pt x="128968" y="287501"/>
                </a:moveTo>
                <a:lnTo>
                  <a:pt x="0" y="0"/>
                </a:lnTo>
                <a:lnTo>
                  <a:pt x="204422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7" name="pdf-path-422">
            <a:extLst xmlns:a="http://schemas.openxmlformats.org/drawingml/2006/main">
              <a:ext uri="{FF2B5EF4-FFF2-40B4-BE49-F238E27FC236}">
                <a16:creationId xmlns:a16="http://schemas.microsoft.com/office/drawing/2014/main" id="{F15B10ED-7D76-4B65-A122-4CA1137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89" y="4415254"/>
            <a:ext cx="373837" cy="287633"/>
          </a:xfrm>
          <a:custGeom xmlns:a="http://schemas.openxmlformats.org/drawingml/2006/main">
            <a:pathLst>
              <a:path w="373837" h="287633">
                <a:moveTo>
                  <a:pt x="297650" y="287034"/>
                </a:moveTo>
                <a:lnTo>
                  <a:pt x="0" y="0"/>
                </a:lnTo>
                <a:lnTo>
                  <a:pt x="373837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8" name="pdf-path-423">
            <a:extLst xmlns:a="http://schemas.openxmlformats.org/drawingml/2006/main">
              <a:ext uri="{FF2B5EF4-FFF2-40B4-BE49-F238E27FC236}">
                <a16:creationId xmlns:a16="http://schemas.microsoft.com/office/drawing/2014/main" id="{3BF34443-B9C3-4D33-9B2C-F82A84E3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513" y="4414786"/>
            <a:ext cx="528578" cy="287146"/>
          </a:xfrm>
          <a:custGeom xmlns:a="http://schemas.openxmlformats.org/drawingml/2006/main">
            <a:pathLst>
              <a:path w="528578" h="287146">
                <a:moveTo>
                  <a:pt x="454891" y="287146"/>
                </a:moveTo>
                <a:lnTo>
                  <a:pt x="0" y="0"/>
                </a:lnTo>
                <a:lnTo>
                  <a:pt x="528578" y="2863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19" name="pdf-path-424">
            <a:extLst xmlns:a="http://schemas.openxmlformats.org/drawingml/2006/main">
              <a:ext uri="{FF2B5EF4-FFF2-40B4-BE49-F238E27FC236}">
                <a16:creationId xmlns:a16="http://schemas.microsoft.com/office/drawing/2014/main" id="{340112CC-9D94-4E72-A3D5-330493D4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70" y="4415254"/>
            <a:ext cx="687609" cy="286322"/>
          </a:xfrm>
          <a:custGeom xmlns:a="http://schemas.openxmlformats.org/drawingml/2006/main">
            <a:pathLst>
              <a:path w="687609" h="286322">
                <a:moveTo>
                  <a:pt x="610494" y="285609"/>
                </a:moveTo>
                <a:lnTo>
                  <a:pt x="0" y="0"/>
                </a:lnTo>
                <a:lnTo>
                  <a:pt x="687609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0" name="pdf-path-425">
            <a:extLst xmlns:a="http://schemas.openxmlformats.org/drawingml/2006/main">
              <a:ext uri="{FF2B5EF4-FFF2-40B4-BE49-F238E27FC236}">
                <a16:creationId xmlns:a16="http://schemas.microsoft.com/office/drawing/2014/main" id="{03D36826-9D0D-4579-89AA-12937F53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711" y="4412163"/>
            <a:ext cx="139204" cy="293479"/>
          </a:xfrm>
          <a:custGeom xmlns:a="http://schemas.openxmlformats.org/drawingml/2006/main">
            <a:pathLst>
              <a:path w="139204" h="293479">
                <a:moveTo>
                  <a:pt x="47743" y="293348"/>
                </a:moveTo>
                <a:lnTo>
                  <a:pt x="0" y="0"/>
                </a:lnTo>
                <a:lnTo>
                  <a:pt x="139204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1" name="pdf-path-426">
            <a:extLst xmlns:a="http://schemas.openxmlformats.org/drawingml/2006/main">
              <a:ext uri="{FF2B5EF4-FFF2-40B4-BE49-F238E27FC236}">
                <a16:creationId xmlns:a16="http://schemas.microsoft.com/office/drawing/2014/main" id="{73022ECC-F59B-445E-9362-75B6B01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87" y="4412987"/>
            <a:ext cx="299816" cy="292055"/>
          </a:xfrm>
          <a:custGeom xmlns:a="http://schemas.openxmlformats.org/drawingml/2006/main">
            <a:pathLst>
              <a:path w="299816" h="292055">
                <a:moveTo>
                  <a:pt x="215164" y="292055"/>
                </a:moveTo>
                <a:lnTo>
                  <a:pt x="0" y="0"/>
                </a:lnTo>
                <a:lnTo>
                  <a:pt x="299816" y="290388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2" name="pdf-path-427">
            <a:extLst xmlns:a="http://schemas.openxmlformats.org/drawingml/2006/main">
              <a:ext uri="{FF2B5EF4-FFF2-40B4-BE49-F238E27FC236}">
                <a16:creationId xmlns:a16="http://schemas.microsoft.com/office/drawing/2014/main" id="{03CA4F1E-6B34-4EB7-BD4C-2AF9D3CA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142" y="4414299"/>
            <a:ext cx="462787" cy="289544"/>
          </a:xfrm>
          <a:custGeom xmlns:a="http://schemas.openxmlformats.org/drawingml/2006/main">
            <a:pathLst>
              <a:path w="462787" h="289544">
                <a:moveTo>
                  <a:pt x="371315" y="289301"/>
                </a:moveTo>
                <a:lnTo>
                  <a:pt x="0" y="0"/>
                </a:lnTo>
                <a:lnTo>
                  <a:pt x="462787" y="28954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3" name="pdf-path-428">
            <a:extLst xmlns:a="http://schemas.openxmlformats.org/drawingml/2006/main">
              <a:ext uri="{FF2B5EF4-FFF2-40B4-BE49-F238E27FC236}">
                <a16:creationId xmlns:a16="http://schemas.microsoft.com/office/drawing/2014/main" id="{C6E77CA6-1D85-48F6-9156-20F066C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258" y="4413830"/>
            <a:ext cx="540876" cy="289413"/>
          </a:xfrm>
          <a:custGeom xmlns:a="http://schemas.openxmlformats.org/drawingml/2006/main">
            <a:pathLst>
              <a:path w="540876" h="289413">
                <a:moveTo>
                  <a:pt x="540876" y="2894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4" name="pdf-path-429">
            <a:extLst xmlns:a="http://schemas.openxmlformats.org/drawingml/2006/main">
              <a:ext uri="{FF2B5EF4-FFF2-40B4-BE49-F238E27FC236}">
                <a16:creationId xmlns:a16="http://schemas.microsoft.com/office/drawing/2014/main" id="{9E574FF9-D145-4AD9-BC8F-7EF7B832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275" y="4416453"/>
            <a:ext cx="72706" cy="288701"/>
          </a:xfrm>
          <a:custGeom xmlns:a="http://schemas.openxmlformats.org/drawingml/2006/main">
            <a:pathLst>
              <a:path w="72706" h="288701">
                <a:moveTo>
                  <a:pt x="0" y="288701"/>
                </a:moveTo>
                <a:lnTo>
                  <a:pt x="26975" y="0"/>
                </a:lnTo>
                <a:lnTo>
                  <a:pt x="72706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5" name="pdf-path-430">
            <a:extLst xmlns:a="http://schemas.openxmlformats.org/drawingml/2006/main">
              <a:ext uri="{FF2B5EF4-FFF2-40B4-BE49-F238E27FC236}">
                <a16:creationId xmlns:a16="http://schemas.microsoft.com/office/drawing/2014/main" id="{FA131F8F-FCAA-4E14-9921-70BD210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134" y="4416566"/>
            <a:ext cx="204509" cy="288120"/>
          </a:xfrm>
          <a:custGeom xmlns:a="http://schemas.openxmlformats.org/drawingml/2006/main">
            <a:pathLst>
              <a:path w="204509" h="288120">
                <a:moveTo>
                  <a:pt x="129055" y="287521"/>
                </a:moveTo>
                <a:lnTo>
                  <a:pt x="0" y="0"/>
                </a:lnTo>
                <a:lnTo>
                  <a:pt x="204509" y="28812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6" name="pdf-path-431">
            <a:extLst xmlns:a="http://schemas.openxmlformats.org/drawingml/2006/main">
              <a:ext uri="{FF2B5EF4-FFF2-40B4-BE49-F238E27FC236}">
                <a16:creationId xmlns:a16="http://schemas.microsoft.com/office/drawing/2014/main" id="{C1E99151-57D6-4D4E-A893-5939A4FA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14" y="4416341"/>
            <a:ext cx="373932" cy="287614"/>
          </a:xfrm>
          <a:custGeom xmlns:a="http://schemas.openxmlformats.org/drawingml/2006/main">
            <a:pathLst>
              <a:path w="373932" h="287614">
                <a:moveTo>
                  <a:pt x="297772" y="287034"/>
                </a:moveTo>
                <a:lnTo>
                  <a:pt x="0" y="0"/>
                </a:lnTo>
                <a:lnTo>
                  <a:pt x="373932" y="2876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7" name="pdf-path-432">
            <a:extLst xmlns:a="http://schemas.openxmlformats.org/drawingml/2006/main">
              <a:ext uri="{FF2B5EF4-FFF2-40B4-BE49-F238E27FC236}">
                <a16:creationId xmlns:a16="http://schemas.microsoft.com/office/drawing/2014/main" id="{80215743-255D-4B60-B0BA-90EAEC13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802" y="4413231"/>
            <a:ext cx="139233" cy="293479"/>
          </a:xfrm>
          <a:custGeom xmlns:a="http://schemas.openxmlformats.org/drawingml/2006/main">
            <a:pathLst>
              <a:path w="139233" h="293479">
                <a:moveTo>
                  <a:pt x="47770" y="293366"/>
                </a:moveTo>
                <a:lnTo>
                  <a:pt x="0" y="0"/>
                </a:lnTo>
                <a:lnTo>
                  <a:pt x="139233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8" name="pdf-path-433">
            <a:extLst xmlns:a="http://schemas.openxmlformats.org/drawingml/2006/main">
              <a:ext uri="{FF2B5EF4-FFF2-40B4-BE49-F238E27FC236}">
                <a16:creationId xmlns:a16="http://schemas.microsoft.com/office/drawing/2014/main" id="{50521674-BF07-4C67-B3DC-8C16633B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2" y="4414074"/>
            <a:ext cx="215258" cy="292037"/>
          </a:xfrm>
          <a:custGeom xmlns:a="http://schemas.openxmlformats.org/drawingml/2006/main">
            <a:pathLst>
              <a:path w="215258" h="292037">
                <a:moveTo>
                  <a:pt x="215258" y="2920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29" name="pdf-path-434">
            <a:extLst xmlns:a="http://schemas.openxmlformats.org/drawingml/2006/main">
              <a:ext uri="{FF2B5EF4-FFF2-40B4-BE49-F238E27FC236}">
                <a16:creationId xmlns:a16="http://schemas.microsoft.com/office/drawing/2014/main" id="{6BD8FF8B-57CE-4F67-BC37-32ADC721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566" y="4413945"/>
            <a:ext cx="190302" cy="290262"/>
          </a:xfrm>
          <a:custGeom xmlns:a="http://schemas.openxmlformats.org/drawingml/2006/main">
            <a:pathLst>
              <a:path w="190302" h="290262">
                <a:moveTo>
                  <a:pt x="70318" y="290262"/>
                </a:moveTo>
                <a:lnTo>
                  <a:pt x="190302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0" name="pdf-path-435">
            <a:extLst xmlns:a="http://schemas.openxmlformats.org/drawingml/2006/main">
              <a:ext uri="{FF2B5EF4-FFF2-40B4-BE49-F238E27FC236}">
                <a16:creationId xmlns:a16="http://schemas.microsoft.com/office/drawing/2014/main" id="{FB75BBF7-E5DF-4E8C-990F-FA5DD83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84" y="4413945"/>
            <a:ext cx="190454" cy="290262"/>
          </a:xfrm>
          <a:custGeom xmlns:a="http://schemas.openxmlformats.org/drawingml/2006/main">
            <a:pathLst>
              <a:path w="190454" h="290262">
                <a:moveTo>
                  <a:pt x="70440" y="290262"/>
                </a:moveTo>
                <a:lnTo>
                  <a:pt x="190454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1" name="pdf-path-436">
            <a:extLst xmlns:a="http://schemas.openxmlformats.org/drawingml/2006/main">
              <a:ext uri="{FF2B5EF4-FFF2-40B4-BE49-F238E27FC236}">
                <a16:creationId xmlns:a16="http://schemas.microsoft.com/office/drawing/2014/main" id="{D0ACC7C8-359B-4ECC-90B5-5AB2687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377" y="4413945"/>
            <a:ext cx="190332" cy="290262"/>
          </a:xfrm>
          <a:custGeom xmlns:a="http://schemas.openxmlformats.org/drawingml/2006/main">
            <a:pathLst>
              <a:path w="190332" h="290262">
                <a:moveTo>
                  <a:pt x="70348" y="290262"/>
                </a:moveTo>
                <a:lnTo>
                  <a:pt x="190332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2" name="pdf-path-437">
            <a:extLst xmlns:a="http://schemas.openxmlformats.org/drawingml/2006/main">
              <a:ext uri="{FF2B5EF4-FFF2-40B4-BE49-F238E27FC236}">
                <a16:creationId xmlns:a16="http://schemas.microsoft.com/office/drawing/2014/main" id="{5EBC313C-429A-48BF-B4D2-472A3188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70" y="4410963"/>
            <a:ext cx="190454" cy="290262"/>
          </a:xfrm>
          <a:custGeom xmlns:a="http://schemas.openxmlformats.org/drawingml/2006/main">
            <a:pathLst>
              <a:path w="190454" h="290262">
                <a:moveTo>
                  <a:pt x="70440" y="290262"/>
                </a:moveTo>
                <a:lnTo>
                  <a:pt x="190454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3" name="pdf-path-438">
            <a:extLst xmlns:a="http://schemas.openxmlformats.org/drawingml/2006/main">
              <a:ext uri="{FF2B5EF4-FFF2-40B4-BE49-F238E27FC236}">
                <a16:creationId xmlns:a16="http://schemas.microsoft.com/office/drawing/2014/main" id="{25D0FCAE-958E-40C8-B764-69782EB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429" y="4413237"/>
            <a:ext cx="190453" cy="290246"/>
          </a:xfrm>
          <a:custGeom xmlns:a="http://schemas.openxmlformats.org/drawingml/2006/main">
            <a:pathLst>
              <a:path w="190453" h="290246">
                <a:moveTo>
                  <a:pt x="70442" y="290246"/>
                </a:moveTo>
                <a:lnTo>
                  <a:pt x="190453" y="0"/>
                </a:lnTo>
                <a:lnTo>
                  <a:pt x="0" y="286676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4" name="pdf-path-439">
            <a:extLst xmlns:a="http://schemas.openxmlformats.org/drawingml/2006/main">
              <a:ext uri="{FF2B5EF4-FFF2-40B4-BE49-F238E27FC236}">
                <a16:creationId xmlns:a16="http://schemas.microsoft.com/office/drawing/2014/main" id="{0C4054BF-20BC-4135-B790-3EF079F0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22" y="4413713"/>
            <a:ext cx="345302" cy="287030"/>
          </a:xfrm>
          <a:custGeom xmlns:a="http://schemas.openxmlformats.org/drawingml/2006/main">
            <a:pathLst>
              <a:path w="345302" h="287030">
                <a:moveTo>
                  <a:pt x="345302" y="0"/>
                </a:moveTo>
                <a:lnTo>
                  <a:pt x="0" y="28703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5" name="pdf-path-440">
            <a:extLst xmlns:a="http://schemas.openxmlformats.org/drawingml/2006/main">
              <a:ext uri="{FF2B5EF4-FFF2-40B4-BE49-F238E27FC236}">
                <a16:creationId xmlns:a16="http://schemas.microsoft.com/office/drawing/2014/main" id="{785BEF70-42B2-4CA3-8A99-E46DF30A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266" y="4415850"/>
            <a:ext cx="516265" cy="283578"/>
          </a:xfrm>
          <a:custGeom xmlns:a="http://schemas.openxmlformats.org/drawingml/2006/main">
            <a:pathLst>
              <a:path w="516265" h="283578">
                <a:moveTo>
                  <a:pt x="516265" y="0"/>
                </a:moveTo>
                <a:lnTo>
                  <a:pt x="0" y="28357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6" name="pdf-path-441">
            <a:extLst xmlns:a="http://schemas.openxmlformats.org/drawingml/2006/main">
              <a:ext uri="{FF2B5EF4-FFF2-40B4-BE49-F238E27FC236}">
                <a16:creationId xmlns:a16="http://schemas.microsoft.com/office/drawing/2014/main" id="{FFC24050-053C-462D-922F-EA90A3B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280" y="4415503"/>
            <a:ext cx="836380" cy="284400"/>
          </a:xfrm>
          <a:custGeom xmlns:a="http://schemas.openxmlformats.org/drawingml/2006/main">
            <a:pathLst>
              <a:path w="836380" h="284400">
                <a:moveTo>
                  <a:pt x="665631" y="0"/>
                </a:moveTo>
                <a:lnTo>
                  <a:pt x="0" y="284400"/>
                </a:lnTo>
                <a:lnTo>
                  <a:pt x="836380" y="310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7" name="pdf-path-442">
            <a:extLst xmlns:a="http://schemas.openxmlformats.org/drawingml/2006/main">
              <a:ext uri="{FF2B5EF4-FFF2-40B4-BE49-F238E27FC236}">
                <a16:creationId xmlns:a16="http://schemas.microsoft.com/office/drawing/2014/main" id="{210E503C-FB3E-4215-B6C7-16A20A65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23" y="4415978"/>
            <a:ext cx="994115" cy="287869"/>
          </a:xfrm>
          <a:custGeom xmlns:a="http://schemas.openxmlformats.org/drawingml/2006/main">
            <a:pathLst>
              <a:path w="994115" h="287869">
                <a:moveTo>
                  <a:pt x="994115" y="0"/>
                </a:moveTo>
                <a:lnTo>
                  <a:pt x="0" y="2878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8" name="pdf-path-443">
            <a:extLst xmlns:a="http://schemas.openxmlformats.org/drawingml/2006/main">
              <a:ext uri="{FF2B5EF4-FFF2-40B4-BE49-F238E27FC236}">
                <a16:creationId xmlns:a16="http://schemas.microsoft.com/office/drawing/2014/main" id="{A400CAF9-F4DE-4C92-A976-5D568DF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074" y="4414551"/>
            <a:ext cx="114973" cy="286423"/>
          </a:xfrm>
          <a:custGeom xmlns:a="http://schemas.openxmlformats.org/drawingml/2006/main">
            <a:pathLst>
              <a:path w="114973" h="286423">
                <a:moveTo>
                  <a:pt x="0" y="286423"/>
                </a:moveTo>
                <a:lnTo>
                  <a:pt x="114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39" name="pdf-path-444">
            <a:extLst xmlns:a="http://schemas.openxmlformats.org/drawingml/2006/main">
              <a:ext uri="{FF2B5EF4-FFF2-40B4-BE49-F238E27FC236}">
                <a16:creationId xmlns:a16="http://schemas.microsoft.com/office/drawing/2014/main" id="{DC30C597-8CEC-4625-ADC1-992BA75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57" y="4416100"/>
            <a:ext cx="271656" cy="286439"/>
          </a:xfrm>
          <a:custGeom xmlns:a="http://schemas.openxmlformats.org/drawingml/2006/main">
            <a:pathLst>
              <a:path w="271656" h="286439">
                <a:moveTo>
                  <a:pt x="0" y="286439"/>
                </a:moveTo>
                <a:lnTo>
                  <a:pt x="2716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0" name="pdf-path-445">
            <a:extLst xmlns:a="http://schemas.openxmlformats.org/drawingml/2006/main">
              <a:ext uri="{FF2B5EF4-FFF2-40B4-BE49-F238E27FC236}">
                <a16:creationId xmlns:a16="http://schemas.microsoft.com/office/drawing/2014/main" id="{F51AC87B-EB16-4E10-89B6-576C0EFB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148" y="4418003"/>
            <a:ext cx="354037" cy="284890"/>
          </a:xfrm>
          <a:custGeom xmlns:a="http://schemas.openxmlformats.org/drawingml/2006/main">
            <a:pathLst>
              <a:path w="354037" h="284890">
                <a:moveTo>
                  <a:pt x="0" y="284890"/>
                </a:moveTo>
                <a:lnTo>
                  <a:pt x="3540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1" name="pdf-path-446">
            <a:extLst xmlns:a="http://schemas.openxmlformats.org/drawingml/2006/main">
              <a:ext uri="{FF2B5EF4-FFF2-40B4-BE49-F238E27FC236}">
                <a16:creationId xmlns:a16="http://schemas.microsoft.com/office/drawing/2014/main" id="{DCCF7EFA-6BDE-430B-924F-E213757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54" y="4418003"/>
            <a:ext cx="289203" cy="287147"/>
          </a:xfrm>
          <a:custGeom xmlns:a="http://schemas.openxmlformats.org/drawingml/2006/main">
            <a:pathLst>
              <a:path w="289203" h="287147">
                <a:moveTo>
                  <a:pt x="0" y="287147"/>
                </a:moveTo>
                <a:lnTo>
                  <a:pt x="2892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2" name="pdf-path-447">
            <a:extLst xmlns:a="http://schemas.openxmlformats.org/drawingml/2006/main">
              <a:ext uri="{FF2B5EF4-FFF2-40B4-BE49-F238E27FC236}">
                <a16:creationId xmlns:a16="http://schemas.microsoft.com/office/drawing/2014/main" id="{044C2D56-726E-4A55-8564-2C954C1F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60" y="4417178"/>
            <a:ext cx="343876" cy="284991"/>
          </a:xfrm>
          <a:custGeom xmlns:a="http://schemas.openxmlformats.org/drawingml/2006/main">
            <a:pathLst>
              <a:path w="343876" h="284991">
                <a:moveTo>
                  <a:pt x="0" y="284991"/>
                </a:moveTo>
                <a:lnTo>
                  <a:pt x="3438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3" name="pdf-path-448">
            <a:extLst xmlns:a="http://schemas.openxmlformats.org/drawingml/2006/main">
              <a:ext uri="{FF2B5EF4-FFF2-40B4-BE49-F238E27FC236}">
                <a16:creationId xmlns:a16="http://schemas.microsoft.com/office/drawing/2014/main" id="{D2EF10ED-BAA6-45F8-982D-06B4D0B1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377" y="4414904"/>
            <a:ext cx="271626" cy="286440"/>
          </a:xfrm>
          <a:custGeom xmlns:a="http://schemas.openxmlformats.org/drawingml/2006/main">
            <a:pathLst>
              <a:path w="271626" h="286440">
                <a:moveTo>
                  <a:pt x="0" y="286440"/>
                </a:moveTo>
                <a:lnTo>
                  <a:pt x="27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4" name="pdf-path-449">
            <a:extLst xmlns:a="http://schemas.openxmlformats.org/drawingml/2006/main">
              <a:ext uri="{FF2B5EF4-FFF2-40B4-BE49-F238E27FC236}">
                <a16:creationId xmlns:a16="http://schemas.microsoft.com/office/drawing/2014/main" id="{33C0227E-CD96-45D5-AA59-8D10493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600" y="4418728"/>
            <a:ext cx="516032" cy="281892"/>
          </a:xfrm>
          <a:custGeom xmlns:a="http://schemas.openxmlformats.org/drawingml/2006/main">
            <a:pathLst>
              <a:path w="516032" h="281892">
                <a:moveTo>
                  <a:pt x="0" y="281892"/>
                </a:moveTo>
                <a:lnTo>
                  <a:pt x="516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5" name="pdf-path-450">
            <a:extLst xmlns:a="http://schemas.openxmlformats.org/drawingml/2006/main">
              <a:ext uri="{FF2B5EF4-FFF2-40B4-BE49-F238E27FC236}">
                <a16:creationId xmlns:a16="http://schemas.microsoft.com/office/drawing/2014/main" id="{33A614D4-5E05-4ACC-9354-ECC4B0B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222" y="4418003"/>
            <a:ext cx="515890" cy="281774"/>
          </a:xfrm>
          <a:custGeom xmlns:a="http://schemas.openxmlformats.org/drawingml/2006/main">
            <a:pathLst>
              <a:path w="515890" h="281774">
                <a:moveTo>
                  <a:pt x="0" y="281774"/>
                </a:moveTo>
                <a:lnTo>
                  <a:pt x="515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6" name="pdf-path-451">
            <a:extLst xmlns:a="http://schemas.openxmlformats.org/drawingml/2006/main">
              <a:ext uri="{FF2B5EF4-FFF2-40B4-BE49-F238E27FC236}">
                <a16:creationId xmlns:a16="http://schemas.microsoft.com/office/drawing/2014/main" id="{292DDE0A-E24C-40CE-B9C1-814879F5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34" y="4418357"/>
            <a:ext cx="598778" cy="282616"/>
          </a:xfrm>
          <a:custGeom xmlns:a="http://schemas.openxmlformats.org/drawingml/2006/main">
            <a:pathLst>
              <a:path w="598778" h="282616">
                <a:moveTo>
                  <a:pt x="0" y="282616"/>
                </a:moveTo>
                <a:lnTo>
                  <a:pt x="598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7" name="pdf-path-452">
            <a:extLst xmlns:a="http://schemas.openxmlformats.org/drawingml/2006/main">
              <a:ext uri="{FF2B5EF4-FFF2-40B4-BE49-F238E27FC236}">
                <a16:creationId xmlns:a16="http://schemas.microsoft.com/office/drawing/2014/main" id="{664A620A-1E90-4916-91E9-1EEA9FE4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452" y="4419081"/>
            <a:ext cx="598777" cy="282616"/>
          </a:xfrm>
          <a:custGeom xmlns:a="http://schemas.openxmlformats.org/drawingml/2006/main">
            <a:pathLst>
              <a:path w="598777" h="282616">
                <a:moveTo>
                  <a:pt x="0" y="282616"/>
                </a:moveTo>
                <a:lnTo>
                  <a:pt x="598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8" name="pdf-path-453">
            <a:extLst xmlns:a="http://schemas.openxmlformats.org/drawingml/2006/main">
              <a:ext uri="{FF2B5EF4-FFF2-40B4-BE49-F238E27FC236}">
                <a16:creationId xmlns:a16="http://schemas.microsoft.com/office/drawing/2014/main" id="{D7C92322-D7B5-4076-9AEF-A55A93A2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57" y="4417532"/>
            <a:ext cx="598768" cy="282734"/>
          </a:xfrm>
          <a:custGeom xmlns:a="http://schemas.openxmlformats.org/drawingml/2006/main">
            <a:pathLst>
              <a:path w="598768" h="282734">
                <a:moveTo>
                  <a:pt x="0" y="282734"/>
                </a:moveTo>
                <a:lnTo>
                  <a:pt x="59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49" name="pdf-path-454">
            <a:extLst xmlns:a="http://schemas.openxmlformats.org/drawingml/2006/main">
              <a:ext uri="{FF2B5EF4-FFF2-40B4-BE49-F238E27FC236}">
                <a16:creationId xmlns:a16="http://schemas.microsoft.com/office/drawing/2014/main" id="{50C04064-8054-4A04-94E0-41911BF9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791" y="4417532"/>
            <a:ext cx="445604" cy="285716"/>
          </a:xfrm>
          <a:custGeom xmlns:a="http://schemas.openxmlformats.org/drawingml/2006/main">
            <a:pathLst>
              <a:path w="445604" h="285716">
                <a:moveTo>
                  <a:pt x="0" y="285716"/>
                </a:moveTo>
                <a:lnTo>
                  <a:pt x="445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0" name="pdf-path-455">
            <a:extLst xmlns:a="http://schemas.openxmlformats.org/drawingml/2006/main">
              <a:ext uri="{FF2B5EF4-FFF2-40B4-BE49-F238E27FC236}">
                <a16:creationId xmlns:a16="http://schemas.microsoft.com/office/drawing/2014/main" id="{C44DF27C-4CFD-4BA4-8C3E-0AFD40E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810" y="4419806"/>
            <a:ext cx="445604" cy="285715"/>
          </a:xfrm>
          <a:custGeom xmlns:a="http://schemas.openxmlformats.org/drawingml/2006/main">
            <a:pathLst>
              <a:path w="445604" h="285715">
                <a:moveTo>
                  <a:pt x="0" y="285715"/>
                </a:moveTo>
                <a:lnTo>
                  <a:pt x="445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1" name="pdf-path-456">
            <a:extLst xmlns:a="http://schemas.openxmlformats.org/drawingml/2006/main">
              <a:ext uri="{FF2B5EF4-FFF2-40B4-BE49-F238E27FC236}">
                <a16:creationId xmlns:a16="http://schemas.microsoft.com/office/drawing/2014/main" id="{D18ECFE3-10A6-41EB-9900-1527DD7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031" y="4416807"/>
            <a:ext cx="445484" cy="285732"/>
          </a:xfrm>
          <a:custGeom xmlns:a="http://schemas.openxmlformats.org/drawingml/2006/main">
            <a:pathLst>
              <a:path w="445484" h="285732">
                <a:moveTo>
                  <a:pt x="0" y="285732"/>
                </a:moveTo>
                <a:lnTo>
                  <a:pt x="4454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2" name="pdf-path-457">
            <a:extLst xmlns:a="http://schemas.openxmlformats.org/drawingml/2006/main">
              <a:ext uri="{FF2B5EF4-FFF2-40B4-BE49-F238E27FC236}">
                <a16:creationId xmlns:a16="http://schemas.microsoft.com/office/drawing/2014/main" id="{0A813CD7-581F-4481-9FDE-B99782FE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47" y="4416100"/>
            <a:ext cx="445613" cy="285597"/>
          </a:xfrm>
          <a:custGeom xmlns:a="http://schemas.openxmlformats.org/drawingml/2006/main">
            <a:pathLst>
              <a:path w="445613" h="285597">
                <a:moveTo>
                  <a:pt x="0" y="285597"/>
                </a:moveTo>
                <a:lnTo>
                  <a:pt x="445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3" name="pdf-path-458">
            <a:extLst xmlns:a="http://schemas.openxmlformats.org/drawingml/2006/main">
              <a:ext uri="{FF2B5EF4-FFF2-40B4-BE49-F238E27FC236}">
                <a16:creationId xmlns:a16="http://schemas.microsoft.com/office/drawing/2014/main" id="{AC4600E1-24B1-4913-A7F8-411543C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005" y="4418357"/>
            <a:ext cx="445493" cy="285614"/>
          </a:xfrm>
          <a:custGeom xmlns:a="http://schemas.openxmlformats.org/drawingml/2006/main">
            <a:pathLst>
              <a:path w="445493" h="285614">
                <a:moveTo>
                  <a:pt x="0" y="285614"/>
                </a:moveTo>
                <a:lnTo>
                  <a:pt x="4454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4" name="pdf-path-459">
            <a:extLst xmlns:a="http://schemas.openxmlformats.org/drawingml/2006/main">
              <a:ext uri="{FF2B5EF4-FFF2-40B4-BE49-F238E27FC236}">
                <a16:creationId xmlns:a16="http://schemas.microsoft.com/office/drawing/2014/main" id="{951392B3-4B81-4394-858C-E4AF7D4C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85" y="4418357"/>
            <a:ext cx="346828" cy="285614"/>
          </a:xfrm>
          <a:custGeom xmlns:a="http://schemas.openxmlformats.org/drawingml/2006/main">
            <a:pathLst>
              <a:path w="346828" h="285614">
                <a:moveTo>
                  <a:pt x="0" y="285614"/>
                </a:moveTo>
                <a:lnTo>
                  <a:pt x="346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5" name="pdf-path-460">
            <a:extLst xmlns:a="http://schemas.openxmlformats.org/drawingml/2006/main">
              <a:ext uri="{FF2B5EF4-FFF2-40B4-BE49-F238E27FC236}">
                <a16:creationId xmlns:a16="http://schemas.microsoft.com/office/drawing/2014/main" id="{2FCB6EB4-709D-4B40-A290-6CBAE77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037" y="3515480"/>
            <a:ext cx="72698" cy="288701"/>
          </a:xfrm>
          <a:custGeom xmlns:a="http://schemas.openxmlformats.org/drawingml/2006/main">
            <a:pathLst>
              <a:path w="72698" h="288701">
                <a:moveTo>
                  <a:pt x="0" y="288701"/>
                </a:moveTo>
                <a:lnTo>
                  <a:pt x="26852" y="0"/>
                </a:lnTo>
                <a:lnTo>
                  <a:pt x="72698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6" name="pdf-path-461">
            <a:extLst xmlns:a="http://schemas.openxmlformats.org/drawingml/2006/main">
              <a:ext uri="{FF2B5EF4-FFF2-40B4-BE49-F238E27FC236}">
                <a16:creationId xmlns:a16="http://schemas.microsoft.com/office/drawing/2014/main" id="{25C9EDD8-C1AC-496D-BA51-6989D4C9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866" y="3515593"/>
            <a:ext cx="204418" cy="288120"/>
          </a:xfrm>
          <a:custGeom xmlns:a="http://schemas.openxmlformats.org/drawingml/2006/main">
            <a:pathLst>
              <a:path w="204418" h="288120">
                <a:moveTo>
                  <a:pt x="128956" y="287389"/>
                </a:moveTo>
                <a:lnTo>
                  <a:pt x="0" y="0"/>
                </a:lnTo>
                <a:lnTo>
                  <a:pt x="204418" y="28812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7" name="pdf-path-462">
            <a:extLst xmlns:a="http://schemas.openxmlformats.org/drawingml/2006/main">
              <a:ext uri="{FF2B5EF4-FFF2-40B4-BE49-F238E27FC236}">
                <a16:creationId xmlns:a16="http://schemas.microsoft.com/office/drawing/2014/main" id="{2D9C11EE-754C-4E24-8174-2DB9CB7C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249" y="3515349"/>
            <a:ext cx="373837" cy="287633"/>
          </a:xfrm>
          <a:custGeom xmlns:a="http://schemas.openxmlformats.org/drawingml/2006/main">
            <a:pathLst>
              <a:path w="373837" h="287633">
                <a:moveTo>
                  <a:pt x="297650" y="287033"/>
                </a:moveTo>
                <a:lnTo>
                  <a:pt x="0" y="0"/>
                </a:lnTo>
                <a:lnTo>
                  <a:pt x="373837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8" name="pdf-path-463">
            <a:extLst xmlns:a="http://schemas.openxmlformats.org/drawingml/2006/main">
              <a:ext uri="{FF2B5EF4-FFF2-40B4-BE49-F238E27FC236}">
                <a16:creationId xmlns:a16="http://schemas.microsoft.com/office/drawing/2014/main" id="{D1850D1B-B68F-4388-BA27-2D1A808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973" y="3514881"/>
            <a:ext cx="528569" cy="287146"/>
          </a:xfrm>
          <a:custGeom xmlns:a="http://schemas.openxmlformats.org/drawingml/2006/main">
            <a:pathLst>
              <a:path w="528569" h="287146">
                <a:moveTo>
                  <a:pt x="454892" y="287146"/>
                </a:moveTo>
                <a:lnTo>
                  <a:pt x="0" y="0"/>
                </a:lnTo>
                <a:lnTo>
                  <a:pt x="528569" y="28619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59" name="pdf-path-464">
            <a:extLst xmlns:a="http://schemas.openxmlformats.org/drawingml/2006/main">
              <a:ext uri="{FF2B5EF4-FFF2-40B4-BE49-F238E27FC236}">
                <a16:creationId xmlns:a16="http://schemas.microsoft.com/office/drawing/2014/main" id="{07597C27-98E9-4A2C-8BC0-68D4A9CE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61" y="3515349"/>
            <a:ext cx="687610" cy="286322"/>
          </a:xfrm>
          <a:custGeom xmlns:a="http://schemas.openxmlformats.org/drawingml/2006/main">
            <a:pathLst>
              <a:path w="687610" h="286322">
                <a:moveTo>
                  <a:pt x="610454" y="285497"/>
                </a:moveTo>
                <a:lnTo>
                  <a:pt x="0" y="0"/>
                </a:lnTo>
                <a:lnTo>
                  <a:pt x="687610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0" name="pdf-path-465">
            <a:extLst xmlns:a="http://schemas.openxmlformats.org/drawingml/2006/main">
              <a:ext uri="{FF2B5EF4-FFF2-40B4-BE49-F238E27FC236}">
                <a16:creationId xmlns:a16="http://schemas.microsoft.com/office/drawing/2014/main" id="{C964671F-E878-40C0-A424-ECD324E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775" y="3514038"/>
            <a:ext cx="852243" cy="290500"/>
          </a:xfrm>
          <a:custGeom xmlns:a="http://schemas.openxmlformats.org/drawingml/2006/main">
            <a:pathLst>
              <a:path w="852243" h="290500">
                <a:moveTo>
                  <a:pt x="772033" y="286677"/>
                </a:moveTo>
                <a:lnTo>
                  <a:pt x="0" y="0"/>
                </a:lnTo>
                <a:lnTo>
                  <a:pt x="852243" y="29050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1" name="pdf-path-466">
            <a:extLst xmlns:a="http://schemas.openxmlformats.org/drawingml/2006/main">
              <a:ext uri="{FF2B5EF4-FFF2-40B4-BE49-F238E27FC236}">
                <a16:creationId xmlns:a16="http://schemas.microsoft.com/office/drawing/2014/main" id="{A330BCB0-A868-445A-A26C-21471B7E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85" y="3512126"/>
            <a:ext cx="139112" cy="293479"/>
          </a:xfrm>
          <a:custGeom xmlns:a="http://schemas.openxmlformats.org/drawingml/2006/main">
            <a:pathLst>
              <a:path w="139112" h="293479">
                <a:moveTo>
                  <a:pt x="47760" y="293254"/>
                </a:moveTo>
                <a:lnTo>
                  <a:pt x="0" y="0"/>
                </a:lnTo>
                <a:lnTo>
                  <a:pt x="139112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2" name="pdf-path-467">
            <a:extLst xmlns:a="http://schemas.openxmlformats.org/drawingml/2006/main">
              <a:ext uri="{FF2B5EF4-FFF2-40B4-BE49-F238E27FC236}">
                <a16:creationId xmlns:a16="http://schemas.microsoft.com/office/drawing/2014/main" id="{ADF1F836-C896-46DD-A368-94F3840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66" y="3512970"/>
            <a:ext cx="299789" cy="292055"/>
          </a:xfrm>
          <a:custGeom xmlns:a="http://schemas.openxmlformats.org/drawingml/2006/main">
            <a:pathLst>
              <a:path w="299789" h="292055">
                <a:moveTo>
                  <a:pt x="215255" y="292055"/>
                </a:moveTo>
                <a:lnTo>
                  <a:pt x="0" y="0"/>
                </a:lnTo>
                <a:lnTo>
                  <a:pt x="299789" y="29036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3" name="pdf-path-468">
            <a:extLst xmlns:a="http://schemas.openxmlformats.org/drawingml/2006/main">
              <a:ext uri="{FF2B5EF4-FFF2-40B4-BE49-F238E27FC236}">
                <a16:creationId xmlns:a16="http://schemas.microsoft.com/office/drawing/2014/main" id="{407576F4-8BBF-4643-B2E4-7937550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91" y="3514281"/>
            <a:ext cx="462787" cy="289544"/>
          </a:xfrm>
          <a:custGeom xmlns:a="http://schemas.openxmlformats.org/drawingml/2006/main">
            <a:pathLst>
              <a:path w="462787" h="289544">
                <a:moveTo>
                  <a:pt x="371347" y="289301"/>
                </a:moveTo>
                <a:lnTo>
                  <a:pt x="0" y="0"/>
                </a:lnTo>
                <a:lnTo>
                  <a:pt x="462787" y="28954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4" name="pdf-path-469">
            <a:extLst xmlns:a="http://schemas.openxmlformats.org/drawingml/2006/main">
              <a:ext uri="{FF2B5EF4-FFF2-40B4-BE49-F238E27FC236}">
                <a16:creationId xmlns:a16="http://schemas.microsoft.com/office/drawing/2014/main" id="{AB8FF27F-DE51-4953-A5A3-4921B8DA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60" y="3513813"/>
            <a:ext cx="625406" cy="289413"/>
          </a:xfrm>
          <a:custGeom xmlns:a="http://schemas.openxmlformats.org/drawingml/2006/main">
            <a:pathLst>
              <a:path w="625406" h="289413">
                <a:moveTo>
                  <a:pt x="540754" y="289413"/>
                </a:moveTo>
                <a:lnTo>
                  <a:pt x="0" y="0"/>
                </a:lnTo>
                <a:lnTo>
                  <a:pt x="625406" y="287745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5" name="pdf-path-470">
            <a:extLst xmlns:a="http://schemas.openxmlformats.org/drawingml/2006/main">
              <a:ext uri="{FF2B5EF4-FFF2-40B4-BE49-F238E27FC236}">
                <a16:creationId xmlns:a16="http://schemas.microsoft.com/office/drawing/2014/main" id="{3731C626-8A47-4911-9E42-16E5C5A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029" y="3514281"/>
            <a:ext cx="777996" cy="288233"/>
          </a:xfrm>
          <a:custGeom xmlns:a="http://schemas.openxmlformats.org/drawingml/2006/main">
            <a:pathLst>
              <a:path w="777996" h="288233">
                <a:moveTo>
                  <a:pt x="698124" y="286677"/>
                </a:moveTo>
                <a:lnTo>
                  <a:pt x="0" y="0"/>
                </a:lnTo>
                <a:lnTo>
                  <a:pt x="777996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6" name="pdf-path-471">
            <a:extLst xmlns:a="http://schemas.openxmlformats.org/drawingml/2006/main">
              <a:ext uri="{FF2B5EF4-FFF2-40B4-BE49-F238E27FC236}">
                <a16:creationId xmlns:a16="http://schemas.microsoft.com/office/drawing/2014/main" id="{8AE7BB39-B75D-417D-AF47-BC3D32F2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698" y="3514524"/>
            <a:ext cx="851563" cy="287390"/>
          </a:xfrm>
          <a:custGeom xmlns:a="http://schemas.openxmlformats.org/drawingml/2006/main">
            <a:pathLst>
              <a:path w="851563" h="287390">
                <a:moveTo>
                  <a:pt x="851563" y="287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7" name="pdf-path-472">
            <a:extLst xmlns:a="http://schemas.openxmlformats.org/drawingml/2006/main">
              <a:ext uri="{FF2B5EF4-FFF2-40B4-BE49-F238E27FC236}">
                <a16:creationId xmlns:a16="http://schemas.microsoft.com/office/drawing/2014/main" id="{97C36BA2-D4E2-4280-9A03-6EBEA76B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76" y="3516436"/>
            <a:ext cx="72710" cy="288701"/>
          </a:xfrm>
          <a:custGeom xmlns:a="http://schemas.openxmlformats.org/drawingml/2006/main">
            <a:pathLst>
              <a:path w="72710" h="288701">
                <a:moveTo>
                  <a:pt x="0" y="288701"/>
                </a:moveTo>
                <a:lnTo>
                  <a:pt x="26854" y="0"/>
                </a:lnTo>
                <a:lnTo>
                  <a:pt x="72710" y="2882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8" name="pdf-path-473">
            <a:extLst xmlns:a="http://schemas.openxmlformats.org/drawingml/2006/main">
              <a:ext uri="{FF2B5EF4-FFF2-40B4-BE49-F238E27FC236}">
                <a16:creationId xmlns:a16="http://schemas.microsoft.com/office/drawing/2014/main" id="{ED1EC811-BD36-4136-ADE9-90EC2104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405" y="3516548"/>
            <a:ext cx="204421" cy="288101"/>
          </a:xfrm>
          <a:custGeom xmlns:a="http://schemas.openxmlformats.org/drawingml/2006/main">
            <a:pathLst>
              <a:path w="204421" h="288101">
                <a:moveTo>
                  <a:pt x="128963" y="287521"/>
                </a:moveTo>
                <a:lnTo>
                  <a:pt x="0" y="0"/>
                </a:lnTo>
                <a:lnTo>
                  <a:pt x="204421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69" name="pdf-path-474">
            <a:extLst xmlns:a="http://schemas.openxmlformats.org/drawingml/2006/main">
              <a:ext uri="{FF2B5EF4-FFF2-40B4-BE49-F238E27FC236}">
                <a16:creationId xmlns:a16="http://schemas.microsoft.com/office/drawing/2014/main" id="{F712198E-6C46-4DBC-A46B-FF94179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88" y="3516305"/>
            <a:ext cx="373837" cy="287633"/>
          </a:xfrm>
          <a:custGeom xmlns:a="http://schemas.openxmlformats.org/drawingml/2006/main">
            <a:pathLst>
              <a:path w="373837" h="287633">
                <a:moveTo>
                  <a:pt x="297650" y="287034"/>
                </a:moveTo>
                <a:lnTo>
                  <a:pt x="0" y="0"/>
                </a:lnTo>
                <a:lnTo>
                  <a:pt x="373837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0" name="pdf-path-475">
            <a:extLst xmlns:a="http://schemas.openxmlformats.org/drawingml/2006/main">
              <a:ext uri="{FF2B5EF4-FFF2-40B4-BE49-F238E27FC236}">
                <a16:creationId xmlns:a16="http://schemas.microsoft.com/office/drawing/2014/main" id="{2E20AB2F-8DAA-40A3-BEE8-F0B7E92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512" y="3515836"/>
            <a:ext cx="528569" cy="287146"/>
          </a:xfrm>
          <a:custGeom xmlns:a="http://schemas.openxmlformats.org/drawingml/2006/main">
            <a:pathLst>
              <a:path w="528569" h="287146">
                <a:moveTo>
                  <a:pt x="454892" y="287146"/>
                </a:moveTo>
                <a:lnTo>
                  <a:pt x="0" y="0"/>
                </a:lnTo>
                <a:lnTo>
                  <a:pt x="528569" y="28619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1" name="pdf-path-476">
            <a:extLst xmlns:a="http://schemas.openxmlformats.org/drawingml/2006/main">
              <a:ext uri="{FF2B5EF4-FFF2-40B4-BE49-F238E27FC236}">
                <a16:creationId xmlns:a16="http://schemas.microsoft.com/office/drawing/2014/main" id="{1AAFB9D6-ED7D-4B07-82D5-59B4C55A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99" y="3516305"/>
            <a:ext cx="687610" cy="286322"/>
          </a:xfrm>
          <a:custGeom xmlns:a="http://schemas.openxmlformats.org/drawingml/2006/main">
            <a:pathLst>
              <a:path w="687610" h="286322">
                <a:moveTo>
                  <a:pt x="610464" y="285610"/>
                </a:moveTo>
                <a:lnTo>
                  <a:pt x="0" y="0"/>
                </a:lnTo>
                <a:lnTo>
                  <a:pt x="687610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2" name="pdf-path-477">
            <a:extLst xmlns:a="http://schemas.openxmlformats.org/drawingml/2006/main">
              <a:ext uri="{FF2B5EF4-FFF2-40B4-BE49-F238E27FC236}">
                <a16:creationId xmlns:a16="http://schemas.microsoft.com/office/drawing/2014/main" id="{2A816183-4B3B-44D3-BDF6-07D84B7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711" y="3513213"/>
            <a:ext cx="139204" cy="293479"/>
          </a:xfrm>
          <a:custGeom xmlns:a="http://schemas.openxmlformats.org/drawingml/2006/main">
            <a:pathLst>
              <a:path w="139204" h="293479">
                <a:moveTo>
                  <a:pt x="47762" y="293235"/>
                </a:moveTo>
                <a:lnTo>
                  <a:pt x="0" y="0"/>
                </a:lnTo>
                <a:lnTo>
                  <a:pt x="139204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3" name="pdf-path-478">
            <a:extLst xmlns:a="http://schemas.openxmlformats.org/drawingml/2006/main">
              <a:ext uri="{FF2B5EF4-FFF2-40B4-BE49-F238E27FC236}">
                <a16:creationId xmlns:a16="http://schemas.microsoft.com/office/drawing/2014/main" id="{D2AB7CB2-C426-415F-A84E-04BFD58A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86" y="3514038"/>
            <a:ext cx="299816" cy="292055"/>
          </a:xfrm>
          <a:custGeom xmlns:a="http://schemas.openxmlformats.org/drawingml/2006/main">
            <a:pathLst>
              <a:path w="299816" h="292055">
                <a:moveTo>
                  <a:pt x="215164" y="292055"/>
                </a:moveTo>
                <a:lnTo>
                  <a:pt x="0" y="0"/>
                </a:lnTo>
                <a:lnTo>
                  <a:pt x="299816" y="290387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4" name="pdf-path-479">
            <a:extLst xmlns:a="http://schemas.openxmlformats.org/drawingml/2006/main">
              <a:ext uri="{FF2B5EF4-FFF2-40B4-BE49-F238E27FC236}">
                <a16:creationId xmlns:a16="http://schemas.microsoft.com/office/drawing/2014/main" id="{ADCFB0E5-3836-487F-A869-A4D40A5D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141" y="3515349"/>
            <a:ext cx="462787" cy="289544"/>
          </a:xfrm>
          <a:custGeom xmlns:a="http://schemas.openxmlformats.org/drawingml/2006/main">
            <a:pathLst>
              <a:path w="462787" h="289544">
                <a:moveTo>
                  <a:pt x="371316" y="289301"/>
                </a:moveTo>
                <a:lnTo>
                  <a:pt x="0" y="0"/>
                </a:lnTo>
                <a:lnTo>
                  <a:pt x="462787" y="28954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5" name="pdf-path-480">
            <a:extLst xmlns:a="http://schemas.openxmlformats.org/drawingml/2006/main">
              <a:ext uri="{FF2B5EF4-FFF2-40B4-BE49-F238E27FC236}">
                <a16:creationId xmlns:a16="http://schemas.microsoft.com/office/drawing/2014/main" id="{D8AE6DF6-F03B-4071-A408-0A7F0FE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258" y="3514881"/>
            <a:ext cx="540876" cy="289413"/>
          </a:xfrm>
          <a:custGeom xmlns:a="http://schemas.openxmlformats.org/drawingml/2006/main">
            <a:pathLst>
              <a:path w="540876" h="289413">
                <a:moveTo>
                  <a:pt x="540876" y="2894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6" name="pdf-path-481">
            <a:extLst xmlns:a="http://schemas.openxmlformats.org/drawingml/2006/main">
              <a:ext uri="{FF2B5EF4-FFF2-40B4-BE49-F238E27FC236}">
                <a16:creationId xmlns:a16="http://schemas.microsoft.com/office/drawing/2014/main" id="{2ED646A3-51B4-4D11-9DEE-790F0EF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274" y="3517504"/>
            <a:ext cx="72707" cy="288701"/>
          </a:xfrm>
          <a:custGeom xmlns:a="http://schemas.openxmlformats.org/drawingml/2006/main">
            <a:pathLst>
              <a:path w="72707" h="288701">
                <a:moveTo>
                  <a:pt x="0" y="288701"/>
                </a:moveTo>
                <a:lnTo>
                  <a:pt x="27006" y="0"/>
                </a:lnTo>
                <a:lnTo>
                  <a:pt x="72707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7" name="pdf-path-482">
            <a:extLst xmlns:a="http://schemas.openxmlformats.org/drawingml/2006/main">
              <a:ext uri="{FF2B5EF4-FFF2-40B4-BE49-F238E27FC236}">
                <a16:creationId xmlns:a16="http://schemas.microsoft.com/office/drawing/2014/main" id="{C113FD36-3020-4E57-9B29-3C3B3C2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130" y="3517635"/>
            <a:ext cx="204513" cy="288102"/>
          </a:xfrm>
          <a:custGeom xmlns:a="http://schemas.openxmlformats.org/drawingml/2006/main">
            <a:pathLst>
              <a:path w="204513" h="288102">
                <a:moveTo>
                  <a:pt x="129059" y="287502"/>
                </a:moveTo>
                <a:lnTo>
                  <a:pt x="0" y="0"/>
                </a:lnTo>
                <a:lnTo>
                  <a:pt x="204513" y="2881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8" name="pdf-path-483">
            <a:extLst xmlns:a="http://schemas.openxmlformats.org/drawingml/2006/main">
              <a:ext uri="{FF2B5EF4-FFF2-40B4-BE49-F238E27FC236}">
                <a16:creationId xmlns:a16="http://schemas.microsoft.com/office/drawing/2014/main" id="{8041D70F-63B2-40EB-A06C-1C7E9E1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14" y="3517392"/>
            <a:ext cx="373929" cy="287633"/>
          </a:xfrm>
          <a:custGeom xmlns:a="http://schemas.openxmlformats.org/drawingml/2006/main">
            <a:pathLst>
              <a:path w="373929" h="287633">
                <a:moveTo>
                  <a:pt x="297771" y="287033"/>
                </a:moveTo>
                <a:lnTo>
                  <a:pt x="0" y="0"/>
                </a:lnTo>
                <a:lnTo>
                  <a:pt x="373929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79" name="pdf-path-484">
            <a:extLst xmlns:a="http://schemas.openxmlformats.org/drawingml/2006/main">
              <a:ext uri="{FF2B5EF4-FFF2-40B4-BE49-F238E27FC236}">
                <a16:creationId xmlns:a16="http://schemas.microsoft.com/office/drawing/2014/main" id="{50EAD710-26C0-41AA-AB0D-1730F561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802" y="3514281"/>
            <a:ext cx="139233" cy="293479"/>
          </a:xfrm>
          <a:custGeom xmlns:a="http://schemas.openxmlformats.org/drawingml/2006/main">
            <a:pathLst>
              <a:path w="139233" h="293479">
                <a:moveTo>
                  <a:pt x="47769" y="293367"/>
                </a:moveTo>
                <a:lnTo>
                  <a:pt x="0" y="0"/>
                </a:lnTo>
                <a:lnTo>
                  <a:pt x="139233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0" name="pdf-path-485">
            <a:extLst xmlns:a="http://schemas.openxmlformats.org/drawingml/2006/main">
              <a:ext uri="{FF2B5EF4-FFF2-40B4-BE49-F238E27FC236}">
                <a16:creationId xmlns:a16="http://schemas.microsoft.com/office/drawing/2014/main" id="{33E6F985-DD0F-477E-A0BC-D757FA1D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2" y="3515124"/>
            <a:ext cx="215259" cy="292037"/>
          </a:xfrm>
          <a:custGeom xmlns:a="http://schemas.openxmlformats.org/drawingml/2006/main">
            <a:pathLst>
              <a:path w="215259" h="292037">
                <a:moveTo>
                  <a:pt x="215259" y="2920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1" name="pdf-path-486">
            <a:extLst xmlns:a="http://schemas.openxmlformats.org/drawingml/2006/main">
              <a:ext uri="{FF2B5EF4-FFF2-40B4-BE49-F238E27FC236}">
                <a16:creationId xmlns:a16="http://schemas.microsoft.com/office/drawing/2014/main" id="{8027EB7A-8D34-45BA-A93E-C04244F6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566" y="3514996"/>
            <a:ext cx="190300" cy="290262"/>
          </a:xfrm>
          <a:custGeom xmlns:a="http://schemas.openxmlformats.org/drawingml/2006/main">
            <a:pathLst>
              <a:path w="190300" h="290262">
                <a:moveTo>
                  <a:pt x="70317" y="290262"/>
                </a:moveTo>
                <a:lnTo>
                  <a:pt x="190300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2" name="pdf-path-487">
            <a:extLst xmlns:a="http://schemas.openxmlformats.org/drawingml/2006/main">
              <a:ext uri="{FF2B5EF4-FFF2-40B4-BE49-F238E27FC236}">
                <a16:creationId xmlns:a16="http://schemas.microsoft.com/office/drawing/2014/main" id="{2CE0A096-E0FA-43B4-8D37-A41E9209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83" y="3514996"/>
            <a:ext cx="190455" cy="290262"/>
          </a:xfrm>
          <a:custGeom xmlns:a="http://schemas.openxmlformats.org/drawingml/2006/main">
            <a:pathLst>
              <a:path w="190455" h="290262">
                <a:moveTo>
                  <a:pt x="70440" y="290262"/>
                </a:moveTo>
                <a:lnTo>
                  <a:pt x="190455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3" name="pdf-path-488">
            <a:extLst xmlns:a="http://schemas.openxmlformats.org/drawingml/2006/main">
              <a:ext uri="{FF2B5EF4-FFF2-40B4-BE49-F238E27FC236}">
                <a16:creationId xmlns:a16="http://schemas.microsoft.com/office/drawing/2014/main" id="{E20A545D-94A9-4431-B0A3-494CDEF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376" y="3514996"/>
            <a:ext cx="190331" cy="290262"/>
          </a:xfrm>
          <a:custGeom xmlns:a="http://schemas.openxmlformats.org/drawingml/2006/main">
            <a:pathLst>
              <a:path w="190331" h="290262">
                <a:moveTo>
                  <a:pt x="70347" y="290262"/>
                </a:moveTo>
                <a:lnTo>
                  <a:pt x="190331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4" name="pdf-path-489">
            <a:extLst xmlns:a="http://schemas.openxmlformats.org/drawingml/2006/main">
              <a:ext uri="{FF2B5EF4-FFF2-40B4-BE49-F238E27FC236}">
                <a16:creationId xmlns:a16="http://schemas.microsoft.com/office/drawing/2014/main" id="{E163A6F5-DBD7-4B8E-B1E6-AA114455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90" y="3512015"/>
            <a:ext cx="190433" cy="290263"/>
          </a:xfrm>
          <a:custGeom xmlns:a="http://schemas.openxmlformats.org/drawingml/2006/main">
            <a:pathLst>
              <a:path w="190433" h="290263">
                <a:moveTo>
                  <a:pt x="70420" y="290263"/>
                </a:moveTo>
                <a:lnTo>
                  <a:pt x="190433" y="0"/>
                </a:lnTo>
                <a:lnTo>
                  <a:pt x="0" y="286558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5" name="pdf-path-490">
            <a:extLst xmlns:a="http://schemas.openxmlformats.org/drawingml/2006/main">
              <a:ext uri="{FF2B5EF4-FFF2-40B4-BE49-F238E27FC236}">
                <a16:creationId xmlns:a16="http://schemas.microsoft.com/office/drawing/2014/main" id="{959E0E33-380C-48CC-8049-D8E387D7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427" y="3514289"/>
            <a:ext cx="190454" cy="290246"/>
          </a:xfrm>
          <a:custGeom xmlns:a="http://schemas.openxmlformats.org/drawingml/2006/main">
            <a:pathLst>
              <a:path w="190454" h="290246">
                <a:moveTo>
                  <a:pt x="70443" y="290246"/>
                </a:moveTo>
                <a:lnTo>
                  <a:pt x="190454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6" name="pdf-path-491">
            <a:extLst xmlns:a="http://schemas.openxmlformats.org/drawingml/2006/main">
              <a:ext uri="{FF2B5EF4-FFF2-40B4-BE49-F238E27FC236}">
                <a16:creationId xmlns:a16="http://schemas.microsoft.com/office/drawing/2014/main" id="{DD61E019-433C-41ED-9523-75F6D1FA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21" y="3514763"/>
            <a:ext cx="345302" cy="287030"/>
          </a:xfrm>
          <a:custGeom xmlns:a="http://schemas.openxmlformats.org/drawingml/2006/main">
            <a:pathLst>
              <a:path w="345302" h="287030">
                <a:moveTo>
                  <a:pt x="345302" y="0"/>
                </a:moveTo>
                <a:lnTo>
                  <a:pt x="0" y="28703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7" name="pdf-path-492">
            <a:extLst xmlns:a="http://schemas.openxmlformats.org/drawingml/2006/main">
              <a:ext uri="{FF2B5EF4-FFF2-40B4-BE49-F238E27FC236}">
                <a16:creationId xmlns:a16="http://schemas.microsoft.com/office/drawing/2014/main" id="{5BA4F7B7-D4BE-406D-9932-6920F73C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266" y="3516919"/>
            <a:ext cx="516262" cy="283559"/>
          </a:xfrm>
          <a:custGeom xmlns:a="http://schemas.openxmlformats.org/drawingml/2006/main">
            <a:pathLst>
              <a:path w="516262" h="283559">
                <a:moveTo>
                  <a:pt x="516262" y="0"/>
                </a:moveTo>
                <a:lnTo>
                  <a:pt x="0" y="28355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8" name="pdf-path-493">
            <a:extLst xmlns:a="http://schemas.openxmlformats.org/drawingml/2006/main">
              <a:ext uri="{FF2B5EF4-FFF2-40B4-BE49-F238E27FC236}">
                <a16:creationId xmlns:a16="http://schemas.microsoft.com/office/drawing/2014/main" id="{878A7A3F-88A9-40A3-976E-CDEA3C5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278" y="3516553"/>
            <a:ext cx="836380" cy="284400"/>
          </a:xfrm>
          <a:custGeom xmlns:a="http://schemas.openxmlformats.org/drawingml/2006/main">
            <a:pathLst>
              <a:path w="836380" h="284400">
                <a:moveTo>
                  <a:pt x="665631" y="0"/>
                </a:moveTo>
                <a:lnTo>
                  <a:pt x="0" y="284400"/>
                </a:lnTo>
                <a:lnTo>
                  <a:pt x="836380" y="310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89" name="pdf-path-494">
            <a:extLst xmlns:a="http://schemas.openxmlformats.org/drawingml/2006/main">
              <a:ext uri="{FF2B5EF4-FFF2-40B4-BE49-F238E27FC236}">
                <a16:creationId xmlns:a16="http://schemas.microsoft.com/office/drawing/2014/main" id="{5290F773-49B7-4304-ADE3-6DCDEF9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21" y="3517028"/>
            <a:ext cx="994116" cy="287870"/>
          </a:xfrm>
          <a:custGeom xmlns:a="http://schemas.openxmlformats.org/drawingml/2006/main">
            <a:pathLst>
              <a:path w="994116" h="287870">
                <a:moveTo>
                  <a:pt x="994116" y="0"/>
                </a:moveTo>
                <a:lnTo>
                  <a:pt x="0" y="28787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0" name="pdf-path-495">
            <a:extLst xmlns:a="http://schemas.openxmlformats.org/drawingml/2006/main">
              <a:ext uri="{FF2B5EF4-FFF2-40B4-BE49-F238E27FC236}">
                <a16:creationId xmlns:a16="http://schemas.microsoft.com/office/drawing/2014/main" id="{ADB59906-F802-4608-959B-C58F907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069" y="3515602"/>
            <a:ext cx="114976" cy="286439"/>
          </a:xfrm>
          <a:custGeom xmlns:a="http://schemas.openxmlformats.org/drawingml/2006/main">
            <a:pathLst>
              <a:path w="114976" h="286439">
                <a:moveTo>
                  <a:pt x="0" y="286439"/>
                </a:moveTo>
                <a:lnTo>
                  <a:pt x="114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1" name="pdf-path-496">
            <a:extLst xmlns:a="http://schemas.openxmlformats.org/drawingml/2006/main">
              <a:ext uri="{FF2B5EF4-FFF2-40B4-BE49-F238E27FC236}">
                <a16:creationId xmlns:a16="http://schemas.microsoft.com/office/drawing/2014/main" id="{33772561-F6C3-4614-AF2C-E3C10F4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56" y="3517034"/>
            <a:ext cx="271647" cy="286557"/>
          </a:xfrm>
          <a:custGeom xmlns:a="http://schemas.openxmlformats.org/drawingml/2006/main">
            <a:pathLst>
              <a:path w="271647" h="286557">
                <a:moveTo>
                  <a:pt x="0" y="286557"/>
                </a:moveTo>
                <a:lnTo>
                  <a:pt x="2716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2" name="pdf-path-497">
            <a:extLst xmlns:a="http://schemas.openxmlformats.org/drawingml/2006/main">
              <a:ext uri="{FF2B5EF4-FFF2-40B4-BE49-F238E27FC236}">
                <a16:creationId xmlns:a16="http://schemas.microsoft.com/office/drawing/2014/main" id="{34A06619-0658-4C62-A15B-02AB539B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146" y="3518937"/>
            <a:ext cx="354027" cy="285008"/>
          </a:xfrm>
          <a:custGeom xmlns:a="http://schemas.openxmlformats.org/drawingml/2006/main">
            <a:pathLst>
              <a:path w="354027" h="285008">
                <a:moveTo>
                  <a:pt x="0" y="285008"/>
                </a:moveTo>
                <a:lnTo>
                  <a:pt x="3540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3" name="pdf-path-498">
            <a:extLst xmlns:a="http://schemas.openxmlformats.org/drawingml/2006/main">
              <a:ext uri="{FF2B5EF4-FFF2-40B4-BE49-F238E27FC236}">
                <a16:creationId xmlns:a16="http://schemas.microsoft.com/office/drawing/2014/main" id="{7A6D069A-572F-4AD7-969A-CF0D7A4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51" y="3518937"/>
            <a:ext cx="289195" cy="287282"/>
          </a:xfrm>
          <a:custGeom xmlns:a="http://schemas.openxmlformats.org/drawingml/2006/main">
            <a:pathLst>
              <a:path w="289195" h="287282">
                <a:moveTo>
                  <a:pt x="0" y="287282"/>
                </a:moveTo>
                <a:lnTo>
                  <a:pt x="289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4" name="pdf-path-499">
            <a:extLst xmlns:a="http://schemas.openxmlformats.org/drawingml/2006/main">
              <a:ext uri="{FF2B5EF4-FFF2-40B4-BE49-F238E27FC236}">
                <a16:creationId xmlns:a16="http://schemas.microsoft.com/office/drawing/2014/main" id="{21BA66E2-7D1D-451D-80E6-09D6A16C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79" y="3518230"/>
            <a:ext cx="343856" cy="284873"/>
          </a:xfrm>
          <a:custGeom xmlns:a="http://schemas.openxmlformats.org/drawingml/2006/main">
            <a:pathLst>
              <a:path w="343856" h="284873">
                <a:moveTo>
                  <a:pt x="0" y="284873"/>
                </a:moveTo>
                <a:lnTo>
                  <a:pt x="343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5" name="pdf-path-500">
            <a:extLst xmlns:a="http://schemas.openxmlformats.org/drawingml/2006/main">
              <a:ext uri="{FF2B5EF4-FFF2-40B4-BE49-F238E27FC236}">
                <a16:creationId xmlns:a16="http://schemas.microsoft.com/office/drawing/2014/main" id="{C6F39CCB-5A5C-4BDD-9ED9-51F1C743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376" y="3515956"/>
            <a:ext cx="271626" cy="286439"/>
          </a:xfrm>
          <a:custGeom xmlns:a="http://schemas.openxmlformats.org/drawingml/2006/main">
            <a:pathLst>
              <a:path w="271626" h="286439">
                <a:moveTo>
                  <a:pt x="0" y="286439"/>
                </a:moveTo>
                <a:lnTo>
                  <a:pt x="27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6" name="pdf-path-501">
            <a:extLst xmlns:a="http://schemas.openxmlformats.org/drawingml/2006/main">
              <a:ext uri="{FF2B5EF4-FFF2-40B4-BE49-F238E27FC236}">
                <a16:creationId xmlns:a16="http://schemas.microsoft.com/office/drawing/2014/main" id="{B29EFDED-840A-4434-A96B-1586D22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99" y="3519779"/>
            <a:ext cx="516033" cy="281892"/>
          </a:xfrm>
          <a:custGeom xmlns:a="http://schemas.openxmlformats.org/drawingml/2006/main">
            <a:pathLst>
              <a:path w="516033" h="281892">
                <a:moveTo>
                  <a:pt x="0" y="281892"/>
                </a:moveTo>
                <a:lnTo>
                  <a:pt x="5160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7" name="pdf-path-502">
            <a:extLst xmlns:a="http://schemas.openxmlformats.org/drawingml/2006/main">
              <a:ext uri="{FF2B5EF4-FFF2-40B4-BE49-F238E27FC236}">
                <a16:creationId xmlns:a16="http://schemas.microsoft.com/office/drawing/2014/main" id="{4EE731AB-ECF7-4D0A-A8FA-1EAD183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218" y="3518937"/>
            <a:ext cx="515913" cy="281909"/>
          </a:xfrm>
          <a:custGeom xmlns:a="http://schemas.openxmlformats.org/drawingml/2006/main">
            <a:pathLst>
              <a:path w="515913" h="281909">
                <a:moveTo>
                  <a:pt x="0" y="281909"/>
                </a:moveTo>
                <a:lnTo>
                  <a:pt x="515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8" name="pdf-path-503">
            <a:extLst xmlns:a="http://schemas.openxmlformats.org/drawingml/2006/main">
              <a:ext uri="{FF2B5EF4-FFF2-40B4-BE49-F238E27FC236}">
                <a16:creationId xmlns:a16="http://schemas.microsoft.com/office/drawing/2014/main" id="{E55E1C62-5016-4223-9FCD-F5BAA40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31" y="3519426"/>
            <a:ext cx="598777" cy="282616"/>
          </a:xfrm>
          <a:custGeom xmlns:a="http://schemas.openxmlformats.org/drawingml/2006/main">
            <a:pathLst>
              <a:path w="598777" h="282616">
                <a:moveTo>
                  <a:pt x="0" y="282616"/>
                </a:moveTo>
                <a:lnTo>
                  <a:pt x="598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499" name="pdf-path-504">
            <a:extLst xmlns:a="http://schemas.openxmlformats.org/drawingml/2006/main">
              <a:ext uri="{FF2B5EF4-FFF2-40B4-BE49-F238E27FC236}">
                <a16:creationId xmlns:a16="http://schemas.microsoft.com/office/drawing/2014/main" id="{B5B6F4B0-115E-4496-9294-B16A266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452" y="3520133"/>
            <a:ext cx="598778" cy="282616"/>
          </a:xfrm>
          <a:custGeom xmlns:a="http://schemas.openxmlformats.org/drawingml/2006/main">
            <a:pathLst>
              <a:path w="598778" h="282616">
                <a:moveTo>
                  <a:pt x="0" y="282616"/>
                </a:moveTo>
                <a:lnTo>
                  <a:pt x="598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0" name="pdf-path-505">
            <a:extLst xmlns:a="http://schemas.openxmlformats.org/drawingml/2006/main">
              <a:ext uri="{FF2B5EF4-FFF2-40B4-BE49-F238E27FC236}">
                <a16:creationId xmlns:a16="http://schemas.microsoft.com/office/drawing/2014/main" id="{2B674C8B-8156-41E7-894E-CF7DBFB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45" y="3518584"/>
            <a:ext cx="598777" cy="282616"/>
          </a:xfrm>
          <a:custGeom xmlns:a="http://schemas.openxmlformats.org/drawingml/2006/main">
            <a:pathLst>
              <a:path w="598777" h="282616">
                <a:moveTo>
                  <a:pt x="0" y="282616"/>
                </a:moveTo>
                <a:lnTo>
                  <a:pt x="598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1" name="pdf-path-506">
            <a:extLst xmlns:a="http://schemas.openxmlformats.org/drawingml/2006/main">
              <a:ext uri="{FF2B5EF4-FFF2-40B4-BE49-F238E27FC236}">
                <a16:creationId xmlns:a16="http://schemas.microsoft.com/office/drawing/2014/main" id="{544506FC-2F80-4FDA-9693-BE13A714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790" y="3518584"/>
            <a:ext cx="445603" cy="285715"/>
          </a:xfrm>
          <a:custGeom xmlns:a="http://schemas.openxmlformats.org/drawingml/2006/main">
            <a:pathLst>
              <a:path w="445603" h="285715">
                <a:moveTo>
                  <a:pt x="0" y="285715"/>
                </a:moveTo>
                <a:lnTo>
                  <a:pt x="445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2" name="pdf-path-507">
            <a:extLst xmlns:a="http://schemas.openxmlformats.org/drawingml/2006/main">
              <a:ext uri="{FF2B5EF4-FFF2-40B4-BE49-F238E27FC236}">
                <a16:creationId xmlns:a16="http://schemas.microsoft.com/office/drawing/2014/main" id="{82449442-8820-44D6-B803-F7E544AB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809" y="3520857"/>
            <a:ext cx="445603" cy="285715"/>
          </a:xfrm>
          <a:custGeom xmlns:a="http://schemas.openxmlformats.org/drawingml/2006/main">
            <a:pathLst>
              <a:path w="445603" h="285715">
                <a:moveTo>
                  <a:pt x="0" y="285715"/>
                </a:moveTo>
                <a:lnTo>
                  <a:pt x="445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3" name="pdf-path-508">
            <a:extLst xmlns:a="http://schemas.openxmlformats.org/drawingml/2006/main">
              <a:ext uri="{FF2B5EF4-FFF2-40B4-BE49-F238E27FC236}">
                <a16:creationId xmlns:a16="http://schemas.microsoft.com/office/drawing/2014/main" id="{7292A2AE-21BC-459B-80C1-B754008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030" y="3517859"/>
            <a:ext cx="445483" cy="285732"/>
          </a:xfrm>
          <a:custGeom xmlns:a="http://schemas.openxmlformats.org/drawingml/2006/main">
            <a:pathLst>
              <a:path w="445483" h="285732">
                <a:moveTo>
                  <a:pt x="0" y="285732"/>
                </a:moveTo>
                <a:lnTo>
                  <a:pt x="4454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4" name="pdf-path-509">
            <a:extLst xmlns:a="http://schemas.openxmlformats.org/drawingml/2006/main">
              <a:ext uri="{FF2B5EF4-FFF2-40B4-BE49-F238E27FC236}">
                <a16:creationId xmlns:a16="http://schemas.microsoft.com/office/drawing/2014/main" id="{892D19E3-94F6-4D70-94C3-D02C12A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47" y="3517034"/>
            <a:ext cx="445603" cy="285715"/>
          </a:xfrm>
          <a:custGeom xmlns:a="http://schemas.openxmlformats.org/drawingml/2006/main">
            <a:pathLst>
              <a:path w="445603" h="285715">
                <a:moveTo>
                  <a:pt x="0" y="285715"/>
                </a:moveTo>
                <a:lnTo>
                  <a:pt x="445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5" name="pdf-path-510">
            <a:extLst xmlns:a="http://schemas.openxmlformats.org/drawingml/2006/main">
              <a:ext uri="{FF2B5EF4-FFF2-40B4-BE49-F238E27FC236}">
                <a16:creationId xmlns:a16="http://schemas.microsoft.com/office/drawing/2014/main" id="{CDB2F141-4492-4EBD-A5F9-F499A234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003" y="3519426"/>
            <a:ext cx="445490" cy="285597"/>
          </a:xfrm>
          <a:custGeom xmlns:a="http://schemas.openxmlformats.org/drawingml/2006/main">
            <a:pathLst>
              <a:path w="445490" h="285597">
                <a:moveTo>
                  <a:pt x="0" y="285597"/>
                </a:moveTo>
                <a:lnTo>
                  <a:pt x="445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6" name="pdf-path-511">
            <a:extLst xmlns:a="http://schemas.openxmlformats.org/drawingml/2006/main">
              <a:ext uri="{FF2B5EF4-FFF2-40B4-BE49-F238E27FC236}">
                <a16:creationId xmlns:a16="http://schemas.microsoft.com/office/drawing/2014/main" id="{98E39483-9F1E-479B-AB91-3D15128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84" y="3519426"/>
            <a:ext cx="346824" cy="285597"/>
          </a:xfrm>
          <a:custGeom xmlns:a="http://schemas.openxmlformats.org/drawingml/2006/main">
            <a:pathLst>
              <a:path w="346824" h="285597">
                <a:moveTo>
                  <a:pt x="0" y="285597"/>
                </a:moveTo>
                <a:lnTo>
                  <a:pt x="346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7" name="pdf-path-512">
            <a:extLst xmlns:a="http://schemas.openxmlformats.org/drawingml/2006/main">
              <a:ext uri="{FF2B5EF4-FFF2-40B4-BE49-F238E27FC236}">
                <a16:creationId xmlns:a16="http://schemas.microsoft.com/office/drawing/2014/main" id="{D87F0A13-B697-4DC3-9F01-D73DDC3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901" y="2622862"/>
            <a:ext cx="72712" cy="276526"/>
          </a:xfrm>
          <a:custGeom xmlns:a="http://schemas.openxmlformats.org/drawingml/2006/main">
            <a:pathLst>
              <a:path w="72712" h="276526">
                <a:moveTo>
                  <a:pt x="0" y="0"/>
                </a:moveTo>
                <a:lnTo>
                  <a:pt x="26981" y="276526"/>
                </a:lnTo>
                <a:lnTo>
                  <a:pt x="72712" y="48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8" name="pdf-path-513">
            <a:extLst xmlns:a="http://schemas.openxmlformats.org/drawingml/2006/main">
              <a:ext uri="{FF2B5EF4-FFF2-40B4-BE49-F238E27FC236}">
                <a16:creationId xmlns:a16="http://schemas.microsoft.com/office/drawing/2014/main" id="{6C0B79F4-BDAA-4CF5-8A2C-A14ECF80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764" y="2623346"/>
            <a:ext cx="204513" cy="275916"/>
          </a:xfrm>
          <a:custGeom xmlns:a="http://schemas.openxmlformats.org/drawingml/2006/main">
            <a:pathLst>
              <a:path w="204513" h="275916">
                <a:moveTo>
                  <a:pt x="129062" y="593"/>
                </a:moveTo>
                <a:lnTo>
                  <a:pt x="0" y="275916"/>
                </a:lnTo>
                <a:lnTo>
                  <a:pt x="204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09" name="pdf-path-514">
            <a:extLst xmlns:a="http://schemas.openxmlformats.org/drawingml/2006/main">
              <a:ext uri="{FF2B5EF4-FFF2-40B4-BE49-F238E27FC236}">
                <a16:creationId xmlns:a16="http://schemas.microsoft.com/office/drawing/2014/main" id="{BB13EDA3-F0F8-4998-8FD4-60DF27C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120" y="2624046"/>
            <a:ext cx="373960" cy="275467"/>
          </a:xfrm>
          <a:custGeom xmlns:a="http://schemas.openxmlformats.org/drawingml/2006/main">
            <a:pathLst>
              <a:path w="373960" h="275467">
                <a:moveTo>
                  <a:pt x="297779" y="610"/>
                </a:moveTo>
                <a:lnTo>
                  <a:pt x="0" y="275467"/>
                </a:lnTo>
                <a:lnTo>
                  <a:pt x="373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0" name="pdf-path-515">
            <a:extLst xmlns:a="http://schemas.openxmlformats.org/drawingml/2006/main">
              <a:ext uri="{FF2B5EF4-FFF2-40B4-BE49-F238E27FC236}">
                <a16:creationId xmlns:a16="http://schemas.microsoft.com/office/drawing/2014/main" id="{73CF4893-310E-4D26-B974-A7AC5FF3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969" y="2625015"/>
            <a:ext cx="528559" cy="274965"/>
          </a:xfrm>
          <a:custGeom xmlns:a="http://schemas.openxmlformats.org/drawingml/2006/main">
            <a:pathLst>
              <a:path w="528559" h="274965">
                <a:moveTo>
                  <a:pt x="454898" y="0"/>
                </a:moveTo>
                <a:lnTo>
                  <a:pt x="0" y="274965"/>
                </a:lnTo>
                <a:lnTo>
                  <a:pt x="528559" y="826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1" name="pdf-path-516">
            <a:extLst xmlns:a="http://schemas.openxmlformats.org/drawingml/2006/main">
              <a:ext uri="{FF2B5EF4-FFF2-40B4-BE49-F238E27FC236}">
                <a16:creationId xmlns:a16="http://schemas.microsoft.com/office/drawing/2014/main" id="{16381B4A-7907-4B81-B5A9-EB9ADE3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53" y="2625249"/>
            <a:ext cx="687601" cy="274264"/>
          </a:xfrm>
          <a:custGeom xmlns:a="http://schemas.openxmlformats.org/drawingml/2006/main">
            <a:pathLst>
              <a:path w="687601" h="274264">
                <a:moveTo>
                  <a:pt x="610485" y="843"/>
                </a:moveTo>
                <a:lnTo>
                  <a:pt x="0" y="274264"/>
                </a:lnTo>
                <a:lnTo>
                  <a:pt x="6876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2" name="pdf-path-517">
            <a:extLst xmlns:a="http://schemas.openxmlformats.org/drawingml/2006/main">
              <a:ext uri="{FF2B5EF4-FFF2-40B4-BE49-F238E27FC236}">
                <a16:creationId xmlns:a16="http://schemas.microsoft.com/office/drawing/2014/main" id="{6366A93D-9ABA-4268-ADBA-988D0D07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777" y="2622503"/>
            <a:ext cx="852376" cy="278320"/>
          </a:xfrm>
          <a:custGeom xmlns:a="http://schemas.openxmlformats.org/drawingml/2006/main">
            <a:pathLst>
              <a:path w="852376" h="278320">
                <a:moveTo>
                  <a:pt x="772019" y="3696"/>
                </a:moveTo>
                <a:lnTo>
                  <a:pt x="0" y="278320"/>
                </a:lnTo>
                <a:lnTo>
                  <a:pt x="852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3" name="pdf-path-518">
            <a:extLst xmlns:a="http://schemas.openxmlformats.org/drawingml/2006/main">
              <a:ext uri="{FF2B5EF4-FFF2-40B4-BE49-F238E27FC236}">
                <a16:creationId xmlns:a16="http://schemas.microsoft.com/office/drawing/2014/main" id="{5888E1E1-7ABD-4786-8BAA-A669F3F2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82" y="2621427"/>
            <a:ext cx="139119" cy="281191"/>
          </a:xfrm>
          <a:custGeom xmlns:a="http://schemas.openxmlformats.org/drawingml/2006/main">
            <a:pathLst>
              <a:path w="139119" h="281191">
                <a:moveTo>
                  <a:pt x="47770" y="233"/>
                </a:moveTo>
                <a:lnTo>
                  <a:pt x="0" y="281191"/>
                </a:lnTo>
                <a:lnTo>
                  <a:pt x="1391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4" name="pdf-path-519">
            <a:extLst xmlns:a="http://schemas.openxmlformats.org/drawingml/2006/main">
              <a:ext uri="{FF2B5EF4-FFF2-40B4-BE49-F238E27FC236}">
                <a16:creationId xmlns:a16="http://schemas.microsoft.com/office/drawing/2014/main" id="{428EC0C9-1A8E-4737-8F26-ECF5C361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55" y="2622019"/>
            <a:ext cx="299800" cy="279756"/>
          </a:xfrm>
          <a:custGeom xmlns:a="http://schemas.openxmlformats.org/drawingml/2006/main">
            <a:pathLst>
              <a:path w="299800" h="279756">
                <a:moveTo>
                  <a:pt x="215276" y="0"/>
                </a:moveTo>
                <a:lnTo>
                  <a:pt x="0" y="279756"/>
                </a:lnTo>
                <a:lnTo>
                  <a:pt x="299800" y="156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5" name="pdf-path-520">
            <a:extLst xmlns:a="http://schemas.openxmlformats.org/drawingml/2006/main">
              <a:ext uri="{FF2B5EF4-FFF2-40B4-BE49-F238E27FC236}">
                <a16:creationId xmlns:a16="http://schemas.microsoft.com/office/drawing/2014/main" id="{F69C7925-622A-46AE-8D01-A279582B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90" y="2623221"/>
            <a:ext cx="462807" cy="277351"/>
          </a:xfrm>
          <a:custGeom xmlns:a="http://schemas.openxmlformats.org/drawingml/2006/main">
            <a:pathLst>
              <a:path w="462807" h="277351">
                <a:moveTo>
                  <a:pt x="371335" y="233"/>
                </a:moveTo>
                <a:lnTo>
                  <a:pt x="0" y="277351"/>
                </a:lnTo>
                <a:lnTo>
                  <a:pt x="462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6" name="pdf-path-521">
            <a:extLst xmlns:a="http://schemas.openxmlformats.org/drawingml/2006/main">
              <a:ext uri="{FF2B5EF4-FFF2-40B4-BE49-F238E27FC236}">
                <a16:creationId xmlns:a16="http://schemas.microsoft.com/office/drawing/2014/main" id="{D9AEE2DE-0667-4B2A-A050-B0A32317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43" y="2623813"/>
            <a:ext cx="625409" cy="277118"/>
          </a:xfrm>
          <a:custGeom xmlns:a="http://schemas.openxmlformats.org/drawingml/2006/main">
            <a:pathLst>
              <a:path w="625409" h="277118">
                <a:moveTo>
                  <a:pt x="540884" y="0"/>
                </a:moveTo>
                <a:lnTo>
                  <a:pt x="0" y="277118"/>
                </a:lnTo>
                <a:lnTo>
                  <a:pt x="625409" y="156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7" name="pdf-path-522">
            <a:extLst xmlns:a="http://schemas.openxmlformats.org/drawingml/2006/main">
              <a:ext uri="{FF2B5EF4-FFF2-40B4-BE49-F238E27FC236}">
                <a16:creationId xmlns:a16="http://schemas.microsoft.com/office/drawing/2014/main" id="{28D56759-D0F0-4A76-B005-80A67CEB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028" y="2624406"/>
            <a:ext cx="778126" cy="276166"/>
          </a:xfrm>
          <a:custGeom xmlns:a="http://schemas.openxmlformats.org/drawingml/2006/main">
            <a:pathLst>
              <a:path w="778126" h="276166">
                <a:moveTo>
                  <a:pt x="698115" y="1561"/>
                </a:moveTo>
                <a:lnTo>
                  <a:pt x="0" y="276166"/>
                </a:lnTo>
                <a:lnTo>
                  <a:pt x="778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8" name="pdf-path-523">
            <a:extLst xmlns:a="http://schemas.openxmlformats.org/drawingml/2006/main">
              <a:ext uri="{FF2B5EF4-FFF2-40B4-BE49-F238E27FC236}">
                <a16:creationId xmlns:a16="http://schemas.microsoft.com/office/drawing/2014/main" id="{596A4A9E-1463-4C2C-9711-E123298F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575" y="2625015"/>
            <a:ext cx="851791" cy="275323"/>
          </a:xfrm>
          <a:custGeom xmlns:a="http://schemas.openxmlformats.org/drawingml/2006/main">
            <a:pathLst>
              <a:path w="851791" h="275323">
                <a:moveTo>
                  <a:pt x="851791" y="0"/>
                </a:moveTo>
                <a:lnTo>
                  <a:pt x="0" y="27532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19" name="pdf-path-524">
            <a:extLst xmlns:a="http://schemas.openxmlformats.org/drawingml/2006/main">
              <a:ext uri="{FF2B5EF4-FFF2-40B4-BE49-F238E27FC236}">
                <a16:creationId xmlns:a16="http://schemas.microsoft.com/office/drawing/2014/main" id="{589BE3B4-5E62-4AB9-ACB9-BBAAE0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55" y="2621911"/>
            <a:ext cx="72733" cy="276526"/>
          </a:xfrm>
          <a:custGeom xmlns:a="http://schemas.openxmlformats.org/drawingml/2006/main">
            <a:pathLst>
              <a:path w="72733" h="276526">
                <a:moveTo>
                  <a:pt x="0" y="0"/>
                </a:moveTo>
                <a:lnTo>
                  <a:pt x="26890" y="276526"/>
                </a:lnTo>
                <a:lnTo>
                  <a:pt x="72733" y="59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0" name="pdf-path-525">
            <a:extLst xmlns:a="http://schemas.openxmlformats.org/drawingml/2006/main">
              <a:ext uri="{FF2B5EF4-FFF2-40B4-BE49-F238E27FC236}">
                <a16:creationId xmlns:a16="http://schemas.microsoft.com/office/drawing/2014/main" id="{8775DE0E-0CE4-4DE3-9BBD-BFB7C11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417" y="2622377"/>
            <a:ext cx="204418" cy="275933"/>
          </a:xfrm>
          <a:custGeom xmlns:a="http://schemas.openxmlformats.org/drawingml/2006/main">
            <a:pathLst>
              <a:path w="204418" h="275933">
                <a:moveTo>
                  <a:pt x="128940" y="610"/>
                </a:moveTo>
                <a:lnTo>
                  <a:pt x="0" y="275933"/>
                </a:lnTo>
                <a:lnTo>
                  <a:pt x="20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1" name="pdf-path-526">
            <a:extLst xmlns:a="http://schemas.openxmlformats.org/drawingml/2006/main">
              <a:ext uri="{FF2B5EF4-FFF2-40B4-BE49-F238E27FC236}">
                <a16:creationId xmlns:a16="http://schemas.microsoft.com/office/drawing/2014/main" id="{98E5F309-5E2B-468D-9E39-B941FE15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801" y="2623095"/>
            <a:ext cx="373810" cy="275449"/>
          </a:xfrm>
          <a:custGeom xmlns:a="http://schemas.openxmlformats.org/drawingml/2006/main">
            <a:pathLst>
              <a:path w="373810" h="275449">
                <a:moveTo>
                  <a:pt x="297779" y="592"/>
                </a:moveTo>
                <a:lnTo>
                  <a:pt x="0" y="275449"/>
                </a:lnTo>
                <a:lnTo>
                  <a:pt x="373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2" name="pdf-path-527">
            <a:extLst xmlns:a="http://schemas.openxmlformats.org/drawingml/2006/main">
              <a:ext uri="{FF2B5EF4-FFF2-40B4-BE49-F238E27FC236}">
                <a16:creationId xmlns:a16="http://schemas.microsoft.com/office/drawing/2014/main" id="{3D4E3354-47BB-4C32-A95B-69C49FC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500" y="2624046"/>
            <a:ext cx="528590" cy="274982"/>
          </a:xfrm>
          <a:custGeom xmlns:a="http://schemas.openxmlformats.org/drawingml/2006/main">
            <a:pathLst>
              <a:path w="528590" h="274982">
                <a:moveTo>
                  <a:pt x="455017" y="0"/>
                </a:moveTo>
                <a:lnTo>
                  <a:pt x="0" y="274982"/>
                </a:lnTo>
                <a:lnTo>
                  <a:pt x="528590" y="8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3" name="pdf-path-528">
            <a:extLst xmlns:a="http://schemas.openxmlformats.org/drawingml/2006/main">
              <a:ext uri="{FF2B5EF4-FFF2-40B4-BE49-F238E27FC236}">
                <a16:creationId xmlns:a16="http://schemas.microsoft.com/office/drawing/2014/main" id="{BAE2CB1F-6D79-4FE2-A5F7-C92CDC3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82" y="2624297"/>
            <a:ext cx="687726" cy="274247"/>
          </a:xfrm>
          <a:custGeom xmlns:a="http://schemas.openxmlformats.org/drawingml/2006/main">
            <a:pathLst>
              <a:path w="687726" h="274247">
                <a:moveTo>
                  <a:pt x="610606" y="826"/>
                </a:moveTo>
                <a:lnTo>
                  <a:pt x="0" y="274247"/>
                </a:lnTo>
                <a:lnTo>
                  <a:pt x="68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4" name="pdf-path-529">
            <a:extLst xmlns:a="http://schemas.openxmlformats.org/drawingml/2006/main">
              <a:ext uri="{FF2B5EF4-FFF2-40B4-BE49-F238E27FC236}">
                <a16:creationId xmlns:a16="http://schemas.microsoft.com/office/drawing/2014/main" id="{68A866A9-BC59-4A39-9DB4-F20F303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823" y="2620475"/>
            <a:ext cx="139111" cy="281065"/>
          </a:xfrm>
          <a:custGeom xmlns:a="http://schemas.openxmlformats.org/drawingml/2006/main">
            <a:pathLst>
              <a:path w="139111" h="281065">
                <a:moveTo>
                  <a:pt x="47770" y="108"/>
                </a:moveTo>
                <a:lnTo>
                  <a:pt x="0" y="281065"/>
                </a:lnTo>
                <a:lnTo>
                  <a:pt x="1391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5" name="pdf-path-530">
            <a:extLst xmlns:a="http://schemas.openxmlformats.org/drawingml/2006/main">
              <a:ext uri="{FF2B5EF4-FFF2-40B4-BE49-F238E27FC236}">
                <a16:creationId xmlns:a16="http://schemas.microsoft.com/office/drawing/2014/main" id="{9FED8632-32A2-4FE8-838C-E9A9B9C0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96" y="2621067"/>
            <a:ext cx="299792" cy="279630"/>
          </a:xfrm>
          <a:custGeom xmlns:a="http://schemas.openxmlformats.org/drawingml/2006/main">
            <a:pathLst>
              <a:path w="299792" h="279630">
                <a:moveTo>
                  <a:pt x="215268" y="0"/>
                </a:moveTo>
                <a:lnTo>
                  <a:pt x="0" y="279630"/>
                </a:lnTo>
                <a:lnTo>
                  <a:pt x="299792" y="156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6" name="pdf-path-531">
            <a:extLst xmlns:a="http://schemas.openxmlformats.org/drawingml/2006/main">
              <a:ext uri="{FF2B5EF4-FFF2-40B4-BE49-F238E27FC236}">
                <a16:creationId xmlns:a16="http://schemas.microsoft.com/office/drawing/2014/main" id="{E4B40C5F-C3D1-48C2-8647-D876E97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134" y="2622144"/>
            <a:ext cx="462804" cy="277369"/>
          </a:xfrm>
          <a:custGeom xmlns:a="http://schemas.openxmlformats.org/drawingml/2006/main">
            <a:pathLst>
              <a:path w="462804" h="277369">
                <a:moveTo>
                  <a:pt x="371333" y="233"/>
                </a:moveTo>
                <a:lnTo>
                  <a:pt x="0" y="277369"/>
                </a:lnTo>
                <a:lnTo>
                  <a:pt x="4628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7" name="pdf-path-532">
            <a:extLst xmlns:a="http://schemas.openxmlformats.org/drawingml/2006/main">
              <a:ext uri="{FF2B5EF4-FFF2-40B4-BE49-F238E27FC236}">
                <a16:creationId xmlns:a16="http://schemas.microsoft.com/office/drawing/2014/main" id="{EC5A44B3-A21E-4341-AC17-81C8D13B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284" y="2622736"/>
            <a:ext cx="540862" cy="277243"/>
          </a:xfrm>
          <a:custGeom xmlns:a="http://schemas.openxmlformats.org/drawingml/2006/main">
            <a:pathLst>
              <a:path w="540862" h="277243">
                <a:moveTo>
                  <a:pt x="540862" y="0"/>
                </a:moveTo>
                <a:lnTo>
                  <a:pt x="0" y="2772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8" name="pdf-path-533">
            <a:extLst xmlns:a="http://schemas.openxmlformats.org/drawingml/2006/main">
              <a:ext uri="{FF2B5EF4-FFF2-40B4-BE49-F238E27FC236}">
                <a16:creationId xmlns:a16="http://schemas.microsoft.com/office/drawing/2014/main" id="{D07915B2-01B9-4542-A457-E8F2189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396" y="2620835"/>
            <a:ext cx="72733" cy="276633"/>
          </a:xfrm>
          <a:custGeom xmlns:a="http://schemas.openxmlformats.org/drawingml/2006/main">
            <a:pathLst>
              <a:path w="72733" h="276633">
                <a:moveTo>
                  <a:pt x="0" y="0"/>
                </a:moveTo>
                <a:lnTo>
                  <a:pt x="26880" y="276633"/>
                </a:lnTo>
                <a:lnTo>
                  <a:pt x="72733" y="59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29" name="pdf-path-534">
            <a:extLst xmlns:a="http://schemas.openxmlformats.org/drawingml/2006/main">
              <a:ext uri="{FF2B5EF4-FFF2-40B4-BE49-F238E27FC236}">
                <a16:creationId xmlns:a16="http://schemas.microsoft.com/office/drawing/2014/main" id="{7723FF8F-32E1-4145-88FF-58D735C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251" y="2621427"/>
            <a:ext cx="204418" cy="275933"/>
          </a:xfrm>
          <a:custGeom xmlns:a="http://schemas.openxmlformats.org/drawingml/2006/main">
            <a:pathLst>
              <a:path w="204418" h="275933">
                <a:moveTo>
                  <a:pt x="128936" y="592"/>
                </a:moveTo>
                <a:lnTo>
                  <a:pt x="0" y="275933"/>
                </a:lnTo>
                <a:lnTo>
                  <a:pt x="204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0" name="pdf-path-535">
            <a:extLst xmlns:a="http://schemas.openxmlformats.org/drawingml/2006/main">
              <a:ext uri="{FF2B5EF4-FFF2-40B4-BE49-F238E27FC236}">
                <a16:creationId xmlns:a16="http://schemas.microsoft.com/office/drawing/2014/main" id="{A77C748E-127C-4173-B329-34AD1065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34" y="2622019"/>
            <a:ext cx="373818" cy="275574"/>
          </a:xfrm>
          <a:custGeom xmlns:a="http://schemas.openxmlformats.org/drawingml/2006/main">
            <a:pathLst>
              <a:path w="373818" h="275574">
                <a:moveTo>
                  <a:pt x="297760" y="610"/>
                </a:moveTo>
                <a:lnTo>
                  <a:pt x="0" y="275574"/>
                </a:lnTo>
                <a:lnTo>
                  <a:pt x="37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1" name="pdf-path-536">
            <a:extLst xmlns:a="http://schemas.openxmlformats.org/drawingml/2006/main">
              <a:ext uri="{FF2B5EF4-FFF2-40B4-BE49-F238E27FC236}">
                <a16:creationId xmlns:a16="http://schemas.microsoft.com/office/drawing/2014/main" id="{9425794A-587B-4523-9F86-0C9EA2C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800" y="2619399"/>
            <a:ext cx="139245" cy="281173"/>
          </a:xfrm>
          <a:custGeom xmlns:a="http://schemas.openxmlformats.org/drawingml/2006/main">
            <a:pathLst>
              <a:path w="139245" h="281173">
                <a:moveTo>
                  <a:pt x="47774" y="233"/>
                </a:moveTo>
                <a:lnTo>
                  <a:pt x="0" y="281173"/>
                </a:lnTo>
                <a:lnTo>
                  <a:pt x="139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2" name="pdf-path-537">
            <a:extLst xmlns:a="http://schemas.openxmlformats.org/drawingml/2006/main">
              <a:ext uri="{FF2B5EF4-FFF2-40B4-BE49-F238E27FC236}">
                <a16:creationId xmlns:a16="http://schemas.microsoft.com/office/drawing/2014/main" id="{4D84AE67-E4E6-4D87-AD06-3F88017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100" y="2619991"/>
            <a:ext cx="215153" cy="279756"/>
          </a:xfrm>
          <a:custGeom xmlns:a="http://schemas.openxmlformats.org/drawingml/2006/main">
            <a:pathLst>
              <a:path w="215153" h="279756">
                <a:moveTo>
                  <a:pt x="215153" y="0"/>
                </a:moveTo>
                <a:lnTo>
                  <a:pt x="0" y="279756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3" name="pdf-path-538">
            <a:extLst xmlns:a="http://schemas.openxmlformats.org/drawingml/2006/main">
              <a:ext uri="{FF2B5EF4-FFF2-40B4-BE49-F238E27FC236}">
                <a16:creationId xmlns:a16="http://schemas.microsoft.com/office/drawing/2014/main" id="{3B923FFD-A21A-48CE-9180-EBBC2102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544" y="2621781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65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4" name="pdf-path-539">
            <a:extLst xmlns:a="http://schemas.openxmlformats.org/drawingml/2006/main">
              <a:ext uri="{FF2B5EF4-FFF2-40B4-BE49-F238E27FC236}">
                <a16:creationId xmlns:a16="http://schemas.microsoft.com/office/drawing/2014/main" id="{98D510AE-EB29-4FBF-A98A-1936E205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93" y="2621781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34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5" name="pdf-path-540">
            <a:extLst xmlns:a="http://schemas.openxmlformats.org/drawingml/2006/main">
              <a:ext uri="{FF2B5EF4-FFF2-40B4-BE49-F238E27FC236}">
                <a16:creationId xmlns:a16="http://schemas.microsoft.com/office/drawing/2014/main" id="{B7C3ED50-1206-4176-96CB-99E0E68D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263" y="2621781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35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6" name="pdf-path-541">
            <a:extLst xmlns:a="http://schemas.openxmlformats.org/drawingml/2006/main">
              <a:ext uri="{FF2B5EF4-FFF2-40B4-BE49-F238E27FC236}">
                <a16:creationId xmlns:a16="http://schemas.microsoft.com/office/drawing/2014/main" id="{767A7E9B-AC1D-4A99-B141-71CD2C45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72" y="2624765"/>
            <a:ext cx="190446" cy="277969"/>
          </a:xfrm>
          <a:custGeom xmlns:a="http://schemas.openxmlformats.org/drawingml/2006/main">
            <a:pathLst>
              <a:path w="190446" h="277969">
                <a:moveTo>
                  <a:pt x="70464" y="0"/>
                </a:moveTo>
                <a:lnTo>
                  <a:pt x="190446" y="277969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7" name="pdf-path-542">
            <a:extLst xmlns:a="http://schemas.openxmlformats.org/drawingml/2006/main">
              <a:ext uri="{FF2B5EF4-FFF2-40B4-BE49-F238E27FC236}">
                <a16:creationId xmlns:a16="http://schemas.microsoft.com/office/drawing/2014/main" id="{FD22D29E-C688-4D41-89A8-53CE03F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443" y="2622506"/>
            <a:ext cx="190316" cy="278082"/>
          </a:xfrm>
          <a:custGeom xmlns:a="http://schemas.openxmlformats.org/drawingml/2006/main">
            <a:pathLst>
              <a:path w="190316" h="278082">
                <a:moveTo>
                  <a:pt x="70314" y="0"/>
                </a:moveTo>
                <a:lnTo>
                  <a:pt x="190316" y="278082"/>
                </a:lnTo>
                <a:lnTo>
                  <a:pt x="0" y="3452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8" name="pdf-path-543">
            <a:extLst xmlns:a="http://schemas.openxmlformats.org/drawingml/2006/main">
              <a:ext uri="{FF2B5EF4-FFF2-40B4-BE49-F238E27FC236}">
                <a16:creationId xmlns:a16="http://schemas.microsoft.com/office/drawing/2014/main" id="{93904661-022C-4C15-AAF2-929746C4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28" y="2625138"/>
            <a:ext cx="345194" cy="274976"/>
          </a:xfrm>
          <a:custGeom xmlns:a="http://schemas.openxmlformats.org/drawingml/2006/main">
            <a:pathLst>
              <a:path w="345194" h="274976">
                <a:moveTo>
                  <a:pt x="345194" y="2749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39" name="pdf-path-544">
            <a:extLst xmlns:a="http://schemas.openxmlformats.org/drawingml/2006/main">
              <a:ext uri="{FF2B5EF4-FFF2-40B4-BE49-F238E27FC236}">
                <a16:creationId xmlns:a16="http://schemas.microsoft.com/office/drawing/2014/main" id="{959B4C0B-CE47-4B83-9E40-8428BBD4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252" y="2626450"/>
            <a:ext cx="516282" cy="271514"/>
          </a:xfrm>
          <a:custGeom xmlns:a="http://schemas.openxmlformats.org/drawingml/2006/main">
            <a:pathLst>
              <a:path w="516282" h="271514">
                <a:moveTo>
                  <a:pt x="516282" y="2715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0" name="pdf-path-545">
            <a:extLst xmlns:a="http://schemas.openxmlformats.org/drawingml/2006/main">
              <a:ext uri="{FF2B5EF4-FFF2-40B4-BE49-F238E27FC236}">
                <a16:creationId xmlns:a16="http://schemas.microsoft.com/office/drawing/2014/main" id="{F90F6122-B653-4B3F-A715-A49A24B3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262" y="2625977"/>
            <a:ext cx="836522" cy="272336"/>
          </a:xfrm>
          <a:custGeom xmlns:a="http://schemas.openxmlformats.org/drawingml/2006/main">
            <a:pathLst>
              <a:path w="836522" h="272336">
                <a:moveTo>
                  <a:pt x="665654" y="272336"/>
                </a:moveTo>
                <a:lnTo>
                  <a:pt x="0" y="0"/>
                </a:lnTo>
                <a:lnTo>
                  <a:pt x="836522" y="269345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1" name="pdf-path-546">
            <a:extLst xmlns:a="http://schemas.openxmlformats.org/drawingml/2006/main">
              <a:ext uri="{FF2B5EF4-FFF2-40B4-BE49-F238E27FC236}">
                <a16:creationId xmlns:a16="http://schemas.microsoft.com/office/drawing/2014/main" id="{61E542F7-3A62-4F41-B0C6-FC568EDF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27" y="2622147"/>
            <a:ext cx="994237" cy="275694"/>
          </a:xfrm>
          <a:custGeom xmlns:a="http://schemas.openxmlformats.org/drawingml/2006/main">
            <a:pathLst>
              <a:path w="994237" h="275694">
                <a:moveTo>
                  <a:pt x="994237" y="2756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2" name="pdf-path-547">
            <a:extLst xmlns:a="http://schemas.openxmlformats.org/drawingml/2006/main">
              <a:ext uri="{FF2B5EF4-FFF2-40B4-BE49-F238E27FC236}">
                <a16:creationId xmlns:a16="http://schemas.microsoft.com/office/drawing/2014/main" id="{411E78EB-0EE6-419A-B915-226ACBAE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068" y="2625006"/>
            <a:ext cx="114996" cy="274259"/>
          </a:xfrm>
          <a:custGeom xmlns:a="http://schemas.openxmlformats.org/drawingml/2006/main">
            <a:pathLst>
              <a:path w="114996" h="274259">
                <a:moveTo>
                  <a:pt x="0" y="0"/>
                </a:moveTo>
                <a:lnTo>
                  <a:pt x="114996" y="27425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3" name="pdf-path-548">
            <a:extLst xmlns:a="http://schemas.openxmlformats.org/drawingml/2006/main">
              <a:ext uri="{FF2B5EF4-FFF2-40B4-BE49-F238E27FC236}">
                <a16:creationId xmlns:a16="http://schemas.microsoft.com/office/drawing/2014/main" id="{5B45F721-7407-40D9-8211-E47C958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852" y="2623458"/>
            <a:ext cx="271757" cy="274372"/>
          </a:xfrm>
          <a:custGeom xmlns:a="http://schemas.openxmlformats.org/drawingml/2006/main">
            <a:pathLst>
              <a:path w="271757" h="274372">
                <a:moveTo>
                  <a:pt x="0" y="0"/>
                </a:moveTo>
                <a:lnTo>
                  <a:pt x="271757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4" name="pdf-path-549">
            <a:extLst xmlns:a="http://schemas.openxmlformats.org/drawingml/2006/main">
              <a:ext uri="{FF2B5EF4-FFF2-40B4-BE49-F238E27FC236}">
                <a16:creationId xmlns:a16="http://schemas.microsoft.com/office/drawing/2014/main" id="{1150B9FB-850F-473F-BEFF-236EA21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039" y="2623104"/>
            <a:ext cx="354147" cy="272936"/>
          </a:xfrm>
          <a:custGeom xmlns:a="http://schemas.openxmlformats.org/drawingml/2006/main">
            <a:pathLst>
              <a:path w="354147" h="272936">
                <a:moveTo>
                  <a:pt x="0" y="0"/>
                </a:moveTo>
                <a:lnTo>
                  <a:pt x="354147" y="272936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5" name="pdf-path-550">
            <a:extLst xmlns:a="http://schemas.openxmlformats.org/drawingml/2006/main">
              <a:ext uri="{FF2B5EF4-FFF2-40B4-BE49-F238E27FC236}">
                <a16:creationId xmlns:a16="http://schemas.microsoft.com/office/drawing/2014/main" id="{B2ECF89B-DCB7-49F2-ABDD-EB94A142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72" y="2620958"/>
            <a:ext cx="289156" cy="275081"/>
          </a:xfrm>
          <a:custGeom xmlns:a="http://schemas.openxmlformats.org/drawingml/2006/main">
            <a:pathLst>
              <a:path w="289156" h="275081">
                <a:moveTo>
                  <a:pt x="0" y="0"/>
                </a:moveTo>
                <a:lnTo>
                  <a:pt x="289156" y="27508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6" name="pdf-path-551">
            <a:extLst xmlns:a="http://schemas.openxmlformats.org/drawingml/2006/main">
              <a:ext uri="{FF2B5EF4-FFF2-40B4-BE49-F238E27FC236}">
                <a16:creationId xmlns:a16="http://schemas.microsoft.com/office/drawing/2014/main" id="{99676B2E-F906-4A8F-9AF0-E999733C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77" y="2623813"/>
            <a:ext cx="343849" cy="272952"/>
          </a:xfrm>
          <a:custGeom xmlns:a="http://schemas.openxmlformats.org/drawingml/2006/main">
            <a:pathLst>
              <a:path w="343849" h="272952">
                <a:moveTo>
                  <a:pt x="0" y="0"/>
                </a:moveTo>
                <a:lnTo>
                  <a:pt x="343849" y="27295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7" name="pdf-path-552">
            <a:extLst xmlns:a="http://schemas.openxmlformats.org/drawingml/2006/main">
              <a:ext uri="{FF2B5EF4-FFF2-40B4-BE49-F238E27FC236}">
                <a16:creationId xmlns:a16="http://schemas.microsoft.com/office/drawing/2014/main" id="{74611DDD-EFAF-4F04-ACD3-F81B72CD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384" y="2624539"/>
            <a:ext cx="271634" cy="274372"/>
          </a:xfrm>
          <a:custGeom xmlns:a="http://schemas.openxmlformats.org/drawingml/2006/main">
            <a:pathLst>
              <a:path w="271634" h="274372">
                <a:moveTo>
                  <a:pt x="0" y="0"/>
                </a:moveTo>
                <a:lnTo>
                  <a:pt x="271634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8" name="pdf-path-553">
            <a:extLst xmlns:a="http://schemas.openxmlformats.org/drawingml/2006/main">
              <a:ext uri="{FF2B5EF4-FFF2-40B4-BE49-F238E27FC236}">
                <a16:creationId xmlns:a16="http://schemas.microsoft.com/office/drawing/2014/main" id="{171FD821-2FFE-4EFA-9F00-336FEC3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99" y="2625361"/>
            <a:ext cx="516032" cy="269969"/>
          </a:xfrm>
          <a:custGeom xmlns:a="http://schemas.openxmlformats.org/drawingml/2006/main">
            <a:pathLst>
              <a:path w="516032" h="269969">
                <a:moveTo>
                  <a:pt x="0" y="0"/>
                </a:moveTo>
                <a:lnTo>
                  <a:pt x="516032" y="26996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49" name="pdf-path-554">
            <a:extLst xmlns:a="http://schemas.openxmlformats.org/drawingml/2006/main">
              <a:ext uri="{FF2B5EF4-FFF2-40B4-BE49-F238E27FC236}">
                <a16:creationId xmlns:a16="http://schemas.microsoft.com/office/drawing/2014/main" id="{3EBD386C-ABB6-4E9B-9520-81CE07CA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084" y="2626087"/>
            <a:ext cx="516030" cy="269953"/>
          </a:xfrm>
          <a:custGeom xmlns:a="http://schemas.openxmlformats.org/drawingml/2006/main">
            <a:pathLst>
              <a:path w="516030" h="269953">
                <a:moveTo>
                  <a:pt x="0" y="0"/>
                </a:moveTo>
                <a:lnTo>
                  <a:pt x="516030" y="26995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0" name="pdf-path-555">
            <a:extLst xmlns:a="http://schemas.openxmlformats.org/drawingml/2006/main">
              <a:ext uri="{FF2B5EF4-FFF2-40B4-BE49-F238E27FC236}">
                <a16:creationId xmlns:a16="http://schemas.microsoft.com/office/drawing/2014/main" id="{0A7FEBD9-6432-4050-A59B-69A6D269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30" y="2625006"/>
            <a:ext cx="598781" cy="270679"/>
          </a:xfrm>
          <a:custGeom xmlns:a="http://schemas.openxmlformats.org/drawingml/2006/main">
            <a:pathLst>
              <a:path w="598781" h="270679">
                <a:moveTo>
                  <a:pt x="0" y="0"/>
                </a:moveTo>
                <a:lnTo>
                  <a:pt x="598781" y="27067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1" name="pdf-path-556">
            <a:extLst xmlns:a="http://schemas.openxmlformats.org/drawingml/2006/main">
              <a:ext uri="{FF2B5EF4-FFF2-40B4-BE49-F238E27FC236}">
                <a16:creationId xmlns:a16="http://schemas.microsoft.com/office/drawing/2014/main" id="{89913769-F018-4A49-A53B-E9E29149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330" y="2624168"/>
            <a:ext cx="598896" cy="270807"/>
          </a:xfrm>
          <a:custGeom xmlns:a="http://schemas.openxmlformats.org/drawingml/2006/main">
            <a:pathLst>
              <a:path w="598896" h="270807">
                <a:moveTo>
                  <a:pt x="0" y="0"/>
                </a:moveTo>
                <a:lnTo>
                  <a:pt x="598896" y="270807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2" name="pdf-path-557">
            <a:extLst xmlns:a="http://schemas.openxmlformats.org/drawingml/2006/main">
              <a:ext uri="{FF2B5EF4-FFF2-40B4-BE49-F238E27FC236}">
                <a16:creationId xmlns:a16="http://schemas.microsoft.com/office/drawing/2014/main" id="{A6F1A90C-FAE8-40C2-8222-9EC16FC8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61" y="2625733"/>
            <a:ext cx="598870" cy="270662"/>
          </a:xfrm>
          <a:custGeom xmlns:a="http://schemas.openxmlformats.org/drawingml/2006/main">
            <a:pathLst>
              <a:path w="598870" h="270662">
                <a:moveTo>
                  <a:pt x="0" y="0"/>
                </a:moveTo>
                <a:lnTo>
                  <a:pt x="598870" y="270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3" name="pdf-path-558">
            <a:extLst xmlns:a="http://schemas.openxmlformats.org/drawingml/2006/main">
              <a:ext uri="{FF2B5EF4-FFF2-40B4-BE49-F238E27FC236}">
                <a16:creationId xmlns:a16="http://schemas.microsoft.com/office/drawing/2014/main" id="{B7369D2B-42B3-4491-867B-D27D92F8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803" y="2622749"/>
            <a:ext cx="445576" cy="273646"/>
          </a:xfrm>
          <a:custGeom xmlns:a="http://schemas.openxmlformats.org/drawingml/2006/main">
            <a:pathLst>
              <a:path w="445576" h="273646">
                <a:moveTo>
                  <a:pt x="0" y="0"/>
                </a:moveTo>
                <a:lnTo>
                  <a:pt x="445576" y="273646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4" name="pdf-path-559">
            <a:extLst xmlns:a="http://schemas.openxmlformats.org/drawingml/2006/main">
              <a:ext uri="{FF2B5EF4-FFF2-40B4-BE49-F238E27FC236}">
                <a16:creationId xmlns:a16="http://schemas.microsoft.com/office/drawing/2014/main" id="{B3936DAE-3801-4788-8178-5C6EEA51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795" y="2620587"/>
            <a:ext cx="445609" cy="273663"/>
          </a:xfrm>
          <a:custGeom xmlns:a="http://schemas.openxmlformats.org/drawingml/2006/main">
            <a:pathLst>
              <a:path w="445609" h="273663">
                <a:moveTo>
                  <a:pt x="0" y="0"/>
                </a:moveTo>
                <a:lnTo>
                  <a:pt x="445609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5" name="pdf-path-560">
            <a:extLst xmlns:a="http://schemas.openxmlformats.org/drawingml/2006/main">
              <a:ext uri="{FF2B5EF4-FFF2-40B4-BE49-F238E27FC236}">
                <a16:creationId xmlns:a16="http://schemas.microsoft.com/office/drawing/2014/main" id="{F4F3BF45-6636-4BC8-ADDD-76E3642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926" y="2623458"/>
            <a:ext cx="445578" cy="273662"/>
          </a:xfrm>
          <a:custGeom xmlns:a="http://schemas.openxmlformats.org/drawingml/2006/main">
            <a:pathLst>
              <a:path w="445578" h="273662">
                <a:moveTo>
                  <a:pt x="0" y="0"/>
                </a:moveTo>
                <a:lnTo>
                  <a:pt x="445578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6" name="pdf-path-561">
            <a:extLst xmlns:a="http://schemas.openxmlformats.org/drawingml/2006/main">
              <a:ext uri="{FF2B5EF4-FFF2-40B4-BE49-F238E27FC236}">
                <a16:creationId xmlns:a16="http://schemas.microsoft.com/office/drawing/2014/main" id="{0D881556-76A4-4D73-BD22-5BDA61F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024" y="2624168"/>
            <a:ext cx="445732" cy="273662"/>
          </a:xfrm>
          <a:custGeom xmlns:a="http://schemas.openxmlformats.org/drawingml/2006/main">
            <a:pathLst>
              <a:path w="445732" h="273662">
                <a:moveTo>
                  <a:pt x="0" y="0"/>
                </a:moveTo>
                <a:lnTo>
                  <a:pt x="445732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7" name="pdf-path-562">
            <a:extLst xmlns:a="http://schemas.openxmlformats.org/drawingml/2006/main">
              <a:ext uri="{FF2B5EF4-FFF2-40B4-BE49-F238E27FC236}">
                <a16:creationId xmlns:a16="http://schemas.microsoft.com/office/drawing/2014/main" id="{9D922A5D-6064-4051-9571-6E49CC3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88" y="2622022"/>
            <a:ext cx="445609" cy="273663"/>
          </a:xfrm>
          <a:custGeom xmlns:a="http://schemas.openxmlformats.org/drawingml/2006/main">
            <a:pathLst>
              <a:path w="445609" h="273663">
                <a:moveTo>
                  <a:pt x="0" y="0"/>
                </a:moveTo>
                <a:lnTo>
                  <a:pt x="445609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8" name="pdf-path-563">
            <a:extLst xmlns:a="http://schemas.openxmlformats.org/drawingml/2006/main">
              <a:ext uri="{FF2B5EF4-FFF2-40B4-BE49-F238E27FC236}">
                <a16:creationId xmlns:a16="http://schemas.microsoft.com/office/drawing/2014/main" id="{5CAB1E2C-A969-4051-A03E-93A85DE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61" y="2622022"/>
            <a:ext cx="346850" cy="273663"/>
          </a:xfrm>
          <a:custGeom xmlns:a="http://schemas.openxmlformats.org/drawingml/2006/main">
            <a:pathLst>
              <a:path w="346850" h="273663">
                <a:moveTo>
                  <a:pt x="0" y="0"/>
                </a:moveTo>
                <a:lnTo>
                  <a:pt x="346850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59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F2A0D468-36AA-4AEA-AF98-75357C1C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941" y="2180164"/>
            <a:ext cx="1221731" cy="275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256, ReLU</a:t>
            </a:r>
          </a:p>
        </p:txBody>
      </p:sp>
      <p:sp>
        <p:nvSpPr>
          <p:cNvPr id="560" name="pdf-path-565">
            <a:extLst xmlns:a="http://schemas.openxmlformats.org/drawingml/2006/main">
              <a:ext uri="{FF2B5EF4-FFF2-40B4-BE49-F238E27FC236}">
                <a16:creationId xmlns:a16="http://schemas.microsoft.com/office/drawing/2014/main" id="{B2321979-44C4-45FB-89C2-6894AD37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91" y="2024924"/>
            <a:ext cx="1997630" cy="573109"/>
          </a:xfrm>
          <a:custGeom xmlns:a="http://schemas.openxmlformats.org/drawingml/2006/main">
            <a:pathLst>
              <a:path w="1997630" h="573109">
                <a:moveTo>
                  <a:pt x="5135" y="0"/>
                </a:moveTo>
                <a:lnTo>
                  <a:pt x="1992494" y="0"/>
                </a:lnTo>
                <a:cubicBezTo>
                  <a:pt x="1995367" y="0"/>
                  <a:pt x="1997630" y="2262"/>
                  <a:pt x="1997630" y="5135"/>
                </a:cubicBezTo>
                <a:lnTo>
                  <a:pt x="1997630" y="568096"/>
                </a:lnTo>
                <a:cubicBezTo>
                  <a:pt x="1997630" y="570847"/>
                  <a:pt x="1995367" y="573109"/>
                  <a:pt x="1992494" y="573109"/>
                </a:cubicBezTo>
                <a:lnTo>
                  <a:pt x="5135" y="573109"/>
                </a:lnTo>
                <a:cubicBezTo>
                  <a:pt x="2261" y="573109"/>
                  <a:pt x="0" y="570847"/>
                  <a:pt x="0" y="568096"/>
                </a:cubicBezTo>
                <a:lnTo>
                  <a:pt x="0" y="5135"/>
                </a:lnTo>
                <a:cubicBezTo>
                  <a:pt x="0" y="2262"/>
                  <a:pt x="2261" y="0"/>
                  <a:pt x="513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704">
            <a:solidFill>
              <a:srgbClr val="000003"/>
            </a:solidFill>
            <a:prstDash val="solid"/>
          </a:ln>
        </p:spPr>
      </p:sp>
      <p:sp>
        <p:nvSpPr>
          <p:cNvPr id="561" name="pdf-path-566">
            <a:extLst xmlns:a="http://schemas.openxmlformats.org/drawingml/2006/main">
              <a:ext uri="{FF2B5EF4-FFF2-40B4-BE49-F238E27FC236}">
                <a16:creationId xmlns:a16="http://schemas.microsoft.com/office/drawing/2014/main" id="{FCA73550-450E-4987-BEF6-9D1434EC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915" y="1723912"/>
            <a:ext cx="72712" cy="276526"/>
          </a:xfrm>
          <a:custGeom xmlns:a="http://schemas.openxmlformats.org/drawingml/2006/main">
            <a:pathLst>
              <a:path w="72712" h="276526">
                <a:moveTo>
                  <a:pt x="0" y="0"/>
                </a:moveTo>
                <a:lnTo>
                  <a:pt x="26981" y="276526"/>
                </a:lnTo>
                <a:lnTo>
                  <a:pt x="72712" y="48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2" name="pdf-path-567">
            <a:extLst xmlns:a="http://schemas.openxmlformats.org/drawingml/2006/main">
              <a:ext uri="{FF2B5EF4-FFF2-40B4-BE49-F238E27FC236}">
                <a16:creationId xmlns:a16="http://schemas.microsoft.com/office/drawing/2014/main" id="{FAB7C12A-F03E-4C5C-8A09-4664D4DA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750" y="1724396"/>
            <a:ext cx="204540" cy="275933"/>
          </a:xfrm>
          <a:custGeom xmlns:a="http://schemas.openxmlformats.org/drawingml/2006/main">
            <a:pathLst>
              <a:path w="204540" h="275933">
                <a:moveTo>
                  <a:pt x="129089" y="592"/>
                </a:moveTo>
                <a:lnTo>
                  <a:pt x="0" y="275933"/>
                </a:lnTo>
                <a:lnTo>
                  <a:pt x="204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3" name="pdf-path-568">
            <a:extLst xmlns:a="http://schemas.openxmlformats.org/drawingml/2006/main">
              <a:ext uri="{FF2B5EF4-FFF2-40B4-BE49-F238E27FC236}">
                <a16:creationId xmlns:a16="http://schemas.microsoft.com/office/drawing/2014/main" id="{CF7408FB-4560-4D20-9A38-5774E93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133" y="1725114"/>
            <a:ext cx="373962" cy="275449"/>
          </a:xfrm>
          <a:custGeom xmlns:a="http://schemas.openxmlformats.org/drawingml/2006/main">
            <a:pathLst>
              <a:path w="373962" h="275449">
                <a:moveTo>
                  <a:pt x="297786" y="467"/>
                </a:moveTo>
                <a:lnTo>
                  <a:pt x="0" y="275449"/>
                </a:lnTo>
                <a:lnTo>
                  <a:pt x="3739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4" name="pdf-path-569">
            <a:extLst xmlns:a="http://schemas.openxmlformats.org/drawingml/2006/main">
              <a:ext uri="{FF2B5EF4-FFF2-40B4-BE49-F238E27FC236}">
                <a16:creationId xmlns:a16="http://schemas.microsoft.com/office/drawing/2014/main" id="{BC0A7352-286F-47FB-88E0-1597F6F9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951" y="1726065"/>
            <a:ext cx="528592" cy="274965"/>
          </a:xfrm>
          <a:custGeom xmlns:a="http://schemas.openxmlformats.org/drawingml/2006/main">
            <a:pathLst>
              <a:path w="528592" h="274965">
                <a:moveTo>
                  <a:pt x="454928" y="0"/>
                </a:moveTo>
                <a:lnTo>
                  <a:pt x="0" y="274965"/>
                </a:lnTo>
                <a:lnTo>
                  <a:pt x="528592" y="84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5" name="pdf-path-570">
            <a:extLst xmlns:a="http://schemas.openxmlformats.org/drawingml/2006/main">
              <a:ext uri="{FF2B5EF4-FFF2-40B4-BE49-F238E27FC236}">
                <a16:creationId xmlns:a16="http://schemas.microsoft.com/office/drawing/2014/main" id="{7B3EB5DF-7619-4364-93D6-568F0C5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6" y="1726298"/>
            <a:ext cx="687630" cy="274265"/>
          </a:xfrm>
          <a:custGeom xmlns:a="http://schemas.openxmlformats.org/drawingml/2006/main">
            <a:pathLst>
              <a:path w="687630" h="274265">
                <a:moveTo>
                  <a:pt x="610491" y="718"/>
                </a:moveTo>
                <a:lnTo>
                  <a:pt x="0" y="274265"/>
                </a:lnTo>
                <a:lnTo>
                  <a:pt x="6876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6" name="pdf-path-571">
            <a:extLst xmlns:a="http://schemas.openxmlformats.org/drawingml/2006/main">
              <a:ext uri="{FF2B5EF4-FFF2-40B4-BE49-F238E27FC236}">
                <a16:creationId xmlns:a16="http://schemas.microsoft.com/office/drawing/2014/main" id="{DDAEB5C6-2DE3-4602-A8CD-A41FC819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760" y="1723553"/>
            <a:ext cx="852407" cy="278320"/>
          </a:xfrm>
          <a:custGeom xmlns:a="http://schemas.openxmlformats.org/drawingml/2006/main">
            <a:pathLst>
              <a:path w="852407" h="278320">
                <a:moveTo>
                  <a:pt x="772053" y="3715"/>
                </a:moveTo>
                <a:lnTo>
                  <a:pt x="0" y="278320"/>
                </a:lnTo>
                <a:lnTo>
                  <a:pt x="852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7" name="pdf-path-572">
            <a:extLst xmlns:a="http://schemas.openxmlformats.org/drawingml/2006/main">
              <a:ext uri="{FF2B5EF4-FFF2-40B4-BE49-F238E27FC236}">
                <a16:creationId xmlns:a16="http://schemas.microsoft.com/office/drawing/2014/main" id="{E00479EB-AD7C-4281-BA95-16504D38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94" y="1722476"/>
            <a:ext cx="139089" cy="281191"/>
          </a:xfrm>
          <a:custGeom xmlns:a="http://schemas.openxmlformats.org/drawingml/2006/main">
            <a:pathLst>
              <a:path w="139089" h="281191">
                <a:moveTo>
                  <a:pt x="47743" y="252"/>
                </a:moveTo>
                <a:lnTo>
                  <a:pt x="0" y="281191"/>
                </a:lnTo>
                <a:lnTo>
                  <a:pt x="139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8" name="pdf-path-573">
            <a:extLst xmlns:a="http://schemas.openxmlformats.org/drawingml/2006/main">
              <a:ext uri="{FF2B5EF4-FFF2-40B4-BE49-F238E27FC236}">
                <a16:creationId xmlns:a16="http://schemas.microsoft.com/office/drawing/2014/main" id="{B6D2B586-469A-4E6B-A9E6-3DF1970A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69" y="1723086"/>
            <a:ext cx="299799" cy="279738"/>
          </a:xfrm>
          <a:custGeom xmlns:a="http://schemas.openxmlformats.org/drawingml/2006/main">
            <a:pathLst>
              <a:path w="299799" h="279738">
                <a:moveTo>
                  <a:pt x="215248" y="0"/>
                </a:moveTo>
                <a:lnTo>
                  <a:pt x="0" y="279738"/>
                </a:lnTo>
                <a:lnTo>
                  <a:pt x="299799" y="154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69" name="pdf-path-574">
            <a:extLst xmlns:a="http://schemas.openxmlformats.org/drawingml/2006/main">
              <a:ext uri="{FF2B5EF4-FFF2-40B4-BE49-F238E27FC236}">
                <a16:creationId xmlns:a16="http://schemas.microsoft.com/office/drawing/2014/main" id="{BAA57B0B-9C11-41C4-BEA7-E3D172B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306" y="1724271"/>
            <a:ext cx="462773" cy="277369"/>
          </a:xfrm>
          <a:custGeom xmlns:a="http://schemas.openxmlformats.org/drawingml/2006/main">
            <a:pathLst>
              <a:path w="462773" h="277369">
                <a:moveTo>
                  <a:pt x="371314" y="126"/>
                </a:moveTo>
                <a:lnTo>
                  <a:pt x="0" y="277369"/>
                </a:lnTo>
                <a:lnTo>
                  <a:pt x="4627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0" name="pdf-path-575">
            <a:extLst xmlns:a="http://schemas.openxmlformats.org/drawingml/2006/main">
              <a:ext uri="{FF2B5EF4-FFF2-40B4-BE49-F238E27FC236}">
                <a16:creationId xmlns:a16="http://schemas.microsoft.com/office/drawing/2014/main" id="{7947BF9F-2413-4E2F-9F6A-F02ED85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60" y="1724863"/>
            <a:ext cx="625404" cy="277136"/>
          </a:xfrm>
          <a:custGeom xmlns:a="http://schemas.openxmlformats.org/drawingml/2006/main">
            <a:pathLst>
              <a:path w="625404" h="277136">
                <a:moveTo>
                  <a:pt x="540881" y="0"/>
                </a:moveTo>
                <a:lnTo>
                  <a:pt x="0" y="277136"/>
                </a:lnTo>
                <a:lnTo>
                  <a:pt x="625404" y="156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1" name="pdf-path-576">
            <a:extLst xmlns:a="http://schemas.openxmlformats.org/drawingml/2006/main">
              <a:ext uri="{FF2B5EF4-FFF2-40B4-BE49-F238E27FC236}">
                <a16:creationId xmlns:a16="http://schemas.microsoft.com/office/drawing/2014/main" id="{B0E7D53C-426B-4B6A-8D69-3C20FF7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044" y="1725473"/>
            <a:ext cx="778096" cy="276167"/>
          </a:xfrm>
          <a:custGeom xmlns:a="http://schemas.openxmlformats.org/drawingml/2006/main">
            <a:pathLst>
              <a:path w="778096" h="276167">
                <a:moveTo>
                  <a:pt x="698111" y="1544"/>
                </a:moveTo>
                <a:lnTo>
                  <a:pt x="0" y="276167"/>
                </a:lnTo>
                <a:lnTo>
                  <a:pt x="778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2" name="pdf-path-577">
            <a:extLst xmlns:a="http://schemas.openxmlformats.org/drawingml/2006/main">
              <a:ext uri="{FF2B5EF4-FFF2-40B4-BE49-F238E27FC236}">
                <a16:creationId xmlns:a16="http://schemas.microsoft.com/office/drawing/2014/main" id="{30B619A4-3B0A-49BF-A2FF-A76A3DA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589" y="1726065"/>
            <a:ext cx="851790" cy="275323"/>
          </a:xfrm>
          <a:custGeom xmlns:a="http://schemas.openxmlformats.org/drawingml/2006/main">
            <a:pathLst>
              <a:path w="851790" h="275323">
                <a:moveTo>
                  <a:pt x="851790" y="0"/>
                </a:moveTo>
                <a:lnTo>
                  <a:pt x="0" y="27532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3" name="pdf-path-578">
            <a:extLst xmlns:a="http://schemas.openxmlformats.org/drawingml/2006/main">
              <a:ext uri="{FF2B5EF4-FFF2-40B4-BE49-F238E27FC236}">
                <a16:creationId xmlns:a16="http://schemas.microsoft.com/office/drawing/2014/main" id="{40AB2B10-2425-4AD4-A79F-F8531035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69" y="1722961"/>
            <a:ext cx="72712" cy="276526"/>
          </a:xfrm>
          <a:custGeom xmlns:a="http://schemas.openxmlformats.org/drawingml/2006/main">
            <a:pathLst>
              <a:path w="72712" h="276526">
                <a:moveTo>
                  <a:pt x="0" y="0"/>
                </a:moveTo>
                <a:lnTo>
                  <a:pt x="26859" y="276526"/>
                </a:lnTo>
                <a:lnTo>
                  <a:pt x="72712" y="48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4" name="pdf-path-579">
            <a:extLst xmlns:a="http://schemas.openxmlformats.org/drawingml/2006/main">
              <a:ext uri="{FF2B5EF4-FFF2-40B4-BE49-F238E27FC236}">
                <a16:creationId xmlns:a16="http://schemas.microsoft.com/office/drawing/2014/main" id="{665F444E-6B49-4BFA-AD92-9398030F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401" y="1723445"/>
            <a:ext cx="204421" cy="275915"/>
          </a:xfrm>
          <a:custGeom xmlns:a="http://schemas.openxmlformats.org/drawingml/2006/main">
            <a:pathLst>
              <a:path w="204421" h="275915">
                <a:moveTo>
                  <a:pt x="128970" y="592"/>
                </a:moveTo>
                <a:lnTo>
                  <a:pt x="0" y="275915"/>
                </a:lnTo>
                <a:lnTo>
                  <a:pt x="204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5" name="pdf-path-580">
            <a:extLst xmlns:a="http://schemas.openxmlformats.org/drawingml/2006/main">
              <a:ext uri="{FF2B5EF4-FFF2-40B4-BE49-F238E27FC236}">
                <a16:creationId xmlns:a16="http://schemas.microsoft.com/office/drawing/2014/main" id="{68BC6E72-A38F-4C0C-B5E2-3D9B352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87" y="1724163"/>
            <a:ext cx="373841" cy="275449"/>
          </a:xfrm>
          <a:custGeom xmlns:a="http://schemas.openxmlformats.org/drawingml/2006/main">
            <a:pathLst>
              <a:path w="373841" h="275449">
                <a:moveTo>
                  <a:pt x="297779" y="592"/>
                </a:moveTo>
                <a:lnTo>
                  <a:pt x="0" y="275449"/>
                </a:lnTo>
                <a:lnTo>
                  <a:pt x="3738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6" name="pdf-path-581">
            <a:extLst xmlns:a="http://schemas.openxmlformats.org/drawingml/2006/main">
              <a:ext uri="{FF2B5EF4-FFF2-40B4-BE49-F238E27FC236}">
                <a16:creationId xmlns:a16="http://schemas.microsoft.com/office/drawing/2014/main" id="{1E9224E4-E9E9-4AA7-AD1F-12D57E6F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514" y="1725114"/>
            <a:ext cx="528559" cy="274964"/>
          </a:xfrm>
          <a:custGeom xmlns:a="http://schemas.openxmlformats.org/drawingml/2006/main">
            <a:pathLst>
              <a:path w="528559" h="274964">
                <a:moveTo>
                  <a:pt x="455020" y="0"/>
                </a:moveTo>
                <a:lnTo>
                  <a:pt x="0" y="274964"/>
                </a:lnTo>
                <a:lnTo>
                  <a:pt x="528559" y="82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7" name="pdf-path-582">
            <a:extLst xmlns:a="http://schemas.openxmlformats.org/drawingml/2006/main">
              <a:ext uri="{FF2B5EF4-FFF2-40B4-BE49-F238E27FC236}">
                <a16:creationId xmlns:a16="http://schemas.microsoft.com/office/drawing/2014/main" id="{5AED076E-2B3A-4051-AAEC-2304210B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398" y="1725347"/>
            <a:ext cx="687723" cy="274264"/>
          </a:xfrm>
          <a:custGeom xmlns:a="http://schemas.openxmlformats.org/drawingml/2006/main">
            <a:pathLst>
              <a:path w="687723" h="274264">
                <a:moveTo>
                  <a:pt x="610575" y="843"/>
                </a:moveTo>
                <a:lnTo>
                  <a:pt x="0" y="274264"/>
                </a:lnTo>
                <a:lnTo>
                  <a:pt x="687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8" name="pdf-path-583">
            <a:extLst xmlns:a="http://schemas.openxmlformats.org/drawingml/2006/main">
              <a:ext uri="{FF2B5EF4-FFF2-40B4-BE49-F238E27FC236}">
                <a16:creationId xmlns:a16="http://schemas.microsoft.com/office/drawing/2014/main" id="{05D452C2-90E2-45D6-A1BE-708D43D0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835" y="1721525"/>
            <a:ext cx="139082" cy="281065"/>
          </a:xfrm>
          <a:custGeom xmlns:a="http://schemas.openxmlformats.org/drawingml/2006/main">
            <a:pathLst>
              <a:path w="139082" h="281065">
                <a:moveTo>
                  <a:pt x="47744" y="126"/>
                </a:moveTo>
                <a:lnTo>
                  <a:pt x="0" y="281065"/>
                </a:lnTo>
                <a:lnTo>
                  <a:pt x="139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79" name="pdf-path-584">
            <a:extLst xmlns:a="http://schemas.openxmlformats.org/drawingml/2006/main">
              <a:ext uri="{FF2B5EF4-FFF2-40B4-BE49-F238E27FC236}">
                <a16:creationId xmlns:a16="http://schemas.microsoft.com/office/drawing/2014/main" id="{D1C27312-B62A-45E5-BBB1-64876C9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79" y="1722010"/>
            <a:ext cx="299823" cy="279738"/>
          </a:xfrm>
          <a:custGeom xmlns:a="http://schemas.openxmlformats.org/drawingml/2006/main">
            <a:pathLst>
              <a:path w="299823" h="279738">
                <a:moveTo>
                  <a:pt x="215280" y="0"/>
                </a:moveTo>
                <a:lnTo>
                  <a:pt x="0" y="279738"/>
                </a:lnTo>
                <a:lnTo>
                  <a:pt x="299823" y="16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0" name="pdf-path-585">
            <a:extLst xmlns:a="http://schemas.openxmlformats.org/drawingml/2006/main">
              <a:ext uri="{FF2B5EF4-FFF2-40B4-BE49-F238E27FC236}">
                <a16:creationId xmlns:a16="http://schemas.microsoft.com/office/drawing/2014/main" id="{555C47D9-67F8-4D74-B6AF-632D496D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147" y="1723194"/>
            <a:ext cx="462774" cy="277369"/>
          </a:xfrm>
          <a:custGeom xmlns:a="http://schemas.openxmlformats.org/drawingml/2006/main">
            <a:pathLst>
              <a:path w="462774" h="277369">
                <a:moveTo>
                  <a:pt x="371306" y="251"/>
                </a:moveTo>
                <a:lnTo>
                  <a:pt x="0" y="277369"/>
                </a:lnTo>
                <a:lnTo>
                  <a:pt x="4627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1" name="pdf-path-586">
            <a:extLst xmlns:a="http://schemas.openxmlformats.org/drawingml/2006/main">
              <a:ext uri="{FF2B5EF4-FFF2-40B4-BE49-F238E27FC236}">
                <a16:creationId xmlns:a16="http://schemas.microsoft.com/office/drawing/2014/main" id="{7636C323-8FA5-41D7-980E-0EA09C2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268" y="1723804"/>
            <a:ext cx="540865" cy="277225"/>
          </a:xfrm>
          <a:custGeom xmlns:a="http://schemas.openxmlformats.org/drawingml/2006/main">
            <a:pathLst>
              <a:path w="540865" h="277225">
                <a:moveTo>
                  <a:pt x="540865" y="0"/>
                </a:moveTo>
                <a:lnTo>
                  <a:pt x="0" y="27722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2" name="pdf-path-587">
            <a:extLst xmlns:a="http://schemas.openxmlformats.org/drawingml/2006/main">
              <a:ext uri="{FF2B5EF4-FFF2-40B4-BE49-F238E27FC236}">
                <a16:creationId xmlns:a16="http://schemas.microsoft.com/office/drawing/2014/main" id="{0FC0E292-FE74-426C-B8D0-D8534DC7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410" y="1721884"/>
            <a:ext cx="72702" cy="276526"/>
          </a:xfrm>
          <a:custGeom xmlns:a="http://schemas.openxmlformats.org/drawingml/2006/main">
            <a:pathLst>
              <a:path w="72702" h="276526">
                <a:moveTo>
                  <a:pt x="0" y="0"/>
                </a:moveTo>
                <a:lnTo>
                  <a:pt x="26859" y="276526"/>
                </a:lnTo>
                <a:lnTo>
                  <a:pt x="72702" y="59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3" name="pdf-path-588">
            <a:extLst xmlns:a="http://schemas.openxmlformats.org/drawingml/2006/main">
              <a:ext uri="{FF2B5EF4-FFF2-40B4-BE49-F238E27FC236}">
                <a16:creationId xmlns:a16="http://schemas.microsoft.com/office/drawing/2014/main" id="{47C40309-785E-49E5-808E-27312C2C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264" y="1722476"/>
            <a:ext cx="204388" cy="275933"/>
          </a:xfrm>
          <a:custGeom xmlns:a="http://schemas.openxmlformats.org/drawingml/2006/main">
            <a:pathLst>
              <a:path w="204388" h="275933">
                <a:moveTo>
                  <a:pt x="128941" y="610"/>
                </a:moveTo>
                <a:lnTo>
                  <a:pt x="0" y="275933"/>
                </a:lnTo>
                <a:lnTo>
                  <a:pt x="20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4" name="pdf-path-589">
            <a:extLst xmlns:a="http://schemas.openxmlformats.org/drawingml/2006/main">
              <a:ext uri="{FF2B5EF4-FFF2-40B4-BE49-F238E27FC236}">
                <a16:creationId xmlns:a16="http://schemas.microsoft.com/office/drawing/2014/main" id="{C81D7ABC-63D7-4176-9FD6-4D59E36D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18" y="1723086"/>
            <a:ext cx="373852" cy="275557"/>
          </a:xfrm>
          <a:custGeom xmlns:a="http://schemas.openxmlformats.org/drawingml/2006/main">
            <a:pathLst>
              <a:path w="373852" h="275557">
                <a:moveTo>
                  <a:pt x="297789" y="593"/>
                </a:moveTo>
                <a:lnTo>
                  <a:pt x="0" y="275557"/>
                </a:lnTo>
                <a:lnTo>
                  <a:pt x="3738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5" name="pdf-path-590">
            <a:extLst xmlns:a="http://schemas.openxmlformats.org/drawingml/2006/main">
              <a:ext uri="{FF2B5EF4-FFF2-40B4-BE49-F238E27FC236}">
                <a16:creationId xmlns:a16="http://schemas.microsoft.com/office/drawing/2014/main" id="{0869F0C0-4DD1-45C5-8BB1-CBF4C58D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825" y="1720449"/>
            <a:ext cx="139204" cy="281065"/>
          </a:xfrm>
          <a:custGeom xmlns:a="http://schemas.openxmlformats.org/drawingml/2006/main">
            <a:pathLst>
              <a:path w="139204" h="281065">
                <a:moveTo>
                  <a:pt x="47735" y="251"/>
                </a:moveTo>
                <a:lnTo>
                  <a:pt x="0" y="281065"/>
                </a:lnTo>
                <a:lnTo>
                  <a:pt x="139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6" name="pdf-path-591">
            <a:extLst xmlns:a="http://schemas.openxmlformats.org/drawingml/2006/main">
              <a:ext uri="{FF2B5EF4-FFF2-40B4-BE49-F238E27FC236}">
                <a16:creationId xmlns:a16="http://schemas.microsoft.com/office/drawing/2014/main" id="{09CE402F-A069-461A-942A-6C4593D0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3" y="1721059"/>
            <a:ext cx="215158" cy="279738"/>
          </a:xfrm>
          <a:custGeom xmlns:a="http://schemas.openxmlformats.org/drawingml/2006/main">
            <a:pathLst>
              <a:path w="215158" h="279738">
                <a:moveTo>
                  <a:pt x="215158" y="0"/>
                </a:moveTo>
                <a:lnTo>
                  <a:pt x="0" y="27973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7" name="pdf-path-592">
            <a:extLst xmlns:a="http://schemas.openxmlformats.org/drawingml/2006/main">
              <a:ext uri="{FF2B5EF4-FFF2-40B4-BE49-F238E27FC236}">
                <a16:creationId xmlns:a16="http://schemas.microsoft.com/office/drawing/2014/main" id="{AF5EFADF-4E62-4BAF-B3F3-8AF819F0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559" y="1722837"/>
            <a:ext cx="190436" cy="278082"/>
          </a:xfrm>
          <a:custGeom xmlns:a="http://schemas.openxmlformats.org/drawingml/2006/main">
            <a:pathLst>
              <a:path w="190436" h="278082">
                <a:moveTo>
                  <a:pt x="70434" y="0"/>
                </a:moveTo>
                <a:lnTo>
                  <a:pt x="190436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8" name="pdf-path-593">
            <a:extLst xmlns:a="http://schemas.openxmlformats.org/drawingml/2006/main">
              <a:ext uri="{FF2B5EF4-FFF2-40B4-BE49-F238E27FC236}">
                <a16:creationId xmlns:a16="http://schemas.microsoft.com/office/drawing/2014/main" id="{3F73CBE2-5316-4F7C-A574-6C638B0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77" y="1722837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64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89" name="pdf-path-594">
            <a:extLst xmlns:a="http://schemas.openxmlformats.org/drawingml/2006/main">
              <a:ext uri="{FF2B5EF4-FFF2-40B4-BE49-F238E27FC236}">
                <a16:creationId xmlns:a16="http://schemas.microsoft.com/office/drawing/2014/main" id="{C52F9014-74B5-4FD1-8B03-547FDCD2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278" y="1722837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34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0" name="pdf-path-595">
            <a:extLst xmlns:a="http://schemas.openxmlformats.org/drawingml/2006/main">
              <a:ext uri="{FF2B5EF4-FFF2-40B4-BE49-F238E27FC236}">
                <a16:creationId xmlns:a16="http://schemas.microsoft.com/office/drawing/2014/main" id="{FAC45E9F-A5AB-4128-B0D1-42BA56FB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88" y="1725821"/>
            <a:ext cx="190446" cy="277969"/>
          </a:xfrm>
          <a:custGeom xmlns:a="http://schemas.openxmlformats.org/drawingml/2006/main">
            <a:pathLst>
              <a:path w="190446" h="277969">
                <a:moveTo>
                  <a:pt x="70434" y="0"/>
                </a:moveTo>
                <a:lnTo>
                  <a:pt x="190446" y="277969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1" name="pdf-path-596">
            <a:extLst xmlns:a="http://schemas.openxmlformats.org/drawingml/2006/main">
              <a:ext uri="{FF2B5EF4-FFF2-40B4-BE49-F238E27FC236}">
                <a16:creationId xmlns:a16="http://schemas.microsoft.com/office/drawing/2014/main" id="{1539C2FD-1856-4D8A-98BF-B32F0EB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428" y="1723563"/>
            <a:ext cx="190344" cy="278066"/>
          </a:xfrm>
          <a:custGeom xmlns:a="http://schemas.openxmlformats.org/drawingml/2006/main">
            <a:pathLst>
              <a:path w="190344" h="278066">
                <a:moveTo>
                  <a:pt x="70345" y="0"/>
                </a:moveTo>
                <a:lnTo>
                  <a:pt x="190344" y="278066"/>
                </a:lnTo>
                <a:lnTo>
                  <a:pt x="0" y="3452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2" name="pdf-path-597">
            <a:extLst xmlns:a="http://schemas.openxmlformats.org/drawingml/2006/main">
              <a:ext uri="{FF2B5EF4-FFF2-40B4-BE49-F238E27FC236}">
                <a16:creationId xmlns:a16="http://schemas.microsoft.com/office/drawing/2014/main" id="{5FE09312-D87E-4A5B-9A78-9EB2E55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42" y="1726185"/>
            <a:ext cx="345173" cy="274854"/>
          </a:xfrm>
          <a:custGeom xmlns:a="http://schemas.openxmlformats.org/drawingml/2006/main">
            <a:pathLst>
              <a:path w="345173" h="274854">
                <a:moveTo>
                  <a:pt x="345173" y="2748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3" name="pdf-path-598">
            <a:extLst xmlns:a="http://schemas.openxmlformats.org/drawingml/2006/main">
              <a:ext uri="{FF2B5EF4-FFF2-40B4-BE49-F238E27FC236}">
                <a16:creationId xmlns:a16="http://schemas.microsoft.com/office/drawing/2014/main" id="{C4C759D4-FC16-4B30-BC6B-E2A6F538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243" y="1727375"/>
            <a:ext cx="516305" cy="271636"/>
          </a:xfrm>
          <a:custGeom xmlns:a="http://schemas.openxmlformats.org/drawingml/2006/main">
            <a:pathLst>
              <a:path w="516305" h="271636">
                <a:moveTo>
                  <a:pt x="516305" y="2716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4" name="pdf-path-599">
            <a:extLst xmlns:a="http://schemas.openxmlformats.org/drawingml/2006/main">
              <a:ext uri="{FF2B5EF4-FFF2-40B4-BE49-F238E27FC236}">
                <a16:creationId xmlns:a16="http://schemas.microsoft.com/office/drawing/2014/main" id="{C35F6DE9-BC82-49BF-A042-0FC0E43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275" y="1727025"/>
            <a:ext cx="836496" cy="272335"/>
          </a:xfrm>
          <a:custGeom xmlns:a="http://schemas.openxmlformats.org/drawingml/2006/main">
            <a:pathLst>
              <a:path w="836496" h="272335">
                <a:moveTo>
                  <a:pt x="665624" y="272335"/>
                </a:moveTo>
                <a:lnTo>
                  <a:pt x="0" y="0"/>
                </a:lnTo>
                <a:lnTo>
                  <a:pt x="836496" y="269362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5" name="pdf-path-600">
            <a:extLst xmlns:a="http://schemas.openxmlformats.org/drawingml/2006/main">
              <a:ext uri="{FF2B5EF4-FFF2-40B4-BE49-F238E27FC236}">
                <a16:creationId xmlns:a16="http://schemas.microsoft.com/office/drawing/2014/main" id="{A71A3606-633B-4396-9B62-2826E44F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09" y="1723194"/>
            <a:ext cx="994238" cy="275694"/>
          </a:xfrm>
          <a:custGeom xmlns:a="http://schemas.openxmlformats.org/drawingml/2006/main">
            <a:pathLst>
              <a:path w="994238" h="275694">
                <a:moveTo>
                  <a:pt x="994238" y="2756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6" name="pdf-path-601">
            <a:extLst xmlns:a="http://schemas.openxmlformats.org/drawingml/2006/main">
              <a:ext uri="{FF2B5EF4-FFF2-40B4-BE49-F238E27FC236}">
                <a16:creationId xmlns:a16="http://schemas.microsoft.com/office/drawing/2014/main" id="{212B6685-97A5-49DC-A022-8B400789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063" y="1725950"/>
            <a:ext cx="114985" cy="274372"/>
          </a:xfrm>
          <a:custGeom xmlns:a="http://schemas.openxmlformats.org/drawingml/2006/main">
            <a:pathLst>
              <a:path w="114985" h="274372">
                <a:moveTo>
                  <a:pt x="0" y="0"/>
                </a:moveTo>
                <a:lnTo>
                  <a:pt x="11498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7" name="pdf-path-602">
            <a:extLst xmlns:a="http://schemas.openxmlformats.org/drawingml/2006/main">
              <a:ext uri="{FF2B5EF4-FFF2-40B4-BE49-F238E27FC236}">
                <a16:creationId xmlns:a16="http://schemas.microsoft.com/office/drawing/2014/main" id="{A44B2690-8C1F-4E20-B854-D40380AB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867" y="1724515"/>
            <a:ext cx="271727" cy="274372"/>
          </a:xfrm>
          <a:custGeom xmlns:a="http://schemas.openxmlformats.org/drawingml/2006/main">
            <a:pathLst>
              <a:path w="271727" h="274372">
                <a:moveTo>
                  <a:pt x="0" y="0"/>
                </a:moveTo>
                <a:lnTo>
                  <a:pt x="271727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8" name="pdf-path-603">
            <a:extLst xmlns:a="http://schemas.openxmlformats.org/drawingml/2006/main">
              <a:ext uri="{FF2B5EF4-FFF2-40B4-BE49-F238E27FC236}">
                <a16:creationId xmlns:a16="http://schemas.microsoft.com/office/drawing/2014/main" id="{C04FDC4B-8AAC-4FB4-AE00-D23F7B66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055" y="1724160"/>
            <a:ext cx="354114" cy="272936"/>
          </a:xfrm>
          <a:custGeom xmlns:a="http://schemas.openxmlformats.org/drawingml/2006/main">
            <a:pathLst>
              <a:path w="354114" h="272936">
                <a:moveTo>
                  <a:pt x="0" y="0"/>
                </a:moveTo>
                <a:lnTo>
                  <a:pt x="354114" y="272936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599" name="pdf-path-604">
            <a:extLst xmlns:a="http://schemas.openxmlformats.org/drawingml/2006/main">
              <a:ext uri="{FF2B5EF4-FFF2-40B4-BE49-F238E27FC236}">
                <a16:creationId xmlns:a16="http://schemas.microsoft.com/office/drawing/2014/main" id="{A40287DD-E19E-4605-8670-CE2BA5D6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54" y="1721999"/>
            <a:ext cx="289190" cy="275098"/>
          </a:xfrm>
          <a:custGeom xmlns:a="http://schemas.openxmlformats.org/drawingml/2006/main">
            <a:pathLst>
              <a:path w="289190" h="275098">
                <a:moveTo>
                  <a:pt x="0" y="0"/>
                </a:moveTo>
                <a:lnTo>
                  <a:pt x="289190" y="27509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0" name="pdf-path-605">
            <a:extLst xmlns:a="http://schemas.openxmlformats.org/drawingml/2006/main">
              <a:ext uri="{FF2B5EF4-FFF2-40B4-BE49-F238E27FC236}">
                <a16:creationId xmlns:a16="http://schemas.microsoft.com/office/drawing/2014/main" id="{0ECA78A6-890E-4707-9A8F-D04B424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62" y="1724869"/>
            <a:ext cx="343879" cy="272953"/>
          </a:xfrm>
          <a:custGeom xmlns:a="http://schemas.openxmlformats.org/drawingml/2006/main">
            <a:pathLst>
              <a:path w="343879" h="272953">
                <a:moveTo>
                  <a:pt x="0" y="0"/>
                </a:moveTo>
                <a:lnTo>
                  <a:pt x="343879" y="27295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1" name="pdf-path-606">
            <a:extLst xmlns:a="http://schemas.openxmlformats.org/drawingml/2006/main">
              <a:ext uri="{FF2B5EF4-FFF2-40B4-BE49-F238E27FC236}">
                <a16:creationId xmlns:a16="http://schemas.microsoft.com/office/drawing/2014/main" id="{9D6AB8DC-C714-4088-A7F5-BBC6A38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368" y="1725595"/>
            <a:ext cx="271635" cy="274372"/>
          </a:xfrm>
          <a:custGeom xmlns:a="http://schemas.openxmlformats.org/drawingml/2006/main">
            <a:pathLst>
              <a:path w="271635" h="274372">
                <a:moveTo>
                  <a:pt x="0" y="0"/>
                </a:moveTo>
                <a:lnTo>
                  <a:pt x="27163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2" name="pdf-path-607">
            <a:extLst xmlns:a="http://schemas.openxmlformats.org/drawingml/2006/main">
              <a:ext uri="{FF2B5EF4-FFF2-40B4-BE49-F238E27FC236}">
                <a16:creationId xmlns:a16="http://schemas.microsoft.com/office/drawing/2014/main" id="{F87BCB30-D2C2-429A-B296-804C237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94" y="1726305"/>
            <a:ext cx="516052" cy="270082"/>
          </a:xfrm>
          <a:custGeom xmlns:a="http://schemas.openxmlformats.org/drawingml/2006/main">
            <a:pathLst>
              <a:path w="516052" h="270082">
                <a:moveTo>
                  <a:pt x="0" y="0"/>
                </a:moveTo>
                <a:lnTo>
                  <a:pt x="516052" y="27008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3" name="pdf-path-608">
            <a:extLst xmlns:a="http://schemas.openxmlformats.org/drawingml/2006/main">
              <a:ext uri="{FF2B5EF4-FFF2-40B4-BE49-F238E27FC236}">
                <a16:creationId xmlns:a16="http://schemas.microsoft.com/office/drawing/2014/main" id="{0E351CA2-6717-4E51-914C-B7578743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099" y="1727144"/>
            <a:ext cx="516029" cy="269952"/>
          </a:xfrm>
          <a:custGeom xmlns:a="http://schemas.openxmlformats.org/drawingml/2006/main">
            <a:pathLst>
              <a:path w="516029" h="269952">
                <a:moveTo>
                  <a:pt x="0" y="0"/>
                </a:moveTo>
                <a:lnTo>
                  <a:pt x="516029" y="26995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4" name="pdf-path-609">
            <a:extLst xmlns:a="http://schemas.openxmlformats.org/drawingml/2006/main">
              <a:ext uri="{FF2B5EF4-FFF2-40B4-BE49-F238E27FC236}">
                <a16:creationId xmlns:a16="http://schemas.microsoft.com/office/drawing/2014/main" id="{8E42CBBF-32B6-4555-A7C8-E850D2B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56" y="1725950"/>
            <a:ext cx="598770" cy="270791"/>
          </a:xfrm>
          <a:custGeom xmlns:a="http://schemas.openxmlformats.org/drawingml/2006/main">
            <a:pathLst>
              <a:path w="598770" h="270791">
                <a:moveTo>
                  <a:pt x="0" y="0"/>
                </a:moveTo>
                <a:lnTo>
                  <a:pt x="598770" y="27079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5" name="pdf-path-610">
            <a:extLst xmlns:a="http://schemas.openxmlformats.org/drawingml/2006/main">
              <a:ext uri="{FF2B5EF4-FFF2-40B4-BE49-F238E27FC236}">
                <a16:creationId xmlns:a16="http://schemas.microsoft.com/office/drawing/2014/main" id="{4B28920D-D053-40BA-8CBB-4D5BE61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315" y="1725224"/>
            <a:ext cx="598896" cy="270808"/>
          </a:xfrm>
          <a:custGeom xmlns:a="http://schemas.openxmlformats.org/drawingml/2006/main">
            <a:pathLst>
              <a:path w="598896" h="270808">
                <a:moveTo>
                  <a:pt x="0" y="0"/>
                </a:moveTo>
                <a:lnTo>
                  <a:pt x="598896" y="27080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6" name="pdf-path-611">
            <a:extLst xmlns:a="http://schemas.openxmlformats.org/drawingml/2006/main">
              <a:ext uri="{FF2B5EF4-FFF2-40B4-BE49-F238E27FC236}">
                <a16:creationId xmlns:a16="http://schemas.microsoft.com/office/drawing/2014/main" id="{43FE40B2-9955-4735-B7B1-F9950056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052" y="1726660"/>
            <a:ext cx="598894" cy="270791"/>
          </a:xfrm>
          <a:custGeom xmlns:a="http://schemas.openxmlformats.org/drawingml/2006/main">
            <a:pathLst>
              <a:path w="598894" h="270791">
                <a:moveTo>
                  <a:pt x="0" y="0"/>
                </a:moveTo>
                <a:lnTo>
                  <a:pt x="598894" y="27079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7" name="pdf-path-612">
            <a:extLst xmlns:a="http://schemas.openxmlformats.org/drawingml/2006/main">
              <a:ext uri="{FF2B5EF4-FFF2-40B4-BE49-F238E27FC236}">
                <a16:creationId xmlns:a16="http://schemas.microsoft.com/office/drawing/2014/main" id="{BD967265-9197-4535-A278-5D4EA83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788" y="1723805"/>
            <a:ext cx="445605" cy="273646"/>
          </a:xfrm>
          <a:custGeom xmlns:a="http://schemas.openxmlformats.org/drawingml/2006/main">
            <a:pathLst>
              <a:path w="445605" h="273646">
                <a:moveTo>
                  <a:pt x="0" y="0"/>
                </a:moveTo>
                <a:lnTo>
                  <a:pt x="445605" y="273646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8" name="pdf-path-613">
            <a:extLst xmlns:a="http://schemas.openxmlformats.org/drawingml/2006/main">
              <a:ext uri="{FF2B5EF4-FFF2-40B4-BE49-F238E27FC236}">
                <a16:creationId xmlns:a16="http://schemas.microsoft.com/office/drawing/2014/main" id="{1BE87A25-3F1E-409D-8310-F77F0CC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809" y="1721644"/>
            <a:ext cx="445589" cy="273549"/>
          </a:xfrm>
          <a:custGeom xmlns:a="http://schemas.openxmlformats.org/drawingml/2006/main">
            <a:pathLst>
              <a:path w="445589" h="273549">
                <a:moveTo>
                  <a:pt x="0" y="0"/>
                </a:moveTo>
                <a:lnTo>
                  <a:pt x="445589" y="27354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09" name="pdf-path-614">
            <a:extLst xmlns:a="http://schemas.openxmlformats.org/drawingml/2006/main">
              <a:ext uri="{FF2B5EF4-FFF2-40B4-BE49-F238E27FC236}">
                <a16:creationId xmlns:a16="http://schemas.microsoft.com/office/drawing/2014/main" id="{21099DD2-F553-42C7-A41A-40DD5555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911" y="1724515"/>
            <a:ext cx="445609" cy="273663"/>
          </a:xfrm>
          <a:custGeom xmlns:a="http://schemas.openxmlformats.org/drawingml/2006/main">
            <a:pathLst>
              <a:path w="445609" h="273663">
                <a:moveTo>
                  <a:pt x="0" y="0"/>
                </a:moveTo>
                <a:lnTo>
                  <a:pt x="445609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0" name="pdf-path-615">
            <a:extLst xmlns:a="http://schemas.openxmlformats.org/drawingml/2006/main">
              <a:ext uri="{FF2B5EF4-FFF2-40B4-BE49-F238E27FC236}">
                <a16:creationId xmlns:a16="http://schemas.microsoft.com/office/drawing/2014/main" id="{8708A57C-D5CA-4045-8D13-0CC1A78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040" y="1725224"/>
            <a:ext cx="445700" cy="273663"/>
          </a:xfrm>
          <a:custGeom xmlns:a="http://schemas.openxmlformats.org/drawingml/2006/main">
            <a:pathLst>
              <a:path w="445700" h="273663">
                <a:moveTo>
                  <a:pt x="0" y="0"/>
                </a:moveTo>
                <a:lnTo>
                  <a:pt x="445700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1" name="pdf-path-616">
            <a:extLst xmlns:a="http://schemas.openxmlformats.org/drawingml/2006/main">
              <a:ext uri="{FF2B5EF4-FFF2-40B4-BE49-F238E27FC236}">
                <a16:creationId xmlns:a16="http://schemas.microsoft.com/office/drawing/2014/main" id="{7B9F1D79-F0DE-437C-A958-CA1706B5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04" y="1723079"/>
            <a:ext cx="445577" cy="273663"/>
          </a:xfrm>
          <a:custGeom xmlns:a="http://schemas.openxmlformats.org/drawingml/2006/main">
            <a:pathLst>
              <a:path w="445577" h="273663">
                <a:moveTo>
                  <a:pt x="0" y="0"/>
                </a:moveTo>
                <a:lnTo>
                  <a:pt x="445577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2" name="pdf-path-617">
            <a:extLst xmlns:a="http://schemas.openxmlformats.org/drawingml/2006/main">
              <a:ext uri="{FF2B5EF4-FFF2-40B4-BE49-F238E27FC236}">
                <a16:creationId xmlns:a16="http://schemas.microsoft.com/office/drawing/2014/main" id="{1AB0CA92-786C-4636-8434-26AE1EB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75" y="1723079"/>
            <a:ext cx="346851" cy="273663"/>
          </a:xfrm>
          <a:custGeom xmlns:a="http://schemas.openxmlformats.org/drawingml/2006/main">
            <a:pathLst>
              <a:path w="346851" h="273663">
                <a:moveTo>
                  <a:pt x="0" y="0"/>
                </a:moveTo>
                <a:lnTo>
                  <a:pt x="346851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3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597803AB-E9DE-443E-B839-392EDE52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827" y="1267089"/>
            <a:ext cx="1359472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614" name="pdf-path-619">
            <a:extLst xmlns:a="http://schemas.openxmlformats.org/drawingml/2006/main">
              <a:ext uri="{FF2B5EF4-FFF2-40B4-BE49-F238E27FC236}">
                <a16:creationId xmlns:a16="http://schemas.microsoft.com/office/drawing/2014/main" id="{27AD0BB6-BCC9-4672-867E-3C03971A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114" y="1134817"/>
            <a:ext cx="2307353" cy="555442"/>
          </a:xfrm>
          <a:custGeom xmlns:a="http://schemas.openxmlformats.org/drawingml/2006/main">
            <a:pathLst>
              <a:path w="2307353" h="555442">
                <a:moveTo>
                  <a:pt x="4890" y="0"/>
                </a:moveTo>
                <a:lnTo>
                  <a:pt x="2302462" y="0"/>
                </a:lnTo>
                <a:cubicBezTo>
                  <a:pt x="2305213" y="0"/>
                  <a:pt x="2307353" y="2262"/>
                  <a:pt x="2307353" y="5012"/>
                </a:cubicBezTo>
                <a:lnTo>
                  <a:pt x="2307353" y="550521"/>
                </a:lnTo>
                <a:cubicBezTo>
                  <a:pt x="2307353" y="553272"/>
                  <a:pt x="2305213" y="555442"/>
                  <a:pt x="2302462" y="555442"/>
                </a:cubicBezTo>
                <a:lnTo>
                  <a:pt x="4890" y="555442"/>
                </a:lnTo>
                <a:cubicBezTo>
                  <a:pt x="2140" y="555442"/>
                  <a:pt x="0" y="553272"/>
                  <a:pt x="0" y="550521"/>
                </a:cubicBezTo>
                <a:lnTo>
                  <a:pt x="0" y="5012"/>
                </a:lnTo>
                <a:cubicBezTo>
                  <a:pt x="0" y="2262"/>
                  <a:pt x="2140" y="0"/>
                  <a:pt x="489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615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B1D4CC22-8C9F-41F4-AD91-0E7385ED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802" y="3934451"/>
            <a:ext cx="1221731" cy="275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256, ReLU</a:t>
            </a:r>
          </a:p>
        </p:txBody>
      </p:sp>
      <p:sp>
        <p:nvSpPr>
          <p:cNvPr id="616" name="pdf-path-621">
            <a:extLst xmlns:a="http://schemas.openxmlformats.org/drawingml/2006/main">
              <a:ext uri="{FF2B5EF4-FFF2-40B4-BE49-F238E27FC236}">
                <a16:creationId xmlns:a16="http://schemas.microsoft.com/office/drawing/2014/main" id="{122A3EB4-6D80-46AA-A0A5-BE90B3C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849" y="3795602"/>
            <a:ext cx="1997630" cy="573109"/>
          </a:xfrm>
          <a:custGeom xmlns:a="http://schemas.openxmlformats.org/drawingml/2006/main">
            <a:pathLst>
              <a:path w="1997630" h="573109">
                <a:moveTo>
                  <a:pt x="5012" y="0"/>
                </a:moveTo>
                <a:lnTo>
                  <a:pt x="1992524" y="0"/>
                </a:lnTo>
                <a:cubicBezTo>
                  <a:pt x="1995367" y="0"/>
                  <a:pt x="1997630" y="2262"/>
                  <a:pt x="1997630" y="5104"/>
                </a:cubicBezTo>
                <a:lnTo>
                  <a:pt x="1997630" y="568065"/>
                </a:lnTo>
                <a:cubicBezTo>
                  <a:pt x="1997630" y="570817"/>
                  <a:pt x="1995367" y="573109"/>
                  <a:pt x="1992524" y="573109"/>
                </a:cubicBezTo>
                <a:lnTo>
                  <a:pt x="5012" y="573109"/>
                </a:lnTo>
                <a:cubicBezTo>
                  <a:pt x="2262" y="573109"/>
                  <a:pt x="0" y="570817"/>
                  <a:pt x="0" y="568065"/>
                </a:cubicBezTo>
                <a:lnTo>
                  <a:pt x="0" y="5104"/>
                </a:lnTo>
                <a:cubicBezTo>
                  <a:pt x="0" y="2262"/>
                  <a:pt x="2262" y="0"/>
                  <a:pt x="501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704">
            <a:solidFill>
              <a:srgbClr val="000003"/>
            </a:solidFill>
            <a:prstDash val="solid"/>
          </a:ln>
        </p:spPr>
      </p:sp>
      <p:sp>
        <p:nvSpPr>
          <p:cNvPr id="617" name="pdf-path-622">
            <a:extLst xmlns:a="http://schemas.openxmlformats.org/drawingml/2006/main">
              <a:ext uri="{FF2B5EF4-FFF2-40B4-BE49-F238E27FC236}">
                <a16:creationId xmlns:a16="http://schemas.microsoft.com/office/drawing/2014/main" id="{E25D2895-2C82-4BB5-9613-C9CCF2CE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924" y="5345839"/>
            <a:ext cx="196774" cy="279756"/>
          </a:xfrm>
          <a:custGeom xmlns:a="http://schemas.openxmlformats.org/drawingml/2006/main">
            <a:pathLst>
              <a:path w="196774" h="279756">
                <a:moveTo>
                  <a:pt x="67482" y="239"/>
                </a:moveTo>
                <a:lnTo>
                  <a:pt x="0" y="279756"/>
                </a:lnTo>
                <a:lnTo>
                  <a:pt x="1967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8" name="pdf-path-623">
            <a:extLst xmlns:a="http://schemas.openxmlformats.org/drawingml/2006/main">
              <a:ext uri="{FF2B5EF4-FFF2-40B4-BE49-F238E27FC236}">
                <a16:creationId xmlns:a16="http://schemas.microsoft.com/office/drawing/2014/main" id="{6F95649B-7779-4F0A-8A68-9C8CE3FF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730" y="5346445"/>
            <a:ext cx="424103" cy="278317"/>
          </a:xfrm>
          <a:custGeom xmlns:a="http://schemas.openxmlformats.org/drawingml/2006/main">
            <a:pathLst>
              <a:path w="424103" h="278317">
                <a:moveTo>
                  <a:pt x="304463" y="0"/>
                </a:moveTo>
                <a:lnTo>
                  <a:pt x="0" y="278317"/>
                </a:lnTo>
                <a:lnTo>
                  <a:pt x="424103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19" name="pdf-path-624">
            <a:extLst xmlns:a="http://schemas.openxmlformats.org/drawingml/2006/main">
              <a:ext uri="{FF2B5EF4-FFF2-40B4-BE49-F238E27FC236}">
                <a16:creationId xmlns:a16="http://schemas.microsoft.com/office/drawing/2014/main" id="{467277D8-E1CA-4857-B8DC-3E5DA49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842" y="5347518"/>
            <a:ext cx="654419" cy="276043"/>
          </a:xfrm>
          <a:custGeom xmlns:a="http://schemas.openxmlformats.org/drawingml/2006/main">
            <a:pathLst>
              <a:path w="654419" h="276043">
                <a:moveTo>
                  <a:pt x="525128" y="240"/>
                </a:moveTo>
                <a:lnTo>
                  <a:pt x="0" y="276043"/>
                </a:lnTo>
                <a:lnTo>
                  <a:pt x="654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0" name="pdf-path-625">
            <a:extLst xmlns:a="http://schemas.openxmlformats.org/drawingml/2006/main">
              <a:ext uri="{FF2B5EF4-FFF2-40B4-BE49-F238E27FC236}">
                <a16:creationId xmlns:a16="http://schemas.microsoft.com/office/drawing/2014/main" id="{AF28A0BE-9BF2-4DCA-A7E1-5D3EA53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99" y="5348112"/>
            <a:ext cx="884493" cy="275804"/>
          </a:xfrm>
          <a:custGeom xmlns:a="http://schemas.openxmlformats.org/drawingml/2006/main">
            <a:pathLst>
              <a:path w="884493" h="275804">
                <a:moveTo>
                  <a:pt x="764855" y="0"/>
                </a:moveTo>
                <a:lnTo>
                  <a:pt x="0" y="275804"/>
                </a:lnTo>
                <a:lnTo>
                  <a:pt x="884493" y="1552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1" name="pdf-path-626">
            <a:extLst xmlns:a="http://schemas.openxmlformats.org/drawingml/2006/main">
              <a:ext uri="{FF2B5EF4-FFF2-40B4-BE49-F238E27FC236}">
                <a16:creationId xmlns:a16="http://schemas.microsoft.com/office/drawing/2014/main" id="{C47C62F2-B0D7-4110-805A-F0569F95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633" y="5348831"/>
            <a:ext cx="1100226" cy="274730"/>
          </a:xfrm>
          <a:custGeom xmlns:a="http://schemas.openxmlformats.org/drawingml/2006/main">
            <a:pathLst>
              <a:path w="1100226" h="274730">
                <a:moveTo>
                  <a:pt x="987288" y="1426"/>
                </a:moveTo>
                <a:lnTo>
                  <a:pt x="0" y="274730"/>
                </a:lnTo>
                <a:lnTo>
                  <a:pt x="11002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2" name="pdf-path-627">
            <a:extLst xmlns:a="http://schemas.openxmlformats.org/drawingml/2006/main">
              <a:ext uri="{FF2B5EF4-FFF2-40B4-BE49-F238E27FC236}">
                <a16:creationId xmlns:a16="http://schemas.microsoft.com/office/drawing/2014/main" id="{C3C217D1-CA07-4BD1-AA50-08AE698B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4" y="5349425"/>
            <a:ext cx="1325562" cy="273897"/>
          </a:xfrm>
          <a:custGeom xmlns:a="http://schemas.openxmlformats.org/drawingml/2006/main">
            <a:pathLst>
              <a:path w="1325562" h="273897">
                <a:moveTo>
                  <a:pt x="1204488" y="0"/>
                </a:moveTo>
                <a:lnTo>
                  <a:pt x="0" y="273897"/>
                </a:lnTo>
                <a:lnTo>
                  <a:pt x="1325562" y="95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3" name="pdf-path-628">
            <a:extLst xmlns:a="http://schemas.openxmlformats.org/drawingml/2006/main">
              <a:ext uri="{FF2B5EF4-FFF2-40B4-BE49-F238E27FC236}">
                <a16:creationId xmlns:a16="http://schemas.microsoft.com/office/drawing/2014/main" id="{3454FA7C-4ED1-4249-A97D-A04FB379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312" y="5346319"/>
            <a:ext cx="102794" cy="275096"/>
          </a:xfrm>
          <a:custGeom xmlns:a="http://schemas.openxmlformats.org/drawingml/2006/main">
            <a:pathLst>
              <a:path w="102794" h="275096">
                <a:moveTo>
                  <a:pt x="0" y="0"/>
                </a:moveTo>
                <a:lnTo>
                  <a:pt x="37956" y="275096"/>
                </a:lnTo>
                <a:lnTo>
                  <a:pt x="102794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4" name="pdf-path-629">
            <a:extLst xmlns:a="http://schemas.openxmlformats.org/drawingml/2006/main">
              <a:ext uri="{FF2B5EF4-FFF2-40B4-BE49-F238E27FC236}">
                <a16:creationId xmlns:a16="http://schemas.microsoft.com/office/drawing/2014/main" id="{32BF8DA6-484A-4C37-A8D1-0EBB7DB9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76" y="5346799"/>
            <a:ext cx="289162" cy="274490"/>
          </a:xfrm>
          <a:custGeom xmlns:a="http://schemas.openxmlformats.org/drawingml/2006/main">
            <a:pathLst>
              <a:path w="289162" h="274490">
                <a:moveTo>
                  <a:pt x="182305" y="593"/>
                </a:moveTo>
                <a:lnTo>
                  <a:pt x="0" y="274490"/>
                </a:lnTo>
                <a:lnTo>
                  <a:pt x="289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5" name="pdf-path-630">
            <a:extLst xmlns:a="http://schemas.openxmlformats.org/drawingml/2006/main">
              <a:ext uri="{FF2B5EF4-FFF2-40B4-BE49-F238E27FC236}">
                <a16:creationId xmlns:a16="http://schemas.microsoft.com/office/drawing/2014/main" id="{898B21C1-B45E-4F2F-B358-1A3537B8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756" y="5347392"/>
            <a:ext cx="528799" cy="274138"/>
          </a:xfrm>
          <a:custGeom xmlns:a="http://schemas.openxmlformats.org/drawingml/2006/main">
            <a:pathLst>
              <a:path w="528799" h="274138">
                <a:moveTo>
                  <a:pt x="421120" y="606"/>
                </a:moveTo>
                <a:lnTo>
                  <a:pt x="0" y="274138"/>
                </a:lnTo>
                <a:lnTo>
                  <a:pt x="528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6" name="pdf-path-631">
            <a:extLst xmlns:a="http://schemas.openxmlformats.org/drawingml/2006/main">
              <a:ext uri="{FF2B5EF4-FFF2-40B4-BE49-F238E27FC236}">
                <a16:creationId xmlns:a16="http://schemas.microsoft.com/office/drawing/2014/main" id="{1761C2D1-C0D4-4A02-AB2D-54270F5B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950" y="5348352"/>
            <a:ext cx="747408" cy="273657"/>
          </a:xfrm>
          <a:custGeom xmlns:a="http://schemas.openxmlformats.org/drawingml/2006/main">
            <a:pathLst>
              <a:path w="747408" h="273657">
                <a:moveTo>
                  <a:pt x="643300" y="0"/>
                </a:moveTo>
                <a:lnTo>
                  <a:pt x="0" y="273657"/>
                </a:lnTo>
                <a:lnTo>
                  <a:pt x="747408" y="83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7" name="pdf-path-632">
            <a:extLst xmlns:a="http://schemas.openxmlformats.org/drawingml/2006/main">
              <a:ext uri="{FF2B5EF4-FFF2-40B4-BE49-F238E27FC236}">
                <a16:creationId xmlns:a16="http://schemas.microsoft.com/office/drawing/2014/main" id="{9E2E6F7C-942B-49C0-9FB3-A9C99314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704" y="5348705"/>
            <a:ext cx="972496" cy="272825"/>
          </a:xfrm>
          <a:custGeom xmlns:a="http://schemas.openxmlformats.org/drawingml/2006/main">
            <a:pathLst>
              <a:path w="972496" h="272825">
                <a:moveTo>
                  <a:pt x="863348" y="720"/>
                </a:moveTo>
                <a:lnTo>
                  <a:pt x="0" y="272825"/>
                </a:lnTo>
                <a:lnTo>
                  <a:pt x="972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8" name="pdf-path-633">
            <a:extLst xmlns:a="http://schemas.openxmlformats.org/drawingml/2006/main">
              <a:ext uri="{FF2B5EF4-FFF2-40B4-BE49-F238E27FC236}">
                <a16:creationId xmlns:a16="http://schemas.microsoft.com/office/drawing/2014/main" id="{57ECC5DB-24E2-4A51-8692-3E04B82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149" y="5345965"/>
            <a:ext cx="1205427" cy="276878"/>
          </a:xfrm>
          <a:custGeom xmlns:a="http://schemas.openxmlformats.org/drawingml/2006/main">
            <a:pathLst>
              <a:path w="1205427" h="276878">
                <a:moveTo>
                  <a:pt x="1091885" y="3699"/>
                </a:moveTo>
                <a:lnTo>
                  <a:pt x="0" y="276878"/>
                </a:lnTo>
                <a:lnTo>
                  <a:pt x="12054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29" name="pdf-path-634">
            <a:extLst xmlns:a="http://schemas.openxmlformats.org/drawingml/2006/main">
              <a:ext uri="{FF2B5EF4-FFF2-40B4-BE49-F238E27FC236}">
                <a16:creationId xmlns:a16="http://schemas.microsoft.com/office/drawing/2014/main" id="{936B1B92-DCD1-4240-A128-132EB113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586" y="5344892"/>
            <a:ext cx="196900" cy="279743"/>
          </a:xfrm>
          <a:custGeom xmlns:a="http://schemas.openxmlformats.org/drawingml/2006/main">
            <a:pathLst>
              <a:path w="196900" h="279743">
                <a:moveTo>
                  <a:pt x="67608" y="240"/>
                </a:moveTo>
                <a:lnTo>
                  <a:pt x="0" y="279743"/>
                </a:lnTo>
                <a:lnTo>
                  <a:pt x="196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0" name="pdf-path-635">
            <a:extLst xmlns:a="http://schemas.openxmlformats.org/drawingml/2006/main">
              <a:ext uri="{FF2B5EF4-FFF2-40B4-BE49-F238E27FC236}">
                <a16:creationId xmlns:a16="http://schemas.microsoft.com/office/drawing/2014/main" id="{F669FDAA-E0C4-41FA-9058-7636EF7F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515" y="5345485"/>
            <a:ext cx="423981" cy="278317"/>
          </a:xfrm>
          <a:custGeom xmlns:a="http://schemas.openxmlformats.org/drawingml/2006/main">
            <a:pathLst>
              <a:path w="423981" h="278317">
                <a:moveTo>
                  <a:pt x="304372" y="0"/>
                </a:moveTo>
                <a:lnTo>
                  <a:pt x="0" y="278317"/>
                </a:lnTo>
                <a:lnTo>
                  <a:pt x="423981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1" name="pdf-path-636">
            <a:extLst xmlns:a="http://schemas.openxmlformats.org/drawingml/2006/main">
              <a:ext uri="{FF2B5EF4-FFF2-40B4-BE49-F238E27FC236}">
                <a16:creationId xmlns:a16="http://schemas.microsoft.com/office/drawing/2014/main" id="{493B6211-273E-4766-92D8-2750929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628" y="5346685"/>
            <a:ext cx="654421" cy="275917"/>
          </a:xfrm>
          <a:custGeom xmlns:a="http://schemas.openxmlformats.org/drawingml/2006/main">
            <a:pathLst>
              <a:path w="654421" h="275917">
                <a:moveTo>
                  <a:pt x="525127" y="113"/>
                </a:moveTo>
                <a:lnTo>
                  <a:pt x="0" y="275917"/>
                </a:lnTo>
                <a:lnTo>
                  <a:pt x="654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2" name="pdf-path-637">
            <a:extLst xmlns:a="http://schemas.openxmlformats.org/drawingml/2006/main">
              <a:ext uri="{FF2B5EF4-FFF2-40B4-BE49-F238E27FC236}">
                <a16:creationId xmlns:a16="http://schemas.microsoft.com/office/drawing/2014/main" id="{768D7E61-3F72-4979-8BFE-1C2B3DE2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565" y="5347153"/>
            <a:ext cx="884615" cy="275816"/>
          </a:xfrm>
          <a:custGeom xmlns:a="http://schemas.openxmlformats.org/drawingml/2006/main">
            <a:pathLst>
              <a:path w="884615" h="275816">
                <a:moveTo>
                  <a:pt x="764883" y="0"/>
                </a:moveTo>
                <a:lnTo>
                  <a:pt x="0" y="275816"/>
                </a:lnTo>
                <a:lnTo>
                  <a:pt x="884615" y="167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3" name="pdf-path-638">
            <a:extLst xmlns:a="http://schemas.openxmlformats.org/drawingml/2006/main">
              <a:ext uri="{FF2B5EF4-FFF2-40B4-BE49-F238E27FC236}">
                <a16:creationId xmlns:a16="http://schemas.microsoft.com/office/drawing/2014/main" id="{3A0B8B1B-5447-48C8-B38E-0292ABE9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419" y="5347871"/>
            <a:ext cx="1100225" cy="274731"/>
          </a:xfrm>
          <a:custGeom xmlns:a="http://schemas.openxmlformats.org/drawingml/2006/main">
            <a:pathLst>
              <a:path w="1100225" h="274731">
                <a:moveTo>
                  <a:pt x="987290" y="1440"/>
                </a:moveTo>
                <a:lnTo>
                  <a:pt x="0" y="274731"/>
                </a:lnTo>
                <a:lnTo>
                  <a:pt x="1100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4" name="pdf-path-639">
            <a:extLst xmlns:a="http://schemas.openxmlformats.org/drawingml/2006/main">
              <a:ext uri="{FF2B5EF4-FFF2-40B4-BE49-F238E27FC236}">
                <a16:creationId xmlns:a16="http://schemas.microsoft.com/office/drawing/2014/main" id="{F40FCBB4-DDFC-4009-B2FE-45139CA0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679" y="5348464"/>
            <a:ext cx="1204365" cy="273898"/>
          </a:xfrm>
          <a:custGeom xmlns:a="http://schemas.openxmlformats.org/drawingml/2006/main">
            <a:pathLst>
              <a:path w="1204365" h="273898">
                <a:moveTo>
                  <a:pt x="1204365" y="0"/>
                </a:moveTo>
                <a:lnTo>
                  <a:pt x="0" y="273898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5" name="pdf-path-640">
            <a:extLst xmlns:a="http://schemas.openxmlformats.org/drawingml/2006/main">
              <a:ext uri="{FF2B5EF4-FFF2-40B4-BE49-F238E27FC236}">
                <a16:creationId xmlns:a16="http://schemas.microsoft.com/office/drawing/2014/main" id="{BDC12836-08B2-4D59-B8F6-457F2A95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100" y="5345372"/>
            <a:ext cx="102792" cy="275083"/>
          </a:xfrm>
          <a:custGeom xmlns:a="http://schemas.openxmlformats.org/drawingml/2006/main">
            <a:pathLst>
              <a:path w="102792" h="275083">
                <a:moveTo>
                  <a:pt x="0" y="0"/>
                </a:moveTo>
                <a:lnTo>
                  <a:pt x="37953" y="275083"/>
                </a:lnTo>
                <a:lnTo>
                  <a:pt x="102792" y="467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6" name="pdf-path-641">
            <a:extLst xmlns:a="http://schemas.openxmlformats.org/drawingml/2006/main">
              <a:ext uri="{FF2B5EF4-FFF2-40B4-BE49-F238E27FC236}">
                <a16:creationId xmlns:a16="http://schemas.microsoft.com/office/drawing/2014/main" id="{AF507D8A-AE34-408A-A733-C62B0F27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240" y="5345839"/>
            <a:ext cx="289161" cy="274616"/>
          </a:xfrm>
          <a:custGeom xmlns:a="http://schemas.openxmlformats.org/drawingml/2006/main">
            <a:pathLst>
              <a:path w="289161" h="274616">
                <a:moveTo>
                  <a:pt x="182429" y="605"/>
                </a:moveTo>
                <a:lnTo>
                  <a:pt x="0" y="274616"/>
                </a:lnTo>
                <a:lnTo>
                  <a:pt x="289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7" name="pdf-path-642">
            <a:extLst xmlns:a="http://schemas.openxmlformats.org/drawingml/2006/main">
              <a:ext uri="{FF2B5EF4-FFF2-40B4-BE49-F238E27FC236}">
                <a16:creationId xmlns:a16="http://schemas.microsoft.com/office/drawing/2014/main" id="{87AFA1B2-0541-43CC-9174-7B4562CD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545" y="5346558"/>
            <a:ext cx="528797" cy="274025"/>
          </a:xfrm>
          <a:custGeom xmlns:a="http://schemas.openxmlformats.org/drawingml/2006/main">
            <a:pathLst>
              <a:path w="528797" h="274025">
                <a:moveTo>
                  <a:pt x="421116" y="480"/>
                </a:moveTo>
                <a:lnTo>
                  <a:pt x="0" y="274025"/>
                </a:lnTo>
                <a:lnTo>
                  <a:pt x="528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8" name="pdf-path-643">
            <a:extLst xmlns:a="http://schemas.openxmlformats.org/drawingml/2006/main">
              <a:ext uri="{FF2B5EF4-FFF2-40B4-BE49-F238E27FC236}">
                <a16:creationId xmlns:a16="http://schemas.microsoft.com/office/drawing/2014/main" id="{A5469AEE-953A-478A-B464-74727A3F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736" y="5347392"/>
            <a:ext cx="747410" cy="273658"/>
          </a:xfrm>
          <a:custGeom xmlns:a="http://schemas.openxmlformats.org/drawingml/2006/main">
            <a:pathLst>
              <a:path w="747410" h="273658">
                <a:moveTo>
                  <a:pt x="643299" y="0"/>
                </a:moveTo>
                <a:lnTo>
                  <a:pt x="0" y="273658"/>
                </a:lnTo>
                <a:lnTo>
                  <a:pt x="747410" y="96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39" name="pdf-path-644">
            <a:extLst xmlns:a="http://schemas.openxmlformats.org/drawingml/2006/main">
              <a:ext uri="{FF2B5EF4-FFF2-40B4-BE49-F238E27FC236}">
                <a16:creationId xmlns:a16="http://schemas.microsoft.com/office/drawing/2014/main" id="{C9C143F9-35B6-4CCC-A036-0DCE261F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492" y="5347758"/>
            <a:ext cx="972495" cy="272825"/>
          </a:xfrm>
          <a:custGeom xmlns:a="http://schemas.openxmlformats.org/drawingml/2006/main">
            <a:pathLst>
              <a:path w="972495" h="272825">
                <a:moveTo>
                  <a:pt x="863344" y="706"/>
                </a:moveTo>
                <a:lnTo>
                  <a:pt x="0" y="272825"/>
                </a:lnTo>
                <a:lnTo>
                  <a:pt x="972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0" name="pdf-path-645">
            <a:extLst xmlns:a="http://schemas.openxmlformats.org/drawingml/2006/main">
              <a:ext uri="{FF2B5EF4-FFF2-40B4-BE49-F238E27FC236}">
                <a16:creationId xmlns:a16="http://schemas.microsoft.com/office/drawing/2014/main" id="{981AFB51-1EEF-4FB6-B5FD-C0F79D5F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145" y="5343819"/>
            <a:ext cx="196748" cy="279743"/>
          </a:xfrm>
          <a:custGeom xmlns:a="http://schemas.openxmlformats.org/drawingml/2006/main">
            <a:pathLst>
              <a:path w="196748" h="279743">
                <a:moveTo>
                  <a:pt x="67455" y="240"/>
                </a:moveTo>
                <a:lnTo>
                  <a:pt x="0" y="279743"/>
                </a:lnTo>
                <a:lnTo>
                  <a:pt x="196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1" name="pdf-path-646">
            <a:extLst xmlns:a="http://schemas.openxmlformats.org/drawingml/2006/main">
              <a:ext uri="{FF2B5EF4-FFF2-40B4-BE49-F238E27FC236}">
                <a16:creationId xmlns:a16="http://schemas.microsoft.com/office/drawing/2014/main" id="{0297C05D-04D1-47A7-9BC3-BAF18081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52" y="5344413"/>
            <a:ext cx="424102" cy="278316"/>
          </a:xfrm>
          <a:custGeom xmlns:a="http://schemas.openxmlformats.org/drawingml/2006/main">
            <a:pathLst>
              <a:path w="424102" h="278316">
                <a:moveTo>
                  <a:pt x="304464" y="0"/>
                </a:moveTo>
                <a:lnTo>
                  <a:pt x="0" y="278316"/>
                </a:lnTo>
                <a:lnTo>
                  <a:pt x="424102" y="166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2" name="pdf-path-647">
            <a:extLst xmlns:a="http://schemas.openxmlformats.org/drawingml/2006/main">
              <a:ext uri="{FF2B5EF4-FFF2-40B4-BE49-F238E27FC236}">
                <a16:creationId xmlns:a16="http://schemas.microsoft.com/office/drawing/2014/main" id="{64141DE0-096F-47F1-A2E1-BBD7A68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034" y="5345599"/>
            <a:ext cx="654419" cy="275931"/>
          </a:xfrm>
          <a:custGeom xmlns:a="http://schemas.openxmlformats.org/drawingml/2006/main">
            <a:pathLst>
              <a:path w="654419" h="275931">
                <a:moveTo>
                  <a:pt x="525248" y="241"/>
                </a:moveTo>
                <a:lnTo>
                  <a:pt x="0" y="275931"/>
                </a:lnTo>
                <a:lnTo>
                  <a:pt x="654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3" name="pdf-path-648">
            <a:extLst xmlns:a="http://schemas.openxmlformats.org/drawingml/2006/main">
              <a:ext uri="{FF2B5EF4-FFF2-40B4-BE49-F238E27FC236}">
                <a16:creationId xmlns:a16="http://schemas.microsoft.com/office/drawing/2014/main" id="{6F151038-51A3-4D95-82C7-1748B0AC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094" y="5346206"/>
            <a:ext cx="764884" cy="275804"/>
          </a:xfrm>
          <a:custGeom xmlns:a="http://schemas.openxmlformats.org/drawingml/2006/main">
            <a:pathLst>
              <a:path w="764884" h="275804">
                <a:moveTo>
                  <a:pt x="764884" y="0"/>
                </a:moveTo>
                <a:lnTo>
                  <a:pt x="0" y="27580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4" name="pdf-path-649">
            <a:extLst xmlns:a="http://schemas.openxmlformats.org/drawingml/2006/main">
              <a:ext uri="{FF2B5EF4-FFF2-40B4-BE49-F238E27FC236}">
                <a16:creationId xmlns:a16="http://schemas.microsoft.com/office/drawing/2014/main" id="{0530C521-0188-4D3F-8C3E-C0FA777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03" y="5344285"/>
            <a:ext cx="102798" cy="275224"/>
          </a:xfrm>
          <a:custGeom xmlns:a="http://schemas.openxmlformats.org/drawingml/2006/main">
            <a:pathLst>
              <a:path w="102798" h="275224">
                <a:moveTo>
                  <a:pt x="0" y="0"/>
                </a:moveTo>
                <a:lnTo>
                  <a:pt x="38080" y="275224"/>
                </a:lnTo>
                <a:lnTo>
                  <a:pt x="102798" y="607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5" name="pdf-path-650">
            <a:extLst xmlns:a="http://schemas.openxmlformats.org/drawingml/2006/main">
              <a:ext uri="{FF2B5EF4-FFF2-40B4-BE49-F238E27FC236}">
                <a16:creationId xmlns:a16="http://schemas.microsoft.com/office/drawing/2014/main" id="{BE75459C-9664-4020-B078-DE1DD60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769" y="5344765"/>
            <a:ext cx="289192" cy="274618"/>
          </a:xfrm>
          <a:custGeom xmlns:a="http://schemas.openxmlformats.org/drawingml/2006/main">
            <a:pathLst>
              <a:path w="289192" h="274618">
                <a:moveTo>
                  <a:pt x="182307" y="607"/>
                </a:moveTo>
                <a:lnTo>
                  <a:pt x="0" y="274618"/>
                </a:lnTo>
                <a:lnTo>
                  <a:pt x="2891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6" name="pdf-path-651">
            <a:extLst xmlns:a="http://schemas.openxmlformats.org/drawingml/2006/main">
              <a:ext uri="{FF2B5EF4-FFF2-40B4-BE49-F238E27FC236}">
                <a16:creationId xmlns:a16="http://schemas.microsoft.com/office/drawing/2014/main" id="{83B5668D-68A9-45F9-9E5D-ED14D86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950" y="5345485"/>
            <a:ext cx="528797" cy="274138"/>
          </a:xfrm>
          <a:custGeom xmlns:a="http://schemas.openxmlformats.org/drawingml/2006/main">
            <a:pathLst>
              <a:path w="528797" h="274138">
                <a:moveTo>
                  <a:pt x="421115" y="593"/>
                </a:moveTo>
                <a:lnTo>
                  <a:pt x="0" y="274138"/>
                </a:lnTo>
                <a:lnTo>
                  <a:pt x="528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7" name="pdf-path-652">
            <a:extLst xmlns:a="http://schemas.openxmlformats.org/drawingml/2006/main">
              <a:ext uri="{FF2B5EF4-FFF2-40B4-BE49-F238E27FC236}">
                <a16:creationId xmlns:a16="http://schemas.microsoft.com/office/drawing/2014/main" id="{EA3E42C8-0228-427B-A3FE-EF27B8B3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100" y="5342859"/>
            <a:ext cx="196778" cy="279743"/>
          </a:xfrm>
          <a:custGeom xmlns:a="http://schemas.openxmlformats.org/drawingml/2006/main">
            <a:pathLst>
              <a:path w="196778" h="279743">
                <a:moveTo>
                  <a:pt x="67486" y="241"/>
                </a:moveTo>
                <a:lnTo>
                  <a:pt x="0" y="279743"/>
                </a:lnTo>
                <a:lnTo>
                  <a:pt x="196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8" name="pdf-path-653">
            <a:extLst xmlns:a="http://schemas.openxmlformats.org/drawingml/2006/main">
              <a:ext uri="{FF2B5EF4-FFF2-40B4-BE49-F238E27FC236}">
                <a16:creationId xmlns:a16="http://schemas.microsoft.com/office/drawing/2014/main" id="{55E3235E-C5F8-43AD-B054-E5A24B3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906" y="5343453"/>
            <a:ext cx="304372" cy="278315"/>
          </a:xfrm>
          <a:custGeom xmlns:a="http://schemas.openxmlformats.org/drawingml/2006/main">
            <a:pathLst>
              <a:path w="304372" h="278315">
                <a:moveTo>
                  <a:pt x="304372" y="0"/>
                </a:moveTo>
                <a:lnTo>
                  <a:pt x="0" y="278315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49" name="pdf-path-654">
            <a:extLst xmlns:a="http://schemas.openxmlformats.org/drawingml/2006/main">
              <a:ext uri="{FF2B5EF4-FFF2-40B4-BE49-F238E27FC236}">
                <a16:creationId xmlns:a16="http://schemas.microsoft.com/office/drawing/2014/main" id="{0275FC50-D97B-424E-BF87-7197F90D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566" y="5344887"/>
            <a:ext cx="68287" cy="276525"/>
          </a:xfrm>
          <a:custGeom xmlns:a="http://schemas.openxmlformats.org/drawingml/2006/main">
            <a:pathLst>
              <a:path w="68287" h="276525">
                <a:moveTo>
                  <a:pt x="68287" y="0"/>
                </a:moveTo>
                <a:lnTo>
                  <a:pt x="0" y="2765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0" name="pdf-path-655">
            <a:extLst xmlns:a="http://schemas.openxmlformats.org/drawingml/2006/main">
              <a:ext uri="{FF2B5EF4-FFF2-40B4-BE49-F238E27FC236}">
                <a16:creationId xmlns:a16="http://schemas.microsoft.com/office/drawing/2014/main" id="{CA11A695-6053-4F4A-B4F6-58AB03A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341" y="5344887"/>
            <a:ext cx="269243" cy="276525"/>
          </a:xfrm>
          <a:custGeom xmlns:a="http://schemas.openxmlformats.org/drawingml/2006/main">
            <a:pathLst>
              <a:path w="269243" h="276525">
                <a:moveTo>
                  <a:pt x="99575" y="0"/>
                </a:moveTo>
                <a:lnTo>
                  <a:pt x="269243" y="276525"/>
                </a:lnTo>
                <a:lnTo>
                  <a:pt x="0" y="3336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1" name="pdf-path-656">
            <a:extLst xmlns:a="http://schemas.openxmlformats.org/drawingml/2006/main">
              <a:ext uri="{FF2B5EF4-FFF2-40B4-BE49-F238E27FC236}">
                <a16:creationId xmlns:a16="http://schemas.microsoft.com/office/drawing/2014/main" id="{DF6A139C-122A-4E2E-8913-91DBC8F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02" y="5345238"/>
            <a:ext cx="269241" cy="276651"/>
          </a:xfrm>
          <a:custGeom xmlns:a="http://schemas.openxmlformats.org/drawingml/2006/main">
            <a:pathLst>
              <a:path w="269241" h="276651">
                <a:moveTo>
                  <a:pt x="99571" y="0"/>
                </a:moveTo>
                <a:lnTo>
                  <a:pt x="269241" y="276651"/>
                </a:lnTo>
                <a:lnTo>
                  <a:pt x="0" y="3473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2" name="pdf-path-657">
            <a:extLst xmlns:a="http://schemas.openxmlformats.org/drawingml/2006/main">
              <a:ext uri="{FF2B5EF4-FFF2-40B4-BE49-F238E27FC236}">
                <a16:creationId xmlns:a16="http://schemas.microsoft.com/office/drawing/2014/main" id="{C5933ED7-5F55-466E-A8BA-1B5E9501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917" y="5345238"/>
            <a:ext cx="269241" cy="276651"/>
          </a:xfrm>
          <a:custGeom xmlns:a="http://schemas.openxmlformats.org/drawingml/2006/main">
            <a:pathLst>
              <a:path w="269241" h="276651">
                <a:moveTo>
                  <a:pt x="99448" y="0"/>
                </a:moveTo>
                <a:lnTo>
                  <a:pt x="269241" y="276651"/>
                </a:lnTo>
                <a:lnTo>
                  <a:pt x="0" y="3473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3" name="pdf-path-658">
            <a:extLst xmlns:a="http://schemas.openxmlformats.org/drawingml/2006/main">
              <a:ext uri="{FF2B5EF4-FFF2-40B4-BE49-F238E27FC236}">
                <a16:creationId xmlns:a16="http://schemas.microsoft.com/office/drawing/2014/main" id="{31A0E75E-61CD-400C-9FC0-67E1EBD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774" y="5345238"/>
            <a:ext cx="269241" cy="276651"/>
          </a:xfrm>
          <a:custGeom xmlns:a="http://schemas.openxmlformats.org/drawingml/2006/main">
            <a:pathLst>
              <a:path w="269241" h="276651">
                <a:moveTo>
                  <a:pt x="99570" y="0"/>
                </a:moveTo>
                <a:lnTo>
                  <a:pt x="269241" y="276651"/>
                </a:lnTo>
                <a:lnTo>
                  <a:pt x="0" y="3473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4" name="pdf-path-659">
            <a:extLst xmlns:a="http://schemas.openxmlformats.org/drawingml/2006/main">
              <a:ext uri="{FF2B5EF4-FFF2-40B4-BE49-F238E27FC236}">
                <a16:creationId xmlns:a16="http://schemas.microsoft.com/office/drawing/2014/main" id="{135F4AC0-7A91-4146-8279-7AA67C59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338" y="5348110"/>
            <a:ext cx="269241" cy="276638"/>
          </a:xfrm>
          <a:custGeom xmlns:a="http://schemas.openxmlformats.org/drawingml/2006/main">
            <a:pathLst>
              <a:path w="269241" h="276638">
                <a:moveTo>
                  <a:pt x="99451" y="0"/>
                </a:moveTo>
                <a:lnTo>
                  <a:pt x="269241" y="276638"/>
                </a:lnTo>
                <a:lnTo>
                  <a:pt x="0" y="3460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5" name="pdf-path-660">
            <a:extLst xmlns:a="http://schemas.openxmlformats.org/drawingml/2006/main">
              <a:ext uri="{FF2B5EF4-FFF2-40B4-BE49-F238E27FC236}">
                <a16:creationId xmlns:a16="http://schemas.microsoft.com/office/drawing/2014/main" id="{6D85B857-4C90-4E51-8937-7FD5294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214" y="5345965"/>
            <a:ext cx="269241" cy="276639"/>
          </a:xfrm>
          <a:custGeom xmlns:a="http://schemas.openxmlformats.org/drawingml/2006/main">
            <a:pathLst>
              <a:path w="269241" h="276639">
                <a:moveTo>
                  <a:pt x="99574" y="0"/>
                </a:moveTo>
                <a:lnTo>
                  <a:pt x="269241" y="276639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6" name="pdf-path-661">
            <a:extLst xmlns:a="http://schemas.openxmlformats.org/drawingml/2006/main">
              <a:ext uri="{FF2B5EF4-FFF2-40B4-BE49-F238E27FC236}">
                <a16:creationId xmlns:a16="http://schemas.microsoft.com/office/drawing/2014/main" id="{DB5D5243-B44F-4D1B-AE13-913806A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515" y="5348485"/>
            <a:ext cx="1632043" cy="274727"/>
          </a:xfrm>
          <a:custGeom xmlns:a="http://schemas.openxmlformats.org/drawingml/2006/main">
            <a:pathLst>
              <a:path w="1632043" h="274727">
                <a:moveTo>
                  <a:pt x="38686" y="274727"/>
                </a:moveTo>
                <a:lnTo>
                  <a:pt x="0" y="0"/>
                </a:lnTo>
                <a:lnTo>
                  <a:pt x="1632043" y="27127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7" name="pdf-path-662">
            <a:extLst xmlns:a="http://schemas.openxmlformats.org/drawingml/2006/main">
              <a:ext uri="{FF2B5EF4-FFF2-40B4-BE49-F238E27FC236}">
                <a16:creationId xmlns:a16="http://schemas.microsoft.com/office/drawing/2014/main" id="{CE1AC880-0DCF-47E6-9AB1-01B0596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639" y="5348595"/>
            <a:ext cx="488218" cy="273547"/>
          </a:xfrm>
          <a:custGeom xmlns:a="http://schemas.openxmlformats.org/drawingml/2006/main">
            <a:pathLst>
              <a:path w="488218" h="273547">
                <a:moveTo>
                  <a:pt x="488218" y="2735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8" name="pdf-path-663">
            <a:extLst xmlns:a="http://schemas.openxmlformats.org/drawingml/2006/main">
              <a:ext uri="{FF2B5EF4-FFF2-40B4-BE49-F238E27FC236}">
                <a16:creationId xmlns:a16="http://schemas.microsoft.com/office/drawing/2014/main" id="{7AF5A05E-168C-4AB4-A511-32CCE1DC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341" y="5349790"/>
            <a:ext cx="730135" cy="270199"/>
          </a:xfrm>
          <a:custGeom xmlns:a="http://schemas.openxmlformats.org/drawingml/2006/main">
            <a:pathLst>
              <a:path w="730135" h="270199">
                <a:moveTo>
                  <a:pt x="730135" y="2701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59" name="pdf-path-664">
            <a:extLst xmlns:a="http://schemas.openxmlformats.org/drawingml/2006/main">
              <a:ext uri="{FF2B5EF4-FFF2-40B4-BE49-F238E27FC236}">
                <a16:creationId xmlns:a16="http://schemas.microsoft.com/office/drawing/2014/main" id="{253F2F1B-9718-41BE-B978-7E73BDBA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061" y="5349432"/>
            <a:ext cx="1182993" cy="270913"/>
          </a:xfrm>
          <a:custGeom xmlns:a="http://schemas.openxmlformats.org/drawingml/2006/main">
            <a:pathLst>
              <a:path w="1182993" h="270913">
                <a:moveTo>
                  <a:pt x="941438" y="270913"/>
                </a:moveTo>
                <a:lnTo>
                  <a:pt x="0" y="0"/>
                </a:lnTo>
                <a:lnTo>
                  <a:pt x="1182993" y="267935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0" name="pdf-path-665">
            <a:extLst xmlns:a="http://schemas.openxmlformats.org/drawingml/2006/main">
              <a:ext uri="{FF2B5EF4-FFF2-40B4-BE49-F238E27FC236}">
                <a16:creationId xmlns:a16="http://schemas.microsoft.com/office/drawing/2014/main" id="{ED292479-88A7-4282-BF65-C6894A35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314" y="5345618"/>
            <a:ext cx="1405923" cy="274248"/>
          </a:xfrm>
          <a:custGeom xmlns:a="http://schemas.openxmlformats.org/drawingml/2006/main">
            <a:pathLst>
              <a:path w="1405923" h="274248">
                <a:moveTo>
                  <a:pt x="1405923" y="2742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1" name="pdf-path-666">
            <a:extLst xmlns:a="http://schemas.openxmlformats.org/drawingml/2006/main">
              <a:ext uri="{FF2B5EF4-FFF2-40B4-BE49-F238E27FC236}">
                <a16:creationId xmlns:a16="http://schemas.microsoft.com/office/drawing/2014/main" id="{8DF85BBB-BE5C-4635-BB27-415C8BF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349" y="5351333"/>
            <a:ext cx="1174276" cy="266492"/>
          </a:xfrm>
          <a:custGeom xmlns:a="http://schemas.openxmlformats.org/drawingml/2006/main">
            <a:pathLst>
              <a:path w="1174276" h="266492">
                <a:moveTo>
                  <a:pt x="0" y="0"/>
                </a:moveTo>
                <a:lnTo>
                  <a:pt x="1174276" y="266492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2" name="pdf-path-667">
            <a:extLst xmlns:a="http://schemas.openxmlformats.org/drawingml/2006/main">
              <a:ext uri="{FF2B5EF4-FFF2-40B4-BE49-F238E27FC236}">
                <a16:creationId xmlns:a16="http://schemas.microsoft.com/office/drawing/2014/main" id="{5D03F97D-70B4-4EEF-9DA9-97FAC01C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567" y="5348347"/>
            <a:ext cx="162626" cy="272940"/>
          </a:xfrm>
          <a:custGeom xmlns:a="http://schemas.openxmlformats.org/drawingml/2006/main">
            <a:pathLst>
              <a:path w="162626" h="272940">
                <a:moveTo>
                  <a:pt x="0" y="0"/>
                </a:moveTo>
                <a:lnTo>
                  <a:pt x="162626" y="27294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3" name="pdf-path-668">
            <a:extLst xmlns:a="http://schemas.openxmlformats.org/drawingml/2006/main">
              <a:ext uri="{FF2B5EF4-FFF2-40B4-BE49-F238E27FC236}">
                <a16:creationId xmlns:a16="http://schemas.microsoft.com/office/drawing/2014/main" id="{BA0087D3-E6AB-4395-9BC5-9046F85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162" y="5346918"/>
            <a:ext cx="384106" cy="272939"/>
          </a:xfrm>
          <a:custGeom xmlns:a="http://schemas.openxmlformats.org/drawingml/2006/main">
            <a:pathLst>
              <a:path w="384106" h="272939">
                <a:moveTo>
                  <a:pt x="0" y="0"/>
                </a:moveTo>
                <a:lnTo>
                  <a:pt x="384106" y="27293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4" name="pdf-path-669">
            <a:extLst xmlns:a="http://schemas.openxmlformats.org/drawingml/2006/main">
              <a:ext uri="{FF2B5EF4-FFF2-40B4-BE49-F238E27FC236}">
                <a16:creationId xmlns:a16="http://schemas.microsoft.com/office/drawing/2014/main" id="{AC79081E-DC97-4718-845A-D696F59D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43" y="5346554"/>
            <a:ext cx="500621" cy="271510"/>
          </a:xfrm>
          <a:custGeom xmlns:a="http://schemas.openxmlformats.org/drawingml/2006/main">
            <a:pathLst>
              <a:path w="500621" h="271510">
                <a:moveTo>
                  <a:pt x="0" y="0"/>
                </a:moveTo>
                <a:lnTo>
                  <a:pt x="500621" y="27151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5" name="pdf-path-670">
            <a:extLst xmlns:a="http://schemas.openxmlformats.org/drawingml/2006/main">
              <a:ext uri="{FF2B5EF4-FFF2-40B4-BE49-F238E27FC236}">
                <a16:creationId xmlns:a16="http://schemas.microsoft.com/office/drawing/2014/main" id="{5D7FC731-BEA1-4B6A-BAD3-FB9F5954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24" y="5344409"/>
            <a:ext cx="408927" cy="273655"/>
          </a:xfrm>
          <a:custGeom xmlns:a="http://schemas.openxmlformats.org/drawingml/2006/main">
            <a:pathLst>
              <a:path w="408927" h="273655">
                <a:moveTo>
                  <a:pt x="0" y="0"/>
                </a:moveTo>
                <a:lnTo>
                  <a:pt x="408927" y="27365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6" name="pdf-path-671">
            <a:extLst xmlns:a="http://schemas.openxmlformats.org/drawingml/2006/main">
              <a:ext uri="{FF2B5EF4-FFF2-40B4-BE49-F238E27FC236}">
                <a16:creationId xmlns:a16="http://schemas.microsoft.com/office/drawing/2014/main" id="{9BCCC06F-4A6E-4517-89BE-90C2767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87" y="5347270"/>
            <a:ext cx="486437" cy="271510"/>
          </a:xfrm>
          <a:custGeom xmlns:a="http://schemas.openxmlformats.org/drawingml/2006/main">
            <a:pathLst>
              <a:path w="486437" h="271510">
                <a:moveTo>
                  <a:pt x="0" y="0"/>
                </a:moveTo>
                <a:lnTo>
                  <a:pt x="486437" y="27151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7" name="pdf-path-672">
            <a:extLst xmlns:a="http://schemas.openxmlformats.org/drawingml/2006/main">
              <a:ext uri="{FF2B5EF4-FFF2-40B4-BE49-F238E27FC236}">
                <a16:creationId xmlns:a16="http://schemas.microsoft.com/office/drawing/2014/main" id="{500D3F28-9B81-4551-A331-042579AA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986" y="5347985"/>
            <a:ext cx="384110" cy="272950"/>
          </a:xfrm>
          <a:custGeom xmlns:a="http://schemas.openxmlformats.org/drawingml/2006/main">
            <a:pathLst>
              <a:path w="384110" h="272950">
                <a:moveTo>
                  <a:pt x="0" y="0"/>
                </a:moveTo>
                <a:lnTo>
                  <a:pt x="384110" y="27295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8" name="pdf-path-673">
            <a:extLst xmlns:a="http://schemas.openxmlformats.org/drawingml/2006/main">
              <a:ext uri="{FF2B5EF4-FFF2-40B4-BE49-F238E27FC236}">
                <a16:creationId xmlns:a16="http://schemas.microsoft.com/office/drawing/2014/main" id="{F9E925F6-17B2-4B94-B52F-0532D62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360" y="5348711"/>
            <a:ext cx="729732" cy="268638"/>
          </a:xfrm>
          <a:custGeom xmlns:a="http://schemas.openxmlformats.org/drawingml/2006/main">
            <a:pathLst>
              <a:path w="729732" h="268638">
                <a:moveTo>
                  <a:pt x="0" y="0"/>
                </a:moveTo>
                <a:lnTo>
                  <a:pt x="729732" y="26863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69" name="pdf-path-674">
            <a:extLst xmlns:a="http://schemas.openxmlformats.org/drawingml/2006/main">
              <a:ext uri="{FF2B5EF4-FFF2-40B4-BE49-F238E27FC236}">
                <a16:creationId xmlns:a16="http://schemas.microsoft.com/office/drawing/2014/main" id="{DC0AC527-03AC-4CC9-8E51-1D39429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155" y="5349426"/>
            <a:ext cx="729732" cy="268638"/>
          </a:xfrm>
          <a:custGeom xmlns:a="http://schemas.openxmlformats.org/drawingml/2006/main">
            <a:pathLst>
              <a:path w="729732" h="268638">
                <a:moveTo>
                  <a:pt x="0" y="0"/>
                </a:moveTo>
                <a:lnTo>
                  <a:pt x="729732" y="26863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0" name="pdf-path-675">
            <a:extLst xmlns:a="http://schemas.openxmlformats.org/drawingml/2006/main">
              <a:ext uri="{FF2B5EF4-FFF2-40B4-BE49-F238E27FC236}">
                <a16:creationId xmlns:a16="http://schemas.microsoft.com/office/drawing/2014/main" id="{AD2FE678-3049-4F10-8D95-AFABBFEB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613" y="5351570"/>
            <a:ext cx="729766" cy="268649"/>
          </a:xfrm>
          <a:custGeom xmlns:a="http://schemas.openxmlformats.org/drawingml/2006/main">
            <a:pathLst>
              <a:path w="729766" h="268649">
                <a:moveTo>
                  <a:pt x="0" y="0"/>
                </a:moveTo>
                <a:lnTo>
                  <a:pt x="729766" y="26864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1" name="pdf-path-676">
            <a:extLst xmlns:a="http://schemas.openxmlformats.org/drawingml/2006/main">
              <a:ext uri="{FF2B5EF4-FFF2-40B4-BE49-F238E27FC236}">
                <a16:creationId xmlns:a16="http://schemas.microsoft.com/office/drawing/2014/main" id="{0A8D5DFC-F384-43A6-8ADC-1B73F7F9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909" y="5349426"/>
            <a:ext cx="846892" cy="269353"/>
          </a:xfrm>
          <a:custGeom xmlns:a="http://schemas.openxmlformats.org/drawingml/2006/main">
            <a:pathLst>
              <a:path w="846892" h="269353">
                <a:moveTo>
                  <a:pt x="0" y="0"/>
                </a:moveTo>
                <a:lnTo>
                  <a:pt x="846892" y="269353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2" name="pdf-path-677">
            <a:extLst xmlns:a="http://schemas.openxmlformats.org/drawingml/2006/main">
              <a:ext uri="{FF2B5EF4-FFF2-40B4-BE49-F238E27FC236}">
                <a16:creationId xmlns:a16="http://schemas.microsoft.com/office/drawing/2014/main" id="{B99A578C-8CF3-4D0E-BECE-4DBBD97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89" y="5348347"/>
            <a:ext cx="846772" cy="269364"/>
          </a:xfrm>
          <a:custGeom xmlns:a="http://schemas.openxmlformats.org/drawingml/2006/main">
            <a:pathLst>
              <a:path w="846772" h="269364">
                <a:moveTo>
                  <a:pt x="0" y="0"/>
                </a:moveTo>
                <a:lnTo>
                  <a:pt x="846772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3" name="pdf-path-678">
            <a:extLst xmlns:a="http://schemas.openxmlformats.org/drawingml/2006/main">
              <a:ext uri="{FF2B5EF4-FFF2-40B4-BE49-F238E27FC236}">
                <a16:creationId xmlns:a16="http://schemas.microsoft.com/office/drawing/2014/main" id="{76707E3B-97A6-43C0-A3F9-9ED75D91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023" y="5347632"/>
            <a:ext cx="846865" cy="269364"/>
          </a:xfrm>
          <a:custGeom xmlns:a="http://schemas.openxmlformats.org/drawingml/2006/main">
            <a:pathLst>
              <a:path w="846865" h="269364">
                <a:moveTo>
                  <a:pt x="0" y="0"/>
                </a:moveTo>
                <a:lnTo>
                  <a:pt x="84686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4" name="pdf-path-679">
            <a:extLst xmlns:a="http://schemas.openxmlformats.org/drawingml/2006/main">
              <a:ext uri="{FF2B5EF4-FFF2-40B4-BE49-F238E27FC236}">
                <a16:creationId xmlns:a16="http://schemas.microsoft.com/office/drawing/2014/main" id="{A31EF2EB-483B-4CCF-BE82-FCFEB4D2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695" y="5349062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5" name="pdf-path-680">
            <a:extLst xmlns:a="http://schemas.openxmlformats.org/drawingml/2006/main">
              <a:ext uri="{FF2B5EF4-FFF2-40B4-BE49-F238E27FC236}">
                <a16:creationId xmlns:a16="http://schemas.microsoft.com/office/drawing/2014/main" id="{2522AC76-6922-456C-A070-FD74C97B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870" y="5346918"/>
            <a:ext cx="630190" cy="272224"/>
          </a:xfrm>
          <a:custGeom xmlns:a="http://schemas.openxmlformats.org/drawingml/2006/main">
            <a:pathLst>
              <a:path w="630190" h="272224">
                <a:moveTo>
                  <a:pt x="0" y="0"/>
                </a:moveTo>
                <a:lnTo>
                  <a:pt x="630190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6" name="pdf-path-681">
            <a:extLst xmlns:a="http://schemas.openxmlformats.org/drawingml/2006/main">
              <a:ext uri="{FF2B5EF4-FFF2-40B4-BE49-F238E27FC236}">
                <a16:creationId xmlns:a16="http://schemas.microsoft.com/office/drawing/2014/main" id="{4F63FB7A-FFCC-43A0-B061-EF5E853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940" y="5346203"/>
            <a:ext cx="630190" cy="272224"/>
          </a:xfrm>
          <a:custGeom xmlns:a="http://schemas.openxmlformats.org/drawingml/2006/main">
            <a:pathLst>
              <a:path w="630190" h="272224">
                <a:moveTo>
                  <a:pt x="0" y="0"/>
                </a:moveTo>
                <a:lnTo>
                  <a:pt x="630190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7" name="pdf-path-682">
            <a:extLst xmlns:a="http://schemas.openxmlformats.org/drawingml/2006/main">
              <a:ext uri="{FF2B5EF4-FFF2-40B4-BE49-F238E27FC236}">
                <a16:creationId xmlns:a16="http://schemas.microsoft.com/office/drawing/2014/main" id="{CF44675A-1F26-4A93-A67B-75D88117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683" y="5344046"/>
            <a:ext cx="630191" cy="272225"/>
          </a:xfrm>
          <a:custGeom xmlns:a="http://schemas.openxmlformats.org/drawingml/2006/main">
            <a:pathLst>
              <a:path w="630191" h="272225">
                <a:moveTo>
                  <a:pt x="0" y="0"/>
                </a:moveTo>
                <a:lnTo>
                  <a:pt x="630191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8" name="pdf-path-683">
            <a:extLst xmlns:a="http://schemas.openxmlformats.org/drawingml/2006/main">
              <a:ext uri="{FF2B5EF4-FFF2-40B4-BE49-F238E27FC236}">
                <a16:creationId xmlns:a16="http://schemas.microsoft.com/office/drawing/2014/main" id="{F43D3C96-A41F-4087-AED4-4C4E5BF0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629" y="5346918"/>
            <a:ext cx="630067" cy="272224"/>
          </a:xfrm>
          <a:custGeom xmlns:a="http://schemas.openxmlformats.org/drawingml/2006/main">
            <a:pathLst>
              <a:path w="630067" h="272224">
                <a:moveTo>
                  <a:pt x="0" y="0"/>
                </a:moveTo>
                <a:lnTo>
                  <a:pt x="630067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79" name="pdf-path-684">
            <a:extLst xmlns:a="http://schemas.openxmlformats.org/drawingml/2006/main">
              <a:ext uri="{FF2B5EF4-FFF2-40B4-BE49-F238E27FC236}">
                <a16:creationId xmlns:a16="http://schemas.microsoft.com/office/drawing/2014/main" id="{4359C16C-53AE-48B5-8F27-891D3B34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753" y="5347632"/>
            <a:ext cx="630160" cy="272225"/>
          </a:xfrm>
          <a:custGeom xmlns:a="http://schemas.openxmlformats.org/drawingml/2006/main">
            <a:pathLst>
              <a:path w="630160" h="272225">
                <a:moveTo>
                  <a:pt x="0" y="0"/>
                </a:moveTo>
                <a:lnTo>
                  <a:pt x="630160" y="2722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0" name="pdf-path-685">
            <a:extLst xmlns:a="http://schemas.openxmlformats.org/drawingml/2006/main">
              <a:ext uri="{FF2B5EF4-FFF2-40B4-BE49-F238E27FC236}">
                <a16:creationId xmlns:a16="http://schemas.microsoft.com/office/drawing/2014/main" id="{60F596F4-977C-42BF-B873-3A5DA98A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718" y="5345477"/>
            <a:ext cx="630194" cy="272235"/>
          </a:xfrm>
          <a:custGeom xmlns:a="http://schemas.openxmlformats.org/drawingml/2006/main">
            <a:pathLst>
              <a:path w="630194" h="272235">
                <a:moveTo>
                  <a:pt x="0" y="0"/>
                </a:moveTo>
                <a:lnTo>
                  <a:pt x="630194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1" name="pdf-path-686">
            <a:extLst xmlns:a="http://schemas.openxmlformats.org/drawingml/2006/main">
              <a:ext uri="{FF2B5EF4-FFF2-40B4-BE49-F238E27FC236}">
                <a16:creationId xmlns:a16="http://schemas.microsoft.com/office/drawing/2014/main" id="{9C492AA0-9103-4EFB-BBBB-FAFC42E9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658" y="5344762"/>
            <a:ext cx="490752" cy="272235"/>
          </a:xfrm>
          <a:custGeom xmlns:a="http://schemas.openxmlformats.org/drawingml/2006/main">
            <a:pathLst>
              <a:path w="490752" h="272235">
                <a:moveTo>
                  <a:pt x="0" y="0"/>
                </a:moveTo>
                <a:lnTo>
                  <a:pt x="490752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2" name="pdf-path-687">
            <a:extLst xmlns:a="http://schemas.openxmlformats.org/drawingml/2006/main">
              <a:ext uri="{FF2B5EF4-FFF2-40B4-BE49-F238E27FC236}">
                <a16:creationId xmlns:a16="http://schemas.microsoft.com/office/drawing/2014/main" id="{98CC4849-09A8-4C16-B442-E07B700E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31" y="5345477"/>
            <a:ext cx="490630" cy="272235"/>
          </a:xfrm>
          <a:custGeom xmlns:a="http://schemas.openxmlformats.org/drawingml/2006/main">
            <a:pathLst>
              <a:path w="490630" h="272235">
                <a:moveTo>
                  <a:pt x="0" y="0"/>
                </a:moveTo>
                <a:lnTo>
                  <a:pt x="490630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3" name="pdf-path-688">
            <a:extLst xmlns:a="http://schemas.openxmlformats.org/drawingml/2006/main">
              <a:ext uri="{FF2B5EF4-FFF2-40B4-BE49-F238E27FC236}">
                <a16:creationId xmlns:a16="http://schemas.microsoft.com/office/drawing/2014/main" id="{A82FDB9C-1ED0-437E-9477-02EBD00C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987" y="5344046"/>
            <a:ext cx="33799" cy="275095"/>
          </a:xfrm>
          <a:custGeom xmlns:a="http://schemas.openxmlformats.org/drawingml/2006/main">
            <a:pathLst>
              <a:path w="33799" h="275095">
                <a:moveTo>
                  <a:pt x="0" y="0"/>
                </a:moveTo>
                <a:lnTo>
                  <a:pt x="33799" y="27509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4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3D6B690C-8483-4A05-869A-A3A62753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501" y="4871392"/>
            <a:ext cx="1359473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685" name="pdf-path-690">
            <a:extLst xmlns:a="http://schemas.openxmlformats.org/drawingml/2006/main">
              <a:ext uri="{FF2B5EF4-FFF2-40B4-BE49-F238E27FC236}">
                <a16:creationId xmlns:a16="http://schemas.microsoft.com/office/drawing/2014/main" id="{D4B2285A-9BFD-4846-A33E-1E9F9B2E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50" y="4739200"/>
            <a:ext cx="2307353" cy="555411"/>
          </a:xfrm>
          <a:custGeom xmlns:a="http://schemas.openxmlformats.org/drawingml/2006/main">
            <a:pathLst>
              <a:path w="2307353" h="555411">
                <a:moveTo>
                  <a:pt x="5012" y="0"/>
                </a:moveTo>
                <a:lnTo>
                  <a:pt x="2302462" y="0"/>
                </a:lnTo>
                <a:cubicBezTo>
                  <a:pt x="2305213" y="0"/>
                  <a:pt x="2307353" y="2140"/>
                  <a:pt x="2307353" y="4890"/>
                </a:cubicBezTo>
                <a:lnTo>
                  <a:pt x="2307353" y="550398"/>
                </a:lnTo>
                <a:cubicBezTo>
                  <a:pt x="2307353" y="553150"/>
                  <a:pt x="2305213" y="555411"/>
                  <a:pt x="2302462" y="555411"/>
                </a:cubicBezTo>
                <a:lnTo>
                  <a:pt x="5012" y="555411"/>
                </a:lnTo>
                <a:cubicBezTo>
                  <a:pt x="2262" y="555411"/>
                  <a:pt x="0" y="553150"/>
                  <a:pt x="0" y="550398"/>
                </a:cubicBezTo>
                <a:lnTo>
                  <a:pt x="0" y="4890"/>
                </a:lnTo>
                <a:cubicBezTo>
                  <a:pt x="0" y="2140"/>
                  <a:pt x="2262" y="0"/>
                  <a:pt x="501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686" name="pdf-path-691">
            <a:extLst xmlns:a="http://schemas.openxmlformats.org/drawingml/2006/main">
              <a:ext uri="{FF2B5EF4-FFF2-40B4-BE49-F238E27FC236}">
                <a16:creationId xmlns:a16="http://schemas.microsoft.com/office/drawing/2014/main" id="{88A1F240-D516-4933-8B69-7E4533B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419" y="4404986"/>
            <a:ext cx="72705" cy="288701"/>
          </a:xfrm>
          <a:custGeom xmlns:a="http://schemas.openxmlformats.org/drawingml/2006/main">
            <a:pathLst>
              <a:path w="72705" h="288701">
                <a:moveTo>
                  <a:pt x="0" y="288701"/>
                </a:moveTo>
                <a:lnTo>
                  <a:pt x="26974" y="0"/>
                </a:lnTo>
                <a:lnTo>
                  <a:pt x="72705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7" name="pdf-path-692">
            <a:extLst xmlns:a="http://schemas.openxmlformats.org/drawingml/2006/main">
              <a:ext uri="{FF2B5EF4-FFF2-40B4-BE49-F238E27FC236}">
                <a16:creationId xmlns:a16="http://schemas.microsoft.com/office/drawing/2014/main" id="{9A4B8B35-B2D1-4EAA-A5BC-095929A1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273" y="4405117"/>
            <a:ext cx="204513" cy="288102"/>
          </a:xfrm>
          <a:custGeom xmlns:a="http://schemas.openxmlformats.org/drawingml/2006/main">
            <a:pathLst>
              <a:path w="204513" h="288102">
                <a:moveTo>
                  <a:pt x="129059" y="287502"/>
                </a:moveTo>
                <a:lnTo>
                  <a:pt x="0" y="0"/>
                </a:lnTo>
                <a:lnTo>
                  <a:pt x="204513" y="2881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8" name="pdf-path-693">
            <a:extLst xmlns:a="http://schemas.openxmlformats.org/drawingml/2006/main">
              <a:ext uri="{FF2B5EF4-FFF2-40B4-BE49-F238E27FC236}">
                <a16:creationId xmlns:a16="http://schemas.microsoft.com/office/drawing/2014/main" id="{69BE2BFF-82E0-45AE-8C26-FB5EDB38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656" y="4404874"/>
            <a:ext cx="373930" cy="287633"/>
          </a:xfrm>
          <a:custGeom xmlns:a="http://schemas.openxmlformats.org/drawingml/2006/main">
            <a:pathLst>
              <a:path w="373930" h="287633">
                <a:moveTo>
                  <a:pt x="297773" y="287033"/>
                </a:moveTo>
                <a:lnTo>
                  <a:pt x="0" y="0"/>
                </a:lnTo>
                <a:lnTo>
                  <a:pt x="373930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89" name="pdf-path-694">
            <a:extLst xmlns:a="http://schemas.openxmlformats.org/drawingml/2006/main">
              <a:ext uri="{FF2B5EF4-FFF2-40B4-BE49-F238E27FC236}">
                <a16:creationId xmlns:a16="http://schemas.microsoft.com/office/drawing/2014/main" id="{2900E889-2D43-4645-A7B2-F812E7DD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476" y="4404387"/>
            <a:ext cx="528565" cy="287165"/>
          </a:xfrm>
          <a:custGeom xmlns:a="http://schemas.openxmlformats.org/drawingml/2006/main">
            <a:pathLst>
              <a:path w="528565" h="287165">
                <a:moveTo>
                  <a:pt x="454919" y="287165"/>
                </a:moveTo>
                <a:lnTo>
                  <a:pt x="0" y="0"/>
                </a:lnTo>
                <a:lnTo>
                  <a:pt x="528565" y="28620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0" name="pdf-path-695">
            <a:extLst xmlns:a="http://schemas.openxmlformats.org/drawingml/2006/main">
              <a:ext uri="{FF2B5EF4-FFF2-40B4-BE49-F238E27FC236}">
                <a16:creationId xmlns:a16="http://schemas.microsoft.com/office/drawing/2014/main" id="{CFAB887D-1207-4E5D-88C6-BE41756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360" y="4404874"/>
            <a:ext cx="687610" cy="286322"/>
          </a:xfrm>
          <a:custGeom xmlns:a="http://schemas.openxmlformats.org/drawingml/2006/main">
            <a:pathLst>
              <a:path w="687610" h="286322">
                <a:moveTo>
                  <a:pt x="610467" y="285591"/>
                </a:moveTo>
                <a:lnTo>
                  <a:pt x="0" y="0"/>
                </a:lnTo>
                <a:lnTo>
                  <a:pt x="687610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1" name="pdf-path-696">
            <a:extLst xmlns:a="http://schemas.openxmlformats.org/drawingml/2006/main">
              <a:ext uri="{FF2B5EF4-FFF2-40B4-BE49-F238E27FC236}">
                <a16:creationId xmlns:a16="http://schemas.microsoft.com/office/drawing/2014/main" id="{EC493D24-5648-42A0-B43B-F449B72E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275" y="4403562"/>
            <a:ext cx="852276" cy="290481"/>
          </a:xfrm>
          <a:custGeom xmlns:a="http://schemas.openxmlformats.org/drawingml/2006/main">
            <a:pathLst>
              <a:path w="852276" h="290481">
                <a:moveTo>
                  <a:pt x="772032" y="286678"/>
                </a:moveTo>
                <a:lnTo>
                  <a:pt x="0" y="0"/>
                </a:lnTo>
                <a:lnTo>
                  <a:pt x="852276" y="29048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2" name="pdf-path-697">
            <a:extLst xmlns:a="http://schemas.openxmlformats.org/drawingml/2006/main">
              <a:ext uri="{FF2B5EF4-FFF2-40B4-BE49-F238E27FC236}">
                <a16:creationId xmlns:a16="http://schemas.microsoft.com/office/drawing/2014/main" id="{2A6FA151-2827-43BD-BCEB-60071722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515" y="4401651"/>
            <a:ext cx="139092" cy="293591"/>
          </a:xfrm>
          <a:custGeom xmlns:a="http://schemas.openxmlformats.org/drawingml/2006/main">
            <a:pathLst>
              <a:path w="139092" h="293591">
                <a:moveTo>
                  <a:pt x="47742" y="293348"/>
                </a:moveTo>
                <a:lnTo>
                  <a:pt x="0" y="0"/>
                </a:lnTo>
                <a:lnTo>
                  <a:pt x="139092" y="29359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3" name="pdf-path-698">
            <a:extLst xmlns:a="http://schemas.openxmlformats.org/drawingml/2006/main">
              <a:ext uri="{FF2B5EF4-FFF2-40B4-BE49-F238E27FC236}">
                <a16:creationId xmlns:a16="http://schemas.microsoft.com/office/drawing/2014/main" id="{34231217-8933-412F-8265-F653537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677" y="4402607"/>
            <a:ext cx="299789" cy="292036"/>
          </a:xfrm>
          <a:custGeom xmlns:a="http://schemas.openxmlformats.org/drawingml/2006/main">
            <a:pathLst>
              <a:path w="299789" h="292036">
                <a:moveTo>
                  <a:pt x="215136" y="292036"/>
                </a:moveTo>
                <a:lnTo>
                  <a:pt x="0" y="0"/>
                </a:lnTo>
                <a:lnTo>
                  <a:pt x="299789" y="29036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4" name="pdf-path-699">
            <a:extLst xmlns:a="http://schemas.openxmlformats.org/drawingml/2006/main">
              <a:ext uri="{FF2B5EF4-FFF2-40B4-BE49-F238E27FC236}">
                <a16:creationId xmlns:a16="http://schemas.microsoft.com/office/drawing/2014/main" id="{8B82D554-ADB0-4961-A1EC-F80CCD8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21" y="4403806"/>
            <a:ext cx="462791" cy="289526"/>
          </a:xfrm>
          <a:custGeom xmlns:a="http://schemas.openxmlformats.org/drawingml/2006/main">
            <a:pathLst>
              <a:path w="462791" h="289526">
                <a:moveTo>
                  <a:pt x="371326" y="289413"/>
                </a:moveTo>
                <a:lnTo>
                  <a:pt x="0" y="0"/>
                </a:lnTo>
                <a:lnTo>
                  <a:pt x="462791" y="289526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5" name="pdf-path-700">
            <a:extLst xmlns:a="http://schemas.openxmlformats.org/drawingml/2006/main">
              <a:ext uri="{FF2B5EF4-FFF2-40B4-BE49-F238E27FC236}">
                <a16:creationId xmlns:a16="http://schemas.microsoft.com/office/drawing/2014/main" id="{5807BA5C-CE60-4CEA-887A-2E570879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41" y="4403319"/>
            <a:ext cx="625535" cy="289413"/>
          </a:xfrm>
          <a:custGeom xmlns:a="http://schemas.openxmlformats.org/drawingml/2006/main">
            <a:pathLst>
              <a:path w="625535" h="289413">
                <a:moveTo>
                  <a:pt x="540876" y="289413"/>
                </a:moveTo>
                <a:lnTo>
                  <a:pt x="0" y="0"/>
                </a:lnTo>
                <a:lnTo>
                  <a:pt x="625535" y="287877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6" name="pdf-path-701">
            <a:extLst xmlns:a="http://schemas.openxmlformats.org/drawingml/2006/main">
              <a:ext uri="{FF2B5EF4-FFF2-40B4-BE49-F238E27FC236}">
                <a16:creationId xmlns:a16="http://schemas.microsoft.com/office/drawing/2014/main" id="{6E228DA4-A29E-4CD9-A327-C6085FD2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59" y="4403806"/>
            <a:ext cx="778000" cy="288214"/>
          </a:xfrm>
          <a:custGeom xmlns:a="http://schemas.openxmlformats.org/drawingml/2006/main">
            <a:pathLst>
              <a:path w="778000" h="288214">
                <a:moveTo>
                  <a:pt x="698104" y="286790"/>
                </a:moveTo>
                <a:lnTo>
                  <a:pt x="0" y="0"/>
                </a:lnTo>
                <a:lnTo>
                  <a:pt x="778000" y="2882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7" name="pdf-path-702">
            <a:extLst xmlns:a="http://schemas.openxmlformats.org/drawingml/2006/main">
              <a:ext uri="{FF2B5EF4-FFF2-40B4-BE49-F238E27FC236}">
                <a16:creationId xmlns:a16="http://schemas.microsoft.com/office/drawing/2014/main" id="{A5B997EE-B50D-45C7-8442-80739AE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09" y="4404031"/>
            <a:ext cx="851654" cy="287389"/>
          </a:xfrm>
          <a:custGeom xmlns:a="http://schemas.openxmlformats.org/drawingml/2006/main">
            <a:pathLst>
              <a:path w="851654" h="287389">
                <a:moveTo>
                  <a:pt x="851654" y="2873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8" name="pdf-path-703">
            <a:extLst xmlns:a="http://schemas.openxmlformats.org/drawingml/2006/main">
              <a:ext uri="{FF2B5EF4-FFF2-40B4-BE49-F238E27FC236}">
                <a16:creationId xmlns:a16="http://schemas.microsoft.com/office/drawing/2014/main" id="{31A40AA1-3EA6-4344-B883-6D3645F1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086" y="4405942"/>
            <a:ext cx="72576" cy="288832"/>
          </a:xfrm>
          <a:custGeom xmlns:a="http://schemas.openxmlformats.org/drawingml/2006/main">
            <a:pathLst>
              <a:path w="72576" h="288832">
                <a:moveTo>
                  <a:pt x="0" y="288832"/>
                </a:moveTo>
                <a:lnTo>
                  <a:pt x="26845" y="0"/>
                </a:lnTo>
                <a:lnTo>
                  <a:pt x="72576" y="28823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699" name="pdf-path-704">
            <a:extLst xmlns:a="http://schemas.openxmlformats.org/drawingml/2006/main">
              <a:ext uri="{FF2B5EF4-FFF2-40B4-BE49-F238E27FC236}">
                <a16:creationId xmlns:a16="http://schemas.microsoft.com/office/drawing/2014/main" id="{EAD67570-D8FF-4A5E-9C6B-618A2807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935" y="4406073"/>
            <a:ext cx="204390" cy="288101"/>
          </a:xfrm>
          <a:custGeom xmlns:a="http://schemas.openxmlformats.org/drawingml/2006/main">
            <a:pathLst>
              <a:path w="204390" h="288101">
                <a:moveTo>
                  <a:pt x="128936" y="287502"/>
                </a:moveTo>
                <a:lnTo>
                  <a:pt x="0" y="0"/>
                </a:lnTo>
                <a:lnTo>
                  <a:pt x="204390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0" name="pdf-path-705">
            <a:extLst xmlns:a="http://schemas.openxmlformats.org/drawingml/2006/main">
              <a:ext uri="{FF2B5EF4-FFF2-40B4-BE49-F238E27FC236}">
                <a16:creationId xmlns:a16="http://schemas.microsoft.com/office/drawing/2014/main" id="{91EAF5A3-6B24-453C-BFCD-7FCFBFC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96" y="4405829"/>
            <a:ext cx="373929" cy="287633"/>
          </a:xfrm>
          <a:custGeom xmlns:a="http://schemas.openxmlformats.org/drawingml/2006/main">
            <a:pathLst>
              <a:path w="373929" h="287633">
                <a:moveTo>
                  <a:pt x="297772" y="287034"/>
                </a:moveTo>
                <a:lnTo>
                  <a:pt x="0" y="0"/>
                </a:lnTo>
                <a:lnTo>
                  <a:pt x="373929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1" name="pdf-path-706">
            <a:extLst xmlns:a="http://schemas.openxmlformats.org/drawingml/2006/main">
              <a:ext uri="{FF2B5EF4-FFF2-40B4-BE49-F238E27FC236}">
                <a16:creationId xmlns:a16="http://schemas.microsoft.com/office/drawing/2014/main" id="{3F88F183-2AA5-4CD6-AD0C-CB18D0B2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013" y="4405342"/>
            <a:ext cx="528577" cy="287165"/>
          </a:xfrm>
          <a:custGeom xmlns:a="http://schemas.openxmlformats.org/drawingml/2006/main">
            <a:pathLst>
              <a:path w="528577" h="287165">
                <a:moveTo>
                  <a:pt x="454920" y="287165"/>
                </a:moveTo>
                <a:lnTo>
                  <a:pt x="0" y="0"/>
                </a:lnTo>
                <a:lnTo>
                  <a:pt x="528577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2" name="pdf-path-707">
            <a:extLst xmlns:a="http://schemas.openxmlformats.org/drawingml/2006/main">
              <a:ext uri="{FF2B5EF4-FFF2-40B4-BE49-F238E27FC236}">
                <a16:creationId xmlns:a16="http://schemas.microsoft.com/office/drawing/2014/main" id="{221ED161-CE58-412D-AF1E-0614EAB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898" y="4405829"/>
            <a:ext cx="687610" cy="286322"/>
          </a:xfrm>
          <a:custGeom xmlns:a="http://schemas.openxmlformats.org/drawingml/2006/main">
            <a:pathLst>
              <a:path w="687610" h="286322">
                <a:moveTo>
                  <a:pt x="610468" y="285591"/>
                </a:moveTo>
                <a:lnTo>
                  <a:pt x="0" y="0"/>
                </a:lnTo>
                <a:lnTo>
                  <a:pt x="687610" y="28632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3" name="pdf-path-708">
            <a:extLst xmlns:a="http://schemas.openxmlformats.org/drawingml/2006/main">
              <a:ext uri="{FF2B5EF4-FFF2-40B4-BE49-F238E27FC236}">
                <a16:creationId xmlns:a16="http://schemas.microsoft.com/office/drawing/2014/main" id="{B57E969A-A6DA-49FD-A05B-7F20817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214" y="4402719"/>
            <a:ext cx="139211" cy="293610"/>
          </a:xfrm>
          <a:custGeom xmlns:a="http://schemas.openxmlformats.org/drawingml/2006/main">
            <a:pathLst>
              <a:path w="139211" h="293610">
                <a:moveTo>
                  <a:pt x="47770" y="293367"/>
                </a:moveTo>
                <a:lnTo>
                  <a:pt x="0" y="0"/>
                </a:lnTo>
                <a:lnTo>
                  <a:pt x="139211" y="29361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4" name="pdf-path-709">
            <a:extLst xmlns:a="http://schemas.openxmlformats.org/drawingml/2006/main">
              <a:ext uri="{FF2B5EF4-FFF2-40B4-BE49-F238E27FC236}">
                <a16:creationId xmlns:a16="http://schemas.microsoft.com/office/drawing/2014/main" id="{41F8780E-CD84-4ED5-96A1-178A420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497" y="4403675"/>
            <a:ext cx="299819" cy="292055"/>
          </a:xfrm>
          <a:custGeom xmlns:a="http://schemas.openxmlformats.org/drawingml/2006/main">
            <a:pathLst>
              <a:path w="299819" h="292055">
                <a:moveTo>
                  <a:pt x="215164" y="292055"/>
                </a:moveTo>
                <a:lnTo>
                  <a:pt x="0" y="0"/>
                </a:lnTo>
                <a:lnTo>
                  <a:pt x="299819" y="290368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5" name="pdf-path-710">
            <a:extLst xmlns:a="http://schemas.openxmlformats.org/drawingml/2006/main">
              <a:ext uri="{FF2B5EF4-FFF2-40B4-BE49-F238E27FC236}">
                <a16:creationId xmlns:a16="http://schemas.microsoft.com/office/drawing/2014/main" id="{2999AD6F-43C7-436C-936A-F0F4C98C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641" y="4404874"/>
            <a:ext cx="462787" cy="289544"/>
          </a:xfrm>
          <a:custGeom xmlns:a="http://schemas.openxmlformats.org/drawingml/2006/main">
            <a:pathLst>
              <a:path w="462787" h="289544">
                <a:moveTo>
                  <a:pt x="371327" y="289413"/>
                </a:moveTo>
                <a:lnTo>
                  <a:pt x="0" y="0"/>
                </a:lnTo>
                <a:lnTo>
                  <a:pt x="462787" y="28954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6" name="pdf-path-711">
            <a:extLst xmlns:a="http://schemas.openxmlformats.org/drawingml/2006/main">
              <a:ext uri="{FF2B5EF4-FFF2-40B4-BE49-F238E27FC236}">
                <a16:creationId xmlns:a16="http://schemas.microsoft.com/office/drawing/2014/main" id="{CEB44759-05DA-4596-BDD0-1296906F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799" y="4404518"/>
            <a:ext cx="540864" cy="289301"/>
          </a:xfrm>
          <a:custGeom xmlns:a="http://schemas.openxmlformats.org/drawingml/2006/main">
            <a:pathLst>
              <a:path w="540864" h="289301">
                <a:moveTo>
                  <a:pt x="540864" y="289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7" name="pdf-path-712">
            <a:extLst xmlns:a="http://schemas.openxmlformats.org/drawingml/2006/main">
              <a:ext uri="{FF2B5EF4-FFF2-40B4-BE49-F238E27FC236}">
                <a16:creationId xmlns:a16="http://schemas.microsoft.com/office/drawing/2014/main" id="{CBA4E5F3-43D5-429B-8CA6-4102A0A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3785" y="4407029"/>
            <a:ext cx="72729" cy="288813"/>
          </a:xfrm>
          <a:custGeom xmlns:a="http://schemas.openxmlformats.org/drawingml/2006/main">
            <a:pathLst>
              <a:path w="72729" h="288813">
                <a:moveTo>
                  <a:pt x="0" y="288813"/>
                </a:moveTo>
                <a:lnTo>
                  <a:pt x="26871" y="0"/>
                </a:lnTo>
                <a:lnTo>
                  <a:pt x="72729" y="28821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8" name="pdf-path-713">
            <a:extLst xmlns:a="http://schemas.openxmlformats.org/drawingml/2006/main">
              <a:ext uri="{FF2B5EF4-FFF2-40B4-BE49-F238E27FC236}">
                <a16:creationId xmlns:a16="http://schemas.microsoft.com/office/drawing/2014/main" id="{A680A8E5-7F45-4A1F-9A12-A77E7F33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3" y="4407141"/>
            <a:ext cx="204544" cy="288101"/>
          </a:xfrm>
          <a:custGeom xmlns:a="http://schemas.openxmlformats.org/drawingml/2006/main">
            <a:pathLst>
              <a:path w="204544" h="288101">
                <a:moveTo>
                  <a:pt x="128966" y="287501"/>
                </a:moveTo>
                <a:lnTo>
                  <a:pt x="0" y="0"/>
                </a:lnTo>
                <a:lnTo>
                  <a:pt x="204544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09" name="pdf-path-714">
            <a:extLst xmlns:a="http://schemas.openxmlformats.org/drawingml/2006/main">
              <a:ext uri="{FF2B5EF4-FFF2-40B4-BE49-F238E27FC236}">
                <a16:creationId xmlns:a16="http://schemas.microsoft.com/office/drawing/2014/main" id="{8343CA2E-8CCB-4E49-82D3-A85D554A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016" y="4406898"/>
            <a:ext cx="373838" cy="287633"/>
          </a:xfrm>
          <a:custGeom xmlns:a="http://schemas.openxmlformats.org/drawingml/2006/main">
            <a:pathLst>
              <a:path w="373838" h="287633">
                <a:moveTo>
                  <a:pt x="297783" y="287146"/>
                </a:moveTo>
                <a:lnTo>
                  <a:pt x="0" y="0"/>
                </a:lnTo>
                <a:lnTo>
                  <a:pt x="373838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0" name="pdf-path-715">
            <a:extLst xmlns:a="http://schemas.openxmlformats.org/drawingml/2006/main">
              <a:ext uri="{FF2B5EF4-FFF2-40B4-BE49-F238E27FC236}">
                <a16:creationId xmlns:a16="http://schemas.microsoft.com/office/drawing/2014/main" id="{49551008-D313-4AC1-A20D-A7B3346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332" y="4403806"/>
            <a:ext cx="139091" cy="293592"/>
          </a:xfrm>
          <a:custGeom xmlns:a="http://schemas.openxmlformats.org/drawingml/2006/main">
            <a:pathLst>
              <a:path w="139091" h="293592">
                <a:moveTo>
                  <a:pt x="47742" y="293348"/>
                </a:moveTo>
                <a:lnTo>
                  <a:pt x="0" y="0"/>
                </a:lnTo>
                <a:lnTo>
                  <a:pt x="139091" y="29359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1" name="pdf-path-716">
            <a:extLst xmlns:a="http://schemas.openxmlformats.org/drawingml/2006/main">
              <a:ext uri="{FF2B5EF4-FFF2-40B4-BE49-F238E27FC236}">
                <a16:creationId xmlns:a16="http://schemas.microsoft.com/office/drawing/2014/main" id="{F82C894B-88F5-4818-A599-4733D07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495" y="4404743"/>
            <a:ext cx="215254" cy="292055"/>
          </a:xfrm>
          <a:custGeom xmlns:a="http://schemas.openxmlformats.org/drawingml/2006/main">
            <a:pathLst>
              <a:path w="215254" h="292055">
                <a:moveTo>
                  <a:pt x="215254" y="2920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2" name="pdf-path-717">
            <a:extLst xmlns:a="http://schemas.openxmlformats.org/drawingml/2006/main">
              <a:ext uri="{FF2B5EF4-FFF2-40B4-BE49-F238E27FC236}">
                <a16:creationId xmlns:a16="http://schemas.microsoft.com/office/drawing/2014/main" id="{E1C6E168-8C9B-4701-8B81-60A445C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066" y="4404513"/>
            <a:ext cx="190332" cy="290262"/>
          </a:xfrm>
          <a:custGeom xmlns:a="http://schemas.openxmlformats.org/drawingml/2006/main">
            <a:pathLst>
              <a:path w="190332" h="290262">
                <a:moveTo>
                  <a:pt x="70318" y="290262"/>
                </a:moveTo>
                <a:lnTo>
                  <a:pt x="190332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3" name="pdf-path-718">
            <a:extLst xmlns:a="http://schemas.openxmlformats.org/drawingml/2006/main">
              <a:ext uri="{FF2B5EF4-FFF2-40B4-BE49-F238E27FC236}">
                <a16:creationId xmlns:a16="http://schemas.microsoft.com/office/drawing/2014/main" id="{C6E4C437-5928-4258-BF51-BC293C87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984" y="4404513"/>
            <a:ext cx="190331" cy="290262"/>
          </a:xfrm>
          <a:custGeom xmlns:a="http://schemas.openxmlformats.org/drawingml/2006/main">
            <a:pathLst>
              <a:path w="190331" h="290262">
                <a:moveTo>
                  <a:pt x="70348" y="290262"/>
                </a:moveTo>
                <a:lnTo>
                  <a:pt x="190331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4" name="pdf-path-719">
            <a:extLst xmlns:a="http://schemas.openxmlformats.org/drawingml/2006/main">
              <a:ext uri="{FF2B5EF4-FFF2-40B4-BE49-F238E27FC236}">
                <a16:creationId xmlns:a16="http://schemas.microsoft.com/office/drawing/2014/main" id="{8CCC27F6-B8EA-42BE-BC7F-BB036610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784" y="4404513"/>
            <a:ext cx="190424" cy="290262"/>
          </a:xfrm>
          <a:custGeom xmlns:a="http://schemas.openxmlformats.org/drawingml/2006/main">
            <a:pathLst>
              <a:path w="190424" h="290262">
                <a:moveTo>
                  <a:pt x="70441" y="290262"/>
                </a:moveTo>
                <a:lnTo>
                  <a:pt x="190424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5" name="pdf-path-720">
            <a:extLst xmlns:a="http://schemas.openxmlformats.org/drawingml/2006/main">
              <a:ext uri="{FF2B5EF4-FFF2-40B4-BE49-F238E27FC236}">
                <a16:creationId xmlns:a16="http://schemas.microsoft.com/office/drawing/2014/main" id="{00991256-8617-4D33-B728-54FBA60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102" y="4401531"/>
            <a:ext cx="190423" cy="290262"/>
          </a:xfrm>
          <a:custGeom xmlns:a="http://schemas.openxmlformats.org/drawingml/2006/main">
            <a:pathLst>
              <a:path w="190423" h="290262">
                <a:moveTo>
                  <a:pt x="70440" y="290262"/>
                </a:moveTo>
                <a:lnTo>
                  <a:pt x="190423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6" name="pdf-path-721">
            <a:extLst xmlns:a="http://schemas.openxmlformats.org/drawingml/2006/main">
              <a:ext uri="{FF2B5EF4-FFF2-40B4-BE49-F238E27FC236}">
                <a16:creationId xmlns:a16="http://schemas.microsoft.com/office/drawing/2014/main" id="{6166C017-72E3-485C-B844-B0A7D6D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959" y="4403805"/>
            <a:ext cx="190301" cy="290246"/>
          </a:xfrm>
          <a:custGeom xmlns:a="http://schemas.openxmlformats.org/drawingml/2006/main">
            <a:pathLst>
              <a:path w="190301" h="290246">
                <a:moveTo>
                  <a:pt x="70321" y="290246"/>
                </a:moveTo>
                <a:lnTo>
                  <a:pt x="190301" y="0"/>
                </a:lnTo>
                <a:lnTo>
                  <a:pt x="0" y="286676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7" name="pdf-path-722">
            <a:extLst xmlns:a="http://schemas.openxmlformats.org/drawingml/2006/main">
              <a:ext uri="{FF2B5EF4-FFF2-40B4-BE49-F238E27FC236}">
                <a16:creationId xmlns:a16="http://schemas.microsoft.com/office/drawing/2014/main" id="{9D90F26C-269A-4249-B69F-675FFBA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5" y="4404399"/>
            <a:ext cx="345187" cy="286902"/>
          </a:xfrm>
          <a:custGeom xmlns:a="http://schemas.openxmlformats.org/drawingml/2006/main">
            <a:pathLst>
              <a:path w="345187" h="286902">
                <a:moveTo>
                  <a:pt x="345187" y="0"/>
                </a:moveTo>
                <a:lnTo>
                  <a:pt x="0" y="28690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8" name="pdf-path-723">
            <a:extLst xmlns:a="http://schemas.openxmlformats.org/drawingml/2006/main">
              <a:ext uri="{FF2B5EF4-FFF2-40B4-BE49-F238E27FC236}">
                <a16:creationId xmlns:a16="http://schemas.microsoft.com/office/drawing/2014/main" id="{676DEFD0-6E67-4EB4-8CCA-B9C213F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777" y="4406554"/>
            <a:ext cx="516262" cy="283560"/>
          </a:xfrm>
          <a:custGeom xmlns:a="http://schemas.openxmlformats.org/drawingml/2006/main">
            <a:pathLst>
              <a:path w="516262" h="283560">
                <a:moveTo>
                  <a:pt x="516262" y="0"/>
                </a:moveTo>
                <a:lnTo>
                  <a:pt x="0" y="28356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19" name="pdf-path-724">
            <a:extLst xmlns:a="http://schemas.openxmlformats.org/drawingml/2006/main">
              <a:ext uri="{FF2B5EF4-FFF2-40B4-BE49-F238E27FC236}">
                <a16:creationId xmlns:a16="http://schemas.microsoft.com/office/drawing/2014/main" id="{D99B5742-4482-4A7C-B425-F1658DD4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780" y="4406060"/>
            <a:ext cx="836390" cy="284418"/>
          </a:xfrm>
          <a:custGeom xmlns:a="http://schemas.openxmlformats.org/drawingml/2006/main">
            <a:pathLst>
              <a:path w="836390" h="284418">
                <a:moveTo>
                  <a:pt x="665664" y="0"/>
                </a:moveTo>
                <a:lnTo>
                  <a:pt x="0" y="284418"/>
                </a:lnTo>
                <a:lnTo>
                  <a:pt x="836390" y="323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0" name="pdf-path-725">
            <a:extLst xmlns:a="http://schemas.openxmlformats.org/drawingml/2006/main">
              <a:ext uri="{FF2B5EF4-FFF2-40B4-BE49-F238E27FC236}">
                <a16:creationId xmlns:a16="http://schemas.microsoft.com/office/drawing/2014/main" id="{C6484B21-EB31-48D5-A129-40B7A109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355" y="4406663"/>
            <a:ext cx="994093" cy="287742"/>
          </a:xfrm>
          <a:custGeom xmlns:a="http://schemas.openxmlformats.org/drawingml/2006/main">
            <a:pathLst>
              <a:path w="994093" h="287742">
                <a:moveTo>
                  <a:pt x="994093" y="0"/>
                </a:moveTo>
                <a:lnTo>
                  <a:pt x="0" y="28774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1" name="pdf-path-726">
            <a:extLst xmlns:a="http://schemas.openxmlformats.org/drawingml/2006/main">
              <a:ext uri="{FF2B5EF4-FFF2-40B4-BE49-F238E27FC236}">
                <a16:creationId xmlns:a16="http://schemas.microsoft.com/office/drawing/2014/main" id="{E4D31EC9-D9A9-4A22-BB52-0F208C6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604" y="4405119"/>
            <a:ext cx="114973" cy="286423"/>
          </a:xfrm>
          <a:custGeom xmlns:a="http://schemas.openxmlformats.org/drawingml/2006/main">
            <a:pathLst>
              <a:path w="114973" h="286423">
                <a:moveTo>
                  <a:pt x="0" y="286423"/>
                </a:moveTo>
                <a:lnTo>
                  <a:pt x="114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2" name="pdf-path-727">
            <a:extLst xmlns:a="http://schemas.openxmlformats.org/drawingml/2006/main">
              <a:ext uri="{FF2B5EF4-FFF2-40B4-BE49-F238E27FC236}">
                <a16:creationId xmlns:a16="http://schemas.microsoft.com/office/drawing/2014/main" id="{14A8CDE1-0993-42F0-A4B6-D252B592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491" y="4406669"/>
            <a:ext cx="271624" cy="286422"/>
          </a:xfrm>
          <a:custGeom xmlns:a="http://schemas.openxmlformats.org/drawingml/2006/main">
            <a:pathLst>
              <a:path w="271624" h="286422">
                <a:moveTo>
                  <a:pt x="0" y="286422"/>
                </a:moveTo>
                <a:lnTo>
                  <a:pt x="2716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3" name="pdf-path-728">
            <a:extLst xmlns:a="http://schemas.openxmlformats.org/drawingml/2006/main">
              <a:ext uri="{FF2B5EF4-FFF2-40B4-BE49-F238E27FC236}">
                <a16:creationId xmlns:a16="http://schemas.microsoft.com/office/drawing/2014/main" id="{03B3780A-C9D3-4BEC-A640-7287BB56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557" y="4408572"/>
            <a:ext cx="354128" cy="284889"/>
          </a:xfrm>
          <a:custGeom xmlns:a="http://schemas.openxmlformats.org/drawingml/2006/main">
            <a:pathLst>
              <a:path w="354128" h="284889">
                <a:moveTo>
                  <a:pt x="0" y="284889"/>
                </a:moveTo>
                <a:lnTo>
                  <a:pt x="3541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4" name="pdf-path-729">
            <a:extLst xmlns:a="http://schemas.openxmlformats.org/drawingml/2006/main">
              <a:ext uri="{FF2B5EF4-FFF2-40B4-BE49-F238E27FC236}">
                <a16:creationId xmlns:a16="http://schemas.microsoft.com/office/drawing/2014/main" id="{65039458-97F3-491E-88B4-8B227106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385" y="4408572"/>
            <a:ext cx="289173" cy="287146"/>
          </a:xfrm>
          <a:custGeom xmlns:a="http://schemas.openxmlformats.org/drawingml/2006/main">
            <a:pathLst>
              <a:path w="289173" h="287146">
                <a:moveTo>
                  <a:pt x="0" y="287146"/>
                </a:moveTo>
                <a:lnTo>
                  <a:pt x="289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5" name="pdf-path-730">
            <a:extLst xmlns:a="http://schemas.openxmlformats.org/drawingml/2006/main">
              <a:ext uri="{FF2B5EF4-FFF2-40B4-BE49-F238E27FC236}">
                <a16:creationId xmlns:a16="http://schemas.microsoft.com/office/drawing/2014/main" id="{2570767F-C31D-41D3-874F-C5295756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890" y="4407747"/>
            <a:ext cx="343846" cy="284990"/>
          </a:xfrm>
          <a:custGeom xmlns:a="http://schemas.openxmlformats.org/drawingml/2006/main">
            <a:pathLst>
              <a:path w="343846" h="284990">
                <a:moveTo>
                  <a:pt x="0" y="284990"/>
                </a:moveTo>
                <a:lnTo>
                  <a:pt x="3438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6" name="pdf-path-731">
            <a:extLst xmlns:a="http://schemas.openxmlformats.org/drawingml/2006/main">
              <a:ext uri="{FF2B5EF4-FFF2-40B4-BE49-F238E27FC236}">
                <a16:creationId xmlns:a16="http://schemas.microsoft.com/office/drawing/2014/main" id="{B09001E4-E2EC-492F-8DE1-7302AA8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878" y="4405472"/>
            <a:ext cx="271657" cy="286440"/>
          </a:xfrm>
          <a:custGeom xmlns:a="http://schemas.openxmlformats.org/drawingml/2006/main">
            <a:pathLst>
              <a:path w="271657" h="286440">
                <a:moveTo>
                  <a:pt x="0" y="286440"/>
                </a:moveTo>
                <a:lnTo>
                  <a:pt x="2716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7" name="pdf-path-732">
            <a:extLst xmlns:a="http://schemas.openxmlformats.org/drawingml/2006/main">
              <a:ext uri="{FF2B5EF4-FFF2-40B4-BE49-F238E27FC236}">
                <a16:creationId xmlns:a16="http://schemas.microsoft.com/office/drawing/2014/main" id="{281026D0-9FBA-4E9C-A812-B863235B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130" y="4409296"/>
            <a:ext cx="515911" cy="281892"/>
          </a:xfrm>
          <a:custGeom xmlns:a="http://schemas.openxmlformats.org/drawingml/2006/main">
            <a:pathLst>
              <a:path w="515911" h="281892">
                <a:moveTo>
                  <a:pt x="0" y="281892"/>
                </a:moveTo>
                <a:lnTo>
                  <a:pt x="5159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8" name="pdf-path-733">
            <a:extLst xmlns:a="http://schemas.openxmlformats.org/drawingml/2006/main">
              <a:ext uri="{FF2B5EF4-FFF2-40B4-BE49-F238E27FC236}">
                <a16:creationId xmlns:a16="http://schemas.microsoft.com/office/drawing/2014/main" id="{F9AAE55B-18FC-4995-9F30-766AA928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07" y="4408572"/>
            <a:ext cx="516034" cy="281909"/>
          </a:xfrm>
          <a:custGeom xmlns:a="http://schemas.openxmlformats.org/drawingml/2006/main">
            <a:pathLst>
              <a:path w="516034" h="281909">
                <a:moveTo>
                  <a:pt x="0" y="281909"/>
                </a:moveTo>
                <a:lnTo>
                  <a:pt x="5160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29" name="pdf-path-734">
            <a:extLst xmlns:a="http://schemas.openxmlformats.org/drawingml/2006/main">
              <a:ext uri="{FF2B5EF4-FFF2-40B4-BE49-F238E27FC236}">
                <a16:creationId xmlns:a16="http://schemas.microsoft.com/office/drawing/2014/main" id="{E2A73076-3F5E-46F1-8377-A670ECF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166" y="4408926"/>
            <a:ext cx="598777" cy="282616"/>
          </a:xfrm>
          <a:custGeom xmlns:a="http://schemas.openxmlformats.org/drawingml/2006/main">
            <a:pathLst>
              <a:path w="598777" h="282616">
                <a:moveTo>
                  <a:pt x="0" y="282616"/>
                </a:moveTo>
                <a:lnTo>
                  <a:pt x="5987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0" name="pdf-path-735">
            <a:extLst xmlns:a="http://schemas.openxmlformats.org/drawingml/2006/main">
              <a:ext uri="{FF2B5EF4-FFF2-40B4-BE49-F238E27FC236}">
                <a16:creationId xmlns:a16="http://schemas.microsoft.com/office/drawing/2014/main" id="{8DCC4BCB-00C3-4959-80FD-3EAF389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40" y="4409650"/>
            <a:ext cx="598768" cy="282734"/>
          </a:xfrm>
          <a:custGeom xmlns:a="http://schemas.openxmlformats.org/drawingml/2006/main">
            <a:pathLst>
              <a:path w="598768" h="282734">
                <a:moveTo>
                  <a:pt x="0" y="282734"/>
                </a:moveTo>
                <a:lnTo>
                  <a:pt x="59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1" name="pdf-path-736">
            <a:extLst xmlns:a="http://schemas.openxmlformats.org/drawingml/2006/main">
              <a:ext uri="{FF2B5EF4-FFF2-40B4-BE49-F238E27FC236}">
                <a16:creationId xmlns:a16="http://schemas.microsoft.com/office/drawing/2014/main" id="{57091E6F-8A3A-4EF8-9AED-EC896A3E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557" y="4408218"/>
            <a:ext cx="598778" cy="282616"/>
          </a:xfrm>
          <a:custGeom xmlns:a="http://schemas.openxmlformats.org/drawingml/2006/main">
            <a:pathLst>
              <a:path w="598778" h="282616">
                <a:moveTo>
                  <a:pt x="0" y="282616"/>
                </a:moveTo>
                <a:lnTo>
                  <a:pt x="598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2" name="pdf-path-737">
            <a:extLst xmlns:a="http://schemas.openxmlformats.org/drawingml/2006/main">
              <a:ext uri="{FF2B5EF4-FFF2-40B4-BE49-F238E27FC236}">
                <a16:creationId xmlns:a16="http://schemas.microsoft.com/office/drawing/2014/main" id="{12965FDD-2580-4769-983D-A6B73775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323" y="4408218"/>
            <a:ext cx="445583" cy="285597"/>
          </a:xfrm>
          <a:custGeom xmlns:a="http://schemas.openxmlformats.org/drawingml/2006/main">
            <a:pathLst>
              <a:path w="445583" h="285597">
                <a:moveTo>
                  <a:pt x="0" y="285597"/>
                </a:moveTo>
                <a:lnTo>
                  <a:pt x="4455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3" name="pdf-path-738">
            <a:extLst xmlns:a="http://schemas.openxmlformats.org/drawingml/2006/main">
              <a:ext uri="{FF2B5EF4-FFF2-40B4-BE49-F238E27FC236}">
                <a16:creationId xmlns:a16="http://schemas.microsoft.com/office/drawing/2014/main" id="{7C629F57-9109-41C1-A70F-DD51E13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11" y="4410492"/>
            <a:ext cx="445612" cy="285597"/>
          </a:xfrm>
          <a:custGeom xmlns:a="http://schemas.openxmlformats.org/drawingml/2006/main">
            <a:pathLst>
              <a:path w="445612" h="285597">
                <a:moveTo>
                  <a:pt x="0" y="285597"/>
                </a:moveTo>
                <a:lnTo>
                  <a:pt x="4456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4" name="pdf-path-739">
            <a:extLst xmlns:a="http://schemas.openxmlformats.org/drawingml/2006/main">
              <a:ext uri="{FF2B5EF4-FFF2-40B4-BE49-F238E27FC236}">
                <a16:creationId xmlns:a16="http://schemas.microsoft.com/office/drawing/2014/main" id="{3A631B0A-DA44-4DFD-BAE0-D1FCE544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442" y="4407376"/>
            <a:ext cx="445572" cy="285715"/>
          </a:xfrm>
          <a:custGeom xmlns:a="http://schemas.openxmlformats.org/drawingml/2006/main">
            <a:pathLst>
              <a:path w="445572" h="285715">
                <a:moveTo>
                  <a:pt x="0" y="285715"/>
                </a:moveTo>
                <a:lnTo>
                  <a:pt x="445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5" name="pdf-path-740">
            <a:extLst xmlns:a="http://schemas.openxmlformats.org/drawingml/2006/main">
              <a:ext uri="{FF2B5EF4-FFF2-40B4-BE49-F238E27FC236}">
                <a16:creationId xmlns:a16="http://schemas.microsoft.com/office/drawing/2014/main" id="{8D91AE11-302A-4D7A-8193-61B75EC2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688" y="4406669"/>
            <a:ext cx="445450" cy="285715"/>
          </a:xfrm>
          <a:custGeom xmlns:a="http://schemas.openxmlformats.org/drawingml/2006/main">
            <a:pathLst>
              <a:path w="445450" h="285715">
                <a:moveTo>
                  <a:pt x="0" y="285715"/>
                </a:moveTo>
                <a:lnTo>
                  <a:pt x="445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6" name="pdf-path-741">
            <a:extLst xmlns:a="http://schemas.openxmlformats.org/drawingml/2006/main">
              <a:ext uri="{FF2B5EF4-FFF2-40B4-BE49-F238E27FC236}">
                <a16:creationId xmlns:a16="http://schemas.microsoft.com/office/drawing/2014/main" id="{78357C5D-D2A0-4372-8A4B-3903EB7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422" y="4408926"/>
            <a:ext cx="445577" cy="285732"/>
          </a:xfrm>
          <a:custGeom xmlns:a="http://schemas.openxmlformats.org/drawingml/2006/main">
            <a:pathLst>
              <a:path w="445577" h="285732">
                <a:moveTo>
                  <a:pt x="0" y="285732"/>
                </a:moveTo>
                <a:lnTo>
                  <a:pt x="4455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7" name="pdf-path-742">
            <a:extLst xmlns:a="http://schemas.openxmlformats.org/drawingml/2006/main">
              <a:ext uri="{FF2B5EF4-FFF2-40B4-BE49-F238E27FC236}">
                <a16:creationId xmlns:a16="http://schemas.microsoft.com/office/drawing/2014/main" id="{89465852-A12F-41E3-91AF-FF0DD6AF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972" y="4408926"/>
            <a:ext cx="346971" cy="285732"/>
          </a:xfrm>
          <a:custGeom xmlns:a="http://schemas.openxmlformats.org/drawingml/2006/main">
            <a:pathLst>
              <a:path w="346971" h="285732">
                <a:moveTo>
                  <a:pt x="0" y="285732"/>
                </a:moveTo>
                <a:lnTo>
                  <a:pt x="3469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8" name="pdf-path-743">
            <a:extLst xmlns:a="http://schemas.openxmlformats.org/drawingml/2006/main">
              <a:ext uri="{FF2B5EF4-FFF2-40B4-BE49-F238E27FC236}">
                <a16:creationId xmlns:a16="http://schemas.microsoft.com/office/drawing/2014/main" id="{A43543D4-4C63-469B-87D3-11F864C5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014" y="3470343"/>
            <a:ext cx="72705" cy="288701"/>
          </a:xfrm>
          <a:custGeom xmlns:a="http://schemas.openxmlformats.org/drawingml/2006/main">
            <a:pathLst>
              <a:path w="72705" h="288701">
                <a:moveTo>
                  <a:pt x="0" y="288701"/>
                </a:moveTo>
                <a:lnTo>
                  <a:pt x="26883" y="0"/>
                </a:lnTo>
                <a:lnTo>
                  <a:pt x="72705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39" name="pdf-path-744">
            <a:extLst xmlns:a="http://schemas.openxmlformats.org/drawingml/2006/main">
              <a:ext uri="{FF2B5EF4-FFF2-40B4-BE49-F238E27FC236}">
                <a16:creationId xmlns:a16="http://schemas.microsoft.com/office/drawing/2014/main" id="{49311345-AFAD-4754-8D88-D4CB96B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870" y="3470474"/>
            <a:ext cx="204513" cy="288102"/>
          </a:xfrm>
          <a:custGeom xmlns:a="http://schemas.openxmlformats.org/drawingml/2006/main">
            <a:pathLst>
              <a:path w="204513" h="288102">
                <a:moveTo>
                  <a:pt x="128956" y="287389"/>
                </a:moveTo>
                <a:lnTo>
                  <a:pt x="0" y="0"/>
                </a:lnTo>
                <a:lnTo>
                  <a:pt x="204513" y="2881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0" name="pdf-path-745">
            <a:extLst xmlns:a="http://schemas.openxmlformats.org/drawingml/2006/main">
              <a:ext uri="{FF2B5EF4-FFF2-40B4-BE49-F238E27FC236}">
                <a16:creationId xmlns:a16="http://schemas.microsoft.com/office/drawing/2014/main" id="{F415C48D-D5D2-48AB-AB26-68A64F84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253" y="3470230"/>
            <a:ext cx="373807" cy="287633"/>
          </a:xfrm>
          <a:custGeom xmlns:a="http://schemas.openxmlformats.org/drawingml/2006/main">
            <a:pathLst>
              <a:path w="373807" h="287633">
                <a:moveTo>
                  <a:pt x="297772" y="287034"/>
                </a:moveTo>
                <a:lnTo>
                  <a:pt x="0" y="0"/>
                </a:lnTo>
                <a:lnTo>
                  <a:pt x="373807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1" name="pdf-path-746">
            <a:extLst xmlns:a="http://schemas.openxmlformats.org/drawingml/2006/main">
              <a:ext uri="{FF2B5EF4-FFF2-40B4-BE49-F238E27FC236}">
                <a16:creationId xmlns:a16="http://schemas.microsoft.com/office/drawing/2014/main" id="{A2FBEFAD-BD14-4E9E-8D16-7C4582D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072" y="3469743"/>
            <a:ext cx="528444" cy="287165"/>
          </a:xfrm>
          <a:custGeom xmlns:a="http://schemas.openxmlformats.org/drawingml/2006/main">
            <a:pathLst>
              <a:path w="528444" h="287165">
                <a:moveTo>
                  <a:pt x="454919" y="287165"/>
                </a:moveTo>
                <a:lnTo>
                  <a:pt x="0" y="0"/>
                </a:lnTo>
                <a:lnTo>
                  <a:pt x="528444" y="28620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2" name="pdf-path-747">
            <a:extLst xmlns:a="http://schemas.openxmlformats.org/drawingml/2006/main">
              <a:ext uri="{FF2B5EF4-FFF2-40B4-BE49-F238E27FC236}">
                <a16:creationId xmlns:a16="http://schemas.microsoft.com/office/drawing/2014/main" id="{4C38DB59-FAA5-448C-B05D-C73EA09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34" y="3470230"/>
            <a:ext cx="687737" cy="286303"/>
          </a:xfrm>
          <a:custGeom xmlns:a="http://schemas.openxmlformats.org/drawingml/2006/main">
            <a:pathLst>
              <a:path w="687737" h="286303">
                <a:moveTo>
                  <a:pt x="610609" y="285479"/>
                </a:moveTo>
                <a:lnTo>
                  <a:pt x="0" y="0"/>
                </a:lnTo>
                <a:lnTo>
                  <a:pt x="687737" y="28630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3" name="pdf-path-748">
            <a:extLst xmlns:a="http://schemas.openxmlformats.org/drawingml/2006/main">
              <a:ext uri="{FF2B5EF4-FFF2-40B4-BE49-F238E27FC236}">
                <a16:creationId xmlns:a16="http://schemas.microsoft.com/office/drawing/2014/main" id="{6DCF3AEE-4933-48DE-B472-B0204A98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870" y="3468918"/>
            <a:ext cx="852277" cy="290481"/>
          </a:xfrm>
          <a:custGeom xmlns:a="http://schemas.openxmlformats.org/drawingml/2006/main">
            <a:pathLst>
              <a:path w="852277" h="290481">
                <a:moveTo>
                  <a:pt x="771914" y="286659"/>
                </a:moveTo>
                <a:lnTo>
                  <a:pt x="0" y="0"/>
                </a:lnTo>
                <a:lnTo>
                  <a:pt x="852277" y="29048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4" name="pdf-path-749">
            <a:extLst xmlns:a="http://schemas.openxmlformats.org/drawingml/2006/main">
              <a:ext uri="{FF2B5EF4-FFF2-40B4-BE49-F238E27FC236}">
                <a16:creationId xmlns:a16="http://schemas.microsoft.com/office/drawing/2014/main" id="{8FA2E410-64E2-45ED-8B37-B139BB7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988" y="3467007"/>
            <a:ext cx="139205" cy="293479"/>
          </a:xfrm>
          <a:custGeom xmlns:a="http://schemas.openxmlformats.org/drawingml/2006/main">
            <a:pathLst>
              <a:path w="139205" h="293479">
                <a:moveTo>
                  <a:pt x="47743" y="293348"/>
                </a:moveTo>
                <a:lnTo>
                  <a:pt x="0" y="0"/>
                </a:lnTo>
                <a:lnTo>
                  <a:pt x="139205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5" name="pdf-path-750">
            <a:extLst xmlns:a="http://schemas.openxmlformats.org/drawingml/2006/main">
              <a:ext uri="{FF2B5EF4-FFF2-40B4-BE49-F238E27FC236}">
                <a16:creationId xmlns:a16="http://schemas.microsoft.com/office/drawing/2014/main" id="{D2EC1EE3-BC53-4B49-8641-0F19423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264" y="3467832"/>
            <a:ext cx="299816" cy="292055"/>
          </a:xfrm>
          <a:custGeom xmlns:a="http://schemas.openxmlformats.org/drawingml/2006/main">
            <a:pathLst>
              <a:path w="299816" h="292055">
                <a:moveTo>
                  <a:pt x="215164" y="292055"/>
                </a:moveTo>
                <a:lnTo>
                  <a:pt x="0" y="0"/>
                </a:lnTo>
                <a:lnTo>
                  <a:pt x="299816" y="290388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6" name="pdf-path-751">
            <a:extLst xmlns:a="http://schemas.openxmlformats.org/drawingml/2006/main">
              <a:ext uri="{FF2B5EF4-FFF2-40B4-BE49-F238E27FC236}">
                <a16:creationId xmlns:a16="http://schemas.microsoft.com/office/drawing/2014/main" id="{5F96CE11-1FE6-4309-98DA-A28350B8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19" y="3469143"/>
            <a:ext cx="462787" cy="289544"/>
          </a:xfrm>
          <a:custGeom xmlns:a="http://schemas.openxmlformats.org/drawingml/2006/main">
            <a:pathLst>
              <a:path w="462787" h="289544">
                <a:moveTo>
                  <a:pt x="371315" y="289301"/>
                </a:moveTo>
                <a:lnTo>
                  <a:pt x="0" y="0"/>
                </a:lnTo>
                <a:lnTo>
                  <a:pt x="462787" y="289544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7" name="pdf-path-752">
            <a:extLst xmlns:a="http://schemas.openxmlformats.org/drawingml/2006/main">
              <a:ext uri="{FF2B5EF4-FFF2-40B4-BE49-F238E27FC236}">
                <a16:creationId xmlns:a16="http://schemas.microsoft.com/office/drawing/2014/main" id="{690A0FDC-6E94-4F8B-8C85-AFB6B2DB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536" y="3468675"/>
            <a:ext cx="625405" cy="289413"/>
          </a:xfrm>
          <a:custGeom xmlns:a="http://schemas.openxmlformats.org/drawingml/2006/main">
            <a:pathLst>
              <a:path w="625405" h="289413">
                <a:moveTo>
                  <a:pt x="540875" y="289413"/>
                </a:moveTo>
                <a:lnTo>
                  <a:pt x="0" y="0"/>
                </a:lnTo>
                <a:lnTo>
                  <a:pt x="625405" y="287745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8" name="pdf-path-753">
            <a:extLst xmlns:a="http://schemas.openxmlformats.org/drawingml/2006/main">
              <a:ext uri="{FF2B5EF4-FFF2-40B4-BE49-F238E27FC236}">
                <a16:creationId xmlns:a16="http://schemas.microsoft.com/office/drawing/2014/main" id="{BBB30399-A34C-49F9-95AE-8E55D8D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157" y="3469143"/>
            <a:ext cx="777997" cy="288233"/>
          </a:xfrm>
          <a:custGeom xmlns:a="http://schemas.openxmlformats.org/drawingml/2006/main">
            <a:pathLst>
              <a:path w="777997" h="288233">
                <a:moveTo>
                  <a:pt x="697972" y="286677"/>
                </a:moveTo>
                <a:lnTo>
                  <a:pt x="0" y="0"/>
                </a:lnTo>
                <a:lnTo>
                  <a:pt x="777997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49" name="pdf-path-754">
            <a:extLst xmlns:a="http://schemas.openxmlformats.org/drawingml/2006/main">
              <a:ext uri="{FF2B5EF4-FFF2-40B4-BE49-F238E27FC236}">
                <a16:creationId xmlns:a16="http://schemas.microsoft.com/office/drawing/2014/main" id="{AF673E64-B2CA-43BD-A954-E4F5FB62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704" y="3469387"/>
            <a:ext cx="851655" cy="287389"/>
          </a:xfrm>
          <a:custGeom xmlns:a="http://schemas.openxmlformats.org/drawingml/2006/main">
            <a:pathLst>
              <a:path w="851655" h="287389">
                <a:moveTo>
                  <a:pt x="851655" y="2873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0" name="pdf-path-755">
            <a:extLst xmlns:a="http://schemas.openxmlformats.org/drawingml/2006/main">
              <a:ext uri="{FF2B5EF4-FFF2-40B4-BE49-F238E27FC236}">
                <a16:creationId xmlns:a16="http://schemas.microsoft.com/office/drawing/2014/main" id="{3669D960-0FE4-4BC4-B26B-3E6F5DF2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552" y="3471298"/>
            <a:ext cx="72707" cy="288701"/>
          </a:xfrm>
          <a:custGeom xmlns:a="http://schemas.openxmlformats.org/drawingml/2006/main">
            <a:pathLst>
              <a:path w="72707" h="288701">
                <a:moveTo>
                  <a:pt x="0" y="288701"/>
                </a:moveTo>
                <a:lnTo>
                  <a:pt x="26883" y="0"/>
                </a:lnTo>
                <a:lnTo>
                  <a:pt x="72707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1" name="pdf-path-756">
            <a:extLst xmlns:a="http://schemas.openxmlformats.org/drawingml/2006/main">
              <a:ext uri="{FF2B5EF4-FFF2-40B4-BE49-F238E27FC236}">
                <a16:creationId xmlns:a16="http://schemas.microsoft.com/office/drawing/2014/main" id="{497C55F8-9B0B-486E-A341-8560939A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408" y="3471430"/>
            <a:ext cx="204513" cy="288101"/>
          </a:xfrm>
          <a:custGeom xmlns:a="http://schemas.openxmlformats.org/drawingml/2006/main">
            <a:pathLst>
              <a:path w="204513" h="288101">
                <a:moveTo>
                  <a:pt x="128936" y="287502"/>
                </a:moveTo>
                <a:lnTo>
                  <a:pt x="0" y="0"/>
                </a:lnTo>
                <a:lnTo>
                  <a:pt x="204513" y="288101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2" name="pdf-path-757">
            <a:extLst xmlns:a="http://schemas.openxmlformats.org/drawingml/2006/main">
              <a:ext uri="{FF2B5EF4-FFF2-40B4-BE49-F238E27FC236}">
                <a16:creationId xmlns:a16="http://schemas.microsoft.com/office/drawing/2014/main" id="{3AA4FF0C-5EBE-42DF-A8AA-B2E74260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791" y="3471186"/>
            <a:ext cx="373807" cy="287633"/>
          </a:xfrm>
          <a:custGeom xmlns:a="http://schemas.openxmlformats.org/drawingml/2006/main">
            <a:pathLst>
              <a:path w="373807" h="287633">
                <a:moveTo>
                  <a:pt x="297772" y="287034"/>
                </a:moveTo>
                <a:lnTo>
                  <a:pt x="0" y="0"/>
                </a:lnTo>
                <a:lnTo>
                  <a:pt x="373807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3" name="pdf-path-758">
            <a:extLst xmlns:a="http://schemas.openxmlformats.org/drawingml/2006/main">
              <a:ext uri="{FF2B5EF4-FFF2-40B4-BE49-F238E27FC236}">
                <a16:creationId xmlns:a16="http://schemas.microsoft.com/office/drawing/2014/main" id="{E1084E76-20C2-4232-9025-F30AA195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610" y="3470699"/>
            <a:ext cx="528444" cy="287164"/>
          </a:xfrm>
          <a:custGeom xmlns:a="http://schemas.openxmlformats.org/drawingml/2006/main">
            <a:pathLst>
              <a:path w="528444" h="287164">
                <a:moveTo>
                  <a:pt x="454919" y="287164"/>
                </a:moveTo>
                <a:lnTo>
                  <a:pt x="0" y="0"/>
                </a:lnTo>
                <a:lnTo>
                  <a:pt x="528444" y="28620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4" name="pdf-path-759">
            <a:extLst xmlns:a="http://schemas.openxmlformats.org/drawingml/2006/main">
              <a:ext uri="{FF2B5EF4-FFF2-40B4-BE49-F238E27FC236}">
                <a16:creationId xmlns:a16="http://schemas.microsoft.com/office/drawing/2014/main" id="{F58ED2D4-CC4A-46A8-ACEE-B6264A5D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495" y="3471186"/>
            <a:ext cx="687613" cy="286303"/>
          </a:xfrm>
          <a:custGeom xmlns:a="http://schemas.openxmlformats.org/drawingml/2006/main">
            <a:pathLst>
              <a:path w="687613" h="286303">
                <a:moveTo>
                  <a:pt x="610467" y="285591"/>
                </a:moveTo>
                <a:lnTo>
                  <a:pt x="0" y="0"/>
                </a:lnTo>
                <a:lnTo>
                  <a:pt x="687613" y="28630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5" name="pdf-path-760">
            <a:extLst xmlns:a="http://schemas.openxmlformats.org/drawingml/2006/main">
              <a:ext uri="{FF2B5EF4-FFF2-40B4-BE49-F238E27FC236}">
                <a16:creationId xmlns:a16="http://schemas.microsoft.com/office/drawing/2014/main" id="{4083654E-E953-47C2-A9FD-9982CA6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809" y="3468076"/>
            <a:ext cx="139234" cy="293479"/>
          </a:xfrm>
          <a:custGeom xmlns:a="http://schemas.openxmlformats.org/drawingml/2006/main">
            <a:pathLst>
              <a:path w="139234" h="293479">
                <a:moveTo>
                  <a:pt x="47769" y="293366"/>
                </a:moveTo>
                <a:lnTo>
                  <a:pt x="0" y="0"/>
                </a:lnTo>
                <a:lnTo>
                  <a:pt x="139234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6" name="pdf-path-761">
            <a:extLst xmlns:a="http://schemas.openxmlformats.org/drawingml/2006/main">
              <a:ext uri="{FF2B5EF4-FFF2-40B4-BE49-F238E27FC236}">
                <a16:creationId xmlns:a16="http://schemas.microsoft.com/office/drawing/2014/main" id="{A77296C3-B786-41E6-A3E7-C9BA74E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90" y="3468918"/>
            <a:ext cx="299789" cy="292037"/>
          </a:xfrm>
          <a:custGeom xmlns:a="http://schemas.openxmlformats.org/drawingml/2006/main">
            <a:pathLst>
              <a:path w="299789" h="292037">
                <a:moveTo>
                  <a:pt x="215259" y="292037"/>
                </a:moveTo>
                <a:lnTo>
                  <a:pt x="0" y="0"/>
                </a:lnTo>
                <a:lnTo>
                  <a:pt x="299789" y="29036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7" name="pdf-path-762">
            <a:extLst xmlns:a="http://schemas.openxmlformats.org/drawingml/2006/main">
              <a:ext uri="{FF2B5EF4-FFF2-40B4-BE49-F238E27FC236}">
                <a16:creationId xmlns:a16="http://schemas.microsoft.com/office/drawing/2014/main" id="{0E58749F-E7E8-414D-8FC9-76E387C2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238" y="3470230"/>
            <a:ext cx="462664" cy="289545"/>
          </a:xfrm>
          <a:custGeom xmlns:a="http://schemas.openxmlformats.org/drawingml/2006/main">
            <a:pathLst>
              <a:path w="462664" h="289545">
                <a:moveTo>
                  <a:pt x="371345" y="289301"/>
                </a:moveTo>
                <a:lnTo>
                  <a:pt x="0" y="0"/>
                </a:lnTo>
                <a:lnTo>
                  <a:pt x="462664" y="289545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8" name="pdf-path-763">
            <a:extLst xmlns:a="http://schemas.openxmlformats.org/drawingml/2006/main">
              <a:ext uri="{FF2B5EF4-FFF2-40B4-BE49-F238E27FC236}">
                <a16:creationId xmlns:a16="http://schemas.microsoft.com/office/drawing/2014/main" id="{5CADDDB9-34DA-450D-932C-B8264E40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388" y="3469743"/>
            <a:ext cx="540748" cy="289432"/>
          </a:xfrm>
          <a:custGeom xmlns:a="http://schemas.openxmlformats.org/drawingml/2006/main">
            <a:pathLst>
              <a:path w="540748" h="289432">
                <a:moveTo>
                  <a:pt x="540748" y="2894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59" name="pdf-path-764">
            <a:extLst xmlns:a="http://schemas.openxmlformats.org/drawingml/2006/main">
              <a:ext uri="{FF2B5EF4-FFF2-40B4-BE49-F238E27FC236}">
                <a16:creationId xmlns:a16="http://schemas.microsoft.com/office/drawing/2014/main" id="{4822F64B-3673-4C3B-A67A-40F9E9A4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400" y="3472367"/>
            <a:ext cx="72710" cy="288720"/>
          </a:xfrm>
          <a:custGeom xmlns:a="http://schemas.openxmlformats.org/drawingml/2006/main">
            <a:pathLst>
              <a:path w="72710" h="288720">
                <a:moveTo>
                  <a:pt x="0" y="288720"/>
                </a:moveTo>
                <a:lnTo>
                  <a:pt x="26856" y="0"/>
                </a:lnTo>
                <a:lnTo>
                  <a:pt x="72710" y="2882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0" name="pdf-path-765">
            <a:extLst xmlns:a="http://schemas.openxmlformats.org/drawingml/2006/main">
              <a:ext uri="{FF2B5EF4-FFF2-40B4-BE49-F238E27FC236}">
                <a16:creationId xmlns:a16="http://schemas.microsoft.com/office/drawing/2014/main" id="{52BC3F98-2CE0-4151-84F7-6AED3B8D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228" y="3472497"/>
            <a:ext cx="204545" cy="288102"/>
          </a:xfrm>
          <a:custGeom xmlns:a="http://schemas.openxmlformats.org/drawingml/2006/main">
            <a:pathLst>
              <a:path w="204545" h="288102">
                <a:moveTo>
                  <a:pt x="128968" y="287502"/>
                </a:moveTo>
                <a:lnTo>
                  <a:pt x="0" y="0"/>
                </a:lnTo>
                <a:lnTo>
                  <a:pt x="204545" y="288102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1" name="pdf-path-766">
            <a:extLst xmlns:a="http://schemas.openxmlformats.org/drawingml/2006/main">
              <a:ext uri="{FF2B5EF4-FFF2-40B4-BE49-F238E27FC236}">
                <a16:creationId xmlns:a16="http://schemas.microsoft.com/office/drawing/2014/main" id="{555D3B89-4D7A-440F-A073-535AFB6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612" y="3472254"/>
            <a:ext cx="373837" cy="287633"/>
          </a:xfrm>
          <a:custGeom xmlns:a="http://schemas.openxmlformats.org/drawingml/2006/main">
            <a:pathLst>
              <a:path w="373837" h="287633">
                <a:moveTo>
                  <a:pt x="297773" y="287033"/>
                </a:moveTo>
                <a:lnTo>
                  <a:pt x="0" y="0"/>
                </a:lnTo>
                <a:lnTo>
                  <a:pt x="373837" y="287633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2" name="pdf-path-767">
            <a:extLst xmlns:a="http://schemas.openxmlformats.org/drawingml/2006/main">
              <a:ext uri="{FF2B5EF4-FFF2-40B4-BE49-F238E27FC236}">
                <a16:creationId xmlns:a16="http://schemas.microsoft.com/office/drawing/2014/main" id="{8EEF3738-704B-4372-ABBC-B6ED994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30" y="3469143"/>
            <a:ext cx="139081" cy="293479"/>
          </a:xfrm>
          <a:custGeom xmlns:a="http://schemas.openxmlformats.org/drawingml/2006/main">
            <a:pathLst>
              <a:path w="139081" h="293479">
                <a:moveTo>
                  <a:pt x="47619" y="293367"/>
                </a:moveTo>
                <a:lnTo>
                  <a:pt x="0" y="0"/>
                </a:lnTo>
                <a:lnTo>
                  <a:pt x="139081" y="293479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3" name="pdf-path-768">
            <a:extLst xmlns:a="http://schemas.openxmlformats.org/drawingml/2006/main">
              <a:ext uri="{FF2B5EF4-FFF2-40B4-BE49-F238E27FC236}">
                <a16:creationId xmlns:a16="http://schemas.microsoft.com/office/drawing/2014/main" id="{914F5E20-8CE3-406D-B052-04C70348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082" y="3469987"/>
            <a:ext cx="215163" cy="292055"/>
          </a:xfrm>
          <a:custGeom xmlns:a="http://schemas.openxmlformats.org/drawingml/2006/main">
            <a:pathLst>
              <a:path w="215163" h="292055">
                <a:moveTo>
                  <a:pt x="215163" y="2920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4" name="pdf-path-769">
            <a:extLst xmlns:a="http://schemas.openxmlformats.org/drawingml/2006/main">
              <a:ext uri="{FF2B5EF4-FFF2-40B4-BE49-F238E27FC236}">
                <a16:creationId xmlns:a16="http://schemas.microsoft.com/office/drawing/2014/main" id="{8CC2FEBD-9EDD-41F1-BDAC-F427BA74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539" y="3469875"/>
            <a:ext cx="190454" cy="290246"/>
          </a:xfrm>
          <a:custGeom xmlns:a="http://schemas.openxmlformats.org/drawingml/2006/main">
            <a:pathLst>
              <a:path w="190454" h="290246">
                <a:moveTo>
                  <a:pt x="70443" y="290246"/>
                </a:moveTo>
                <a:lnTo>
                  <a:pt x="190454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5" name="pdf-path-770">
            <a:extLst xmlns:a="http://schemas.openxmlformats.org/drawingml/2006/main">
              <a:ext uri="{FF2B5EF4-FFF2-40B4-BE49-F238E27FC236}">
                <a16:creationId xmlns:a16="http://schemas.microsoft.com/office/drawing/2014/main" id="{E4252ED4-9D43-4F4F-8597-11FDE9F7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578" y="3469875"/>
            <a:ext cx="190332" cy="290246"/>
          </a:xfrm>
          <a:custGeom xmlns:a="http://schemas.openxmlformats.org/drawingml/2006/main">
            <a:pathLst>
              <a:path w="190332" h="290246">
                <a:moveTo>
                  <a:pt x="70352" y="290246"/>
                </a:moveTo>
                <a:lnTo>
                  <a:pt x="190332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6" name="pdf-path-771">
            <a:extLst xmlns:a="http://schemas.openxmlformats.org/drawingml/2006/main">
              <a:ext uri="{FF2B5EF4-FFF2-40B4-BE49-F238E27FC236}">
                <a16:creationId xmlns:a16="http://schemas.microsoft.com/office/drawing/2014/main" id="{5A20F33C-97DE-4D39-8AC7-EA6D5EEE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379" y="3469875"/>
            <a:ext cx="190332" cy="290246"/>
          </a:xfrm>
          <a:custGeom xmlns:a="http://schemas.openxmlformats.org/drawingml/2006/main">
            <a:pathLst>
              <a:path w="190332" h="290246">
                <a:moveTo>
                  <a:pt x="70443" y="290246"/>
                </a:moveTo>
                <a:lnTo>
                  <a:pt x="190332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7" name="pdf-path-772">
            <a:extLst xmlns:a="http://schemas.openxmlformats.org/drawingml/2006/main">
              <a:ext uri="{FF2B5EF4-FFF2-40B4-BE49-F238E27FC236}">
                <a16:creationId xmlns:a16="http://schemas.microsoft.com/office/drawing/2014/main" id="{17802C36-8A4F-4175-9FA5-B9131F81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699" y="3466877"/>
            <a:ext cx="190301" cy="290263"/>
          </a:xfrm>
          <a:custGeom xmlns:a="http://schemas.openxmlformats.org/drawingml/2006/main">
            <a:pathLst>
              <a:path w="190301" h="290263">
                <a:moveTo>
                  <a:pt x="70317" y="290263"/>
                </a:moveTo>
                <a:lnTo>
                  <a:pt x="190301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8" name="pdf-path-773">
            <a:extLst xmlns:a="http://schemas.openxmlformats.org/drawingml/2006/main">
              <a:ext uri="{FF2B5EF4-FFF2-40B4-BE49-F238E27FC236}">
                <a16:creationId xmlns:a16="http://schemas.microsoft.com/office/drawing/2014/main" id="{F14D7F50-D0DA-466A-9CED-C0B03094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557" y="3469151"/>
            <a:ext cx="190301" cy="290262"/>
          </a:xfrm>
          <a:custGeom xmlns:a="http://schemas.openxmlformats.org/drawingml/2006/main">
            <a:pathLst>
              <a:path w="190301" h="290262">
                <a:moveTo>
                  <a:pt x="70317" y="290262"/>
                </a:moveTo>
                <a:lnTo>
                  <a:pt x="190301" y="0"/>
                </a:lnTo>
                <a:lnTo>
                  <a:pt x="0" y="286675"/>
                </a:lnTo>
              </a:path>
            </a:pathLst>
          </a:custGeom>
          <a:noFill xmlns:a="http://schemas.openxmlformats.org/drawingml/2006/main"/>
          <a:ln xmlns:a="http://schemas.openxmlformats.org/drawingml/2006/main" w="111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69" name="pdf-path-774">
            <a:extLst xmlns:a="http://schemas.openxmlformats.org/drawingml/2006/main">
              <a:ext uri="{FF2B5EF4-FFF2-40B4-BE49-F238E27FC236}">
                <a16:creationId xmlns:a16="http://schemas.microsoft.com/office/drawing/2014/main" id="{C12D2E64-914A-4342-9368-B8D63C2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748" y="3469634"/>
            <a:ext cx="345180" cy="287030"/>
          </a:xfrm>
          <a:custGeom xmlns:a="http://schemas.openxmlformats.org/drawingml/2006/main">
            <a:pathLst>
              <a:path w="345180" h="287030">
                <a:moveTo>
                  <a:pt x="345180" y="0"/>
                </a:moveTo>
                <a:lnTo>
                  <a:pt x="0" y="28703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0" name="pdf-path-775">
            <a:extLst xmlns:a="http://schemas.openxmlformats.org/drawingml/2006/main">
              <a:ext uri="{FF2B5EF4-FFF2-40B4-BE49-F238E27FC236}">
                <a16:creationId xmlns:a16="http://schemas.microsoft.com/office/drawing/2014/main" id="{C2976A67-A755-434E-9DF1-C1C16CE2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239" y="3471771"/>
            <a:ext cx="516296" cy="283578"/>
          </a:xfrm>
          <a:custGeom xmlns:a="http://schemas.openxmlformats.org/drawingml/2006/main">
            <a:pathLst>
              <a:path w="516296" h="283578">
                <a:moveTo>
                  <a:pt x="516296" y="0"/>
                </a:moveTo>
                <a:lnTo>
                  <a:pt x="0" y="28357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1" name="pdf-path-776">
            <a:extLst xmlns:a="http://schemas.openxmlformats.org/drawingml/2006/main">
              <a:ext uri="{FF2B5EF4-FFF2-40B4-BE49-F238E27FC236}">
                <a16:creationId xmlns:a16="http://schemas.microsoft.com/office/drawing/2014/main" id="{C84CDCD5-6798-4F9C-8996-76D51609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253" y="3471424"/>
            <a:ext cx="836502" cy="284400"/>
          </a:xfrm>
          <a:custGeom xmlns:a="http://schemas.openxmlformats.org/drawingml/2006/main">
            <a:pathLst>
              <a:path w="836502" h="284400">
                <a:moveTo>
                  <a:pt x="665661" y="0"/>
                </a:moveTo>
                <a:lnTo>
                  <a:pt x="0" y="284400"/>
                </a:lnTo>
                <a:lnTo>
                  <a:pt x="836502" y="3105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2" name="pdf-path-777">
            <a:extLst xmlns:a="http://schemas.openxmlformats.org/drawingml/2006/main">
              <a:ext uri="{FF2B5EF4-FFF2-40B4-BE49-F238E27FC236}">
                <a16:creationId xmlns:a16="http://schemas.microsoft.com/office/drawing/2014/main" id="{77BA27C9-3C98-4CA7-A7BF-D34D7EBE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949" y="3471899"/>
            <a:ext cx="994085" cy="287869"/>
          </a:xfrm>
          <a:custGeom xmlns:a="http://schemas.openxmlformats.org/drawingml/2006/main">
            <a:pathLst>
              <a:path w="994085" h="287869">
                <a:moveTo>
                  <a:pt x="994085" y="0"/>
                </a:moveTo>
                <a:lnTo>
                  <a:pt x="0" y="2878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3" name="pdf-path-778">
            <a:extLst xmlns:a="http://schemas.openxmlformats.org/drawingml/2006/main">
              <a:ext uri="{FF2B5EF4-FFF2-40B4-BE49-F238E27FC236}">
                <a16:creationId xmlns:a16="http://schemas.microsoft.com/office/drawing/2014/main" id="{33F5AEE0-D871-482A-99AD-92378E09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198" y="3470465"/>
            <a:ext cx="114976" cy="286439"/>
          </a:xfrm>
          <a:custGeom xmlns:a="http://schemas.openxmlformats.org/drawingml/2006/main">
            <a:pathLst>
              <a:path w="114976" h="286439">
                <a:moveTo>
                  <a:pt x="0" y="286439"/>
                </a:moveTo>
                <a:lnTo>
                  <a:pt x="114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4" name="pdf-path-779">
            <a:extLst xmlns:a="http://schemas.openxmlformats.org/drawingml/2006/main">
              <a:ext uri="{FF2B5EF4-FFF2-40B4-BE49-F238E27FC236}">
                <a16:creationId xmlns:a16="http://schemas.microsoft.com/office/drawing/2014/main" id="{90A787D3-B194-4D35-B334-57F81FCD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962" y="3472014"/>
            <a:ext cx="271627" cy="286439"/>
          </a:xfrm>
          <a:custGeom xmlns:a="http://schemas.openxmlformats.org/drawingml/2006/main">
            <a:pathLst>
              <a:path w="271627" h="286439">
                <a:moveTo>
                  <a:pt x="0" y="286439"/>
                </a:moveTo>
                <a:lnTo>
                  <a:pt x="2716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5" name="pdf-path-780">
            <a:extLst xmlns:a="http://schemas.openxmlformats.org/drawingml/2006/main">
              <a:ext uri="{FF2B5EF4-FFF2-40B4-BE49-F238E27FC236}">
                <a16:creationId xmlns:a16="http://schemas.microsoft.com/office/drawing/2014/main" id="{3D2B56C2-FE31-4706-A396-4FA4069D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153" y="3473816"/>
            <a:ext cx="354023" cy="284991"/>
          </a:xfrm>
          <a:custGeom xmlns:a="http://schemas.openxmlformats.org/drawingml/2006/main">
            <a:pathLst>
              <a:path w="354023" h="284991">
                <a:moveTo>
                  <a:pt x="0" y="284991"/>
                </a:moveTo>
                <a:lnTo>
                  <a:pt x="354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6" name="pdf-path-781">
            <a:extLst xmlns:a="http://schemas.openxmlformats.org/drawingml/2006/main">
              <a:ext uri="{FF2B5EF4-FFF2-40B4-BE49-F238E27FC236}">
                <a16:creationId xmlns:a16="http://schemas.microsoft.com/office/drawing/2014/main" id="{A7BCBA6D-3841-49B9-929C-57E981E5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980" y="3473816"/>
            <a:ext cx="289161" cy="287265"/>
          </a:xfrm>
          <a:custGeom xmlns:a="http://schemas.openxmlformats.org/drawingml/2006/main">
            <a:pathLst>
              <a:path w="289161" h="287265">
                <a:moveTo>
                  <a:pt x="0" y="287265"/>
                </a:moveTo>
                <a:lnTo>
                  <a:pt x="2891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7" name="pdf-path-782">
            <a:extLst xmlns:a="http://schemas.openxmlformats.org/drawingml/2006/main">
              <a:ext uri="{FF2B5EF4-FFF2-40B4-BE49-F238E27FC236}">
                <a16:creationId xmlns:a16="http://schemas.microsoft.com/office/drawing/2014/main" id="{3F89DDA2-A7F1-4F88-A3FC-E67770A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53" y="3473092"/>
            <a:ext cx="343980" cy="284890"/>
          </a:xfrm>
          <a:custGeom xmlns:a="http://schemas.openxmlformats.org/drawingml/2006/main">
            <a:pathLst>
              <a:path w="343980" h="284890">
                <a:moveTo>
                  <a:pt x="0" y="284890"/>
                </a:moveTo>
                <a:lnTo>
                  <a:pt x="343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8" name="pdf-path-783">
            <a:extLst xmlns:a="http://schemas.openxmlformats.org/drawingml/2006/main">
              <a:ext uri="{FF2B5EF4-FFF2-40B4-BE49-F238E27FC236}">
                <a16:creationId xmlns:a16="http://schemas.microsoft.com/office/drawing/2014/main" id="{E7106A82-5E02-4D6A-8956-48D6CAB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352" y="3470819"/>
            <a:ext cx="271657" cy="286439"/>
          </a:xfrm>
          <a:custGeom xmlns:a="http://schemas.openxmlformats.org/drawingml/2006/main">
            <a:pathLst>
              <a:path w="271657" h="286439">
                <a:moveTo>
                  <a:pt x="0" y="286439"/>
                </a:moveTo>
                <a:lnTo>
                  <a:pt x="2716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79" name="pdf-path-784">
            <a:extLst xmlns:a="http://schemas.openxmlformats.org/drawingml/2006/main">
              <a:ext uri="{FF2B5EF4-FFF2-40B4-BE49-F238E27FC236}">
                <a16:creationId xmlns:a16="http://schemas.microsoft.com/office/drawing/2014/main" id="{3B63E29A-06CD-454A-81B1-F3AB7710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25" y="3474642"/>
            <a:ext cx="515912" cy="281909"/>
          </a:xfrm>
          <a:custGeom xmlns:a="http://schemas.openxmlformats.org/drawingml/2006/main">
            <a:pathLst>
              <a:path w="515912" h="281909">
                <a:moveTo>
                  <a:pt x="0" y="281909"/>
                </a:moveTo>
                <a:lnTo>
                  <a:pt x="515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0" name="pdf-path-785">
            <a:extLst xmlns:a="http://schemas.openxmlformats.org/drawingml/2006/main">
              <a:ext uri="{FF2B5EF4-FFF2-40B4-BE49-F238E27FC236}">
                <a16:creationId xmlns:a16="http://schemas.microsoft.com/office/drawing/2014/main" id="{9E18B378-481F-428C-8401-C098EA0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195" y="3473816"/>
            <a:ext cx="516032" cy="281892"/>
          </a:xfrm>
          <a:custGeom xmlns:a="http://schemas.openxmlformats.org/drawingml/2006/main">
            <a:pathLst>
              <a:path w="516032" h="281892">
                <a:moveTo>
                  <a:pt x="0" y="281892"/>
                </a:moveTo>
                <a:lnTo>
                  <a:pt x="516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1" name="pdf-path-786">
            <a:extLst xmlns:a="http://schemas.openxmlformats.org/drawingml/2006/main">
              <a:ext uri="{FF2B5EF4-FFF2-40B4-BE49-F238E27FC236}">
                <a16:creationId xmlns:a16="http://schemas.microsoft.com/office/drawing/2014/main" id="{FFD46B70-CD0E-479E-A1A9-D9A7F812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637" y="3474288"/>
            <a:ext cx="598900" cy="282616"/>
          </a:xfrm>
          <a:custGeom xmlns:a="http://schemas.openxmlformats.org/drawingml/2006/main">
            <a:pathLst>
              <a:path w="598900" h="282616">
                <a:moveTo>
                  <a:pt x="0" y="282616"/>
                </a:moveTo>
                <a:lnTo>
                  <a:pt x="59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2" name="pdf-path-787">
            <a:extLst xmlns:a="http://schemas.openxmlformats.org/drawingml/2006/main">
              <a:ext uri="{FF2B5EF4-FFF2-40B4-BE49-F238E27FC236}">
                <a16:creationId xmlns:a16="http://schemas.microsoft.com/office/drawing/2014/main" id="{3F9C9C77-02CF-4235-AC8B-D6F1D69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27" y="3474995"/>
            <a:ext cx="598779" cy="282616"/>
          </a:xfrm>
          <a:custGeom xmlns:a="http://schemas.openxmlformats.org/drawingml/2006/main">
            <a:pathLst>
              <a:path w="598779" h="282616">
                <a:moveTo>
                  <a:pt x="0" y="282616"/>
                </a:moveTo>
                <a:lnTo>
                  <a:pt x="598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3" name="pdf-path-788">
            <a:extLst xmlns:a="http://schemas.openxmlformats.org/drawingml/2006/main">
              <a:ext uri="{FF2B5EF4-FFF2-40B4-BE49-F238E27FC236}">
                <a16:creationId xmlns:a16="http://schemas.microsoft.com/office/drawing/2014/main" id="{D9B642AF-3E30-4897-AB9D-A8BA3C8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144" y="3473446"/>
            <a:ext cx="598809" cy="282616"/>
          </a:xfrm>
          <a:custGeom xmlns:a="http://schemas.openxmlformats.org/drawingml/2006/main">
            <a:pathLst>
              <a:path w="598809" h="282616">
                <a:moveTo>
                  <a:pt x="0" y="282616"/>
                </a:moveTo>
                <a:lnTo>
                  <a:pt x="598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4" name="pdf-path-789">
            <a:extLst xmlns:a="http://schemas.openxmlformats.org/drawingml/2006/main">
              <a:ext uri="{FF2B5EF4-FFF2-40B4-BE49-F238E27FC236}">
                <a16:creationId xmlns:a16="http://schemas.microsoft.com/office/drawing/2014/main" id="{14636C4D-ACB1-4390-841B-1DAEE446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917" y="3473446"/>
            <a:ext cx="445483" cy="285732"/>
          </a:xfrm>
          <a:custGeom xmlns:a="http://schemas.openxmlformats.org/drawingml/2006/main">
            <a:pathLst>
              <a:path w="445483" h="285732">
                <a:moveTo>
                  <a:pt x="0" y="285732"/>
                </a:moveTo>
                <a:lnTo>
                  <a:pt x="4454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5" name="pdf-path-790">
            <a:extLst xmlns:a="http://schemas.openxmlformats.org/drawingml/2006/main">
              <a:ext uri="{FF2B5EF4-FFF2-40B4-BE49-F238E27FC236}">
                <a16:creationId xmlns:a16="http://schemas.microsoft.com/office/drawing/2014/main" id="{CC56D02E-FA38-474A-B9E0-88B9CF9F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908" y="3475720"/>
            <a:ext cx="445604" cy="285715"/>
          </a:xfrm>
          <a:custGeom xmlns:a="http://schemas.openxmlformats.org/drawingml/2006/main">
            <a:pathLst>
              <a:path w="445604" h="285715">
                <a:moveTo>
                  <a:pt x="0" y="285715"/>
                </a:moveTo>
                <a:lnTo>
                  <a:pt x="445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6" name="pdf-path-791">
            <a:extLst xmlns:a="http://schemas.openxmlformats.org/drawingml/2006/main">
              <a:ext uri="{FF2B5EF4-FFF2-40B4-BE49-F238E27FC236}">
                <a16:creationId xmlns:a16="http://schemas.microsoft.com/office/drawing/2014/main" id="{75BD9312-1DE7-4AA1-8F63-2C045A2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036" y="3472738"/>
            <a:ext cx="445571" cy="285715"/>
          </a:xfrm>
          <a:custGeom xmlns:a="http://schemas.openxmlformats.org/drawingml/2006/main">
            <a:pathLst>
              <a:path w="445571" h="285715">
                <a:moveTo>
                  <a:pt x="0" y="285715"/>
                </a:moveTo>
                <a:lnTo>
                  <a:pt x="4455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7" name="pdf-path-792">
            <a:extLst xmlns:a="http://schemas.openxmlformats.org/drawingml/2006/main">
              <a:ext uri="{FF2B5EF4-FFF2-40B4-BE49-F238E27FC236}">
                <a16:creationId xmlns:a16="http://schemas.microsoft.com/office/drawing/2014/main" id="{EF8AC912-DF05-40D5-A16A-C910303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152" y="3472014"/>
            <a:ext cx="445582" cy="285597"/>
          </a:xfrm>
          <a:custGeom xmlns:a="http://schemas.openxmlformats.org/drawingml/2006/main">
            <a:pathLst>
              <a:path w="445582" h="285597">
                <a:moveTo>
                  <a:pt x="0" y="285597"/>
                </a:moveTo>
                <a:lnTo>
                  <a:pt x="445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8" name="pdf-path-793">
            <a:extLst xmlns:a="http://schemas.openxmlformats.org/drawingml/2006/main">
              <a:ext uri="{FF2B5EF4-FFF2-40B4-BE49-F238E27FC236}">
                <a16:creationId xmlns:a16="http://schemas.microsoft.com/office/drawing/2014/main" id="{C01644AC-D269-46B6-A43C-1EAEBAC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010" y="3474288"/>
            <a:ext cx="445582" cy="285597"/>
          </a:xfrm>
          <a:custGeom xmlns:a="http://schemas.openxmlformats.org/drawingml/2006/main">
            <a:pathLst>
              <a:path w="445582" h="285597">
                <a:moveTo>
                  <a:pt x="0" y="285597"/>
                </a:moveTo>
                <a:lnTo>
                  <a:pt x="445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89" name="pdf-path-794">
            <a:extLst xmlns:a="http://schemas.openxmlformats.org/drawingml/2006/main">
              <a:ext uri="{FF2B5EF4-FFF2-40B4-BE49-F238E27FC236}">
                <a16:creationId xmlns:a16="http://schemas.microsoft.com/office/drawing/2014/main" id="{FEFF9C6C-9B7C-4FE5-8155-E5A23B35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560" y="3474288"/>
            <a:ext cx="346978" cy="285597"/>
          </a:xfrm>
          <a:custGeom xmlns:a="http://schemas.openxmlformats.org/drawingml/2006/main">
            <a:pathLst>
              <a:path w="346978" h="285597">
                <a:moveTo>
                  <a:pt x="0" y="285597"/>
                </a:moveTo>
                <a:lnTo>
                  <a:pt x="3469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9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0" name="pdf-path-795">
            <a:extLst xmlns:a="http://schemas.openxmlformats.org/drawingml/2006/main">
              <a:ext uri="{FF2B5EF4-FFF2-40B4-BE49-F238E27FC236}">
                <a16:creationId xmlns:a16="http://schemas.microsoft.com/office/drawing/2014/main" id="{2EFB0F89-6D6B-419F-9241-B51E5F5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284" y="2541794"/>
            <a:ext cx="196778" cy="279743"/>
          </a:xfrm>
          <a:custGeom xmlns:a="http://schemas.openxmlformats.org/drawingml/2006/main">
            <a:pathLst>
              <a:path w="196778" h="279743">
                <a:moveTo>
                  <a:pt x="67577" y="240"/>
                </a:moveTo>
                <a:lnTo>
                  <a:pt x="0" y="279743"/>
                </a:lnTo>
                <a:lnTo>
                  <a:pt x="196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1" name="pdf-path-796">
            <a:extLst xmlns:a="http://schemas.openxmlformats.org/drawingml/2006/main">
              <a:ext uri="{FF2B5EF4-FFF2-40B4-BE49-F238E27FC236}">
                <a16:creationId xmlns:a16="http://schemas.microsoft.com/office/drawing/2014/main" id="{B265E6C3-D7E0-464D-A657-BDA67E53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090" y="2542388"/>
            <a:ext cx="424103" cy="278316"/>
          </a:xfrm>
          <a:custGeom xmlns:a="http://schemas.openxmlformats.org/drawingml/2006/main">
            <a:pathLst>
              <a:path w="424103" h="278316">
                <a:moveTo>
                  <a:pt x="304464" y="0"/>
                </a:moveTo>
                <a:lnTo>
                  <a:pt x="0" y="278316"/>
                </a:lnTo>
                <a:lnTo>
                  <a:pt x="424103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2" name="pdf-path-797">
            <a:extLst xmlns:a="http://schemas.openxmlformats.org/drawingml/2006/main">
              <a:ext uri="{FF2B5EF4-FFF2-40B4-BE49-F238E27FC236}">
                <a16:creationId xmlns:a16="http://schemas.microsoft.com/office/drawing/2014/main" id="{0B2F1D6E-8BFA-4A91-B67D-EA757D52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203" y="2543574"/>
            <a:ext cx="654420" cy="275930"/>
          </a:xfrm>
          <a:custGeom xmlns:a="http://schemas.openxmlformats.org/drawingml/2006/main">
            <a:pathLst>
              <a:path w="654420" h="275930">
                <a:moveTo>
                  <a:pt x="525219" y="126"/>
                </a:moveTo>
                <a:lnTo>
                  <a:pt x="0" y="275930"/>
                </a:lnTo>
                <a:lnTo>
                  <a:pt x="654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3" name="pdf-path-798">
            <a:extLst xmlns:a="http://schemas.openxmlformats.org/drawingml/2006/main">
              <a:ext uri="{FF2B5EF4-FFF2-40B4-BE49-F238E27FC236}">
                <a16:creationId xmlns:a16="http://schemas.microsoft.com/office/drawing/2014/main" id="{85100B1D-64FA-4AEF-BE09-62DE243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264" y="2544054"/>
            <a:ext cx="884493" cy="275817"/>
          </a:xfrm>
          <a:custGeom xmlns:a="http://schemas.openxmlformats.org/drawingml/2006/main">
            <a:pathLst>
              <a:path w="884493" h="275817">
                <a:moveTo>
                  <a:pt x="764851" y="0"/>
                </a:moveTo>
                <a:lnTo>
                  <a:pt x="0" y="275817"/>
                </a:lnTo>
                <a:lnTo>
                  <a:pt x="884493" y="167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4" name="pdf-path-799">
            <a:extLst xmlns:a="http://schemas.openxmlformats.org/drawingml/2006/main">
              <a:ext uri="{FF2B5EF4-FFF2-40B4-BE49-F238E27FC236}">
                <a16:creationId xmlns:a16="http://schemas.microsoft.com/office/drawing/2014/main" id="{CEB271E8-D657-4A59-B0A9-8CC22CFB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964" y="2544773"/>
            <a:ext cx="1100256" cy="274731"/>
          </a:xfrm>
          <a:custGeom xmlns:a="http://schemas.openxmlformats.org/drawingml/2006/main">
            <a:pathLst>
              <a:path w="1100256" h="274731">
                <a:moveTo>
                  <a:pt x="987321" y="1440"/>
                </a:moveTo>
                <a:lnTo>
                  <a:pt x="0" y="274731"/>
                </a:lnTo>
                <a:lnTo>
                  <a:pt x="11002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5" name="pdf-path-800">
            <a:extLst xmlns:a="http://schemas.openxmlformats.org/drawingml/2006/main">
              <a:ext uri="{FF2B5EF4-FFF2-40B4-BE49-F238E27FC236}">
                <a16:creationId xmlns:a16="http://schemas.microsoft.com/office/drawing/2014/main" id="{75B27F7D-F5B8-4A97-A0BB-E666982C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255" y="2545367"/>
            <a:ext cx="1325533" cy="273897"/>
          </a:xfrm>
          <a:custGeom xmlns:a="http://schemas.openxmlformats.org/drawingml/2006/main">
            <a:pathLst>
              <a:path w="1325533" h="273897">
                <a:moveTo>
                  <a:pt x="1204488" y="0"/>
                </a:moveTo>
                <a:lnTo>
                  <a:pt x="0" y="273897"/>
                </a:lnTo>
                <a:lnTo>
                  <a:pt x="1325533" y="95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6" name="pdf-path-801">
            <a:extLst xmlns:a="http://schemas.openxmlformats.org/drawingml/2006/main">
              <a:ext uri="{FF2B5EF4-FFF2-40B4-BE49-F238E27FC236}">
                <a16:creationId xmlns:a16="http://schemas.microsoft.com/office/drawing/2014/main" id="{7CF9F6C7-F4C4-4E34-9D41-BC54D11D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642" y="2542261"/>
            <a:ext cx="102826" cy="275097"/>
          </a:xfrm>
          <a:custGeom xmlns:a="http://schemas.openxmlformats.org/drawingml/2006/main">
            <a:pathLst>
              <a:path w="102826" h="275097">
                <a:moveTo>
                  <a:pt x="0" y="0"/>
                </a:moveTo>
                <a:lnTo>
                  <a:pt x="38110" y="275097"/>
                </a:lnTo>
                <a:lnTo>
                  <a:pt x="102826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7" name="pdf-path-802">
            <a:extLst xmlns:a="http://schemas.openxmlformats.org/drawingml/2006/main">
              <a:ext uri="{FF2B5EF4-FFF2-40B4-BE49-F238E27FC236}">
                <a16:creationId xmlns:a16="http://schemas.microsoft.com/office/drawing/2014/main" id="{9934F01D-6230-4E5E-B33D-22573420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909" y="2542741"/>
            <a:ext cx="289190" cy="274618"/>
          </a:xfrm>
          <a:custGeom xmlns:a="http://schemas.openxmlformats.org/drawingml/2006/main">
            <a:pathLst>
              <a:path w="289190" h="274618">
                <a:moveTo>
                  <a:pt x="182337" y="606"/>
                </a:moveTo>
                <a:lnTo>
                  <a:pt x="0" y="274618"/>
                </a:lnTo>
                <a:lnTo>
                  <a:pt x="289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8" name="pdf-path-803">
            <a:extLst xmlns:a="http://schemas.openxmlformats.org/drawingml/2006/main">
              <a:ext uri="{FF2B5EF4-FFF2-40B4-BE49-F238E27FC236}">
                <a16:creationId xmlns:a16="http://schemas.microsoft.com/office/drawing/2014/main" id="{1BA1EE1E-2A6D-418F-AA59-F8FBCE8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089" y="2543461"/>
            <a:ext cx="528828" cy="274024"/>
          </a:xfrm>
          <a:custGeom xmlns:a="http://schemas.openxmlformats.org/drawingml/2006/main">
            <a:pathLst>
              <a:path w="528828" h="274024">
                <a:moveTo>
                  <a:pt x="421116" y="480"/>
                </a:moveTo>
                <a:lnTo>
                  <a:pt x="0" y="274024"/>
                </a:lnTo>
                <a:lnTo>
                  <a:pt x="528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799" name="pdf-path-804">
            <a:extLst xmlns:a="http://schemas.openxmlformats.org/drawingml/2006/main">
              <a:ext uri="{FF2B5EF4-FFF2-40B4-BE49-F238E27FC236}">
                <a16:creationId xmlns:a16="http://schemas.microsoft.com/office/drawing/2014/main" id="{E47F2CD7-0A29-4391-8A89-73F1A2C2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280" y="2544294"/>
            <a:ext cx="747442" cy="273657"/>
          </a:xfrm>
          <a:custGeom xmlns:a="http://schemas.openxmlformats.org/drawingml/2006/main">
            <a:pathLst>
              <a:path w="747442" h="273657">
                <a:moveTo>
                  <a:pt x="643330" y="0"/>
                </a:moveTo>
                <a:lnTo>
                  <a:pt x="0" y="273657"/>
                </a:lnTo>
                <a:lnTo>
                  <a:pt x="747442" y="96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0" name="pdf-path-805">
            <a:extLst xmlns:a="http://schemas.openxmlformats.org/drawingml/2006/main">
              <a:ext uri="{FF2B5EF4-FFF2-40B4-BE49-F238E27FC236}">
                <a16:creationId xmlns:a16="http://schemas.microsoft.com/office/drawing/2014/main" id="{0689612E-B416-4450-8CDC-2623CF6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067" y="2544660"/>
            <a:ext cx="972496" cy="272824"/>
          </a:xfrm>
          <a:custGeom xmlns:a="http://schemas.openxmlformats.org/drawingml/2006/main">
            <a:pathLst>
              <a:path w="972496" h="272824">
                <a:moveTo>
                  <a:pt x="863345" y="707"/>
                </a:moveTo>
                <a:lnTo>
                  <a:pt x="0" y="272824"/>
                </a:lnTo>
                <a:lnTo>
                  <a:pt x="972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1" name="pdf-path-806">
            <a:extLst xmlns:a="http://schemas.openxmlformats.org/drawingml/2006/main">
              <a:ext uri="{FF2B5EF4-FFF2-40B4-BE49-F238E27FC236}">
                <a16:creationId xmlns:a16="http://schemas.microsoft.com/office/drawing/2014/main" id="{B13CB31A-B966-43D8-9DB3-DAB8534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635" y="2541908"/>
            <a:ext cx="1205303" cy="276889"/>
          </a:xfrm>
          <a:custGeom xmlns:a="http://schemas.openxmlformats.org/drawingml/2006/main">
            <a:pathLst>
              <a:path w="1205303" h="276889">
                <a:moveTo>
                  <a:pt x="1091761" y="3699"/>
                </a:moveTo>
                <a:lnTo>
                  <a:pt x="0" y="276889"/>
                </a:lnTo>
                <a:lnTo>
                  <a:pt x="1205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2" name="pdf-path-807">
            <a:extLst xmlns:a="http://schemas.openxmlformats.org/drawingml/2006/main">
              <a:ext uri="{FF2B5EF4-FFF2-40B4-BE49-F238E27FC236}">
                <a16:creationId xmlns:a16="http://schemas.microsoft.com/office/drawing/2014/main" id="{DEF48A1E-14E5-4060-B0CD-F55CFEB7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070" y="2540834"/>
            <a:ext cx="196778" cy="279743"/>
          </a:xfrm>
          <a:custGeom xmlns:a="http://schemas.openxmlformats.org/drawingml/2006/main">
            <a:pathLst>
              <a:path w="196778" h="279743">
                <a:moveTo>
                  <a:pt x="67455" y="240"/>
                </a:moveTo>
                <a:lnTo>
                  <a:pt x="0" y="279743"/>
                </a:lnTo>
                <a:lnTo>
                  <a:pt x="1967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3" name="pdf-path-808">
            <a:extLst xmlns:a="http://schemas.openxmlformats.org/drawingml/2006/main">
              <a:ext uri="{FF2B5EF4-FFF2-40B4-BE49-F238E27FC236}">
                <a16:creationId xmlns:a16="http://schemas.microsoft.com/office/drawing/2014/main" id="{F671DABA-E138-4B97-B5FA-AEFC89FB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875" y="2541428"/>
            <a:ext cx="424103" cy="278316"/>
          </a:xfrm>
          <a:custGeom xmlns:a="http://schemas.openxmlformats.org/drawingml/2006/main">
            <a:pathLst>
              <a:path w="424103" h="278316">
                <a:moveTo>
                  <a:pt x="304342" y="0"/>
                </a:moveTo>
                <a:lnTo>
                  <a:pt x="0" y="278316"/>
                </a:lnTo>
                <a:lnTo>
                  <a:pt x="424103" y="155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4" name="pdf-path-809">
            <a:extLst xmlns:a="http://schemas.openxmlformats.org/drawingml/2006/main">
              <a:ext uri="{FF2B5EF4-FFF2-40B4-BE49-F238E27FC236}">
                <a16:creationId xmlns:a16="http://schemas.microsoft.com/office/drawing/2014/main" id="{7623B4B1-DC7B-4A8C-9CD6-55711E8E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92" y="2542627"/>
            <a:ext cx="654417" cy="275930"/>
          </a:xfrm>
          <a:custGeom xmlns:a="http://schemas.openxmlformats.org/drawingml/2006/main">
            <a:pathLst>
              <a:path w="654417" h="275930">
                <a:moveTo>
                  <a:pt x="525092" y="113"/>
                </a:moveTo>
                <a:lnTo>
                  <a:pt x="0" y="275930"/>
                </a:lnTo>
                <a:lnTo>
                  <a:pt x="654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5" name="pdf-path-810">
            <a:extLst xmlns:a="http://schemas.openxmlformats.org/drawingml/2006/main">
              <a:ext uri="{FF2B5EF4-FFF2-40B4-BE49-F238E27FC236}">
                <a16:creationId xmlns:a16="http://schemas.microsoft.com/office/drawing/2014/main" id="{EEB9570D-C6B2-45CF-A1B1-BFB8E8AE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48" y="2543107"/>
            <a:ext cx="884493" cy="275804"/>
          </a:xfrm>
          <a:custGeom xmlns:a="http://schemas.openxmlformats.org/drawingml/2006/main">
            <a:pathLst>
              <a:path w="884493" h="275804">
                <a:moveTo>
                  <a:pt x="764855" y="0"/>
                </a:moveTo>
                <a:lnTo>
                  <a:pt x="0" y="275804"/>
                </a:lnTo>
                <a:lnTo>
                  <a:pt x="884493" y="1666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6" name="pdf-path-811">
            <a:extLst xmlns:a="http://schemas.openxmlformats.org/drawingml/2006/main">
              <a:ext uri="{FF2B5EF4-FFF2-40B4-BE49-F238E27FC236}">
                <a16:creationId xmlns:a16="http://schemas.microsoft.com/office/drawing/2014/main" id="{0FACB761-080F-4464-882E-1C7CB391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52" y="2543814"/>
            <a:ext cx="1100253" cy="274743"/>
          </a:xfrm>
          <a:custGeom xmlns:a="http://schemas.openxmlformats.org/drawingml/2006/main">
            <a:pathLst>
              <a:path w="1100253" h="274743">
                <a:moveTo>
                  <a:pt x="987317" y="1439"/>
                </a:moveTo>
                <a:lnTo>
                  <a:pt x="0" y="274743"/>
                </a:lnTo>
                <a:lnTo>
                  <a:pt x="11002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7" name="pdf-path-812">
            <a:extLst xmlns:a="http://schemas.openxmlformats.org/drawingml/2006/main">
              <a:ext uri="{FF2B5EF4-FFF2-40B4-BE49-F238E27FC236}">
                <a16:creationId xmlns:a16="http://schemas.microsoft.com/office/drawing/2014/main" id="{F95959B2-0720-494A-A882-F6CAAC1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043" y="2544420"/>
            <a:ext cx="1204488" cy="273897"/>
          </a:xfrm>
          <a:custGeom xmlns:a="http://schemas.openxmlformats.org/drawingml/2006/main">
            <a:pathLst>
              <a:path w="1204488" h="273897">
                <a:moveTo>
                  <a:pt x="1204488" y="0"/>
                </a:moveTo>
                <a:lnTo>
                  <a:pt x="0" y="273897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8" name="pdf-path-813">
            <a:extLst xmlns:a="http://schemas.openxmlformats.org/drawingml/2006/main">
              <a:ext uri="{FF2B5EF4-FFF2-40B4-BE49-F238E27FC236}">
                <a16:creationId xmlns:a16="http://schemas.microsoft.com/office/drawing/2014/main" id="{49B08298-3D73-469B-B97C-88836C9E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430" y="2541314"/>
            <a:ext cx="102826" cy="275084"/>
          </a:xfrm>
          <a:custGeom xmlns:a="http://schemas.openxmlformats.org/drawingml/2006/main">
            <a:pathLst>
              <a:path w="102826" h="275084">
                <a:moveTo>
                  <a:pt x="0" y="0"/>
                </a:moveTo>
                <a:lnTo>
                  <a:pt x="37985" y="275084"/>
                </a:lnTo>
                <a:lnTo>
                  <a:pt x="102826" y="48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09" name="pdf-path-814">
            <a:extLst xmlns:a="http://schemas.openxmlformats.org/drawingml/2006/main">
              <a:ext uri="{FF2B5EF4-FFF2-40B4-BE49-F238E27FC236}">
                <a16:creationId xmlns:a16="http://schemas.microsoft.com/office/drawing/2014/main" id="{CEB61131-149B-4826-8F1B-33B7162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601" y="2541794"/>
            <a:ext cx="289285" cy="274604"/>
          </a:xfrm>
          <a:custGeom xmlns:a="http://schemas.openxmlformats.org/drawingml/2006/main">
            <a:pathLst>
              <a:path w="289285" h="274604">
                <a:moveTo>
                  <a:pt x="182429" y="593"/>
                </a:moveTo>
                <a:lnTo>
                  <a:pt x="0" y="274604"/>
                </a:lnTo>
                <a:lnTo>
                  <a:pt x="289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0" name="pdf-path-815">
            <a:extLst xmlns:a="http://schemas.openxmlformats.org/drawingml/2006/main">
              <a:ext uri="{FF2B5EF4-FFF2-40B4-BE49-F238E27FC236}">
                <a16:creationId xmlns:a16="http://schemas.microsoft.com/office/drawing/2014/main" id="{58747DCC-B404-4FDD-92CE-84E6D3C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874" y="2542501"/>
            <a:ext cx="528829" cy="274137"/>
          </a:xfrm>
          <a:custGeom xmlns:a="http://schemas.openxmlformats.org/drawingml/2006/main">
            <a:pathLst>
              <a:path w="528829" h="274137">
                <a:moveTo>
                  <a:pt x="421116" y="480"/>
                </a:moveTo>
                <a:lnTo>
                  <a:pt x="0" y="274137"/>
                </a:lnTo>
                <a:lnTo>
                  <a:pt x="528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1" name="pdf-path-816">
            <a:extLst xmlns:a="http://schemas.openxmlformats.org/drawingml/2006/main">
              <a:ext uri="{FF2B5EF4-FFF2-40B4-BE49-F238E27FC236}">
                <a16:creationId xmlns:a16="http://schemas.microsoft.com/office/drawing/2014/main" id="{C167EDD0-3D18-44E9-BEED-4528A0A7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069" y="2543461"/>
            <a:ext cx="747438" cy="273544"/>
          </a:xfrm>
          <a:custGeom xmlns:a="http://schemas.openxmlformats.org/drawingml/2006/main">
            <a:pathLst>
              <a:path w="747438" h="273544">
                <a:moveTo>
                  <a:pt x="643329" y="0"/>
                </a:moveTo>
                <a:lnTo>
                  <a:pt x="0" y="273544"/>
                </a:lnTo>
                <a:lnTo>
                  <a:pt x="747438" y="83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2" name="pdf-path-817">
            <a:extLst xmlns:a="http://schemas.openxmlformats.org/drawingml/2006/main">
              <a:ext uri="{FF2B5EF4-FFF2-40B4-BE49-F238E27FC236}">
                <a16:creationId xmlns:a16="http://schemas.microsoft.com/office/drawing/2014/main" id="{95B04CBD-51E6-494D-9A7A-A16EF836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851" y="2543701"/>
            <a:ext cx="972497" cy="272937"/>
          </a:xfrm>
          <a:custGeom xmlns:a="http://schemas.openxmlformats.org/drawingml/2006/main">
            <a:pathLst>
              <a:path w="972497" h="272937">
                <a:moveTo>
                  <a:pt x="863350" y="719"/>
                </a:moveTo>
                <a:lnTo>
                  <a:pt x="0" y="272937"/>
                </a:lnTo>
                <a:lnTo>
                  <a:pt x="9724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3" name="pdf-path-818">
            <a:extLst xmlns:a="http://schemas.openxmlformats.org/drawingml/2006/main">
              <a:ext uri="{FF2B5EF4-FFF2-40B4-BE49-F238E27FC236}">
                <a16:creationId xmlns:a16="http://schemas.microsoft.com/office/drawing/2014/main" id="{84305960-11C5-4145-A655-760DBCE3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476" y="2539875"/>
            <a:ext cx="196776" cy="279629"/>
          </a:xfrm>
          <a:custGeom xmlns:a="http://schemas.openxmlformats.org/drawingml/2006/main">
            <a:pathLst>
              <a:path w="196776" h="279629">
                <a:moveTo>
                  <a:pt x="67608" y="126"/>
                </a:moveTo>
                <a:lnTo>
                  <a:pt x="0" y="279629"/>
                </a:lnTo>
                <a:lnTo>
                  <a:pt x="1967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4" name="pdf-path-819">
            <a:extLst xmlns:a="http://schemas.openxmlformats.org/drawingml/2006/main">
              <a:ext uri="{FF2B5EF4-FFF2-40B4-BE49-F238E27FC236}">
                <a16:creationId xmlns:a16="http://schemas.microsoft.com/office/drawing/2014/main" id="{812A780B-2FE7-4D00-8F15-BCE61814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282" y="2540355"/>
            <a:ext cx="424105" cy="278316"/>
          </a:xfrm>
          <a:custGeom xmlns:a="http://schemas.openxmlformats.org/drawingml/2006/main">
            <a:pathLst>
              <a:path w="424105" h="278316">
                <a:moveTo>
                  <a:pt x="304464" y="0"/>
                </a:moveTo>
                <a:lnTo>
                  <a:pt x="0" y="278316"/>
                </a:lnTo>
                <a:lnTo>
                  <a:pt x="424105" y="1679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5" name="pdf-path-820">
            <a:extLst xmlns:a="http://schemas.openxmlformats.org/drawingml/2006/main">
              <a:ext uri="{FF2B5EF4-FFF2-40B4-BE49-F238E27FC236}">
                <a16:creationId xmlns:a16="http://schemas.microsoft.com/office/drawing/2014/main" id="{A5763C48-494E-423B-A8C4-E4A5066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397" y="2541554"/>
            <a:ext cx="654542" cy="275930"/>
          </a:xfrm>
          <a:custGeom xmlns:a="http://schemas.openxmlformats.org/drawingml/2006/main">
            <a:pathLst>
              <a:path w="654542" h="275930">
                <a:moveTo>
                  <a:pt x="525249" y="240"/>
                </a:moveTo>
                <a:lnTo>
                  <a:pt x="0" y="275930"/>
                </a:lnTo>
                <a:lnTo>
                  <a:pt x="6545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6" name="pdf-path-821">
            <a:extLst xmlns:a="http://schemas.openxmlformats.org/drawingml/2006/main">
              <a:ext uri="{FF2B5EF4-FFF2-40B4-BE49-F238E27FC236}">
                <a16:creationId xmlns:a16="http://schemas.microsoft.com/office/drawing/2014/main" id="{5B204D1C-4D5E-4099-9145-A8F0B67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54" y="2542148"/>
            <a:ext cx="764855" cy="275804"/>
          </a:xfrm>
          <a:custGeom xmlns:a="http://schemas.openxmlformats.org/drawingml/2006/main">
            <a:pathLst>
              <a:path w="764855" h="275804">
                <a:moveTo>
                  <a:pt x="764855" y="0"/>
                </a:moveTo>
                <a:lnTo>
                  <a:pt x="0" y="27580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7" name="pdf-path-822">
            <a:extLst xmlns:a="http://schemas.openxmlformats.org/drawingml/2006/main">
              <a:ext uri="{FF2B5EF4-FFF2-40B4-BE49-F238E27FC236}">
                <a16:creationId xmlns:a16="http://schemas.microsoft.com/office/drawing/2014/main" id="{D9141D70-B3CB-4225-97D2-4D7F56F0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867" y="2540241"/>
            <a:ext cx="102793" cy="275210"/>
          </a:xfrm>
          <a:custGeom xmlns:a="http://schemas.openxmlformats.org/drawingml/2006/main">
            <a:pathLst>
              <a:path w="102793" h="275210">
                <a:moveTo>
                  <a:pt x="0" y="0"/>
                </a:moveTo>
                <a:lnTo>
                  <a:pt x="38078" y="275210"/>
                </a:lnTo>
                <a:lnTo>
                  <a:pt x="102793" y="593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8" name="pdf-path-823">
            <a:extLst xmlns:a="http://schemas.openxmlformats.org/drawingml/2006/main">
              <a:ext uri="{FF2B5EF4-FFF2-40B4-BE49-F238E27FC236}">
                <a16:creationId xmlns:a16="http://schemas.microsoft.com/office/drawing/2014/main" id="{F7504F2E-148B-4E25-A71F-C1B1A4CB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130" y="2540834"/>
            <a:ext cx="289163" cy="274491"/>
          </a:xfrm>
          <a:custGeom xmlns:a="http://schemas.openxmlformats.org/drawingml/2006/main">
            <a:pathLst>
              <a:path w="289163" h="274491">
                <a:moveTo>
                  <a:pt x="182305" y="593"/>
                </a:moveTo>
                <a:lnTo>
                  <a:pt x="0" y="274491"/>
                </a:lnTo>
                <a:lnTo>
                  <a:pt x="2891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19" name="pdf-path-824">
            <a:extLst xmlns:a="http://schemas.openxmlformats.org/drawingml/2006/main">
              <a:ext uri="{FF2B5EF4-FFF2-40B4-BE49-F238E27FC236}">
                <a16:creationId xmlns:a16="http://schemas.microsoft.com/office/drawing/2014/main" id="{DFA541E4-3E03-48A0-9646-9D7C14E6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433" y="2541428"/>
            <a:ext cx="528676" cy="274137"/>
          </a:xfrm>
          <a:custGeom xmlns:a="http://schemas.openxmlformats.org/drawingml/2006/main">
            <a:pathLst>
              <a:path w="528676" h="274137">
                <a:moveTo>
                  <a:pt x="420996" y="606"/>
                </a:moveTo>
                <a:lnTo>
                  <a:pt x="0" y="274137"/>
                </a:lnTo>
                <a:lnTo>
                  <a:pt x="528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0" name="pdf-path-825">
            <a:extLst xmlns:a="http://schemas.openxmlformats.org/drawingml/2006/main">
              <a:ext uri="{FF2B5EF4-FFF2-40B4-BE49-F238E27FC236}">
                <a16:creationId xmlns:a16="http://schemas.microsoft.com/office/drawing/2014/main" id="{757081B7-4989-4069-8E98-B842460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464" y="2538802"/>
            <a:ext cx="196775" cy="279756"/>
          </a:xfrm>
          <a:custGeom xmlns:a="http://schemas.openxmlformats.org/drawingml/2006/main">
            <a:pathLst>
              <a:path w="196775" h="279756">
                <a:moveTo>
                  <a:pt x="67451" y="240"/>
                </a:moveTo>
                <a:lnTo>
                  <a:pt x="0" y="279756"/>
                </a:lnTo>
                <a:lnTo>
                  <a:pt x="19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1" name="pdf-path-826">
            <a:extLst xmlns:a="http://schemas.openxmlformats.org/drawingml/2006/main">
              <a:ext uri="{FF2B5EF4-FFF2-40B4-BE49-F238E27FC236}">
                <a16:creationId xmlns:a16="http://schemas.microsoft.com/office/drawing/2014/main" id="{631E8E00-1549-4AEC-95F4-F4A6F74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268" y="2539408"/>
            <a:ext cx="304467" cy="278304"/>
          </a:xfrm>
          <a:custGeom xmlns:a="http://schemas.openxmlformats.org/drawingml/2006/main">
            <a:pathLst>
              <a:path w="304467" h="278304">
                <a:moveTo>
                  <a:pt x="304467" y="0"/>
                </a:moveTo>
                <a:lnTo>
                  <a:pt x="0" y="278304"/>
                </a:lnTo>
              </a:path>
            </a:pathLst>
          </a:custGeom>
          <a:noFill xmlns:a="http://schemas.openxmlformats.org/drawingml/2006/main"/>
          <a:ln xmlns:a="http://schemas.openxmlformats.org/drawingml/2006/main" w="14949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2" name="pdf-path-827">
            <a:extLst xmlns:a="http://schemas.openxmlformats.org/drawingml/2006/main">
              <a:ext uri="{FF2B5EF4-FFF2-40B4-BE49-F238E27FC236}">
                <a16:creationId xmlns:a16="http://schemas.microsoft.com/office/drawing/2014/main" id="{5340E717-47DC-4B39-8CC2-A907FFA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929" y="2540833"/>
            <a:ext cx="68288" cy="276525"/>
          </a:xfrm>
          <a:custGeom xmlns:a="http://schemas.openxmlformats.org/drawingml/2006/main">
            <a:pathLst>
              <a:path w="68288" h="276525">
                <a:moveTo>
                  <a:pt x="68288" y="0"/>
                </a:moveTo>
                <a:lnTo>
                  <a:pt x="0" y="27652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3" name="pdf-path-828">
            <a:extLst xmlns:a="http://schemas.openxmlformats.org/drawingml/2006/main">
              <a:ext uri="{FF2B5EF4-FFF2-40B4-BE49-F238E27FC236}">
                <a16:creationId xmlns:a16="http://schemas.microsoft.com/office/drawing/2014/main" id="{22E78BD7-8581-422E-8F0B-28F1643B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828" y="2540833"/>
            <a:ext cx="269240" cy="276525"/>
          </a:xfrm>
          <a:custGeom xmlns:a="http://schemas.openxmlformats.org/drawingml/2006/main">
            <a:pathLst>
              <a:path w="269240" h="276525">
                <a:moveTo>
                  <a:pt x="99451" y="0"/>
                </a:moveTo>
                <a:lnTo>
                  <a:pt x="269240" y="276525"/>
                </a:lnTo>
                <a:lnTo>
                  <a:pt x="0" y="3348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4" name="pdf-path-829">
            <a:extLst xmlns:a="http://schemas.openxmlformats.org/drawingml/2006/main">
              <a:ext uri="{FF2B5EF4-FFF2-40B4-BE49-F238E27FC236}">
                <a16:creationId xmlns:a16="http://schemas.microsoft.com/office/drawing/2014/main" id="{EA0F9753-9FC1-4173-9FF4-84C81EE9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965" y="2541196"/>
            <a:ext cx="269241" cy="276638"/>
          </a:xfrm>
          <a:custGeom xmlns:a="http://schemas.openxmlformats.org/drawingml/2006/main">
            <a:pathLst>
              <a:path w="269241" h="276638">
                <a:moveTo>
                  <a:pt x="99574" y="0"/>
                </a:moveTo>
                <a:lnTo>
                  <a:pt x="269241" y="276638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5" name="pdf-path-830">
            <a:extLst xmlns:a="http://schemas.openxmlformats.org/drawingml/2006/main">
              <a:ext uri="{FF2B5EF4-FFF2-40B4-BE49-F238E27FC236}">
                <a16:creationId xmlns:a16="http://schemas.microsoft.com/office/drawing/2014/main" id="{90A62934-B865-4700-8AC4-FEA4B74E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281" y="2541196"/>
            <a:ext cx="269240" cy="276638"/>
          </a:xfrm>
          <a:custGeom xmlns:a="http://schemas.openxmlformats.org/drawingml/2006/main">
            <a:pathLst>
              <a:path w="269240" h="276638">
                <a:moveTo>
                  <a:pt x="99574" y="0"/>
                </a:moveTo>
                <a:lnTo>
                  <a:pt x="269240" y="276638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6" name="pdf-path-831">
            <a:extLst xmlns:a="http://schemas.openxmlformats.org/drawingml/2006/main">
              <a:ext uri="{FF2B5EF4-FFF2-40B4-BE49-F238E27FC236}">
                <a16:creationId xmlns:a16="http://schemas.microsoft.com/office/drawing/2014/main" id="{34C8659C-8AA0-4F31-95CF-1716295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138" y="2541196"/>
            <a:ext cx="269241" cy="276638"/>
          </a:xfrm>
          <a:custGeom xmlns:a="http://schemas.openxmlformats.org/drawingml/2006/main">
            <a:pathLst>
              <a:path w="269241" h="276638">
                <a:moveTo>
                  <a:pt x="99574" y="0"/>
                </a:moveTo>
                <a:lnTo>
                  <a:pt x="269241" y="276638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7" name="pdf-path-832">
            <a:extLst xmlns:a="http://schemas.openxmlformats.org/drawingml/2006/main">
              <a:ext uri="{FF2B5EF4-FFF2-40B4-BE49-F238E27FC236}">
                <a16:creationId xmlns:a16="http://schemas.microsoft.com/office/drawing/2014/main" id="{4347A09D-654B-43F5-B12C-D0C91A77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701" y="2544181"/>
            <a:ext cx="269242" cy="276525"/>
          </a:xfrm>
          <a:custGeom xmlns:a="http://schemas.openxmlformats.org/drawingml/2006/main">
            <a:pathLst>
              <a:path w="269242" h="276525">
                <a:moveTo>
                  <a:pt x="99453" y="0"/>
                </a:moveTo>
                <a:lnTo>
                  <a:pt x="269242" y="276525"/>
                </a:lnTo>
                <a:lnTo>
                  <a:pt x="0" y="3336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8" name="pdf-path-833">
            <a:extLst xmlns:a="http://schemas.openxmlformats.org/drawingml/2006/main">
              <a:ext uri="{FF2B5EF4-FFF2-40B4-BE49-F238E27FC236}">
                <a16:creationId xmlns:a16="http://schemas.microsoft.com/office/drawing/2014/main" id="{F7F0EC00-715C-4F35-8A93-5393188C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669" y="2541911"/>
            <a:ext cx="269241" cy="276638"/>
          </a:xfrm>
          <a:custGeom xmlns:a="http://schemas.openxmlformats.org/drawingml/2006/main">
            <a:pathLst>
              <a:path w="269241" h="276638">
                <a:moveTo>
                  <a:pt x="99483" y="0"/>
                </a:moveTo>
                <a:lnTo>
                  <a:pt x="269241" y="276638"/>
                </a:lnTo>
                <a:lnTo>
                  <a:pt x="0" y="3461"/>
                </a:lnTo>
              </a:path>
            </a:pathLst>
          </a:custGeom>
          <a:noFill xmlns:a="http://schemas.openxmlformats.org/drawingml/2006/main"/>
          <a:ln xmlns:a="http://schemas.openxmlformats.org/drawingml/2006/main" w="15768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29" name="pdf-path-834">
            <a:extLst xmlns:a="http://schemas.openxmlformats.org/drawingml/2006/main">
              <a:ext uri="{FF2B5EF4-FFF2-40B4-BE49-F238E27FC236}">
                <a16:creationId xmlns:a16="http://schemas.microsoft.com/office/drawing/2014/main" id="{4F8B4F2C-37A6-4EF1-B37A-CCF8528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880" y="2544543"/>
            <a:ext cx="1632042" cy="274618"/>
          </a:xfrm>
          <a:custGeom xmlns:a="http://schemas.openxmlformats.org/drawingml/2006/main">
            <a:pathLst>
              <a:path w="1632042" h="274618">
                <a:moveTo>
                  <a:pt x="38688" y="274618"/>
                </a:moveTo>
                <a:lnTo>
                  <a:pt x="0" y="0"/>
                </a:lnTo>
                <a:lnTo>
                  <a:pt x="1632042" y="271147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0" name="pdf-path-835">
            <a:extLst xmlns:a="http://schemas.openxmlformats.org/drawingml/2006/main">
              <a:ext uri="{FF2B5EF4-FFF2-40B4-BE49-F238E27FC236}">
                <a16:creationId xmlns:a16="http://schemas.microsoft.com/office/drawing/2014/main" id="{9436EF64-25ED-46EE-A3A5-E890CA5C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007" y="2544543"/>
            <a:ext cx="488215" cy="273534"/>
          </a:xfrm>
          <a:custGeom xmlns:a="http://schemas.openxmlformats.org/drawingml/2006/main">
            <a:pathLst>
              <a:path w="488215" h="273534">
                <a:moveTo>
                  <a:pt x="488215" y="2735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1" name="pdf-path-836">
            <a:extLst xmlns:a="http://schemas.openxmlformats.org/drawingml/2006/main">
              <a:ext uri="{FF2B5EF4-FFF2-40B4-BE49-F238E27FC236}">
                <a16:creationId xmlns:a16="http://schemas.microsoft.com/office/drawing/2014/main" id="{267E2589-15F9-4990-9ACE-0B43009E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708" y="2545737"/>
            <a:ext cx="730103" cy="270310"/>
          </a:xfrm>
          <a:custGeom xmlns:a="http://schemas.openxmlformats.org/drawingml/2006/main">
            <a:pathLst>
              <a:path w="730103" h="270310">
                <a:moveTo>
                  <a:pt x="730103" y="2703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2" name="pdf-path-837">
            <a:extLst xmlns:a="http://schemas.openxmlformats.org/drawingml/2006/main">
              <a:ext uri="{FF2B5EF4-FFF2-40B4-BE49-F238E27FC236}">
                <a16:creationId xmlns:a16="http://schemas.microsoft.com/office/drawing/2014/main" id="{123B615C-6256-4AF9-9601-DBB5D67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521" y="2545380"/>
            <a:ext cx="1182869" cy="271024"/>
          </a:xfrm>
          <a:custGeom xmlns:a="http://schemas.openxmlformats.org/drawingml/2006/main">
            <a:pathLst>
              <a:path w="1182869" h="271024">
                <a:moveTo>
                  <a:pt x="941344" y="271024"/>
                </a:moveTo>
                <a:lnTo>
                  <a:pt x="0" y="0"/>
                </a:lnTo>
                <a:lnTo>
                  <a:pt x="1182869" y="268046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3" name="pdf-path-838">
            <a:extLst xmlns:a="http://schemas.openxmlformats.org/drawingml/2006/main">
              <a:ext uri="{FF2B5EF4-FFF2-40B4-BE49-F238E27FC236}">
                <a16:creationId xmlns:a16="http://schemas.microsoft.com/office/drawing/2014/main" id="{0F08A460-D584-44E9-9332-4371F9E7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678" y="2541553"/>
            <a:ext cx="1405897" cy="274260"/>
          </a:xfrm>
          <a:custGeom xmlns:a="http://schemas.openxmlformats.org/drawingml/2006/main">
            <a:pathLst>
              <a:path w="1405897" h="274260">
                <a:moveTo>
                  <a:pt x="1405897" y="274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5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4" name="pdf-path-839">
            <a:extLst xmlns:a="http://schemas.openxmlformats.org/drawingml/2006/main">
              <a:ext uri="{FF2B5EF4-FFF2-40B4-BE49-F238E27FC236}">
                <a16:creationId xmlns:a16="http://schemas.microsoft.com/office/drawing/2014/main" id="{8580A589-752C-4712-88F6-6FBDDBD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712" y="2547279"/>
            <a:ext cx="1174276" cy="266493"/>
          </a:xfrm>
          <a:custGeom xmlns:a="http://schemas.openxmlformats.org/drawingml/2006/main">
            <a:pathLst>
              <a:path w="1174276" h="266493">
                <a:moveTo>
                  <a:pt x="0" y="0"/>
                </a:moveTo>
                <a:lnTo>
                  <a:pt x="1174276" y="266493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5" name="pdf-path-840">
            <a:extLst xmlns:a="http://schemas.openxmlformats.org/drawingml/2006/main">
              <a:ext uri="{FF2B5EF4-FFF2-40B4-BE49-F238E27FC236}">
                <a16:creationId xmlns:a16="http://schemas.microsoft.com/office/drawing/2014/main" id="{ECD27D39-F1B5-4E36-A8A8-A07196AB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929" y="2544294"/>
            <a:ext cx="162628" cy="273064"/>
          </a:xfrm>
          <a:custGeom xmlns:a="http://schemas.openxmlformats.org/drawingml/2006/main">
            <a:pathLst>
              <a:path w="162628" h="273064">
                <a:moveTo>
                  <a:pt x="0" y="0"/>
                </a:moveTo>
                <a:lnTo>
                  <a:pt x="162628" y="2730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6" name="pdf-path-841">
            <a:extLst xmlns:a="http://schemas.openxmlformats.org/drawingml/2006/main">
              <a:ext uri="{FF2B5EF4-FFF2-40B4-BE49-F238E27FC236}">
                <a16:creationId xmlns:a16="http://schemas.microsoft.com/office/drawing/2014/main" id="{3D965830-75F9-42F0-A00F-8AD86525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526" y="2542865"/>
            <a:ext cx="384075" cy="272939"/>
          </a:xfrm>
          <a:custGeom xmlns:a="http://schemas.openxmlformats.org/drawingml/2006/main">
            <a:pathLst>
              <a:path w="384075" h="272939">
                <a:moveTo>
                  <a:pt x="0" y="0"/>
                </a:moveTo>
                <a:lnTo>
                  <a:pt x="384075" y="27293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7" name="pdf-path-842">
            <a:extLst xmlns:a="http://schemas.openxmlformats.org/drawingml/2006/main">
              <a:ext uri="{FF2B5EF4-FFF2-40B4-BE49-F238E27FC236}">
                <a16:creationId xmlns:a16="http://schemas.microsoft.com/office/drawing/2014/main" id="{1029E3BF-612D-4868-8567-0FCE0BE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607" y="2542501"/>
            <a:ext cx="500743" cy="271510"/>
          </a:xfrm>
          <a:custGeom xmlns:a="http://schemas.openxmlformats.org/drawingml/2006/main">
            <a:pathLst>
              <a:path w="500743" h="271510">
                <a:moveTo>
                  <a:pt x="0" y="0"/>
                </a:moveTo>
                <a:lnTo>
                  <a:pt x="500743" y="271510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8" name="pdf-path-843">
            <a:extLst xmlns:a="http://schemas.openxmlformats.org/drawingml/2006/main">
              <a:ext uri="{FF2B5EF4-FFF2-40B4-BE49-F238E27FC236}">
                <a16:creationId xmlns:a16="http://schemas.microsoft.com/office/drawing/2014/main" id="{F1B2073C-13B2-43DD-A8A8-A75EDC39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457" y="2540357"/>
            <a:ext cx="408957" cy="273654"/>
          </a:xfrm>
          <a:custGeom xmlns:a="http://schemas.openxmlformats.org/drawingml/2006/main">
            <a:pathLst>
              <a:path w="408957" h="273654">
                <a:moveTo>
                  <a:pt x="0" y="0"/>
                </a:moveTo>
                <a:lnTo>
                  <a:pt x="408957" y="27365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39" name="pdf-path-844">
            <a:extLst xmlns:a="http://schemas.openxmlformats.org/drawingml/2006/main">
              <a:ext uri="{FF2B5EF4-FFF2-40B4-BE49-F238E27FC236}">
                <a16:creationId xmlns:a16="http://schemas.microsoft.com/office/drawing/2014/main" id="{87568177-7902-4683-8D39-5E235A0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350" y="2543216"/>
            <a:ext cx="486407" cy="271509"/>
          </a:xfrm>
          <a:custGeom xmlns:a="http://schemas.openxmlformats.org/drawingml/2006/main">
            <a:pathLst>
              <a:path w="486407" h="271509">
                <a:moveTo>
                  <a:pt x="0" y="0"/>
                </a:moveTo>
                <a:lnTo>
                  <a:pt x="486407" y="27150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0" name="pdf-path-845">
            <a:extLst xmlns:a="http://schemas.openxmlformats.org/drawingml/2006/main">
              <a:ext uri="{FF2B5EF4-FFF2-40B4-BE49-F238E27FC236}">
                <a16:creationId xmlns:a16="http://schemas.microsoft.com/office/drawing/2014/main" id="{8C528DFB-6B24-4EF6-BC8F-2EABFE4B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353" y="2543942"/>
            <a:ext cx="384106" cy="272939"/>
          </a:xfrm>
          <a:custGeom xmlns:a="http://schemas.openxmlformats.org/drawingml/2006/main">
            <a:pathLst>
              <a:path w="384106" h="272939">
                <a:moveTo>
                  <a:pt x="0" y="0"/>
                </a:moveTo>
                <a:lnTo>
                  <a:pt x="384106" y="272939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1" name="pdf-path-846">
            <a:extLst xmlns:a="http://schemas.openxmlformats.org/drawingml/2006/main">
              <a:ext uri="{FF2B5EF4-FFF2-40B4-BE49-F238E27FC236}">
                <a16:creationId xmlns:a16="http://schemas.microsoft.com/office/drawing/2014/main" id="{BA252DF5-74C2-4572-8E17-604840B3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815" y="2544657"/>
            <a:ext cx="729639" cy="268638"/>
          </a:xfrm>
          <a:custGeom xmlns:a="http://schemas.openxmlformats.org/drawingml/2006/main">
            <a:pathLst>
              <a:path w="729639" h="268638">
                <a:moveTo>
                  <a:pt x="0" y="0"/>
                </a:moveTo>
                <a:lnTo>
                  <a:pt x="729639" y="26863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2" name="pdf-path-847">
            <a:extLst xmlns:a="http://schemas.openxmlformats.org/drawingml/2006/main">
              <a:ext uri="{FF2B5EF4-FFF2-40B4-BE49-F238E27FC236}">
                <a16:creationId xmlns:a16="http://schemas.microsoft.com/office/drawing/2014/main" id="{05C4C5FF-FFA2-464B-9B20-1D556D6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489" y="2545373"/>
            <a:ext cx="729763" cy="268638"/>
          </a:xfrm>
          <a:custGeom xmlns:a="http://schemas.openxmlformats.org/drawingml/2006/main">
            <a:pathLst>
              <a:path w="729763" h="268638">
                <a:moveTo>
                  <a:pt x="0" y="0"/>
                </a:moveTo>
                <a:lnTo>
                  <a:pt x="729763" y="268638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3" name="pdf-path-848">
            <a:extLst xmlns:a="http://schemas.openxmlformats.org/drawingml/2006/main">
              <a:ext uri="{FF2B5EF4-FFF2-40B4-BE49-F238E27FC236}">
                <a16:creationId xmlns:a16="http://schemas.microsoft.com/office/drawing/2014/main" id="{A09F7153-194E-438A-956C-0CA5795C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80" y="2547642"/>
            <a:ext cx="729732" cy="268524"/>
          </a:xfrm>
          <a:custGeom xmlns:a="http://schemas.openxmlformats.org/drawingml/2006/main">
            <a:pathLst>
              <a:path w="729732" h="268524">
                <a:moveTo>
                  <a:pt x="0" y="0"/>
                </a:moveTo>
                <a:lnTo>
                  <a:pt x="729732" y="2685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4" name="pdf-path-849">
            <a:extLst xmlns:a="http://schemas.openxmlformats.org/drawingml/2006/main">
              <a:ext uri="{FF2B5EF4-FFF2-40B4-BE49-F238E27FC236}">
                <a16:creationId xmlns:a16="http://schemas.microsoft.com/office/drawing/2014/main" id="{F50BFC4C-3701-4A73-BFAD-D379696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272" y="2545373"/>
            <a:ext cx="846892" cy="269353"/>
          </a:xfrm>
          <a:custGeom xmlns:a="http://schemas.openxmlformats.org/drawingml/2006/main">
            <a:pathLst>
              <a:path w="846892" h="269353">
                <a:moveTo>
                  <a:pt x="0" y="0"/>
                </a:moveTo>
                <a:lnTo>
                  <a:pt x="846892" y="269353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5" name="pdf-path-850">
            <a:extLst xmlns:a="http://schemas.openxmlformats.org/drawingml/2006/main">
              <a:ext uri="{FF2B5EF4-FFF2-40B4-BE49-F238E27FC236}">
                <a16:creationId xmlns:a16="http://schemas.microsoft.com/office/drawing/2014/main" id="{C4D9275C-DE5F-4C03-8B56-1F35391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22" y="2544294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6" name="pdf-path-851">
            <a:extLst xmlns:a="http://schemas.openxmlformats.org/drawingml/2006/main">
              <a:ext uri="{FF2B5EF4-FFF2-40B4-BE49-F238E27FC236}">
                <a16:creationId xmlns:a16="http://schemas.microsoft.com/office/drawing/2014/main" id="{0C3EE9EA-E903-4466-8C7F-2A1880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356" y="2543580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7" name="pdf-path-852">
            <a:extLst xmlns:a="http://schemas.openxmlformats.org/drawingml/2006/main">
              <a:ext uri="{FF2B5EF4-FFF2-40B4-BE49-F238E27FC236}">
                <a16:creationId xmlns:a16="http://schemas.microsoft.com/office/drawing/2014/main" id="{92CED19D-3E37-4334-A263-CBFF7828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059" y="2545009"/>
            <a:ext cx="846895" cy="269364"/>
          </a:xfrm>
          <a:custGeom xmlns:a="http://schemas.openxmlformats.org/drawingml/2006/main">
            <a:pathLst>
              <a:path w="846895" h="269364">
                <a:moveTo>
                  <a:pt x="0" y="0"/>
                </a:moveTo>
                <a:lnTo>
                  <a:pt x="846895" y="26936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8" name="pdf-path-853">
            <a:extLst xmlns:a="http://schemas.openxmlformats.org/drawingml/2006/main">
              <a:ext uri="{FF2B5EF4-FFF2-40B4-BE49-F238E27FC236}">
                <a16:creationId xmlns:a16="http://schemas.microsoft.com/office/drawing/2014/main" id="{D16AC106-284B-4970-96F5-E2B9202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35" y="2542865"/>
            <a:ext cx="630189" cy="272224"/>
          </a:xfrm>
          <a:custGeom xmlns:a="http://schemas.openxmlformats.org/drawingml/2006/main">
            <a:pathLst>
              <a:path w="630189" h="272224">
                <a:moveTo>
                  <a:pt x="0" y="0"/>
                </a:moveTo>
                <a:lnTo>
                  <a:pt x="630189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49" name="pdf-path-854">
            <a:extLst xmlns:a="http://schemas.openxmlformats.org/drawingml/2006/main">
              <a:ext uri="{FF2B5EF4-FFF2-40B4-BE49-F238E27FC236}">
                <a16:creationId xmlns:a16="http://schemas.microsoft.com/office/drawing/2014/main" id="{3481CD22-32BE-4D9C-A995-B7E48AD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302" y="2542149"/>
            <a:ext cx="630191" cy="272224"/>
          </a:xfrm>
          <a:custGeom xmlns:a="http://schemas.openxmlformats.org/drawingml/2006/main">
            <a:pathLst>
              <a:path w="630191" h="272224">
                <a:moveTo>
                  <a:pt x="0" y="0"/>
                </a:moveTo>
                <a:lnTo>
                  <a:pt x="630191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0" name="pdf-path-855">
            <a:extLst xmlns:a="http://schemas.openxmlformats.org/drawingml/2006/main">
              <a:ext uri="{FF2B5EF4-FFF2-40B4-BE49-F238E27FC236}">
                <a16:creationId xmlns:a16="http://schemas.microsoft.com/office/drawing/2014/main" id="{CF501583-6F14-4988-9085-3D86CBF9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046" y="2539993"/>
            <a:ext cx="630194" cy="272236"/>
          </a:xfrm>
          <a:custGeom xmlns:a="http://schemas.openxmlformats.org/drawingml/2006/main">
            <a:pathLst>
              <a:path w="630194" h="272236">
                <a:moveTo>
                  <a:pt x="0" y="0"/>
                </a:moveTo>
                <a:lnTo>
                  <a:pt x="630194" y="272236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1" name="pdf-path-856">
            <a:extLst xmlns:a="http://schemas.openxmlformats.org/drawingml/2006/main">
              <a:ext uri="{FF2B5EF4-FFF2-40B4-BE49-F238E27FC236}">
                <a16:creationId xmlns:a16="http://schemas.microsoft.com/office/drawing/2014/main" id="{140A311B-B70C-4C74-9875-07225992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993" y="2542865"/>
            <a:ext cx="630160" cy="272224"/>
          </a:xfrm>
          <a:custGeom xmlns:a="http://schemas.openxmlformats.org/drawingml/2006/main">
            <a:pathLst>
              <a:path w="630160" h="272224">
                <a:moveTo>
                  <a:pt x="0" y="0"/>
                </a:moveTo>
                <a:lnTo>
                  <a:pt x="630160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2" name="pdf-path-857">
            <a:extLst xmlns:a="http://schemas.openxmlformats.org/drawingml/2006/main">
              <a:ext uri="{FF2B5EF4-FFF2-40B4-BE49-F238E27FC236}">
                <a16:creationId xmlns:a16="http://schemas.microsoft.com/office/drawing/2014/main" id="{B80CA24A-8430-48D7-9394-0A37E3A1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086" y="2543580"/>
            <a:ext cx="630189" cy="272224"/>
          </a:xfrm>
          <a:custGeom xmlns:a="http://schemas.openxmlformats.org/drawingml/2006/main">
            <a:pathLst>
              <a:path w="630189" h="272224">
                <a:moveTo>
                  <a:pt x="0" y="0"/>
                </a:moveTo>
                <a:lnTo>
                  <a:pt x="630189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3" name="pdf-path-858">
            <a:extLst xmlns:a="http://schemas.openxmlformats.org/drawingml/2006/main">
              <a:ext uri="{FF2B5EF4-FFF2-40B4-BE49-F238E27FC236}">
                <a16:creationId xmlns:a16="http://schemas.microsoft.com/office/drawing/2014/main" id="{C44F2584-74F3-42E7-93DA-4E98DED9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085" y="2541434"/>
            <a:ext cx="630160" cy="272224"/>
          </a:xfrm>
          <a:custGeom xmlns:a="http://schemas.openxmlformats.org/drawingml/2006/main">
            <a:pathLst>
              <a:path w="630160" h="272224">
                <a:moveTo>
                  <a:pt x="0" y="0"/>
                </a:moveTo>
                <a:lnTo>
                  <a:pt x="630160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4" name="pdf-path-859">
            <a:extLst xmlns:a="http://schemas.openxmlformats.org/drawingml/2006/main">
              <a:ext uri="{FF2B5EF4-FFF2-40B4-BE49-F238E27FC236}">
                <a16:creationId xmlns:a16="http://schemas.microsoft.com/office/drawing/2014/main" id="{D949332C-41B8-478C-B8A1-39313801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21" y="2540708"/>
            <a:ext cx="490722" cy="272235"/>
          </a:xfrm>
          <a:custGeom xmlns:a="http://schemas.openxmlformats.org/drawingml/2006/main">
            <a:pathLst>
              <a:path w="490722" h="272235">
                <a:moveTo>
                  <a:pt x="0" y="0"/>
                </a:moveTo>
                <a:lnTo>
                  <a:pt x="490722" y="27223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5" name="pdf-path-860">
            <a:extLst xmlns:a="http://schemas.openxmlformats.org/drawingml/2006/main">
              <a:ext uri="{FF2B5EF4-FFF2-40B4-BE49-F238E27FC236}">
                <a16:creationId xmlns:a16="http://schemas.microsoft.com/office/drawing/2014/main" id="{7F1549D1-E1B1-4A01-9C1B-0A7D5C30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399" y="2541434"/>
            <a:ext cx="490718" cy="272224"/>
          </a:xfrm>
          <a:custGeom xmlns:a="http://schemas.openxmlformats.org/drawingml/2006/main">
            <a:pathLst>
              <a:path w="490718" h="272224">
                <a:moveTo>
                  <a:pt x="0" y="0"/>
                </a:moveTo>
                <a:lnTo>
                  <a:pt x="490718" y="272224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6" name="pdf-path-861">
            <a:extLst xmlns:a="http://schemas.openxmlformats.org/drawingml/2006/main">
              <a:ext uri="{FF2B5EF4-FFF2-40B4-BE49-F238E27FC236}">
                <a16:creationId xmlns:a16="http://schemas.microsoft.com/office/drawing/2014/main" id="{28CA3C33-4035-40AB-AC67-F4E600C5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350" y="2539993"/>
            <a:ext cx="33892" cy="275095"/>
          </a:xfrm>
          <a:custGeom xmlns:a="http://schemas.openxmlformats.org/drawingml/2006/main">
            <a:pathLst>
              <a:path w="33892" h="275095">
                <a:moveTo>
                  <a:pt x="0" y="0"/>
                </a:moveTo>
                <a:lnTo>
                  <a:pt x="33892" y="275095"/>
                </a:lnTo>
              </a:path>
            </a:pathLst>
          </a:custGeom>
          <a:noFill xmlns:a="http://schemas.openxmlformats.org/drawingml/2006/main"/>
          <a:ln xmlns:a="http://schemas.openxmlformats.org/drawingml/2006/main" w="15687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7" name="pdf-path-862">
            <a:extLst xmlns:a="http://schemas.openxmlformats.org/drawingml/2006/main">
              <a:ext uri="{FF2B5EF4-FFF2-40B4-BE49-F238E27FC236}">
                <a16:creationId xmlns:a16="http://schemas.microsoft.com/office/drawing/2014/main" id="{4720204B-2185-4109-8C4F-44B0E776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014" y="1607380"/>
            <a:ext cx="72712" cy="276526"/>
          </a:xfrm>
          <a:custGeom xmlns:a="http://schemas.openxmlformats.org/drawingml/2006/main">
            <a:pathLst>
              <a:path w="72712" h="276526">
                <a:moveTo>
                  <a:pt x="0" y="0"/>
                </a:moveTo>
                <a:lnTo>
                  <a:pt x="26860" y="276526"/>
                </a:lnTo>
                <a:lnTo>
                  <a:pt x="72712" y="48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8" name="pdf-path-863">
            <a:extLst xmlns:a="http://schemas.openxmlformats.org/drawingml/2006/main">
              <a:ext uri="{FF2B5EF4-FFF2-40B4-BE49-F238E27FC236}">
                <a16:creationId xmlns:a16="http://schemas.microsoft.com/office/drawing/2014/main" id="{33E5C6D1-B0CC-41AB-A4DA-604DB6A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880" y="1607864"/>
            <a:ext cx="204509" cy="275933"/>
          </a:xfrm>
          <a:custGeom xmlns:a="http://schemas.openxmlformats.org/drawingml/2006/main">
            <a:pathLst>
              <a:path w="204509" h="275933">
                <a:moveTo>
                  <a:pt x="128936" y="592"/>
                </a:moveTo>
                <a:lnTo>
                  <a:pt x="0" y="275933"/>
                </a:lnTo>
                <a:lnTo>
                  <a:pt x="2045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59" name="pdf-path-864">
            <a:extLst xmlns:a="http://schemas.openxmlformats.org/drawingml/2006/main">
              <a:ext uri="{FF2B5EF4-FFF2-40B4-BE49-F238E27FC236}">
                <a16:creationId xmlns:a16="http://schemas.microsoft.com/office/drawing/2014/main" id="{0DB83269-5E65-41A1-A388-90A39FDF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232" y="1608456"/>
            <a:ext cx="373850" cy="275575"/>
          </a:xfrm>
          <a:custGeom xmlns:a="http://schemas.openxmlformats.org/drawingml/2006/main">
            <a:pathLst>
              <a:path w="373850" h="275575">
                <a:moveTo>
                  <a:pt x="297787" y="592"/>
                </a:moveTo>
                <a:lnTo>
                  <a:pt x="0" y="275575"/>
                </a:lnTo>
                <a:lnTo>
                  <a:pt x="37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0" name="pdf-path-865">
            <a:extLst xmlns:a="http://schemas.openxmlformats.org/drawingml/2006/main">
              <a:ext uri="{FF2B5EF4-FFF2-40B4-BE49-F238E27FC236}">
                <a16:creationId xmlns:a16="http://schemas.microsoft.com/office/drawing/2014/main" id="{665EA3C5-FA39-41F2-9FBA-8A325FA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959" y="1609407"/>
            <a:ext cx="528563" cy="275090"/>
          </a:xfrm>
          <a:custGeom xmlns:a="http://schemas.openxmlformats.org/drawingml/2006/main">
            <a:pathLst>
              <a:path w="528563" h="275090">
                <a:moveTo>
                  <a:pt x="455028" y="0"/>
                </a:moveTo>
                <a:lnTo>
                  <a:pt x="0" y="275090"/>
                </a:lnTo>
                <a:lnTo>
                  <a:pt x="528563" y="9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1" name="pdf-path-866">
            <a:extLst xmlns:a="http://schemas.openxmlformats.org/drawingml/2006/main">
              <a:ext uri="{FF2B5EF4-FFF2-40B4-BE49-F238E27FC236}">
                <a16:creationId xmlns:a16="http://schemas.microsoft.com/office/drawing/2014/main" id="{72A9D73F-2C15-4EED-B5B0-03E6FE9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43" y="1609766"/>
            <a:ext cx="687724" cy="274265"/>
          </a:xfrm>
          <a:custGeom xmlns:a="http://schemas.openxmlformats.org/drawingml/2006/main">
            <a:pathLst>
              <a:path w="687724" h="274265">
                <a:moveTo>
                  <a:pt x="610584" y="718"/>
                </a:moveTo>
                <a:lnTo>
                  <a:pt x="0" y="274265"/>
                </a:lnTo>
                <a:lnTo>
                  <a:pt x="6877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2" name="pdf-path-867">
            <a:extLst xmlns:a="http://schemas.openxmlformats.org/drawingml/2006/main">
              <a:ext uri="{FF2B5EF4-FFF2-40B4-BE49-F238E27FC236}">
                <a16:creationId xmlns:a16="http://schemas.microsoft.com/office/drawing/2014/main" id="{3D7A3179-A29B-4E74-9257-67BB6129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768" y="1607021"/>
            <a:ext cx="852376" cy="278320"/>
          </a:xfrm>
          <a:custGeom xmlns:a="http://schemas.openxmlformats.org/drawingml/2006/main">
            <a:pathLst>
              <a:path w="852376" h="278320">
                <a:moveTo>
                  <a:pt x="772142" y="3697"/>
                </a:moveTo>
                <a:lnTo>
                  <a:pt x="0" y="278320"/>
                </a:lnTo>
                <a:lnTo>
                  <a:pt x="852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3" name="pdf-path-868">
            <a:extLst xmlns:a="http://schemas.openxmlformats.org/drawingml/2006/main">
              <a:ext uri="{FF2B5EF4-FFF2-40B4-BE49-F238E27FC236}">
                <a16:creationId xmlns:a16="http://schemas.microsoft.com/office/drawing/2014/main" id="{9B42BC52-5C83-4A19-8413-3D11BA2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972" y="1605944"/>
            <a:ext cx="139242" cy="281191"/>
          </a:xfrm>
          <a:custGeom xmlns:a="http://schemas.openxmlformats.org/drawingml/2006/main">
            <a:pathLst>
              <a:path w="139242" h="281191">
                <a:moveTo>
                  <a:pt x="47773" y="251"/>
                </a:moveTo>
                <a:lnTo>
                  <a:pt x="0" y="281191"/>
                </a:lnTo>
                <a:lnTo>
                  <a:pt x="139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4" name="pdf-path-869">
            <a:extLst xmlns:a="http://schemas.openxmlformats.org/drawingml/2006/main">
              <a:ext uri="{FF2B5EF4-FFF2-40B4-BE49-F238E27FC236}">
                <a16:creationId xmlns:a16="http://schemas.microsoft.com/office/drawing/2014/main" id="{65440D6A-82AB-4676-A3BB-516738E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146" y="1606555"/>
            <a:ext cx="299922" cy="279737"/>
          </a:xfrm>
          <a:custGeom xmlns:a="http://schemas.openxmlformats.org/drawingml/2006/main">
            <a:pathLst>
              <a:path w="299922" h="279737">
                <a:moveTo>
                  <a:pt x="215278" y="0"/>
                </a:moveTo>
                <a:lnTo>
                  <a:pt x="0" y="279737"/>
                </a:lnTo>
                <a:lnTo>
                  <a:pt x="299922" y="15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5" name="pdf-path-870">
            <a:extLst xmlns:a="http://schemas.openxmlformats.org/drawingml/2006/main">
              <a:ext uri="{FF2B5EF4-FFF2-40B4-BE49-F238E27FC236}">
                <a16:creationId xmlns:a16="http://schemas.microsoft.com/office/drawing/2014/main" id="{693C2A21-2F2D-4386-9B3A-B1CE147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13" y="1607739"/>
            <a:ext cx="462797" cy="277243"/>
          </a:xfrm>
          <a:custGeom xmlns:a="http://schemas.openxmlformats.org/drawingml/2006/main">
            <a:pathLst>
              <a:path w="462797" h="277243">
                <a:moveTo>
                  <a:pt x="371336" y="126"/>
                </a:moveTo>
                <a:lnTo>
                  <a:pt x="0" y="277243"/>
                </a:lnTo>
                <a:lnTo>
                  <a:pt x="462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6" name="pdf-path-871">
            <a:extLst xmlns:a="http://schemas.openxmlformats.org/drawingml/2006/main">
              <a:ext uri="{FF2B5EF4-FFF2-40B4-BE49-F238E27FC236}">
                <a16:creationId xmlns:a16="http://schemas.microsoft.com/office/drawing/2014/main" id="{DD167BBA-0888-4B1E-BD9A-84BB3036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536" y="1608223"/>
            <a:ext cx="625527" cy="277244"/>
          </a:xfrm>
          <a:custGeom xmlns:a="http://schemas.openxmlformats.org/drawingml/2006/main">
            <a:pathLst>
              <a:path w="625527" h="277244">
                <a:moveTo>
                  <a:pt x="540893" y="0"/>
                </a:moveTo>
                <a:lnTo>
                  <a:pt x="0" y="277244"/>
                </a:lnTo>
                <a:lnTo>
                  <a:pt x="625527" y="16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7" name="pdf-path-872">
            <a:extLst xmlns:a="http://schemas.openxmlformats.org/drawingml/2006/main">
              <a:ext uri="{FF2B5EF4-FFF2-40B4-BE49-F238E27FC236}">
                <a16:creationId xmlns:a16="http://schemas.microsoft.com/office/drawing/2014/main" id="{49BCDF1A-7636-4A0E-AA2B-B30F775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151" y="1608941"/>
            <a:ext cx="777997" cy="276041"/>
          </a:xfrm>
          <a:custGeom xmlns:a="http://schemas.openxmlformats.org/drawingml/2006/main">
            <a:pathLst>
              <a:path w="777997" h="276041">
                <a:moveTo>
                  <a:pt x="698115" y="1436"/>
                </a:moveTo>
                <a:lnTo>
                  <a:pt x="0" y="276041"/>
                </a:lnTo>
                <a:lnTo>
                  <a:pt x="7779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8" name="pdf-path-873">
            <a:extLst xmlns:a="http://schemas.openxmlformats.org/drawingml/2006/main">
              <a:ext uri="{FF2B5EF4-FFF2-40B4-BE49-F238E27FC236}">
                <a16:creationId xmlns:a16="http://schemas.microsoft.com/office/drawing/2014/main" id="{EA9ABA1A-2E3C-44F8-9E10-648D58F0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88" y="1609533"/>
            <a:ext cx="851668" cy="275323"/>
          </a:xfrm>
          <a:custGeom xmlns:a="http://schemas.openxmlformats.org/drawingml/2006/main">
            <a:pathLst>
              <a:path w="851668" h="275323">
                <a:moveTo>
                  <a:pt x="851668" y="0"/>
                </a:moveTo>
                <a:lnTo>
                  <a:pt x="0" y="27532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69" name="pdf-path-874">
            <a:extLst xmlns:a="http://schemas.openxmlformats.org/drawingml/2006/main">
              <a:ext uri="{FF2B5EF4-FFF2-40B4-BE49-F238E27FC236}">
                <a16:creationId xmlns:a16="http://schemas.microsoft.com/office/drawing/2014/main" id="{EF6DD715-884E-4C78-8F85-BDAC2434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546" y="1606429"/>
            <a:ext cx="72712" cy="276526"/>
          </a:xfrm>
          <a:custGeom xmlns:a="http://schemas.openxmlformats.org/drawingml/2006/main">
            <a:pathLst>
              <a:path w="72712" h="276526">
                <a:moveTo>
                  <a:pt x="0" y="0"/>
                </a:moveTo>
                <a:lnTo>
                  <a:pt x="26890" y="276526"/>
                </a:lnTo>
                <a:lnTo>
                  <a:pt x="72712" y="48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0" name="pdf-path-875">
            <a:extLst xmlns:a="http://schemas.openxmlformats.org/drawingml/2006/main">
              <a:ext uri="{FF2B5EF4-FFF2-40B4-BE49-F238E27FC236}">
                <a16:creationId xmlns:a16="http://schemas.microsoft.com/office/drawing/2014/main" id="{A82A4B1C-C59B-414E-A348-F2D9169F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408" y="1606913"/>
            <a:ext cx="204543" cy="275916"/>
          </a:xfrm>
          <a:custGeom xmlns:a="http://schemas.openxmlformats.org/drawingml/2006/main">
            <a:pathLst>
              <a:path w="204543" h="275916">
                <a:moveTo>
                  <a:pt x="129062" y="592"/>
                </a:moveTo>
                <a:lnTo>
                  <a:pt x="0" y="275916"/>
                </a:lnTo>
                <a:lnTo>
                  <a:pt x="20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1" name="pdf-path-876">
            <a:extLst xmlns:a="http://schemas.openxmlformats.org/drawingml/2006/main">
              <a:ext uri="{FF2B5EF4-FFF2-40B4-BE49-F238E27FC236}">
                <a16:creationId xmlns:a16="http://schemas.microsoft.com/office/drawing/2014/main" id="{414C57C8-1CBB-4FD2-960A-82B931DD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795" y="1607631"/>
            <a:ext cx="373932" cy="275449"/>
          </a:xfrm>
          <a:custGeom xmlns:a="http://schemas.openxmlformats.org/drawingml/2006/main">
            <a:pathLst>
              <a:path w="373932" h="275449">
                <a:moveTo>
                  <a:pt x="297756" y="467"/>
                </a:moveTo>
                <a:lnTo>
                  <a:pt x="0" y="275449"/>
                </a:lnTo>
                <a:lnTo>
                  <a:pt x="3739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2" name="pdf-path-877">
            <a:extLst xmlns:a="http://schemas.openxmlformats.org/drawingml/2006/main">
              <a:ext uri="{FF2B5EF4-FFF2-40B4-BE49-F238E27FC236}">
                <a16:creationId xmlns:a16="http://schemas.microsoft.com/office/drawing/2014/main" id="{648B5F37-6BDC-486F-B4CC-4001FD5D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614" y="1608456"/>
            <a:ext cx="528590" cy="275090"/>
          </a:xfrm>
          <a:custGeom xmlns:a="http://schemas.openxmlformats.org/drawingml/2006/main">
            <a:pathLst>
              <a:path w="528590" h="275090">
                <a:moveTo>
                  <a:pt x="454907" y="0"/>
                </a:moveTo>
                <a:lnTo>
                  <a:pt x="0" y="275090"/>
                </a:lnTo>
                <a:lnTo>
                  <a:pt x="528590" y="951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3" name="pdf-path-878">
            <a:extLst xmlns:a="http://schemas.openxmlformats.org/drawingml/2006/main">
              <a:ext uri="{FF2B5EF4-FFF2-40B4-BE49-F238E27FC236}">
                <a16:creationId xmlns:a16="http://schemas.microsoft.com/office/drawing/2014/main" id="{8EECF4DD-FDB3-4151-80DA-370C9C9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498" y="1608815"/>
            <a:ext cx="687601" cy="274265"/>
          </a:xfrm>
          <a:custGeom xmlns:a="http://schemas.openxmlformats.org/drawingml/2006/main">
            <a:pathLst>
              <a:path w="687601" h="274265">
                <a:moveTo>
                  <a:pt x="610492" y="718"/>
                </a:moveTo>
                <a:lnTo>
                  <a:pt x="0" y="274265"/>
                </a:lnTo>
                <a:lnTo>
                  <a:pt x="6876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4" name="pdf-path-879">
            <a:extLst xmlns:a="http://schemas.openxmlformats.org/drawingml/2006/main">
              <a:ext uri="{FF2B5EF4-FFF2-40B4-BE49-F238E27FC236}">
                <a16:creationId xmlns:a16="http://schemas.microsoft.com/office/drawing/2014/main" id="{9A6EE40C-B425-4772-A7E3-84BE8CE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813" y="1604868"/>
            <a:ext cx="139212" cy="281191"/>
          </a:xfrm>
          <a:custGeom xmlns:a="http://schemas.openxmlformats.org/drawingml/2006/main">
            <a:pathLst>
              <a:path w="139212" h="281191">
                <a:moveTo>
                  <a:pt x="47773" y="251"/>
                </a:moveTo>
                <a:lnTo>
                  <a:pt x="0" y="281191"/>
                </a:lnTo>
                <a:lnTo>
                  <a:pt x="139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5" name="pdf-path-880">
            <a:extLst xmlns:a="http://schemas.openxmlformats.org/drawingml/2006/main">
              <a:ext uri="{FF2B5EF4-FFF2-40B4-BE49-F238E27FC236}">
                <a16:creationId xmlns:a16="http://schemas.microsoft.com/office/drawing/2014/main" id="{D943528E-938D-417A-BE0A-3D7764E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87" y="1605478"/>
            <a:ext cx="299922" cy="279738"/>
          </a:xfrm>
          <a:custGeom xmlns:a="http://schemas.openxmlformats.org/drawingml/2006/main">
            <a:pathLst>
              <a:path w="299922" h="279738">
                <a:moveTo>
                  <a:pt x="215279" y="0"/>
                </a:moveTo>
                <a:lnTo>
                  <a:pt x="0" y="279738"/>
                </a:lnTo>
                <a:lnTo>
                  <a:pt x="299922" y="154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6" name="pdf-path-881">
            <a:extLst xmlns:a="http://schemas.openxmlformats.org/drawingml/2006/main">
              <a:ext uri="{FF2B5EF4-FFF2-40B4-BE49-F238E27FC236}">
                <a16:creationId xmlns:a16="http://schemas.microsoft.com/office/drawing/2014/main" id="{6299721E-313C-4C9A-B7A6-8C36F637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247" y="1606662"/>
            <a:ext cx="462774" cy="277369"/>
          </a:xfrm>
          <a:custGeom xmlns:a="http://schemas.openxmlformats.org/drawingml/2006/main">
            <a:pathLst>
              <a:path w="462774" h="277369">
                <a:moveTo>
                  <a:pt x="371336" y="252"/>
                </a:moveTo>
                <a:lnTo>
                  <a:pt x="0" y="277369"/>
                </a:lnTo>
                <a:lnTo>
                  <a:pt x="4627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7" name="pdf-path-882">
            <a:extLst xmlns:a="http://schemas.openxmlformats.org/drawingml/2006/main">
              <a:ext uri="{FF2B5EF4-FFF2-40B4-BE49-F238E27FC236}">
                <a16:creationId xmlns:a16="http://schemas.microsoft.com/office/drawing/2014/main" id="{3258347D-F922-46C7-A159-4B9E023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378" y="1607272"/>
            <a:ext cx="540885" cy="277118"/>
          </a:xfrm>
          <a:custGeom xmlns:a="http://schemas.openxmlformats.org/drawingml/2006/main">
            <a:pathLst>
              <a:path w="540885" h="277118">
                <a:moveTo>
                  <a:pt x="540885" y="0"/>
                </a:moveTo>
                <a:lnTo>
                  <a:pt x="0" y="27711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8" name="pdf-path-883">
            <a:extLst xmlns:a="http://schemas.openxmlformats.org/drawingml/2006/main">
              <a:ext uri="{FF2B5EF4-FFF2-40B4-BE49-F238E27FC236}">
                <a16:creationId xmlns:a16="http://schemas.microsoft.com/office/drawing/2014/main" id="{8A1AB037-F5CF-42FD-B3DA-44BB6FF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387" y="1605352"/>
            <a:ext cx="72732" cy="276526"/>
          </a:xfrm>
          <a:custGeom xmlns:a="http://schemas.openxmlformats.org/drawingml/2006/main">
            <a:pathLst>
              <a:path w="72732" h="276526">
                <a:moveTo>
                  <a:pt x="0" y="0"/>
                </a:moveTo>
                <a:lnTo>
                  <a:pt x="26860" y="276526"/>
                </a:lnTo>
                <a:lnTo>
                  <a:pt x="72732" y="59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79" name="pdf-path-884">
            <a:extLst xmlns:a="http://schemas.openxmlformats.org/drawingml/2006/main">
              <a:ext uri="{FF2B5EF4-FFF2-40B4-BE49-F238E27FC236}">
                <a16:creationId xmlns:a16="http://schemas.microsoft.com/office/drawing/2014/main" id="{5DD69A6C-2DCB-4E54-904B-F27AC703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249" y="1605837"/>
            <a:ext cx="204513" cy="275915"/>
          </a:xfrm>
          <a:custGeom xmlns:a="http://schemas.openxmlformats.org/drawingml/2006/main">
            <a:pathLst>
              <a:path w="204513" h="275915">
                <a:moveTo>
                  <a:pt x="128940" y="592"/>
                </a:moveTo>
                <a:lnTo>
                  <a:pt x="0" y="275915"/>
                </a:lnTo>
                <a:lnTo>
                  <a:pt x="204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0" name="pdf-path-885">
            <a:extLst xmlns:a="http://schemas.openxmlformats.org/drawingml/2006/main">
              <a:ext uri="{FF2B5EF4-FFF2-40B4-BE49-F238E27FC236}">
                <a16:creationId xmlns:a16="http://schemas.microsoft.com/office/drawing/2014/main" id="{78466470-B7CF-49AE-B827-3303008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606" y="1606555"/>
            <a:ext cx="373962" cy="275449"/>
          </a:xfrm>
          <a:custGeom xmlns:a="http://schemas.openxmlformats.org/drawingml/2006/main">
            <a:pathLst>
              <a:path w="373962" h="275449">
                <a:moveTo>
                  <a:pt x="297778" y="592"/>
                </a:moveTo>
                <a:lnTo>
                  <a:pt x="0" y="275449"/>
                </a:lnTo>
                <a:lnTo>
                  <a:pt x="3739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1" name="pdf-path-886">
            <a:extLst xmlns:a="http://schemas.openxmlformats.org/drawingml/2006/main">
              <a:ext uri="{FF2B5EF4-FFF2-40B4-BE49-F238E27FC236}">
                <a16:creationId xmlns:a16="http://schemas.microsoft.com/office/drawing/2014/main" id="{C6FF806C-2049-4BCD-9044-538D2A2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24" y="1603917"/>
            <a:ext cx="139203" cy="281065"/>
          </a:xfrm>
          <a:custGeom xmlns:a="http://schemas.openxmlformats.org/drawingml/2006/main">
            <a:pathLst>
              <a:path w="139203" h="281065">
                <a:moveTo>
                  <a:pt x="47774" y="126"/>
                </a:moveTo>
                <a:lnTo>
                  <a:pt x="0" y="281065"/>
                </a:lnTo>
                <a:lnTo>
                  <a:pt x="1392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2" name="pdf-path-887">
            <a:extLst xmlns:a="http://schemas.openxmlformats.org/drawingml/2006/main">
              <a:ext uri="{FF2B5EF4-FFF2-40B4-BE49-F238E27FC236}">
                <a16:creationId xmlns:a16="http://schemas.microsoft.com/office/drawing/2014/main" id="{782399D6-4D64-4C72-A8E2-AD466494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098" y="1604401"/>
            <a:ext cx="215280" cy="279738"/>
          </a:xfrm>
          <a:custGeom xmlns:a="http://schemas.openxmlformats.org/drawingml/2006/main">
            <a:pathLst>
              <a:path w="215280" h="279738">
                <a:moveTo>
                  <a:pt x="215280" y="0"/>
                </a:moveTo>
                <a:lnTo>
                  <a:pt x="0" y="27973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3" name="pdf-path-888">
            <a:extLst xmlns:a="http://schemas.openxmlformats.org/drawingml/2006/main">
              <a:ext uri="{FF2B5EF4-FFF2-40B4-BE49-F238E27FC236}">
                <a16:creationId xmlns:a16="http://schemas.microsoft.com/office/drawing/2014/main" id="{9DBBB983-3E98-41B1-A640-295C202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535" y="1606314"/>
            <a:ext cx="190445" cy="277953"/>
          </a:xfrm>
          <a:custGeom xmlns:a="http://schemas.openxmlformats.org/drawingml/2006/main">
            <a:pathLst>
              <a:path w="190445" h="277953">
                <a:moveTo>
                  <a:pt x="70468" y="0"/>
                </a:moveTo>
                <a:lnTo>
                  <a:pt x="190445" y="277953"/>
                </a:lnTo>
                <a:lnTo>
                  <a:pt x="0" y="3452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4" name="pdf-path-889">
            <a:extLst xmlns:a="http://schemas.openxmlformats.org/drawingml/2006/main">
              <a:ext uri="{FF2B5EF4-FFF2-40B4-BE49-F238E27FC236}">
                <a16:creationId xmlns:a16="http://schemas.microsoft.com/office/drawing/2014/main" id="{039E8119-D681-40A3-A782-71C9B3B8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606" y="1606314"/>
            <a:ext cx="190323" cy="277953"/>
          </a:xfrm>
          <a:custGeom xmlns:a="http://schemas.openxmlformats.org/drawingml/2006/main">
            <a:pathLst>
              <a:path w="190323" h="277953">
                <a:moveTo>
                  <a:pt x="70314" y="0"/>
                </a:moveTo>
                <a:lnTo>
                  <a:pt x="190323" y="277953"/>
                </a:lnTo>
                <a:lnTo>
                  <a:pt x="0" y="3452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5" name="pdf-path-890">
            <a:extLst xmlns:a="http://schemas.openxmlformats.org/drawingml/2006/main">
              <a:ext uri="{FF2B5EF4-FFF2-40B4-BE49-F238E27FC236}">
                <a16:creationId xmlns:a16="http://schemas.microsoft.com/office/drawing/2014/main" id="{10FC12F3-C4EB-40AB-8ADC-D9302459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377" y="1606314"/>
            <a:ext cx="190323" cy="277953"/>
          </a:xfrm>
          <a:custGeom xmlns:a="http://schemas.openxmlformats.org/drawingml/2006/main">
            <a:pathLst>
              <a:path w="190323" h="277953">
                <a:moveTo>
                  <a:pt x="70314" y="0"/>
                </a:moveTo>
                <a:lnTo>
                  <a:pt x="190323" y="277953"/>
                </a:lnTo>
                <a:lnTo>
                  <a:pt x="0" y="3452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6" name="pdf-path-891">
            <a:extLst xmlns:a="http://schemas.openxmlformats.org/drawingml/2006/main">
              <a:ext uri="{FF2B5EF4-FFF2-40B4-BE49-F238E27FC236}">
                <a16:creationId xmlns:a16="http://schemas.microsoft.com/office/drawing/2014/main" id="{1494BBC0-E78B-49FC-BAB1-2485121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75" y="1609169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32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7" name="pdf-path-892">
            <a:extLst xmlns:a="http://schemas.openxmlformats.org/drawingml/2006/main">
              <a:ext uri="{FF2B5EF4-FFF2-40B4-BE49-F238E27FC236}">
                <a16:creationId xmlns:a16="http://schemas.microsoft.com/office/drawing/2014/main" id="{DD03EA84-97E6-4607-8806-295346D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1607024"/>
            <a:ext cx="190443" cy="277953"/>
          </a:xfrm>
          <a:custGeom xmlns:a="http://schemas.openxmlformats.org/drawingml/2006/main">
            <a:pathLst>
              <a:path w="190443" h="277953">
                <a:moveTo>
                  <a:pt x="70433" y="0"/>
                </a:moveTo>
                <a:lnTo>
                  <a:pt x="190443" y="277953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8" name="pdf-path-893">
            <a:extLst xmlns:a="http://schemas.openxmlformats.org/drawingml/2006/main">
              <a:ext uri="{FF2B5EF4-FFF2-40B4-BE49-F238E27FC236}">
                <a16:creationId xmlns:a16="http://schemas.microsoft.com/office/drawing/2014/main" id="{124C35EE-F13D-46EE-9369-C20FAE13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621" y="1609660"/>
            <a:ext cx="345295" cy="274854"/>
          </a:xfrm>
          <a:custGeom xmlns:a="http://schemas.openxmlformats.org/drawingml/2006/main">
            <a:pathLst>
              <a:path w="345295" h="274854">
                <a:moveTo>
                  <a:pt x="345295" y="2748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89" name="pdf-path-894">
            <a:extLst xmlns:a="http://schemas.openxmlformats.org/drawingml/2006/main">
              <a:ext uri="{FF2B5EF4-FFF2-40B4-BE49-F238E27FC236}">
                <a16:creationId xmlns:a16="http://schemas.microsoft.com/office/drawing/2014/main" id="{A1B01E28-754E-40B2-979B-FA87C569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252" y="1610849"/>
            <a:ext cx="516275" cy="271636"/>
          </a:xfrm>
          <a:custGeom xmlns:a="http://schemas.openxmlformats.org/drawingml/2006/main">
            <a:pathLst>
              <a:path w="516275" h="271636">
                <a:moveTo>
                  <a:pt x="516275" y="2716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0" name="pdf-path-895">
            <a:extLst xmlns:a="http://schemas.openxmlformats.org/drawingml/2006/main">
              <a:ext uri="{FF2B5EF4-FFF2-40B4-BE49-F238E27FC236}">
                <a16:creationId xmlns:a16="http://schemas.microsoft.com/office/drawing/2014/main" id="{5CA3B91F-F6B0-4EF5-B279-8B935C04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251" y="1610482"/>
            <a:ext cx="836526" cy="272353"/>
          </a:xfrm>
          <a:custGeom xmlns:a="http://schemas.openxmlformats.org/drawingml/2006/main">
            <a:pathLst>
              <a:path w="836526" h="272353">
                <a:moveTo>
                  <a:pt x="665658" y="272353"/>
                </a:moveTo>
                <a:lnTo>
                  <a:pt x="0" y="0"/>
                </a:lnTo>
                <a:lnTo>
                  <a:pt x="836526" y="269362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1" name="pdf-path-896">
            <a:extLst xmlns:a="http://schemas.openxmlformats.org/drawingml/2006/main">
              <a:ext uri="{FF2B5EF4-FFF2-40B4-BE49-F238E27FC236}">
                <a16:creationId xmlns:a16="http://schemas.microsoft.com/office/drawing/2014/main" id="{716534C5-95EB-4415-BAAA-8B1978A1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819" y="1606669"/>
            <a:ext cx="994238" cy="275694"/>
          </a:xfrm>
          <a:custGeom xmlns:a="http://schemas.openxmlformats.org/drawingml/2006/main">
            <a:pathLst>
              <a:path w="994238" h="275694">
                <a:moveTo>
                  <a:pt x="994238" y="2756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2" name="pdf-path-897">
            <a:extLst xmlns:a="http://schemas.openxmlformats.org/drawingml/2006/main">
              <a:ext uri="{FF2B5EF4-FFF2-40B4-BE49-F238E27FC236}">
                <a16:creationId xmlns:a16="http://schemas.microsoft.com/office/drawing/2014/main" id="{49A5C377-7729-49D7-852B-400A1A6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069" y="1609411"/>
            <a:ext cx="114985" cy="274372"/>
          </a:xfrm>
          <a:custGeom xmlns:a="http://schemas.openxmlformats.org/drawingml/2006/main">
            <a:pathLst>
              <a:path w="114985" h="274372">
                <a:moveTo>
                  <a:pt x="0" y="0"/>
                </a:moveTo>
                <a:lnTo>
                  <a:pt x="11498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3" name="pdf-path-898">
            <a:extLst xmlns:a="http://schemas.openxmlformats.org/drawingml/2006/main">
              <a:ext uri="{FF2B5EF4-FFF2-40B4-BE49-F238E27FC236}">
                <a16:creationId xmlns:a16="http://schemas.microsoft.com/office/drawing/2014/main" id="{350216A8-6CA1-45F0-8339-52A139FA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966" y="1607975"/>
            <a:ext cx="271638" cy="274388"/>
          </a:xfrm>
          <a:custGeom xmlns:a="http://schemas.openxmlformats.org/drawingml/2006/main">
            <a:pathLst>
              <a:path w="271638" h="274388">
                <a:moveTo>
                  <a:pt x="0" y="0"/>
                </a:moveTo>
                <a:lnTo>
                  <a:pt x="271638" y="27438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4" name="pdf-path-899">
            <a:extLst xmlns:a="http://schemas.openxmlformats.org/drawingml/2006/main">
              <a:ext uri="{FF2B5EF4-FFF2-40B4-BE49-F238E27FC236}">
                <a16:creationId xmlns:a16="http://schemas.microsoft.com/office/drawing/2014/main" id="{65A61A85-62BF-4013-9E03-1029BF5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153" y="1607620"/>
            <a:ext cx="354004" cy="272824"/>
          </a:xfrm>
          <a:custGeom xmlns:a="http://schemas.openxmlformats.org/drawingml/2006/main">
            <a:pathLst>
              <a:path w="354004" h="272824">
                <a:moveTo>
                  <a:pt x="0" y="0"/>
                </a:moveTo>
                <a:lnTo>
                  <a:pt x="354004" y="272824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5" name="pdf-path-900">
            <a:extLst xmlns:a="http://schemas.openxmlformats.org/drawingml/2006/main">
              <a:ext uri="{FF2B5EF4-FFF2-40B4-BE49-F238E27FC236}">
                <a16:creationId xmlns:a16="http://schemas.microsoft.com/office/drawing/2014/main" id="{810F804F-437C-4096-BA50-E56CA3D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864" y="1605475"/>
            <a:ext cx="289166" cy="274969"/>
          </a:xfrm>
          <a:custGeom xmlns:a="http://schemas.openxmlformats.org/drawingml/2006/main">
            <a:pathLst>
              <a:path w="289166" h="274969">
                <a:moveTo>
                  <a:pt x="0" y="0"/>
                </a:moveTo>
                <a:lnTo>
                  <a:pt x="289166" y="27496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6" name="pdf-path-901">
            <a:extLst xmlns:a="http://schemas.openxmlformats.org/drawingml/2006/main">
              <a:ext uri="{FF2B5EF4-FFF2-40B4-BE49-F238E27FC236}">
                <a16:creationId xmlns:a16="http://schemas.microsoft.com/office/drawing/2014/main" id="{720435CE-900A-4620-A3C2-448290A9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41" y="1608346"/>
            <a:ext cx="343999" cy="272937"/>
          </a:xfrm>
          <a:custGeom xmlns:a="http://schemas.openxmlformats.org/drawingml/2006/main">
            <a:pathLst>
              <a:path w="343999" h="272937">
                <a:moveTo>
                  <a:pt x="0" y="0"/>
                </a:moveTo>
                <a:lnTo>
                  <a:pt x="343999" y="272937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7" name="pdf-path-902">
            <a:extLst xmlns:a="http://schemas.openxmlformats.org/drawingml/2006/main">
              <a:ext uri="{FF2B5EF4-FFF2-40B4-BE49-F238E27FC236}">
                <a16:creationId xmlns:a16="http://schemas.microsoft.com/office/drawing/2014/main" id="{FBF15CB0-4FA1-4F5B-82BF-9DB2B1C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374" y="1609056"/>
            <a:ext cx="271635" cy="274372"/>
          </a:xfrm>
          <a:custGeom xmlns:a="http://schemas.openxmlformats.org/drawingml/2006/main">
            <a:pathLst>
              <a:path w="271635" h="274372">
                <a:moveTo>
                  <a:pt x="0" y="0"/>
                </a:moveTo>
                <a:lnTo>
                  <a:pt x="27163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8" name="pdf-path-903">
            <a:extLst xmlns:a="http://schemas.openxmlformats.org/drawingml/2006/main">
              <a:ext uri="{FF2B5EF4-FFF2-40B4-BE49-F238E27FC236}">
                <a16:creationId xmlns:a16="http://schemas.microsoft.com/office/drawing/2014/main" id="{B151C3B0-E71D-4D7C-B635-8B1B5660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00" y="1609765"/>
            <a:ext cx="516032" cy="269969"/>
          </a:xfrm>
          <a:custGeom xmlns:a="http://schemas.openxmlformats.org/drawingml/2006/main">
            <a:pathLst>
              <a:path w="516032" h="269969">
                <a:moveTo>
                  <a:pt x="0" y="0"/>
                </a:moveTo>
                <a:lnTo>
                  <a:pt x="516032" y="26996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899" name="pdf-path-904">
            <a:extLst xmlns:a="http://schemas.openxmlformats.org/drawingml/2006/main">
              <a:ext uri="{FF2B5EF4-FFF2-40B4-BE49-F238E27FC236}">
                <a16:creationId xmlns:a16="http://schemas.microsoft.com/office/drawing/2014/main" id="{7DFE89C1-BC48-4BD2-AF0F-7420676B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208" y="1610491"/>
            <a:ext cx="516029" cy="269953"/>
          </a:xfrm>
          <a:custGeom xmlns:a="http://schemas.openxmlformats.org/drawingml/2006/main">
            <a:pathLst>
              <a:path w="516029" h="269953">
                <a:moveTo>
                  <a:pt x="0" y="0"/>
                </a:moveTo>
                <a:lnTo>
                  <a:pt x="516029" y="26995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0" name="pdf-path-905">
            <a:extLst xmlns:a="http://schemas.openxmlformats.org/drawingml/2006/main">
              <a:ext uri="{FF2B5EF4-FFF2-40B4-BE49-F238E27FC236}">
                <a16:creationId xmlns:a16="http://schemas.microsoft.com/office/drawing/2014/main" id="{9A355AED-F3B1-40B9-955D-5228B6E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631" y="1609411"/>
            <a:ext cx="598904" cy="270678"/>
          </a:xfrm>
          <a:custGeom xmlns:a="http://schemas.openxmlformats.org/drawingml/2006/main">
            <a:pathLst>
              <a:path w="598904" h="270678">
                <a:moveTo>
                  <a:pt x="0" y="0"/>
                </a:moveTo>
                <a:lnTo>
                  <a:pt x="598904" y="27067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1" name="pdf-path-906">
            <a:extLst xmlns:a="http://schemas.openxmlformats.org/drawingml/2006/main">
              <a:ext uri="{FF2B5EF4-FFF2-40B4-BE49-F238E27FC236}">
                <a16:creationId xmlns:a16="http://schemas.microsoft.com/office/drawing/2014/main" id="{FC41B9BD-F8A4-4B19-A3F4-2C0D4B6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46" y="1608701"/>
            <a:ext cx="598781" cy="270678"/>
          </a:xfrm>
          <a:custGeom xmlns:a="http://schemas.openxmlformats.org/drawingml/2006/main">
            <a:pathLst>
              <a:path w="598781" h="270678">
                <a:moveTo>
                  <a:pt x="0" y="0"/>
                </a:moveTo>
                <a:lnTo>
                  <a:pt x="598781" y="27067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2" name="pdf-path-907">
            <a:extLst xmlns:a="http://schemas.openxmlformats.org/drawingml/2006/main">
              <a:ext uri="{FF2B5EF4-FFF2-40B4-BE49-F238E27FC236}">
                <a16:creationId xmlns:a16="http://schemas.microsoft.com/office/drawing/2014/main" id="{ABBF9259-2FC3-4A6A-874D-8D5D5CB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031" y="1610137"/>
            <a:ext cx="598893" cy="270791"/>
          </a:xfrm>
          <a:custGeom xmlns:a="http://schemas.openxmlformats.org/drawingml/2006/main">
            <a:pathLst>
              <a:path w="598893" h="270791">
                <a:moveTo>
                  <a:pt x="0" y="0"/>
                </a:moveTo>
                <a:lnTo>
                  <a:pt x="598893" y="270791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3" name="pdf-path-908">
            <a:extLst xmlns:a="http://schemas.openxmlformats.org/drawingml/2006/main">
              <a:ext uri="{FF2B5EF4-FFF2-40B4-BE49-F238E27FC236}">
                <a16:creationId xmlns:a16="http://schemas.microsoft.com/office/drawing/2014/main" id="{BA32F342-6E60-40B9-91F2-BE323491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794" y="1607265"/>
            <a:ext cx="445701" cy="273663"/>
          </a:xfrm>
          <a:custGeom xmlns:a="http://schemas.openxmlformats.org/drawingml/2006/main">
            <a:pathLst>
              <a:path w="445701" h="273663">
                <a:moveTo>
                  <a:pt x="0" y="0"/>
                </a:moveTo>
                <a:lnTo>
                  <a:pt x="445701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4" name="pdf-path-909">
            <a:extLst xmlns:a="http://schemas.openxmlformats.org/drawingml/2006/main">
              <a:ext uri="{FF2B5EF4-FFF2-40B4-BE49-F238E27FC236}">
                <a16:creationId xmlns:a16="http://schemas.microsoft.com/office/drawing/2014/main" id="{7240D156-773D-489E-B821-5E12BA8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917" y="1604991"/>
            <a:ext cx="445579" cy="273663"/>
          </a:xfrm>
          <a:custGeom xmlns:a="http://schemas.openxmlformats.org/drawingml/2006/main">
            <a:pathLst>
              <a:path w="445579" h="273663">
                <a:moveTo>
                  <a:pt x="0" y="0"/>
                </a:moveTo>
                <a:lnTo>
                  <a:pt x="445579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5" name="pdf-path-910">
            <a:extLst xmlns:a="http://schemas.openxmlformats.org/drawingml/2006/main">
              <a:ext uri="{FF2B5EF4-FFF2-40B4-BE49-F238E27FC236}">
                <a16:creationId xmlns:a16="http://schemas.microsoft.com/office/drawing/2014/main" id="{AF9205AA-D6A9-46EE-A547-7E042831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039" y="1607975"/>
            <a:ext cx="445577" cy="273663"/>
          </a:xfrm>
          <a:custGeom xmlns:a="http://schemas.openxmlformats.org/drawingml/2006/main">
            <a:pathLst>
              <a:path w="445577" h="273663">
                <a:moveTo>
                  <a:pt x="0" y="0"/>
                </a:moveTo>
                <a:lnTo>
                  <a:pt x="445577" y="27366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6" name="pdf-path-911">
            <a:extLst xmlns:a="http://schemas.openxmlformats.org/drawingml/2006/main">
              <a:ext uri="{FF2B5EF4-FFF2-40B4-BE49-F238E27FC236}">
                <a16:creationId xmlns:a16="http://schemas.microsoft.com/office/drawing/2014/main" id="{EEFBC2F6-E9BA-43FE-9E52-49312D3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141" y="1608701"/>
            <a:ext cx="445608" cy="273662"/>
          </a:xfrm>
          <a:custGeom xmlns:a="http://schemas.openxmlformats.org/drawingml/2006/main">
            <a:pathLst>
              <a:path w="445608" h="273662">
                <a:moveTo>
                  <a:pt x="0" y="0"/>
                </a:moveTo>
                <a:lnTo>
                  <a:pt x="445608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7" name="pdf-path-912">
            <a:extLst xmlns:a="http://schemas.openxmlformats.org/drawingml/2006/main">
              <a:ext uri="{FF2B5EF4-FFF2-40B4-BE49-F238E27FC236}">
                <a16:creationId xmlns:a16="http://schemas.microsoft.com/office/drawing/2014/main" id="{19CE0218-5F4D-4B7D-9D1A-F104C91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005" y="1606556"/>
            <a:ext cx="445584" cy="273533"/>
          </a:xfrm>
          <a:custGeom xmlns:a="http://schemas.openxmlformats.org/drawingml/2006/main">
            <a:pathLst>
              <a:path w="445584" h="273533">
                <a:moveTo>
                  <a:pt x="0" y="0"/>
                </a:moveTo>
                <a:lnTo>
                  <a:pt x="445584" y="27353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8" name="pdf-path-913">
            <a:extLst xmlns:a="http://schemas.openxmlformats.org/drawingml/2006/main">
              <a:ext uri="{FF2B5EF4-FFF2-40B4-BE49-F238E27FC236}">
                <a16:creationId xmlns:a16="http://schemas.microsoft.com/office/drawing/2014/main" id="{4A4EDAA4-A457-48ED-827D-C3205BE1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554" y="1606556"/>
            <a:ext cx="346980" cy="273533"/>
          </a:xfrm>
          <a:custGeom xmlns:a="http://schemas.openxmlformats.org/drawingml/2006/main">
            <a:pathLst>
              <a:path w="346980" h="273533">
                <a:moveTo>
                  <a:pt x="0" y="0"/>
                </a:moveTo>
                <a:lnTo>
                  <a:pt x="346980" y="27353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09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A5B02233-7ED9-4801-8B7F-5DF9846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615" y="1146782"/>
            <a:ext cx="1221730" cy="275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256, ReLU</a:t>
            </a:r>
          </a:p>
        </p:txBody>
      </p:sp>
      <p:sp>
        <p:nvSpPr>
          <p:cNvPr id="910" name="pdf-path-915">
            <a:extLst xmlns:a="http://schemas.openxmlformats.org/drawingml/2006/main">
              <a:ext uri="{FF2B5EF4-FFF2-40B4-BE49-F238E27FC236}">
                <a16:creationId xmlns:a16="http://schemas.microsoft.com/office/drawing/2014/main" id="{E9D5568B-0524-4DB9-A9D1-494B5A0E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627" y="991525"/>
            <a:ext cx="1997752" cy="573109"/>
          </a:xfrm>
          <a:custGeom xmlns:a="http://schemas.openxmlformats.org/drawingml/2006/main">
            <a:pathLst>
              <a:path w="1997752" h="573109">
                <a:moveTo>
                  <a:pt x="5105" y="0"/>
                </a:moveTo>
                <a:lnTo>
                  <a:pt x="1992616" y="0"/>
                </a:lnTo>
                <a:cubicBezTo>
                  <a:pt x="1995367" y="0"/>
                  <a:pt x="1997752" y="2384"/>
                  <a:pt x="1997752" y="5135"/>
                </a:cubicBezTo>
                <a:lnTo>
                  <a:pt x="1997752" y="568096"/>
                </a:lnTo>
                <a:cubicBezTo>
                  <a:pt x="1997752" y="570847"/>
                  <a:pt x="1995367" y="573109"/>
                  <a:pt x="1992616" y="573109"/>
                </a:cubicBezTo>
                <a:lnTo>
                  <a:pt x="5105" y="573109"/>
                </a:lnTo>
                <a:cubicBezTo>
                  <a:pt x="2262" y="573109"/>
                  <a:pt x="0" y="570847"/>
                  <a:pt x="0" y="568096"/>
                </a:cubicBezTo>
                <a:lnTo>
                  <a:pt x="0" y="5135"/>
                </a:lnTo>
                <a:cubicBezTo>
                  <a:pt x="0" y="2384"/>
                  <a:pt x="2262" y="0"/>
                  <a:pt x="510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704">
            <a:solidFill>
              <a:srgbClr val="000003"/>
            </a:solidFill>
            <a:prstDash val="solid"/>
          </a:ln>
        </p:spPr>
      </p:sp>
      <p:sp>
        <p:nvSpPr>
          <p:cNvPr id="911" name="pdf-path-916">
            <a:extLst xmlns:a="http://schemas.openxmlformats.org/drawingml/2006/main">
              <a:ext uri="{FF2B5EF4-FFF2-40B4-BE49-F238E27FC236}">
                <a16:creationId xmlns:a16="http://schemas.microsoft.com/office/drawing/2014/main" id="{7D73E9B2-5FD3-42E9-9A68-63E3B58C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792" y="672612"/>
            <a:ext cx="72705" cy="276651"/>
          </a:xfrm>
          <a:custGeom xmlns:a="http://schemas.openxmlformats.org/drawingml/2006/main">
            <a:pathLst>
              <a:path w="72705" h="276651">
                <a:moveTo>
                  <a:pt x="0" y="0"/>
                </a:moveTo>
                <a:lnTo>
                  <a:pt x="26851" y="276651"/>
                </a:lnTo>
                <a:lnTo>
                  <a:pt x="72705" y="61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2" name="pdf-path-917">
            <a:extLst xmlns:a="http://schemas.openxmlformats.org/drawingml/2006/main">
              <a:ext uri="{FF2B5EF4-FFF2-40B4-BE49-F238E27FC236}">
                <a16:creationId xmlns:a16="http://schemas.microsoft.com/office/drawing/2014/main" id="{E4733CF0-E26C-482F-953F-FCEE0BF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617" y="673223"/>
            <a:ext cx="204544" cy="275915"/>
          </a:xfrm>
          <a:custGeom xmlns:a="http://schemas.openxmlformats.org/drawingml/2006/main">
            <a:pathLst>
              <a:path w="204544" h="275915">
                <a:moveTo>
                  <a:pt x="129092" y="592"/>
                </a:moveTo>
                <a:lnTo>
                  <a:pt x="0" y="275915"/>
                </a:lnTo>
                <a:lnTo>
                  <a:pt x="2045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3" name="pdf-path-918">
            <a:extLst xmlns:a="http://schemas.openxmlformats.org/drawingml/2006/main">
              <a:ext uri="{FF2B5EF4-FFF2-40B4-BE49-F238E27FC236}">
                <a16:creationId xmlns:a16="http://schemas.microsoft.com/office/drawing/2014/main" id="{ACF39A3D-EEE3-43CE-81F9-781BFFE7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002" y="673815"/>
            <a:ext cx="373939" cy="275574"/>
          </a:xfrm>
          <a:custGeom xmlns:a="http://schemas.openxmlformats.org/drawingml/2006/main">
            <a:pathLst>
              <a:path w="373939" h="275574">
                <a:moveTo>
                  <a:pt x="297786" y="592"/>
                </a:moveTo>
                <a:lnTo>
                  <a:pt x="0" y="275574"/>
                </a:lnTo>
                <a:lnTo>
                  <a:pt x="3739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4" name="pdf-path-919">
            <a:extLst xmlns:a="http://schemas.openxmlformats.org/drawingml/2006/main">
              <a:ext uri="{FF2B5EF4-FFF2-40B4-BE49-F238E27FC236}">
                <a16:creationId xmlns:a16="http://schemas.microsoft.com/office/drawing/2014/main" id="{55A8CC99-FAA4-41A7-B8FE-5052C779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832" y="674766"/>
            <a:ext cx="528590" cy="274982"/>
          </a:xfrm>
          <a:custGeom xmlns:a="http://schemas.openxmlformats.org/drawingml/2006/main">
            <a:pathLst>
              <a:path w="528590" h="274982">
                <a:moveTo>
                  <a:pt x="454926" y="0"/>
                </a:moveTo>
                <a:lnTo>
                  <a:pt x="0" y="274982"/>
                </a:lnTo>
                <a:lnTo>
                  <a:pt x="528590" y="8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5" name="pdf-path-920">
            <a:extLst xmlns:a="http://schemas.openxmlformats.org/drawingml/2006/main">
              <a:ext uri="{FF2B5EF4-FFF2-40B4-BE49-F238E27FC236}">
                <a16:creationId xmlns:a16="http://schemas.microsoft.com/office/drawing/2014/main" id="{248AB261-D94D-46CE-80B9-23C5FB63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05" y="675124"/>
            <a:ext cx="687632" cy="274265"/>
          </a:xfrm>
          <a:custGeom xmlns:a="http://schemas.openxmlformats.org/drawingml/2006/main">
            <a:pathLst>
              <a:path w="687632" h="274265">
                <a:moveTo>
                  <a:pt x="610492" y="718"/>
                </a:moveTo>
                <a:lnTo>
                  <a:pt x="0" y="274265"/>
                </a:lnTo>
                <a:lnTo>
                  <a:pt x="687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6" name="pdf-path-921">
            <a:extLst xmlns:a="http://schemas.openxmlformats.org/drawingml/2006/main">
              <a:ext uri="{FF2B5EF4-FFF2-40B4-BE49-F238E27FC236}">
                <a16:creationId xmlns:a16="http://schemas.microsoft.com/office/drawing/2014/main" id="{B5AF67C3-4392-483A-B046-FCAC8268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638" y="672379"/>
            <a:ext cx="852400" cy="278194"/>
          </a:xfrm>
          <a:custGeom xmlns:a="http://schemas.openxmlformats.org/drawingml/2006/main">
            <a:pathLst>
              <a:path w="852400" h="278194">
                <a:moveTo>
                  <a:pt x="772042" y="3697"/>
                </a:moveTo>
                <a:lnTo>
                  <a:pt x="0" y="278194"/>
                </a:lnTo>
                <a:lnTo>
                  <a:pt x="8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7" name="pdf-path-922">
            <a:extLst xmlns:a="http://schemas.openxmlformats.org/drawingml/2006/main">
              <a:ext uri="{FF2B5EF4-FFF2-40B4-BE49-F238E27FC236}">
                <a16:creationId xmlns:a16="http://schemas.microsoft.com/office/drawing/2014/main" id="{AE4BCFF9-FA0E-4B11-912C-FD894C76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871" y="671302"/>
            <a:ext cx="139082" cy="281066"/>
          </a:xfrm>
          <a:custGeom xmlns:a="http://schemas.openxmlformats.org/drawingml/2006/main">
            <a:pathLst>
              <a:path w="139082" h="281066">
                <a:moveTo>
                  <a:pt x="47744" y="126"/>
                </a:moveTo>
                <a:lnTo>
                  <a:pt x="0" y="281066"/>
                </a:lnTo>
                <a:lnTo>
                  <a:pt x="139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8" name="pdf-path-923">
            <a:extLst xmlns:a="http://schemas.openxmlformats.org/drawingml/2006/main">
              <a:ext uri="{FF2B5EF4-FFF2-40B4-BE49-F238E27FC236}">
                <a16:creationId xmlns:a16="http://schemas.microsoft.com/office/drawing/2014/main" id="{43F68623-8340-483F-82D1-5DE2A68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015" y="671787"/>
            <a:ext cx="299823" cy="279738"/>
          </a:xfrm>
          <a:custGeom xmlns:a="http://schemas.openxmlformats.org/drawingml/2006/main">
            <a:pathLst>
              <a:path w="299823" h="279738">
                <a:moveTo>
                  <a:pt x="215280" y="0"/>
                </a:moveTo>
                <a:lnTo>
                  <a:pt x="0" y="279738"/>
                </a:lnTo>
                <a:lnTo>
                  <a:pt x="299823" y="1669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19" name="pdf-path-924">
            <a:extLst xmlns:a="http://schemas.openxmlformats.org/drawingml/2006/main">
              <a:ext uri="{FF2B5EF4-FFF2-40B4-BE49-F238E27FC236}">
                <a16:creationId xmlns:a16="http://schemas.microsoft.com/office/drawing/2014/main" id="{5BADE3D7-A4B9-4C03-8B4E-D55CBAD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184" y="672971"/>
            <a:ext cx="462774" cy="277369"/>
          </a:xfrm>
          <a:custGeom xmlns:a="http://schemas.openxmlformats.org/drawingml/2006/main">
            <a:pathLst>
              <a:path w="462774" h="277369">
                <a:moveTo>
                  <a:pt x="371306" y="251"/>
                </a:moveTo>
                <a:lnTo>
                  <a:pt x="0" y="277369"/>
                </a:lnTo>
                <a:lnTo>
                  <a:pt x="4627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0" name="pdf-path-925">
            <a:extLst xmlns:a="http://schemas.openxmlformats.org/drawingml/2006/main">
              <a:ext uri="{FF2B5EF4-FFF2-40B4-BE49-F238E27FC236}">
                <a16:creationId xmlns:a16="http://schemas.microsoft.com/office/drawing/2014/main" id="{07667752-1E6C-4BAD-9ED7-EB094EE4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307" y="673581"/>
            <a:ext cx="625535" cy="277243"/>
          </a:xfrm>
          <a:custGeom xmlns:a="http://schemas.openxmlformats.org/drawingml/2006/main">
            <a:pathLst>
              <a:path w="625535" h="277243">
                <a:moveTo>
                  <a:pt x="540863" y="0"/>
                </a:moveTo>
                <a:lnTo>
                  <a:pt x="0" y="277243"/>
                </a:lnTo>
                <a:lnTo>
                  <a:pt x="625535" y="15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1" name="pdf-path-926">
            <a:extLst xmlns:a="http://schemas.openxmlformats.org/drawingml/2006/main">
              <a:ext uri="{FF2B5EF4-FFF2-40B4-BE49-F238E27FC236}">
                <a16:creationId xmlns:a16="http://schemas.microsoft.com/office/drawing/2014/main" id="{CC3C6C5C-59B6-47C5-A83F-48038036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923" y="674299"/>
            <a:ext cx="777996" cy="276041"/>
          </a:xfrm>
          <a:custGeom xmlns:a="http://schemas.openxmlformats.org/drawingml/2006/main">
            <a:pathLst>
              <a:path w="777996" h="276041">
                <a:moveTo>
                  <a:pt x="698111" y="1418"/>
                </a:moveTo>
                <a:lnTo>
                  <a:pt x="0" y="276041"/>
                </a:lnTo>
                <a:lnTo>
                  <a:pt x="7779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2" name="pdf-path-927">
            <a:extLst xmlns:a="http://schemas.openxmlformats.org/drawingml/2006/main">
              <a:ext uri="{FF2B5EF4-FFF2-40B4-BE49-F238E27FC236}">
                <a16:creationId xmlns:a16="http://schemas.microsoft.com/office/drawing/2014/main" id="{CD363239-8126-4A5E-8A88-945F96C4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469" y="674891"/>
            <a:ext cx="851780" cy="275216"/>
          </a:xfrm>
          <a:custGeom xmlns:a="http://schemas.openxmlformats.org/drawingml/2006/main">
            <a:pathLst>
              <a:path w="851780" h="275216">
                <a:moveTo>
                  <a:pt x="851780" y="0"/>
                </a:moveTo>
                <a:lnTo>
                  <a:pt x="0" y="275216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3" name="pdf-path-928">
            <a:extLst xmlns:a="http://schemas.openxmlformats.org/drawingml/2006/main">
              <a:ext uri="{FF2B5EF4-FFF2-40B4-BE49-F238E27FC236}">
                <a16:creationId xmlns:a16="http://schemas.microsoft.com/office/drawing/2014/main" id="{C0569623-B793-4F9A-88D2-9084982D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447" y="671661"/>
            <a:ext cx="72701" cy="276651"/>
          </a:xfrm>
          <a:custGeom xmlns:a="http://schemas.openxmlformats.org/drawingml/2006/main">
            <a:pathLst>
              <a:path w="72701" h="276651">
                <a:moveTo>
                  <a:pt x="0" y="0"/>
                </a:moveTo>
                <a:lnTo>
                  <a:pt x="26851" y="276651"/>
                </a:lnTo>
                <a:lnTo>
                  <a:pt x="72701" y="592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4" name="pdf-path-929">
            <a:extLst xmlns:a="http://schemas.openxmlformats.org/drawingml/2006/main">
              <a:ext uri="{FF2B5EF4-FFF2-40B4-BE49-F238E27FC236}">
                <a16:creationId xmlns:a16="http://schemas.microsoft.com/office/drawing/2014/main" id="{68F7BB76-5F31-4957-8F7A-6FE0A5CA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301" y="672254"/>
            <a:ext cx="204388" cy="275933"/>
          </a:xfrm>
          <a:custGeom xmlns:a="http://schemas.openxmlformats.org/drawingml/2006/main">
            <a:pathLst>
              <a:path w="204388" h="275933">
                <a:moveTo>
                  <a:pt x="128940" y="610"/>
                </a:moveTo>
                <a:lnTo>
                  <a:pt x="0" y="275933"/>
                </a:lnTo>
                <a:lnTo>
                  <a:pt x="204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5" name="pdf-path-930">
            <a:extLst xmlns:a="http://schemas.openxmlformats.org/drawingml/2006/main">
              <a:ext uri="{FF2B5EF4-FFF2-40B4-BE49-F238E27FC236}">
                <a16:creationId xmlns:a16="http://schemas.microsoft.com/office/drawing/2014/main" id="{0C9864A3-39F8-4253-B742-0E51EDAC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653" y="672864"/>
            <a:ext cx="373852" cy="275557"/>
          </a:xfrm>
          <a:custGeom xmlns:a="http://schemas.openxmlformats.org/drawingml/2006/main">
            <a:pathLst>
              <a:path w="373852" h="275557">
                <a:moveTo>
                  <a:pt x="297790" y="592"/>
                </a:moveTo>
                <a:lnTo>
                  <a:pt x="0" y="275557"/>
                </a:lnTo>
                <a:lnTo>
                  <a:pt x="3738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6" name="pdf-path-931">
            <a:extLst xmlns:a="http://schemas.openxmlformats.org/drawingml/2006/main">
              <a:ext uri="{FF2B5EF4-FFF2-40B4-BE49-F238E27FC236}">
                <a16:creationId xmlns:a16="http://schemas.microsoft.com/office/drawing/2014/main" id="{4263BE57-1827-4DFF-88AA-756E0BAA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361" y="673815"/>
            <a:ext cx="528594" cy="274964"/>
          </a:xfrm>
          <a:custGeom xmlns:a="http://schemas.openxmlformats.org/drawingml/2006/main">
            <a:pathLst>
              <a:path w="528594" h="274964">
                <a:moveTo>
                  <a:pt x="455050" y="0"/>
                </a:moveTo>
                <a:lnTo>
                  <a:pt x="0" y="274964"/>
                </a:lnTo>
                <a:lnTo>
                  <a:pt x="528594" y="8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7" name="pdf-path-932">
            <a:extLst xmlns:a="http://schemas.openxmlformats.org/drawingml/2006/main">
              <a:ext uri="{FF2B5EF4-FFF2-40B4-BE49-F238E27FC236}">
                <a16:creationId xmlns:a16="http://schemas.microsoft.com/office/drawing/2014/main" id="{EE420F8E-EFE8-48A5-9873-287C561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265" y="674174"/>
            <a:ext cx="687726" cy="274246"/>
          </a:xfrm>
          <a:custGeom xmlns:a="http://schemas.openxmlformats.org/drawingml/2006/main">
            <a:pathLst>
              <a:path w="687726" h="274246">
                <a:moveTo>
                  <a:pt x="610587" y="718"/>
                </a:moveTo>
                <a:lnTo>
                  <a:pt x="0" y="274246"/>
                </a:lnTo>
                <a:lnTo>
                  <a:pt x="687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8" name="pdf-path-933">
            <a:extLst xmlns:a="http://schemas.openxmlformats.org/drawingml/2006/main">
              <a:ext uri="{FF2B5EF4-FFF2-40B4-BE49-F238E27FC236}">
                <a16:creationId xmlns:a16="http://schemas.microsoft.com/office/drawing/2014/main" id="{01374D42-FEF7-49BC-AC2F-A4F19E87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584" y="670226"/>
            <a:ext cx="139210" cy="281191"/>
          </a:xfrm>
          <a:custGeom xmlns:a="http://schemas.openxmlformats.org/drawingml/2006/main">
            <a:pathLst>
              <a:path w="139210" h="281191">
                <a:moveTo>
                  <a:pt x="47742" y="251"/>
                </a:moveTo>
                <a:lnTo>
                  <a:pt x="0" y="281191"/>
                </a:lnTo>
                <a:lnTo>
                  <a:pt x="13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29" name="pdf-path-934">
            <a:extLst xmlns:a="http://schemas.openxmlformats.org/drawingml/2006/main">
              <a:ext uri="{FF2B5EF4-FFF2-40B4-BE49-F238E27FC236}">
                <a16:creationId xmlns:a16="http://schemas.microsoft.com/office/drawing/2014/main" id="{A7480ABE-E9B3-4F2A-A1C4-189F254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849" y="670836"/>
            <a:ext cx="299831" cy="279738"/>
          </a:xfrm>
          <a:custGeom xmlns:a="http://schemas.openxmlformats.org/drawingml/2006/main">
            <a:pathLst>
              <a:path w="299831" h="279738">
                <a:moveTo>
                  <a:pt x="215156" y="0"/>
                </a:moveTo>
                <a:lnTo>
                  <a:pt x="0" y="279738"/>
                </a:lnTo>
                <a:lnTo>
                  <a:pt x="299831" y="15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0" name="pdf-path-935">
            <a:extLst xmlns:a="http://schemas.openxmlformats.org/drawingml/2006/main">
              <a:ext uri="{FF2B5EF4-FFF2-40B4-BE49-F238E27FC236}">
                <a16:creationId xmlns:a16="http://schemas.microsoft.com/office/drawing/2014/main" id="{CD7BEAF8-3184-4F43-AC18-5EFD01D7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025" y="672020"/>
            <a:ext cx="462767" cy="277243"/>
          </a:xfrm>
          <a:custGeom xmlns:a="http://schemas.openxmlformats.org/drawingml/2006/main">
            <a:pathLst>
              <a:path w="462767" h="277243">
                <a:moveTo>
                  <a:pt x="371306" y="126"/>
                </a:moveTo>
                <a:lnTo>
                  <a:pt x="0" y="277243"/>
                </a:lnTo>
                <a:lnTo>
                  <a:pt x="4627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1" name="pdf-path-936">
            <a:extLst xmlns:a="http://schemas.openxmlformats.org/drawingml/2006/main">
              <a:ext uri="{FF2B5EF4-FFF2-40B4-BE49-F238E27FC236}">
                <a16:creationId xmlns:a16="http://schemas.microsoft.com/office/drawing/2014/main" id="{0797FF3F-7BC7-41D4-8A54-40E318EC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148" y="672505"/>
            <a:ext cx="540863" cy="277243"/>
          </a:xfrm>
          <a:custGeom xmlns:a="http://schemas.openxmlformats.org/drawingml/2006/main">
            <a:pathLst>
              <a:path w="540863" h="277243">
                <a:moveTo>
                  <a:pt x="540863" y="0"/>
                </a:moveTo>
                <a:lnTo>
                  <a:pt x="0" y="277243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2" name="pdf-path-937">
            <a:extLst xmlns:a="http://schemas.openxmlformats.org/drawingml/2006/main">
              <a:ext uri="{FF2B5EF4-FFF2-40B4-BE49-F238E27FC236}">
                <a16:creationId xmlns:a16="http://schemas.microsoft.com/office/drawing/2014/main" id="{7FFC6413-FF78-488E-AE4E-FBD0021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280" y="670710"/>
            <a:ext cx="72590" cy="276526"/>
          </a:xfrm>
          <a:custGeom xmlns:a="http://schemas.openxmlformats.org/drawingml/2006/main">
            <a:pathLst>
              <a:path w="72590" h="276526">
                <a:moveTo>
                  <a:pt x="0" y="0"/>
                </a:moveTo>
                <a:lnTo>
                  <a:pt x="26860" y="276526"/>
                </a:lnTo>
                <a:lnTo>
                  <a:pt x="72590" y="484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3" name="pdf-path-938">
            <a:extLst xmlns:a="http://schemas.openxmlformats.org/drawingml/2006/main">
              <a:ext uri="{FF2B5EF4-FFF2-40B4-BE49-F238E27FC236}">
                <a16:creationId xmlns:a16="http://schemas.microsoft.com/office/drawing/2014/main" id="{DF3844AC-E91C-4C19-B525-F65E781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111" y="671195"/>
            <a:ext cx="204422" cy="275916"/>
          </a:xfrm>
          <a:custGeom xmlns:a="http://schemas.openxmlformats.org/drawingml/2006/main">
            <a:pathLst>
              <a:path w="204422" h="275916">
                <a:moveTo>
                  <a:pt x="128970" y="592"/>
                </a:moveTo>
                <a:lnTo>
                  <a:pt x="0" y="275916"/>
                </a:lnTo>
                <a:lnTo>
                  <a:pt x="204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4" name="pdf-path-939">
            <a:extLst xmlns:a="http://schemas.openxmlformats.org/drawingml/2006/main">
              <a:ext uri="{FF2B5EF4-FFF2-40B4-BE49-F238E27FC236}">
                <a16:creationId xmlns:a16="http://schemas.microsoft.com/office/drawing/2014/main" id="{5A6F7036-7EBF-48CB-953F-92760CE3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376" y="671894"/>
            <a:ext cx="373959" cy="275467"/>
          </a:xfrm>
          <a:custGeom xmlns:a="http://schemas.openxmlformats.org/drawingml/2006/main">
            <a:pathLst>
              <a:path w="373959" h="275467">
                <a:moveTo>
                  <a:pt x="297788" y="485"/>
                </a:moveTo>
                <a:lnTo>
                  <a:pt x="0" y="275467"/>
                </a:lnTo>
                <a:lnTo>
                  <a:pt x="37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5" name="pdf-path-940">
            <a:extLst xmlns:a="http://schemas.openxmlformats.org/drawingml/2006/main">
              <a:ext uri="{FF2B5EF4-FFF2-40B4-BE49-F238E27FC236}">
                <a16:creationId xmlns:a16="http://schemas.microsoft.com/office/drawing/2014/main" id="{C616F7BC-09F0-49D1-BF8A-A29612DC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695" y="669149"/>
            <a:ext cx="139210" cy="281191"/>
          </a:xfrm>
          <a:custGeom xmlns:a="http://schemas.openxmlformats.org/drawingml/2006/main">
            <a:pathLst>
              <a:path w="139210" h="281191">
                <a:moveTo>
                  <a:pt x="47742" y="251"/>
                </a:moveTo>
                <a:lnTo>
                  <a:pt x="0" y="281191"/>
                </a:lnTo>
                <a:lnTo>
                  <a:pt x="13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6" name="pdf-path-941">
            <a:extLst xmlns:a="http://schemas.openxmlformats.org/drawingml/2006/main">
              <a:ext uri="{FF2B5EF4-FFF2-40B4-BE49-F238E27FC236}">
                <a16:creationId xmlns:a16="http://schemas.microsoft.com/office/drawing/2014/main" id="{327CB612-BC17-463E-A4AD-152A19EC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60" y="669759"/>
            <a:ext cx="215157" cy="279738"/>
          </a:xfrm>
          <a:custGeom xmlns:a="http://schemas.openxmlformats.org/drawingml/2006/main">
            <a:pathLst>
              <a:path w="215157" h="279738">
                <a:moveTo>
                  <a:pt x="215157" y="0"/>
                </a:moveTo>
                <a:lnTo>
                  <a:pt x="0" y="279738"/>
                </a:lnTo>
              </a:path>
            </a:pathLst>
          </a:custGeom>
          <a:noFill xmlns:a="http://schemas.openxmlformats.org/drawingml/2006/main"/>
          <a:ln xmlns:a="http://schemas.openxmlformats.org/drawingml/2006/main" w="10571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7" name="pdf-path-942">
            <a:extLst xmlns:a="http://schemas.openxmlformats.org/drawingml/2006/main">
              <a:ext uri="{FF2B5EF4-FFF2-40B4-BE49-F238E27FC236}">
                <a16:creationId xmlns:a16="http://schemas.microsoft.com/office/drawing/2014/main" id="{FB3D8093-D413-406A-BA6E-F9BE9E7F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429" y="671659"/>
            <a:ext cx="190323" cy="277969"/>
          </a:xfrm>
          <a:custGeom xmlns:a="http://schemas.openxmlformats.org/drawingml/2006/main">
            <a:pathLst>
              <a:path w="190323" h="277969">
                <a:moveTo>
                  <a:pt x="70312" y="0"/>
                </a:moveTo>
                <a:lnTo>
                  <a:pt x="190323" y="277969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8" name="pdf-path-943">
            <a:extLst xmlns:a="http://schemas.openxmlformats.org/drawingml/2006/main">
              <a:ext uri="{FF2B5EF4-FFF2-40B4-BE49-F238E27FC236}">
                <a16:creationId xmlns:a16="http://schemas.microsoft.com/office/drawing/2014/main" id="{D1F85AA4-6872-450E-96B9-47571B4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347" y="671659"/>
            <a:ext cx="190445" cy="277969"/>
          </a:xfrm>
          <a:custGeom xmlns:a="http://schemas.openxmlformats.org/drawingml/2006/main">
            <a:pathLst>
              <a:path w="190445" h="277969">
                <a:moveTo>
                  <a:pt x="70464" y="0"/>
                </a:moveTo>
                <a:lnTo>
                  <a:pt x="190445" y="277969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39" name="pdf-path-944">
            <a:extLst xmlns:a="http://schemas.openxmlformats.org/drawingml/2006/main">
              <a:ext uri="{FF2B5EF4-FFF2-40B4-BE49-F238E27FC236}">
                <a16:creationId xmlns:a16="http://schemas.microsoft.com/office/drawing/2014/main" id="{27DEDEE4-78A7-49F8-AD83-65F21C95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147" y="671659"/>
            <a:ext cx="190446" cy="277969"/>
          </a:xfrm>
          <a:custGeom xmlns:a="http://schemas.openxmlformats.org/drawingml/2006/main">
            <a:pathLst>
              <a:path w="190446" h="277969">
                <a:moveTo>
                  <a:pt x="70435" y="0"/>
                </a:moveTo>
                <a:lnTo>
                  <a:pt x="190446" y="277969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0" name="pdf-path-945">
            <a:extLst xmlns:a="http://schemas.openxmlformats.org/drawingml/2006/main">
              <a:ext uri="{FF2B5EF4-FFF2-40B4-BE49-F238E27FC236}">
                <a16:creationId xmlns:a16="http://schemas.microsoft.com/office/drawing/2014/main" id="{0C422FD0-88A1-4F63-AD92-8D7AAF6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467" y="674530"/>
            <a:ext cx="190435" cy="278082"/>
          </a:xfrm>
          <a:custGeom xmlns:a="http://schemas.openxmlformats.org/drawingml/2006/main">
            <a:pathLst>
              <a:path w="190435" h="278082">
                <a:moveTo>
                  <a:pt x="70434" y="0"/>
                </a:moveTo>
                <a:lnTo>
                  <a:pt x="190435" y="278082"/>
                </a:lnTo>
                <a:lnTo>
                  <a:pt x="0" y="3468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1" name="pdf-path-946">
            <a:extLst xmlns:a="http://schemas.openxmlformats.org/drawingml/2006/main">
              <a:ext uri="{FF2B5EF4-FFF2-40B4-BE49-F238E27FC236}">
                <a16:creationId xmlns:a16="http://schemas.microsoft.com/office/drawing/2014/main" id="{431EB5E8-390B-4570-BC51-9865B157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297" y="672385"/>
            <a:ext cx="190324" cy="277953"/>
          </a:xfrm>
          <a:custGeom xmlns:a="http://schemas.openxmlformats.org/drawingml/2006/main">
            <a:pathLst>
              <a:path w="190324" h="277953">
                <a:moveTo>
                  <a:pt x="70346" y="0"/>
                </a:moveTo>
                <a:lnTo>
                  <a:pt x="190324" y="277953"/>
                </a:lnTo>
                <a:lnTo>
                  <a:pt x="0" y="3452"/>
                </a:lnTo>
              </a:path>
            </a:pathLst>
          </a:custGeom>
          <a:noFill xmlns:a="http://schemas.openxmlformats.org/drawingml/2006/main"/>
          <a:ln xmlns:a="http://schemas.openxmlformats.org/drawingml/2006/main" w="11150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2" name="pdf-path-947">
            <a:extLst xmlns:a="http://schemas.openxmlformats.org/drawingml/2006/main">
              <a:ext uri="{FF2B5EF4-FFF2-40B4-BE49-F238E27FC236}">
                <a16:creationId xmlns:a16="http://schemas.microsoft.com/office/drawing/2014/main" id="{1D729E7F-F3A4-4ABD-8A53-CA74B72E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14" y="675009"/>
            <a:ext cx="345172" cy="274854"/>
          </a:xfrm>
          <a:custGeom xmlns:a="http://schemas.openxmlformats.org/drawingml/2006/main">
            <a:pathLst>
              <a:path w="345172" h="274854">
                <a:moveTo>
                  <a:pt x="345172" y="2748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3" name="pdf-path-948">
            <a:extLst xmlns:a="http://schemas.openxmlformats.org/drawingml/2006/main">
              <a:ext uri="{FF2B5EF4-FFF2-40B4-BE49-F238E27FC236}">
                <a16:creationId xmlns:a16="http://schemas.microsoft.com/office/drawing/2014/main" id="{EBCB2AF4-22B5-438A-8FB1-BBC509B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022" y="676198"/>
            <a:ext cx="516397" cy="271636"/>
          </a:xfrm>
          <a:custGeom xmlns:a="http://schemas.openxmlformats.org/drawingml/2006/main">
            <a:pathLst>
              <a:path w="516397" h="271636">
                <a:moveTo>
                  <a:pt x="516397" y="2716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4" name="pdf-path-949">
            <a:extLst xmlns:a="http://schemas.openxmlformats.org/drawingml/2006/main">
              <a:ext uri="{FF2B5EF4-FFF2-40B4-BE49-F238E27FC236}">
                <a16:creationId xmlns:a16="http://schemas.microsoft.com/office/drawing/2014/main" id="{1DF435E0-087C-41B3-9D1B-18F64B61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033" y="675726"/>
            <a:ext cx="836610" cy="272458"/>
          </a:xfrm>
          <a:custGeom xmlns:a="http://schemas.openxmlformats.org/drawingml/2006/main">
            <a:pathLst>
              <a:path w="836610" h="272458">
                <a:moveTo>
                  <a:pt x="665768" y="272458"/>
                </a:moveTo>
                <a:lnTo>
                  <a:pt x="0" y="0"/>
                </a:lnTo>
                <a:lnTo>
                  <a:pt x="836610" y="269484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5" name="pdf-path-950">
            <a:extLst xmlns:a="http://schemas.openxmlformats.org/drawingml/2006/main">
              <a:ext uri="{FF2B5EF4-FFF2-40B4-BE49-F238E27FC236}">
                <a16:creationId xmlns:a16="http://schemas.microsoft.com/office/drawing/2014/main" id="{C281217B-A443-4986-A379-F415CC4A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710" y="672018"/>
            <a:ext cx="994085" cy="275694"/>
          </a:xfrm>
          <a:custGeom xmlns:a="http://schemas.openxmlformats.org/drawingml/2006/main">
            <a:pathLst>
              <a:path w="994085" h="275694">
                <a:moveTo>
                  <a:pt x="994085" y="2756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572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6" name="pdf-path-951">
            <a:extLst xmlns:a="http://schemas.openxmlformats.org/drawingml/2006/main">
              <a:ext uri="{FF2B5EF4-FFF2-40B4-BE49-F238E27FC236}">
                <a16:creationId xmlns:a16="http://schemas.microsoft.com/office/drawing/2014/main" id="{8890B88D-F3F8-4677-BF47-645815D1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964" y="674772"/>
            <a:ext cx="114955" cy="274372"/>
          </a:xfrm>
          <a:custGeom xmlns:a="http://schemas.openxmlformats.org/drawingml/2006/main">
            <a:pathLst>
              <a:path w="114955" h="274372">
                <a:moveTo>
                  <a:pt x="0" y="0"/>
                </a:moveTo>
                <a:lnTo>
                  <a:pt x="114955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7" name="pdf-path-952">
            <a:extLst xmlns:a="http://schemas.openxmlformats.org/drawingml/2006/main">
              <a:ext uri="{FF2B5EF4-FFF2-40B4-BE49-F238E27FC236}">
                <a16:creationId xmlns:a16="http://schemas.microsoft.com/office/drawing/2014/main" id="{EA7E024D-4474-4178-85B2-6A9FFDD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37" y="673336"/>
            <a:ext cx="271737" cy="274259"/>
          </a:xfrm>
          <a:custGeom xmlns:a="http://schemas.openxmlformats.org/drawingml/2006/main">
            <a:pathLst>
              <a:path w="271737" h="274259">
                <a:moveTo>
                  <a:pt x="0" y="0"/>
                </a:moveTo>
                <a:lnTo>
                  <a:pt x="271737" y="274259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8" name="pdf-path-953">
            <a:extLst xmlns:a="http://schemas.openxmlformats.org/drawingml/2006/main">
              <a:ext uri="{FF2B5EF4-FFF2-40B4-BE49-F238E27FC236}">
                <a16:creationId xmlns:a16="http://schemas.microsoft.com/office/drawing/2014/main" id="{7A113A20-2383-4E85-B6C0-B42593A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925" y="672981"/>
            <a:ext cx="354125" cy="272824"/>
          </a:xfrm>
          <a:custGeom xmlns:a="http://schemas.openxmlformats.org/drawingml/2006/main">
            <a:pathLst>
              <a:path w="354125" h="272824">
                <a:moveTo>
                  <a:pt x="0" y="0"/>
                </a:moveTo>
                <a:lnTo>
                  <a:pt x="354125" y="272824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49" name="pdf-path-954">
            <a:extLst xmlns:a="http://schemas.openxmlformats.org/drawingml/2006/main">
              <a:ext uri="{FF2B5EF4-FFF2-40B4-BE49-F238E27FC236}">
                <a16:creationId xmlns:a16="http://schemas.microsoft.com/office/drawing/2014/main" id="{E460CD60-EA04-4F87-AC74-26450B54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733" y="670707"/>
            <a:ext cx="289190" cy="275098"/>
          </a:xfrm>
          <a:custGeom xmlns:a="http://schemas.openxmlformats.org/drawingml/2006/main">
            <a:pathLst>
              <a:path w="289190" h="275098">
                <a:moveTo>
                  <a:pt x="0" y="0"/>
                </a:moveTo>
                <a:lnTo>
                  <a:pt x="289190" y="27509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0" name="pdf-path-955">
            <a:extLst xmlns:a="http://schemas.openxmlformats.org/drawingml/2006/main">
              <a:ext uri="{FF2B5EF4-FFF2-40B4-BE49-F238E27FC236}">
                <a16:creationId xmlns:a16="http://schemas.microsoft.com/office/drawing/2014/main" id="{736FBB2A-416A-41D3-9D6F-FB04A880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232" y="673691"/>
            <a:ext cx="343856" cy="272824"/>
          </a:xfrm>
          <a:custGeom xmlns:a="http://schemas.openxmlformats.org/drawingml/2006/main">
            <a:pathLst>
              <a:path w="343856" h="272824">
                <a:moveTo>
                  <a:pt x="0" y="0"/>
                </a:moveTo>
                <a:lnTo>
                  <a:pt x="343856" y="272824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1" name="pdf-path-956">
            <a:extLst xmlns:a="http://schemas.openxmlformats.org/drawingml/2006/main">
              <a:ext uri="{FF2B5EF4-FFF2-40B4-BE49-F238E27FC236}">
                <a16:creationId xmlns:a16="http://schemas.microsoft.com/office/drawing/2014/main" id="{EC881900-BD0A-4C8F-BDB9-BAB28E3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238" y="674417"/>
            <a:ext cx="271634" cy="274372"/>
          </a:xfrm>
          <a:custGeom xmlns:a="http://schemas.openxmlformats.org/drawingml/2006/main">
            <a:pathLst>
              <a:path w="271634" h="274372">
                <a:moveTo>
                  <a:pt x="0" y="0"/>
                </a:moveTo>
                <a:lnTo>
                  <a:pt x="271634" y="27437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2" name="pdf-path-957">
            <a:extLst xmlns:a="http://schemas.openxmlformats.org/drawingml/2006/main">
              <a:ext uri="{FF2B5EF4-FFF2-40B4-BE49-F238E27FC236}">
                <a16:creationId xmlns:a16="http://schemas.microsoft.com/office/drawing/2014/main" id="{5B66075F-D5B7-4394-9D04-0809180A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463" y="675126"/>
            <a:ext cx="516059" cy="269952"/>
          </a:xfrm>
          <a:custGeom xmlns:a="http://schemas.openxmlformats.org/drawingml/2006/main">
            <a:pathLst>
              <a:path w="516059" h="269952">
                <a:moveTo>
                  <a:pt x="0" y="0"/>
                </a:moveTo>
                <a:lnTo>
                  <a:pt x="516059" y="26995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3" name="pdf-path-958">
            <a:extLst xmlns:a="http://schemas.openxmlformats.org/drawingml/2006/main">
              <a:ext uri="{FF2B5EF4-FFF2-40B4-BE49-F238E27FC236}">
                <a16:creationId xmlns:a16="http://schemas.microsoft.com/office/drawing/2014/main" id="{601F2C32-4F25-4499-9623-21BDAF6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944" y="675836"/>
            <a:ext cx="516063" cy="269968"/>
          </a:xfrm>
          <a:custGeom xmlns:a="http://schemas.openxmlformats.org/drawingml/2006/main">
            <a:pathLst>
              <a:path w="516063" h="269968">
                <a:moveTo>
                  <a:pt x="0" y="0"/>
                </a:moveTo>
                <a:lnTo>
                  <a:pt x="516063" y="26996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4" name="pdf-path-959">
            <a:extLst xmlns:a="http://schemas.openxmlformats.org/drawingml/2006/main">
              <a:ext uri="{FF2B5EF4-FFF2-40B4-BE49-F238E27FC236}">
                <a16:creationId xmlns:a16="http://schemas.microsoft.com/office/drawing/2014/main" id="{7972FAB1-83D1-4D53-A159-842ECB2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525" y="674772"/>
            <a:ext cx="598781" cy="270678"/>
          </a:xfrm>
          <a:custGeom xmlns:a="http://schemas.openxmlformats.org/drawingml/2006/main">
            <a:pathLst>
              <a:path w="598781" h="270678">
                <a:moveTo>
                  <a:pt x="0" y="0"/>
                </a:moveTo>
                <a:lnTo>
                  <a:pt x="598781" y="27067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5" name="pdf-path-960">
            <a:extLst xmlns:a="http://schemas.openxmlformats.org/drawingml/2006/main">
              <a:ext uri="{FF2B5EF4-FFF2-40B4-BE49-F238E27FC236}">
                <a16:creationId xmlns:a16="http://schemas.microsoft.com/office/drawing/2014/main" id="{D004A047-FA32-44DA-9B97-B4328CA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184" y="674046"/>
            <a:ext cx="598903" cy="270678"/>
          </a:xfrm>
          <a:custGeom xmlns:a="http://schemas.openxmlformats.org/drawingml/2006/main">
            <a:pathLst>
              <a:path w="598903" h="270678">
                <a:moveTo>
                  <a:pt x="0" y="0"/>
                </a:moveTo>
                <a:lnTo>
                  <a:pt x="598903" y="27067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6" name="pdf-path-961">
            <a:extLst xmlns:a="http://schemas.openxmlformats.org/drawingml/2006/main">
              <a:ext uri="{FF2B5EF4-FFF2-40B4-BE49-F238E27FC236}">
                <a16:creationId xmlns:a16="http://schemas.microsoft.com/office/drawing/2014/main" id="{946FC853-5169-46CA-B1FD-D6244C68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922" y="675481"/>
            <a:ext cx="598782" cy="270678"/>
          </a:xfrm>
          <a:custGeom xmlns:a="http://schemas.openxmlformats.org/drawingml/2006/main">
            <a:pathLst>
              <a:path w="598782" h="270678">
                <a:moveTo>
                  <a:pt x="0" y="0"/>
                </a:moveTo>
                <a:lnTo>
                  <a:pt x="598782" y="270678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7" name="pdf-path-962">
            <a:extLst xmlns:a="http://schemas.openxmlformats.org/drawingml/2006/main">
              <a:ext uri="{FF2B5EF4-FFF2-40B4-BE49-F238E27FC236}">
                <a16:creationId xmlns:a16="http://schemas.microsoft.com/office/drawing/2014/main" id="{CB3AC748-BB27-41C2-A21A-86C23DCF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665" y="672497"/>
            <a:ext cx="445609" cy="273662"/>
          </a:xfrm>
          <a:custGeom xmlns:a="http://schemas.openxmlformats.org/drawingml/2006/main">
            <a:pathLst>
              <a:path w="445609" h="273662">
                <a:moveTo>
                  <a:pt x="0" y="0"/>
                </a:moveTo>
                <a:lnTo>
                  <a:pt x="445609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8" name="pdf-path-963">
            <a:extLst xmlns:a="http://schemas.openxmlformats.org/drawingml/2006/main">
              <a:ext uri="{FF2B5EF4-FFF2-40B4-BE49-F238E27FC236}">
                <a16:creationId xmlns:a16="http://schemas.microsoft.com/office/drawing/2014/main" id="{5D7BDCD7-53E6-43EE-8282-4C30A03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90" y="670352"/>
            <a:ext cx="445577" cy="273662"/>
          </a:xfrm>
          <a:custGeom xmlns:a="http://schemas.openxmlformats.org/drawingml/2006/main">
            <a:pathLst>
              <a:path w="445577" h="273662">
                <a:moveTo>
                  <a:pt x="0" y="0"/>
                </a:moveTo>
                <a:lnTo>
                  <a:pt x="445577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59" name="pdf-path-964">
            <a:extLst xmlns:a="http://schemas.openxmlformats.org/drawingml/2006/main">
              <a:ext uri="{FF2B5EF4-FFF2-40B4-BE49-F238E27FC236}">
                <a16:creationId xmlns:a16="http://schemas.microsoft.com/office/drawing/2014/main" id="{F394A1B3-7949-4BDF-AFC1-037C2D7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780" y="673336"/>
            <a:ext cx="445616" cy="273533"/>
          </a:xfrm>
          <a:custGeom xmlns:a="http://schemas.openxmlformats.org/drawingml/2006/main">
            <a:pathLst>
              <a:path w="445616" h="273533">
                <a:moveTo>
                  <a:pt x="0" y="0"/>
                </a:moveTo>
                <a:lnTo>
                  <a:pt x="445616" y="273533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60" name="pdf-path-965">
            <a:extLst xmlns:a="http://schemas.openxmlformats.org/drawingml/2006/main">
              <a:ext uri="{FF2B5EF4-FFF2-40B4-BE49-F238E27FC236}">
                <a16:creationId xmlns:a16="http://schemas.microsoft.com/office/drawing/2014/main" id="{F93ACC20-837E-471C-A07F-8F4C5C25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909" y="674046"/>
            <a:ext cx="445711" cy="273550"/>
          </a:xfrm>
          <a:custGeom xmlns:a="http://schemas.openxmlformats.org/drawingml/2006/main">
            <a:pathLst>
              <a:path w="445711" h="273550">
                <a:moveTo>
                  <a:pt x="0" y="0"/>
                </a:moveTo>
                <a:lnTo>
                  <a:pt x="445711" y="273550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61" name="pdf-path-966">
            <a:extLst xmlns:a="http://schemas.openxmlformats.org/drawingml/2006/main">
              <a:ext uri="{FF2B5EF4-FFF2-40B4-BE49-F238E27FC236}">
                <a16:creationId xmlns:a16="http://schemas.microsoft.com/office/drawing/2014/main" id="{8979DBED-8B38-4FDE-8950-95786644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782" y="671788"/>
            <a:ext cx="445579" cy="273662"/>
          </a:xfrm>
          <a:custGeom xmlns:a="http://schemas.openxmlformats.org/drawingml/2006/main">
            <a:pathLst>
              <a:path w="445579" h="273662">
                <a:moveTo>
                  <a:pt x="0" y="0"/>
                </a:moveTo>
                <a:lnTo>
                  <a:pt x="445579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62" name="pdf-path-967">
            <a:extLst xmlns:a="http://schemas.openxmlformats.org/drawingml/2006/main">
              <a:ext uri="{FF2B5EF4-FFF2-40B4-BE49-F238E27FC236}">
                <a16:creationId xmlns:a16="http://schemas.microsoft.com/office/drawing/2014/main" id="{F7FDC20A-9545-4871-842D-EE113E6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333" y="671788"/>
            <a:ext cx="346973" cy="273662"/>
          </a:xfrm>
          <a:custGeom xmlns:a="http://schemas.openxmlformats.org/drawingml/2006/main">
            <a:pathLst>
              <a:path w="346973" h="273662">
                <a:moveTo>
                  <a:pt x="0" y="0"/>
                </a:moveTo>
                <a:lnTo>
                  <a:pt x="346973" y="273662"/>
                </a:lnTo>
              </a:path>
            </a:pathLst>
          </a:custGeom>
          <a:noFill xmlns:a="http://schemas.openxmlformats.org/drawingml/2006/main"/>
          <a:ln xmlns:a="http://schemas.openxmlformats.org/drawingml/2006/main" w="11093">
            <a:solidFill>
              <a:srgbClr val="000000">
                <a:alpha val="39000"/>
              </a:srgbClr>
            </a:solidFill>
            <a:prstDash val="solid"/>
          </a:ln>
        </p:spPr>
      </p:sp>
      <p:sp>
        <p:nvSpPr>
          <p:cNvPr id="963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FFFBE187-4848-4790-A4CC-8B26B2BE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501" y="197989"/>
            <a:ext cx="1359473" cy="2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1200, ReLU</a:t>
            </a:r>
          </a:p>
        </p:txBody>
      </p:sp>
      <p:sp>
        <p:nvSpPr>
          <p:cNvPr id="964" name="pdf-path-969">
            <a:extLst xmlns:a="http://schemas.openxmlformats.org/drawingml/2006/main">
              <a:ext uri="{FF2B5EF4-FFF2-40B4-BE49-F238E27FC236}">
                <a16:creationId xmlns:a16="http://schemas.microsoft.com/office/drawing/2014/main" id="{9BDB53B0-EB22-4B6E-AC58-BCB33A3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50" y="65716"/>
            <a:ext cx="2307353" cy="555442"/>
          </a:xfrm>
          <a:custGeom xmlns:a="http://schemas.openxmlformats.org/drawingml/2006/main">
            <a:pathLst>
              <a:path w="2307353" h="555442">
                <a:moveTo>
                  <a:pt x="5012" y="0"/>
                </a:moveTo>
                <a:lnTo>
                  <a:pt x="2302462" y="0"/>
                </a:lnTo>
                <a:cubicBezTo>
                  <a:pt x="2305213" y="0"/>
                  <a:pt x="2307353" y="2262"/>
                  <a:pt x="2307353" y="4890"/>
                </a:cubicBezTo>
                <a:lnTo>
                  <a:pt x="2307353" y="550551"/>
                </a:lnTo>
                <a:cubicBezTo>
                  <a:pt x="2307353" y="553302"/>
                  <a:pt x="2305213" y="555442"/>
                  <a:pt x="2302462" y="555442"/>
                </a:cubicBezTo>
                <a:lnTo>
                  <a:pt x="5012" y="555442"/>
                </a:lnTo>
                <a:cubicBezTo>
                  <a:pt x="2262" y="555442"/>
                  <a:pt x="0" y="553302"/>
                  <a:pt x="0" y="550551"/>
                </a:cubicBezTo>
                <a:lnTo>
                  <a:pt x="0" y="4890"/>
                </a:lnTo>
                <a:cubicBezTo>
                  <a:pt x="0" y="2262"/>
                  <a:pt x="2262" y="0"/>
                  <a:pt x="501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080">
            <a:solidFill>
              <a:srgbClr val="000003"/>
            </a:solidFill>
            <a:prstDash val="solid"/>
          </a:ln>
        </p:spPr>
      </p:sp>
      <p:sp>
        <p:nvSpPr>
          <p:cNvPr id="965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03F7994A-147D-4F62-B511-A08F749A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441" y="6130702"/>
            <a:ext cx="1977580" cy="28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Image, 70x70</a:t>
            </a:r>
          </a:p>
        </p:txBody>
      </p:sp>
      <p:sp>
        <p:nvSpPr>
          <p:cNvPr id="966" name="pdf-text-23-1">
            <a:extLst xmlns:a="http://schemas.openxmlformats.org/drawingml/2006/main">
              <a:ext uri="{FF2B5EF4-FFF2-40B4-BE49-F238E27FC236}">
                <a16:creationId xmlns:a16="http://schemas.microsoft.com/office/drawing/2014/main" id="{9CDF3305-A9CA-4C0F-970C-8A70DC27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531" y="6130702"/>
            <a:ext cx="1977578" cy="28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Image, 70x70</a:t>
            </a:r>
          </a:p>
        </p:txBody>
      </p:sp>
    </p:spTree>
    <p:extLst>
      <p:ext uri="{BB962C8B-B14F-4D97-AF65-F5344CB8AC3E}">
        <p14:creationId xmlns:p14="http://schemas.microsoft.com/office/powerpoint/2010/main" val="838676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2026-10-09T20:09:35.1910000Z</dcterms:created>
  <dcterms:modified xsi:type="dcterms:W3CDTF">2026-10-09T20:09:35.1910000Z</dcterms:modified>
</coreProperties>
</file>