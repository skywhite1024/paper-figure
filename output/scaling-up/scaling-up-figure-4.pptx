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29426203114517" /><Relationship Type="http://schemas.openxmlformats.org/officeDocument/2006/relationships/extended-properties" Target="/docProps/app.xml" Id="R37cd2b1e913e4aad" /><Relationship Type="http://schemas.openxmlformats.org/officeDocument/2006/relationships/officeDocument" Target="/ppt/presentation.xml" Id="Rc627514043d34658" /></Relationships>
</file>

<file path=ppt/presentation.xml><?xml version="1.0" encoding="utf-8"?>
<p:presentation xmlns:p="http://schemas.openxmlformats.org/presentationml/2006/main">
  <p:sldMasterIdLst>
    <p:sldMasterId xmlns:r="http://schemas.openxmlformats.org/officeDocument/2006/relationships" id="2147483648" r:id="R8f29e887bc0a4c4d"/>
  </p:sldMasterIdLst>
  <p:notesMasterIdLst>
    <p:notesMasterId xmlns:r="http://schemas.openxmlformats.org/officeDocument/2006/relationships" r:id="R3b46d4e04ef14d26"/>
  </p:notesMasterIdLst>
  <p:sldIdLst>
    <p:sldId xmlns:r="http://schemas.openxmlformats.org/officeDocument/2006/relationships" id="256" r:id="R94b4c01f451842ef"/>
  </p:sldIdLst>
  <p:sldSz cx="11430000" cy="52006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eccbb445004a0e" /><Relationship Type="http://schemas.openxmlformats.org/officeDocument/2006/relationships/slideMaster" Target="/ppt/slideMasters/slideMaster1.xml" Id="R8f29e887bc0a4c4d" /><Relationship Type="http://schemas.openxmlformats.org/officeDocument/2006/relationships/notesMaster" Target="/ppt/notesMasters/notesMaster1.xml" Id="R3b46d4e04ef14d26" /><Relationship Type="http://schemas.openxmlformats.org/officeDocument/2006/relationships/presProps" Target="/ppt/presProps.xml" Id="Re6e811f3e6f441f9" /><Relationship Type="http://schemas.openxmlformats.org/officeDocument/2006/relationships/tableStyles" Target="/ppt/tableStyles.xml" Id="Rc7d1d8b4e49848d0" /><Relationship Type="http://schemas.openxmlformats.org/officeDocument/2006/relationships/slide" Target="/ppt/slides/slide1.xml" Id="R94b4c01f451842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2721c99d1c42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06f69fd7464a14" /><Relationship Type="http://schemas.openxmlformats.org/officeDocument/2006/relationships/notesMaster" Target="/ppt/notesMasters/notesMaster1.xml" Id="Rf0eb4126331745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"Scaling Up and Distilling Down: Language-Guided Robot Skill Acquisition",</a:t>
            </a:r>
          </a:p>
          <a:p xmlns:a="http://schemas.openxmlformats.org/drawingml/2006/main">
            <a:r>
              <a:t>  "paper_url": "https://arxiv.org/pdf/2307.14535v2",</a:t>
            </a:r>
          </a:p>
          <a:p xmlns:a="http://schemas.openxmlformats.org/drawingml/2006/main">
            <a:r>
              <a:t>  "figure": "Figure 4",</a:t>
            </a:r>
          </a:p>
          <a:p xmlns:a="http://schemas.openxmlformats.org/drawingml/2006/main">
            <a:r>
              <a:t>  "page": 5,</a:t>
            </a:r>
          </a:p>
          <a:p xmlns:a="http://schemas.openxmlformats.org/drawingml/2006/main">
            <a:r>
              <a:t>  "license": "unverified",</a:t>
            </a:r>
          </a:p>
          <a:p xmlns:a="http://schemas.openxmlformats.org/drawingml/2006/main">
            <a:r>
              <a:t>  "notes": "Native source-layout reconstruction of flattened original. Ordinary labels and code are typeable. Diagram shapes and logical arrows are native. Explicitly bounded source photographs, icons and mathematical formula inserts retain raster pixels. Font metrics and path coordinates are measured approximations. Figure4 is the paper’s policy-distillation architecture. Two observation image assets stop above their name strips; the observation labels exist only as native text and cannot leave hidden original lettering. The robot action illustration includes internal motion annotations as raster; all architecture arrows are native.",</a:t>
            </a:r>
          </a:p>
          <a:p xmlns:a="http://schemas.openxmlformats.org/drawingml/2006/main">
            <a:r>
              <a:t>  "status": "figure_recreation",</a:t>
            </a:r>
          </a:p>
          <a:p xmlns:a="http://schemas.openxmlformats.org/drawingml/2006/main">
            <a:r>
              <a:t>  "source_sha256": "ef8689b7632897425bb0e537c33cd3999fc3d8cc1126fccf65b8e0d612233dce",</a:t>
            </a:r>
          </a:p>
          <a:p xmlns:a="http://schemas.openxmlformats.org/drawingml/2006/main">
            <a:r>
              <a:t>  "source_crop_pdf_points": [</a:t>
            </a:r>
          </a:p>
          <a:p xmlns:a="http://schemas.openxmlformats.org/drawingml/2006/main">
            <a:r>
              <a:t>    305,</a:t>
            </a:r>
          </a:p>
          <a:p xmlns:a="http://schemas.openxmlformats.org/drawingml/2006/main">
            <a:r>
              <a:t>    535,</a:t>
            </a:r>
          </a:p>
          <a:p xmlns:a="http://schemas.openxmlformats.org/drawingml/2006/main">
            <a:r>
              <a:t>    505,</a:t>
            </a:r>
          </a:p>
          <a:p xmlns:a="http://schemas.openxmlformats.org/drawingml/2006/main">
            <a:r>
              <a:t>    626</a:t>
            </a:r>
          </a:p>
          <a:p xmlns:a="http://schemas.openxmlformats.org/drawingml/2006/main">
            <a:r>
              <a:t>  ],</a:t>
            </a:r>
          </a:p>
          <a:p xmlns:a="http://schemas.openxmlformats.org/drawingml/2006/main">
            <a:r>
              <a:t>  "raster_details": [</a:t>
            </a:r>
          </a:p>
          <a:p xmlns:a="http://schemas.openxmlformats.org/drawingml/2006/main">
            <a:r>
              <a:t>    {</a:t>
            </a:r>
          </a:p>
          <a:p xmlns:a="http://schemas.openxmlformats.org/drawingml/2006/main">
            <a:r>
              <a:t>      "id": "global-observation",</a:t>
            </a:r>
          </a:p>
          <a:p xmlns:a="http://schemas.openxmlformats.org/drawingml/2006/main">
            <a:r>
              <a:t>      "source_pixels": [</a:t>
            </a:r>
          </a:p>
          <a:p xmlns:a="http://schemas.openxmlformats.org/drawingml/2006/main">
            <a:r>
              <a:t>        18,</a:t>
            </a:r>
          </a:p>
          <a:p xmlns:a="http://schemas.openxmlformats.org/drawingml/2006/main">
            <a:r>
              <a:t>        201,</a:t>
            </a:r>
          </a:p>
          <a:p xmlns:a="http://schemas.openxmlformats.org/drawingml/2006/main">
            <a:r>
              <a:t>        184,</a:t>
            </a:r>
          </a:p>
          <a:p xmlns:a="http://schemas.openxmlformats.org/drawingml/2006/main">
            <a:r>
              <a:t>        294</a:t>
            </a:r>
          </a:p>
          <a:p xmlns:a="http://schemas.openxmlformats.org/drawingml/2006/main">
            <a:r>
              <a:t>      ],</a:t>
            </a:r>
          </a:p>
          <a:p xmlns:a="http://schemas.openxmlformats.org/drawingml/2006/main">
            <a:r>
              <a:t>      "detail": "Original global camera observation, retaining visual content only"</a:t>
            </a:r>
          </a:p>
          <a:p xmlns:a="http://schemas.openxmlformats.org/drawingml/2006/main">
            <a:r>
              <a:t>    },</a:t>
            </a:r>
          </a:p>
          <a:p xmlns:a="http://schemas.openxmlformats.org/drawingml/2006/main">
            <a:r>
              <a:t>    {</a:t>
            </a:r>
          </a:p>
          <a:p xmlns:a="http://schemas.openxmlformats.org/drawingml/2006/main">
            <a:r>
              <a:t>      "id": "wrist-observation",</a:t>
            </a:r>
          </a:p>
          <a:p xmlns:a="http://schemas.openxmlformats.org/drawingml/2006/main">
            <a:r>
              <a:t>      "source_pixels": [</a:t>
            </a:r>
          </a:p>
          <a:p xmlns:a="http://schemas.openxmlformats.org/drawingml/2006/main">
            <a:r>
              <a:t>        192,</a:t>
            </a:r>
          </a:p>
          <a:p xmlns:a="http://schemas.openxmlformats.org/drawingml/2006/main">
            <a:r>
              <a:t>        170,</a:t>
            </a:r>
          </a:p>
          <a:p xmlns:a="http://schemas.openxmlformats.org/drawingml/2006/main">
            <a:r>
              <a:t>        359,</a:t>
            </a:r>
          </a:p>
          <a:p xmlns:a="http://schemas.openxmlformats.org/drawingml/2006/main">
            <a:r>
              <a:t>        294</a:t>
            </a:r>
          </a:p>
          <a:p xmlns:a="http://schemas.openxmlformats.org/drawingml/2006/main">
            <a:r>
              <a:t>      ],</a:t>
            </a:r>
          </a:p>
          <a:p xmlns:a="http://schemas.openxmlformats.org/drawingml/2006/main">
            <a:r>
              <a:t>      "detail": "Original wrist camera observation, retaining visual content only"</a:t>
            </a:r>
          </a:p>
          <a:p xmlns:a="http://schemas.openxmlformats.org/drawingml/2006/main">
            <a:r>
              <a:t>    },</a:t>
            </a:r>
          </a:p>
          <a:p xmlns:a="http://schemas.openxmlformats.org/drawingml/2006/main">
            <a:r>
              <a:t>    {</a:t>
            </a:r>
          </a:p>
          <a:p xmlns:a="http://schemas.openxmlformats.org/drawingml/2006/main">
            <a:r>
              <a:t>      "id": "robot-action-visualization",</a:t>
            </a:r>
          </a:p>
          <a:p xmlns:a="http://schemas.openxmlformats.org/drawingml/2006/main">
            <a:r>
              <a:t>      "source_pixels": [</a:t>
            </a:r>
          </a:p>
          <a:p xmlns:a="http://schemas.openxmlformats.org/drawingml/2006/main">
            <a:r>
              <a:t>        775,</a:t>
            </a:r>
          </a:p>
          <a:p xmlns:a="http://schemas.openxmlformats.org/drawingml/2006/main">
            <a:r>
              <a:t>        3,</a:t>
            </a:r>
          </a:p>
          <a:p xmlns:a="http://schemas.openxmlformats.org/drawingml/2006/main">
            <a:r>
              <a:t>        1195,</a:t>
            </a:r>
          </a:p>
          <a:p xmlns:a="http://schemas.openxmlformats.org/drawingml/2006/main">
            <a:r>
              <a:t>        414</a:t>
            </a:r>
          </a:p>
          <a:p xmlns:a="http://schemas.openxmlformats.org/drawingml/2006/main">
            <a:r>
              <a:t>      ],</a:t>
            </a:r>
          </a:p>
          <a:p xmlns:a="http://schemas.openxmlformats.org/drawingml/2006/main">
            <a:r>
              <a:t>      "detail": "Original robot action illustration, including internal curved orange motion annotations; photo content is raster"</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a36bce60a447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73b9f4f54e4c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6a5abcb37d4a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12fa40d6224e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498b3f645043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c3ee3728ea45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1DA474-2A11-4B34-9565-A48B2F71281C}"/>
              </a:ext>
            </a:extLst>
          </p:cNvPr>
          <p:cNvSpPr>
            <a:spLocks xmlns:a="http://schemas.openxmlformats.org/drawingml/2006/main" noGrp="1"/>
          </p:cNvSpPr>
          <p:nvPr>
            <p:ph type="title" idx="0"/>
          </p:nvPr>
        </p:nvSpPr>
        <p:spPr>
          <a:xfrm xmlns:a="http://schemas.openxmlformats.org/drawingml/2006/main">
            <a:off x="1143000" y="1964690"/>
            <a:ext cx="9144000" cy="75120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150A56-4E43-4954-ABD6-130A8DADF685}"/>
              </a:ext>
            </a:extLst>
          </p:cNvPr>
          <p:cNvSpPr>
            <a:spLocks xmlns:a="http://schemas.openxmlformats.org/drawingml/2006/main" noGrp="1"/>
          </p:cNvSpPr>
          <p:nvPr>
            <p:ph type="subTitle" idx="1"/>
          </p:nvPr>
        </p:nvSpPr>
        <p:spPr>
          <a:xfrm xmlns:a="http://schemas.openxmlformats.org/drawingml/2006/main">
            <a:off x="1714500" y="2860358"/>
            <a:ext cx="8001000" cy="5778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93"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39507B-9627-45B9-B8F6-A0FD27F49370}"/>
              </a:ext>
            </a:extLst>
          </p:cNvPr>
          <p:cNvSpPr>
            <a:spLocks xmlns:a="http://schemas.openxmlformats.org/drawingml/2006/main" noGrp="1"/>
          </p:cNvSpPr>
          <p:nvPr>
            <p:ph type="title" idx="0"/>
          </p:nvPr>
        </p:nvSpPr>
        <p:spPr>
          <a:xfrm xmlns:a="http://schemas.openxmlformats.org/drawingml/2006/main">
            <a:off x="1143000" y="2166938"/>
            <a:ext cx="9144000" cy="8667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8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75116-D6B9-48B6-AF5A-02542E390659}"/>
              </a:ext>
            </a:extLst>
          </p:cNvPr>
          <p:cNvSpPr>
            <a:spLocks xmlns:a="http://schemas.openxmlformats.org/drawingml/2006/main" noGrp="1"/>
          </p:cNvSpPr>
          <p:nvPr>
            <p:ph type="title" idx="0"/>
          </p:nvPr>
        </p:nvSpPr>
        <p:spPr>
          <a:xfrm xmlns:a="http://schemas.openxmlformats.org/drawingml/2006/main">
            <a:off x="642938" y="404495"/>
            <a:ext cx="10144125"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FABC5B-E260-49B5-AC05-3F363FFE6238}"/>
              </a:ext>
            </a:extLst>
          </p:cNvPr>
          <p:cNvSpPr>
            <a:spLocks xmlns:a="http://schemas.openxmlformats.org/drawingml/2006/main" noGrp="1"/>
          </p:cNvSpPr>
          <p:nvPr>
            <p:ph type="body" idx="1"/>
          </p:nvPr>
        </p:nvSpPr>
        <p:spPr>
          <a:xfrm xmlns:a="http://schemas.openxmlformats.org/drawingml/2006/main">
            <a:off x="642938" y="1444625"/>
            <a:ext cx="10144125"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06"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46748B-AE57-4160-A608-BC76A449F0A3}"/>
              </a:ext>
            </a:extLst>
          </p:cNvPr>
          <p:cNvSpPr>
            <a:spLocks xmlns:a="http://schemas.openxmlformats.org/drawingml/2006/main" noGrp="1"/>
          </p:cNvSpPr>
          <p:nvPr>
            <p:ph type="title" idx="0"/>
          </p:nvPr>
        </p:nvSpPr>
        <p:spPr>
          <a:xfrm xmlns:a="http://schemas.openxmlformats.org/drawingml/2006/main">
            <a:off x="642938" y="404495"/>
            <a:ext cx="10144125"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61B9C7-6569-4F7D-BAC6-FA516374ABC8}"/>
              </a:ext>
            </a:extLst>
          </p:cNvPr>
          <p:cNvSpPr>
            <a:spLocks xmlns:a="http://schemas.openxmlformats.org/drawingml/2006/main" noGrp="1"/>
          </p:cNvSpPr>
          <p:nvPr>
            <p:ph type="body" idx="1"/>
          </p:nvPr>
        </p:nvSpPr>
        <p:spPr>
          <a:xfrm xmlns:a="http://schemas.openxmlformats.org/drawingml/2006/main">
            <a:off x="642938" y="1444625"/>
            <a:ext cx="4714875"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3"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960C09-A9ED-4CF5-98ED-C29712604F95}"/>
              </a:ext>
            </a:extLst>
          </p:cNvPr>
          <p:cNvSpPr>
            <a:spLocks xmlns:a="http://schemas.openxmlformats.org/drawingml/2006/main" noGrp="1"/>
          </p:cNvSpPr>
          <p:nvPr>
            <p:ph type="body" idx="2"/>
          </p:nvPr>
        </p:nvSpPr>
        <p:spPr>
          <a:xfrm xmlns:a="http://schemas.openxmlformats.org/drawingml/2006/main">
            <a:off x="6072188" y="1444625"/>
            <a:ext cx="4714875"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93"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041F67-FE6E-4ACC-B3FB-F8D4797911FC}"/>
              </a:ext>
            </a:extLst>
          </p:cNvPr>
          <p:cNvSpPr>
            <a:spLocks xmlns:a="http://schemas.openxmlformats.org/drawingml/2006/main" noGrp="1"/>
          </p:cNvSpPr>
          <p:nvPr>
            <p:ph type="title" idx="0"/>
          </p:nvPr>
        </p:nvSpPr>
        <p:spPr>
          <a:xfrm xmlns:a="http://schemas.openxmlformats.org/drawingml/2006/main">
            <a:off x="642938" y="404495"/>
            <a:ext cx="10144125" cy="6356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A1F016-832A-493C-A25A-F060E28145EF}"/>
              </a:ext>
            </a:extLst>
          </p:cNvPr>
          <p:cNvSpPr>
            <a:spLocks xmlns:a="http://schemas.openxmlformats.org/drawingml/2006/main" noGrp="1"/>
          </p:cNvSpPr>
          <p:nvPr>
            <p:ph type="body" idx="1"/>
          </p:nvPr>
        </p:nvSpPr>
        <p:spPr>
          <a:xfrm xmlns:a="http://schemas.openxmlformats.org/drawingml/2006/main">
            <a:off x="642938" y="1444625"/>
            <a:ext cx="4714875" cy="3235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06" b="0">
                <a:solidFill>
                  <a:schemeClr val="tx1"/>
                </a:solidFill>
                <a:latin typeface="+mn-lt"/>
                <a:ea typeface="+mn-lt"/>
                <a:cs typeface="+mn-lt"/>
              </a:defRPr>
            </a:defPPr>
            <a:lvl1pPr marL="173355" indent="-173355">
              <a:lnSpc>
                <a:spcPct val="110000"/>
              </a:lnSpc>
              <a:spcBef>
                <a:spcPts val="0"/>
              </a:spcBef>
              <a:spcAft>
                <a:spcPts val="910"/>
              </a:spcAft>
              <a:buChar char="•"/>
            </a:lvl1pPr>
            <a:lvl2pPr marL="404495" indent="-173355">
              <a:lnSpc>
                <a:spcPct val="110000"/>
              </a:lnSpc>
              <a:spcBef>
                <a:spcPts val="0"/>
              </a:spcBef>
              <a:spcAft>
                <a:spcPts val="910"/>
              </a:spcAft>
              <a:buChar char="•"/>
            </a:lvl2pPr>
            <a:lvl3pPr marL="635635" indent="-173355">
              <a:lnSpc>
                <a:spcPct val="110000"/>
              </a:lnSpc>
              <a:spcBef>
                <a:spcPts val="0"/>
              </a:spcBef>
              <a:spcAft>
                <a:spcPts val="910"/>
              </a:spcAft>
              <a:buChar char="•"/>
            </a:lvl3pPr>
            <a:lvl4pPr marL="866775" indent="-173355">
              <a:lnSpc>
                <a:spcPct val="110000"/>
              </a:lnSpc>
              <a:spcBef>
                <a:spcPts val="0"/>
              </a:spcBef>
              <a:spcAft>
                <a:spcPts val="910"/>
              </a:spcAft>
              <a:buChar char="•"/>
            </a:lvl4pPr>
            <a:lvl5pPr marL="1097915" indent="-173355">
              <a:lnSpc>
                <a:spcPct val="110000"/>
              </a:lnSpc>
              <a:spcBef>
                <a:spcPts val="0"/>
              </a:spcBef>
              <a:spcAft>
                <a:spcPts val="910"/>
              </a:spcAft>
              <a:buChar char="•"/>
            </a:lvl5pPr>
            <a:lvl6pPr marL="1329055" indent="-173355">
              <a:lnSpc>
                <a:spcPct val="110000"/>
              </a:lnSpc>
              <a:spcBef>
                <a:spcPts val="0"/>
              </a:spcBef>
              <a:spcAft>
                <a:spcPts val="910"/>
              </a:spcAft>
              <a:buChar char="•"/>
            </a:lvl6pPr>
            <a:lvl7pPr marL="1560195" indent="-173355">
              <a:lnSpc>
                <a:spcPct val="110000"/>
              </a:lnSpc>
              <a:spcBef>
                <a:spcPts val="0"/>
              </a:spcBef>
              <a:spcAft>
                <a:spcPts val="910"/>
              </a:spcAft>
              <a:buChar char="•"/>
            </a:lvl7pPr>
            <a:lvl8pPr marL="1791335" indent="-173355">
              <a:lnSpc>
                <a:spcPct val="110000"/>
              </a:lnSpc>
              <a:spcBef>
                <a:spcPts val="0"/>
              </a:spcBef>
              <a:spcAft>
                <a:spcPts val="910"/>
              </a:spcAft>
              <a:buChar char="•"/>
            </a:lvl8pPr>
            <a:lvl9pPr marL="2022475" indent="-173355">
              <a:lnSpc>
                <a:spcPct val="110000"/>
              </a:lnSpc>
              <a:spcBef>
                <a:spcPts val="0"/>
              </a:spcBef>
              <a:spcAft>
                <a:spcPts val="91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0b92273838485c" /><Relationship Type="http://schemas.openxmlformats.org/officeDocument/2006/relationships/slideLayout" Target="/ppt/slideLayouts/slideLayout1.xml" Id="R9fa48480f53a4a61" /><Relationship Type="http://schemas.openxmlformats.org/officeDocument/2006/relationships/slideLayout" Target="/ppt/slideLayouts/slideLayout2.xml" Id="Rd93bd105009b4d3c" /><Relationship Type="http://schemas.openxmlformats.org/officeDocument/2006/relationships/slideLayout" Target="/ppt/slideLayouts/slideLayout3.xml" Id="Ra568290d38ee4851" /><Relationship Type="http://schemas.openxmlformats.org/officeDocument/2006/relationships/slideLayout" Target="/ppt/slideLayouts/slideLayout4.xml" Id="R9219e4a65f174cbc" /><Relationship Type="http://schemas.openxmlformats.org/officeDocument/2006/relationships/slideLayout" Target="/ppt/slideLayouts/slideLayout5.xml" Id="R89486d7fa9fa4732" /><Relationship Type="http://schemas.openxmlformats.org/officeDocument/2006/relationships/slideLayout" Target="/ppt/slideLayouts/slideLayout6.xml" Id="R6d3a97aab1a04b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a48480f53a4a61"/>
    <p:sldLayoutId xmlns:r="http://schemas.openxmlformats.org/officeDocument/2006/relationships" id="2147483650" r:id="Rd93bd105009b4d3c"/>
    <p:sldLayoutId xmlns:r="http://schemas.openxmlformats.org/officeDocument/2006/relationships" id="2147483651" r:id="Ra568290d38ee4851"/>
    <p:sldLayoutId xmlns:r="http://schemas.openxmlformats.org/officeDocument/2006/relationships" id="2147483652" r:id="R9219e4a65f174cbc"/>
    <p:sldLayoutId xmlns:r="http://schemas.openxmlformats.org/officeDocument/2006/relationships" id="2147483653" r:id="R89486d7fa9fa4732"/>
    <p:sldLayoutId xmlns:r="http://schemas.openxmlformats.org/officeDocument/2006/relationships" id="2147483654" r:id="R6d3a97aab1a04b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8d7621fada4757" /><Relationship Type="http://schemas.openxmlformats.org/officeDocument/2006/relationships/image" Target="/ppt/media/image.png" Id="Racf7c369babd41ae" /><Relationship Type="http://schemas.openxmlformats.org/officeDocument/2006/relationships/image" Target="/ppt/media/image2.png" Id="R459754423690419b" /><Relationship Type="http://schemas.openxmlformats.org/officeDocument/2006/relationships/image" Target="/ppt/media/image3.png" Id="Rcd38099bd67a4c89" /><Relationship Type="http://schemas.openxmlformats.org/officeDocument/2006/relationships/notesSlide" Target="/ppt/notesSlides/notesSlide1.xml" Id="Recc19d93f4c04fa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clip">
            <a:extLst xmlns:a="http://schemas.openxmlformats.org/drawingml/2006/main">
              <a:ext uri="{FF2B5EF4-FFF2-40B4-BE49-F238E27FC236}">
                <a16:creationId xmlns:a16="http://schemas.microsoft.com/office/drawing/2014/main" id="{02EB1E24-50CE-4132-93A5-F2D2BE97CEA7}"/>
              </a:ext>
            </a:extLst>
          </p:cNvPr>
          <p:cNvSpPr>
            <a:spLocks xmlns:a="http://schemas.openxmlformats.org/drawingml/2006/main" noGrp="1"/>
          </p:cNvSpPr>
          <p:nvPr/>
        </p:nvSpPr>
        <p:spPr>
          <a:xfrm xmlns:a="http://schemas.openxmlformats.org/drawingml/2006/main" rot="0">
            <a:off x="4191000" y="114300"/>
            <a:ext cx="1790700" cy="1057275"/>
          </a:xfrm>
          <a:prstGeom xmlns:a="http://schemas.openxmlformats.org/drawingml/2006/main" prst="rect">
            <a:avLst/>
          </a:prstGeom>
          <a:solidFill xmlns:a="http://schemas.openxmlformats.org/drawingml/2006/main">
            <a:srgbClr val="A2B6FA"/>
          </a:solidFill>
          <a:ln xmlns:a="http://schemas.openxmlformats.org/drawingml/2006/main" w="57150">
            <a:solidFill>
              <a:srgbClr val="526AE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 name="clip-label">
            <a:extLst xmlns:a="http://schemas.openxmlformats.org/drawingml/2006/main">
              <a:ext uri="{FF2B5EF4-FFF2-40B4-BE49-F238E27FC236}">
                <a16:creationId xmlns:a16="http://schemas.microsoft.com/office/drawing/2014/main" id="{3285A47F-910F-4D99-8603-2EF2E3A7B28D}"/>
              </a:ext>
            </a:extLst>
          </p:cNvPr>
          <p:cNvSpPr>
            <a:spLocks xmlns:a="http://schemas.openxmlformats.org/drawingml/2006/main" noGrp="1"/>
          </p:cNvSpPr>
          <p:nvPr/>
        </p:nvSpPr>
        <p:spPr>
          <a:xfrm xmlns:a="http://schemas.openxmlformats.org/drawingml/2006/main" rot="0">
            <a:off x="4267200" y="180975"/>
            <a:ext cx="16383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550" b="0" i="0">
                <a:solidFill>
                  <a:srgbClr val="526AE2"/>
                </a:solidFill>
                <a:latin typeface="Courier New"/>
                <a:ea typeface="Courier New"/>
                <a:cs typeface="Courier New"/>
              </a:defRPr>
            </a:defPPr>
          </a:lstStyle>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CLIP</a:t>
            </a:r>
          </a:p>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text enc</a:t>
            </a:r>
          </a:p>
        </p:txBody>
      </p:sp>
      <p:sp>
        <p:nvSpPr>
          <p:cNvPr id="3" name="resnet-global">
            <a:extLst xmlns:a="http://schemas.openxmlformats.org/drawingml/2006/main">
              <a:ext uri="{FF2B5EF4-FFF2-40B4-BE49-F238E27FC236}">
                <a16:creationId xmlns:a16="http://schemas.microsoft.com/office/drawing/2014/main" id="{2DFC73D4-E66B-4906-A3D8-4C49D747B4CD}"/>
              </a:ext>
            </a:extLst>
          </p:cNvPr>
          <p:cNvSpPr>
            <a:spLocks xmlns:a="http://schemas.openxmlformats.org/drawingml/2006/main" noGrp="1"/>
          </p:cNvSpPr>
          <p:nvPr/>
        </p:nvSpPr>
        <p:spPr>
          <a:xfrm xmlns:a="http://schemas.openxmlformats.org/drawingml/2006/main" rot="0">
            <a:off x="4191000" y="1323975"/>
            <a:ext cx="1790700" cy="771525"/>
          </a:xfrm>
          <a:prstGeom xmlns:a="http://schemas.openxmlformats.org/drawingml/2006/main" prst="rect">
            <a:avLst/>
          </a:prstGeom>
          <a:solidFill xmlns:a="http://schemas.openxmlformats.org/drawingml/2006/main">
            <a:srgbClr val="A2B6FA"/>
          </a:solidFill>
          <a:ln xmlns:a="http://schemas.openxmlformats.org/drawingml/2006/main" w="57150">
            <a:solidFill>
              <a:srgbClr val="526AE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 name="resnet-global-label">
            <a:extLst xmlns:a="http://schemas.openxmlformats.org/drawingml/2006/main">
              <a:ext uri="{FF2B5EF4-FFF2-40B4-BE49-F238E27FC236}">
                <a16:creationId xmlns:a16="http://schemas.microsoft.com/office/drawing/2014/main" id="{D7976D9F-4352-443E-AFE7-898CEC93063D}"/>
              </a:ext>
            </a:extLst>
          </p:cNvPr>
          <p:cNvSpPr>
            <a:spLocks xmlns:a="http://schemas.openxmlformats.org/drawingml/2006/main" noGrp="1"/>
          </p:cNvSpPr>
          <p:nvPr/>
        </p:nvSpPr>
        <p:spPr>
          <a:xfrm xmlns:a="http://schemas.openxmlformats.org/drawingml/2006/main" rot="0">
            <a:off x="4267200" y="1390650"/>
            <a:ext cx="1638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550" b="0" i="0">
                <a:solidFill>
                  <a:srgbClr val="526AE2"/>
                </a:solidFill>
                <a:latin typeface="Courier New"/>
                <a:ea typeface="Courier New"/>
                <a:cs typeface="Courier New"/>
              </a:defRPr>
            </a:defPPr>
          </a:lstStyle>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Resnet18</a:t>
            </a:r>
          </a:p>
        </p:txBody>
      </p:sp>
      <p:sp>
        <p:nvSpPr>
          <p:cNvPr id="5" name="resnet-wrist">
            <a:extLst xmlns:a="http://schemas.openxmlformats.org/drawingml/2006/main">
              <a:ext uri="{FF2B5EF4-FFF2-40B4-BE49-F238E27FC236}">
                <a16:creationId xmlns:a16="http://schemas.microsoft.com/office/drawing/2014/main" id="{9E2F2FF3-53DE-4C06-A7C1-1607A980ACF3}"/>
              </a:ext>
            </a:extLst>
          </p:cNvPr>
          <p:cNvSpPr>
            <a:spLocks xmlns:a="http://schemas.openxmlformats.org/drawingml/2006/main" noGrp="1"/>
          </p:cNvSpPr>
          <p:nvPr/>
        </p:nvSpPr>
        <p:spPr>
          <a:xfrm xmlns:a="http://schemas.openxmlformats.org/drawingml/2006/main" rot="0">
            <a:off x="4191000" y="2257425"/>
            <a:ext cx="1790700" cy="781050"/>
          </a:xfrm>
          <a:prstGeom xmlns:a="http://schemas.openxmlformats.org/drawingml/2006/main" prst="rect">
            <a:avLst/>
          </a:prstGeom>
          <a:solidFill xmlns:a="http://schemas.openxmlformats.org/drawingml/2006/main">
            <a:srgbClr val="A2B6FA"/>
          </a:solidFill>
          <a:ln xmlns:a="http://schemas.openxmlformats.org/drawingml/2006/main" w="57150">
            <a:solidFill>
              <a:srgbClr val="526AE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 name="resnet-wrist-label">
            <a:extLst xmlns:a="http://schemas.openxmlformats.org/drawingml/2006/main">
              <a:ext uri="{FF2B5EF4-FFF2-40B4-BE49-F238E27FC236}">
                <a16:creationId xmlns:a16="http://schemas.microsoft.com/office/drawing/2014/main" id="{771A3111-234A-4EA6-B0BE-AFD37DC89E7E}"/>
              </a:ext>
            </a:extLst>
          </p:cNvPr>
          <p:cNvSpPr>
            <a:spLocks xmlns:a="http://schemas.openxmlformats.org/drawingml/2006/main" noGrp="1"/>
          </p:cNvSpPr>
          <p:nvPr/>
        </p:nvSpPr>
        <p:spPr>
          <a:xfrm xmlns:a="http://schemas.openxmlformats.org/drawingml/2006/main" rot="0">
            <a:off x="4267200" y="2324100"/>
            <a:ext cx="1638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550" b="0" i="0">
                <a:solidFill>
                  <a:srgbClr val="526AE2"/>
                </a:solidFill>
                <a:latin typeface="Courier New"/>
                <a:ea typeface="Courier New"/>
                <a:cs typeface="Courier New"/>
              </a:defRPr>
            </a:defPPr>
          </a:lstStyle>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Resnet18</a:t>
            </a:r>
          </a:p>
        </p:txBody>
      </p:sp>
      <p:sp>
        <p:nvSpPr>
          <p:cNvPr id="7" name="diffusion-policy">
            <a:extLst xmlns:a="http://schemas.openxmlformats.org/drawingml/2006/main">
              <a:ext uri="{FF2B5EF4-FFF2-40B4-BE49-F238E27FC236}">
                <a16:creationId xmlns:a16="http://schemas.microsoft.com/office/drawing/2014/main" id="{979C93AD-E028-4667-B39E-D893F7D89CF8}"/>
              </a:ext>
            </a:extLst>
          </p:cNvPr>
          <p:cNvSpPr>
            <a:spLocks xmlns:a="http://schemas.openxmlformats.org/drawingml/2006/main" noGrp="1"/>
          </p:cNvSpPr>
          <p:nvPr/>
        </p:nvSpPr>
        <p:spPr>
          <a:xfrm xmlns:a="http://schemas.openxmlformats.org/drawingml/2006/main" rot="0">
            <a:off x="4352925" y="3514725"/>
            <a:ext cx="2466975" cy="1057275"/>
          </a:xfrm>
          <a:prstGeom xmlns:a="http://schemas.openxmlformats.org/drawingml/2006/main" prst="rect">
            <a:avLst/>
          </a:prstGeom>
          <a:solidFill xmlns:a="http://schemas.openxmlformats.org/drawingml/2006/main">
            <a:srgbClr val="A2B6FA"/>
          </a:solidFill>
          <a:ln xmlns:a="http://schemas.openxmlformats.org/drawingml/2006/main" w="57150">
            <a:solidFill>
              <a:srgbClr val="526AE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8" name="diffusion-policy-label">
            <a:extLst xmlns:a="http://schemas.openxmlformats.org/drawingml/2006/main">
              <a:ext uri="{FF2B5EF4-FFF2-40B4-BE49-F238E27FC236}">
                <a16:creationId xmlns:a16="http://schemas.microsoft.com/office/drawing/2014/main" id="{8770A6FD-C3D9-4EC6-BB09-C32D32C3E5F5}"/>
              </a:ext>
            </a:extLst>
          </p:cNvPr>
          <p:cNvSpPr>
            <a:spLocks xmlns:a="http://schemas.openxmlformats.org/drawingml/2006/main" noGrp="1"/>
          </p:cNvSpPr>
          <p:nvPr/>
        </p:nvSpPr>
        <p:spPr>
          <a:xfrm xmlns:a="http://schemas.openxmlformats.org/drawingml/2006/main" rot="0">
            <a:off x="4429125" y="3581400"/>
            <a:ext cx="2314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550" b="0" i="0">
                <a:solidFill>
                  <a:srgbClr val="526AE2"/>
                </a:solidFill>
                <a:latin typeface="Courier New"/>
                <a:ea typeface="Courier New"/>
                <a:cs typeface="Courier New"/>
              </a:defRPr>
            </a:defPPr>
          </a:lstStyle>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Diffusion</a:t>
            </a:r>
          </a:p>
          <a:p xmlns:a="http://schemas.openxmlformats.org/drawingml/2006/main">
            <a:pPr algn="ctr">
              <a:defRPr sz="2550" b="0" i="0">
                <a:solidFill>
                  <a:srgbClr val="526AE2"/>
                </a:solidFill>
                <a:latin typeface="Courier New"/>
                <a:ea typeface="Courier New"/>
                <a:cs typeface="Courier New"/>
              </a:defRPr>
            </a:pPr>
            <a:r>
              <a:rPr sz="2550" b="0" i="0">
                <a:solidFill>
                  <a:srgbClr val="526AE2"/>
                </a:solidFill>
                <a:latin typeface="Courier New"/>
                <a:ea typeface="Courier New"/>
                <a:cs typeface="Courier New"/>
              </a:rPr>
              <a:t>Policy</a:t>
            </a:r>
          </a:p>
        </p:txBody>
      </p:sp>
      <p:sp>
        <p:nvSpPr>
          <p:cNvPr id="9" name="task-desc">
            <a:extLst xmlns:a="http://schemas.openxmlformats.org/drawingml/2006/main">
              <a:ext uri="{FF2B5EF4-FFF2-40B4-BE49-F238E27FC236}">
                <a16:creationId xmlns:a16="http://schemas.microsoft.com/office/drawing/2014/main" id="{8410B852-7FD4-4086-A49F-6994064D3503}"/>
              </a:ext>
            </a:extLst>
          </p:cNvPr>
          <p:cNvSpPr>
            <a:spLocks xmlns:a="http://schemas.openxmlformats.org/drawingml/2006/main" noGrp="1"/>
          </p:cNvSpPr>
          <p:nvPr/>
        </p:nvSpPr>
        <p:spPr>
          <a:xfrm xmlns:a="http://schemas.openxmlformats.org/drawingml/2006/main" rot="0">
            <a:off x="47625" y="38100"/>
            <a:ext cx="22479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75" b="1" i="0">
                <a:solidFill>
                  <a:srgbClr val="000000"/>
                </a:solidFill>
                <a:latin typeface="Courier New"/>
                <a:ea typeface="Courier New"/>
                <a:cs typeface="Courier New"/>
              </a:defRPr>
            </a:defPPr>
          </a:lstStyle>
          <a:p xmlns:a="http://schemas.openxmlformats.org/drawingml/2006/main">
            <a:pPr algn="l">
              <a:defRPr sz="2475" b="1" i="0">
                <a:solidFill>
                  <a:srgbClr val="000000"/>
                </a:solidFill>
                <a:latin typeface="Courier New"/>
                <a:ea typeface="Courier New"/>
                <a:cs typeface="Courier New"/>
              </a:defRPr>
            </a:pPr>
            <a:r>
              <a:rPr sz="2475" b="1" i="0">
                <a:solidFill>
                  <a:srgbClr val="000000"/>
                </a:solidFill>
                <a:latin typeface="Courier New"/>
                <a:ea typeface="Courier New"/>
                <a:cs typeface="Courier New"/>
              </a:rPr>
              <a:t>task desc</a:t>
            </a:r>
          </a:p>
        </p:txBody>
      </p:sp>
      <p:sp>
        <p:nvSpPr>
          <p:cNvPr id="10" name="task-instruction">
            <a:extLst xmlns:a="http://schemas.openxmlformats.org/drawingml/2006/main">
              <a:ext uri="{FF2B5EF4-FFF2-40B4-BE49-F238E27FC236}">
                <a16:creationId xmlns:a16="http://schemas.microsoft.com/office/drawing/2014/main" id="{4FA6A999-CC66-45E8-AE51-7F695315E3E8}"/>
              </a:ext>
            </a:extLst>
          </p:cNvPr>
          <p:cNvSpPr>
            <a:spLocks xmlns:a="http://schemas.openxmlformats.org/drawingml/2006/main" noGrp="1"/>
          </p:cNvSpPr>
          <p:nvPr/>
        </p:nvSpPr>
        <p:spPr>
          <a:xfrm xmlns:a="http://schemas.openxmlformats.org/drawingml/2006/main" rot="0">
            <a:off x="190500" y="371475"/>
            <a:ext cx="3295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75" b="0" i="0">
                <a:solidFill>
                  <a:srgbClr val="000000"/>
                </a:solidFill>
                <a:latin typeface="Courier New"/>
                <a:ea typeface="Courier New"/>
                <a:cs typeface="Courier New"/>
              </a:defRPr>
            </a:defPPr>
          </a:lstStyle>
          <a:p xmlns:a="http://schemas.openxmlformats.org/drawingml/2006/main">
            <a:pPr algn="l">
              <a:defRPr sz="2475" b="0" i="0">
                <a:solidFill>
                  <a:srgbClr val="000000"/>
                </a:solidFill>
                <a:latin typeface="Courier New"/>
                <a:ea typeface="Courier New"/>
                <a:cs typeface="Courier New"/>
              </a:defRPr>
            </a:pPr>
            <a:r>
              <a:rPr sz="2475" b="0" i="0">
                <a:solidFill>
                  <a:srgbClr val="000000"/>
                </a:solidFill>
                <a:latin typeface="Courier New"/>
                <a:ea typeface="Courier New"/>
                <a:cs typeface="Courier New"/>
              </a:rPr>
              <a:t>“send the package</a:t>
            </a:r>
          </a:p>
          <a:p xmlns:a="http://schemas.openxmlformats.org/drawingml/2006/main">
            <a:pPr algn="l">
              <a:defRPr sz="2475" b="0" i="0">
                <a:solidFill>
                  <a:srgbClr val="000000"/>
                </a:solidFill>
                <a:latin typeface="Courier New"/>
                <a:ea typeface="Courier New"/>
                <a:cs typeface="Courier New"/>
              </a:defRPr>
            </a:pPr>
            <a:r>
              <a:rPr sz="2475" b="0" i="0">
                <a:solidFill>
                  <a:srgbClr val="000000"/>
                </a:solidFill>
                <a:latin typeface="Courier New"/>
                <a:ea typeface="Courier New"/>
                <a:cs typeface="Courier New"/>
              </a:rPr>
              <a:t>for return”</a:t>
            </a:r>
          </a:p>
        </p:txBody>
      </p:sp>
      <p:sp>
        <p:nvSpPr>
          <p:cNvPr id="11" name="vision">
            <a:extLst xmlns:a="http://schemas.openxmlformats.org/drawingml/2006/main">
              <a:ext uri="{FF2B5EF4-FFF2-40B4-BE49-F238E27FC236}">
                <a16:creationId xmlns:a16="http://schemas.microsoft.com/office/drawing/2014/main" id="{CBC2CAC2-82D9-4141-A431-1512EAAA62C8}"/>
              </a:ext>
            </a:extLst>
          </p:cNvPr>
          <p:cNvSpPr>
            <a:spLocks xmlns:a="http://schemas.openxmlformats.org/drawingml/2006/main" noGrp="1"/>
          </p:cNvSpPr>
          <p:nvPr/>
        </p:nvSpPr>
        <p:spPr>
          <a:xfrm xmlns:a="http://schemas.openxmlformats.org/drawingml/2006/main" rot="0">
            <a:off x="57150" y="1276350"/>
            <a:ext cx="1762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550" b="1" i="0">
                <a:solidFill>
                  <a:srgbClr val="000000"/>
                </a:solidFill>
                <a:latin typeface="Courier New"/>
                <a:ea typeface="Courier New"/>
                <a:cs typeface="Courier New"/>
              </a:defRPr>
            </a:defPPr>
          </a:lstStyle>
          <a:p xmlns:a="http://schemas.openxmlformats.org/drawingml/2006/main">
            <a:pPr algn="l">
              <a:defRPr sz="2550" b="1" i="0">
                <a:solidFill>
                  <a:srgbClr val="000000"/>
                </a:solidFill>
                <a:latin typeface="Courier New"/>
                <a:ea typeface="Courier New"/>
                <a:cs typeface="Courier New"/>
              </a:defRPr>
            </a:pPr>
            <a:r>
              <a:rPr sz="2550" b="1" i="0">
                <a:solidFill>
                  <a:srgbClr val="000000"/>
                </a:solidFill>
                <a:latin typeface="Courier New"/>
                <a:ea typeface="Courier New"/>
                <a:cs typeface="Courier New"/>
              </a:rPr>
              <a:t>vision</a:t>
            </a:r>
          </a:p>
        </p:txBody>
      </p:sp>
      <p:pic>
        <p:nvPicPr>
          <p:cNvPr id="12" name="">
            <a:extLst xmlns:a="http://schemas.openxmlformats.org/drawingml/2006/main">
              <a:ext uri="{FF2B5EF4-FFF2-40B4-BE49-F238E27FC236}">
                <a16:creationId xmlns:a16="http://schemas.microsoft.com/office/drawing/2014/main" id="{11E208FA-62B6-4E5E-8D1B-673ED0C1FF19}"/>
              </a:ext>
            </a:extLst>
          </p:cNvPr>
          <p:cNvPicPr>
            <a:picLocks xmlns:a="http://schemas.openxmlformats.org/drawingml/2006/main" noChangeAspect="1"/>
          </p:cNvPicPr>
          <p:nvPr/>
        </p:nvPicPr>
        <p:blipFill>
          <a:blip xmlns:r="http://schemas.openxmlformats.org/officeDocument/2006/relationships" xmlns:a="http://schemas.openxmlformats.org/drawingml/2006/main" r:embed="Racf7c369babd41ae"/>
          <a:srcRect xmlns:a="http://schemas.openxmlformats.org/drawingml/2006/main" l="0" t="0" r="0" b="0"/>
          <a:stretch xmlns:a="http://schemas.openxmlformats.org/drawingml/2006/main">
            <a:fillRect l="0" t="0" r="0" b="0"/>
          </a:stretch>
        </p:blipFill>
        <p:spPr>
          <a:xfrm xmlns:a="http://schemas.openxmlformats.org/drawingml/2006/main">
            <a:off x="171450" y="1914525"/>
            <a:ext cx="1581150" cy="885825"/>
          </a:xfrm>
          <a:prstGeom xmlns:a="http://schemas.openxmlformats.org/drawingml/2006/main" prst="rect">
            <a:avLst/>
          </a:prstGeom>
        </p:spPr>
      </p:pic>
      <p:sp>
        <p:nvSpPr>
          <p:cNvPr id="13" name="global-observation">
            <a:extLst xmlns:a="http://schemas.openxmlformats.org/drawingml/2006/main">
              <a:ext uri="{FF2B5EF4-FFF2-40B4-BE49-F238E27FC236}">
                <a16:creationId xmlns:a16="http://schemas.microsoft.com/office/drawing/2014/main" id="{19A5FDD7-DB42-4154-BC2E-B32395B4FD5C}"/>
              </a:ext>
            </a:extLst>
          </p:cNvPr>
          <p:cNvSpPr>
            <a:spLocks xmlns:a="http://schemas.openxmlformats.org/drawingml/2006/main" noGrp="1"/>
          </p:cNvSpPr>
          <p:nvPr/>
        </p:nvSpPr>
        <p:spPr>
          <a:xfrm xmlns:a="http://schemas.openxmlformats.org/drawingml/2006/main" rot="0">
            <a:off x="171450" y="1914525"/>
            <a:ext cx="1581150" cy="885825"/>
          </a:xfrm>
          <a:prstGeom xmlns:a="http://schemas.openxmlformats.org/drawingml/2006/main" prst="rect">
            <a:avLst/>
          </a:prstGeom>
          <a:noFill xmlns:a="http://schemas.openxmlformats.org/drawingml/2006/main"/>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C01A0DD-A851-4456-AE73-557253423E1D}"/>
              </a:ext>
            </a:extLst>
          </p:cNvPr>
          <p:cNvPicPr>
            <a:picLocks xmlns:a="http://schemas.openxmlformats.org/drawingml/2006/main" noChangeAspect="1"/>
          </p:cNvPicPr>
          <p:nvPr/>
        </p:nvPicPr>
        <p:blipFill>
          <a:blip xmlns:r="http://schemas.openxmlformats.org/officeDocument/2006/relationships" xmlns:a="http://schemas.openxmlformats.org/drawingml/2006/main" r:embed="R459754423690419b"/>
          <a:srcRect xmlns:a="http://schemas.openxmlformats.org/drawingml/2006/main" l="0" t="0" r="0" b="0"/>
          <a:stretch xmlns:a="http://schemas.openxmlformats.org/drawingml/2006/main">
            <a:fillRect l="0" t="0" r="0" b="0"/>
          </a:stretch>
        </p:blipFill>
        <p:spPr>
          <a:xfrm xmlns:a="http://schemas.openxmlformats.org/drawingml/2006/main">
            <a:off x="1828800" y="1619250"/>
            <a:ext cx="1590675" cy="1181100"/>
          </a:xfrm>
          <a:prstGeom xmlns:a="http://schemas.openxmlformats.org/drawingml/2006/main" prst="rect">
            <a:avLst/>
          </a:prstGeom>
        </p:spPr>
      </p:pic>
      <p:sp>
        <p:nvSpPr>
          <p:cNvPr id="15" name="wrist-observation">
            <a:extLst xmlns:a="http://schemas.openxmlformats.org/drawingml/2006/main">
              <a:ext uri="{FF2B5EF4-FFF2-40B4-BE49-F238E27FC236}">
                <a16:creationId xmlns:a16="http://schemas.microsoft.com/office/drawing/2014/main" id="{CE76BE62-7F49-4331-BEE4-41410EB7FDD3}"/>
              </a:ext>
            </a:extLst>
          </p:cNvPr>
          <p:cNvSpPr>
            <a:spLocks xmlns:a="http://schemas.openxmlformats.org/drawingml/2006/main" noGrp="1"/>
          </p:cNvSpPr>
          <p:nvPr/>
        </p:nvSpPr>
        <p:spPr>
          <a:xfrm xmlns:a="http://schemas.openxmlformats.org/drawingml/2006/main" rot="0">
            <a:off x="1828800" y="1619250"/>
            <a:ext cx="1590675" cy="1181100"/>
          </a:xfrm>
          <a:prstGeom xmlns:a="http://schemas.openxmlformats.org/drawingml/2006/main" prst="rect">
            <a:avLst/>
          </a:prstGeom>
          <a:noFill xmlns:a="http://schemas.openxmlformats.org/drawingml/2006/main"/>
          <a:ln xmlns:a="http://schemas.openxmlformats.org/drawingml/2006/main" w="0">
            <a:noFill/>
          </a:ln>
        </p:spPr>
      </p:sp>
      <p:sp>
        <p:nvSpPr>
          <p:cNvPr id="16" name="global-label-strip">
            <a:extLst xmlns:a="http://schemas.openxmlformats.org/drawingml/2006/main">
              <a:ext uri="{FF2B5EF4-FFF2-40B4-BE49-F238E27FC236}">
                <a16:creationId xmlns:a16="http://schemas.microsoft.com/office/drawing/2014/main" id="{8BCA1277-0D6D-49B5-8CCE-EED59DEE0F1B}"/>
              </a:ext>
            </a:extLst>
          </p:cNvPr>
          <p:cNvSpPr>
            <a:spLocks xmlns:a="http://schemas.openxmlformats.org/drawingml/2006/main" noGrp="1"/>
          </p:cNvSpPr>
          <p:nvPr/>
        </p:nvSpPr>
        <p:spPr>
          <a:xfrm xmlns:a="http://schemas.openxmlformats.org/drawingml/2006/main" rot="0">
            <a:off x="171450" y="2800350"/>
            <a:ext cx="1581150" cy="419100"/>
          </a:xfrm>
          <a:prstGeom xmlns:a="http://schemas.openxmlformats.org/drawingml/2006/main" prst="rect">
            <a:avLst/>
          </a:prstGeom>
          <a:solidFill xmlns:a="http://schemas.openxmlformats.org/drawingml/2006/main">
            <a:srgbClr val="999999"/>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7" name="wrist-label-strip">
            <a:extLst xmlns:a="http://schemas.openxmlformats.org/drawingml/2006/main">
              <a:ext uri="{FF2B5EF4-FFF2-40B4-BE49-F238E27FC236}">
                <a16:creationId xmlns:a16="http://schemas.microsoft.com/office/drawing/2014/main" id="{A4734070-7505-4D3C-8743-F20B73F2B0DA}"/>
              </a:ext>
            </a:extLst>
          </p:cNvPr>
          <p:cNvSpPr>
            <a:spLocks xmlns:a="http://schemas.openxmlformats.org/drawingml/2006/main" noGrp="1"/>
          </p:cNvSpPr>
          <p:nvPr/>
        </p:nvSpPr>
        <p:spPr>
          <a:xfrm xmlns:a="http://schemas.openxmlformats.org/drawingml/2006/main" rot="0">
            <a:off x="1828800" y="2800350"/>
            <a:ext cx="1590675" cy="419100"/>
          </a:xfrm>
          <a:prstGeom xmlns:a="http://schemas.openxmlformats.org/drawingml/2006/main" prst="rect">
            <a:avLst/>
          </a:prstGeom>
          <a:solidFill xmlns:a="http://schemas.openxmlformats.org/drawingml/2006/main">
            <a:srgbClr val="555555"/>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8" name="global-label">
            <a:extLst xmlns:a="http://schemas.openxmlformats.org/drawingml/2006/main">
              <a:ext uri="{FF2B5EF4-FFF2-40B4-BE49-F238E27FC236}">
                <a16:creationId xmlns:a16="http://schemas.microsoft.com/office/drawing/2014/main" id="{4218C4DF-777E-4BCF-B3AA-B3FF08DE5639}"/>
              </a:ext>
            </a:extLst>
          </p:cNvPr>
          <p:cNvSpPr>
            <a:spLocks xmlns:a="http://schemas.openxmlformats.org/drawingml/2006/main" noGrp="1"/>
          </p:cNvSpPr>
          <p:nvPr/>
        </p:nvSpPr>
        <p:spPr>
          <a:xfrm xmlns:a="http://schemas.openxmlformats.org/drawingml/2006/main" rot="0">
            <a:off x="171450" y="280035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550" b="0" i="0">
                <a:solidFill>
                  <a:srgbClr val="FFFFFF"/>
                </a:solidFill>
                <a:latin typeface="Courier New"/>
                <a:ea typeface="Courier New"/>
                <a:cs typeface="Courier New"/>
              </a:defRPr>
            </a:defPPr>
          </a:lstStyle>
          <a:p xmlns:a="http://schemas.openxmlformats.org/drawingml/2006/main">
            <a:pPr algn="l">
              <a:defRPr sz="2550" b="0" i="0">
                <a:solidFill>
                  <a:srgbClr val="FFFFFF"/>
                </a:solidFill>
                <a:latin typeface="Courier New"/>
                <a:ea typeface="Courier New"/>
                <a:cs typeface="Courier New"/>
              </a:defRPr>
            </a:pPr>
            <a:r>
              <a:rPr sz="2550" b="0" i="0">
                <a:solidFill>
                  <a:srgbClr val="FFFFFF"/>
                </a:solidFill>
                <a:latin typeface="Courier New"/>
                <a:ea typeface="Courier New"/>
                <a:cs typeface="Courier New"/>
              </a:rPr>
              <a:t>global</a:t>
            </a:r>
          </a:p>
        </p:txBody>
      </p:sp>
      <p:sp>
        <p:nvSpPr>
          <p:cNvPr id="19" name="wrist-label">
            <a:extLst xmlns:a="http://schemas.openxmlformats.org/drawingml/2006/main">
              <a:ext uri="{FF2B5EF4-FFF2-40B4-BE49-F238E27FC236}">
                <a16:creationId xmlns:a16="http://schemas.microsoft.com/office/drawing/2014/main" id="{7399E1B8-90A4-4A16-9734-D8A8B62B6588}"/>
              </a:ext>
            </a:extLst>
          </p:cNvPr>
          <p:cNvSpPr>
            <a:spLocks xmlns:a="http://schemas.openxmlformats.org/drawingml/2006/main" noGrp="1"/>
          </p:cNvSpPr>
          <p:nvPr/>
        </p:nvSpPr>
        <p:spPr>
          <a:xfrm xmlns:a="http://schemas.openxmlformats.org/drawingml/2006/main" rot="0">
            <a:off x="1847850" y="2800350"/>
            <a:ext cx="1552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550" b="0" i="0">
                <a:solidFill>
                  <a:srgbClr val="FFFFFF"/>
                </a:solidFill>
                <a:latin typeface="Courier New"/>
                <a:ea typeface="Courier New"/>
                <a:cs typeface="Courier New"/>
              </a:defRPr>
            </a:defPPr>
          </a:lstStyle>
          <a:p xmlns:a="http://schemas.openxmlformats.org/drawingml/2006/main">
            <a:pPr algn="l">
              <a:defRPr sz="2550" b="0" i="0">
                <a:solidFill>
                  <a:srgbClr val="FFFFFF"/>
                </a:solidFill>
                <a:latin typeface="Courier New"/>
                <a:ea typeface="Courier New"/>
                <a:cs typeface="Courier New"/>
              </a:defRPr>
            </a:pPr>
            <a:r>
              <a:rPr sz="2550" b="0" i="0">
                <a:solidFill>
                  <a:srgbClr val="FFFFFF"/>
                </a:solidFill>
                <a:latin typeface="Courier New"/>
                <a:ea typeface="Courier New"/>
                <a:cs typeface="Courier New"/>
              </a:rPr>
              <a:t>wrist</a:t>
            </a:r>
          </a:p>
        </p:txBody>
      </p:sp>
      <p:sp>
        <p:nvSpPr>
          <p:cNvPr id="20" name="proprioception">
            <a:extLst xmlns:a="http://schemas.openxmlformats.org/drawingml/2006/main">
              <a:ext uri="{FF2B5EF4-FFF2-40B4-BE49-F238E27FC236}">
                <a16:creationId xmlns:a16="http://schemas.microsoft.com/office/drawing/2014/main" id="{29BE5806-B874-483E-9BF7-5DE656DC9604}"/>
              </a:ext>
            </a:extLst>
          </p:cNvPr>
          <p:cNvSpPr>
            <a:spLocks xmlns:a="http://schemas.openxmlformats.org/drawingml/2006/main" noGrp="1"/>
          </p:cNvSpPr>
          <p:nvPr/>
        </p:nvSpPr>
        <p:spPr>
          <a:xfrm xmlns:a="http://schemas.openxmlformats.org/drawingml/2006/main" rot="0">
            <a:off x="47625" y="38385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550" b="1" i="0">
                <a:solidFill>
                  <a:srgbClr val="000000"/>
                </a:solidFill>
                <a:latin typeface="Courier New"/>
                <a:ea typeface="Courier New"/>
                <a:cs typeface="Courier New"/>
              </a:defRPr>
            </a:defPPr>
          </a:lstStyle>
          <a:p xmlns:a="http://schemas.openxmlformats.org/drawingml/2006/main">
            <a:pPr algn="l">
              <a:defRPr sz="2550" b="1" i="0">
                <a:solidFill>
                  <a:srgbClr val="000000"/>
                </a:solidFill>
                <a:latin typeface="Courier New"/>
                <a:ea typeface="Courier New"/>
                <a:cs typeface="Courier New"/>
              </a:defRPr>
            </a:pPr>
            <a:r>
              <a:rPr sz="2550" b="1" i="0">
                <a:solidFill>
                  <a:srgbClr val="000000"/>
                </a:solidFill>
                <a:latin typeface="Courier New"/>
                <a:ea typeface="Courier New"/>
                <a:cs typeface="Courier New"/>
              </a:rPr>
              <a:t>proprioception</a:t>
            </a:r>
          </a:p>
        </p:txBody>
      </p:sp>
      <p:sp>
        <p:nvSpPr>
          <p:cNvPr id="21" name="gripper-command">
            <a:extLst xmlns:a="http://schemas.openxmlformats.org/drawingml/2006/main">
              <a:ext uri="{FF2B5EF4-FFF2-40B4-BE49-F238E27FC236}">
                <a16:creationId xmlns:a16="http://schemas.microsoft.com/office/drawing/2014/main" id="{560A3351-BDD4-4B19-8B38-2AD641E84137}"/>
              </a:ext>
            </a:extLst>
          </p:cNvPr>
          <p:cNvSpPr>
            <a:spLocks xmlns:a="http://schemas.openxmlformats.org/drawingml/2006/main" noGrp="1"/>
          </p:cNvSpPr>
          <p:nvPr/>
        </p:nvSpPr>
        <p:spPr>
          <a:xfrm xmlns:a="http://schemas.openxmlformats.org/drawingml/2006/main" rot="0">
            <a:off x="57150" y="4286250"/>
            <a:ext cx="4238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0" i="0">
                <a:solidFill>
                  <a:srgbClr val="000000"/>
                </a:solidFill>
                <a:latin typeface="Courier New"/>
                <a:ea typeface="Courier New"/>
                <a:cs typeface="Courier New"/>
              </a:defRPr>
            </a:defPPr>
          </a:lstStyle>
          <a:p xmlns:a="http://schemas.openxmlformats.org/drawingml/2006/main">
            <a:pPr algn="l">
              <a:defRPr sz="2400" b="0" i="0">
                <a:solidFill>
                  <a:srgbClr val="000000"/>
                </a:solidFill>
                <a:latin typeface="Courier New"/>
                <a:ea typeface="Courier New"/>
                <a:cs typeface="Courier New"/>
              </a:defRPr>
            </a:pPr>
            <a:r>
              <a:rPr sz="2400" b="0" i="0">
                <a:solidFill>
                  <a:srgbClr val="000000"/>
                </a:solidFill>
                <a:latin typeface="Courier New"/>
                <a:ea typeface="Courier New"/>
                <a:cs typeface="Courier New"/>
              </a:rPr>
              <a:t>gripper pose &amp; command</a:t>
            </a:r>
          </a:p>
        </p:txBody>
      </p:sp>
      <p:sp>
        <p:nvSpPr>
          <p:cNvPr id="22" name="task-arrow">
            <a:extLst xmlns:a="http://schemas.openxmlformats.org/drawingml/2006/main">
              <a:ext uri="{FF2B5EF4-FFF2-40B4-BE49-F238E27FC236}">
                <a16:creationId xmlns:a16="http://schemas.microsoft.com/office/drawing/2014/main" id="{8A4E0856-5086-4398-B150-C54E808D7470}"/>
              </a:ext>
            </a:extLst>
          </p:cNvPr>
          <p:cNvSpPr>
            <a:spLocks xmlns:a="http://schemas.openxmlformats.org/drawingml/2006/main" noGrp="1"/>
          </p:cNvSpPr>
          <p:nvPr/>
        </p:nvSpPr>
        <p:spPr>
          <a:xfrm xmlns:a="http://schemas.openxmlformats.org/drawingml/2006/main" rot="0">
            <a:off x="3600450" y="638175"/>
            <a:ext cx="400050" cy="95"/>
          </a:xfrm>
          <a:custGeom xmlns:a="http://schemas.openxmlformats.org/drawingml/2006/main">
            <a:pathLst>
              <a:path w="400050" h="95">
                <a:moveTo>
                  <a:pt x="0" y="0"/>
                </a:moveTo>
                <a:lnTo>
                  <a:pt x="400050" y="0"/>
                </a:lnTo>
              </a:path>
            </a:pathLst>
          </a:custGeom>
          <a:noFill xmlns:a="http://schemas.openxmlformats.org/drawingml/2006/main"/>
          <a:ln xmlns:a="http://schemas.openxmlformats.org/drawingml/2006/main" w="23813">
            <a:solidFill>
              <a:srgbClr val="303030"/>
            </a:solidFill>
            <a:prstDash val="solid"/>
          </a:ln>
        </p:spPr>
      </p:sp>
      <p:sp>
        <p:nvSpPr>
          <p:cNvPr id="23" name="task-arrow-tip">
            <a:extLst xmlns:a="http://schemas.openxmlformats.org/drawingml/2006/main">
              <a:ext uri="{FF2B5EF4-FFF2-40B4-BE49-F238E27FC236}">
                <a16:creationId xmlns:a16="http://schemas.microsoft.com/office/drawing/2014/main" id="{4D2EA2B9-FCC4-4369-BB9D-1D17C4F14521}"/>
              </a:ext>
            </a:extLst>
          </p:cNvPr>
          <p:cNvSpPr>
            <a:spLocks xmlns:a="http://schemas.openxmlformats.org/drawingml/2006/main" noGrp="1"/>
          </p:cNvSpPr>
          <p:nvPr/>
        </p:nvSpPr>
        <p:spPr>
          <a:xfrm xmlns:a="http://schemas.openxmlformats.org/drawingml/2006/main" rot="0">
            <a:off x="3905250" y="595313"/>
            <a:ext cx="95250" cy="85725"/>
          </a:xfrm>
          <a:custGeom xmlns:a="http://schemas.openxmlformats.org/drawingml/2006/main">
            <a:pathLst>
              <a:path w="95250" h="85725">
                <a:moveTo>
                  <a:pt x="0" y="85725"/>
                </a:moveTo>
                <a:lnTo>
                  <a:pt x="95250" y="42863"/>
                </a:lnTo>
                <a:lnTo>
                  <a:pt x="0" y="0"/>
                </a:lnTo>
                <a:close/>
              </a:path>
            </a:pathLst>
          </a:custGeom>
          <a:solidFill xmlns:a="http://schemas.openxmlformats.org/drawingml/2006/main">
            <a:srgbClr val="303030"/>
          </a:solidFill>
          <a:ln xmlns:a="http://schemas.openxmlformats.org/drawingml/2006/main" w="0">
            <a:solidFill>
              <a:srgbClr val="303030"/>
            </a:solidFill>
            <a:prstDash val="solid"/>
          </a:ln>
        </p:spPr>
      </p:sp>
      <p:sp>
        <p:nvSpPr>
          <p:cNvPr id="24" name="camera-arrow">
            <a:extLst xmlns:a="http://schemas.openxmlformats.org/drawingml/2006/main">
              <a:ext uri="{FF2B5EF4-FFF2-40B4-BE49-F238E27FC236}">
                <a16:creationId xmlns:a16="http://schemas.microsoft.com/office/drawing/2014/main" id="{C48CB14C-DB32-486F-B298-26462534F259}"/>
              </a:ext>
            </a:extLst>
          </p:cNvPr>
          <p:cNvSpPr>
            <a:spLocks xmlns:a="http://schemas.openxmlformats.org/drawingml/2006/main" noGrp="1"/>
          </p:cNvSpPr>
          <p:nvPr/>
        </p:nvSpPr>
        <p:spPr>
          <a:xfrm xmlns:a="http://schemas.openxmlformats.org/drawingml/2006/main" rot="0">
            <a:off x="3600450" y="1885950"/>
            <a:ext cx="400050" cy="95"/>
          </a:xfrm>
          <a:custGeom xmlns:a="http://schemas.openxmlformats.org/drawingml/2006/main">
            <a:pathLst>
              <a:path w="400050" h="95">
                <a:moveTo>
                  <a:pt x="0" y="0"/>
                </a:moveTo>
                <a:lnTo>
                  <a:pt x="400050" y="0"/>
                </a:lnTo>
              </a:path>
            </a:pathLst>
          </a:custGeom>
          <a:noFill xmlns:a="http://schemas.openxmlformats.org/drawingml/2006/main"/>
          <a:ln xmlns:a="http://schemas.openxmlformats.org/drawingml/2006/main" w="23813">
            <a:solidFill>
              <a:srgbClr val="303030"/>
            </a:solidFill>
            <a:prstDash val="solid"/>
          </a:ln>
        </p:spPr>
      </p:sp>
      <p:sp>
        <p:nvSpPr>
          <p:cNvPr id="25" name="camera-arrow-tip">
            <a:extLst xmlns:a="http://schemas.openxmlformats.org/drawingml/2006/main">
              <a:ext uri="{FF2B5EF4-FFF2-40B4-BE49-F238E27FC236}">
                <a16:creationId xmlns:a16="http://schemas.microsoft.com/office/drawing/2014/main" id="{BDE1D21C-CA9E-4D39-9DCF-160E4B3050F9}"/>
              </a:ext>
            </a:extLst>
          </p:cNvPr>
          <p:cNvSpPr>
            <a:spLocks xmlns:a="http://schemas.openxmlformats.org/drawingml/2006/main" noGrp="1"/>
          </p:cNvSpPr>
          <p:nvPr/>
        </p:nvSpPr>
        <p:spPr>
          <a:xfrm xmlns:a="http://schemas.openxmlformats.org/drawingml/2006/main" rot="0">
            <a:off x="3905250" y="1843088"/>
            <a:ext cx="95250" cy="85725"/>
          </a:xfrm>
          <a:custGeom xmlns:a="http://schemas.openxmlformats.org/drawingml/2006/main">
            <a:pathLst>
              <a:path w="95250" h="85725">
                <a:moveTo>
                  <a:pt x="0" y="85725"/>
                </a:moveTo>
                <a:lnTo>
                  <a:pt x="95250" y="42863"/>
                </a:lnTo>
                <a:lnTo>
                  <a:pt x="0" y="0"/>
                </a:lnTo>
                <a:close/>
              </a:path>
            </a:pathLst>
          </a:custGeom>
          <a:solidFill xmlns:a="http://schemas.openxmlformats.org/drawingml/2006/main">
            <a:srgbClr val="303030"/>
          </a:solidFill>
          <a:ln xmlns:a="http://schemas.openxmlformats.org/drawingml/2006/main" w="0">
            <a:solidFill>
              <a:srgbClr val="303030"/>
            </a:solidFill>
            <a:prstDash val="solid"/>
          </a:ln>
        </p:spPr>
      </p:sp>
      <p:sp>
        <p:nvSpPr>
          <p:cNvPr id="26" name="global-arrow">
            <a:extLst xmlns:a="http://schemas.openxmlformats.org/drawingml/2006/main">
              <a:ext uri="{FF2B5EF4-FFF2-40B4-BE49-F238E27FC236}">
                <a16:creationId xmlns:a16="http://schemas.microsoft.com/office/drawing/2014/main" id="{379FA3D7-BABE-4AC2-885E-780BBFC27A48}"/>
              </a:ext>
            </a:extLst>
          </p:cNvPr>
          <p:cNvSpPr>
            <a:spLocks xmlns:a="http://schemas.openxmlformats.org/drawingml/2006/main" noGrp="1"/>
          </p:cNvSpPr>
          <p:nvPr/>
        </p:nvSpPr>
        <p:spPr>
          <a:xfrm xmlns:a="http://schemas.openxmlformats.org/drawingml/2006/main" rot="0">
            <a:off x="942975" y="2705100"/>
            <a:ext cx="3067050" cy="695325"/>
          </a:xfrm>
          <a:custGeom xmlns:a="http://schemas.openxmlformats.org/drawingml/2006/main">
            <a:pathLst>
              <a:path w="3067050" h="695325">
                <a:moveTo>
                  <a:pt x="0" y="523875"/>
                </a:moveTo>
                <a:lnTo>
                  <a:pt x="0" y="695325"/>
                </a:lnTo>
                <a:lnTo>
                  <a:pt x="2800350" y="695325"/>
                </a:lnTo>
                <a:lnTo>
                  <a:pt x="2800350" y="0"/>
                </a:lnTo>
                <a:lnTo>
                  <a:pt x="3067050" y="0"/>
                </a:lnTo>
              </a:path>
            </a:pathLst>
          </a:custGeom>
          <a:noFill xmlns:a="http://schemas.openxmlformats.org/drawingml/2006/main"/>
          <a:ln xmlns:a="http://schemas.openxmlformats.org/drawingml/2006/main" w="23813">
            <a:solidFill>
              <a:srgbClr val="303030"/>
            </a:solidFill>
            <a:prstDash val="solid"/>
          </a:ln>
        </p:spPr>
      </p:sp>
      <p:sp>
        <p:nvSpPr>
          <p:cNvPr id="27" name="global-arrow-tip">
            <a:extLst xmlns:a="http://schemas.openxmlformats.org/drawingml/2006/main">
              <a:ext uri="{FF2B5EF4-FFF2-40B4-BE49-F238E27FC236}">
                <a16:creationId xmlns:a16="http://schemas.microsoft.com/office/drawing/2014/main" id="{4336AA72-C22E-450E-81EF-68CAD0BB6721}"/>
              </a:ext>
            </a:extLst>
          </p:cNvPr>
          <p:cNvSpPr>
            <a:spLocks xmlns:a="http://schemas.openxmlformats.org/drawingml/2006/main" noGrp="1"/>
          </p:cNvSpPr>
          <p:nvPr/>
        </p:nvSpPr>
        <p:spPr>
          <a:xfrm xmlns:a="http://schemas.openxmlformats.org/drawingml/2006/main" rot="0">
            <a:off x="3914775" y="2662238"/>
            <a:ext cx="95250" cy="85725"/>
          </a:xfrm>
          <a:custGeom xmlns:a="http://schemas.openxmlformats.org/drawingml/2006/main">
            <a:pathLst>
              <a:path w="95250" h="85725">
                <a:moveTo>
                  <a:pt x="0" y="85725"/>
                </a:moveTo>
                <a:lnTo>
                  <a:pt x="95250" y="42863"/>
                </a:lnTo>
                <a:lnTo>
                  <a:pt x="0" y="0"/>
                </a:lnTo>
                <a:close/>
              </a:path>
            </a:pathLst>
          </a:custGeom>
          <a:solidFill xmlns:a="http://schemas.openxmlformats.org/drawingml/2006/main">
            <a:srgbClr val="303030"/>
          </a:solidFill>
          <a:ln xmlns:a="http://schemas.openxmlformats.org/drawingml/2006/main" w="0">
            <a:solidFill>
              <a:srgbClr val="303030"/>
            </a:solidFill>
            <a:prstDash val="solid"/>
          </a:ln>
        </p:spPr>
      </p:sp>
      <p:sp>
        <p:nvSpPr>
          <p:cNvPr id="28" name="proprio-arrow">
            <a:extLst xmlns:a="http://schemas.openxmlformats.org/drawingml/2006/main">
              <a:ext uri="{FF2B5EF4-FFF2-40B4-BE49-F238E27FC236}">
                <a16:creationId xmlns:a16="http://schemas.microsoft.com/office/drawing/2014/main" id="{DA5A8254-1720-4486-B8AE-D9DAE52ED7E3}"/>
              </a:ext>
            </a:extLst>
          </p:cNvPr>
          <p:cNvSpPr>
            <a:spLocks xmlns:a="http://schemas.openxmlformats.org/drawingml/2006/main" noGrp="1"/>
          </p:cNvSpPr>
          <p:nvPr/>
        </p:nvSpPr>
        <p:spPr>
          <a:xfrm xmlns:a="http://schemas.openxmlformats.org/drawingml/2006/main" rot="0">
            <a:off x="2914650" y="3238500"/>
            <a:ext cx="3514725" cy="819150"/>
          </a:xfrm>
          <a:custGeom xmlns:a="http://schemas.openxmlformats.org/drawingml/2006/main">
            <a:pathLst>
              <a:path w="3514725" h="819150">
                <a:moveTo>
                  <a:pt x="0" y="819150"/>
                </a:moveTo>
                <a:lnTo>
                  <a:pt x="1104900" y="819150"/>
                </a:lnTo>
                <a:lnTo>
                  <a:pt x="1104900" y="0"/>
                </a:lnTo>
                <a:lnTo>
                  <a:pt x="3514725" y="0"/>
                </a:lnTo>
                <a:lnTo>
                  <a:pt x="3514725" y="152400"/>
                </a:lnTo>
              </a:path>
            </a:pathLst>
          </a:custGeom>
          <a:noFill xmlns:a="http://schemas.openxmlformats.org/drawingml/2006/main"/>
          <a:ln xmlns:a="http://schemas.openxmlformats.org/drawingml/2006/main" w="23813">
            <a:solidFill>
              <a:srgbClr val="303030"/>
            </a:solidFill>
            <a:prstDash val="solid"/>
          </a:ln>
        </p:spPr>
      </p:sp>
      <p:sp>
        <p:nvSpPr>
          <p:cNvPr id="29" name="proprio-arrow-tip">
            <a:extLst xmlns:a="http://schemas.openxmlformats.org/drawingml/2006/main">
              <a:ext uri="{FF2B5EF4-FFF2-40B4-BE49-F238E27FC236}">
                <a16:creationId xmlns:a16="http://schemas.microsoft.com/office/drawing/2014/main" id="{47564BFB-B33C-406B-8EB8-F489DEFE7211}"/>
              </a:ext>
            </a:extLst>
          </p:cNvPr>
          <p:cNvSpPr>
            <a:spLocks xmlns:a="http://schemas.openxmlformats.org/drawingml/2006/main" noGrp="1"/>
          </p:cNvSpPr>
          <p:nvPr/>
        </p:nvSpPr>
        <p:spPr>
          <a:xfrm xmlns:a="http://schemas.openxmlformats.org/drawingml/2006/main" rot="0">
            <a:off x="6386513" y="3295650"/>
            <a:ext cx="85725" cy="95250"/>
          </a:xfrm>
          <a:custGeom xmlns:a="http://schemas.openxmlformats.org/drawingml/2006/main">
            <a:pathLst>
              <a:path w="85725" h="95250">
                <a:moveTo>
                  <a:pt x="0" y="0"/>
                </a:moveTo>
                <a:lnTo>
                  <a:pt x="42863" y="95250"/>
                </a:lnTo>
                <a:lnTo>
                  <a:pt x="85725" y="0"/>
                </a:lnTo>
                <a:close/>
              </a:path>
            </a:pathLst>
          </a:custGeom>
          <a:solidFill xmlns:a="http://schemas.openxmlformats.org/drawingml/2006/main">
            <a:srgbClr val="303030"/>
          </a:solidFill>
          <a:ln xmlns:a="http://schemas.openxmlformats.org/drawingml/2006/main" w="0">
            <a:solidFill>
              <a:srgbClr val="303030"/>
            </a:solidFill>
            <a:prstDash val="solid"/>
          </a:ln>
        </p:spPr>
      </p:sp>
      <p:sp>
        <p:nvSpPr>
          <p:cNvPr id="30" name="action-arrow">
            <a:extLst xmlns:a="http://schemas.openxmlformats.org/drawingml/2006/main">
              <a:ext uri="{FF2B5EF4-FFF2-40B4-BE49-F238E27FC236}">
                <a16:creationId xmlns:a16="http://schemas.microsoft.com/office/drawing/2014/main" id="{4FB8542A-1FD6-4C5C-978A-0BE457652B84}"/>
              </a:ext>
            </a:extLst>
          </p:cNvPr>
          <p:cNvSpPr>
            <a:spLocks xmlns:a="http://schemas.openxmlformats.org/drawingml/2006/main" noGrp="1"/>
          </p:cNvSpPr>
          <p:nvPr/>
        </p:nvSpPr>
        <p:spPr>
          <a:xfrm xmlns:a="http://schemas.openxmlformats.org/drawingml/2006/main" rot="0">
            <a:off x="6896100" y="4248150"/>
            <a:ext cx="1200150" cy="95"/>
          </a:xfrm>
          <a:custGeom xmlns:a="http://schemas.openxmlformats.org/drawingml/2006/main">
            <a:pathLst>
              <a:path w="1200150" h="95">
                <a:moveTo>
                  <a:pt x="0" y="0"/>
                </a:moveTo>
                <a:lnTo>
                  <a:pt x="1200150" y="0"/>
                </a:lnTo>
              </a:path>
            </a:pathLst>
          </a:custGeom>
          <a:noFill xmlns:a="http://schemas.openxmlformats.org/drawingml/2006/main"/>
          <a:ln xmlns:a="http://schemas.openxmlformats.org/drawingml/2006/main" w="23813">
            <a:solidFill>
              <a:srgbClr val="303030"/>
            </a:solidFill>
            <a:prstDash val="solid"/>
          </a:ln>
        </p:spPr>
      </p:sp>
      <p:sp>
        <p:nvSpPr>
          <p:cNvPr id="31" name="action-arrow-tip">
            <a:extLst xmlns:a="http://schemas.openxmlformats.org/drawingml/2006/main">
              <a:ext uri="{FF2B5EF4-FFF2-40B4-BE49-F238E27FC236}">
                <a16:creationId xmlns:a16="http://schemas.microsoft.com/office/drawing/2014/main" id="{DD167EFB-B186-44EC-B92F-9C970F61F55D}"/>
              </a:ext>
            </a:extLst>
          </p:cNvPr>
          <p:cNvSpPr>
            <a:spLocks xmlns:a="http://schemas.openxmlformats.org/drawingml/2006/main" noGrp="1"/>
          </p:cNvSpPr>
          <p:nvPr/>
        </p:nvSpPr>
        <p:spPr>
          <a:xfrm xmlns:a="http://schemas.openxmlformats.org/drawingml/2006/main" rot="0">
            <a:off x="8001000" y="4205288"/>
            <a:ext cx="95250" cy="85725"/>
          </a:xfrm>
          <a:custGeom xmlns:a="http://schemas.openxmlformats.org/drawingml/2006/main">
            <a:pathLst>
              <a:path w="95250" h="85725">
                <a:moveTo>
                  <a:pt x="0" y="85725"/>
                </a:moveTo>
                <a:lnTo>
                  <a:pt x="95250" y="42863"/>
                </a:lnTo>
                <a:lnTo>
                  <a:pt x="0" y="0"/>
                </a:lnTo>
                <a:close/>
              </a:path>
            </a:pathLst>
          </a:custGeom>
          <a:solidFill xmlns:a="http://schemas.openxmlformats.org/drawingml/2006/main">
            <a:srgbClr val="303030"/>
          </a:solidFill>
          <a:ln xmlns:a="http://schemas.openxmlformats.org/drawingml/2006/main" w="0">
            <a:solidFill>
              <a:srgbClr val="303030"/>
            </a:solidFill>
            <a:prstDash val="solid"/>
          </a:ln>
        </p:spPr>
      </p:sp>
      <p:sp>
        <p:nvSpPr>
          <p:cNvPr id="32" name="feature-concatenation">
            <a:extLst xmlns:a="http://schemas.openxmlformats.org/drawingml/2006/main">
              <a:ext uri="{FF2B5EF4-FFF2-40B4-BE49-F238E27FC236}">
                <a16:creationId xmlns:a16="http://schemas.microsoft.com/office/drawing/2014/main" id="{8437ADB2-029B-4722-A018-78220AC55C62}"/>
              </a:ext>
            </a:extLst>
          </p:cNvPr>
          <p:cNvSpPr>
            <a:spLocks xmlns:a="http://schemas.openxmlformats.org/drawingml/2006/main" noGrp="1"/>
          </p:cNvSpPr>
          <p:nvPr/>
        </p:nvSpPr>
        <p:spPr>
          <a:xfrm xmlns:a="http://schemas.openxmlformats.org/drawingml/2006/main" rot="0">
            <a:off x="6105525" y="638175"/>
            <a:ext cx="333375" cy="2762250"/>
          </a:xfrm>
          <a:custGeom xmlns:a="http://schemas.openxmlformats.org/drawingml/2006/main">
            <a:pathLst>
              <a:path w="333375" h="2762250">
                <a:moveTo>
                  <a:pt x="0" y="0"/>
                </a:moveTo>
                <a:lnTo>
                  <a:pt x="333375" y="0"/>
                </a:lnTo>
                <a:lnTo>
                  <a:pt x="333375" y="2762250"/>
                </a:lnTo>
              </a:path>
            </a:pathLst>
          </a:custGeom>
          <a:noFill xmlns:a="http://schemas.openxmlformats.org/drawingml/2006/main"/>
          <a:ln xmlns:a="http://schemas.openxmlformats.org/drawingml/2006/main" w="23813">
            <a:solidFill>
              <a:srgbClr val="333333"/>
            </a:solidFill>
            <a:prstDash val="solid"/>
          </a:ln>
        </p:spPr>
      </p:sp>
      <p:sp>
        <p:nvSpPr>
          <p:cNvPr id="33" name="feature-concatenation-tip">
            <a:extLst xmlns:a="http://schemas.openxmlformats.org/drawingml/2006/main">
              <a:ext uri="{FF2B5EF4-FFF2-40B4-BE49-F238E27FC236}">
                <a16:creationId xmlns:a16="http://schemas.microsoft.com/office/drawing/2014/main" id="{5A814ABD-5BCC-4DAF-A6A1-170A1BEA233B}"/>
              </a:ext>
            </a:extLst>
          </p:cNvPr>
          <p:cNvSpPr>
            <a:spLocks xmlns:a="http://schemas.openxmlformats.org/drawingml/2006/main" noGrp="1"/>
          </p:cNvSpPr>
          <p:nvPr/>
        </p:nvSpPr>
        <p:spPr>
          <a:xfrm xmlns:a="http://schemas.openxmlformats.org/drawingml/2006/main" rot="0">
            <a:off x="6396038" y="3305175"/>
            <a:ext cx="85725" cy="95250"/>
          </a:xfrm>
          <a:custGeom xmlns:a="http://schemas.openxmlformats.org/drawingml/2006/main">
            <a:pathLst>
              <a:path w="85725" h="95250">
                <a:moveTo>
                  <a:pt x="0" y="0"/>
                </a:moveTo>
                <a:lnTo>
                  <a:pt x="42863" y="95250"/>
                </a:lnTo>
                <a:lnTo>
                  <a:pt x="85725" y="0"/>
                </a:lnTo>
                <a:close/>
              </a:path>
            </a:pathLst>
          </a:custGeom>
          <a:solidFill xmlns:a="http://schemas.openxmlformats.org/drawingml/2006/main">
            <a:srgbClr val="333333"/>
          </a:solidFill>
          <a:ln xmlns:a="http://schemas.openxmlformats.org/drawingml/2006/main" w="0">
            <a:solidFill>
              <a:srgbClr val="333333"/>
            </a:solidFill>
            <a:prstDash val="solid"/>
          </a:ln>
        </p:spPr>
      </p:sp>
      <p:sp>
        <p:nvSpPr>
          <p:cNvPr id="34" name="global-features">
            <a:extLst xmlns:a="http://schemas.openxmlformats.org/drawingml/2006/main">
              <a:ext uri="{FF2B5EF4-FFF2-40B4-BE49-F238E27FC236}">
                <a16:creationId xmlns:a16="http://schemas.microsoft.com/office/drawing/2014/main" id="{B61A15AB-E95A-4C77-B89F-FE4F32898AD9}"/>
              </a:ext>
            </a:extLst>
          </p:cNvPr>
          <p:cNvSpPr>
            <a:spLocks xmlns:a="http://schemas.openxmlformats.org/drawingml/2006/main" noGrp="1"/>
          </p:cNvSpPr>
          <p:nvPr/>
        </p:nvSpPr>
        <p:spPr>
          <a:xfrm xmlns:a="http://schemas.openxmlformats.org/drawingml/2006/main" rot="0">
            <a:off x="6124575" y="1685925"/>
            <a:ext cx="314325" cy="95"/>
          </a:xfrm>
          <a:custGeom xmlns:a="http://schemas.openxmlformats.org/drawingml/2006/main">
            <a:pathLst>
              <a:path w="314325" h="95">
                <a:moveTo>
                  <a:pt x="0" y="0"/>
                </a:moveTo>
                <a:lnTo>
                  <a:pt x="314325" y="0"/>
                </a:lnTo>
              </a:path>
            </a:pathLst>
          </a:custGeom>
          <a:noFill xmlns:a="http://schemas.openxmlformats.org/drawingml/2006/main"/>
          <a:ln xmlns:a="http://schemas.openxmlformats.org/drawingml/2006/main" w="23813">
            <a:solidFill>
              <a:srgbClr val="333333"/>
            </a:solidFill>
            <a:prstDash val="solid"/>
          </a:ln>
        </p:spPr>
      </p:sp>
      <p:sp>
        <p:nvSpPr>
          <p:cNvPr id="35" name="wrist-features">
            <a:extLst xmlns:a="http://schemas.openxmlformats.org/drawingml/2006/main">
              <a:ext uri="{FF2B5EF4-FFF2-40B4-BE49-F238E27FC236}">
                <a16:creationId xmlns:a16="http://schemas.microsoft.com/office/drawing/2014/main" id="{C579AB23-3503-4BD4-937A-654AC4F6A278}"/>
              </a:ext>
            </a:extLst>
          </p:cNvPr>
          <p:cNvSpPr>
            <a:spLocks xmlns:a="http://schemas.openxmlformats.org/drawingml/2006/main" noGrp="1"/>
          </p:cNvSpPr>
          <p:nvPr/>
        </p:nvSpPr>
        <p:spPr>
          <a:xfrm xmlns:a="http://schemas.openxmlformats.org/drawingml/2006/main" rot="0">
            <a:off x="6124575" y="2619375"/>
            <a:ext cx="314325" cy="95"/>
          </a:xfrm>
          <a:custGeom xmlns:a="http://schemas.openxmlformats.org/drawingml/2006/main">
            <a:pathLst>
              <a:path w="314325" h="95">
                <a:moveTo>
                  <a:pt x="0" y="0"/>
                </a:moveTo>
                <a:lnTo>
                  <a:pt x="314325" y="0"/>
                </a:lnTo>
              </a:path>
            </a:pathLst>
          </a:custGeom>
          <a:noFill xmlns:a="http://schemas.openxmlformats.org/drawingml/2006/main"/>
          <a:ln xmlns:a="http://schemas.openxmlformats.org/drawingml/2006/main" w="23813">
            <a:solidFill>
              <a:srgbClr val="333333"/>
            </a:solidFill>
            <a:prstDash val="solid"/>
          </a:ln>
        </p:spPr>
      </p:sp>
      <p:sp>
        <p:nvSpPr>
          <p:cNvPr id="36" name="concatenate">
            <a:extLst xmlns:a="http://schemas.openxmlformats.org/drawingml/2006/main">
              <a:ext uri="{FF2B5EF4-FFF2-40B4-BE49-F238E27FC236}">
                <a16:creationId xmlns:a16="http://schemas.microsoft.com/office/drawing/2014/main" id="{90BFDD9B-746C-4F12-8ED4-A768EF6A6112}"/>
              </a:ext>
            </a:extLst>
          </p:cNvPr>
          <p:cNvSpPr>
            <a:spLocks xmlns:a="http://schemas.openxmlformats.org/drawingml/2006/main" noGrp="1"/>
          </p:cNvSpPr>
          <p:nvPr/>
        </p:nvSpPr>
        <p:spPr>
          <a:xfrm xmlns:a="http://schemas.openxmlformats.org/drawingml/2006/main" rot="16200000">
            <a:off x="5781675" y="15049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400" b="0" i="0">
                <a:solidFill>
                  <a:srgbClr val="000000"/>
                </a:solidFill>
                <a:latin typeface="Courier New"/>
                <a:ea typeface="Courier New"/>
                <a:cs typeface="Courier New"/>
              </a:defRPr>
            </a:defPPr>
          </a:lstStyle>
          <a:p xmlns:a="http://schemas.openxmlformats.org/drawingml/2006/main">
            <a:pPr algn="ctr">
              <a:defRPr sz="2400" b="0" i="0">
                <a:solidFill>
                  <a:srgbClr val="000000"/>
                </a:solidFill>
                <a:latin typeface="Courier New"/>
                <a:ea typeface="Courier New"/>
                <a:cs typeface="Courier New"/>
              </a:defRPr>
            </a:pPr>
            <a:r>
              <a:rPr sz="2400" b="0" i="0">
                <a:solidFill>
                  <a:srgbClr val="000000"/>
                </a:solidFill>
                <a:latin typeface="Courier New"/>
                <a:ea typeface="Courier New"/>
                <a:cs typeface="Courier New"/>
              </a:rPr>
              <a:t>concatenate</a:t>
            </a:r>
          </a:p>
        </p:txBody>
      </p:sp>
      <p:pic>
        <p:nvPicPr>
          <p:cNvPr id="37" name="">
            <a:extLst xmlns:a="http://schemas.openxmlformats.org/drawingml/2006/main">
              <a:ext uri="{FF2B5EF4-FFF2-40B4-BE49-F238E27FC236}">
                <a16:creationId xmlns:a16="http://schemas.microsoft.com/office/drawing/2014/main" id="{CC8FA5DA-AE90-406E-B526-63B3A491027D}"/>
              </a:ext>
            </a:extLst>
          </p:cNvPr>
          <p:cNvPicPr>
            <a:picLocks xmlns:a="http://schemas.openxmlformats.org/drawingml/2006/main" noChangeAspect="1"/>
          </p:cNvPicPr>
          <p:nvPr/>
        </p:nvPicPr>
        <p:blipFill>
          <a:blip xmlns:r="http://schemas.openxmlformats.org/officeDocument/2006/relationships" xmlns:a="http://schemas.openxmlformats.org/drawingml/2006/main" r:embed="Rcd38099bd67a4c89"/>
          <a:srcRect xmlns:a="http://schemas.openxmlformats.org/drawingml/2006/main" l="0" t="0" r="0" b="0"/>
          <a:stretch xmlns:a="http://schemas.openxmlformats.org/drawingml/2006/main">
            <a:fillRect l="0" t="0" r="0" b="0"/>
          </a:stretch>
        </p:blipFill>
        <p:spPr>
          <a:xfrm xmlns:a="http://schemas.openxmlformats.org/drawingml/2006/main">
            <a:off x="7381875" y="28575"/>
            <a:ext cx="4000500" cy="3914775"/>
          </a:xfrm>
          <a:prstGeom xmlns:a="http://schemas.openxmlformats.org/drawingml/2006/main" prst="rect">
            <a:avLst/>
          </a:prstGeom>
        </p:spPr>
      </p:pic>
      <p:sp>
        <p:nvSpPr>
          <p:cNvPr id="38" name="robot-action-visualization">
            <a:extLst xmlns:a="http://schemas.openxmlformats.org/drawingml/2006/main">
              <a:ext uri="{FF2B5EF4-FFF2-40B4-BE49-F238E27FC236}">
                <a16:creationId xmlns:a16="http://schemas.microsoft.com/office/drawing/2014/main" id="{3212B132-E18B-41F1-88FF-1E48B9D16F90}"/>
              </a:ext>
            </a:extLst>
          </p:cNvPr>
          <p:cNvSpPr>
            <a:spLocks xmlns:a="http://schemas.openxmlformats.org/drawingml/2006/main" noGrp="1"/>
          </p:cNvSpPr>
          <p:nvPr/>
        </p:nvSpPr>
        <p:spPr>
          <a:xfrm xmlns:a="http://schemas.openxmlformats.org/drawingml/2006/main" rot="0">
            <a:off x="7381875" y="28575"/>
            <a:ext cx="4000500" cy="3914775"/>
          </a:xfrm>
          <a:prstGeom xmlns:a="http://schemas.openxmlformats.org/drawingml/2006/main" prst="rect">
            <a:avLst/>
          </a:prstGeom>
          <a:noFill xmlns:a="http://schemas.openxmlformats.org/drawingml/2006/main"/>
          <a:ln xmlns:a="http://schemas.openxmlformats.org/drawingml/2006/main" w="0">
            <a:noFill/>
          </a:ln>
        </p:spPr>
      </p:sp>
      <p:sp>
        <p:nvSpPr>
          <p:cNvPr id="39" name="action-cell-0">
            <a:extLst xmlns:a="http://schemas.openxmlformats.org/drawingml/2006/main">
              <a:ext uri="{FF2B5EF4-FFF2-40B4-BE49-F238E27FC236}">
                <a16:creationId xmlns:a16="http://schemas.microsoft.com/office/drawing/2014/main" id="{1BFFE9D2-42BF-4D85-81A6-5028AA958E13}"/>
              </a:ext>
            </a:extLst>
          </p:cNvPr>
          <p:cNvSpPr>
            <a:spLocks xmlns:a="http://schemas.openxmlformats.org/drawingml/2006/main" noGrp="1"/>
          </p:cNvSpPr>
          <p:nvPr/>
        </p:nvSpPr>
        <p:spPr>
          <a:xfrm xmlns:a="http://schemas.openxmlformats.org/drawingml/2006/main" rot="0">
            <a:off x="81819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0" name="action-token-0">
            <a:extLst xmlns:a="http://schemas.openxmlformats.org/drawingml/2006/main">
              <a:ext uri="{FF2B5EF4-FFF2-40B4-BE49-F238E27FC236}">
                <a16:creationId xmlns:a16="http://schemas.microsoft.com/office/drawing/2014/main" id="{33280ED1-3C0A-46B5-81FE-E0DAB096B3C7}"/>
              </a:ext>
            </a:extLst>
          </p:cNvPr>
          <p:cNvSpPr>
            <a:spLocks xmlns:a="http://schemas.openxmlformats.org/drawingml/2006/main" noGrp="1"/>
          </p:cNvSpPr>
          <p:nvPr/>
        </p:nvSpPr>
        <p:spPr>
          <a:xfrm xmlns:a="http://schemas.openxmlformats.org/drawingml/2006/main" rot="0">
            <a:off x="81915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aₜ</a:t>
            </a:r>
          </a:p>
        </p:txBody>
      </p:sp>
      <p:sp>
        <p:nvSpPr>
          <p:cNvPr id="41" name="action-cell-1">
            <a:extLst xmlns:a="http://schemas.openxmlformats.org/drawingml/2006/main">
              <a:ext uri="{FF2B5EF4-FFF2-40B4-BE49-F238E27FC236}">
                <a16:creationId xmlns:a16="http://schemas.microsoft.com/office/drawing/2014/main" id="{9286306F-ECD3-46FE-8613-B514E03BF47B}"/>
              </a:ext>
            </a:extLst>
          </p:cNvPr>
          <p:cNvSpPr>
            <a:spLocks xmlns:a="http://schemas.openxmlformats.org/drawingml/2006/main" noGrp="1"/>
          </p:cNvSpPr>
          <p:nvPr/>
        </p:nvSpPr>
        <p:spPr>
          <a:xfrm xmlns:a="http://schemas.openxmlformats.org/drawingml/2006/main" rot="0">
            <a:off x="86772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2" name="action-token-1">
            <a:extLst xmlns:a="http://schemas.openxmlformats.org/drawingml/2006/main">
              <a:ext uri="{FF2B5EF4-FFF2-40B4-BE49-F238E27FC236}">
                <a16:creationId xmlns:a16="http://schemas.microsoft.com/office/drawing/2014/main" id="{A356F660-EE7D-4A20-BCCB-2C72005A3163}"/>
              </a:ext>
            </a:extLst>
          </p:cNvPr>
          <p:cNvSpPr>
            <a:spLocks xmlns:a="http://schemas.openxmlformats.org/drawingml/2006/main" noGrp="1"/>
          </p:cNvSpPr>
          <p:nvPr/>
        </p:nvSpPr>
        <p:spPr>
          <a:xfrm xmlns:a="http://schemas.openxmlformats.org/drawingml/2006/main" rot="0">
            <a:off x="86868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aₜ₊₁</a:t>
            </a:r>
          </a:p>
        </p:txBody>
      </p:sp>
      <p:sp>
        <p:nvSpPr>
          <p:cNvPr id="43" name="action-cell-2">
            <a:extLst xmlns:a="http://schemas.openxmlformats.org/drawingml/2006/main">
              <a:ext uri="{FF2B5EF4-FFF2-40B4-BE49-F238E27FC236}">
                <a16:creationId xmlns:a16="http://schemas.microsoft.com/office/drawing/2014/main" id="{5B8B7137-7D81-4A84-8859-6ECC4B074D86}"/>
              </a:ext>
            </a:extLst>
          </p:cNvPr>
          <p:cNvSpPr>
            <a:spLocks xmlns:a="http://schemas.openxmlformats.org/drawingml/2006/main" noGrp="1"/>
          </p:cNvSpPr>
          <p:nvPr/>
        </p:nvSpPr>
        <p:spPr>
          <a:xfrm xmlns:a="http://schemas.openxmlformats.org/drawingml/2006/main" rot="0">
            <a:off x="91725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4" name="action-token-2">
            <a:extLst xmlns:a="http://schemas.openxmlformats.org/drawingml/2006/main">
              <a:ext uri="{FF2B5EF4-FFF2-40B4-BE49-F238E27FC236}">
                <a16:creationId xmlns:a16="http://schemas.microsoft.com/office/drawing/2014/main" id="{1B465884-F091-4AAD-8F37-16972CBF7C68}"/>
              </a:ext>
            </a:extLst>
          </p:cNvPr>
          <p:cNvSpPr>
            <a:spLocks xmlns:a="http://schemas.openxmlformats.org/drawingml/2006/main" noGrp="1"/>
          </p:cNvSpPr>
          <p:nvPr/>
        </p:nvSpPr>
        <p:spPr>
          <a:xfrm xmlns:a="http://schemas.openxmlformats.org/drawingml/2006/main" rot="0">
            <a:off x="91821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aₜ₊₂</a:t>
            </a:r>
          </a:p>
        </p:txBody>
      </p:sp>
      <p:sp>
        <p:nvSpPr>
          <p:cNvPr id="45" name="action-cell-3">
            <a:extLst xmlns:a="http://schemas.openxmlformats.org/drawingml/2006/main">
              <a:ext uri="{FF2B5EF4-FFF2-40B4-BE49-F238E27FC236}">
                <a16:creationId xmlns:a16="http://schemas.microsoft.com/office/drawing/2014/main" id="{4748D130-0914-472A-A344-1423408E46E7}"/>
              </a:ext>
            </a:extLst>
          </p:cNvPr>
          <p:cNvSpPr>
            <a:spLocks xmlns:a="http://schemas.openxmlformats.org/drawingml/2006/main" noGrp="1"/>
          </p:cNvSpPr>
          <p:nvPr/>
        </p:nvSpPr>
        <p:spPr>
          <a:xfrm xmlns:a="http://schemas.openxmlformats.org/drawingml/2006/main" rot="0">
            <a:off x="96678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6" name="action-token-3">
            <a:extLst xmlns:a="http://schemas.openxmlformats.org/drawingml/2006/main">
              <a:ext uri="{FF2B5EF4-FFF2-40B4-BE49-F238E27FC236}">
                <a16:creationId xmlns:a16="http://schemas.microsoft.com/office/drawing/2014/main" id="{5D05E83E-4F9F-42C9-913B-49F739E08AC2}"/>
              </a:ext>
            </a:extLst>
          </p:cNvPr>
          <p:cNvSpPr>
            <a:spLocks xmlns:a="http://schemas.openxmlformats.org/drawingml/2006/main" noGrp="1"/>
          </p:cNvSpPr>
          <p:nvPr/>
        </p:nvSpPr>
        <p:spPr>
          <a:xfrm xmlns:a="http://schemas.openxmlformats.org/drawingml/2006/main" rot="0">
            <a:off x="96774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aₜ₊₃</a:t>
            </a:r>
          </a:p>
        </p:txBody>
      </p:sp>
      <p:sp>
        <p:nvSpPr>
          <p:cNvPr id="47" name="action-cell-4">
            <a:extLst xmlns:a="http://schemas.openxmlformats.org/drawingml/2006/main">
              <a:ext uri="{FF2B5EF4-FFF2-40B4-BE49-F238E27FC236}">
                <a16:creationId xmlns:a16="http://schemas.microsoft.com/office/drawing/2014/main" id="{E66CC43F-89B7-4FB4-93BE-3CC42C7A2BF2}"/>
              </a:ext>
            </a:extLst>
          </p:cNvPr>
          <p:cNvSpPr>
            <a:spLocks xmlns:a="http://schemas.openxmlformats.org/drawingml/2006/main" noGrp="1"/>
          </p:cNvSpPr>
          <p:nvPr/>
        </p:nvSpPr>
        <p:spPr>
          <a:xfrm xmlns:a="http://schemas.openxmlformats.org/drawingml/2006/main" rot="0">
            <a:off x="101631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8" name="action-token-4">
            <a:extLst xmlns:a="http://schemas.openxmlformats.org/drawingml/2006/main">
              <a:ext uri="{FF2B5EF4-FFF2-40B4-BE49-F238E27FC236}">
                <a16:creationId xmlns:a16="http://schemas.microsoft.com/office/drawing/2014/main" id="{D69104C2-7452-45C2-8FD8-DDCEF53C4124}"/>
              </a:ext>
            </a:extLst>
          </p:cNvPr>
          <p:cNvSpPr>
            <a:spLocks xmlns:a="http://schemas.openxmlformats.org/drawingml/2006/main" noGrp="1"/>
          </p:cNvSpPr>
          <p:nvPr/>
        </p:nvSpPr>
        <p:spPr>
          <a:xfrm xmlns:a="http://schemas.openxmlformats.org/drawingml/2006/main" rot="0">
            <a:off x="101727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aₜ₊₄</a:t>
            </a:r>
          </a:p>
        </p:txBody>
      </p:sp>
      <p:sp>
        <p:nvSpPr>
          <p:cNvPr id="49" name="action-cell-5">
            <a:extLst xmlns:a="http://schemas.openxmlformats.org/drawingml/2006/main">
              <a:ext uri="{FF2B5EF4-FFF2-40B4-BE49-F238E27FC236}">
                <a16:creationId xmlns:a16="http://schemas.microsoft.com/office/drawing/2014/main" id="{A6F43B1A-9EFD-4C06-B908-59354A9620F5}"/>
              </a:ext>
            </a:extLst>
          </p:cNvPr>
          <p:cNvSpPr>
            <a:spLocks xmlns:a="http://schemas.openxmlformats.org/drawingml/2006/main" noGrp="1"/>
          </p:cNvSpPr>
          <p:nvPr/>
        </p:nvSpPr>
        <p:spPr>
          <a:xfrm xmlns:a="http://schemas.openxmlformats.org/drawingml/2006/main" rot="0">
            <a:off x="10658475" y="4000500"/>
            <a:ext cx="495300" cy="495300"/>
          </a:xfrm>
          <a:prstGeom xmlns:a="http://schemas.openxmlformats.org/drawingml/2006/main" prst="rect">
            <a:avLst/>
          </a:prstGeom>
          <a:solidFill xmlns:a="http://schemas.openxmlformats.org/drawingml/2006/main">
            <a:srgbClr val="FFF0D9"/>
          </a:solidFill>
          <a:ln xmlns:a="http://schemas.openxmlformats.org/drawingml/2006/main" w="19050">
            <a:solidFill>
              <a:srgbClr val="FF931D"/>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0" name="action-token-5">
            <a:extLst xmlns:a="http://schemas.openxmlformats.org/drawingml/2006/main">
              <a:ext uri="{FF2B5EF4-FFF2-40B4-BE49-F238E27FC236}">
                <a16:creationId xmlns:a16="http://schemas.microsoft.com/office/drawing/2014/main" id="{6E0F8578-3E83-4960-AE02-1BD6E18F2877}"/>
              </a:ext>
            </a:extLst>
          </p:cNvPr>
          <p:cNvSpPr>
            <a:spLocks xmlns:a="http://schemas.openxmlformats.org/drawingml/2006/main" noGrp="1"/>
          </p:cNvSpPr>
          <p:nvPr/>
        </p:nvSpPr>
        <p:spPr>
          <a:xfrm xmlns:a="http://schemas.openxmlformats.org/drawingml/2006/main" rot="0">
            <a:off x="10668000" y="4076700"/>
            <a:ext cx="47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FF931D"/>
                </a:solidFill>
                <a:latin typeface="Arial"/>
                <a:ea typeface="Arial"/>
                <a:cs typeface="Arial"/>
              </a:defRPr>
            </a:defPPr>
          </a:lstStyle>
          <a:p xmlns:a="http://schemas.openxmlformats.org/drawingml/2006/main">
            <a:pPr algn="ctr">
              <a:defRPr sz="2100" b="0" i="0">
                <a:solidFill>
                  <a:srgbClr val="FF931D"/>
                </a:solidFill>
                <a:latin typeface="Arial"/>
                <a:ea typeface="Arial"/>
                <a:cs typeface="Arial"/>
              </a:defRPr>
            </a:pPr>
            <a:r>
              <a:rPr sz="2100" b="0" i="0">
                <a:solidFill>
                  <a:srgbClr val="FF931D"/>
                </a:solidFill>
                <a:latin typeface="Arial"/>
                <a:ea typeface="Arial"/>
                <a:cs typeface="Arial"/>
              </a:rPr>
              <a:t>···</a:t>
            </a:r>
          </a:p>
        </p:txBody>
      </p:sp>
      <p:sp>
        <p:nvSpPr>
          <p:cNvPr id="51" name="inputs">
            <a:extLst xmlns:a="http://schemas.openxmlformats.org/drawingml/2006/main">
              <a:ext uri="{FF2B5EF4-FFF2-40B4-BE49-F238E27FC236}">
                <a16:creationId xmlns:a16="http://schemas.microsoft.com/office/drawing/2014/main" id="{2ECD34A9-F752-4C4C-A247-63A8F9FC583F}"/>
              </a:ext>
            </a:extLst>
          </p:cNvPr>
          <p:cNvSpPr>
            <a:spLocks xmlns:a="http://schemas.openxmlformats.org/drawingml/2006/main" noGrp="1"/>
          </p:cNvSpPr>
          <p:nvPr/>
        </p:nvSpPr>
        <p:spPr>
          <a:xfrm xmlns:a="http://schemas.openxmlformats.org/drawingml/2006/main" rot="0">
            <a:off x="571500" y="4762500"/>
            <a:ext cx="2457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475" b="1" i="0">
                <a:solidFill>
                  <a:srgbClr val="000000"/>
                </a:solidFill>
                <a:latin typeface="Courier New"/>
                <a:ea typeface="Courier New"/>
                <a:cs typeface="Courier New"/>
              </a:defRPr>
            </a:defPPr>
          </a:lstStyle>
          <a:p xmlns:a="http://schemas.openxmlformats.org/drawingml/2006/main">
            <a:pPr algn="ctr">
              <a:defRPr sz="2475" b="1" i="0">
                <a:solidFill>
                  <a:srgbClr val="000000"/>
                </a:solidFill>
                <a:latin typeface="Courier New"/>
                <a:ea typeface="Courier New"/>
                <a:cs typeface="Courier New"/>
              </a:defRPr>
            </a:pPr>
            <a:r>
              <a:rPr sz="2475" b="1" i="0">
                <a:solidFill>
                  <a:srgbClr val="000000"/>
                </a:solidFill>
                <a:latin typeface="Courier New"/>
                <a:ea typeface="Courier New"/>
                <a:cs typeface="Courier New"/>
              </a:rPr>
              <a:t>a) Inputs</a:t>
            </a:r>
          </a:p>
        </p:txBody>
      </p:sp>
      <p:sp>
        <p:nvSpPr>
          <p:cNvPr id="52" name="networks">
            <a:extLst xmlns:a="http://schemas.openxmlformats.org/drawingml/2006/main">
              <a:ext uri="{FF2B5EF4-FFF2-40B4-BE49-F238E27FC236}">
                <a16:creationId xmlns:a16="http://schemas.microsoft.com/office/drawing/2014/main" id="{059125FC-458B-4EB0-B117-5FF1E699DC63}"/>
              </a:ext>
            </a:extLst>
          </p:cNvPr>
          <p:cNvSpPr>
            <a:spLocks xmlns:a="http://schemas.openxmlformats.org/drawingml/2006/main" noGrp="1"/>
          </p:cNvSpPr>
          <p:nvPr/>
        </p:nvSpPr>
        <p:spPr>
          <a:xfrm xmlns:a="http://schemas.openxmlformats.org/drawingml/2006/main" rot="0">
            <a:off x="4324350" y="4762500"/>
            <a:ext cx="2781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475" b="1" i="0">
                <a:solidFill>
                  <a:srgbClr val="000000"/>
                </a:solidFill>
                <a:latin typeface="Courier New"/>
                <a:ea typeface="Courier New"/>
                <a:cs typeface="Courier New"/>
              </a:defRPr>
            </a:defPPr>
          </a:lstStyle>
          <a:p xmlns:a="http://schemas.openxmlformats.org/drawingml/2006/main">
            <a:pPr algn="ctr">
              <a:defRPr sz="2475" b="1" i="0">
                <a:solidFill>
                  <a:srgbClr val="000000"/>
                </a:solidFill>
                <a:latin typeface="Courier New"/>
                <a:ea typeface="Courier New"/>
                <a:cs typeface="Courier New"/>
              </a:defRPr>
            </a:pPr>
            <a:r>
              <a:rPr sz="2475" b="1" i="0">
                <a:solidFill>
                  <a:srgbClr val="000000"/>
                </a:solidFill>
                <a:latin typeface="Courier New"/>
                <a:ea typeface="Courier New"/>
                <a:cs typeface="Courier New"/>
              </a:rPr>
              <a:t>b) Networks</a:t>
            </a:r>
          </a:p>
        </p:txBody>
      </p:sp>
      <p:sp>
        <p:nvSpPr>
          <p:cNvPr id="53" name="action-sequence">
            <a:extLst xmlns:a="http://schemas.openxmlformats.org/drawingml/2006/main">
              <a:ext uri="{FF2B5EF4-FFF2-40B4-BE49-F238E27FC236}">
                <a16:creationId xmlns:a16="http://schemas.microsoft.com/office/drawing/2014/main" id="{1DFDD414-55BA-4832-AFF5-10293AA2B54F}"/>
              </a:ext>
            </a:extLst>
          </p:cNvPr>
          <p:cNvSpPr>
            <a:spLocks xmlns:a="http://schemas.openxmlformats.org/drawingml/2006/main" noGrp="1"/>
          </p:cNvSpPr>
          <p:nvPr/>
        </p:nvSpPr>
        <p:spPr>
          <a:xfrm xmlns:a="http://schemas.openxmlformats.org/drawingml/2006/main" rot="0">
            <a:off x="7667625" y="4762500"/>
            <a:ext cx="36385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475" b="1" i="0">
                <a:solidFill>
                  <a:srgbClr val="000000"/>
                </a:solidFill>
                <a:latin typeface="Courier New"/>
                <a:ea typeface="Courier New"/>
                <a:cs typeface="Courier New"/>
              </a:defRPr>
            </a:defPPr>
          </a:lstStyle>
          <a:p xmlns:a="http://schemas.openxmlformats.org/drawingml/2006/main">
            <a:pPr algn="ctr">
              <a:defRPr sz="2475" b="1" i="0">
                <a:solidFill>
                  <a:srgbClr val="000000"/>
                </a:solidFill>
                <a:latin typeface="Courier New"/>
                <a:ea typeface="Courier New"/>
                <a:cs typeface="Courier New"/>
              </a:defRPr>
            </a:pPr>
            <a:r>
              <a:rPr sz="2475" b="1" i="0">
                <a:solidFill>
                  <a:srgbClr val="000000"/>
                </a:solidFill>
                <a:latin typeface="Courier New"/>
                <a:ea typeface="Courier New"/>
                <a:cs typeface="Courier New"/>
              </a:rPr>
              <a:t>c) Action Sequence</a:t>
            </a:r>
          </a:p>
        </p:txBody>
      </p:sp>
    </p:spTree>
    <p:extLst>
      <p:ext uri="{BB962C8B-B14F-4D97-AF65-F5344CB8AC3E}">
        <p14:creationId xmlns:p14="http://schemas.microsoft.com/office/powerpoint/2010/main" val="672528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2026-10-09T21:35:17.7760000Z</dcterms:created>
  <dcterms:modified xsi:type="dcterms:W3CDTF">2026-10-09T21:35:17.7760000Z</dcterms:modified>
</coreProperties>
</file>