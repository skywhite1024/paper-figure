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12f168556af428c" /><Relationship Type="http://schemas.openxmlformats.org/officeDocument/2006/relationships/extended-properties" Target="/docProps/app.xml" Id="R615c529aeac4439c" /><Relationship Type="http://schemas.openxmlformats.org/officeDocument/2006/relationships/officeDocument" Target="/ppt/presentation.xml" Id="R195ecbe2e4ec479b" /></Relationships>
</file>

<file path=ppt/presentation.xml><?xml version="1.0" encoding="utf-8"?>
<p:presentation xmlns:p="http://schemas.openxmlformats.org/presentationml/2006/main">
  <p:sldMasterIdLst>
    <p:sldMasterId xmlns:r="http://schemas.openxmlformats.org/officeDocument/2006/relationships" id="2147483648" r:id="R3a9a6b6859cc474a"/>
  </p:sldMasterIdLst>
  <p:notesMasterIdLst>
    <p:notesMasterId xmlns:r="http://schemas.openxmlformats.org/officeDocument/2006/relationships" r:id="R5f3a74bb5b214742"/>
  </p:notesMasterIdLst>
  <p:sldIdLst>
    <p:sldId xmlns:r="http://schemas.openxmlformats.org/officeDocument/2006/relationships" id="256" r:id="R4584e097ce984f38"/>
  </p:sldIdLst>
  <p:sldSz cx="14982825" cy="40767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89eca86b81142f7" /><Relationship Type="http://schemas.openxmlformats.org/officeDocument/2006/relationships/slideMaster" Target="/ppt/slideMasters/slideMaster1.xml" Id="R3a9a6b6859cc474a" /><Relationship Type="http://schemas.openxmlformats.org/officeDocument/2006/relationships/notesMaster" Target="/ppt/notesMasters/notesMaster1.xml" Id="R5f3a74bb5b214742" /><Relationship Type="http://schemas.openxmlformats.org/officeDocument/2006/relationships/presProps" Target="/ppt/presProps.xml" Id="Rf8587dc30f6b46da" /><Relationship Type="http://schemas.openxmlformats.org/officeDocument/2006/relationships/tableStyles" Target="/ppt/tableStyles.xml" Id="Ra1b82e34cf2b4657" /><Relationship Type="http://schemas.openxmlformats.org/officeDocument/2006/relationships/slide" Target="/ppt/slides/slide1.xml" Id="R4584e097ce984f3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2bd3bd2c67340e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c9aee5d3d3f464f" /><Relationship Type="http://schemas.openxmlformats.org/officeDocument/2006/relationships/notesMaster" Target="/ppt/notesMasters/notesMaster1.xml" Id="R41b68e6a1586495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"paper_title": "Agentic skill discovery",</a:t>
            </a:r>
          </a:p>
          <a:p xmlns:a="http://schemas.openxmlformats.org/drawingml/2006/main">
            <a:r>
              <a:t>  "paper_url": "https://www2.informatik.uni-hamburg.de/wtm/publications/2026/ZWW26/1-s2.0-S0921889025003458-main.pdf",</a:t>
            </a:r>
          </a:p>
          <a:p xmlns:a="http://schemas.openxmlformats.org/drawingml/2006/main">
            <a:r>
              <a:t>  "figure": "Figure 2",</a:t>
            </a:r>
          </a:p>
          <a:p xmlns:a="http://schemas.openxmlformats.org/drawingml/2006/main">
            <a:r>
              <a:t>  "page": 4,</a:t>
            </a:r>
          </a:p>
          <a:p xmlns:a="http://schemas.openxmlformats.org/drawingml/2006/main">
            <a:r>
              <a:t>  "license": "CC BY4.0; https://creativecommons.org/licenses/by/4.0/",</a:t>
            </a:r>
          </a:p>
          <a:p xmlns:a="http://schemas.openxmlformats.org/drawingml/2006/main">
            <a:r>
              <a:t>  "status": "figure_recreation",</a:t>
            </a:r>
          </a:p>
          <a:p xmlns:a="http://schemas.openxmlformats.org/drawingml/2006/main">
            <a:r>
              <a:t>  "source_sha256": "6374fb6056098cd13ec89ff351188529d9af2eabb518707fa6a6428149c6233f",</a:t>
            </a:r>
          </a:p>
          <a:p xmlns:a="http://schemas.openxmlformats.org/drawingml/2006/main">
            <a:r>
              <a:t>  "source_crop_pdf_points": [</a:t>
            </a:r>
          </a:p>
          <a:p xmlns:a="http://schemas.openxmlformats.org/drawingml/2006/main">
            <a:r>
              <a:t>    108.978,</a:t>
            </a:r>
          </a:p>
          <a:p xmlns:a="http://schemas.openxmlformats.org/drawingml/2006/main">
            <a:r>
              <a:t>    55.445,</a:t>
            </a:r>
          </a:p>
          <a:p xmlns:a="http://schemas.openxmlformats.org/drawingml/2006/main">
            <a:r>
              <a:t>    486.541,</a:t>
            </a:r>
          </a:p>
          <a:p xmlns:a="http://schemas.openxmlformats.org/drawingml/2006/main">
            <a:r>
              <a:t>    158.237</a:t>
            </a:r>
          </a:p>
          <a:p xmlns:a="http://schemas.openxmlformats.org/drawingml/2006/main">
            <a:r>
              <a:t>  ],</a:t>
            </a:r>
          </a:p>
          <a:p xmlns:a="http://schemas.openxmlformats.org/drawingml/2006/main">
            <a:r>
              <a:t>  "notes": "Faithful structural recreation of publisher Figure2. Original icon artwork retained in nine discrete raster crops; text, context panel and three arrow routes rebuilt as native editable objects. All labels typeable. Font metrics, corner radius, brace and dash cadence approximate the original. Raster icon interiors are not editable; no complete background raster included. Original colors intentionally pale."</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f5c0b76af3d438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55354c4b87642d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9f35058a3d04be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b3bc9285554475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73b5203f540416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4dd9149a0d9480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CA6A024-4EDB-44D1-BF87-1958A1A653E9}"/>
              </a:ext>
            </a:extLst>
          </p:cNvPr>
          <p:cNvSpPr>
            <a:spLocks xmlns:a="http://schemas.openxmlformats.org/drawingml/2006/main" noGrp="1"/>
          </p:cNvSpPr>
          <p:nvPr>
            <p:ph type="title" idx="0"/>
          </p:nvPr>
        </p:nvSpPr>
        <p:spPr>
          <a:xfrm xmlns:a="http://schemas.openxmlformats.org/drawingml/2006/main">
            <a:off x="1498283" y="1540087"/>
            <a:ext cx="11986260" cy="58885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853"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A50852C-0F78-4526-B068-3ED5E74833DB}"/>
              </a:ext>
            </a:extLst>
          </p:cNvPr>
          <p:cNvSpPr>
            <a:spLocks xmlns:a="http://schemas.openxmlformats.org/drawingml/2006/main" noGrp="1"/>
          </p:cNvSpPr>
          <p:nvPr>
            <p:ph type="subTitle" idx="1"/>
          </p:nvPr>
        </p:nvSpPr>
        <p:spPr>
          <a:xfrm xmlns:a="http://schemas.openxmlformats.org/drawingml/2006/main">
            <a:off x="2247424" y="2242185"/>
            <a:ext cx="10487978" cy="45296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248"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F178CD0-0803-4CAB-9920-BFF79832860A}"/>
              </a:ext>
            </a:extLst>
          </p:cNvPr>
          <p:cNvSpPr>
            <a:spLocks xmlns:a="http://schemas.openxmlformats.org/drawingml/2006/main" noGrp="1"/>
          </p:cNvSpPr>
          <p:nvPr>
            <p:ph type="title" idx="0"/>
          </p:nvPr>
        </p:nvSpPr>
        <p:spPr>
          <a:xfrm xmlns:a="http://schemas.openxmlformats.org/drawingml/2006/main">
            <a:off x="1498283" y="1698625"/>
            <a:ext cx="11986260" cy="6794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497"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AD4B174-3818-4B93-861F-A727A0DE1C0E}"/>
              </a:ext>
            </a:extLst>
          </p:cNvPr>
          <p:cNvSpPr>
            <a:spLocks xmlns:a="http://schemas.openxmlformats.org/drawingml/2006/main" noGrp="1"/>
          </p:cNvSpPr>
          <p:nvPr>
            <p:ph type="title" idx="0"/>
          </p:nvPr>
        </p:nvSpPr>
        <p:spPr>
          <a:xfrm xmlns:a="http://schemas.openxmlformats.org/drawingml/2006/main">
            <a:off x="842784" y="317077"/>
            <a:ext cx="13297257" cy="49826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962"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1649448-89E8-451D-A22A-9DE158B9E30C}"/>
              </a:ext>
            </a:extLst>
          </p:cNvPr>
          <p:cNvSpPr>
            <a:spLocks xmlns:a="http://schemas.openxmlformats.org/drawingml/2006/main" noGrp="1"/>
          </p:cNvSpPr>
          <p:nvPr>
            <p:ph type="body" idx="1"/>
          </p:nvPr>
        </p:nvSpPr>
        <p:spPr>
          <a:xfrm xmlns:a="http://schemas.openxmlformats.org/drawingml/2006/main">
            <a:off x="842784" y="1132417"/>
            <a:ext cx="13297257" cy="253661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338" b="0">
                <a:solidFill>
                  <a:schemeClr val="tx1"/>
                </a:solidFill>
                <a:latin typeface="+mn-lt"/>
                <a:ea typeface="+mn-lt"/>
                <a:cs typeface="+mn-lt"/>
              </a:defRPr>
            </a:defPPr>
            <a:lvl1pPr marL="135890" indent="-135890">
              <a:lnSpc>
                <a:spcPct val="110000"/>
              </a:lnSpc>
              <a:spcBef>
                <a:spcPts val="0"/>
              </a:spcBef>
              <a:spcAft>
                <a:spcPts val="713"/>
              </a:spcAft>
              <a:buChar char="•"/>
            </a:lvl1pPr>
            <a:lvl2pPr marL="317077" indent="-135890">
              <a:lnSpc>
                <a:spcPct val="110000"/>
              </a:lnSpc>
              <a:spcBef>
                <a:spcPts val="0"/>
              </a:spcBef>
              <a:spcAft>
                <a:spcPts val="713"/>
              </a:spcAft>
              <a:buChar char="•"/>
            </a:lvl2pPr>
            <a:lvl3pPr marL="498263" indent="-135890">
              <a:lnSpc>
                <a:spcPct val="110000"/>
              </a:lnSpc>
              <a:spcBef>
                <a:spcPts val="0"/>
              </a:spcBef>
              <a:spcAft>
                <a:spcPts val="713"/>
              </a:spcAft>
              <a:buChar char="•"/>
            </a:lvl3pPr>
            <a:lvl4pPr marL="679450" indent="-135890">
              <a:lnSpc>
                <a:spcPct val="110000"/>
              </a:lnSpc>
              <a:spcBef>
                <a:spcPts val="0"/>
              </a:spcBef>
              <a:spcAft>
                <a:spcPts val="713"/>
              </a:spcAft>
              <a:buChar char="•"/>
            </a:lvl4pPr>
            <a:lvl5pPr marL="860637" indent="-135890">
              <a:lnSpc>
                <a:spcPct val="110000"/>
              </a:lnSpc>
              <a:spcBef>
                <a:spcPts val="0"/>
              </a:spcBef>
              <a:spcAft>
                <a:spcPts val="713"/>
              </a:spcAft>
              <a:buChar char="•"/>
            </a:lvl5pPr>
            <a:lvl6pPr marL="1041823" indent="-135890">
              <a:lnSpc>
                <a:spcPct val="110000"/>
              </a:lnSpc>
              <a:spcBef>
                <a:spcPts val="0"/>
              </a:spcBef>
              <a:spcAft>
                <a:spcPts val="713"/>
              </a:spcAft>
              <a:buChar char="•"/>
            </a:lvl6pPr>
            <a:lvl7pPr marL="1223010" indent="-135890">
              <a:lnSpc>
                <a:spcPct val="110000"/>
              </a:lnSpc>
              <a:spcBef>
                <a:spcPts val="0"/>
              </a:spcBef>
              <a:spcAft>
                <a:spcPts val="713"/>
              </a:spcAft>
              <a:buChar char="•"/>
            </a:lvl7pPr>
            <a:lvl8pPr marL="1404197" indent="-135890">
              <a:lnSpc>
                <a:spcPct val="110000"/>
              </a:lnSpc>
              <a:spcBef>
                <a:spcPts val="0"/>
              </a:spcBef>
              <a:spcAft>
                <a:spcPts val="713"/>
              </a:spcAft>
              <a:buChar char="•"/>
            </a:lvl8pPr>
            <a:lvl9pPr marL="1585383" indent="-135890">
              <a:lnSpc>
                <a:spcPct val="110000"/>
              </a:lnSpc>
              <a:spcBef>
                <a:spcPts val="0"/>
              </a:spcBef>
              <a:spcAft>
                <a:spcPts val="713"/>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4C21B37-62C4-4178-99B7-7C87D139215D}"/>
              </a:ext>
            </a:extLst>
          </p:cNvPr>
          <p:cNvSpPr>
            <a:spLocks xmlns:a="http://schemas.openxmlformats.org/drawingml/2006/main" noGrp="1"/>
          </p:cNvSpPr>
          <p:nvPr>
            <p:ph type="title" idx="0"/>
          </p:nvPr>
        </p:nvSpPr>
        <p:spPr>
          <a:xfrm xmlns:a="http://schemas.openxmlformats.org/drawingml/2006/main">
            <a:off x="842784" y="317077"/>
            <a:ext cx="13297257" cy="49826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962"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06EA8A0-5EA6-4F54-8E3E-8B8CC1A29D05}"/>
              </a:ext>
            </a:extLst>
          </p:cNvPr>
          <p:cNvSpPr>
            <a:spLocks xmlns:a="http://schemas.openxmlformats.org/drawingml/2006/main" noGrp="1"/>
          </p:cNvSpPr>
          <p:nvPr>
            <p:ph type="body" idx="1"/>
          </p:nvPr>
        </p:nvSpPr>
        <p:spPr>
          <a:xfrm xmlns:a="http://schemas.openxmlformats.org/drawingml/2006/main">
            <a:off x="842784" y="1132417"/>
            <a:ext cx="6180415" cy="253661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248" b="0">
                <a:solidFill>
                  <a:schemeClr val="tx1"/>
                </a:solidFill>
                <a:latin typeface="+mn-lt"/>
                <a:ea typeface="+mn-lt"/>
                <a:cs typeface="+mn-lt"/>
              </a:defRPr>
            </a:defPPr>
            <a:lvl1pPr marL="135890" indent="-135890">
              <a:lnSpc>
                <a:spcPct val="110000"/>
              </a:lnSpc>
              <a:spcBef>
                <a:spcPts val="0"/>
              </a:spcBef>
              <a:spcAft>
                <a:spcPts val="713"/>
              </a:spcAft>
              <a:buChar char="•"/>
            </a:lvl1pPr>
            <a:lvl2pPr marL="317077" indent="-135890">
              <a:lnSpc>
                <a:spcPct val="110000"/>
              </a:lnSpc>
              <a:spcBef>
                <a:spcPts val="0"/>
              </a:spcBef>
              <a:spcAft>
                <a:spcPts val="713"/>
              </a:spcAft>
              <a:buChar char="•"/>
            </a:lvl2pPr>
            <a:lvl3pPr marL="498263" indent="-135890">
              <a:lnSpc>
                <a:spcPct val="110000"/>
              </a:lnSpc>
              <a:spcBef>
                <a:spcPts val="0"/>
              </a:spcBef>
              <a:spcAft>
                <a:spcPts val="713"/>
              </a:spcAft>
              <a:buChar char="•"/>
            </a:lvl3pPr>
            <a:lvl4pPr marL="679450" indent="-135890">
              <a:lnSpc>
                <a:spcPct val="110000"/>
              </a:lnSpc>
              <a:spcBef>
                <a:spcPts val="0"/>
              </a:spcBef>
              <a:spcAft>
                <a:spcPts val="713"/>
              </a:spcAft>
              <a:buChar char="•"/>
            </a:lvl4pPr>
            <a:lvl5pPr marL="860637" indent="-135890">
              <a:lnSpc>
                <a:spcPct val="110000"/>
              </a:lnSpc>
              <a:spcBef>
                <a:spcPts val="0"/>
              </a:spcBef>
              <a:spcAft>
                <a:spcPts val="713"/>
              </a:spcAft>
              <a:buChar char="•"/>
            </a:lvl5pPr>
            <a:lvl6pPr marL="1041823" indent="-135890">
              <a:lnSpc>
                <a:spcPct val="110000"/>
              </a:lnSpc>
              <a:spcBef>
                <a:spcPts val="0"/>
              </a:spcBef>
              <a:spcAft>
                <a:spcPts val="713"/>
              </a:spcAft>
              <a:buChar char="•"/>
            </a:lvl6pPr>
            <a:lvl7pPr marL="1223010" indent="-135890">
              <a:lnSpc>
                <a:spcPct val="110000"/>
              </a:lnSpc>
              <a:spcBef>
                <a:spcPts val="0"/>
              </a:spcBef>
              <a:spcAft>
                <a:spcPts val="713"/>
              </a:spcAft>
              <a:buChar char="•"/>
            </a:lvl7pPr>
            <a:lvl8pPr marL="1404197" indent="-135890">
              <a:lnSpc>
                <a:spcPct val="110000"/>
              </a:lnSpc>
              <a:spcBef>
                <a:spcPts val="0"/>
              </a:spcBef>
              <a:spcAft>
                <a:spcPts val="713"/>
              </a:spcAft>
              <a:buChar char="•"/>
            </a:lvl8pPr>
            <a:lvl9pPr marL="1585383" indent="-135890">
              <a:lnSpc>
                <a:spcPct val="110000"/>
              </a:lnSpc>
              <a:spcBef>
                <a:spcPts val="0"/>
              </a:spcBef>
              <a:spcAft>
                <a:spcPts val="713"/>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EB037F4-DAB7-42D9-896F-A3188E4A52FA}"/>
              </a:ext>
            </a:extLst>
          </p:cNvPr>
          <p:cNvSpPr>
            <a:spLocks xmlns:a="http://schemas.openxmlformats.org/drawingml/2006/main" noGrp="1"/>
          </p:cNvSpPr>
          <p:nvPr>
            <p:ph type="body" idx="2"/>
          </p:nvPr>
        </p:nvSpPr>
        <p:spPr>
          <a:xfrm xmlns:a="http://schemas.openxmlformats.org/drawingml/2006/main">
            <a:off x="7959626" y="1132417"/>
            <a:ext cx="6180415" cy="253661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248" b="0">
                <a:solidFill>
                  <a:schemeClr val="tx1"/>
                </a:solidFill>
                <a:latin typeface="+mn-lt"/>
                <a:ea typeface="+mn-lt"/>
                <a:cs typeface="+mn-lt"/>
              </a:defRPr>
            </a:defPPr>
            <a:lvl1pPr marL="135890" indent="-135890">
              <a:lnSpc>
                <a:spcPct val="110000"/>
              </a:lnSpc>
              <a:spcBef>
                <a:spcPts val="0"/>
              </a:spcBef>
              <a:spcAft>
                <a:spcPts val="713"/>
              </a:spcAft>
              <a:buChar char="•"/>
            </a:lvl1pPr>
            <a:lvl2pPr marL="317077" indent="-135890">
              <a:lnSpc>
                <a:spcPct val="110000"/>
              </a:lnSpc>
              <a:spcBef>
                <a:spcPts val="0"/>
              </a:spcBef>
              <a:spcAft>
                <a:spcPts val="713"/>
              </a:spcAft>
              <a:buChar char="•"/>
            </a:lvl2pPr>
            <a:lvl3pPr marL="498263" indent="-135890">
              <a:lnSpc>
                <a:spcPct val="110000"/>
              </a:lnSpc>
              <a:spcBef>
                <a:spcPts val="0"/>
              </a:spcBef>
              <a:spcAft>
                <a:spcPts val="713"/>
              </a:spcAft>
              <a:buChar char="•"/>
            </a:lvl3pPr>
            <a:lvl4pPr marL="679450" indent="-135890">
              <a:lnSpc>
                <a:spcPct val="110000"/>
              </a:lnSpc>
              <a:spcBef>
                <a:spcPts val="0"/>
              </a:spcBef>
              <a:spcAft>
                <a:spcPts val="713"/>
              </a:spcAft>
              <a:buChar char="•"/>
            </a:lvl4pPr>
            <a:lvl5pPr marL="860637" indent="-135890">
              <a:lnSpc>
                <a:spcPct val="110000"/>
              </a:lnSpc>
              <a:spcBef>
                <a:spcPts val="0"/>
              </a:spcBef>
              <a:spcAft>
                <a:spcPts val="713"/>
              </a:spcAft>
              <a:buChar char="•"/>
            </a:lvl5pPr>
            <a:lvl6pPr marL="1041823" indent="-135890">
              <a:lnSpc>
                <a:spcPct val="110000"/>
              </a:lnSpc>
              <a:spcBef>
                <a:spcPts val="0"/>
              </a:spcBef>
              <a:spcAft>
                <a:spcPts val="713"/>
              </a:spcAft>
              <a:buChar char="•"/>
            </a:lvl6pPr>
            <a:lvl7pPr marL="1223010" indent="-135890">
              <a:lnSpc>
                <a:spcPct val="110000"/>
              </a:lnSpc>
              <a:spcBef>
                <a:spcPts val="0"/>
              </a:spcBef>
              <a:spcAft>
                <a:spcPts val="713"/>
              </a:spcAft>
              <a:buChar char="•"/>
            </a:lvl7pPr>
            <a:lvl8pPr marL="1404197" indent="-135890">
              <a:lnSpc>
                <a:spcPct val="110000"/>
              </a:lnSpc>
              <a:spcBef>
                <a:spcPts val="0"/>
              </a:spcBef>
              <a:spcAft>
                <a:spcPts val="713"/>
              </a:spcAft>
              <a:buChar char="•"/>
            </a:lvl8pPr>
            <a:lvl9pPr marL="1585383" indent="-135890">
              <a:lnSpc>
                <a:spcPct val="110000"/>
              </a:lnSpc>
              <a:spcBef>
                <a:spcPts val="0"/>
              </a:spcBef>
              <a:spcAft>
                <a:spcPts val="713"/>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8772202-0FF6-404F-812F-732702F4B566}"/>
              </a:ext>
            </a:extLst>
          </p:cNvPr>
          <p:cNvSpPr>
            <a:spLocks xmlns:a="http://schemas.openxmlformats.org/drawingml/2006/main" noGrp="1"/>
          </p:cNvSpPr>
          <p:nvPr>
            <p:ph type="title" idx="0"/>
          </p:nvPr>
        </p:nvSpPr>
        <p:spPr>
          <a:xfrm xmlns:a="http://schemas.openxmlformats.org/drawingml/2006/main">
            <a:off x="842784" y="317077"/>
            <a:ext cx="13297257" cy="49826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962"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A8D88C0-7B52-4233-8DF2-46BF8DA66A5C}"/>
              </a:ext>
            </a:extLst>
          </p:cNvPr>
          <p:cNvSpPr>
            <a:spLocks xmlns:a="http://schemas.openxmlformats.org/drawingml/2006/main" noGrp="1"/>
          </p:cNvSpPr>
          <p:nvPr>
            <p:ph type="body" idx="1"/>
          </p:nvPr>
        </p:nvSpPr>
        <p:spPr>
          <a:xfrm xmlns:a="http://schemas.openxmlformats.org/drawingml/2006/main">
            <a:off x="842784" y="1132417"/>
            <a:ext cx="6180415" cy="253661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338" b="0">
                <a:solidFill>
                  <a:schemeClr val="tx1"/>
                </a:solidFill>
                <a:latin typeface="+mn-lt"/>
                <a:ea typeface="+mn-lt"/>
                <a:cs typeface="+mn-lt"/>
              </a:defRPr>
            </a:defPPr>
            <a:lvl1pPr marL="135890" indent="-135890">
              <a:lnSpc>
                <a:spcPct val="110000"/>
              </a:lnSpc>
              <a:spcBef>
                <a:spcPts val="0"/>
              </a:spcBef>
              <a:spcAft>
                <a:spcPts val="713"/>
              </a:spcAft>
              <a:buChar char="•"/>
            </a:lvl1pPr>
            <a:lvl2pPr marL="317077" indent="-135890">
              <a:lnSpc>
                <a:spcPct val="110000"/>
              </a:lnSpc>
              <a:spcBef>
                <a:spcPts val="0"/>
              </a:spcBef>
              <a:spcAft>
                <a:spcPts val="713"/>
              </a:spcAft>
              <a:buChar char="•"/>
            </a:lvl2pPr>
            <a:lvl3pPr marL="498263" indent="-135890">
              <a:lnSpc>
                <a:spcPct val="110000"/>
              </a:lnSpc>
              <a:spcBef>
                <a:spcPts val="0"/>
              </a:spcBef>
              <a:spcAft>
                <a:spcPts val="713"/>
              </a:spcAft>
              <a:buChar char="•"/>
            </a:lvl3pPr>
            <a:lvl4pPr marL="679450" indent="-135890">
              <a:lnSpc>
                <a:spcPct val="110000"/>
              </a:lnSpc>
              <a:spcBef>
                <a:spcPts val="0"/>
              </a:spcBef>
              <a:spcAft>
                <a:spcPts val="713"/>
              </a:spcAft>
              <a:buChar char="•"/>
            </a:lvl4pPr>
            <a:lvl5pPr marL="860637" indent="-135890">
              <a:lnSpc>
                <a:spcPct val="110000"/>
              </a:lnSpc>
              <a:spcBef>
                <a:spcPts val="0"/>
              </a:spcBef>
              <a:spcAft>
                <a:spcPts val="713"/>
              </a:spcAft>
              <a:buChar char="•"/>
            </a:lvl5pPr>
            <a:lvl6pPr marL="1041823" indent="-135890">
              <a:lnSpc>
                <a:spcPct val="110000"/>
              </a:lnSpc>
              <a:spcBef>
                <a:spcPts val="0"/>
              </a:spcBef>
              <a:spcAft>
                <a:spcPts val="713"/>
              </a:spcAft>
              <a:buChar char="•"/>
            </a:lvl6pPr>
            <a:lvl7pPr marL="1223010" indent="-135890">
              <a:lnSpc>
                <a:spcPct val="110000"/>
              </a:lnSpc>
              <a:spcBef>
                <a:spcPts val="0"/>
              </a:spcBef>
              <a:spcAft>
                <a:spcPts val="713"/>
              </a:spcAft>
              <a:buChar char="•"/>
            </a:lvl7pPr>
            <a:lvl8pPr marL="1404197" indent="-135890">
              <a:lnSpc>
                <a:spcPct val="110000"/>
              </a:lnSpc>
              <a:spcBef>
                <a:spcPts val="0"/>
              </a:spcBef>
              <a:spcAft>
                <a:spcPts val="713"/>
              </a:spcAft>
              <a:buChar char="•"/>
            </a:lvl8pPr>
            <a:lvl9pPr marL="1585383" indent="-135890">
              <a:lnSpc>
                <a:spcPct val="110000"/>
              </a:lnSpc>
              <a:spcBef>
                <a:spcPts val="0"/>
              </a:spcBef>
              <a:spcAft>
                <a:spcPts val="713"/>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b580d2a52f644a6" /><Relationship Type="http://schemas.openxmlformats.org/officeDocument/2006/relationships/slideLayout" Target="/ppt/slideLayouts/slideLayout1.xml" Id="Ra971734a43ce466d" /><Relationship Type="http://schemas.openxmlformats.org/officeDocument/2006/relationships/slideLayout" Target="/ppt/slideLayouts/slideLayout2.xml" Id="Rb00ee076aa704451" /><Relationship Type="http://schemas.openxmlformats.org/officeDocument/2006/relationships/slideLayout" Target="/ppt/slideLayouts/slideLayout3.xml" Id="Rcb7b7fcdd80e48d9" /><Relationship Type="http://schemas.openxmlformats.org/officeDocument/2006/relationships/slideLayout" Target="/ppt/slideLayouts/slideLayout4.xml" Id="R282a178b1c114272" /><Relationship Type="http://schemas.openxmlformats.org/officeDocument/2006/relationships/slideLayout" Target="/ppt/slideLayouts/slideLayout5.xml" Id="R6ef19f0705ec440e" /><Relationship Type="http://schemas.openxmlformats.org/officeDocument/2006/relationships/slideLayout" Target="/ppt/slideLayouts/slideLayout6.xml" Id="R0bcbde3f34b0477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971734a43ce466d"/>
    <p:sldLayoutId xmlns:r="http://schemas.openxmlformats.org/officeDocument/2006/relationships" id="2147483650" r:id="Rb00ee076aa704451"/>
    <p:sldLayoutId xmlns:r="http://schemas.openxmlformats.org/officeDocument/2006/relationships" id="2147483651" r:id="Rcb7b7fcdd80e48d9"/>
    <p:sldLayoutId xmlns:r="http://schemas.openxmlformats.org/officeDocument/2006/relationships" id="2147483652" r:id="R282a178b1c114272"/>
    <p:sldLayoutId xmlns:r="http://schemas.openxmlformats.org/officeDocument/2006/relationships" id="2147483653" r:id="R6ef19f0705ec440e"/>
    <p:sldLayoutId xmlns:r="http://schemas.openxmlformats.org/officeDocument/2006/relationships" id="2147483654" r:id="R0bcbde3f34b0477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aaab743758e4acc" /><Relationship Type="http://schemas.openxmlformats.org/officeDocument/2006/relationships/image" Target="/ppt/media/image.png" Id="R5c535386da5c462b" /><Relationship Type="http://schemas.openxmlformats.org/officeDocument/2006/relationships/image" Target="/ppt/media/image2.png" Id="R3594ad43950742e5" /><Relationship Type="http://schemas.openxmlformats.org/officeDocument/2006/relationships/image" Target="/ppt/media/image3.png" Id="R5ee9054e64e5462a" /><Relationship Type="http://schemas.openxmlformats.org/officeDocument/2006/relationships/image" Target="/ppt/media/image4.png" Id="Rd0a2156c52dc4669" /><Relationship Type="http://schemas.openxmlformats.org/officeDocument/2006/relationships/image" Target="/ppt/media/image5.png" Id="R0370e1f9e3ed4e9b" /><Relationship Type="http://schemas.openxmlformats.org/officeDocument/2006/relationships/image" Target="/ppt/media/image6.png" Id="Ra1c7dc4886cb4855" /><Relationship Type="http://schemas.openxmlformats.org/officeDocument/2006/relationships/image" Target="/ppt/media/image7.png" Id="R8d6bd588acef4022" /><Relationship Type="http://schemas.openxmlformats.org/officeDocument/2006/relationships/image" Target="/ppt/media/image8.png" Id="R165410e15bd44edd" /><Relationship Type="http://schemas.openxmlformats.org/officeDocument/2006/relationships/image" Target="/ppt/media/image9.png" Id="R8b8662aaa1184867" /><Relationship Type="http://schemas.openxmlformats.org/officeDocument/2006/relationships/notesSlide" Target="/ppt/notesSlides/notesSlide1.xml" Id="R81247b1c69894e12"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context">
            <a:extLst xmlns:a="http://schemas.openxmlformats.org/drawingml/2006/main">
              <a:ext uri="{FF2B5EF4-FFF2-40B4-BE49-F238E27FC236}">
                <a16:creationId xmlns:a16="http://schemas.microsoft.com/office/drawing/2014/main" id="{A30CDD1E-94AD-4555-BA2C-45A39AD0EAA6}"/>
              </a:ext>
            </a:extLst>
          </p:cNvPr>
          <p:cNvSpPr>
            <a:spLocks xmlns:a="http://schemas.openxmlformats.org/drawingml/2006/main" noGrp="1"/>
          </p:cNvSpPr>
          <p:nvPr/>
        </p:nvSpPr>
        <p:spPr>
          <a:xfrm xmlns:a="http://schemas.openxmlformats.org/drawingml/2006/main">
            <a:off x="9525" y="76200"/>
            <a:ext cx="6115050" cy="3943350"/>
          </a:xfrm>
          <a:custGeom xmlns:a="http://schemas.openxmlformats.org/drawingml/2006/main">
            <a:pathLst>
              <a:path w="6115050" h="3943350">
                <a:moveTo>
                  <a:pt x="904875" y="0"/>
                </a:moveTo>
                <a:lnTo>
                  <a:pt x="5210175" y="0"/>
                </a:lnTo>
                <a:cubicBezTo>
                  <a:pt x="5810250" y="0"/>
                  <a:pt x="6115050" y="333375"/>
                  <a:pt x="6115050" y="952500"/>
                </a:cubicBezTo>
                <a:lnTo>
                  <a:pt x="6115050" y="2990850"/>
                </a:lnTo>
                <a:cubicBezTo>
                  <a:pt x="6115050" y="3619500"/>
                  <a:pt x="5810250" y="3943350"/>
                  <a:pt x="5210175" y="3943350"/>
                </a:cubicBezTo>
                <a:lnTo>
                  <a:pt x="904875" y="3943350"/>
                </a:lnTo>
                <a:cubicBezTo>
                  <a:pt x="304800" y="3943350"/>
                  <a:pt x="0" y="3619500"/>
                  <a:pt x="0" y="2990850"/>
                </a:cubicBezTo>
                <a:lnTo>
                  <a:pt x="0" y="952500"/>
                </a:lnTo>
                <a:cubicBezTo>
                  <a:pt x="0" y="333375"/>
                  <a:pt x="304800" y="0"/>
                  <a:pt x="904875" y="0"/>
                </a:cubicBezTo>
                <a:close/>
              </a:path>
            </a:pathLst>
          </a:custGeom>
          <a:solidFill xmlns:a="http://schemas.openxmlformats.org/drawingml/2006/main">
            <a:srgbClr val="F9F9F9"/>
          </a:solidFill>
          <a:ln xmlns:a="http://schemas.openxmlformats.org/drawingml/2006/main" w="38100">
            <a:solidFill>
              <a:srgbClr val="EEEEEE"/>
            </a:solidFill>
            <a:prstDash val="dash"/>
          </a:ln>
        </p:spPr>
      </p:sp>
      <p:sp>
        <p:nvSpPr>
          <p:cNvPr id="2" name="proposal-line">
            <a:extLst xmlns:a="http://schemas.openxmlformats.org/drawingml/2006/main">
              <a:ext uri="{FF2B5EF4-FFF2-40B4-BE49-F238E27FC236}">
                <a16:creationId xmlns:a16="http://schemas.microsoft.com/office/drawing/2014/main" id="{D0E31E77-C327-4A30-8C8F-39FA85BD82FF}"/>
              </a:ext>
            </a:extLst>
          </p:cNvPr>
          <p:cNvSpPr>
            <a:spLocks xmlns:a="http://schemas.openxmlformats.org/drawingml/2006/main" noGrp="1"/>
          </p:cNvSpPr>
          <p:nvPr/>
        </p:nvSpPr>
        <p:spPr>
          <a:xfrm xmlns:a="http://schemas.openxmlformats.org/drawingml/2006/main">
            <a:off x="0" y="0"/>
            <a:ext cx="14982825" cy="4076700"/>
          </a:xfrm>
          <a:custGeom xmlns:a="http://schemas.openxmlformats.org/drawingml/2006/main">
            <a:pathLst>
              <a:path w="14982825" h="4076700">
                <a:moveTo>
                  <a:pt x="6429375" y="1209675"/>
                </a:moveTo>
                <a:lnTo>
                  <a:pt x="9477375" y="1209675"/>
                </a:lnTo>
              </a:path>
            </a:pathLst>
          </a:custGeom>
          <a:noFill xmlns:a="http://schemas.openxmlformats.org/drawingml/2006/main"/>
          <a:ln xmlns:a="http://schemas.openxmlformats.org/drawingml/2006/main" w="47625">
            <a:solidFill>
              <a:srgbClr val="DDDDDD"/>
            </a:solidFill>
            <a:prstDash val="solid"/>
          </a:ln>
        </p:spPr>
      </p:sp>
      <p:sp>
        <p:nvSpPr>
          <p:cNvPr id="3" name="proposal-head">
            <a:extLst xmlns:a="http://schemas.openxmlformats.org/drawingml/2006/main">
              <a:ext uri="{FF2B5EF4-FFF2-40B4-BE49-F238E27FC236}">
                <a16:creationId xmlns:a16="http://schemas.microsoft.com/office/drawing/2014/main" id="{A7CB4E8B-5A78-40B7-B304-F446FF2A6E07}"/>
              </a:ext>
            </a:extLst>
          </p:cNvPr>
          <p:cNvSpPr>
            <a:spLocks xmlns:a="http://schemas.openxmlformats.org/drawingml/2006/main" noGrp="1"/>
          </p:cNvSpPr>
          <p:nvPr/>
        </p:nvSpPr>
        <p:spPr>
          <a:xfrm xmlns:a="http://schemas.openxmlformats.org/drawingml/2006/main">
            <a:off x="9458325" y="1114425"/>
            <a:ext cx="266700" cy="190500"/>
          </a:xfrm>
          <a:custGeom xmlns:a="http://schemas.openxmlformats.org/drawingml/2006/main">
            <a:pathLst>
              <a:path w="266700" h="190500">
                <a:moveTo>
                  <a:pt x="0" y="0"/>
                </a:moveTo>
                <a:lnTo>
                  <a:pt x="266700" y="95250"/>
                </a:lnTo>
                <a:lnTo>
                  <a:pt x="0" y="190500"/>
                </a:lnTo>
                <a:close/>
              </a:path>
            </a:pathLst>
          </a:custGeom>
          <a:solidFill xmlns:a="http://schemas.openxmlformats.org/drawingml/2006/main">
            <a:srgbClr val="DDDDDD"/>
          </a:solidFill>
          <a:ln xmlns:a="http://schemas.openxmlformats.org/drawingml/2006/main" w="14288">
            <a:noFill/>
            <a:prstDash val="solid"/>
          </a:ln>
        </p:spPr>
      </p:sp>
      <p:sp>
        <p:nvSpPr>
          <p:cNvPr id="4" name="learn-return">
            <a:extLst xmlns:a="http://schemas.openxmlformats.org/drawingml/2006/main">
              <a:ext uri="{FF2B5EF4-FFF2-40B4-BE49-F238E27FC236}">
                <a16:creationId xmlns:a16="http://schemas.microsoft.com/office/drawing/2014/main" id="{69886C47-A4F6-4116-A386-C4DE660CC2BE}"/>
              </a:ext>
            </a:extLst>
          </p:cNvPr>
          <p:cNvSpPr>
            <a:spLocks xmlns:a="http://schemas.openxmlformats.org/drawingml/2006/main" noGrp="1"/>
          </p:cNvSpPr>
          <p:nvPr/>
        </p:nvSpPr>
        <p:spPr>
          <a:xfrm xmlns:a="http://schemas.openxmlformats.org/drawingml/2006/main">
            <a:off x="0" y="0"/>
            <a:ext cx="14982825" cy="4076700"/>
          </a:xfrm>
          <a:custGeom xmlns:a="http://schemas.openxmlformats.org/drawingml/2006/main">
            <a:pathLst>
              <a:path w="14982825" h="4076700">
                <a:moveTo>
                  <a:pt x="12115800" y="1209675"/>
                </a:moveTo>
                <a:lnTo>
                  <a:pt x="13811250" y="1209675"/>
                </a:lnTo>
                <a:cubicBezTo>
                  <a:pt x="15354300" y="1209675"/>
                  <a:pt x="15354300" y="3276600"/>
                  <a:pt x="13811250" y="3276600"/>
                </a:cubicBezTo>
                <a:lnTo>
                  <a:pt x="11953875" y="3276600"/>
                </a:lnTo>
              </a:path>
            </a:pathLst>
          </a:custGeom>
          <a:noFill xmlns:a="http://schemas.openxmlformats.org/drawingml/2006/main"/>
          <a:ln xmlns:a="http://schemas.openxmlformats.org/drawingml/2006/main" w="47625">
            <a:solidFill>
              <a:srgbClr val="DDDDDD"/>
            </a:solidFill>
            <a:prstDash val="solid"/>
          </a:ln>
        </p:spPr>
      </p:sp>
      <p:sp>
        <p:nvSpPr>
          <p:cNvPr id="5" name="learn-head">
            <a:extLst xmlns:a="http://schemas.openxmlformats.org/drawingml/2006/main">
              <a:ext uri="{FF2B5EF4-FFF2-40B4-BE49-F238E27FC236}">
                <a16:creationId xmlns:a16="http://schemas.microsoft.com/office/drawing/2014/main" id="{8E31AF63-A415-496F-9578-7DC3F24CB92B}"/>
              </a:ext>
            </a:extLst>
          </p:cNvPr>
          <p:cNvSpPr>
            <a:spLocks xmlns:a="http://schemas.openxmlformats.org/drawingml/2006/main" noGrp="1"/>
          </p:cNvSpPr>
          <p:nvPr/>
        </p:nvSpPr>
        <p:spPr>
          <a:xfrm xmlns:a="http://schemas.openxmlformats.org/drawingml/2006/main">
            <a:off x="11744325" y="3181350"/>
            <a:ext cx="285750" cy="190500"/>
          </a:xfrm>
          <a:custGeom xmlns:a="http://schemas.openxmlformats.org/drawingml/2006/main">
            <a:pathLst>
              <a:path w="285750" h="190500">
                <a:moveTo>
                  <a:pt x="285750" y="0"/>
                </a:moveTo>
                <a:lnTo>
                  <a:pt x="0" y="95250"/>
                </a:lnTo>
                <a:lnTo>
                  <a:pt x="285750" y="190500"/>
                </a:lnTo>
                <a:close/>
              </a:path>
            </a:pathLst>
          </a:custGeom>
          <a:solidFill xmlns:a="http://schemas.openxmlformats.org/drawingml/2006/main">
            <a:srgbClr val="DDDDDD"/>
          </a:solidFill>
          <a:ln xmlns:a="http://schemas.openxmlformats.org/drawingml/2006/main" w="14288">
            <a:noFill/>
            <a:prstDash val="solid"/>
          </a:ln>
        </p:spPr>
      </p:sp>
      <p:sp>
        <p:nvSpPr>
          <p:cNvPr id="6" name="collect-line">
            <a:extLst xmlns:a="http://schemas.openxmlformats.org/drawingml/2006/main">
              <a:ext uri="{FF2B5EF4-FFF2-40B4-BE49-F238E27FC236}">
                <a16:creationId xmlns:a16="http://schemas.microsoft.com/office/drawing/2014/main" id="{EDC0229C-281B-4E80-A452-AD0A15794CFC}"/>
              </a:ext>
            </a:extLst>
          </p:cNvPr>
          <p:cNvSpPr>
            <a:spLocks xmlns:a="http://schemas.openxmlformats.org/drawingml/2006/main" noGrp="1"/>
          </p:cNvSpPr>
          <p:nvPr/>
        </p:nvSpPr>
        <p:spPr>
          <a:xfrm xmlns:a="http://schemas.openxmlformats.org/drawingml/2006/main">
            <a:off x="0" y="0"/>
            <a:ext cx="14982825" cy="4076700"/>
          </a:xfrm>
          <a:custGeom xmlns:a="http://schemas.openxmlformats.org/drawingml/2006/main">
            <a:pathLst>
              <a:path w="14982825" h="4076700">
                <a:moveTo>
                  <a:pt x="9067800" y="3276600"/>
                </a:moveTo>
                <a:lnTo>
                  <a:pt x="6543675" y="3276600"/>
                </a:lnTo>
              </a:path>
            </a:pathLst>
          </a:custGeom>
          <a:noFill xmlns:a="http://schemas.openxmlformats.org/drawingml/2006/main"/>
          <a:ln xmlns:a="http://schemas.openxmlformats.org/drawingml/2006/main" w="47625">
            <a:solidFill>
              <a:srgbClr val="DDDDDD"/>
            </a:solidFill>
            <a:prstDash val="solid"/>
          </a:ln>
        </p:spPr>
      </p:sp>
      <p:sp>
        <p:nvSpPr>
          <p:cNvPr id="7" name="collect-head">
            <a:extLst xmlns:a="http://schemas.openxmlformats.org/drawingml/2006/main">
              <a:ext uri="{FF2B5EF4-FFF2-40B4-BE49-F238E27FC236}">
                <a16:creationId xmlns:a16="http://schemas.microsoft.com/office/drawing/2014/main" id="{4360A114-4895-4765-8097-A499B47C2F98}"/>
              </a:ext>
            </a:extLst>
          </p:cNvPr>
          <p:cNvSpPr>
            <a:spLocks xmlns:a="http://schemas.openxmlformats.org/drawingml/2006/main" noGrp="1"/>
          </p:cNvSpPr>
          <p:nvPr/>
        </p:nvSpPr>
        <p:spPr>
          <a:xfrm xmlns:a="http://schemas.openxmlformats.org/drawingml/2006/main">
            <a:off x="6305550" y="3181350"/>
            <a:ext cx="285750" cy="190500"/>
          </a:xfrm>
          <a:custGeom xmlns:a="http://schemas.openxmlformats.org/drawingml/2006/main">
            <a:pathLst>
              <a:path w="285750" h="190500">
                <a:moveTo>
                  <a:pt x="285750" y="0"/>
                </a:moveTo>
                <a:lnTo>
                  <a:pt x="0" y="95250"/>
                </a:lnTo>
                <a:lnTo>
                  <a:pt x="285750" y="190500"/>
                </a:lnTo>
                <a:close/>
              </a:path>
            </a:pathLst>
          </a:custGeom>
          <a:solidFill xmlns:a="http://schemas.openxmlformats.org/drawingml/2006/main">
            <a:srgbClr val="DDDDDD"/>
          </a:solidFill>
          <a:ln xmlns:a="http://schemas.openxmlformats.org/drawingml/2006/main" w="14288">
            <a:noFill/>
            <a:prstDash val="solid"/>
          </a:ln>
        </p:spPr>
      </p:sp>
      <p:pic>
        <p:nvPicPr>
          <p:cNvPr id="8" name="">
            <a:extLst xmlns:a="http://schemas.openxmlformats.org/drawingml/2006/main">
              <a:ext uri="{FF2B5EF4-FFF2-40B4-BE49-F238E27FC236}">
                <a16:creationId xmlns:a16="http://schemas.microsoft.com/office/drawing/2014/main" id="{A16FF57C-F7F8-478D-AD00-7D482BBC46C1}"/>
              </a:ext>
            </a:extLst>
          </p:cNvPr>
          <p:cNvPicPr>
            <a:picLocks xmlns:a="http://schemas.openxmlformats.org/drawingml/2006/main" noChangeAspect="1"/>
          </p:cNvPicPr>
          <p:nvPr/>
        </p:nvPicPr>
        <p:blipFill>
          <a:blip xmlns:r="http://schemas.openxmlformats.org/officeDocument/2006/relationships" xmlns:a="http://schemas.openxmlformats.org/drawingml/2006/main" r:embed="R5c535386da5c462b"/>
          <a:srcRect xmlns:a="http://schemas.openxmlformats.org/drawingml/2006/main" l="0" t="0" r="0" b="0"/>
          <a:stretch xmlns:a="http://schemas.openxmlformats.org/drawingml/2006/main">
            <a:fillRect l="0" t="0" r="0" b="0"/>
          </a:stretch>
        </p:blipFill>
        <p:spPr>
          <a:xfrm xmlns:a="http://schemas.openxmlformats.org/drawingml/2006/main">
            <a:off x="1895475" y="171450"/>
            <a:ext cx="847725" cy="857250"/>
          </a:xfrm>
          <a:prstGeom xmlns:a="http://schemas.openxmlformats.org/drawingml/2006/main" prst="rect">
            <a:avLst/>
          </a:prstGeom>
        </p:spPr>
      </p:pic>
      <p:sp>
        <p:nvSpPr>
          <p:cNvPr id="9" name="earth">
            <a:extLst xmlns:a="http://schemas.openxmlformats.org/drawingml/2006/main">
              <a:ext uri="{FF2B5EF4-FFF2-40B4-BE49-F238E27FC236}">
                <a16:creationId xmlns:a16="http://schemas.microsoft.com/office/drawing/2014/main" id="{02A9EE69-BC78-4B1F-8171-918FCF174B41}"/>
              </a:ext>
            </a:extLst>
          </p:cNvPr>
          <p:cNvSpPr>
            <a:spLocks xmlns:a="http://schemas.openxmlformats.org/drawingml/2006/main" noGrp="1"/>
          </p:cNvSpPr>
          <p:nvPr/>
        </p:nvSpPr>
        <p:spPr>
          <a:xfrm xmlns:a="http://schemas.openxmlformats.org/drawingml/2006/main">
            <a:off x="1895475" y="171450"/>
            <a:ext cx="847725" cy="857250"/>
          </a:xfrm>
          <a:prstGeom xmlns:a="http://schemas.openxmlformats.org/drawingml/2006/main" prst="rect">
            <a:avLst/>
          </a:prstGeom>
          <a:noFill xmlns:a="http://schemas.openxmlformats.org/drawingml/2006/main"/>
          <a:ln xmlns:a="http://schemas.openxmlformats.org/drawingml/2006/main" w="0">
            <a:noFill/>
          </a:ln>
        </p:spPr>
      </p:sp>
      <p:pic>
        <p:nvPicPr>
          <p:cNvPr id="10" name="">
            <a:extLst xmlns:a="http://schemas.openxmlformats.org/drawingml/2006/main">
              <a:ext uri="{FF2B5EF4-FFF2-40B4-BE49-F238E27FC236}">
                <a16:creationId xmlns:a16="http://schemas.microsoft.com/office/drawing/2014/main" id="{CD673039-5C94-41E6-B992-4CD4A591E098}"/>
              </a:ext>
            </a:extLst>
          </p:cNvPr>
          <p:cNvPicPr>
            <a:picLocks xmlns:a="http://schemas.openxmlformats.org/drawingml/2006/main" noChangeAspect="1"/>
          </p:cNvPicPr>
          <p:nvPr/>
        </p:nvPicPr>
        <p:blipFill>
          <a:blip xmlns:r="http://schemas.openxmlformats.org/officeDocument/2006/relationships" xmlns:a="http://schemas.openxmlformats.org/drawingml/2006/main" r:embed="R3594ad43950742e5"/>
          <a:srcRect xmlns:a="http://schemas.openxmlformats.org/drawingml/2006/main" l="0" t="0" r="0" b="0"/>
          <a:stretch xmlns:a="http://schemas.openxmlformats.org/drawingml/2006/main">
            <a:fillRect l="0" t="0" r="0" b="0"/>
          </a:stretch>
        </p:blipFill>
        <p:spPr>
          <a:xfrm xmlns:a="http://schemas.openxmlformats.org/drawingml/2006/main">
            <a:off x="1857375" y="1219200"/>
            <a:ext cx="857250" cy="781050"/>
          </a:xfrm>
          <a:prstGeom xmlns:a="http://schemas.openxmlformats.org/drawingml/2006/main" prst="rect">
            <a:avLst/>
          </a:prstGeom>
        </p:spPr>
      </p:pic>
      <p:sp>
        <p:nvSpPr>
          <p:cNvPr id="11" name="camera">
            <a:extLst xmlns:a="http://schemas.openxmlformats.org/drawingml/2006/main">
              <a:ext uri="{FF2B5EF4-FFF2-40B4-BE49-F238E27FC236}">
                <a16:creationId xmlns:a16="http://schemas.microsoft.com/office/drawing/2014/main" id="{1341CE0D-D6AE-400A-ABFB-E0970C5B6724}"/>
              </a:ext>
            </a:extLst>
          </p:cNvPr>
          <p:cNvSpPr>
            <a:spLocks xmlns:a="http://schemas.openxmlformats.org/drawingml/2006/main" noGrp="1"/>
          </p:cNvSpPr>
          <p:nvPr/>
        </p:nvSpPr>
        <p:spPr>
          <a:xfrm xmlns:a="http://schemas.openxmlformats.org/drawingml/2006/main">
            <a:off x="1857375" y="1219200"/>
            <a:ext cx="857250" cy="781050"/>
          </a:xfrm>
          <a:prstGeom xmlns:a="http://schemas.openxmlformats.org/drawingml/2006/main" prst="rect">
            <a:avLst/>
          </a:prstGeom>
          <a:noFill xmlns:a="http://schemas.openxmlformats.org/drawingml/2006/main"/>
          <a:ln xmlns:a="http://schemas.openxmlformats.org/drawingml/2006/main" w="0">
            <a:noFill/>
          </a:ln>
        </p:spPr>
      </p:sp>
      <p:pic>
        <p:nvPicPr>
          <p:cNvPr id="12" name="">
            <a:extLst xmlns:a="http://schemas.openxmlformats.org/drawingml/2006/main">
              <a:ext uri="{FF2B5EF4-FFF2-40B4-BE49-F238E27FC236}">
                <a16:creationId xmlns:a16="http://schemas.microsoft.com/office/drawing/2014/main" id="{D9DF93DF-376E-4C49-A61E-1385B91C4F48}"/>
              </a:ext>
            </a:extLst>
          </p:cNvPr>
          <p:cNvPicPr>
            <a:picLocks xmlns:a="http://schemas.openxmlformats.org/drawingml/2006/main" noChangeAspect="1"/>
          </p:cNvPicPr>
          <p:nvPr/>
        </p:nvPicPr>
        <p:blipFill>
          <a:blip xmlns:r="http://schemas.openxmlformats.org/officeDocument/2006/relationships" xmlns:a="http://schemas.openxmlformats.org/drawingml/2006/main" r:embed="R5ee9054e64e5462a"/>
          <a:srcRect xmlns:a="http://schemas.openxmlformats.org/drawingml/2006/main" l="0" t="0" r="0" b="0"/>
          <a:stretch xmlns:a="http://schemas.openxmlformats.org/drawingml/2006/main">
            <a:fillRect l="0" t="0" r="0" b="0"/>
          </a:stretch>
        </p:blipFill>
        <p:spPr>
          <a:xfrm xmlns:a="http://schemas.openxmlformats.org/drawingml/2006/main">
            <a:off x="1914525" y="2133600"/>
            <a:ext cx="819150" cy="800100"/>
          </a:xfrm>
          <a:prstGeom xmlns:a="http://schemas.openxmlformats.org/drawingml/2006/main" prst="rect">
            <a:avLst/>
          </a:prstGeom>
        </p:spPr>
      </p:pic>
      <p:sp>
        <p:nvSpPr>
          <p:cNvPr id="13" name="arm">
            <a:extLst xmlns:a="http://schemas.openxmlformats.org/drawingml/2006/main">
              <a:ext uri="{FF2B5EF4-FFF2-40B4-BE49-F238E27FC236}">
                <a16:creationId xmlns:a16="http://schemas.microsoft.com/office/drawing/2014/main" id="{9AC96E65-74D4-4555-AEEE-116FA918D46E}"/>
              </a:ext>
            </a:extLst>
          </p:cNvPr>
          <p:cNvSpPr>
            <a:spLocks xmlns:a="http://schemas.openxmlformats.org/drawingml/2006/main" noGrp="1"/>
          </p:cNvSpPr>
          <p:nvPr/>
        </p:nvSpPr>
        <p:spPr>
          <a:xfrm xmlns:a="http://schemas.openxmlformats.org/drawingml/2006/main">
            <a:off x="1914525" y="2133600"/>
            <a:ext cx="819150" cy="800100"/>
          </a:xfrm>
          <a:prstGeom xmlns:a="http://schemas.openxmlformats.org/drawingml/2006/main" prst="rect">
            <a:avLst/>
          </a:prstGeom>
          <a:noFill xmlns:a="http://schemas.openxmlformats.org/drawingml/2006/main"/>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D2F0E87A-F7AD-4921-8B46-9C0B4DB36426}"/>
              </a:ext>
            </a:extLst>
          </p:cNvPr>
          <p:cNvPicPr>
            <a:picLocks xmlns:a="http://schemas.openxmlformats.org/drawingml/2006/main" noChangeAspect="1"/>
          </p:cNvPicPr>
          <p:nvPr/>
        </p:nvPicPr>
        <p:blipFill>
          <a:blip xmlns:r="http://schemas.openxmlformats.org/officeDocument/2006/relationships" xmlns:a="http://schemas.openxmlformats.org/drawingml/2006/main" r:embed="Rd0a2156c52dc4669"/>
          <a:srcRect xmlns:a="http://schemas.openxmlformats.org/drawingml/2006/main" l="0" t="0" r="0" b="0"/>
          <a:stretch xmlns:a="http://schemas.openxmlformats.org/drawingml/2006/main">
            <a:fillRect l="0" t="0" r="0" b="0"/>
          </a:stretch>
        </p:blipFill>
        <p:spPr>
          <a:xfrm xmlns:a="http://schemas.openxmlformats.org/drawingml/2006/main">
            <a:off x="1905000" y="3000375"/>
            <a:ext cx="819150" cy="800100"/>
          </a:xfrm>
          <a:prstGeom xmlns:a="http://schemas.openxmlformats.org/drawingml/2006/main" prst="rect">
            <a:avLst/>
          </a:prstGeom>
        </p:spPr>
      </p:pic>
      <p:sp>
        <p:nvSpPr>
          <p:cNvPr id="15" name="library">
            <a:extLst xmlns:a="http://schemas.openxmlformats.org/drawingml/2006/main">
              <a:ext uri="{FF2B5EF4-FFF2-40B4-BE49-F238E27FC236}">
                <a16:creationId xmlns:a16="http://schemas.microsoft.com/office/drawing/2014/main" id="{117CEDE3-6D9B-4D0F-B156-A5BC2E358A0A}"/>
              </a:ext>
            </a:extLst>
          </p:cNvPr>
          <p:cNvSpPr>
            <a:spLocks xmlns:a="http://schemas.openxmlformats.org/drawingml/2006/main" noGrp="1"/>
          </p:cNvSpPr>
          <p:nvPr/>
        </p:nvSpPr>
        <p:spPr>
          <a:xfrm xmlns:a="http://schemas.openxmlformats.org/drawingml/2006/main">
            <a:off x="1905000" y="3000375"/>
            <a:ext cx="819150" cy="800100"/>
          </a:xfrm>
          <a:prstGeom xmlns:a="http://schemas.openxmlformats.org/drawingml/2006/main" prst="rect">
            <a:avLst/>
          </a:prstGeom>
          <a:noFill xmlns:a="http://schemas.openxmlformats.org/drawingml/2006/main"/>
          <a:ln xmlns:a="http://schemas.openxmlformats.org/drawingml/2006/main" w="0">
            <a:noFill/>
          </a:ln>
        </p:spPr>
      </p:sp>
      <p:pic>
        <p:nvPicPr>
          <p:cNvPr id="16" name="">
            <a:extLst xmlns:a="http://schemas.openxmlformats.org/drawingml/2006/main">
              <a:ext uri="{FF2B5EF4-FFF2-40B4-BE49-F238E27FC236}">
                <a16:creationId xmlns:a16="http://schemas.microsoft.com/office/drawing/2014/main" id="{10D916E5-1FAD-4B6D-848A-72ACE09D063A}"/>
              </a:ext>
            </a:extLst>
          </p:cNvPr>
          <p:cNvPicPr>
            <a:picLocks xmlns:a="http://schemas.openxmlformats.org/drawingml/2006/main" noChangeAspect="1"/>
          </p:cNvPicPr>
          <p:nvPr/>
        </p:nvPicPr>
        <p:blipFill>
          <a:blip xmlns:r="http://schemas.openxmlformats.org/officeDocument/2006/relationships" xmlns:a="http://schemas.openxmlformats.org/drawingml/2006/main" r:embed="R0370e1f9e3ed4e9b"/>
          <a:srcRect xmlns:a="http://schemas.openxmlformats.org/drawingml/2006/main" l="0" t="0" r="0" b="0"/>
          <a:stretch xmlns:a="http://schemas.openxmlformats.org/drawingml/2006/main">
            <a:fillRect l="0" t="0" r="0" b="0"/>
          </a:stretch>
        </p:blipFill>
        <p:spPr>
          <a:xfrm xmlns:a="http://schemas.openxmlformats.org/drawingml/2006/main">
            <a:off x="6591300" y="733425"/>
            <a:ext cx="942975" cy="942975"/>
          </a:xfrm>
          <a:prstGeom xmlns:a="http://schemas.openxmlformats.org/drawingml/2006/main" prst="rect">
            <a:avLst/>
          </a:prstGeom>
        </p:spPr>
      </p:pic>
      <p:sp>
        <p:nvSpPr>
          <p:cNvPr id="17" name="llm">
            <a:extLst xmlns:a="http://schemas.openxmlformats.org/drawingml/2006/main">
              <a:ext uri="{FF2B5EF4-FFF2-40B4-BE49-F238E27FC236}">
                <a16:creationId xmlns:a16="http://schemas.microsoft.com/office/drawing/2014/main" id="{34C07997-E729-46B9-80D4-07FAEA85B3D8}"/>
              </a:ext>
            </a:extLst>
          </p:cNvPr>
          <p:cNvSpPr>
            <a:spLocks xmlns:a="http://schemas.openxmlformats.org/drawingml/2006/main" noGrp="1"/>
          </p:cNvSpPr>
          <p:nvPr/>
        </p:nvSpPr>
        <p:spPr>
          <a:xfrm xmlns:a="http://schemas.openxmlformats.org/drawingml/2006/main">
            <a:off x="6591300" y="733425"/>
            <a:ext cx="942975" cy="942975"/>
          </a:xfrm>
          <a:prstGeom xmlns:a="http://schemas.openxmlformats.org/drawingml/2006/main" prst="rect">
            <a:avLst/>
          </a:prstGeom>
          <a:noFill xmlns:a="http://schemas.openxmlformats.org/drawingml/2006/main"/>
          <a:ln xmlns:a="http://schemas.openxmlformats.org/drawingml/2006/main" w="0">
            <a:noFill/>
          </a:ln>
        </p:spPr>
      </p:sp>
      <p:pic>
        <p:nvPicPr>
          <p:cNvPr id="18" name="">
            <a:extLst xmlns:a="http://schemas.openxmlformats.org/drawingml/2006/main">
              <a:ext uri="{FF2B5EF4-FFF2-40B4-BE49-F238E27FC236}">
                <a16:creationId xmlns:a16="http://schemas.microsoft.com/office/drawing/2014/main" id="{FE0C5809-DAAD-4AEB-B21D-726A0A265A50}"/>
              </a:ext>
            </a:extLst>
          </p:cNvPr>
          <p:cNvPicPr>
            <a:picLocks xmlns:a="http://schemas.openxmlformats.org/drawingml/2006/main" noChangeAspect="1"/>
          </p:cNvPicPr>
          <p:nvPr/>
        </p:nvPicPr>
        <p:blipFill>
          <a:blip xmlns:r="http://schemas.openxmlformats.org/officeDocument/2006/relationships" xmlns:a="http://schemas.openxmlformats.org/drawingml/2006/main" r:embed="Ra1c7dc4886cb4855"/>
          <a:srcRect xmlns:a="http://schemas.openxmlformats.org/drawingml/2006/main" l="0" t="0" r="0" b="0"/>
          <a:stretch xmlns:a="http://schemas.openxmlformats.org/drawingml/2006/main">
            <a:fillRect l="0" t="0" r="0" b="0"/>
          </a:stretch>
        </p:blipFill>
        <p:spPr>
          <a:xfrm xmlns:a="http://schemas.openxmlformats.org/drawingml/2006/main">
            <a:off x="9715500" y="0"/>
            <a:ext cx="2066925" cy="1819275"/>
          </a:xfrm>
          <a:prstGeom xmlns:a="http://schemas.openxmlformats.org/drawingml/2006/main" prst="rect">
            <a:avLst/>
          </a:prstGeom>
        </p:spPr>
      </p:pic>
      <p:sp>
        <p:nvSpPr>
          <p:cNvPr id="19" name="task">
            <a:extLst xmlns:a="http://schemas.openxmlformats.org/drawingml/2006/main">
              <a:ext uri="{FF2B5EF4-FFF2-40B4-BE49-F238E27FC236}">
                <a16:creationId xmlns:a16="http://schemas.microsoft.com/office/drawing/2014/main" id="{D6D7B478-839F-46D1-999E-F0333FEC0642}"/>
              </a:ext>
            </a:extLst>
          </p:cNvPr>
          <p:cNvSpPr>
            <a:spLocks xmlns:a="http://schemas.openxmlformats.org/drawingml/2006/main" noGrp="1"/>
          </p:cNvSpPr>
          <p:nvPr/>
        </p:nvSpPr>
        <p:spPr>
          <a:xfrm xmlns:a="http://schemas.openxmlformats.org/drawingml/2006/main">
            <a:off x="9715500" y="0"/>
            <a:ext cx="2066925" cy="1819275"/>
          </a:xfrm>
          <a:prstGeom xmlns:a="http://schemas.openxmlformats.org/drawingml/2006/main" prst="rect">
            <a:avLst/>
          </a:prstGeom>
          <a:noFill xmlns:a="http://schemas.openxmlformats.org/drawingml/2006/main"/>
          <a:ln xmlns:a="http://schemas.openxmlformats.org/drawingml/2006/main" w="0">
            <a:noFill/>
          </a:ln>
        </p:spPr>
      </p:sp>
      <p:pic>
        <p:nvPicPr>
          <p:cNvPr id="20" name="">
            <a:extLst xmlns:a="http://schemas.openxmlformats.org/drawingml/2006/main">
              <a:ext uri="{FF2B5EF4-FFF2-40B4-BE49-F238E27FC236}">
                <a16:creationId xmlns:a16="http://schemas.microsoft.com/office/drawing/2014/main" id="{57498FEE-1622-4A46-A1F6-B4810D7129F9}"/>
              </a:ext>
            </a:extLst>
          </p:cNvPr>
          <p:cNvPicPr>
            <a:picLocks xmlns:a="http://schemas.openxmlformats.org/drawingml/2006/main" noChangeAspect="1"/>
          </p:cNvPicPr>
          <p:nvPr/>
        </p:nvPicPr>
        <p:blipFill>
          <a:blip xmlns:r="http://schemas.openxmlformats.org/officeDocument/2006/relationships" xmlns:a="http://schemas.openxmlformats.org/drawingml/2006/main" r:embed="R8d6bd588acef4022"/>
          <a:srcRect xmlns:a="http://schemas.openxmlformats.org/drawingml/2006/main" l="0" t="0" r="0" b="0"/>
          <a:stretch xmlns:a="http://schemas.openxmlformats.org/drawingml/2006/main">
            <a:fillRect l="0" t="0" r="0" b="0"/>
          </a:stretch>
        </p:blipFill>
        <p:spPr>
          <a:xfrm xmlns:a="http://schemas.openxmlformats.org/drawingml/2006/main">
            <a:off x="12334875" y="676275"/>
            <a:ext cx="1143000" cy="1104900"/>
          </a:xfrm>
          <a:prstGeom xmlns:a="http://schemas.openxmlformats.org/drawingml/2006/main" prst="rect">
            <a:avLst/>
          </a:prstGeom>
        </p:spPr>
      </p:pic>
      <p:sp>
        <p:nvSpPr>
          <p:cNvPr id="21" name="gear">
            <a:extLst xmlns:a="http://schemas.openxmlformats.org/drawingml/2006/main">
              <a:ext uri="{FF2B5EF4-FFF2-40B4-BE49-F238E27FC236}">
                <a16:creationId xmlns:a16="http://schemas.microsoft.com/office/drawing/2014/main" id="{5B6547C0-790F-4563-A9D3-BF9941350230}"/>
              </a:ext>
            </a:extLst>
          </p:cNvPr>
          <p:cNvSpPr>
            <a:spLocks xmlns:a="http://schemas.openxmlformats.org/drawingml/2006/main" noGrp="1"/>
          </p:cNvSpPr>
          <p:nvPr/>
        </p:nvSpPr>
        <p:spPr>
          <a:xfrm xmlns:a="http://schemas.openxmlformats.org/drawingml/2006/main">
            <a:off x="12334875" y="676275"/>
            <a:ext cx="1143000" cy="1104900"/>
          </a:xfrm>
          <a:prstGeom xmlns:a="http://schemas.openxmlformats.org/drawingml/2006/main" prst="rect">
            <a:avLst/>
          </a:prstGeom>
          <a:noFill xmlns:a="http://schemas.openxmlformats.org/drawingml/2006/main"/>
          <a:ln xmlns:a="http://schemas.openxmlformats.org/drawingml/2006/main" w="0">
            <a:noFill/>
          </a:ln>
        </p:spPr>
      </p:sp>
      <p:pic>
        <p:nvPicPr>
          <p:cNvPr id="22" name="">
            <a:extLst xmlns:a="http://schemas.openxmlformats.org/drawingml/2006/main">
              <a:ext uri="{FF2B5EF4-FFF2-40B4-BE49-F238E27FC236}">
                <a16:creationId xmlns:a16="http://schemas.microsoft.com/office/drawing/2014/main" id="{176509D3-1D49-4E98-9A43-756D63E9A569}"/>
              </a:ext>
            </a:extLst>
          </p:cNvPr>
          <p:cNvPicPr>
            <a:picLocks xmlns:a="http://schemas.openxmlformats.org/drawingml/2006/main" noChangeAspect="1"/>
          </p:cNvPicPr>
          <p:nvPr/>
        </p:nvPicPr>
        <p:blipFill>
          <a:blip xmlns:r="http://schemas.openxmlformats.org/officeDocument/2006/relationships" xmlns:a="http://schemas.openxmlformats.org/drawingml/2006/main" r:embed="R165410e15bd44edd"/>
          <a:srcRect xmlns:a="http://schemas.openxmlformats.org/drawingml/2006/main" l="0" t="0" r="0" b="0"/>
          <a:stretch xmlns:a="http://schemas.openxmlformats.org/drawingml/2006/main">
            <a:fillRect l="0" t="0" r="0" b="0"/>
          </a:stretch>
        </p:blipFill>
        <p:spPr>
          <a:xfrm xmlns:a="http://schemas.openxmlformats.org/drawingml/2006/main">
            <a:off x="9620250" y="1847850"/>
            <a:ext cx="1885950" cy="1628775"/>
          </a:xfrm>
          <a:prstGeom xmlns:a="http://schemas.openxmlformats.org/drawingml/2006/main" prst="rect">
            <a:avLst/>
          </a:prstGeom>
        </p:spPr>
      </p:pic>
      <p:sp>
        <p:nvSpPr>
          <p:cNvPr id="23" name="skill-options">
            <a:extLst xmlns:a="http://schemas.openxmlformats.org/drawingml/2006/main">
              <a:ext uri="{FF2B5EF4-FFF2-40B4-BE49-F238E27FC236}">
                <a16:creationId xmlns:a16="http://schemas.microsoft.com/office/drawing/2014/main" id="{AE74CD55-3549-48AD-94C0-B6912AB6F8FA}"/>
              </a:ext>
            </a:extLst>
          </p:cNvPr>
          <p:cNvSpPr>
            <a:spLocks xmlns:a="http://schemas.openxmlformats.org/drawingml/2006/main" noGrp="1"/>
          </p:cNvSpPr>
          <p:nvPr/>
        </p:nvSpPr>
        <p:spPr>
          <a:xfrm xmlns:a="http://schemas.openxmlformats.org/drawingml/2006/main">
            <a:off x="9620250" y="1847850"/>
            <a:ext cx="1885950" cy="1628775"/>
          </a:xfrm>
          <a:prstGeom xmlns:a="http://schemas.openxmlformats.org/drawingml/2006/main" prst="rect">
            <a:avLst/>
          </a:prstGeom>
          <a:noFill xmlns:a="http://schemas.openxmlformats.org/drawingml/2006/main"/>
          <a:ln xmlns:a="http://schemas.openxmlformats.org/drawingml/2006/main" w="0">
            <a:noFill/>
          </a:ln>
        </p:spPr>
      </p:sp>
      <p:pic>
        <p:nvPicPr>
          <p:cNvPr id="24" name="">
            <a:extLst xmlns:a="http://schemas.openxmlformats.org/drawingml/2006/main">
              <a:ext uri="{FF2B5EF4-FFF2-40B4-BE49-F238E27FC236}">
                <a16:creationId xmlns:a16="http://schemas.microsoft.com/office/drawing/2014/main" id="{DF8817CA-5753-4F4C-98B5-7AF9746A935F}"/>
              </a:ext>
            </a:extLst>
          </p:cNvPr>
          <p:cNvPicPr>
            <a:picLocks xmlns:a="http://schemas.openxmlformats.org/drawingml/2006/main" noChangeAspect="1"/>
          </p:cNvPicPr>
          <p:nvPr/>
        </p:nvPicPr>
        <p:blipFill>
          <a:blip xmlns:r="http://schemas.openxmlformats.org/officeDocument/2006/relationships" xmlns:a="http://schemas.openxmlformats.org/drawingml/2006/main" r:embed="R8b8662aaa1184867"/>
          <a:srcRect xmlns:a="http://schemas.openxmlformats.org/drawingml/2006/main" l="0" t="0" r="0" b="0"/>
          <a:stretch xmlns:a="http://schemas.openxmlformats.org/drawingml/2006/main">
            <a:fillRect l="0" t="0" r="0" b="0"/>
          </a:stretch>
        </p:blipFill>
        <p:spPr>
          <a:xfrm xmlns:a="http://schemas.openxmlformats.org/drawingml/2006/main">
            <a:off x="8201025" y="2847975"/>
            <a:ext cx="809625" cy="866775"/>
          </a:xfrm>
          <a:prstGeom xmlns:a="http://schemas.openxmlformats.org/drawingml/2006/main" prst="rect">
            <a:avLst/>
          </a:prstGeom>
        </p:spPr>
      </p:pic>
      <p:sp>
        <p:nvSpPr>
          <p:cNvPr id="25" name="collect-cube">
            <a:extLst xmlns:a="http://schemas.openxmlformats.org/drawingml/2006/main">
              <a:ext uri="{FF2B5EF4-FFF2-40B4-BE49-F238E27FC236}">
                <a16:creationId xmlns:a16="http://schemas.microsoft.com/office/drawing/2014/main" id="{615BD67A-362E-4503-8D02-A5CEB4F8A69C}"/>
              </a:ext>
            </a:extLst>
          </p:cNvPr>
          <p:cNvSpPr>
            <a:spLocks xmlns:a="http://schemas.openxmlformats.org/drawingml/2006/main" noGrp="1"/>
          </p:cNvSpPr>
          <p:nvPr/>
        </p:nvSpPr>
        <p:spPr>
          <a:xfrm xmlns:a="http://schemas.openxmlformats.org/drawingml/2006/main">
            <a:off x="8201025" y="2847975"/>
            <a:ext cx="809625" cy="866775"/>
          </a:xfrm>
          <a:prstGeom xmlns:a="http://schemas.openxmlformats.org/drawingml/2006/main" prst="rect">
            <a:avLst/>
          </a:prstGeom>
          <a:noFill xmlns:a="http://schemas.openxmlformats.org/drawingml/2006/main"/>
          <a:ln xmlns:a="http://schemas.openxmlformats.org/drawingml/2006/main" w="0">
            <a:noFill/>
          </a:ln>
        </p:spPr>
      </p:sp>
      <p:sp>
        <p:nvSpPr>
          <p:cNvPr id="26" name="brace">
            <a:extLst xmlns:a="http://schemas.openxmlformats.org/drawingml/2006/main">
              <a:ext uri="{FF2B5EF4-FFF2-40B4-BE49-F238E27FC236}">
                <a16:creationId xmlns:a16="http://schemas.microsoft.com/office/drawing/2014/main" id="{CFB39BF0-8262-464B-B8EB-DDA4A812DCFB}"/>
              </a:ext>
            </a:extLst>
          </p:cNvPr>
          <p:cNvSpPr>
            <a:spLocks xmlns:a="http://schemas.openxmlformats.org/drawingml/2006/main" noGrp="1"/>
          </p:cNvSpPr>
          <p:nvPr/>
        </p:nvSpPr>
        <p:spPr>
          <a:xfrm xmlns:a="http://schemas.openxmlformats.org/drawingml/2006/main">
            <a:off x="1628775" y="2286000"/>
            <a:ext cx="304800" cy="1428750"/>
          </a:xfrm>
          <a:custGeom xmlns:a="http://schemas.openxmlformats.org/drawingml/2006/main">
            <a:pathLst>
              <a:path w="304800" h="1428750">
                <a:moveTo>
                  <a:pt x="276225" y="0"/>
                </a:moveTo>
                <a:cubicBezTo>
                  <a:pt x="38100" y="0"/>
                  <a:pt x="238125" y="657225"/>
                  <a:pt x="0" y="714375"/>
                </a:cubicBezTo>
                <a:cubicBezTo>
                  <a:pt x="238125" y="771525"/>
                  <a:pt x="38100" y="1428750"/>
                  <a:pt x="276225" y="1428750"/>
                </a:cubicBezTo>
              </a:path>
            </a:pathLst>
          </a:custGeom>
          <a:noFill xmlns:a="http://schemas.openxmlformats.org/drawingml/2006/main"/>
          <a:ln xmlns:a="http://schemas.openxmlformats.org/drawingml/2006/main" w="47625">
            <a:solidFill>
              <a:srgbClr val="80A3CF"/>
            </a:solidFill>
            <a:prstDash val="solid"/>
          </a:ln>
        </p:spPr>
      </p:sp>
      <p:sp>
        <p:nvSpPr>
          <p:cNvPr id="27" name="environment">
            <a:extLst xmlns:a="http://schemas.openxmlformats.org/drawingml/2006/main">
              <a:ext uri="{FF2B5EF4-FFF2-40B4-BE49-F238E27FC236}">
                <a16:creationId xmlns:a16="http://schemas.microsoft.com/office/drawing/2014/main" id="{615CA00B-7BD2-47A4-981D-A540162F22A9}"/>
              </a:ext>
            </a:extLst>
          </p:cNvPr>
          <p:cNvSpPr>
            <a:spLocks xmlns:a="http://schemas.openxmlformats.org/drawingml/2006/main" noGrp="1"/>
          </p:cNvSpPr>
          <p:nvPr/>
        </p:nvSpPr>
        <p:spPr>
          <a:xfrm xmlns:a="http://schemas.openxmlformats.org/drawingml/2006/main">
            <a:off x="2819400" y="266700"/>
            <a:ext cx="3190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3225" b="0" i="0">
                <a:solidFill>
                  <a:srgbClr val="000000"/>
                </a:solidFill>
                <a:latin typeface="Arial"/>
                <a:ea typeface="Arial"/>
                <a:cs typeface="Arial"/>
              </a:defRPr>
            </a:defPPr>
          </a:lstStyle>
          <a:p xmlns:a="http://schemas.openxmlformats.org/drawingml/2006/main">
            <a:pPr algn="l">
              <a:defRPr sz="3225" b="0" i="0">
                <a:solidFill>
                  <a:srgbClr val="000000"/>
                </a:solidFill>
                <a:latin typeface="Arial"/>
                <a:ea typeface="Arial"/>
                <a:cs typeface="Arial"/>
              </a:defRPr>
            </a:pPr>
            <a:r>
              <a:rPr sz="3225" b="0" i="0">
                <a:solidFill>
                  <a:srgbClr val="000000"/>
                </a:solidFill>
                <a:latin typeface="Arial"/>
                <a:ea typeface="Arial"/>
                <a:cs typeface="Arial"/>
              </a:rPr>
              <a:t>Environment</a:t>
            </a:r>
          </a:p>
        </p:txBody>
      </p:sp>
      <p:sp>
        <p:nvSpPr>
          <p:cNvPr id="28" name="observations">
            <a:extLst xmlns:a="http://schemas.openxmlformats.org/drawingml/2006/main">
              <a:ext uri="{FF2B5EF4-FFF2-40B4-BE49-F238E27FC236}">
                <a16:creationId xmlns:a16="http://schemas.microsoft.com/office/drawing/2014/main" id="{815499AF-843E-4E24-90E4-D6B63267C708}"/>
              </a:ext>
            </a:extLst>
          </p:cNvPr>
          <p:cNvSpPr>
            <a:spLocks xmlns:a="http://schemas.openxmlformats.org/drawingml/2006/main" noGrp="1"/>
          </p:cNvSpPr>
          <p:nvPr/>
        </p:nvSpPr>
        <p:spPr>
          <a:xfrm xmlns:a="http://schemas.openxmlformats.org/drawingml/2006/main">
            <a:off x="2819400" y="1266825"/>
            <a:ext cx="319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3225" b="0" i="0">
                <a:solidFill>
                  <a:srgbClr val="000000"/>
                </a:solidFill>
                <a:latin typeface="Arial"/>
                <a:ea typeface="Arial"/>
                <a:cs typeface="Arial"/>
              </a:defRPr>
            </a:defPPr>
          </a:lstStyle>
          <a:p xmlns:a="http://schemas.openxmlformats.org/drawingml/2006/main">
            <a:pPr algn="l">
              <a:defRPr sz="3225" b="0" i="0">
                <a:solidFill>
                  <a:srgbClr val="000000"/>
                </a:solidFill>
                <a:latin typeface="Arial"/>
                <a:ea typeface="Arial"/>
                <a:cs typeface="Arial"/>
              </a:defRPr>
            </a:pPr>
            <a:r>
              <a:rPr sz="3225" b="0" i="0">
                <a:solidFill>
                  <a:srgbClr val="000000"/>
                </a:solidFill>
                <a:latin typeface="Arial"/>
                <a:ea typeface="Arial"/>
                <a:cs typeface="Arial"/>
              </a:rPr>
              <a:t>Observations</a:t>
            </a:r>
          </a:p>
        </p:txBody>
      </p:sp>
      <p:sp>
        <p:nvSpPr>
          <p:cNvPr id="29" name="configuration">
            <a:extLst xmlns:a="http://schemas.openxmlformats.org/drawingml/2006/main">
              <a:ext uri="{FF2B5EF4-FFF2-40B4-BE49-F238E27FC236}">
                <a16:creationId xmlns:a16="http://schemas.microsoft.com/office/drawing/2014/main" id="{C5734431-36FA-4446-92C7-7A130BCE8503}"/>
              </a:ext>
            </a:extLst>
          </p:cNvPr>
          <p:cNvSpPr>
            <a:spLocks xmlns:a="http://schemas.openxmlformats.org/drawingml/2006/main" noGrp="1"/>
          </p:cNvSpPr>
          <p:nvPr/>
        </p:nvSpPr>
        <p:spPr>
          <a:xfrm xmlns:a="http://schemas.openxmlformats.org/drawingml/2006/main">
            <a:off x="2819400" y="2152650"/>
            <a:ext cx="3238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3225" b="0" i="0">
                <a:solidFill>
                  <a:srgbClr val="000000"/>
                </a:solidFill>
                <a:latin typeface="Arial"/>
                <a:ea typeface="Arial"/>
                <a:cs typeface="Arial"/>
              </a:defRPr>
            </a:defPPr>
          </a:lstStyle>
          <a:p xmlns:a="http://schemas.openxmlformats.org/drawingml/2006/main">
            <a:pPr algn="l">
              <a:defRPr sz="3225" b="0" i="0">
                <a:solidFill>
                  <a:srgbClr val="000000"/>
                </a:solidFill>
                <a:latin typeface="Arial"/>
                <a:ea typeface="Arial"/>
                <a:cs typeface="Arial"/>
              </a:defRPr>
            </a:pPr>
            <a:r>
              <a:rPr sz="3225" b="0" i="0">
                <a:solidFill>
                  <a:srgbClr val="000000"/>
                </a:solidFill>
                <a:latin typeface="Arial"/>
                <a:ea typeface="Arial"/>
                <a:cs typeface="Arial"/>
              </a:rPr>
              <a:t>Configuration</a:t>
            </a:r>
          </a:p>
        </p:txBody>
      </p:sp>
      <p:sp>
        <p:nvSpPr>
          <p:cNvPr id="30" name="skill-library">
            <a:extLst xmlns:a="http://schemas.openxmlformats.org/drawingml/2006/main">
              <a:ext uri="{FF2B5EF4-FFF2-40B4-BE49-F238E27FC236}">
                <a16:creationId xmlns:a16="http://schemas.microsoft.com/office/drawing/2014/main" id="{DC2863F6-9CB2-40BE-9C47-F66AB926186F}"/>
              </a:ext>
            </a:extLst>
          </p:cNvPr>
          <p:cNvSpPr>
            <a:spLocks xmlns:a="http://schemas.openxmlformats.org/drawingml/2006/main" noGrp="1"/>
          </p:cNvSpPr>
          <p:nvPr/>
        </p:nvSpPr>
        <p:spPr>
          <a:xfrm xmlns:a="http://schemas.openxmlformats.org/drawingml/2006/main">
            <a:off x="2819400" y="3038475"/>
            <a:ext cx="3238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3225" b="0" i="0">
                <a:solidFill>
                  <a:srgbClr val="000000"/>
                </a:solidFill>
                <a:latin typeface="Arial"/>
                <a:ea typeface="Arial"/>
                <a:cs typeface="Arial"/>
              </a:defRPr>
            </a:defPPr>
          </a:lstStyle>
          <a:p xmlns:a="http://schemas.openxmlformats.org/drawingml/2006/main">
            <a:pPr algn="l">
              <a:defRPr sz="3225" b="0" i="0">
                <a:solidFill>
                  <a:srgbClr val="000000"/>
                </a:solidFill>
                <a:latin typeface="Arial"/>
                <a:ea typeface="Arial"/>
                <a:cs typeface="Arial"/>
              </a:defRPr>
            </a:pPr>
            <a:r>
              <a:rPr sz="3225" b="0" i="0">
                <a:solidFill>
                  <a:srgbClr val="000000"/>
                </a:solidFill>
                <a:latin typeface="Arial"/>
                <a:ea typeface="Arial"/>
                <a:cs typeface="Arial"/>
              </a:rPr>
              <a:t>Skill Library</a:t>
            </a:r>
          </a:p>
        </p:txBody>
      </p:sp>
      <p:sp>
        <p:nvSpPr>
          <p:cNvPr id="31" name="robot">
            <a:extLst xmlns:a="http://schemas.openxmlformats.org/drawingml/2006/main">
              <a:ext uri="{FF2B5EF4-FFF2-40B4-BE49-F238E27FC236}">
                <a16:creationId xmlns:a16="http://schemas.microsoft.com/office/drawing/2014/main" id="{1F0B1941-7BCE-4EE6-B8EB-21709E8F95EA}"/>
              </a:ext>
            </a:extLst>
          </p:cNvPr>
          <p:cNvSpPr>
            <a:spLocks xmlns:a="http://schemas.openxmlformats.org/drawingml/2006/main" noGrp="1"/>
          </p:cNvSpPr>
          <p:nvPr/>
        </p:nvSpPr>
        <p:spPr>
          <a:xfrm xmlns:a="http://schemas.openxmlformats.org/drawingml/2006/main">
            <a:off x="276225" y="3095625"/>
            <a:ext cx="12668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3225" b="0" i="0">
                <a:solidFill>
                  <a:srgbClr val="000000"/>
                </a:solidFill>
                <a:latin typeface="Arial"/>
                <a:ea typeface="Arial"/>
                <a:cs typeface="Arial"/>
              </a:defRPr>
            </a:defPPr>
          </a:lstStyle>
          <a:p xmlns:a="http://schemas.openxmlformats.org/drawingml/2006/main">
            <a:pPr algn="l">
              <a:defRPr sz="3225" b="0" i="0">
                <a:solidFill>
                  <a:srgbClr val="000000"/>
                </a:solidFill>
                <a:latin typeface="Arial"/>
                <a:ea typeface="Arial"/>
                <a:cs typeface="Arial"/>
              </a:defRPr>
            </a:pPr>
            <a:r>
              <a:rPr sz="3225" b="0" i="0">
                <a:solidFill>
                  <a:srgbClr val="000000"/>
                </a:solidFill>
                <a:latin typeface="Arial"/>
                <a:ea typeface="Arial"/>
                <a:cs typeface="Arial"/>
              </a:rPr>
              <a:t>Robot</a:t>
            </a:r>
          </a:p>
        </p:txBody>
      </p:sp>
      <p:sp>
        <p:nvSpPr>
          <p:cNvPr id="32" name="propose">
            <a:extLst xmlns:a="http://schemas.openxmlformats.org/drawingml/2006/main">
              <a:ext uri="{FF2B5EF4-FFF2-40B4-BE49-F238E27FC236}">
                <a16:creationId xmlns:a16="http://schemas.microsoft.com/office/drawing/2014/main" id="{D457EEA8-1FDB-42A1-B278-FC7B8E1BB6D2}"/>
              </a:ext>
            </a:extLst>
          </p:cNvPr>
          <p:cNvSpPr>
            <a:spLocks xmlns:a="http://schemas.openxmlformats.org/drawingml/2006/main" noGrp="1"/>
          </p:cNvSpPr>
          <p:nvPr/>
        </p:nvSpPr>
        <p:spPr>
          <a:xfrm xmlns:a="http://schemas.openxmlformats.org/drawingml/2006/main">
            <a:off x="7524750" y="561975"/>
            <a:ext cx="1990725"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3000" b="0" i="0">
                <a:solidFill>
                  <a:srgbClr val="777777"/>
                </a:solidFill>
                <a:latin typeface="Arial"/>
                <a:ea typeface="Arial"/>
                <a:cs typeface="Arial"/>
              </a:defRPr>
            </a:defPPr>
          </a:lstStyle>
          <a:p xmlns:a="http://schemas.openxmlformats.org/drawingml/2006/main">
            <a:pPr algn="l">
              <a:defRPr sz="3000" b="0" i="0">
                <a:solidFill>
                  <a:srgbClr val="777777"/>
                </a:solidFill>
                <a:latin typeface="Arial"/>
                <a:ea typeface="Arial"/>
                <a:cs typeface="Arial"/>
              </a:defRPr>
            </a:pPr>
            <a:r>
              <a:rPr sz="3000" b="0" i="0">
                <a:solidFill>
                  <a:srgbClr val="777777"/>
                </a:solidFill>
                <a:latin typeface="Arial"/>
                <a:ea typeface="Arial"/>
                <a:cs typeface="Arial"/>
              </a:rPr>
              <a:t>Propose</a:t>
            </a:r>
          </a:p>
        </p:txBody>
      </p:sp>
      <p:sp>
        <p:nvSpPr>
          <p:cNvPr id="33" name="learn">
            <a:extLst xmlns:a="http://schemas.openxmlformats.org/drawingml/2006/main">
              <a:ext uri="{FF2B5EF4-FFF2-40B4-BE49-F238E27FC236}">
                <a16:creationId xmlns:a16="http://schemas.microsoft.com/office/drawing/2014/main" id="{11448EBF-00E0-43EB-AA35-CED694A2CE4C}"/>
              </a:ext>
            </a:extLst>
          </p:cNvPr>
          <p:cNvSpPr>
            <a:spLocks xmlns:a="http://schemas.openxmlformats.org/drawingml/2006/main" noGrp="1"/>
          </p:cNvSpPr>
          <p:nvPr/>
        </p:nvSpPr>
        <p:spPr>
          <a:xfrm xmlns:a="http://schemas.openxmlformats.org/drawingml/2006/main">
            <a:off x="13344525" y="552450"/>
            <a:ext cx="15811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3000" b="0" i="0">
                <a:solidFill>
                  <a:srgbClr val="777777"/>
                </a:solidFill>
                <a:latin typeface="Arial"/>
                <a:ea typeface="Arial"/>
                <a:cs typeface="Arial"/>
              </a:defRPr>
            </a:defPPr>
          </a:lstStyle>
          <a:p xmlns:a="http://schemas.openxmlformats.org/drawingml/2006/main">
            <a:pPr algn="l">
              <a:defRPr sz="3000" b="0" i="0">
                <a:solidFill>
                  <a:srgbClr val="777777"/>
                </a:solidFill>
                <a:latin typeface="Arial"/>
                <a:ea typeface="Arial"/>
                <a:cs typeface="Arial"/>
              </a:defRPr>
            </a:pPr>
            <a:r>
              <a:rPr sz="3000" b="0" i="0">
                <a:solidFill>
                  <a:srgbClr val="777777"/>
                </a:solidFill>
                <a:latin typeface="Arial"/>
                <a:ea typeface="Arial"/>
                <a:cs typeface="Arial"/>
              </a:rPr>
              <a:t>Learn</a:t>
            </a:r>
          </a:p>
        </p:txBody>
      </p:sp>
      <p:sp>
        <p:nvSpPr>
          <p:cNvPr id="34" name="collect">
            <a:extLst xmlns:a="http://schemas.openxmlformats.org/drawingml/2006/main">
              <a:ext uri="{FF2B5EF4-FFF2-40B4-BE49-F238E27FC236}">
                <a16:creationId xmlns:a16="http://schemas.microsoft.com/office/drawing/2014/main" id="{F7CFE33C-129D-4C4B-80E5-B22A4A5D8D32}"/>
              </a:ext>
            </a:extLst>
          </p:cNvPr>
          <p:cNvSpPr>
            <a:spLocks xmlns:a="http://schemas.openxmlformats.org/drawingml/2006/main" noGrp="1"/>
          </p:cNvSpPr>
          <p:nvPr/>
        </p:nvSpPr>
        <p:spPr>
          <a:xfrm xmlns:a="http://schemas.openxmlformats.org/drawingml/2006/main">
            <a:off x="6924675" y="2600325"/>
            <a:ext cx="1352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3000" b="0" i="0">
                <a:solidFill>
                  <a:srgbClr val="777777"/>
                </a:solidFill>
                <a:latin typeface="Arial"/>
                <a:ea typeface="Arial"/>
                <a:cs typeface="Arial"/>
              </a:defRPr>
            </a:defPPr>
          </a:lstStyle>
          <a:p xmlns:a="http://schemas.openxmlformats.org/drawingml/2006/main">
            <a:pPr algn="l">
              <a:defRPr sz="3000" b="0" i="0">
                <a:solidFill>
                  <a:srgbClr val="777777"/>
                </a:solidFill>
                <a:latin typeface="Arial"/>
                <a:ea typeface="Arial"/>
                <a:cs typeface="Arial"/>
              </a:defRPr>
            </a:pPr>
            <a:r>
              <a:rPr sz="3000" b="0" i="0">
                <a:solidFill>
                  <a:srgbClr val="777777"/>
                </a:solidFill>
                <a:latin typeface="Arial"/>
                <a:ea typeface="Arial"/>
                <a:cs typeface="Arial"/>
              </a:rPr>
              <a:t>Collect</a:t>
            </a:r>
          </a:p>
        </p:txBody>
      </p:sp>
      <p:sp>
        <p:nvSpPr>
          <p:cNvPr id="35" name="task-label">
            <a:extLst xmlns:a="http://schemas.openxmlformats.org/drawingml/2006/main">
              <a:ext uri="{FF2B5EF4-FFF2-40B4-BE49-F238E27FC236}">
                <a16:creationId xmlns:a16="http://schemas.microsoft.com/office/drawing/2014/main" id="{C8AB39FE-054E-4F7E-B75A-ABDA39B6FA2F}"/>
              </a:ext>
            </a:extLst>
          </p:cNvPr>
          <p:cNvSpPr>
            <a:spLocks xmlns:a="http://schemas.openxmlformats.org/drawingml/2006/main" noGrp="1"/>
          </p:cNvSpPr>
          <p:nvPr/>
        </p:nvSpPr>
        <p:spPr>
          <a:xfrm xmlns:a="http://schemas.openxmlformats.org/drawingml/2006/main">
            <a:off x="10229850" y="609600"/>
            <a:ext cx="1409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3600" b="0" i="0">
                <a:solidFill>
                  <a:srgbClr val="000000"/>
                </a:solidFill>
                <a:latin typeface="Arial"/>
                <a:ea typeface="Arial"/>
                <a:cs typeface="Arial"/>
              </a:defRPr>
            </a:defPPr>
          </a:lstStyle>
          <a:p xmlns:a="http://schemas.openxmlformats.org/drawingml/2006/main">
            <a:pPr algn="l">
              <a:defRPr sz="3600" b="0" i="0">
                <a:solidFill>
                  <a:srgbClr val="000000"/>
                </a:solidFill>
                <a:latin typeface="Arial"/>
                <a:ea typeface="Arial"/>
                <a:cs typeface="Arial"/>
              </a:defRPr>
            </a:pPr>
            <a:r>
              <a:rPr sz="3600" b="0" i="0">
                <a:solidFill>
                  <a:srgbClr val="000000"/>
                </a:solidFill>
                <a:latin typeface="Arial"/>
                <a:ea typeface="Arial"/>
                <a:cs typeface="Arial"/>
              </a:rPr>
              <a:t>Task</a:t>
            </a:r>
          </a:p>
        </p:txBody>
      </p:sp>
      <p:sp>
        <p:nvSpPr>
          <p:cNvPr id="36" name="skills-label">
            <a:extLst xmlns:a="http://schemas.openxmlformats.org/drawingml/2006/main">
              <a:ext uri="{FF2B5EF4-FFF2-40B4-BE49-F238E27FC236}">
                <a16:creationId xmlns:a16="http://schemas.microsoft.com/office/drawing/2014/main" id="{5DA39A19-1516-4039-9405-B7ED3E414457}"/>
              </a:ext>
            </a:extLst>
          </p:cNvPr>
          <p:cNvSpPr>
            <a:spLocks xmlns:a="http://schemas.openxmlformats.org/drawingml/2006/main" noGrp="1"/>
          </p:cNvSpPr>
          <p:nvPr/>
        </p:nvSpPr>
        <p:spPr>
          <a:xfrm xmlns:a="http://schemas.openxmlformats.org/drawingml/2006/main">
            <a:off x="9544050" y="3362325"/>
            <a:ext cx="27813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3150" b="0" i="0">
                <a:solidFill>
                  <a:srgbClr val="000000"/>
                </a:solidFill>
                <a:latin typeface="Arial"/>
                <a:ea typeface="Arial"/>
                <a:cs typeface="Arial"/>
              </a:defRPr>
            </a:defPPr>
          </a:lstStyle>
          <a:p xmlns:a="http://schemas.openxmlformats.org/drawingml/2006/main">
            <a:pPr algn="l">
              <a:defRPr sz="3150" b="0" i="0">
                <a:solidFill>
                  <a:srgbClr val="000000"/>
                </a:solidFill>
                <a:latin typeface="Arial"/>
                <a:ea typeface="Arial"/>
                <a:cs typeface="Arial"/>
              </a:defRPr>
            </a:pPr>
            <a:r>
              <a:rPr sz="3150" b="0" i="0">
                <a:solidFill>
                  <a:srgbClr val="000000"/>
                </a:solidFill>
                <a:latin typeface="Arial"/>
                <a:ea typeface="Arial"/>
                <a:cs typeface="Arial"/>
              </a:rPr>
              <a:t>Skill Options</a:t>
            </a:r>
          </a:p>
        </p:txBody>
      </p:sp>
    </p:spTree>
    <p:extLst>
      <p:ext uri="{BB962C8B-B14F-4D97-AF65-F5344CB8AC3E}">
        <p14:creationId xmlns:p14="http://schemas.microsoft.com/office/powerpoint/2010/main" val="70569503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2026-10-09T20:38:55.6130000Z</dcterms:created>
  <dcterms:modified xsi:type="dcterms:W3CDTF">2026-10-09T20:38:55.6130000Z</dcterms:modified>
</coreProperties>
</file>