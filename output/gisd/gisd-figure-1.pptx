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9eb30286bb4040" /><Relationship Type="http://schemas.openxmlformats.org/officeDocument/2006/relationships/extended-properties" Target="/docProps/app.xml" Id="R3ed15e1c057f49f1" /><Relationship Type="http://schemas.openxmlformats.org/officeDocument/2006/relationships/officeDocument" Target="/ppt/presentation.xml" Id="R6c40c7683d2b42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7e4c5ea1394eec"/>
  </p:sldMasterIdLst>
  <p:notesMasterIdLst>
    <p:notesMasterId xmlns:r="http://schemas.openxmlformats.org/officeDocument/2006/relationships" r:id="R4e12134401d84ce1"/>
  </p:notesMasterIdLst>
  <p:sldIdLst>
    <p:sldId xmlns:r="http://schemas.openxmlformats.org/officeDocument/2006/relationships" id="256" r:id="Rc1368c6d1d5645a6"/>
  </p:sldIdLst>
  <p:sldSz cx="7258050" cy="4000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526b51cdb44d34" /><Relationship Type="http://schemas.openxmlformats.org/officeDocument/2006/relationships/slideMaster" Target="/ppt/slideMasters/slideMaster1.xml" Id="Rcd7e4c5ea1394eec" /><Relationship Type="http://schemas.openxmlformats.org/officeDocument/2006/relationships/notesMaster" Target="/ppt/notesMasters/notesMaster1.xml" Id="R4e12134401d84ce1" /><Relationship Type="http://schemas.openxmlformats.org/officeDocument/2006/relationships/presProps" Target="/ppt/presProps.xml" Id="Redfa4d79b4d4493f" /><Relationship Type="http://schemas.openxmlformats.org/officeDocument/2006/relationships/tableStyles" Target="/ppt/tableStyles.xml" Id="R1d034fdedc8547ab" /><Relationship Type="http://schemas.openxmlformats.org/officeDocument/2006/relationships/slide" Target="/ppt/slides/slide1.xml" Id="Rc1368c6d1d5645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92cd19004a46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51ec6998bd4f21" /><Relationship Type="http://schemas.openxmlformats.org/officeDocument/2006/relationships/notesMaster" Target="/ppt/notesMasters/notesMaster1.xml" Id="R00ca5d5c8bd045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"Group-Invariant Unsupervised Skill Discovery: Symmetry-aware Skill Representations for Generalizable Behavior",</a:t>
            </a:r>
          </a:p>
          <a:p xmlns:a="http://schemas.openxmlformats.org/drawingml/2006/main">
            <a:r>
              <a:t>  "paper_url": "https://arxiv.org/abs/2601.14000v1",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"notes": "Source vector geometry and separate native text extracted from the inspected original figure. Two source raster components (gradient state-space illustration and robot) remain raster. Fonts are substituted; curves are editable freeforms without semantic attachments. Original math glyph placement may vary by editor.",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"f6a7684b7949c7856c05577ce2293fe25fe48bd6a0179499624f063745b7d298",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310,</a:t>
            </a:r>
          </a:p>
          <a:p xmlns:a="http://schemas.openxmlformats.org/drawingml/2006/main">
            <a:r>
              <a:t>    51,</a:t>
            </a:r>
          </a:p>
          <a:p xmlns:a="http://schemas.openxmlformats.org/drawingml/2006/main">
            <a:r>
              <a:t>    564,</a:t>
            </a:r>
          </a:p>
          <a:p xmlns:a="http://schemas.openxmlformats.org/drawingml/2006/main">
            <a:r>
              <a:t>    191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"58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2",</a:t>
            </a:r>
          </a:p>
          <a:p xmlns:a="http://schemas.openxmlformats.org/drawingml/2006/main">
            <a:r>
              <a:t>    "path crosses crop boundary: 16",</a:t>
            </a:r>
          </a:p>
          <a:p xmlns:a="http://schemas.openxmlformats.org/drawingml/2006/main">
            <a:r>
              <a:t>    "path crosses crop boundary: 23"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dc7ace47249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d35a1d6df46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26aaf63d8d4d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64d0bacd044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78731cc2c48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43fbb16ec43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A83C83-2698-44A4-8532-C14DA4012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5805" y="1511300"/>
            <a:ext cx="5806440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082E24-B6F6-4105-8644-C4FF7C2B2F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88708" y="2200275"/>
            <a:ext cx="5080635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D6A9E7-8B5E-42C2-8890-34A1CF43C9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5805" y="1666875"/>
            <a:ext cx="580644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FB1C94-38DC-48C3-9A3F-0F0A26F65F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8265" y="311150"/>
            <a:ext cx="6441519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DD8348-37E1-47D0-A8D1-9CEFDDA9CA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8265" y="1111250"/>
            <a:ext cx="6441519" cy="24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3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1pPr>
            <a:lvl2pPr marL="3111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2pPr>
            <a:lvl3pPr marL="4889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3pPr>
            <a:lvl4pPr marL="6667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4pPr>
            <a:lvl5pPr marL="8445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5pPr>
            <a:lvl6pPr marL="10223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6pPr>
            <a:lvl7pPr marL="12001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7pPr>
            <a:lvl8pPr marL="13779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8pPr>
            <a:lvl9pPr marL="15557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389AB6-B978-42E6-99A5-C67E5BC745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8265" y="311150"/>
            <a:ext cx="6441519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925220-7445-4DC4-90D0-C679F40E11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8265" y="1111250"/>
            <a:ext cx="2993946" cy="24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3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1pPr>
            <a:lvl2pPr marL="3111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2pPr>
            <a:lvl3pPr marL="4889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3pPr>
            <a:lvl4pPr marL="6667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4pPr>
            <a:lvl5pPr marL="8445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5pPr>
            <a:lvl6pPr marL="10223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6pPr>
            <a:lvl7pPr marL="12001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7pPr>
            <a:lvl8pPr marL="13779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8pPr>
            <a:lvl9pPr marL="15557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3E54D1-DDE6-472F-917B-BADA356782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855839" y="1111250"/>
            <a:ext cx="2993946" cy="24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3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1pPr>
            <a:lvl2pPr marL="3111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2pPr>
            <a:lvl3pPr marL="4889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3pPr>
            <a:lvl4pPr marL="6667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4pPr>
            <a:lvl5pPr marL="8445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5pPr>
            <a:lvl6pPr marL="10223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6pPr>
            <a:lvl7pPr marL="12001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7pPr>
            <a:lvl8pPr marL="13779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8pPr>
            <a:lvl9pPr marL="15557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F72A18-D212-4348-B7F4-BC2A913383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8265" y="311150"/>
            <a:ext cx="6441519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296BA6-B705-4265-AAE7-E6945BA6DF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8265" y="1111250"/>
            <a:ext cx="2993946" cy="24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3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1pPr>
            <a:lvl2pPr marL="3111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2pPr>
            <a:lvl3pPr marL="4889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3pPr>
            <a:lvl4pPr marL="6667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4pPr>
            <a:lvl5pPr marL="8445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5pPr>
            <a:lvl6pPr marL="10223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6pPr>
            <a:lvl7pPr marL="12001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7pPr>
            <a:lvl8pPr marL="13779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8pPr>
            <a:lvl9pPr marL="15557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10ddc94b9d440f" /><Relationship Type="http://schemas.openxmlformats.org/officeDocument/2006/relationships/slideLayout" Target="/ppt/slideLayouts/slideLayout1.xml" Id="Rc4fac5f2e4834aa7" /><Relationship Type="http://schemas.openxmlformats.org/officeDocument/2006/relationships/slideLayout" Target="/ppt/slideLayouts/slideLayout2.xml" Id="R06c1c0faf94f48c0" /><Relationship Type="http://schemas.openxmlformats.org/officeDocument/2006/relationships/slideLayout" Target="/ppt/slideLayouts/slideLayout3.xml" Id="Re3e99078739547aa" /><Relationship Type="http://schemas.openxmlformats.org/officeDocument/2006/relationships/slideLayout" Target="/ppt/slideLayouts/slideLayout4.xml" Id="Rbd2a369e44934b48" /><Relationship Type="http://schemas.openxmlformats.org/officeDocument/2006/relationships/slideLayout" Target="/ppt/slideLayouts/slideLayout5.xml" Id="R0f22039516774216" /><Relationship Type="http://schemas.openxmlformats.org/officeDocument/2006/relationships/slideLayout" Target="/ppt/slideLayouts/slideLayout6.xml" Id="R45a9c158108443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fac5f2e4834aa7"/>
    <p:sldLayoutId xmlns:r="http://schemas.openxmlformats.org/officeDocument/2006/relationships" id="2147483650" r:id="R06c1c0faf94f48c0"/>
    <p:sldLayoutId xmlns:r="http://schemas.openxmlformats.org/officeDocument/2006/relationships" id="2147483651" r:id="Re3e99078739547aa"/>
    <p:sldLayoutId xmlns:r="http://schemas.openxmlformats.org/officeDocument/2006/relationships" id="2147483652" r:id="Rbd2a369e44934b48"/>
    <p:sldLayoutId xmlns:r="http://schemas.openxmlformats.org/officeDocument/2006/relationships" id="2147483653" r:id="R0f22039516774216"/>
    <p:sldLayoutId xmlns:r="http://schemas.openxmlformats.org/officeDocument/2006/relationships" id="2147483654" r:id="R45a9c158108443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0f5968e30f4fe2" /><Relationship Type="http://schemas.openxmlformats.org/officeDocument/2006/relationships/image" Target="/ppt/media/image.png" Id="R4e257aabdedf4f5d" /><Relationship Type="http://schemas.openxmlformats.org/officeDocument/2006/relationships/image" Target="/ppt/media/image2.png" Id="R4d86b265204244f2" /><Relationship Type="http://schemas.openxmlformats.org/officeDocument/2006/relationships/notesSlide" Target="/ppt/notesSlides/notesSlide1.xml" Id="R41697d9eeccc48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92B235-2753-42C4-A505-47BA8D4A09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57aabdedf4f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57400"/>
            <a:ext cx="3600450" cy="1943100"/>
          </a:xfrm>
          <a:prstGeom xmlns:a="http://schemas.openxmlformats.org/drawingml/2006/main" prst="rect">
            <a:avLst/>
          </a:prstGeom>
        </p:spPr>
      </p:pic>
      <p:sp>
        <p:nvSpPr>
          <p:cNvPr id="2" name="pdf-source-image-0">
            <a:extLst xmlns:a="http://schemas.openxmlformats.org/drawingml/2006/main">
              <a:ext uri="{FF2B5EF4-FFF2-40B4-BE49-F238E27FC236}">
                <a16:creationId xmlns:a16="http://schemas.microsoft.com/office/drawing/2014/main" id="{6AD5A73F-7EB5-4042-9F03-78EC1BCA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36004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7AEFD-A83A-48A9-9A90-C5CFAA1B7F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6b265204244f2"/>
          <a:srcRect xmlns:a="http://schemas.openxmlformats.org/drawingml/2006/main" l="32" t="0" r="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3278" y="1766539"/>
            <a:ext cx="1918495" cy="1867562"/>
          </a:xfrm>
          <a:prstGeom xmlns:a="http://schemas.openxmlformats.org/drawingml/2006/main" prst="rect">
            <a:avLst/>
          </a:prstGeom>
        </p:spPr>
      </p:pic>
      <p:sp>
        <p:nvSpPr>
          <p:cNvPr id="4" name="pdf-source-image-1">
            <a:extLst xmlns:a="http://schemas.openxmlformats.org/drawingml/2006/main">
              <a:ext uri="{FF2B5EF4-FFF2-40B4-BE49-F238E27FC236}">
                <a16:creationId xmlns:a16="http://schemas.microsoft.com/office/drawing/2014/main" id="{7D3CC097-0B76-46DB-8A2F-71047997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278" y="1766539"/>
            <a:ext cx="1918495" cy="1867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pdf-path-11">
            <a:extLst xmlns:a="http://schemas.openxmlformats.org/drawingml/2006/main">
              <a:ext uri="{FF2B5EF4-FFF2-40B4-BE49-F238E27FC236}">
                <a16:creationId xmlns:a16="http://schemas.microsoft.com/office/drawing/2014/main" id="{2B8514B5-4AC4-40AA-8274-B1FBE527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222" y="2996414"/>
            <a:ext cx="1083865" cy="312958"/>
          </a:xfrm>
          <a:custGeom xmlns:a="http://schemas.openxmlformats.org/drawingml/2006/main">
            <a:pathLst>
              <a:path w="1083865" h="312958">
                <a:moveTo>
                  <a:pt x="1076735" y="0"/>
                </a:moveTo>
                <a:lnTo>
                  <a:pt x="64855" y="261685"/>
                </a:lnTo>
                <a:lnTo>
                  <a:pt x="71986" y="289076"/>
                </a:lnTo>
                <a:lnTo>
                  <a:pt x="1083865" y="27504"/>
                </a:lnTo>
                <a:lnTo>
                  <a:pt x="1076735" y="0"/>
                </a:lnTo>
                <a:moveTo>
                  <a:pt x="71533" y="230785"/>
                </a:moveTo>
                <a:lnTo>
                  <a:pt x="0" y="293151"/>
                </a:lnTo>
                <a:lnTo>
                  <a:pt x="92812" y="312958"/>
                </a:lnTo>
                <a:lnTo>
                  <a:pt x="71533" y="2307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12">
            <a:extLst xmlns:a="http://schemas.openxmlformats.org/drawingml/2006/main">
              <a:ext uri="{FF2B5EF4-FFF2-40B4-BE49-F238E27FC236}">
                <a16:creationId xmlns:a16="http://schemas.microsoft.com/office/drawing/2014/main" id="{0073B470-1B8B-46AB-B1AF-B4C26C98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98" y="3260589"/>
            <a:ext cx="1511028" cy="483868"/>
          </a:xfrm>
          <a:custGeom xmlns:a="http://schemas.openxmlformats.org/drawingml/2006/main">
            <a:pathLst>
              <a:path w="1511028" h="483868">
                <a:moveTo>
                  <a:pt x="0" y="483868"/>
                </a:moveTo>
                <a:lnTo>
                  <a:pt x="1511028" y="483868"/>
                </a:lnTo>
                <a:lnTo>
                  <a:pt x="1511028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pdf-text-220-0">
            <a:extLst xmlns:a="http://schemas.openxmlformats.org/drawingml/2006/main">
              <a:ext uri="{FF2B5EF4-FFF2-40B4-BE49-F238E27FC236}">
                <a16:creationId xmlns:a16="http://schemas.microsoft.com/office/drawing/2014/main" id="{5CA26E6D-67D2-4A8D-88B5-72D95611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678" y="3378088"/>
            <a:ext cx="140178" cy="229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8" name="pdf-text-221-0">
            <a:extLst xmlns:a="http://schemas.openxmlformats.org/drawingml/2006/main">
              <a:ext uri="{FF2B5EF4-FFF2-40B4-BE49-F238E27FC236}">
                <a16:creationId xmlns:a16="http://schemas.microsoft.com/office/drawing/2014/main" id="{CB5C9859-A937-4685-8900-A3633F61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408" y="3378088"/>
            <a:ext cx="863776" cy="229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rajectory </a:t>
            </a:r>
          </a:p>
        </p:txBody>
      </p:sp>
      <p:sp>
        <p:nvSpPr>
          <p:cNvPr id="9" name="pdf-text-223-0">
            <a:extLst xmlns:a="http://schemas.openxmlformats.org/drawingml/2006/main">
              <a:ext uri="{FF2B5EF4-FFF2-40B4-BE49-F238E27FC236}">
                <a16:creationId xmlns:a16="http://schemas.microsoft.com/office/drawing/2014/main" id="{E186C1F2-0E3E-40EF-AA79-5821962A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0" y="1843649"/>
            <a:ext cx="1357518" cy="272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4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4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4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State space </a:t>
            </a:r>
          </a:p>
        </p:txBody>
      </p:sp>
      <p:sp>
        <p:nvSpPr>
          <p:cNvPr id="10" name="pdf-path-19">
            <a:extLst xmlns:a="http://schemas.openxmlformats.org/drawingml/2006/main">
              <a:ext uri="{FF2B5EF4-FFF2-40B4-BE49-F238E27FC236}">
                <a16:creationId xmlns:a16="http://schemas.microsoft.com/office/drawing/2014/main" id="{ADA6EF0C-EBEF-4F6B-B532-9C010690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0309" y="493201"/>
            <a:ext cx="3370101" cy="1808140"/>
          </a:xfrm>
          <a:custGeom xmlns:a="http://schemas.openxmlformats.org/drawingml/2006/main">
            <a:pathLst>
              <a:path w="3370101" h="1808140">
                <a:moveTo>
                  <a:pt x="0" y="904013"/>
                </a:moveTo>
                <a:cubicBezTo>
                  <a:pt x="0" y="404752"/>
                  <a:pt x="754382" y="0"/>
                  <a:pt x="1685107" y="0"/>
                </a:cubicBezTo>
                <a:cubicBezTo>
                  <a:pt x="2615718" y="0"/>
                  <a:pt x="3370101" y="404752"/>
                  <a:pt x="3370101" y="904013"/>
                </a:cubicBezTo>
                <a:cubicBezTo>
                  <a:pt x="3370101" y="1403388"/>
                  <a:pt x="2615718" y="1808140"/>
                  <a:pt x="1685107" y="1808140"/>
                </a:cubicBezTo>
                <a:cubicBezTo>
                  <a:pt x="754382" y="1808140"/>
                  <a:pt x="0" y="1403388"/>
                  <a:pt x="0" y="904013"/>
                </a:cubicBezTo>
              </a:path>
            </a:pathLst>
          </a:custGeom>
          <a:solidFill xmlns:a="http://schemas.openxmlformats.org/drawingml/2006/main">
            <a:srgbClr val="C1E5F5"/>
          </a:solidFill>
          <a:ln xmlns:a="http://schemas.openxmlformats.org/drawingml/2006/main" w="16978">
            <a:solidFill>
              <a:srgbClr val="000000"/>
            </a:solidFill>
            <a:prstDash val="solid"/>
          </a:ln>
        </p:spPr>
      </p:sp>
      <p:sp>
        <p:nvSpPr>
          <p:cNvPr id="11" name="pdf-path-21">
            <a:extLst xmlns:a="http://schemas.openxmlformats.org/drawingml/2006/main">
              <a:ext uri="{FF2B5EF4-FFF2-40B4-BE49-F238E27FC236}">
                <a16:creationId xmlns:a16="http://schemas.microsoft.com/office/drawing/2014/main" id="{E5ACCFBD-56BE-4F70-9598-6BEE4683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821" y="1104404"/>
            <a:ext cx="3370101" cy="543291"/>
          </a:xfrm>
          <a:custGeom xmlns:a="http://schemas.openxmlformats.org/drawingml/2006/main">
            <a:pathLst>
              <a:path w="3370101" h="543291">
                <a:moveTo>
                  <a:pt x="0" y="271645"/>
                </a:moveTo>
                <a:cubicBezTo>
                  <a:pt x="0" y="121674"/>
                  <a:pt x="754382" y="0"/>
                  <a:pt x="1685107" y="0"/>
                </a:cubicBezTo>
                <a:cubicBezTo>
                  <a:pt x="2615718" y="0"/>
                  <a:pt x="3370101" y="121674"/>
                  <a:pt x="3370101" y="271645"/>
                </a:cubicBezTo>
                <a:cubicBezTo>
                  <a:pt x="3370101" y="421616"/>
                  <a:pt x="2615718" y="543291"/>
                  <a:pt x="1685107" y="543291"/>
                </a:cubicBezTo>
                <a:cubicBezTo>
                  <a:pt x="754382" y="543291"/>
                  <a:pt x="0" y="421616"/>
                  <a:pt x="0" y="271645"/>
                </a:cubicBezTo>
              </a:path>
            </a:pathLst>
          </a:custGeom>
          <a:solidFill xmlns:a="http://schemas.openxmlformats.org/drawingml/2006/main">
            <a:srgbClr val="A6CAEC"/>
          </a:solidFill>
          <a:ln xmlns:a="http://schemas.openxmlformats.org/drawingml/2006/main" w="16978">
            <a:solidFill>
              <a:srgbClr val="000000"/>
            </a:solidFill>
            <a:prstDash val="dash"/>
          </a:ln>
        </p:spPr>
      </p:sp>
      <p:sp>
        <p:nvSpPr>
          <p:cNvPr id="12" name="pdf-text-225-0">
            <a:extLst xmlns:a="http://schemas.openxmlformats.org/drawingml/2006/main">
              <a:ext uri="{FF2B5EF4-FFF2-40B4-BE49-F238E27FC236}">
                <a16:creationId xmlns:a16="http://schemas.microsoft.com/office/drawing/2014/main" id="{B25913E1-A19B-42A4-BF67-C5EA0A8D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47" y="140206"/>
            <a:ext cx="3044415" cy="272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4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4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4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Latent Fourier skill space </a:t>
            </a:r>
          </a:p>
        </p:txBody>
      </p:sp>
      <p:sp>
        <p:nvSpPr>
          <p:cNvPr id="13" name="pdf-path-26">
            <a:extLst xmlns:a="http://schemas.openxmlformats.org/drawingml/2006/main">
              <a:ext uri="{FF2B5EF4-FFF2-40B4-BE49-F238E27FC236}">
                <a16:creationId xmlns:a16="http://schemas.microsoft.com/office/drawing/2014/main" id="{F58163D4-45EF-4C6C-9FCE-7017F06A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412" y="1314702"/>
            <a:ext cx="3428051" cy="1763884"/>
          </a:xfrm>
          <a:custGeom xmlns:a="http://schemas.openxmlformats.org/drawingml/2006/main">
            <a:pathLst>
              <a:path w="3428051" h="1763884">
                <a:moveTo>
                  <a:pt x="0" y="1761394"/>
                </a:moveTo>
                <a:lnTo>
                  <a:pt x="4301" y="1698010"/>
                </a:lnTo>
                <a:lnTo>
                  <a:pt x="13356" y="1633608"/>
                </a:lnTo>
                <a:lnTo>
                  <a:pt x="27391" y="1569205"/>
                </a:lnTo>
                <a:lnTo>
                  <a:pt x="45727" y="1504689"/>
                </a:lnTo>
                <a:lnTo>
                  <a:pt x="58291" y="1469035"/>
                </a:lnTo>
                <a:lnTo>
                  <a:pt x="93039" y="1481373"/>
                </a:lnTo>
                <a:lnTo>
                  <a:pt x="80589" y="1516347"/>
                </a:lnTo>
                <a:lnTo>
                  <a:pt x="80928" y="1515329"/>
                </a:lnTo>
                <a:lnTo>
                  <a:pt x="62932" y="1578713"/>
                </a:lnTo>
                <a:lnTo>
                  <a:pt x="63158" y="1577581"/>
                </a:lnTo>
                <a:lnTo>
                  <a:pt x="49462" y="1640738"/>
                </a:lnTo>
                <a:lnTo>
                  <a:pt x="49689" y="1639493"/>
                </a:lnTo>
                <a:lnTo>
                  <a:pt x="40860" y="1702538"/>
                </a:lnTo>
                <a:lnTo>
                  <a:pt x="40974" y="1701179"/>
                </a:lnTo>
                <a:lnTo>
                  <a:pt x="36673" y="1763884"/>
                </a:lnTo>
                <a:lnTo>
                  <a:pt x="0" y="1761394"/>
                </a:lnTo>
                <a:moveTo>
                  <a:pt x="100961" y="1365018"/>
                </a:moveTo>
                <a:lnTo>
                  <a:pt x="126994" y="1311708"/>
                </a:lnTo>
                <a:lnTo>
                  <a:pt x="162308" y="1247984"/>
                </a:lnTo>
                <a:lnTo>
                  <a:pt x="201584" y="1184600"/>
                </a:lnTo>
                <a:lnTo>
                  <a:pt x="244594" y="1121896"/>
                </a:lnTo>
                <a:lnTo>
                  <a:pt x="253536" y="1110011"/>
                </a:lnTo>
                <a:lnTo>
                  <a:pt x="282964" y="1132082"/>
                </a:lnTo>
                <a:lnTo>
                  <a:pt x="274249" y="1143740"/>
                </a:lnTo>
                <a:lnTo>
                  <a:pt x="274701" y="1143061"/>
                </a:lnTo>
                <a:lnTo>
                  <a:pt x="232144" y="1205087"/>
                </a:lnTo>
                <a:lnTo>
                  <a:pt x="232597" y="1204408"/>
                </a:lnTo>
                <a:lnTo>
                  <a:pt x="193888" y="1266999"/>
                </a:lnTo>
                <a:lnTo>
                  <a:pt x="194340" y="1266207"/>
                </a:lnTo>
                <a:lnTo>
                  <a:pt x="159365" y="1329138"/>
                </a:lnTo>
                <a:lnTo>
                  <a:pt x="159819" y="1328233"/>
                </a:lnTo>
                <a:lnTo>
                  <a:pt x="134012" y="1381204"/>
                </a:lnTo>
                <a:lnTo>
                  <a:pt x="100961" y="1365018"/>
                </a:lnTo>
                <a:moveTo>
                  <a:pt x="322013" y="1022405"/>
                </a:moveTo>
                <a:lnTo>
                  <a:pt x="341595" y="998523"/>
                </a:lnTo>
                <a:lnTo>
                  <a:pt x="395358" y="937969"/>
                </a:lnTo>
                <a:lnTo>
                  <a:pt x="452290" y="878320"/>
                </a:lnTo>
                <a:lnTo>
                  <a:pt x="512505" y="819803"/>
                </a:lnTo>
                <a:lnTo>
                  <a:pt x="526313" y="807240"/>
                </a:lnTo>
                <a:lnTo>
                  <a:pt x="551101" y="834517"/>
                </a:lnTo>
                <a:lnTo>
                  <a:pt x="537405" y="846854"/>
                </a:lnTo>
                <a:lnTo>
                  <a:pt x="537858" y="846402"/>
                </a:lnTo>
                <a:lnTo>
                  <a:pt x="478096" y="904466"/>
                </a:lnTo>
                <a:lnTo>
                  <a:pt x="478549" y="904013"/>
                </a:lnTo>
                <a:lnTo>
                  <a:pt x="422182" y="963096"/>
                </a:lnTo>
                <a:lnTo>
                  <a:pt x="422636" y="962644"/>
                </a:lnTo>
                <a:lnTo>
                  <a:pt x="369438" y="1022632"/>
                </a:lnTo>
                <a:lnTo>
                  <a:pt x="369891" y="1022066"/>
                </a:lnTo>
                <a:lnTo>
                  <a:pt x="350423" y="1045722"/>
                </a:lnTo>
                <a:lnTo>
                  <a:pt x="322013" y="1022405"/>
                </a:lnTo>
                <a:moveTo>
                  <a:pt x="609504" y="733782"/>
                </a:moveTo>
                <a:lnTo>
                  <a:pt x="641875" y="706278"/>
                </a:lnTo>
                <a:lnTo>
                  <a:pt x="711032" y="651496"/>
                </a:lnTo>
                <a:lnTo>
                  <a:pt x="782792" y="598186"/>
                </a:lnTo>
                <a:lnTo>
                  <a:pt x="845043" y="554723"/>
                </a:lnTo>
                <a:lnTo>
                  <a:pt x="866096" y="584943"/>
                </a:lnTo>
                <a:lnTo>
                  <a:pt x="803958" y="628180"/>
                </a:lnTo>
                <a:lnTo>
                  <a:pt x="804410" y="627840"/>
                </a:lnTo>
                <a:lnTo>
                  <a:pt x="733103" y="680811"/>
                </a:lnTo>
                <a:lnTo>
                  <a:pt x="733556" y="680472"/>
                </a:lnTo>
                <a:lnTo>
                  <a:pt x="664965" y="734914"/>
                </a:lnTo>
                <a:lnTo>
                  <a:pt x="665532" y="734574"/>
                </a:lnTo>
                <a:lnTo>
                  <a:pt x="633274" y="761852"/>
                </a:lnTo>
                <a:lnTo>
                  <a:pt x="609504" y="733782"/>
                </a:lnTo>
                <a:moveTo>
                  <a:pt x="938309" y="493602"/>
                </a:moveTo>
                <a:lnTo>
                  <a:pt x="1013011" y="447875"/>
                </a:lnTo>
                <a:lnTo>
                  <a:pt x="1094392" y="401356"/>
                </a:lnTo>
                <a:lnTo>
                  <a:pt x="1178036" y="356761"/>
                </a:lnTo>
                <a:lnTo>
                  <a:pt x="1195692" y="348045"/>
                </a:lnTo>
                <a:lnTo>
                  <a:pt x="1212105" y="380983"/>
                </a:lnTo>
                <a:lnTo>
                  <a:pt x="1194674" y="389585"/>
                </a:lnTo>
                <a:lnTo>
                  <a:pt x="1195127" y="389359"/>
                </a:lnTo>
                <a:lnTo>
                  <a:pt x="1111935" y="433727"/>
                </a:lnTo>
                <a:lnTo>
                  <a:pt x="1112501" y="433388"/>
                </a:lnTo>
                <a:lnTo>
                  <a:pt x="1031574" y="479681"/>
                </a:lnTo>
                <a:lnTo>
                  <a:pt x="1032026" y="479454"/>
                </a:lnTo>
                <a:lnTo>
                  <a:pt x="957437" y="525068"/>
                </a:lnTo>
                <a:lnTo>
                  <a:pt x="938309" y="493602"/>
                </a:lnTo>
                <a:moveTo>
                  <a:pt x="1295409" y="299602"/>
                </a:moveTo>
                <a:lnTo>
                  <a:pt x="1350983" y="274022"/>
                </a:lnTo>
                <a:lnTo>
                  <a:pt x="1440287" y="235879"/>
                </a:lnTo>
                <a:lnTo>
                  <a:pt x="1531061" y="200225"/>
                </a:lnTo>
                <a:lnTo>
                  <a:pt x="1568866" y="186643"/>
                </a:lnTo>
                <a:lnTo>
                  <a:pt x="1581316" y="221278"/>
                </a:lnTo>
                <a:lnTo>
                  <a:pt x="1543739" y="234747"/>
                </a:lnTo>
                <a:lnTo>
                  <a:pt x="1544304" y="234634"/>
                </a:lnTo>
                <a:lnTo>
                  <a:pt x="1453982" y="270061"/>
                </a:lnTo>
                <a:lnTo>
                  <a:pt x="1454435" y="269835"/>
                </a:lnTo>
                <a:lnTo>
                  <a:pt x="1365585" y="307752"/>
                </a:lnTo>
                <a:lnTo>
                  <a:pt x="1366150" y="307525"/>
                </a:lnTo>
                <a:lnTo>
                  <a:pt x="1310803" y="332992"/>
                </a:lnTo>
                <a:lnTo>
                  <a:pt x="1295409" y="299602"/>
                </a:lnTo>
                <a:moveTo>
                  <a:pt x="1673675" y="150650"/>
                </a:moveTo>
                <a:lnTo>
                  <a:pt x="1717252" y="136389"/>
                </a:lnTo>
                <a:lnTo>
                  <a:pt x="1812328" y="108432"/>
                </a:lnTo>
                <a:lnTo>
                  <a:pt x="1908649" y="83418"/>
                </a:lnTo>
                <a:lnTo>
                  <a:pt x="1958903" y="72099"/>
                </a:lnTo>
                <a:lnTo>
                  <a:pt x="1967052" y="107979"/>
                </a:lnTo>
                <a:lnTo>
                  <a:pt x="1917024" y="119184"/>
                </a:lnTo>
                <a:lnTo>
                  <a:pt x="1917590" y="119071"/>
                </a:lnTo>
                <a:lnTo>
                  <a:pt x="1821836" y="143972"/>
                </a:lnTo>
                <a:lnTo>
                  <a:pt x="1822401" y="143859"/>
                </a:lnTo>
                <a:lnTo>
                  <a:pt x="1727891" y="171589"/>
                </a:lnTo>
                <a:lnTo>
                  <a:pt x="1728345" y="171476"/>
                </a:lnTo>
                <a:lnTo>
                  <a:pt x="1685107" y="185625"/>
                </a:lnTo>
                <a:lnTo>
                  <a:pt x="1673675" y="150650"/>
                </a:lnTo>
                <a:moveTo>
                  <a:pt x="2067674" y="49349"/>
                </a:moveTo>
                <a:lnTo>
                  <a:pt x="2136717" y="36559"/>
                </a:lnTo>
                <a:lnTo>
                  <a:pt x="2248545" y="20373"/>
                </a:lnTo>
                <a:lnTo>
                  <a:pt x="2358448" y="8942"/>
                </a:lnTo>
                <a:lnTo>
                  <a:pt x="2361165" y="8715"/>
                </a:lnTo>
                <a:lnTo>
                  <a:pt x="2363542" y="45387"/>
                </a:lnTo>
                <a:lnTo>
                  <a:pt x="2361165" y="45614"/>
                </a:lnTo>
                <a:lnTo>
                  <a:pt x="2361956" y="45501"/>
                </a:lnTo>
                <a:lnTo>
                  <a:pt x="2252733" y="56932"/>
                </a:lnTo>
                <a:lnTo>
                  <a:pt x="2253412" y="56819"/>
                </a:lnTo>
                <a:lnTo>
                  <a:pt x="2142263" y="72891"/>
                </a:lnTo>
                <a:lnTo>
                  <a:pt x="2143056" y="72778"/>
                </a:lnTo>
                <a:lnTo>
                  <a:pt x="2074352" y="85568"/>
                </a:lnTo>
                <a:lnTo>
                  <a:pt x="2067674" y="49349"/>
                </a:lnTo>
                <a:moveTo>
                  <a:pt x="2472086" y="1924"/>
                </a:moveTo>
                <a:lnTo>
                  <a:pt x="2571916" y="0"/>
                </a:lnTo>
                <a:lnTo>
                  <a:pt x="2674802" y="2603"/>
                </a:lnTo>
                <a:lnTo>
                  <a:pt x="2767840" y="9281"/>
                </a:lnTo>
                <a:lnTo>
                  <a:pt x="2765124" y="45954"/>
                </a:lnTo>
                <a:lnTo>
                  <a:pt x="2672539" y="39275"/>
                </a:lnTo>
                <a:lnTo>
                  <a:pt x="2673444" y="39275"/>
                </a:lnTo>
                <a:lnTo>
                  <a:pt x="2571351" y="36785"/>
                </a:lnTo>
                <a:lnTo>
                  <a:pt x="2572142" y="36785"/>
                </a:lnTo>
                <a:lnTo>
                  <a:pt x="2472879" y="38709"/>
                </a:lnTo>
                <a:lnTo>
                  <a:pt x="2472086" y="1924"/>
                </a:lnTo>
                <a:moveTo>
                  <a:pt x="2879216" y="22864"/>
                </a:moveTo>
                <a:lnTo>
                  <a:pt x="2965123" y="38031"/>
                </a:lnTo>
                <a:lnTo>
                  <a:pt x="3054879" y="59083"/>
                </a:lnTo>
                <a:lnTo>
                  <a:pt x="3140561" y="84776"/>
                </a:lnTo>
                <a:lnTo>
                  <a:pt x="3167499" y="94623"/>
                </a:lnTo>
                <a:lnTo>
                  <a:pt x="3154709" y="129145"/>
                </a:lnTo>
                <a:lnTo>
                  <a:pt x="3128336" y="119411"/>
                </a:lnTo>
                <a:lnTo>
                  <a:pt x="3129468" y="119750"/>
                </a:lnTo>
                <a:lnTo>
                  <a:pt x="3044805" y="94510"/>
                </a:lnTo>
                <a:lnTo>
                  <a:pt x="3045937" y="94736"/>
                </a:lnTo>
                <a:lnTo>
                  <a:pt x="2957200" y="74023"/>
                </a:lnTo>
                <a:lnTo>
                  <a:pt x="2958219" y="74250"/>
                </a:lnTo>
                <a:lnTo>
                  <a:pt x="2872764" y="59196"/>
                </a:lnTo>
                <a:lnTo>
                  <a:pt x="2879216" y="22864"/>
                </a:lnTo>
                <a:moveTo>
                  <a:pt x="3270837" y="136842"/>
                </a:moveTo>
                <a:lnTo>
                  <a:pt x="3299360" y="149744"/>
                </a:lnTo>
                <a:lnTo>
                  <a:pt x="3358895" y="183361"/>
                </a:lnTo>
                <a:lnTo>
                  <a:pt x="3340786" y="215392"/>
                </a:lnTo>
                <a:lnTo>
                  <a:pt x="3281930" y="182229"/>
                </a:lnTo>
                <a:lnTo>
                  <a:pt x="3283401" y="182908"/>
                </a:lnTo>
                <a:lnTo>
                  <a:pt x="3255670" y="170344"/>
                </a:lnTo>
                <a:lnTo>
                  <a:pt x="3270837" y="136842"/>
                </a:lnTo>
                <a:moveTo>
                  <a:pt x="3363309" y="142840"/>
                </a:moveTo>
                <a:lnTo>
                  <a:pt x="3428051" y="247877"/>
                </a:lnTo>
                <a:lnTo>
                  <a:pt x="3305132" y="236558"/>
                </a:lnTo>
                <a:lnTo>
                  <a:pt x="3363309" y="142840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27">
            <a:extLst xmlns:a="http://schemas.openxmlformats.org/drawingml/2006/main">
              <a:ext uri="{FF2B5EF4-FFF2-40B4-BE49-F238E27FC236}">
                <a16:creationId xmlns:a16="http://schemas.microsoft.com/office/drawing/2014/main" id="{4F4E5017-CCA9-4B67-A151-145E0A9D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52" y="3070437"/>
            <a:ext cx="511600" cy="782361"/>
          </a:xfrm>
          <a:custGeom xmlns:a="http://schemas.openxmlformats.org/drawingml/2006/main">
            <a:pathLst>
              <a:path w="511600" h="782361">
                <a:moveTo>
                  <a:pt x="23883" y="0"/>
                </a:moveTo>
                <a:lnTo>
                  <a:pt x="485114" y="715220"/>
                </a:lnTo>
                <a:lnTo>
                  <a:pt x="461345" y="730613"/>
                </a:lnTo>
                <a:lnTo>
                  <a:pt x="0" y="15280"/>
                </a:lnTo>
                <a:lnTo>
                  <a:pt x="23883" y="0"/>
                </a:lnTo>
                <a:moveTo>
                  <a:pt x="501186" y="688055"/>
                </a:moveTo>
                <a:lnTo>
                  <a:pt x="511600" y="782361"/>
                </a:lnTo>
                <a:lnTo>
                  <a:pt x="429879" y="734009"/>
                </a:lnTo>
                <a:lnTo>
                  <a:pt x="501186" y="688055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28">
            <a:extLst xmlns:a="http://schemas.openxmlformats.org/drawingml/2006/main">
              <a:ext uri="{FF2B5EF4-FFF2-40B4-BE49-F238E27FC236}">
                <a16:creationId xmlns:a16="http://schemas.microsoft.com/office/drawing/2014/main" id="{B00D4F55-9E11-459D-A32A-A4B68403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104" y="2793698"/>
            <a:ext cx="1494050" cy="755514"/>
          </a:xfrm>
          <a:custGeom xmlns:a="http://schemas.openxmlformats.org/drawingml/2006/main">
            <a:pathLst>
              <a:path w="1494050" h="755514">
                <a:moveTo>
                  <a:pt x="0" y="755514"/>
                </a:moveTo>
                <a:lnTo>
                  <a:pt x="1494050" y="755514"/>
                </a:lnTo>
                <a:lnTo>
                  <a:pt x="149405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df-text-227-0">
            <a:extLst xmlns:a="http://schemas.openxmlformats.org/drawingml/2006/main">
              <a:ext uri="{FF2B5EF4-FFF2-40B4-BE49-F238E27FC236}">
                <a16:creationId xmlns:a16="http://schemas.microsoft.com/office/drawing/2014/main" id="{E3ED5637-F0A9-4659-8F41-296B87DE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766" y="2910292"/>
            <a:ext cx="773396" cy="229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7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7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7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Rotated</a:t>
            </a:r>
          </a:p>
        </p:txBody>
      </p:sp>
      <p:sp>
        <p:nvSpPr>
          <p:cNvPr id="17" name="pdf-text-228-0">
            <a:extLst xmlns:a="http://schemas.openxmlformats.org/drawingml/2006/main">
              <a:ext uri="{FF2B5EF4-FFF2-40B4-BE49-F238E27FC236}">
                <a16:creationId xmlns:a16="http://schemas.microsoft.com/office/drawing/2014/main" id="{3AD79501-69AC-4391-B197-3CFB6418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681" y="3182049"/>
            <a:ext cx="76515" cy="229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9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9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8" name="pdf-text-229-0">
            <a:extLst xmlns:a="http://schemas.openxmlformats.org/drawingml/2006/main">
              <a:ext uri="{FF2B5EF4-FFF2-40B4-BE49-F238E27FC236}">
                <a16:creationId xmlns:a16="http://schemas.microsoft.com/office/drawing/2014/main" id="{ABE13CBC-51D4-44DB-8C7A-68A32947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723" y="3182049"/>
            <a:ext cx="951235" cy="229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9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9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9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rajectory </a:t>
            </a:r>
          </a:p>
        </p:txBody>
      </p:sp>
      <p:sp>
        <p:nvSpPr>
          <p:cNvPr id="19" name="pdf-path-34">
            <a:extLst xmlns:a="http://schemas.openxmlformats.org/drawingml/2006/main">
              <a:ext uri="{FF2B5EF4-FFF2-40B4-BE49-F238E27FC236}">
                <a16:creationId xmlns:a16="http://schemas.microsoft.com/office/drawing/2014/main" id="{3AFB7E8B-8524-436F-8274-12ABC514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919" y="1659239"/>
            <a:ext cx="3226920" cy="2064958"/>
          </a:xfrm>
          <a:custGeom xmlns:a="http://schemas.openxmlformats.org/drawingml/2006/main">
            <a:pathLst>
              <a:path w="3226920" h="2064958">
                <a:moveTo>
                  <a:pt x="3226920" y="22185"/>
                </a:moveTo>
                <a:lnTo>
                  <a:pt x="3162292" y="107753"/>
                </a:lnTo>
                <a:lnTo>
                  <a:pt x="3093927" y="193208"/>
                </a:lnTo>
                <a:lnTo>
                  <a:pt x="3022054" y="278210"/>
                </a:lnTo>
                <a:lnTo>
                  <a:pt x="2947013" y="362986"/>
                </a:lnTo>
                <a:lnTo>
                  <a:pt x="2868688" y="446970"/>
                </a:lnTo>
                <a:lnTo>
                  <a:pt x="2787647" y="530388"/>
                </a:lnTo>
                <a:lnTo>
                  <a:pt x="2703777" y="612900"/>
                </a:lnTo>
                <a:lnTo>
                  <a:pt x="2617416" y="694394"/>
                </a:lnTo>
                <a:lnTo>
                  <a:pt x="2528678" y="774869"/>
                </a:lnTo>
                <a:lnTo>
                  <a:pt x="2437791" y="854098"/>
                </a:lnTo>
                <a:lnTo>
                  <a:pt x="2344864" y="931971"/>
                </a:lnTo>
                <a:lnTo>
                  <a:pt x="2250242" y="1008483"/>
                </a:lnTo>
                <a:lnTo>
                  <a:pt x="2153921" y="1083412"/>
                </a:lnTo>
                <a:lnTo>
                  <a:pt x="2056242" y="1156530"/>
                </a:lnTo>
                <a:lnTo>
                  <a:pt x="1957318" y="1227837"/>
                </a:lnTo>
                <a:lnTo>
                  <a:pt x="1857262" y="1297220"/>
                </a:lnTo>
                <a:lnTo>
                  <a:pt x="1756414" y="1364453"/>
                </a:lnTo>
                <a:lnTo>
                  <a:pt x="1654772" y="1429534"/>
                </a:lnTo>
                <a:lnTo>
                  <a:pt x="1552679" y="1492239"/>
                </a:lnTo>
                <a:lnTo>
                  <a:pt x="1450359" y="1552567"/>
                </a:lnTo>
                <a:lnTo>
                  <a:pt x="1347812" y="1610178"/>
                </a:lnTo>
                <a:lnTo>
                  <a:pt x="1245268" y="1665073"/>
                </a:lnTo>
                <a:lnTo>
                  <a:pt x="1142948" y="1717252"/>
                </a:lnTo>
                <a:lnTo>
                  <a:pt x="1041193" y="1766374"/>
                </a:lnTo>
                <a:lnTo>
                  <a:pt x="940006" y="1812441"/>
                </a:lnTo>
                <a:lnTo>
                  <a:pt x="839497" y="1855338"/>
                </a:lnTo>
                <a:lnTo>
                  <a:pt x="739894" y="1894727"/>
                </a:lnTo>
                <a:lnTo>
                  <a:pt x="641535" y="1930720"/>
                </a:lnTo>
                <a:lnTo>
                  <a:pt x="544422" y="1963204"/>
                </a:lnTo>
                <a:lnTo>
                  <a:pt x="448780" y="1991840"/>
                </a:lnTo>
                <a:lnTo>
                  <a:pt x="354950" y="2016628"/>
                </a:lnTo>
                <a:lnTo>
                  <a:pt x="263042" y="2037454"/>
                </a:lnTo>
                <a:lnTo>
                  <a:pt x="228408" y="2044358"/>
                </a:lnTo>
                <a:lnTo>
                  <a:pt x="194453" y="2050583"/>
                </a:lnTo>
                <a:lnTo>
                  <a:pt x="160949" y="2056129"/>
                </a:lnTo>
                <a:lnTo>
                  <a:pt x="127786" y="2061109"/>
                </a:lnTo>
                <a:lnTo>
                  <a:pt x="93604" y="2064958"/>
                </a:lnTo>
                <a:lnTo>
                  <a:pt x="89529" y="2028399"/>
                </a:lnTo>
                <a:lnTo>
                  <a:pt x="123372" y="2024550"/>
                </a:lnTo>
                <a:lnTo>
                  <a:pt x="122693" y="2024664"/>
                </a:lnTo>
                <a:lnTo>
                  <a:pt x="155403" y="2019797"/>
                </a:lnTo>
                <a:lnTo>
                  <a:pt x="155177" y="2019797"/>
                </a:lnTo>
                <a:lnTo>
                  <a:pt x="188340" y="2014364"/>
                </a:lnTo>
                <a:lnTo>
                  <a:pt x="188000" y="2014364"/>
                </a:lnTo>
                <a:lnTo>
                  <a:pt x="221617" y="2008252"/>
                </a:lnTo>
                <a:lnTo>
                  <a:pt x="221390" y="2008252"/>
                </a:lnTo>
                <a:lnTo>
                  <a:pt x="255572" y="2001461"/>
                </a:lnTo>
                <a:lnTo>
                  <a:pt x="255120" y="2001574"/>
                </a:lnTo>
                <a:lnTo>
                  <a:pt x="346460" y="1980861"/>
                </a:lnTo>
                <a:lnTo>
                  <a:pt x="345895" y="1980974"/>
                </a:lnTo>
                <a:lnTo>
                  <a:pt x="439159" y="1956413"/>
                </a:lnTo>
                <a:lnTo>
                  <a:pt x="438594" y="1956526"/>
                </a:lnTo>
                <a:lnTo>
                  <a:pt x="533669" y="1928003"/>
                </a:lnTo>
                <a:lnTo>
                  <a:pt x="533104" y="1928230"/>
                </a:lnTo>
                <a:lnTo>
                  <a:pt x="629538" y="1895972"/>
                </a:lnTo>
                <a:lnTo>
                  <a:pt x="629084" y="1896085"/>
                </a:lnTo>
                <a:lnTo>
                  <a:pt x="726990" y="1860318"/>
                </a:lnTo>
                <a:lnTo>
                  <a:pt x="726538" y="1860431"/>
                </a:lnTo>
                <a:lnTo>
                  <a:pt x="825687" y="1821156"/>
                </a:lnTo>
                <a:lnTo>
                  <a:pt x="825236" y="1821383"/>
                </a:lnTo>
                <a:lnTo>
                  <a:pt x="925292" y="1778712"/>
                </a:lnTo>
                <a:lnTo>
                  <a:pt x="924952" y="1778824"/>
                </a:lnTo>
                <a:lnTo>
                  <a:pt x="1025800" y="1732984"/>
                </a:lnTo>
                <a:lnTo>
                  <a:pt x="1025348" y="1733211"/>
                </a:lnTo>
                <a:lnTo>
                  <a:pt x="1126875" y="1684202"/>
                </a:lnTo>
                <a:lnTo>
                  <a:pt x="1126423" y="1684315"/>
                </a:lnTo>
                <a:lnTo>
                  <a:pt x="1228402" y="1632362"/>
                </a:lnTo>
                <a:lnTo>
                  <a:pt x="1228063" y="1632589"/>
                </a:lnTo>
                <a:lnTo>
                  <a:pt x="1330270" y="1577807"/>
                </a:lnTo>
                <a:lnTo>
                  <a:pt x="1329930" y="1578033"/>
                </a:lnTo>
                <a:lnTo>
                  <a:pt x="1432137" y="1520535"/>
                </a:lnTo>
                <a:lnTo>
                  <a:pt x="1431910" y="1520762"/>
                </a:lnTo>
                <a:lnTo>
                  <a:pt x="1533890" y="1460660"/>
                </a:lnTo>
                <a:lnTo>
                  <a:pt x="1533551" y="1460773"/>
                </a:lnTo>
                <a:lnTo>
                  <a:pt x="1635418" y="1398295"/>
                </a:lnTo>
                <a:lnTo>
                  <a:pt x="1635078" y="1398408"/>
                </a:lnTo>
                <a:lnTo>
                  <a:pt x="1736493" y="1333553"/>
                </a:lnTo>
                <a:lnTo>
                  <a:pt x="1736153" y="1333779"/>
                </a:lnTo>
                <a:lnTo>
                  <a:pt x="1836775" y="1266660"/>
                </a:lnTo>
                <a:lnTo>
                  <a:pt x="1836436" y="1266886"/>
                </a:lnTo>
                <a:lnTo>
                  <a:pt x="1936265" y="1197730"/>
                </a:lnTo>
                <a:lnTo>
                  <a:pt x="1935925" y="1197843"/>
                </a:lnTo>
                <a:lnTo>
                  <a:pt x="2034624" y="1126762"/>
                </a:lnTo>
                <a:lnTo>
                  <a:pt x="2034284" y="1126989"/>
                </a:lnTo>
                <a:lnTo>
                  <a:pt x="2131736" y="1053984"/>
                </a:lnTo>
                <a:lnTo>
                  <a:pt x="2131510" y="1054210"/>
                </a:lnTo>
                <a:lnTo>
                  <a:pt x="2227491" y="979508"/>
                </a:lnTo>
                <a:lnTo>
                  <a:pt x="2227265" y="979735"/>
                </a:lnTo>
                <a:lnTo>
                  <a:pt x="2321662" y="903561"/>
                </a:lnTo>
                <a:lnTo>
                  <a:pt x="2321435" y="903674"/>
                </a:lnTo>
                <a:lnTo>
                  <a:pt x="2414021" y="826029"/>
                </a:lnTo>
                <a:lnTo>
                  <a:pt x="2413682" y="826255"/>
                </a:lnTo>
                <a:lnTo>
                  <a:pt x="2504343" y="747252"/>
                </a:lnTo>
                <a:lnTo>
                  <a:pt x="2504117" y="747477"/>
                </a:lnTo>
                <a:lnTo>
                  <a:pt x="2592628" y="667229"/>
                </a:lnTo>
                <a:lnTo>
                  <a:pt x="2592288" y="667569"/>
                </a:lnTo>
                <a:lnTo>
                  <a:pt x="2678423" y="586302"/>
                </a:lnTo>
                <a:lnTo>
                  <a:pt x="2678083" y="586528"/>
                </a:lnTo>
                <a:lnTo>
                  <a:pt x="2761614" y="504242"/>
                </a:lnTo>
                <a:lnTo>
                  <a:pt x="2761387" y="504581"/>
                </a:lnTo>
                <a:lnTo>
                  <a:pt x="2842203" y="421503"/>
                </a:lnTo>
                <a:lnTo>
                  <a:pt x="2841863" y="421730"/>
                </a:lnTo>
                <a:lnTo>
                  <a:pt x="2919961" y="338086"/>
                </a:lnTo>
                <a:lnTo>
                  <a:pt x="2919621" y="338425"/>
                </a:lnTo>
                <a:lnTo>
                  <a:pt x="2994438" y="253989"/>
                </a:lnTo>
                <a:lnTo>
                  <a:pt x="2994096" y="254328"/>
                </a:lnTo>
                <a:lnTo>
                  <a:pt x="3065631" y="169665"/>
                </a:lnTo>
                <a:lnTo>
                  <a:pt x="3065405" y="170005"/>
                </a:lnTo>
                <a:lnTo>
                  <a:pt x="3133427" y="84889"/>
                </a:lnTo>
                <a:lnTo>
                  <a:pt x="3133089" y="85342"/>
                </a:lnTo>
                <a:lnTo>
                  <a:pt x="3197606" y="0"/>
                </a:lnTo>
                <a:lnTo>
                  <a:pt x="3226920" y="22185"/>
                </a:lnTo>
                <a:moveTo>
                  <a:pt x="115223" y="2099819"/>
                </a:moveTo>
                <a:lnTo>
                  <a:pt x="0" y="2055677"/>
                </a:lnTo>
                <a:lnTo>
                  <a:pt x="104469" y="1989916"/>
                </a:lnTo>
                <a:lnTo>
                  <a:pt x="115223" y="2099819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35">
            <a:extLst xmlns:a="http://schemas.openxmlformats.org/drawingml/2006/main">
              <a:ext uri="{FF2B5EF4-FFF2-40B4-BE49-F238E27FC236}">
                <a16:creationId xmlns:a16="http://schemas.microsoft.com/office/drawing/2014/main" id="{E3DB8F1F-F2C9-4D54-A746-19E2FE38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236" y="994047"/>
            <a:ext cx="1477072" cy="492358"/>
          </a:xfrm>
          <a:custGeom xmlns:a="http://schemas.openxmlformats.org/drawingml/2006/main">
            <a:pathLst>
              <a:path w="1477072" h="492358">
                <a:moveTo>
                  <a:pt x="0" y="492358"/>
                </a:moveTo>
                <a:lnTo>
                  <a:pt x="1477072" y="492358"/>
                </a:lnTo>
                <a:lnTo>
                  <a:pt x="147707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pdf-text-238-0">
            <a:extLst xmlns:a="http://schemas.openxmlformats.org/drawingml/2006/main">
              <a:ext uri="{FF2B5EF4-FFF2-40B4-BE49-F238E27FC236}">
                <a16:creationId xmlns:a16="http://schemas.microsoft.com/office/drawing/2014/main" id="{957506AC-7299-437D-AFF5-469FE030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547" y="2907029"/>
            <a:ext cx="1944290" cy="27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41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41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41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Skill generalizes </a:t>
            </a:r>
          </a:p>
        </p:txBody>
      </p:sp>
      <p:sp>
        <p:nvSpPr>
          <p:cNvPr id="22" name="pdf-text-239-0">
            <a:extLst xmlns:a="http://schemas.openxmlformats.org/drawingml/2006/main">
              <a:ext uri="{FF2B5EF4-FFF2-40B4-BE49-F238E27FC236}">
                <a16:creationId xmlns:a16="http://schemas.microsoft.com/office/drawing/2014/main" id="{3C8B3DA3-AC54-4178-A5ED-29BEFCE2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444" y="3230173"/>
            <a:ext cx="2372850" cy="27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41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41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41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along its group orbit</a:t>
            </a:r>
          </a:p>
        </p:txBody>
      </p:sp>
      <p:sp>
        <p:nvSpPr>
          <p:cNvPr id="23" name="pdf-path-44">
            <a:extLst xmlns:a="http://schemas.openxmlformats.org/drawingml/2006/main">
              <a:ext uri="{FF2B5EF4-FFF2-40B4-BE49-F238E27FC236}">
                <a16:creationId xmlns:a16="http://schemas.microsoft.com/office/drawing/2014/main" id="{BFA4AB00-62C0-45AB-84A7-34A22BB8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624" y="1562805"/>
            <a:ext cx="118845" cy="118845"/>
          </a:xfrm>
          <a:custGeom xmlns:a="http://schemas.openxmlformats.org/drawingml/2006/main">
            <a:pathLst>
              <a:path w="118845" h="118845">
                <a:moveTo>
                  <a:pt x="0" y="59423"/>
                </a:moveTo>
                <a:cubicBezTo>
                  <a:pt x="0" y="26599"/>
                  <a:pt x="26598" y="0"/>
                  <a:pt x="59423" y="0"/>
                </a:cubicBezTo>
                <a:cubicBezTo>
                  <a:pt x="92246" y="0"/>
                  <a:pt x="118845" y="26599"/>
                  <a:pt x="118845" y="59423"/>
                </a:cubicBezTo>
                <a:cubicBezTo>
                  <a:pt x="118845" y="92246"/>
                  <a:pt x="92246" y="118845"/>
                  <a:pt x="59423" y="118845"/>
                </a:cubicBezTo>
                <a:cubicBezTo>
                  <a:pt x="26598" y="118845"/>
                  <a:pt x="0" y="92246"/>
                  <a:pt x="0" y="59423"/>
                </a:cubicBez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16978">
            <a:solidFill>
              <a:srgbClr val="156082"/>
            </a:solidFill>
            <a:prstDash val="solid"/>
          </a:ln>
        </p:spPr>
      </p:sp>
      <p:sp>
        <p:nvSpPr>
          <p:cNvPr id="24" name="pdf-path-46">
            <a:extLst xmlns:a="http://schemas.openxmlformats.org/drawingml/2006/main">
              <a:ext uri="{FF2B5EF4-FFF2-40B4-BE49-F238E27FC236}">
                <a16:creationId xmlns:a16="http://schemas.microsoft.com/office/drawing/2014/main" id="{EDF323B3-0E9A-413A-A990-45D8D1AD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517" y="1596761"/>
            <a:ext cx="118845" cy="118845"/>
          </a:xfrm>
          <a:custGeom xmlns:a="http://schemas.openxmlformats.org/drawingml/2006/main">
            <a:pathLst>
              <a:path w="118845" h="118845">
                <a:moveTo>
                  <a:pt x="0" y="59423"/>
                </a:moveTo>
                <a:cubicBezTo>
                  <a:pt x="0" y="26599"/>
                  <a:pt x="26597" y="0"/>
                  <a:pt x="59423" y="0"/>
                </a:cubicBezTo>
                <a:cubicBezTo>
                  <a:pt x="92248" y="0"/>
                  <a:pt x="118845" y="26599"/>
                  <a:pt x="118845" y="59423"/>
                </a:cubicBezTo>
                <a:cubicBezTo>
                  <a:pt x="118845" y="92246"/>
                  <a:pt x="92248" y="118845"/>
                  <a:pt x="59423" y="118845"/>
                </a:cubicBezTo>
                <a:cubicBezTo>
                  <a:pt x="26597" y="118845"/>
                  <a:pt x="0" y="92246"/>
                  <a:pt x="0" y="59423"/>
                </a:cubicBez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6978">
            <a:solidFill>
              <a:srgbClr val="FF0000"/>
            </a:solidFill>
            <a:prstDash val="solid"/>
          </a:ln>
        </p:spPr>
      </p:sp>
      <p:sp>
        <p:nvSpPr>
          <p:cNvPr id="25" name="pdf-path-48">
            <a:extLst xmlns:a="http://schemas.openxmlformats.org/drawingml/2006/main">
              <a:ext uri="{FF2B5EF4-FFF2-40B4-BE49-F238E27FC236}">
                <a16:creationId xmlns:a16="http://schemas.microsoft.com/office/drawing/2014/main" id="{8F90A089-6C87-4BF6-94E3-08CA5744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913" y="1605250"/>
            <a:ext cx="365023" cy="382001"/>
          </a:xfrm>
          <a:custGeom xmlns:a="http://schemas.openxmlformats.org/drawingml/2006/main">
            <a:pathLst>
              <a:path w="365023" h="382001">
                <a:moveTo>
                  <a:pt x="0" y="382001"/>
                </a:moveTo>
                <a:lnTo>
                  <a:pt x="365023" y="382001"/>
                </a:lnTo>
                <a:lnTo>
                  <a:pt x="365023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pdf-path-50">
            <a:extLst xmlns:a="http://schemas.openxmlformats.org/drawingml/2006/main">
              <a:ext uri="{FF2B5EF4-FFF2-40B4-BE49-F238E27FC236}">
                <a16:creationId xmlns:a16="http://schemas.microsoft.com/office/drawing/2014/main" id="{B7C0DA98-E6E5-4342-B649-92C1A645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961" y="1571294"/>
            <a:ext cx="475380" cy="424446"/>
          </a:xfrm>
          <a:custGeom xmlns:a="http://schemas.openxmlformats.org/drawingml/2006/main">
            <a:pathLst>
              <a:path w="475380" h="424446">
                <a:moveTo>
                  <a:pt x="0" y="424446"/>
                </a:moveTo>
                <a:lnTo>
                  <a:pt x="475380" y="424446"/>
                </a:lnTo>
                <a:lnTo>
                  <a:pt x="47538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df-path-52">
            <a:extLst xmlns:a="http://schemas.openxmlformats.org/drawingml/2006/main">
              <a:ext uri="{FF2B5EF4-FFF2-40B4-BE49-F238E27FC236}">
                <a16:creationId xmlns:a16="http://schemas.microsoft.com/office/drawing/2014/main" id="{3A04E306-DB05-45A5-AE25-53D9C5E1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690" y="1070448"/>
            <a:ext cx="2521208" cy="483869"/>
          </a:xfrm>
          <a:custGeom xmlns:a="http://schemas.openxmlformats.org/drawingml/2006/main">
            <a:pathLst>
              <a:path w="2521208" h="483869">
                <a:moveTo>
                  <a:pt x="0" y="483869"/>
                </a:moveTo>
                <a:lnTo>
                  <a:pt x="2521208" y="483869"/>
                </a:lnTo>
                <a:lnTo>
                  <a:pt x="2521208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pdf-path-54">
            <a:extLst xmlns:a="http://schemas.openxmlformats.org/drawingml/2006/main">
              <a:ext uri="{FF2B5EF4-FFF2-40B4-BE49-F238E27FC236}">
                <a16:creationId xmlns:a16="http://schemas.microsoft.com/office/drawing/2014/main" id="{806F7FD6-9DAA-465C-8538-A1A0DCEB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594" y="1195971"/>
            <a:ext cx="284663" cy="212336"/>
          </a:xfrm>
          <a:custGeom xmlns:a="http://schemas.openxmlformats.org/drawingml/2006/main">
            <a:pathLst>
              <a:path w="284663" h="212336">
                <a:moveTo>
                  <a:pt x="216864" y="0"/>
                </a:moveTo>
                <a:cubicBezTo>
                  <a:pt x="238710" y="5772"/>
                  <a:pt x="255460" y="18110"/>
                  <a:pt x="267119" y="37238"/>
                </a:cubicBezTo>
                <a:cubicBezTo>
                  <a:pt x="278776" y="56253"/>
                  <a:pt x="284663" y="79230"/>
                  <a:pt x="284663" y="106168"/>
                </a:cubicBezTo>
                <a:cubicBezTo>
                  <a:pt x="284663" y="133219"/>
                  <a:pt x="278776" y="156196"/>
                  <a:pt x="267119" y="175211"/>
                </a:cubicBezTo>
                <a:cubicBezTo>
                  <a:pt x="255460" y="194226"/>
                  <a:pt x="238710" y="206564"/>
                  <a:pt x="216864" y="212336"/>
                </a:cubicBezTo>
                <a:lnTo>
                  <a:pt x="214261" y="203621"/>
                </a:lnTo>
                <a:cubicBezTo>
                  <a:pt x="231465" y="197961"/>
                  <a:pt x="244255" y="186530"/>
                  <a:pt x="252631" y="169665"/>
                </a:cubicBezTo>
                <a:cubicBezTo>
                  <a:pt x="261006" y="152687"/>
                  <a:pt x="265193" y="131182"/>
                  <a:pt x="265193" y="105036"/>
                </a:cubicBezTo>
                <a:cubicBezTo>
                  <a:pt x="265193" y="79796"/>
                  <a:pt x="261119" y="58857"/>
                  <a:pt x="252744" y="42218"/>
                </a:cubicBezTo>
                <a:cubicBezTo>
                  <a:pt x="244368" y="25580"/>
                  <a:pt x="231465" y="14374"/>
                  <a:pt x="213921" y="8602"/>
                </a:cubicBezTo>
                <a:lnTo>
                  <a:pt x="216864" y="0"/>
                </a:lnTo>
                <a:moveTo>
                  <a:pt x="67685" y="0"/>
                </a:moveTo>
                <a:lnTo>
                  <a:pt x="70741" y="8602"/>
                </a:lnTo>
                <a:cubicBezTo>
                  <a:pt x="53310" y="14374"/>
                  <a:pt x="40294" y="25580"/>
                  <a:pt x="31919" y="42218"/>
                </a:cubicBezTo>
                <a:cubicBezTo>
                  <a:pt x="23542" y="58857"/>
                  <a:pt x="19355" y="79796"/>
                  <a:pt x="19355" y="105036"/>
                </a:cubicBezTo>
                <a:cubicBezTo>
                  <a:pt x="19355" y="131182"/>
                  <a:pt x="23542" y="152687"/>
                  <a:pt x="31919" y="169665"/>
                </a:cubicBezTo>
                <a:cubicBezTo>
                  <a:pt x="40294" y="186530"/>
                  <a:pt x="53197" y="197961"/>
                  <a:pt x="70402" y="203621"/>
                </a:cubicBezTo>
                <a:lnTo>
                  <a:pt x="67685" y="212336"/>
                </a:lnTo>
                <a:cubicBezTo>
                  <a:pt x="45841" y="206564"/>
                  <a:pt x="29089" y="194226"/>
                  <a:pt x="17430" y="175211"/>
                </a:cubicBezTo>
                <a:cubicBezTo>
                  <a:pt x="5773" y="156196"/>
                  <a:pt x="0" y="133219"/>
                  <a:pt x="0" y="106168"/>
                </a:cubicBezTo>
                <a:cubicBezTo>
                  <a:pt x="0" y="79230"/>
                  <a:pt x="5886" y="56253"/>
                  <a:pt x="17544" y="37238"/>
                </a:cubicBezTo>
                <a:cubicBezTo>
                  <a:pt x="29202" y="18110"/>
                  <a:pt x="45954" y="5772"/>
                  <a:pt x="6768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text-245-0">
            <a:extLst xmlns:a="http://schemas.openxmlformats.org/drawingml/2006/main">
              <a:ext uri="{FF2B5EF4-FFF2-40B4-BE49-F238E27FC236}">
                <a16:creationId xmlns:a16="http://schemas.microsoft.com/office/drawing/2014/main" id="{C2150219-812D-476E-B0FF-86EE0B4D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845" y="1186249"/>
            <a:ext cx="1510194" cy="229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orbit of a skill z</a:t>
            </a:r>
          </a:p>
        </p:txBody>
      </p:sp>
      <p:sp>
        <p:nvSpPr>
          <p:cNvPr id="30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079E1C7B-CC42-4D9F-AF80-B4867A41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747" y="3455673"/>
            <a:ext cx="99615" cy="108915"/>
          </a:xfrm>
          <a:custGeom xmlns:a="http://schemas.openxmlformats.org/drawingml/2006/main">
            <a:pathLst>
              <a:path w="99615" h="108915">
                <a:moveTo>
                  <a:pt x="31935" y="61181"/>
                </a:moveTo>
                <a:cubicBezTo>
                  <a:pt x="33131" y="55727"/>
                  <a:pt x="34904" y="48556"/>
                  <a:pt x="37258" y="39666"/>
                </a:cubicBezTo>
                <a:cubicBezTo>
                  <a:pt x="39611" y="30777"/>
                  <a:pt x="41983" y="22821"/>
                  <a:pt x="44373" y="15799"/>
                </a:cubicBezTo>
                <a:lnTo>
                  <a:pt x="43813" y="14791"/>
                </a:lnTo>
                <a:lnTo>
                  <a:pt x="34176" y="14791"/>
                </a:lnTo>
                <a:cubicBezTo>
                  <a:pt x="29246" y="14791"/>
                  <a:pt x="25455" y="15183"/>
                  <a:pt x="22803" y="15967"/>
                </a:cubicBezTo>
                <a:cubicBezTo>
                  <a:pt x="20151" y="16752"/>
                  <a:pt x="17555" y="18097"/>
                  <a:pt x="15016" y="20002"/>
                </a:cubicBezTo>
                <a:cubicBezTo>
                  <a:pt x="12475" y="21906"/>
                  <a:pt x="9824" y="24652"/>
                  <a:pt x="7059" y="28237"/>
                </a:cubicBezTo>
                <a:lnTo>
                  <a:pt x="0" y="22298"/>
                </a:lnTo>
                <a:cubicBezTo>
                  <a:pt x="4034" y="17293"/>
                  <a:pt x="7564" y="13371"/>
                  <a:pt x="10589" y="10533"/>
                </a:cubicBezTo>
                <a:cubicBezTo>
                  <a:pt x="13614" y="7694"/>
                  <a:pt x="16509" y="5547"/>
                  <a:pt x="19273" y="4090"/>
                </a:cubicBezTo>
                <a:cubicBezTo>
                  <a:pt x="22037" y="2633"/>
                  <a:pt x="25026" y="1588"/>
                  <a:pt x="28238" y="952"/>
                </a:cubicBezTo>
                <a:cubicBezTo>
                  <a:pt x="31450" y="317"/>
                  <a:pt x="35671" y="0"/>
                  <a:pt x="40900" y="0"/>
                </a:cubicBezTo>
                <a:lnTo>
                  <a:pt x="99615" y="0"/>
                </a:lnTo>
                <a:lnTo>
                  <a:pt x="96253" y="14791"/>
                </a:lnTo>
                <a:lnTo>
                  <a:pt x="61181" y="14791"/>
                </a:lnTo>
                <a:lnTo>
                  <a:pt x="48519" y="70929"/>
                </a:lnTo>
                <a:cubicBezTo>
                  <a:pt x="46876" y="78250"/>
                  <a:pt x="46054" y="83778"/>
                  <a:pt x="46054" y="87513"/>
                </a:cubicBezTo>
                <a:cubicBezTo>
                  <a:pt x="46054" y="90501"/>
                  <a:pt x="46540" y="92667"/>
                  <a:pt x="47510" y="94012"/>
                </a:cubicBezTo>
                <a:cubicBezTo>
                  <a:pt x="48482" y="95357"/>
                  <a:pt x="50013" y="96029"/>
                  <a:pt x="52104" y="96029"/>
                </a:cubicBezTo>
                <a:cubicBezTo>
                  <a:pt x="54645" y="96029"/>
                  <a:pt x="57409" y="94983"/>
                  <a:pt x="60397" y="92891"/>
                </a:cubicBezTo>
                <a:cubicBezTo>
                  <a:pt x="63385" y="90800"/>
                  <a:pt x="66783" y="87476"/>
                  <a:pt x="70593" y="82919"/>
                </a:cubicBezTo>
                <a:lnTo>
                  <a:pt x="77093" y="88970"/>
                </a:lnTo>
                <a:cubicBezTo>
                  <a:pt x="70668" y="96141"/>
                  <a:pt x="64935" y="101258"/>
                  <a:pt x="59893" y="104321"/>
                </a:cubicBezTo>
                <a:cubicBezTo>
                  <a:pt x="54850" y="107384"/>
                  <a:pt x="49677" y="108915"/>
                  <a:pt x="44373" y="108915"/>
                </a:cubicBezTo>
                <a:cubicBezTo>
                  <a:pt x="39069" y="108915"/>
                  <a:pt x="34886" y="107160"/>
                  <a:pt x="31823" y="103648"/>
                </a:cubicBezTo>
                <a:cubicBezTo>
                  <a:pt x="28761" y="100138"/>
                  <a:pt x="27229" y="95581"/>
                  <a:pt x="27229" y="89978"/>
                </a:cubicBezTo>
                <a:cubicBezTo>
                  <a:pt x="27229" y="84973"/>
                  <a:pt x="28275" y="77727"/>
                  <a:pt x="30366" y="68240"/>
                </a:cubicBezTo>
                <a:lnTo>
                  <a:pt x="31935" y="6118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543D22D5-BCC0-483B-9AFB-B85898A8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000" y="1879057"/>
            <a:ext cx="154979" cy="185816"/>
          </a:xfrm>
          <a:custGeom xmlns:a="http://schemas.openxmlformats.org/drawingml/2006/main">
            <a:pathLst>
              <a:path w="154979" h="185816">
                <a:moveTo>
                  <a:pt x="125605" y="36818"/>
                </a:moveTo>
                <a:cubicBezTo>
                  <a:pt x="121440" y="30349"/>
                  <a:pt x="116943" y="25609"/>
                  <a:pt x="112114" y="22596"/>
                </a:cubicBezTo>
                <a:cubicBezTo>
                  <a:pt x="107284" y="19583"/>
                  <a:pt x="101547" y="18077"/>
                  <a:pt x="94901" y="18077"/>
                </a:cubicBezTo>
                <a:cubicBezTo>
                  <a:pt x="88079" y="18077"/>
                  <a:pt x="82696" y="19827"/>
                  <a:pt x="78752" y="23327"/>
                </a:cubicBezTo>
                <a:cubicBezTo>
                  <a:pt x="74809" y="26827"/>
                  <a:pt x="72837" y="31811"/>
                  <a:pt x="72837" y="38280"/>
                </a:cubicBezTo>
                <a:cubicBezTo>
                  <a:pt x="72837" y="42001"/>
                  <a:pt x="73569" y="45435"/>
                  <a:pt x="75030" y="48581"/>
                </a:cubicBezTo>
                <a:cubicBezTo>
                  <a:pt x="76493" y="51726"/>
                  <a:pt x="79084" y="55226"/>
                  <a:pt x="82806" y="59081"/>
                </a:cubicBezTo>
                <a:cubicBezTo>
                  <a:pt x="86527" y="62936"/>
                  <a:pt x="92155" y="67787"/>
                  <a:pt x="99686" y="73635"/>
                </a:cubicBezTo>
                <a:cubicBezTo>
                  <a:pt x="108990" y="80901"/>
                  <a:pt x="115659" y="86927"/>
                  <a:pt x="119690" y="91712"/>
                </a:cubicBezTo>
                <a:cubicBezTo>
                  <a:pt x="123722" y="96497"/>
                  <a:pt x="126779" y="101614"/>
                  <a:pt x="128861" y="107064"/>
                </a:cubicBezTo>
                <a:cubicBezTo>
                  <a:pt x="130944" y="112513"/>
                  <a:pt x="131985" y="118782"/>
                  <a:pt x="131985" y="125871"/>
                </a:cubicBezTo>
                <a:cubicBezTo>
                  <a:pt x="131985" y="132783"/>
                  <a:pt x="130324" y="139783"/>
                  <a:pt x="127000" y="146872"/>
                </a:cubicBezTo>
                <a:cubicBezTo>
                  <a:pt x="123678" y="153961"/>
                  <a:pt x="118627" y="160474"/>
                  <a:pt x="111848" y="166410"/>
                </a:cubicBezTo>
                <a:cubicBezTo>
                  <a:pt x="105069" y="172347"/>
                  <a:pt x="96563" y="177066"/>
                  <a:pt x="86328" y="180566"/>
                </a:cubicBezTo>
                <a:cubicBezTo>
                  <a:pt x="76094" y="184066"/>
                  <a:pt x="64641" y="185816"/>
                  <a:pt x="51969" y="185816"/>
                </a:cubicBezTo>
                <a:cubicBezTo>
                  <a:pt x="40716" y="185816"/>
                  <a:pt x="31124" y="184110"/>
                  <a:pt x="23194" y="180699"/>
                </a:cubicBezTo>
                <a:cubicBezTo>
                  <a:pt x="15262" y="177287"/>
                  <a:pt x="9415" y="172901"/>
                  <a:pt x="5648" y="167540"/>
                </a:cubicBezTo>
                <a:cubicBezTo>
                  <a:pt x="1883" y="162179"/>
                  <a:pt x="0" y="156575"/>
                  <a:pt x="0" y="150726"/>
                </a:cubicBezTo>
                <a:cubicBezTo>
                  <a:pt x="0" y="143283"/>
                  <a:pt x="2015" y="136660"/>
                  <a:pt x="6048" y="130855"/>
                </a:cubicBezTo>
                <a:cubicBezTo>
                  <a:pt x="10079" y="125052"/>
                  <a:pt x="15684" y="120488"/>
                  <a:pt x="22861" y="117165"/>
                </a:cubicBezTo>
                <a:cubicBezTo>
                  <a:pt x="30038" y="113842"/>
                  <a:pt x="37261" y="112181"/>
                  <a:pt x="44526" y="112181"/>
                </a:cubicBezTo>
                <a:cubicBezTo>
                  <a:pt x="50020" y="112181"/>
                  <a:pt x="55093" y="113222"/>
                  <a:pt x="59745" y="115304"/>
                </a:cubicBezTo>
                <a:cubicBezTo>
                  <a:pt x="64398" y="117387"/>
                  <a:pt x="68983" y="120599"/>
                  <a:pt x="73502" y="124941"/>
                </a:cubicBezTo>
                <a:lnTo>
                  <a:pt x="54362" y="136239"/>
                </a:lnTo>
                <a:cubicBezTo>
                  <a:pt x="52147" y="133049"/>
                  <a:pt x="49799" y="130545"/>
                  <a:pt x="47318" y="128729"/>
                </a:cubicBezTo>
                <a:cubicBezTo>
                  <a:pt x="44837" y="126912"/>
                  <a:pt x="41956" y="126004"/>
                  <a:pt x="38678" y="126004"/>
                </a:cubicBezTo>
                <a:cubicBezTo>
                  <a:pt x="35400" y="126004"/>
                  <a:pt x="32408" y="127422"/>
                  <a:pt x="29706" y="130257"/>
                </a:cubicBezTo>
                <a:cubicBezTo>
                  <a:pt x="27004" y="133093"/>
                  <a:pt x="25652" y="136770"/>
                  <a:pt x="25652" y="141289"/>
                </a:cubicBezTo>
                <a:cubicBezTo>
                  <a:pt x="25652" y="146074"/>
                  <a:pt x="27004" y="150527"/>
                  <a:pt x="29706" y="154648"/>
                </a:cubicBezTo>
                <a:cubicBezTo>
                  <a:pt x="32408" y="158768"/>
                  <a:pt x="36307" y="162069"/>
                  <a:pt x="41403" y="164550"/>
                </a:cubicBezTo>
                <a:cubicBezTo>
                  <a:pt x="46498" y="167031"/>
                  <a:pt x="52413" y="168271"/>
                  <a:pt x="59147" y="168271"/>
                </a:cubicBezTo>
                <a:cubicBezTo>
                  <a:pt x="66679" y="168271"/>
                  <a:pt x="73148" y="166920"/>
                  <a:pt x="78552" y="164217"/>
                </a:cubicBezTo>
                <a:cubicBezTo>
                  <a:pt x="83958" y="161515"/>
                  <a:pt x="88034" y="157882"/>
                  <a:pt x="90781" y="153318"/>
                </a:cubicBezTo>
                <a:cubicBezTo>
                  <a:pt x="93528" y="148755"/>
                  <a:pt x="94901" y="143771"/>
                  <a:pt x="94901" y="138365"/>
                </a:cubicBezTo>
                <a:cubicBezTo>
                  <a:pt x="94901" y="133226"/>
                  <a:pt x="93838" y="128397"/>
                  <a:pt x="91712" y="123877"/>
                </a:cubicBezTo>
                <a:cubicBezTo>
                  <a:pt x="89585" y="119358"/>
                  <a:pt x="86461" y="114950"/>
                  <a:pt x="82341" y="110652"/>
                </a:cubicBezTo>
                <a:cubicBezTo>
                  <a:pt x="78220" y="106355"/>
                  <a:pt x="72085" y="101016"/>
                  <a:pt x="63932" y="94636"/>
                </a:cubicBezTo>
                <a:cubicBezTo>
                  <a:pt x="56843" y="89142"/>
                  <a:pt x="51349" y="84291"/>
                  <a:pt x="47450" y="80082"/>
                </a:cubicBezTo>
                <a:cubicBezTo>
                  <a:pt x="43551" y="75873"/>
                  <a:pt x="40649" y="71509"/>
                  <a:pt x="38745" y="66990"/>
                </a:cubicBezTo>
                <a:cubicBezTo>
                  <a:pt x="36839" y="62470"/>
                  <a:pt x="35887" y="57420"/>
                  <a:pt x="35887" y="51837"/>
                </a:cubicBezTo>
                <a:cubicBezTo>
                  <a:pt x="35887" y="43242"/>
                  <a:pt x="38966" y="34868"/>
                  <a:pt x="45125" y="26716"/>
                </a:cubicBezTo>
                <a:cubicBezTo>
                  <a:pt x="51283" y="18564"/>
                  <a:pt x="59790" y="12073"/>
                  <a:pt x="70644" y="7244"/>
                </a:cubicBezTo>
                <a:cubicBezTo>
                  <a:pt x="81499" y="2415"/>
                  <a:pt x="93484" y="0"/>
                  <a:pt x="106598" y="0"/>
                </a:cubicBezTo>
                <a:cubicBezTo>
                  <a:pt x="117674" y="0"/>
                  <a:pt x="127089" y="1861"/>
                  <a:pt x="134843" y="5583"/>
                </a:cubicBezTo>
                <a:cubicBezTo>
                  <a:pt x="142596" y="9304"/>
                  <a:pt x="149308" y="15330"/>
                  <a:pt x="154979" y="23659"/>
                </a:cubicBezTo>
                <a:lnTo>
                  <a:pt x="125605" y="3681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B61F9953-C73E-4F3D-B4C6-5FFF1A48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337" y="177874"/>
            <a:ext cx="166809" cy="181430"/>
          </a:xfrm>
          <a:custGeom xmlns:a="http://schemas.openxmlformats.org/drawingml/2006/main">
            <a:pathLst>
              <a:path w="166809" h="181430">
                <a:moveTo>
                  <a:pt x="53299" y="165613"/>
                </a:moveTo>
                <a:lnTo>
                  <a:pt x="87059" y="165613"/>
                </a:lnTo>
                <a:cubicBezTo>
                  <a:pt x="92023" y="165613"/>
                  <a:pt x="95987" y="164882"/>
                  <a:pt x="98956" y="163420"/>
                </a:cubicBezTo>
                <a:cubicBezTo>
                  <a:pt x="101924" y="161958"/>
                  <a:pt x="105381" y="158480"/>
                  <a:pt x="109324" y="152986"/>
                </a:cubicBezTo>
                <a:cubicBezTo>
                  <a:pt x="113266" y="147492"/>
                  <a:pt x="116832" y="140536"/>
                  <a:pt x="120022" y="132118"/>
                </a:cubicBezTo>
                <a:lnTo>
                  <a:pt x="137435" y="132118"/>
                </a:lnTo>
                <a:lnTo>
                  <a:pt x="126802" y="181430"/>
                </a:lnTo>
                <a:lnTo>
                  <a:pt x="0" y="181430"/>
                </a:lnTo>
                <a:lnTo>
                  <a:pt x="1861" y="172658"/>
                </a:lnTo>
                <a:lnTo>
                  <a:pt x="113377" y="15817"/>
                </a:lnTo>
                <a:lnTo>
                  <a:pt x="80946" y="15817"/>
                </a:lnTo>
                <a:cubicBezTo>
                  <a:pt x="77224" y="15817"/>
                  <a:pt x="74388" y="16083"/>
                  <a:pt x="72439" y="16615"/>
                </a:cubicBezTo>
                <a:cubicBezTo>
                  <a:pt x="70490" y="17146"/>
                  <a:pt x="68696" y="17966"/>
                  <a:pt x="67056" y="19073"/>
                </a:cubicBezTo>
                <a:cubicBezTo>
                  <a:pt x="65417" y="20181"/>
                  <a:pt x="63533" y="21931"/>
                  <a:pt x="61407" y="24324"/>
                </a:cubicBezTo>
                <a:cubicBezTo>
                  <a:pt x="59281" y="26716"/>
                  <a:pt x="56911" y="30150"/>
                  <a:pt x="54297" y="34625"/>
                </a:cubicBezTo>
                <a:cubicBezTo>
                  <a:pt x="51682" y="39099"/>
                  <a:pt x="49666" y="43109"/>
                  <a:pt x="48248" y="46653"/>
                </a:cubicBezTo>
                <a:lnTo>
                  <a:pt x="30837" y="46653"/>
                </a:lnTo>
                <a:lnTo>
                  <a:pt x="41071" y="0"/>
                </a:lnTo>
                <a:lnTo>
                  <a:pt x="166809" y="0"/>
                </a:lnTo>
                <a:lnTo>
                  <a:pt x="164816" y="8773"/>
                </a:lnTo>
                <a:lnTo>
                  <a:pt x="53299" y="16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FAEDE32C-6A27-431E-9648-7F8EFC1F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403" y="3253896"/>
            <a:ext cx="114098" cy="163350"/>
          </a:xfrm>
          <a:custGeom xmlns:a="http://schemas.openxmlformats.org/drawingml/2006/main">
            <a:pathLst>
              <a:path w="114098" h="163350">
                <a:moveTo>
                  <a:pt x="114098" y="16829"/>
                </a:moveTo>
                <a:lnTo>
                  <a:pt x="94914" y="14697"/>
                </a:lnTo>
                <a:lnTo>
                  <a:pt x="94465" y="15931"/>
                </a:lnTo>
                <a:cubicBezTo>
                  <a:pt x="96558" y="18025"/>
                  <a:pt x="98298" y="20886"/>
                  <a:pt x="99681" y="24513"/>
                </a:cubicBezTo>
                <a:cubicBezTo>
                  <a:pt x="101065" y="28141"/>
                  <a:pt x="101757" y="32498"/>
                  <a:pt x="101757" y="37584"/>
                </a:cubicBezTo>
                <a:cubicBezTo>
                  <a:pt x="101757" y="50598"/>
                  <a:pt x="97811" y="60471"/>
                  <a:pt x="89920" y="67202"/>
                </a:cubicBezTo>
                <a:cubicBezTo>
                  <a:pt x="82030" y="73934"/>
                  <a:pt x="70418" y="77299"/>
                  <a:pt x="55086" y="77299"/>
                </a:cubicBezTo>
                <a:cubicBezTo>
                  <a:pt x="47681" y="77299"/>
                  <a:pt x="41622" y="76626"/>
                  <a:pt x="36911" y="75280"/>
                </a:cubicBezTo>
                <a:cubicBezTo>
                  <a:pt x="33171" y="78646"/>
                  <a:pt x="31301" y="82273"/>
                  <a:pt x="31301" y="86162"/>
                </a:cubicBezTo>
                <a:cubicBezTo>
                  <a:pt x="31301" y="88407"/>
                  <a:pt x="31768" y="90127"/>
                  <a:pt x="32703" y="91323"/>
                </a:cubicBezTo>
                <a:cubicBezTo>
                  <a:pt x="33638" y="92520"/>
                  <a:pt x="35228" y="93436"/>
                  <a:pt x="37472" y="94072"/>
                </a:cubicBezTo>
                <a:cubicBezTo>
                  <a:pt x="39715" y="94708"/>
                  <a:pt x="42894" y="95026"/>
                  <a:pt x="47008" y="95026"/>
                </a:cubicBezTo>
                <a:lnTo>
                  <a:pt x="74831" y="95026"/>
                </a:lnTo>
                <a:cubicBezTo>
                  <a:pt x="87322" y="95026"/>
                  <a:pt x="96671" y="97457"/>
                  <a:pt x="102879" y="102318"/>
                </a:cubicBezTo>
                <a:cubicBezTo>
                  <a:pt x="109087" y="107180"/>
                  <a:pt x="112191" y="114734"/>
                  <a:pt x="112191" y="124980"/>
                </a:cubicBezTo>
                <a:cubicBezTo>
                  <a:pt x="112191" y="132983"/>
                  <a:pt x="109928" y="139864"/>
                  <a:pt x="105403" y="145624"/>
                </a:cubicBezTo>
                <a:cubicBezTo>
                  <a:pt x="100878" y="151383"/>
                  <a:pt x="94390" y="155777"/>
                  <a:pt x="85938" y="158806"/>
                </a:cubicBezTo>
                <a:cubicBezTo>
                  <a:pt x="77486" y="161835"/>
                  <a:pt x="67464" y="163350"/>
                  <a:pt x="55871" y="163350"/>
                </a:cubicBezTo>
                <a:cubicBezTo>
                  <a:pt x="47419" y="163350"/>
                  <a:pt x="39753" y="162976"/>
                  <a:pt x="32872" y="162228"/>
                </a:cubicBezTo>
                <a:cubicBezTo>
                  <a:pt x="25991" y="161480"/>
                  <a:pt x="20120" y="160115"/>
                  <a:pt x="15258" y="158133"/>
                </a:cubicBezTo>
                <a:cubicBezTo>
                  <a:pt x="10396" y="156151"/>
                  <a:pt x="6638" y="153440"/>
                  <a:pt x="3983" y="149999"/>
                </a:cubicBezTo>
                <a:cubicBezTo>
                  <a:pt x="1327" y="146558"/>
                  <a:pt x="0" y="142183"/>
                  <a:pt x="0" y="136873"/>
                </a:cubicBezTo>
                <a:cubicBezTo>
                  <a:pt x="0" y="132609"/>
                  <a:pt x="1346" y="128683"/>
                  <a:pt x="4038" y="125093"/>
                </a:cubicBezTo>
                <a:cubicBezTo>
                  <a:pt x="6731" y="121503"/>
                  <a:pt x="10508" y="118436"/>
                  <a:pt x="15370" y="115893"/>
                </a:cubicBezTo>
                <a:cubicBezTo>
                  <a:pt x="12229" y="113649"/>
                  <a:pt x="9947" y="111069"/>
                  <a:pt x="8526" y="108152"/>
                </a:cubicBezTo>
                <a:cubicBezTo>
                  <a:pt x="7105" y="105235"/>
                  <a:pt x="6395" y="101645"/>
                  <a:pt x="6395" y="97382"/>
                </a:cubicBezTo>
                <a:cubicBezTo>
                  <a:pt x="6395" y="92819"/>
                  <a:pt x="7704" y="88481"/>
                  <a:pt x="10321" y="84368"/>
                </a:cubicBezTo>
                <a:cubicBezTo>
                  <a:pt x="12939" y="80254"/>
                  <a:pt x="17464" y="75766"/>
                  <a:pt x="23897" y="70905"/>
                </a:cubicBezTo>
                <a:cubicBezTo>
                  <a:pt x="18063" y="67614"/>
                  <a:pt x="13650" y="63294"/>
                  <a:pt x="10658" y="57947"/>
                </a:cubicBezTo>
                <a:cubicBezTo>
                  <a:pt x="7666" y="52599"/>
                  <a:pt x="6171" y="46335"/>
                  <a:pt x="6171" y="39155"/>
                </a:cubicBezTo>
                <a:cubicBezTo>
                  <a:pt x="6171" y="30179"/>
                  <a:pt x="8302" y="22756"/>
                  <a:pt x="12565" y="16885"/>
                </a:cubicBezTo>
                <a:cubicBezTo>
                  <a:pt x="16829" y="11013"/>
                  <a:pt x="22606" y="6731"/>
                  <a:pt x="29899" y="4039"/>
                </a:cubicBezTo>
                <a:cubicBezTo>
                  <a:pt x="37191" y="1346"/>
                  <a:pt x="45549" y="0"/>
                  <a:pt x="54973" y="0"/>
                </a:cubicBezTo>
                <a:cubicBezTo>
                  <a:pt x="58788" y="0"/>
                  <a:pt x="62154" y="187"/>
                  <a:pt x="65071" y="561"/>
                </a:cubicBezTo>
                <a:cubicBezTo>
                  <a:pt x="67988" y="935"/>
                  <a:pt x="70830" y="1346"/>
                  <a:pt x="73597" y="1795"/>
                </a:cubicBezTo>
                <a:lnTo>
                  <a:pt x="114098" y="1795"/>
                </a:lnTo>
                <a:lnTo>
                  <a:pt x="114098" y="16829"/>
                </a:lnTo>
                <a:moveTo>
                  <a:pt x="38369" y="37808"/>
                </a:moveTo>
                <a:cubicBezTo>
                  <a:pt x="38369" y="47232"/>
                  <a:pt x="39697" y="54244"/>
                  <a:pt x="42351" y="58844"/>
                </a:cubicBezTo>
                <a:cubicBezTo>
                  <a:pt x="45007" y="63444"/>
                  <a:pt x="49177" y="65744"/>
                  <a:pt x="54861" y="65744"/>
                </a:cubicBezTo>
                <a:cubicBezTo>
                  <a:pt x="60022" y="65744"/>
                  <a:pt x="63968" y="63612"/>
                  <a:pt x="66697" y="59349"/>
                </a:cubicBezTo>
                <a:cubicBezTo>
                  <a:pt x="69427" y="55086"/>
                  <a:pt x="70792" y="48579"/>
                  <a:pt x="70792" y="39828"/>
                </a:cubicBezTo>
                <a:cubicBezTo>
                  <a:pt x="70792" y="30628"/>
                  <a:pt x="69465" y="23616"/>
                  <a:pt x="66810" y="18792"/>
                </a:cubicBezTo>
                <a:cubicBezTo>
                  <a:pt x="64154" y="13968"/>
                  <a:pt x="60097" y="11556"/>
                  <a:pt x="54637" y="11556"/>
                </a:cubicBezTo>
                <a:cubicBezTo>
                  <a:pt x="49102" y="11556"/>
                  <a:pt x="45007" y="13706"/>
                  <a:pt x="42351" y="18007"/>
                </a:cubicBezTo>
                <a:cubicBezTo>
                  <a:pt x="39697" y="22307"/>
                  <a:pt x="38369" y="28908"/>
                  <a:pt x="38369" y="37808"/>
                </a:cubicBezTo>
                <a:moveTo>
                  <a:pt x="34330" y="120269"/>
                </a:moveTo>
                <a:cubicBezTo>
                  <a:pt x="31638" y="122363"/>
                  <a:pt x="29600" y="124644"/>
                  <a:pt x="28216" y="127112"/>
                </a:cubicBezTo>
                <a:cubicBezTo>
                  <a:pt x="26832" y="129580"/>
                  <a:pt x="26140" y="132422"/>
                  <a:pt x="26140" y="135639"/>
                </a:cubicBezTo>
                <a:cubicBezTo>
                  <a:pt x="26140" y="141024"/>
                  <a:pt x="28477" y="145007"/>
                  <a:pt x="33152" y="147587"/>
                </a:cubicBezTo>
                <a:cubicBezTo>
                  <a:pt x="37826" y="150167"/>
                  <a:pt x="45213" y="151458"/>
                  <a:pt x="55310" y="151458"/>
                </a:cubicBezTo>
                <a:cubicBezTo>
                  <a:pt x="64734" y="151458"/>
                  <a:pt x="71895" y="149887"/>
                  <a:pt x="76794" y="146746"/>
                </a:cubicBezTo>
                <a:cubicBezTo>
                  <a:pt x="81694" y="143604"/>
                  <a:pt x="84143" y="139192"/>
                  <a:pt x="84143" y="133507"/>
                </a:cubicBezTo>
                <a:cubicBezTo>
                  <a:pt x="84143" y="128795"/>
                  <a:pt x="82647" y="125485"/>
                  <a:pt x="79656" y="123578"/>
                </a:cubicBezTo>
                <a:cubicBezTo>
                  <a:pt x="76664" y="121671"/>
                  <a:pt x="72251" y="120717"/>
                  <a:pt x="66417" y="120717"/>
                </a:cubicBezTo>
                <a:lnTo>
                  <a:pt x="47120" y="120717"/>
                </a:lnTo>
                <a:cubicBezTo>
                  <a:pt x="41660" y="120717"/>
                  <a:pt x="37397" y="120568"/>
                  <a:pt x="34330" y="120269"/>
                </a:cubicBez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04F30247-DED6-403A-AF1F-E0806D38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161" y="3255691"/>
            <a:ext cx="111517" cy="113088"/>
          </a:xfrm>
          <a:custGeom xmlns:a="http://schemas.openxmlformats.org/drawingml/2006/main">
            <a:pathLst>
              <a:path w="111517" h="113088">
                <a:moveTo>
                  <a:pt x="35340" y="20867"/>
                </a:moveTo>
                <a:cubicBezTo>
                  <a:pt x="31451" y="20867"/>
                  <a:pt x="28253" y="21204"/>
                  <a:pt x="25748" y="21877"/>
                </a:cubicBezTo>
                <a:cubicBezTo>
                  <a:pt x="23242" y="22551"/>
                  <a:pt x="20793" y="23709"/>
                  <a:pt x="18399" y="25355"/>
                </a:cubicBezTo>
                <a:cubicBezTo>
                  <a:pt x="16005" y="27001"/>
                  <a:pt x="13014" y="29730"/>
                  <a:pt x="9424" y="33545"/>
                </a:cubicBezTo>
                <a:lnTo>
                  <a:pt x="0" y="25131"/>
                </a:lnTo>
                <a:cubicBezTo>
                  <a:pt x="6208" y="17651"/>
                  <a:pt x="11312" y="12229"/>
                  <a:pt x="15314" y="8863"/>
                </a:cubicBezTo>
                <a:cubicBezTo>
                  <a:pt x="19316" y="5497"/>
                  <a:pt x="23411" y="3179"/>
                  <a:pt x="27599" y="1907"/>
                </a:cubicBezTo>
                <a:cubicBezTo>
                  <a:pt x="31788" y="636"/>
                  <a:pt x="37397" y="0"/>
                  <a:pt x="44428" y="0"/>
                </a:cubicBezTo>
                <a:lnTo>
                  <a:pt x="111517" y="0"/>
                </a:lnTo>
                <a:lnTo>
                  <a:pt x="106693" y="20867"/>
                </a:lnTo>
                <a:lnTo>
                  <a:pt x="71915" y="20867"/>
                </a:lnTo>
                <a:lnTo>
                  <a:pt x="59348" y="74494"/>
                </a:lnTo>
                <a:cubicBezTo>
                  <a:pt x="57928" y="80553"/>
                  <a:pt x="57217" y="85415"/>
                  <a:pt x="57217" y="89079"/>
                </a:cubicBezTo>
                <a:cubicBezTo>
                  <a:pt x="57217" y="91996"/>
                  <a:pt x="57704" y="94016"/>
                  <a:pt x="58676" y="95138"/>
                </a:cubicBezTo>
                <a:cubicBezTo>
                  <a:pt x="59648" y="96260"/>
                  <a:pt x="61031" y="96820"/>
                  <a:pt x="62827" y="96820"/>
                </a:cubicBezTo>
                <a:cubicBezTo>
                  <a:pt x="65370" y="96820"/>
                  <a:pt x="68063" y="95717"/>
                  <a:pt x="70905" y="93511"/>
                </a:cubicBezTo>
                <a:cubicBezTo>
                  <a:pt x="73747" y="91305"/>
                  <a:pt x="77412" y="87584"/>
                  <a:pt x="81899" y="82348"/>
                </a:cubicBezTo>
                <a:lnTo>
                  <a:pt x="89977" y="90426"/>
                </a:lnTo>
                <a:cubicBezTo>
                  <a:pt x="83619" y="97905"/>
                  <a:pt x="77187" y="103552"/>
                  <a:pt x="70680" y="107366"/>
                </a:cubicBezTo>
                <a:cubicBezTo>
                  <a:pt x="64173" y="111181"/>
                  <a:pt x="57067" y="113088"/>
                  <a:pt x="49364" y="113088"/>
                </a:cubicBezTo>
                <a:cubicBezTo>
                  <a:pt x="41660" y="113088"/>
                  <a:pt x="36013" y="111144"/>
                  <a:pt x="32423" y="107254"/>
                </a:cubicBezTo>
                <a:cubicBezTo>
                  <a:pt x="28833" y="103365"/>
                  <a:pt x="27038" y="97494"/>
                  <a:pt x="27038" y="89640"/>
                </a:cubicBezTo>
                <a:cubicBezTo>
                  <a:pt x="27038" y="85228"/>
                  <a:pt x="27861" y="79356"/>
                  <a:pt x="29506" y="72027"/>
                </a:cubicBezTo>
                <a:lnTo>
                  <a:pt x="30291" y="68661"/>
                </a:lnTo>
                <a:cubicBezTo>
                  <a:pt x="31862" y="62004"/>
                  <a:pt x="33937" y="54113"/>
                  <a:pt x="36518" y="44989"/>
                </a:cubicBezTo>
                <a:cubicBezTo>
                  <a:pt x="39099" y="35864"/>
                  <a:pt x="41547" y="28122"/>
                  <a:pt x="43866" y="21765"/>
                </a:cubicBezTo>
                <a:lnTo>
                  <a:pt x="43305" y="20867"/>
                </a:lnTo>
                <a:lnTo>
                  <a:pt x="35340" y="20867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5ABCB7FE-C182-465C-9FF2-BBB25989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956" y="1116500"/>
            <a:ext cx="181562" cy="244831"/>
          </a:xfrm>
          <a:custGeom xmlns:a="http://schemas.openxmlformats.org/drawingml/2006/main">
            <a:pathLst>
              <a:path w="181562" h="244831">
                <a:moveTo>
                  <a:pt x="79749" y="244831"/>
                </a:moveTo>
                <a:lnTo>
                  <a:pt x="47584" y="244831"/>
                </a:lnTo>
                <a:lnTo>
                  <a:pt x="59811" y="189538"/>
                </a:lnTo>
                <a:cubicBezTo>
                  <a:pt x="47938" y="188652"/>
                  <a:pt x="37482" y="185905"/>
                  <a:pt x="28443" y="181297"/>
                </a:cubicBezTo>
                <a:cubicBezTo>
                  <a:pt x="19406" y="176689"/>
                  <a:pt x="12405" y="170464"/>
                  <a:pt x="7443" y="162622"/>
                </a:cubicBezTo>
                <a:cubicBezTo>
                  <a:pt x="2481" y="154780"/>
                  <a:pt x="0" y="145897"/>
                  <a:pt x="0" y="135973"/>
                </a:cubicBezTo>
                <a:cubicBezTo>
                  <a:pt x="0" y="120820"/>
                  <a:pt x="3721" y="107108"/>
                  <a:pt x="11165" y="94835"/>
                </a:cubicBezTo>
                <a:cubicBezTo>
                  <a:pt x="18608" y="82563"/>
                  <a:pt x="29263" y="72771"/>
                  <a:pt x="43131" y="65461"/>
                </a:cubicBezTo>
                <a:cubicBezTo>
                  <a:pt x="56998" y="58151"/>
                  <a:pt x="72528" y="54185"/>
                  <a:pt x="89718" y="53565"/>
                </a:cubicBezTo>
                <a:lnTo>
                  <a:pt x="101149" y="0"/>
                </a:lnTo>
                <a:lnTo>
                  <a:pt x="133314" y="0"/>
                </a:lnTo>
                <a:lnTo>
                  <a:pt x="121617" y="53698"/>
                </a:lnTo>
                <a:cubicBezTo>
                  <a:pt x="140669" y="55470"/>
                  <a:pt x="155422" y="61163"/>
                  <a:pt x="165879" y="70778"/>
                </a:cubicBezTo>
                <a:cubicBezTo>
                  <a:pt x="176334" y="80392"/>
                  <a:pt x="181562" y="92509"/>
                  <a:pt x="181562" y="107130"/>
                </a:cubicBezTo>
                <a:cubicBezTo>
                  <a:pt x="181562" y="123257"/>
                  <a:pt x="177929" y="137479"/>
                  <a:pt x="170663" y="149796"/>
                </a:cubicBezTo>
                <a:cubicBezTo>
                  <a:pt x="163398" y="162113"/>
                  <a:pt x="153007" y="171727"/>
                  <a:pt x="139495" y="178639"/>
                </a:cubicBezTo>
                <a:cubicBezTo>
                  <a:pt x="125982" y="185550"/>
                  <a:pt x="110142" y="189183"/>
                  <a:pt x="91978" y="189538"/>
                </a:cubicBezTo>
                <a:lnTo>
                  <a:pt x="79749" y="244831"/>
                </a:lnTo>
                <a:moveTo>
                  <a:pt x="86527" y="67654"/>
                </a:moveTo>
                <a:cubicBezTo>
                  <a:pt x="77135" y="69515"/>
                  <a:pt x="68672" y="73525"/>
                  <a:pt x="61140" y="79683"/>
                </a:cubicBezTo>
                <a:cubicBezTo>
                  <a:pt x="53609" y="85841"/>
                  <a:pt x="47738" y="93683"/>
                  <a:pt x="43530" y="103209"/>
                </a:cubicBezTo>
                <a:cubicBezTo>
                  <a:pt x="39320" y="112735"/>
                  <a:pt x="37216" y="123213"/>
                  <a:pt x="37216" y="134644"/>
                </a:cubicBezTo>
                <a:cubicBezTo>
                  <a:pt x="37216" y="144922"/>
                  <a:pt x="39542" y="153739"/>
                  <a:pt x="44194" y="161094"/>
                </a:cubicBezTo>
                <a:cubicBezTo>
                  <a:pt x="48846" y="168448"/>
                  <a:pt x="55160" y="173189"/>
                  <a:pt x="63135" y="175316"/>
                </a:cubicBezTo>
                <a:lnTo>
                  <a:pt x="86527" y="67654"/>
                </a:lnTo>
                <a:moveTo>
                  <a:pt x="94901" y="175714"/>
                </a:moveTo>
                <a:cubicBezTo>
                  <a:pt x="110231" y="172702"/>
                  <a:pt x="122304" y="165126"/>
                  <a:pt x="131121" y="152986"/>
                </a:cubicBezTo>
                <a:cubicBezTo>
                  <a:pt x="139938" y="140846"/>
                  <a:pt x="144346" y="125738"/>
                  <a:pt x="144346" y="107662"/>
                </a:cubicBezTo>
                <a:cubicBezTo>
                  <a:pt x="144346" y="97649"/>
                  <a:pt x="142064" y="89120"/>
                  <a:pt x="137501" y="82076"/>
                </a:cubicBezTo>
                <a:cubicBezTo>
                  <a:pt x="132937" y="75031"/>
                  <a:pt x="126624" y="70312"/>
                  <a:pt x="118561" y="67920"/>
                </a:cubicBezTo>
                <a:lnTo>
                  <a:pt x="94901" y="1757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BE8CA66E-2AD4-456E-96A0-092C8423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501" y="1229657"/>
            <a:ext cx="116573" cy="130320"/>
          </a:xfrm>
          <a:custGeom xmlns:a="http://schemas.openxmlformats.org/drawingml/2006/main">
            <a:pathLst>
              <a:path w="116573" h="130320">
                <a:moveTo>
                  <a:pt x="42677" y="104543"/>
                </a:moveTo>
                <a:cubicBezTo>
                  <a:pt x="42231" y="106579"/>
                  <a:pt x="41913" y="108346"/>
                  <a:pt x="41722" y="109841"/>
                </a:cubicBezTo>
                <a:cubicBezTo>
                  <a:pt x="41531" y="111337"/>
                  <a:pt x="41436" y="113294"/>
                  <a:pt x="41436" y="115713"/>
                </a:cubicBezTo>
                <a:cubicBezTo>
                  <a:pt x="41436" y="118641"/>
                  <a:pt x="42183" y="120709"/>
                  <a:pt x="43680" y="121919"/>
                </a:cubicBezTo>
                <a:cubicBezTo>
                  <a:pt x="45175" y="123128"/>
                  <a:pt x="47514" y="123828"/>
                  <a:pt x="50696" y="124019"/>
                </a:cubicBezTo>
                <a:lnTo>
                  <a:pt x="49360" y="130320"/>
                </a:lnTo>
                <a:lnTo>
                  <a:pt x="0" y="130320"/>
                </a:lnTo>
                <a:lnTo>
                  <a:pt x="1337" y="124019"/>
                </a:lnTo>
                <a:cubicBezTo>
                  <a:pt x="4965" y="123001"/>
                  <a:pt x="7638" y="121219"/>
                  <a:pt x="9357" y="118673"/>
                </a:cubicBezTo>
                <a:cubicBezTo>
                  <a:pt x="11075" y="116127"/>
                  <a:pt x="12699" y="111417"/>
                  <a:pt x="14226" y="104543"/>
                </a:cubicBezTo>
                <a:lnTo>
                  <a:pt x="31602" y="25778"/>
                </a:lnTo>
                <a:cubicBezTo>
                  <a:pt x="32429" y="22022"/>
                  <a:pt x="32843" y="18299"/>
                  <a:pt x="32843" y="14607"/>
                </a:cubicBezTo>
                <a:cubicBezTo>
                  <a:pt x="32843" y="11934"/>
                  <a:pt x="32223" y="9977"/>
                  <a:pt x="30981" y="8736"/>
                </a:cubicBezTo>
                <a:cubicBezTo>
                  <a:pt x="29740" y="7495"/>
                  <a:pt x="27720" y="6683"/>
                  <a:pt x="24919" y="6301"/>
                </a:cubicBezTo>
                <a:lnTo>
                  <a:pt x="26255" y="0"/>
                </a:lnTo>
                <a:lnTo>
                  <a:pt x="116573" y="0"/>
                </a:lnTo>
                <a:lnTo>
                  <a:pt x="109794" y="30742"/>
                </a:lnTo>
                <a:lnTo>
                  <a:pt x="97573" y="30742"/>
                </a:lnTo>
                <a:cubicBezTo>
                  <a:pt x="97255" y="24696"/>
                  <a:pt x="96682" y="20463"/>
                  <a:pt x="95855" y="18044"/>
                </a:cubicBezTo>
                <a:cubicBezTo>
                  <a:pt x="95028" y="15626"/>
                  <a:pt x="93755" y="13875"/>
                  <a:pt x="92036" y="12793"/>
                </a:cubicBezTo>
                <a:cubicBezTo>
                  <a:pt x="90317" y="11711"/>
                  <a:pt x="87899" y="11170"/>
                  <a:pt x="84781" y="11170"/>
                </a:cubicBezTo>
                <a:lnTo>
                  <a:pt x="63204" y="11170"/>
                </a:lnTo>
                <a:lnTo>
                  <a:pt x="52702" y="58907"/>
                </a:lnTo>
                <a:lnTo>
                  <a:pt x="65495" y="58907"/>
                </a:lnTo>
                <a:cubicBezTo>
                  <a:pt x="69250" y="58907"/>
                  <a:pt x="72289" y="57697"/>
                  <a:pt x="74613" y="55279"/>
                </a:cubicBezTo>
                <a:cubicBezTo>
                  <a:pt x="76936" y="52860"/>
                  <a:pt x="79275" y="48946"/>
                  <a:pt x="81630" y="43535"/>
                </a:cubicBezTo>
                <a:lnTo>
                  <a:pt x="92132" y="43535"/>
                </a:lnTo>
                <a:lnTo>
                  <a:pt x="82107" y="86116"/>
                </a:lnTo>
                <a:lnTo>
                  <a:pt x="72273" y="86116"/>
                </a:lnTo>
                <a:cubicBezTo>
                  <a:pt x="72273" y="81661"/>
                  <a:pt x="72035" y="78351"/>
                  <a:pt x="71557" y="76187"/>
                </a:cubicBezTo>
                <a:cubicBezTo>
                  <a:pt x="71080" y="74023"/>
                  <a:pt x="70237" y="72464"/>
                  <a:pt x="69027" y="71509"/>
                </a:cubicBezTo>
                <a:cubicBezTo>
                  <a:pt x="67818" y="70554"/>
                  <a:pt x="65940" y="70077"/>
                  <a:pt x="63395" y="70077"/>
                </a:cubicBezTo>
                <a:lnTo>
                  <a:pt x="50315" y="70077"/>
                </a:lnTo>
                <a:lnTo>
                  <a:pt x="42677" y="1045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831B3577-857E-49E8-96E0-F9A0C63B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307" y="1184155"/>
            <a:ext cx="26583" cy="120023"/>
          </a:xfrm>
          <a:custGeom xmlns:a="http://schemas.openxmlformats.org/drawingml/2006/main">
            <a:pathLst>
              <a:path w="26583" h="120023">
                <a:moveTo>
                  <a:pt x="26583" y="0"/>
                </a:moveTo>
                <a:lnTo>
                  <a:pt x="26583" y="31102"/>
                </a:lnTo>
                <a:lnTo>
                  <a:pt x="0" y="31102"/>
                </a:lnTo>
                <a:lnTo>
                  <a:pt x="0" y="0"/>
                </a:lnTo>
                <a:lnTo>
                  <a:pt x="26583" y="0"/>
                </a:lnTo>
                <a:moveTo>
                  <a:pt x="26583" y="89186"/>
                </a:moveTo>
                <a:lnTo>
                  <a:pt x="26583" y="120023"/>
                </a:lnTo>
                <a:lnTo>
                  <a:pt x="0" y="120023"/>
                </a:lnTo>
                <a:lnTo>
                  <a:pt x="0" y="89186"/>
                </a:lnTo>
                <a:lnTo>
                  <a:pt x="26583" y="891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3C0B2264-E5F9-4E43-A867-2146B06E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003" y="1120488"/>
            <a:ext cx="149264" cy="185949"/>
          </a:xfrm>
          <a:custGeom xmlns:a="http://schemas.openxmlformats.org/drawingml/2006/main">
            <a:pathLst>
              <a:path w="149264" h="185949">
                <a:moveTo>
                  <a:pt x="125073" y="37748"/>
                </a:moveTo>
                <a:cubicBezTo>
                  <a:pt x="120997" y="29773"/>
                  <a:pt x="116212" y="24014"/>
                  <a:pt x="110719" y="20469"/>
                </a:cubicBezTo>
                <a:cubicBezTo>
                  <a:pt x="105225" y="16925"/>
                  <a:pt x="98800" y="15153"/>
                  <a:pt x="91446" y="15153"/>
                </a:cubicBezTo>
                <a:cubicBezTo>
                  <a:pt x="83028" y="15153"/>
                  <a:pt x="76072" y="17301"/>
                  <a:pt x="70578" y="21599"/>
                </a:cubicBezTo>
                <a:cubicBezTo>
                  <a:pt x="65084" y="25897"/>
                  <a:pt x="62337" y="31634"/>
                  <a:pt x="62337" y="38811"/>
                </a:cubicBezTo>
                <a:cubicBezTo>
                  <a:pt x="62337" y="43153"/>
                  <a:pt x="63178" y="47141"/>
                  <a:pt x="64862" y="50774"/>
                </a:cubicBezTo>
                <a:cubicBezTo>
                  <a:pt x="66546" y="54407"/>
                  <a:pt x="69093" y="57973"/>
                  <a:pt x="72505" y="61474"/>
                </a:cubicBezTo>
                <a:cubicBezTo>
                  <a:pt x="75916" y="64974"/>
                  <a:pt x="81787" y="70002"/>
                  <a:pt x="90117" y="76559"/>
                </a:cubicBezTo>
                <a:cubicBezTo>
                  <a:pt x="100927" y="85066"/>
                  <a:pt x="108592" y="93196"/>
                  <a:pt x="113111" y="100950"/>
                </a:cubicBezTo>
                <a:cubicBezTo>
                  <a:pt x="117630" y="108703"/>
                  <a:pt x="119890" y="117232"/>
                  <a:pt x="119890" y="126536"/>
                </a:cubicBezTo>
                <a:cubicBezTo>
                  <a:pt x="119890" y="136992"/>
                  <a:pt x="116611" y="146850"/>
                  <a:pt x="110054" y="156110"/>
                </a:cubicBezTo>
                <a:cubicBezTo>
                  <a:pt x="103496" y="165369"/>
                  <a:pt x="94480" y="172658"/>
                  <a:pt x="83005" y="177974"/>
                </a:cubicBezTo>
                <a:cubicBezTo>
                  <a:pt x="71530" y="183291"/>
                  <a:pt x="59058" y="185949"/>
                  <a:pt x="45589" y="185949"/>
                </a:cubicBezTo>
                <a:cubicBezTo>
                  <a:pt x="36197" y="185949"/>
                  <a:pt x="28045" y="184354"/>
                  <a:pt x="21133" y="181164"/>
                </a:cubicBezTo>
                <a:cubicBezTo>
                  <a:pt x="14221" y="177974"/>
                  <a:pt x="8972" y="173721"/>
                  <a:pt x="5382" y="168404"/>
                </a:cubicBezTo>
                <a:cubicBezTo>
                  <a:pt x="1794" y="163088"/>
                  <a:pt x="0" y="157239"/>
                  <a:pt x="0" y="150859"/>
                </a:cubicBezTo>
                <a:cubicBezTo>
                  <a:pt x="0" y="143771"/>
                  <a:pt x="1971" y="137457"/>
                  <a:pt x="5914" y="131919"/>
                </a:cubicBezTo>
                <a:cubicBezTo>
                  <a:pt x="9858" y="126381"/>
                  <a:pt x="15130" y="122061"/>
                  <a:pt x="21731" y="118960"/>
                </a:cubicBezTo>
                <a:cubicBezTo>
                  <a:pt x="28333" y="115858"/>
                  <a:pt x="35089" y="114308"/>
                  <a:pt x="42001" y="114308"/>
                </a:cubicBezTo>
                <a:cubicBezTo>
                  <a:pt x="47406" y="114308"/>
                  <a:pt x="51903" y="115149"/>
                  <a:pt x="55492" y="116833"/>
                </a:cubicBezTo>
                <a:cubicBezTo>
                  <a:pt x="59081" y="118517"/>
                  <a:pt x="63223" y="121884"/>
                  <a:pt x="67920" y="126935"/>
                </a:cubicBezTo>
                <a:lnTo>
                  <a:pt x="51969" y="136372"/>
                </a:lnTo>
                <a:cubicBezTo>
                  <a:pt x="48957" y="132473"/>
                  <a:pt x="46143" y="129770"/>
                  <a:pt x="43530" y="128264"/>
                </a:cubicBezTo>
                <a:cubicBezTo>
                  <a:pt x="40915" y="126757"/>
                  <a:pt x="37969" y="126004"/>
                  <a:pt x="34691" y="126004"/>
                </a:cubicBezTo>
                <a:cubicBezTo>
                  <a:pt x="29994" y="126004"/>
                  <a:pt x="26339" y="127754"/>
                  <a:pt x="23725" y="131254"/>
                </a:cubicBezTo>
                <a:cubicBezTo>
                  <a:pt x="21111" y="134754"/>
                  <a:pt x="19804" y="139118"/>
                  <a:pt x="19804" y="144347"/>
                </a:cubicBezTo>
                <a:cubicBezTo>
                  <a:pt x="19804" y="152587"/>
                  <a:pt x="22817" y="159122"/>
                  <a:pt x="28842" y="163952"/>
                </a:cubicBezTo>
                <a:cubicBezTo>
                  <a:pt x="34868" y="168781"/>
                  <a:pt x="43285" y="171195"/>
                  <a:pt x="54096" y="171195"/>
                </a:cubicBezTo>
                <a:cubicBezTo>
                  <a:pt x="63578" y="171195"/>
                  <a:pt x="71574" y="169578"/>
                  <a:pt x="78088" y="166344"/>
                </a:cubicBezTo>
                <a:cubicBezTo>
                  <a:pt x="84600" y="163110"/>
                  <a:pt x="89385" y="158723"/>
                  <a:pt x="92442" y="153185"/>
                </a:cubicBezTo>
                <a:cubicBezTo>
                  <a:pt x="95500" y="147647"/>
                  <a:pt x="97028" y="141422"/>
                  <a:pt x="97028" y="134511"/>
                </a:cubicBezTo>
                <a:cubicBezTo>
                  <a:pt x="97028" y="128751"/>
                  <a:pt x="96164" y="123678"/>
                  <a:pt x="94436" y="119292"/>
                </a:cubicBezTo>
                <a:cubicBezTo>
                  <a:pt x="92708" y="114906"/>
                  <a:pt x="89983" y="110608"/>
                  <a:pt x="86262" y="106399"/>
                </a:cubicBezTo>
                <a:cubicBezTo>
                  <a:pt x="82540" y="102190"/>
                  <a:pt x="76958" y="97073"/>
                  <a:pt x="69515" y="91047"/>
                </a:cubicBezTo>
                <a:cubicBezTo>
                  <a:pt x="61185" y="84313"/>
                  <a:pt x="55093" y="78797"/>
                  <a:pt x="51238" y="74499"/>
                </a:cubicBezTo>
                <a:cubicBezTo>
                  <a:pt x="47384" y="70202"/>
                  <a:pt x="44526" y="65793"/>
                  <a:pt x="42665" y="61274"/>
                </a:cubicBezTo>
                <a:cubicBezTo>
                  <a:pt x="40804" y="56755"/>
                  <a:pt x="39874" y="51571"/>
                  <a:pt x="39874" y="45723"/>
                </a:cubicBezTo>
                <a:cubicBezTo>
                  <a:pt x="39874" y="37659"/>
                  <a:pt x="42842" y="30083"/>
                  <a:pt x="48779" y="22994"/>
                </a:cubicBezTo>
                <a:cubicBezTo>
                  <a:pt x="54716" y="15906"/>
                  <a:pt x="62780" y="10301"/>
                  <a:pt x="72971" y="6181"/>
                </a:cubicBezTo>
                <a:cubicBezTo>
                  <a:pt x="83160" y="2060"/>
                  <a:pt x="93794" y="0"/>
                  <a:pt x="104870" y="0"/>
                </a:cubicBezTo>
                <a:cubicBezTo>
                  <a:pt x="115591" y="0"/>
                  <a:pt x="124630" y="2149"/>
                  <a:pt x="131985" y="6447"/>
                </a:cubicBezTo>
                <a:cubicBezTo>
                  <a:pt x="139340" y="10744"/>
                  <a:pt x="145100" y="17545"/>
                  <a:pt x="149264" y="26849"/>
                </a:cubicBezTo>
                <a:lnTo>
                  <a:pt x="125073" y="377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10A00F21-5756-4DB7-A730-97FDBFB1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359" y="1171527"/>
            <a:ext cx="197513" cy="109789"/>
          </a:xfrm>
          <a:custGeom xmlns:a="http://schemas.openxmlformats.org/drawingml/2006/main">
            <a:pathLst>
              <a:path w="197513" h="109789">
                <a:moveTo>
                  <a:pt x="0" y="45989"/>
                </a:moveTo>
                <a:lnTo>
                  <a:pt x="167873" y="45989"/>
                </a:lnTo>
                <a:lnTo>
                  <a:pt x="137435" y="7310"/>
                </a:lnTo>
                <a:lnTo>
                  <a:pt x="145277" y="0"/>
                </a:lnTo>
                <a:lnTo>
                  <a:pt x="197513" y="50641"/>
                </a:lnTo>
                <a:lnTo>
                  <a:pt x="197513" y="59148"/>
                </a:lnTo>
                <a:lnTo>
                  <a:pt x="145277" y="109789"/>
                </a:lnTo>
                <a:lnTo>
                  <a:pt x="137435" y="102478"/>
                </a:lnTo>
                <a:lnTo>
                  <a:pt x="167873" y="63667"/>
                </a:lnTo>
                <a:lnTo>
                  <a:pt x="0" y="63667"/>
                </a:lnTo>
                <a:lnTo>
                  <a:pt x="0" y="459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2CD6A270-88C0-44B6-8965-6DAFC996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5967" y="1122748"/>
            <a:ext cx="166809" cy="181430"/>
          </a:xfrm>
          <a:custGeom xmlns:a="http://schemas.openxmlformats.org/drawingml/2006/main">
            <a:pathLst>
              <a:path w="166809" h="181430">
                <a:moveTo>
                  <a:pt x="53299" y="165613"/>
                </a:moveTo>
                <a:lnTo>
                  <a:pt x="87060" y="165613"/>
                </a:lnTo>
                <a:cubicBezTo>
                  <a:pt x="92022" y="165613"/>
                  <a:pt x="95987" y="164882"/>
                  <a:pt x="98956" y="163420"/>
                </a:cubicBezTo>
                <a:cubicBezTo>
                  <a:pt x="101924" y="161958"/>
                  <a:pt x="105380" y="158480"/>
                  <a:pt x="109323" y="152986"/>
                </a:cubicBezTo>
                <a:cubicBezTo>
                  <a:pt x="113267" y="147492"/>
                  <a:pt x="116833" y="140536"/>
                  <a:pt x="120023" y="132118"/>
                </a:cubicBezTo>
                <a:lnTo>
                  <a:pt x="137435" y="132118"/>
                </a:lnTo>
                <a:lnTo>
                  <a:pt x="126802" y="181430"/>
                </a:lnTo>
                <a:lnTo>
                  <a:pt x="0" y="181430"/>
                </a:lnTo>
                <a:lnTo>
                  <a:pt x="1861" y="172657"/>
                </a:lnTo>
                <a:lnTo>
                  <a:pt x="113377" y="15817"/>
                </a:lnTo>
                <a:lnTo>
                  <a:pt x="80946" y="15817"/>
                </a:lnTo>
                <a:cubicBezTo>
                  <a:pt x="77224" y="15817"/>
                  <a:pt x="74388" y="16083"/>
                  <a:pt x="72439" y="16614"/>
                </a:cubicBezTo>
                <a:cubicBezTo>
                  <a:pt x="70490" y="17146"/>
                  <a:pt x="68696" y="17966"/>
                  <a:pt x="67056" y="19073"/>
                </a:cubicBezTo>
                <a:cubicBezTo>
                  <a:pt x="65417" y="20181"/>
                  <a:pt x="63534" y="21931"/>
                  <a:pt x="61407" y="24324"/>
                </a:cubicBezTo>
                <a:cubicBezTo>
                  <a:pt x="59280" y="26716"/>
                  <a:pt x="56910" y="30150"/>
                  <a:pt x="54296" y="34625"/>
                </a:cubicBezTo>
                <a:cubicBezTo>
                  <a:pt x="51682" y="39099"/>
                  <a:pt x="49666" y="43109"/>
                  <a:pt x="48248" y="46653"/>
                </a:cubicBezTo>
                <a:lnTo>
                  <a:pt x="30836" y="46653"/>
                </a:lnTo>
                <a:lnTo>
                  <a:pt x="41071" y="0"/>
                </a:lnTo>
                <a:lnTo>
                  <a:pt x="166809" y="0"/>
                </a:lnTo>
                <a:lnTo>
                  <a:pt x="164816" y="8773"/>
                </a:lnTo>
                <a:lnTo>
                  <a:pt x="53299" y="1656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B7B12132-895D-421F-97AB-6D6C208B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640" y="1765100"/>
            <a:ext cx="121305" cy="119380"/>
          </a:xfrm>
          <a:custGeom xmlns:a="http://schemas.openxmlformats.org/drawingml/2006/main">
            <a:pathLst>
              <a:path w="121305" h="119380">
                <a:moveTo>
                  <a:pt x="66911" y="76418"/>
                </a:moveTo>
                <a:cubicBezTo>
                  <a:pt x="58005" y="87650"/>
                  <a:pt x="49782" y="97357"/>
                  <a:pt x="42240" y="105540"/>
                </a:cubicBezTo>
                <a:lnTo>
                  <a:pt x="43082" y="106623"/>
                </a:lnTo>
                <a:lnTo>
                  <a:pt x="65828" y="106623"/>
                </a:lnTo>
                <a:cubicBezTo>
                  <a:pt x="69679" y="106623"/>
                  <a:pt x="72988" y="105941"/>
                  <a:pt x="75756" y="104578"/>
                </a:cubicBezTo>
                <a:cubicBezTo>
                  <a:pt x="78524" y="103214"/>
                  <a:pt x="81231" y="100727"/>
                  <a:pt x="83879" y="97116"/>
                </a:cubicBezTo>
                <a:cubicBezTo>
                  <a:pt x="86526" y="93506"/>
                  <a:pt x="89294" y="88412"/>
                  <a:pt x="92182" y="81833"/>
                </a:cubicBezTo>
                <a:lnTo>
                  <a:pt x="104939" y="81833"/>
                </a:lnTo>
                <a:lnTo>
                  <a:pt x="96876" y="119380"/>
                </a:lnTo>
                <a:lnTo>
                  <a:pt x="4212" y="119380"/>
                </a:lnTo>
                <a:lnTo>
                  <a:pt x="0" y="111437"/>
                </a:lnTo>
                <a:lnTo>
                  <a:pt x="53312" y="44286"/>
                </a:lnTo>
                <a:cubicBezTo>
                  <a:pt x="62137" y="33134"/>
                  <a:pt x="70722" y="22985"/>
                  <a:pt x="79065" y="13839"/>
                </a:cubicBezTo>
                <a:lnTo>
                  <a:pt x="78223" y="12756"/>
                </a:lnTo>
                <a:lnTo>
                  <a:pt x="55599" y="12756"/>
                </a:lnTo>
                <a:cubicBezTo>
                  <a:pt x="52550" y="12756"/>
                  <a:pt x="49782" y="13358"/>
                  <a:pt x="47295" y="14562"/>
                </a:cubicBezTo>
                <a:cubicBezTo>
                  <a:pt x="44807" y="15765"/>
                  <a:pt x="42340" y="17831"/>
                  <a:pt x="39893" y="20759"/>
                </a:cubicBezTo>
                <a:cubicBezTo>
                  <a:pt x="37446" y="23687"/>
                  <a:pt x="34378" y="28561"/>
                  <a:pt x="30687" y="35381"/>
                </a:cubicBezTo>
                <a:lnTo>
                  <a:pt x="17811" y="35381"/>
                </a:lnTo>
                <a:lnTo>
                  <a:pt x="25392" y="0"/>
                </a:lnTo>
                <a:lnTo>
                  <a:pt x="117093" y="0"/>
                </a:lnTo>
                <a:lnTo>
                  <a:pt x="121305" y="7943"/>
                </a:lnTo>
                <a:lnTo>
                  <a:pt x="66911" y="7641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AC9E1841-0F04-423E-B1B0-65647AB6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347" y="1735217"/>
            <a:ext cx="149225" cy="175098"/>
          </a:xfrm>
          <a:custGeom xmlns:a="http://schemas.openxmlformats.org/drawingml/2006/main">
            <a:pathLst>
              <a:path w="149225" h="175098">
                <a:moveTo>
                  <a:pt x="33455" y="131294"/>
                </a:moveTo>
                <a:cubicBezTo>
                  <a:pt x="31289" y="133941"/>
                  <a:pt x="29785" y="136428"/>
                  <a:pt x="28943" y="138755"/>
                </a:cubicBezTo>
                <a:cubicBezTo>
                  <a:pt x="28101" y="141082"/>
                  <a:pt x="27679" y="143609"/>
                  <a:pt x="27679" y="146337"/>
                </a:cubicBezTo>
                <a:cubicBezTo>
                  <a:pt x="27679" y="151792"/>
                  <a:pt x="29585" y="155864"/>
                  <a:pt x="33396" y="158551"/>
                </a:cubicBezTo>
                <a:cubicBezTo>
                  <a:pt x="37206" y="161239"/>
                  <a:pt x="42922" y="162583"/>
                  <a:pt x="50543" y="162583"/>
                </a:cubicBezTo>
                <a:cubicBezTo>
                  <a:pt x="62818" y="162583"/>
                  <a:pt x="72526" y="157990"/>
                  <a:pt x="79666" y="148804"/>
                </a:cubicBezTo>
                <a:cubicBezTo>
                  <a:pt x="86806" y="139617"/>
                  <a:pt x="92904" y="122830"/>
                  <a:pt x="97960" y="98440"/>
                </a:cubicBezTo>
                <a:lnTo>
                  <a:pt x="96395" y="97357"/>
                </a:lnTo>
                <a:cubicBezTo>
                  <a:pt x="89334" y="106343"/>
                  <a:pt x="82554" y="112901"/>
                  <a:pt x="76056" y="117033"/>
                </a:cubicBezTo>
                <a:cubicBezTo>
                  <a:pt x="69557" y="121165"/>
                  <a:pt x="61775" y="123231"/>
                  <a:pt x="52710" y="123231"/>
                </a:cubicBezTo>
                <a:cubicBezTo>
                  <a:pt x="43724" y="123231"/>
                  <a:pt x="36685" y="119941"/>
                  <a:pt x="31591" y="113363"/>
                </a:cubicBezTo>
                <a:cubicBezTo>
                  <a:pt x="26496" y="106784"/>
                  <a:pt x="23948" y="97277"/>
                  <a:pt x="23948" y="84842"/>
                </a:cubicBezTo>
                <a:cubicBezTo>
                  <a:pt x="23948" y="73850"/>
                  <a:pt x="25553" y="62999"/>
                  <a:pt x="28762" y="52289"/>
                </a:cubicBezTo>
                <a:cubicBezTo>
                  <a:pt x="31971" y="41578"/>
                  <a:pt x="36525" y="32372"/>
                  <a:pt x="42421" y="24670"/>
                </a:cubicBezTo>
                <a:cubicBezTo>
                  <a:pt x="48318" y="16968"/>
                  <a:pt x="55659" y="10931"/>
                  <a:pt x="64444" y="6559"/>
                </a:cubicBezTo>
                <a:cubicBezTo>
                  <a:pt x="73229" y="2186"/>
                  <a:pt x="83276" y="0"/>
                  <a:pt x="94588" y="0"/>
                </a:cubicBezTo>
                <a:cubicBezTo>
                  <a:pt x="100286" y="0"/>
                  <a:pt x="105520" y="622"/>
                  <a:pt x="110294" y="1865"/>
                </a:cubicBezTo>
                <a:cubicBezTo>
                  <a:pt x="115067" y="3109"/>
                  <a:pt x="119942" y="5375"/>
                  <a:pt x="124916" y="8665"/>
                </a:cubicBezTo>
                <a:lnTo>
                  <a:pt x="135747" y="0"/>
                </a:lnTo>
                <a:lnTo>
                  <a:pt x="149225" y="1925"/>
                </a:lnTo>
                <a:lnTo>
                  <a:pt x="138876" y="48979"/>
                </a:lnTo>
                <a:cubicBezTo>
                  <a:pt x="137191" y="56681"/>
                  <a:pt x="135667" y="64062"/>
                  <a:pt x="134303" y="71122"/>
                </a:cubicBezTo>
                <a:cubicBezTo>
                  <a:pt x="129971" y="93105"/>
                  <a:pt x="126962" y="107747"/>
                  <a:pt x="125277" y="115048"/>
                </a:cubicBezTo>
                <a:cubicBezTo>
                  <a:pt x="122309" y="127483"/>
                  <a:pt x="119260" y="136870"/>
                  <a:pt x="116131" y="143208"/>
                </a:cubicBezTo>
                <a:cubicBezTo>
                  <a:pt x="112842" y="149867"/>
                  <a:pt x="108590" y="155543"/>
                  <a:pt x="103375" y="160236"/>
                </a:cubicBezTo>
                <a:cubicBezTo>
                  <a:pt x="98160" y="164930"/>
                  <a:pt x="91620" y="168480"/>
                  <a:pt x="83758" y="170886"/>
                </a:cubicBezTo>
                <a:cubicBezTo>
                  <a:pt x="74772" y="173694"/>
                  <a:pt x="63861" y="175098"/>
                  <a:pt x="51025" y="175098"/>
                </a:cubicBezTo>
                <a:cubicBezTo>
                  <a:pt x="34017" y="175098"/>
                  <a:pt x="21260" y="172832"/>
                  <a:pt x="12756" y="168299"/>
                </a:cubicBezTo>
                <a:cubicBezTo>
                  <a:pt x="4252" y="163766"/>
                  <a:pt x="0" y="156967"/>
                  <a:pt x="0" y="147901"/>
                </a:cubicBezTo>
                <a:cubicBezTo>
                  <a:pt x="0" y="142927"/>
                  <a:pt x="1765" y="138234"/>
                  <a:pt x="5295" y="133821"/>
                </a:cubicBezTo>
                <a:cubicBezTo>
                  <a:pt x="8825" y="129408"/>
                  <a:pt x="14040" y="125196"/>
                  <a:pt x="20939" y="121185"/>
                </a:cubicBezTo>
                <a:lnTo>
                  <a:pt x="33455" y="131294"/>
                </a:lnTo>
                <a:moveTo>
                  <a:pt x="106745" y="46332"/>
                </a:moveTo>
                <a:cubicBezTo>
                  <a:pt x="108028" y="40395"/>
                  <a:pt x="108670" y="34619"/>
                  <a:pt x="108670" y="29003"/>
                </a:cubicBezTo>
                <a:cubicBezTo>
                  <a:pt x="108670" y="23467"/>
                  <a:pt x="107667" y="19335"/>
                  <a:pt x="105662" y="16607"/>
                </a:cubicBezTo>
                <a:cubicBezTo>
                  <a:pt x="103656" y="13880"/>
                  <a:pt x="100367" y="12516"/>
                  <a:pt x="95792" y="12516"/>
                </a:cubicBezTo>
                <a:cubicBezTo>
                  <a:pt x="88571" y="12516"/>
                  <a:pt x="82073" y="16126"/>
                  <a:pt x="76297" y="23346"/>
                </a:cubicBezTo>
                <a:cubicBezTo>
                  <a:pt x="70520" y="30567"/>
                  <a:pt x="65808" y="40596"/>
                  <a:pt x="62157" y="53432"/>
                </a:cubicBezTo>
                <a:cubicBezTo>
                  <a:pt x="58507" y="66269"/>
                  <a:pt x="56681" y="77821"/>
                  <a:pt x="56681" y="88091"/>
                </a:cubicBezTo>
                <a:cubicBezTo>
                  <a:pt x="56681" y="93947"/>
                  <a:pt x="57544" y="98320"/>
                  <a:pt x="59269" y="101208"/>
                </a:cubicBezTo>
                <a:cubicBezTo>
                  <a:pt x="60994" y="104096"/>
                  <a:pt x="63661" y="105540"/>
                  <a:pt x="67271" y="105540"/>
                </a:cubicBezTo>
                <a:cubicBezTo>
                  <a:pt x="70721" y="105540"/>
                  <a:pt x="74211" y="104437"/>
                  <a:pt x="77741" y="102231"/>
                </a:cubicBezTo>
                <a:cubicBezTo>
                  <a:pt x="81271" y="100025"/>
                  <a:pt x="84982" y="96615"/>
                  <a:pt x="88873" y="92002"/>
                </a:cubicBezTo>
                <a:cubicBezTo>
                  <a:pt x="92764" y="87389"/>
                  <a:pt x="96033" y="81833"/>
                  <a:pt x="98682" y="75334"/>
                </a:cubicBezTo>
                <a:cubicBezTo>
                  <a:pt x="101329" y="68836"/>
                  <a:pt x="103696" y="60653"/>
                  <a:pt x="105782" y="50785"/>
                </a:cubicBezTo>
                <a:lnTo>
                  <a:pt x="106745" y="46332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ED586D69-DEE8-4B2A-B4EF-538A1099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804" y="1737143"/>
            <a:ext cx="121306" cy="119380"/>
          </a:xfrm>
          <a:custGeom xmlns:a="http://schemas.openxmlformats.org/drawingml/2006/main">
            <a:pathLst>
              <a:path w="121306" h="119380">
                <a:moveTo>
                  <a:pt x="66910" y="76418"/>
                </a:moveTo>
                <a:cubicBezTo>
                  <a:pt x="58005" y="87650"/>
                  <a:pt x="49781" y="97357"/>
                  <a:pt x="42240" y="105540"/>
                </a:cubicBezTo>
                <a:lnTo>
                  <a:pt x="43082" y="106623"/>
                </a:lnTo>
                <a:lnTo>
                  <a:pt x="65827" y="106623"/>
                </a:lnTo>
                <a:cubicBezTo>
                  <a:pt x="69678" y="106623"/>
                  <a:pt x="72988" y="105941"/>
                  <a:pt x="75756" y="104578"/>
                </a:cubicBezTo>
                <a:cubicBezTo>
                  <a:pt x="78524" y="103214"/>
                  <a:pt x="81231" y="100727"/>
                  <a:pt x="83878" y="97116"/>
                </a:cubicBezTo>
                <a:cubicBezTo>
                  <a:pt x="86526" y="93506"/>
                  <a:pt x="89293" y="88412"/>
                  <a:pt x="92182" y="81833"/>
                </a:cubicBezTo>
                <a:lnTo>
                  <a:pt x="104940" y="81833"/>
                </a:lnTo>
                <a:lnTo>
                  <a:pt x="96875" y="119380"/>
                </a:lnTo>
                <a:lnTo>
                  <a:pt x="4212" y="119380"/>
                </a:lnTo>
                <a:lnTo>
                  <a:pt x="0" y="111437"/>
                </a:lnTo>
                <a:lnTo>
                  <a:pt x="53311" y="44286"/>
                </a:lnTo>
                <a:cubicBezTo>
                  <a:pt x="62136" y="33134"/>
                  <a:pt x="70721" y="22985"/>
                  <a:pt x="79064" y="13839"/>
                </a:cubicBezTo>
                <a:lnTo>
                  <a:pt x="78222" y="12756"/>
                </a:lnTo>
                <a:lnTo>
                  <a:pt x="55598" y="12756"/>
                </a:lnTo>
                <a:cubicBezTo>
                  <a:pt x="52549" y="12756"/>
                  <a:pt x="49781" y="13358"/>
                  <a:pt x="47294" y="14562"/>
                </a:cubicBezTo>
                <a:cubicBezTo>
                  <a:pt x="44807" y="15765"/>
                  <a:pt x="42341" y="17831"/>
                  <a:pt x="39894" y="20759"/>
                </a:cubicBezTo>
                <a:cubicBezTo>
                  <a:pt x="37447" y="23687"/>
                  <a:pt x="34378" y="28561"/>
                  <a:pt x="30687" y="35381"/>
                </a:cubicBezTo>
                <a:lnTo>
                  <a:pt x="17811" y="35381"/>
                </a:lnTo>
                <a:lnTo>
                  <a:pt x="25392" y="0"/>
                </a:lnTo>
                <a:lnTo>
                  <a:pt x="117094" y="0"/>
                </a:lnTo>
                <a:lnTo>
                  <a:pt x="121306" y="7943"/>
                </a:lnTo>
                <a:lnTo>
                  <a:pt x="66910" y="76418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1DFB5236-9A56-4ADD-85FA-83316DB6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374" y="1216212"/>
            <a:ext cx="125163" cy="156537"/>
          </a:xfrm>
          <a:custGeom xmlns:a="http://schemas.openxmlformats.org/drawingml/2006/main">
            <a:pathLst>
              <a:path w="125163" h="156537">
                <a:moveTo>
                  <a:pt x="21627" y="117431"/>
                </a:moveTo>
                <a:cubicBezTo>
                  <a:pt x="21851" y="124005"/>
                  <a:pt x="22859" y="129178"/>
                  <a:pt x="24652" y="132950"/>
                </a:cubicBezTo>
                <a:cubicBezTo>
                  <a:pt x="26445" y="136723"/>
                  <a:pt x="28985" y="139412"/>
                  <a:pt x="32272" y="141018"/>
                </a:cubicBezTo>
                <a:cubicBezTo>
                  <a:pt x="35558" y="142624"/>
                  <a:pt x="39891" y="143427"/>
                  <a:pt x="45269" y="143427"/>
                </a:cubicBezTo>
                <a:cubicBezTo>
                  <a:pt x="53412" y="143427"/>
                  <a:pt x="59837" y="141093"/>
                  <a:pt x="64542" y="136424"/>
                </a:cubicBezTo>
                <a:cubicBezTo>
                  <a:pt x="69249" y="131755"/>
                  <a:pt x="71602" y="125237"/>
                  <a:pt x="71602" y="116871"/>
                </a:cubicBezTo>
                <a:cubicBezTo>
                  <a:pt x="71602" y="112538"/>
                  <a:pt x="70855" y="108710"/>
                  <a:pt x="69361" y="105385"/>
                </a:cubicBezTo>
                <a:cubicBezTo>
                  <a:pt x="67866" y="102061"/>
                  <a:pt x="65570" y="98830"/>
                  <a:pt x="62469" y="95693"/>
                </a:cubicBezTo>
                <a:cubicBezTo>
                  <a:pt x="59369" y="92555"/>
                  <a:pt x="54010" y="88185"/>
                  <a:pt x="46390" y="82583"/>
                </a:cubicBezTo>
                <a:cubicBezTo>
                  <a:pt x="39293" y="77354"/>
                  <a:pt x="33934" y="71564"/>
                  <a:pt x="30310" y="65215"/>
                </a:cubicBezTo>
                <a:cubicBezTo>
                  <a:pt x="26688" y="58865"/>
                  <a:pt x="24876" y="52216"/>
                  <a:pt x="24876" y="45269"/>
                </a:cubicBezTo>
                <a:cubicBezTo>
                  <a:pt x="24876" y="39368"/>
                  <a:pt x="26146" y="33578"/>
                  <a:pt x="28686" y="27901"/>
                </a:cubicBezTo>
                <a:cubicBezTo>
                  <a:pt x="31226" y="22224"/>
                  <a:pt x="34979" y="17275"/>
                  <a:pt x="39947" y="13054"/>
                </a:cubicBezTo>
                <a:cubicBezTo>
                  <a:pt x="44914" y="8834"/>
                  <a:pt x="51171" y="5603"/>
                  <a:pt x="58716" y="3361"/>
                </a:cubicBezTo>
                <a:cubicBezTo>
                  <a:pt x="66261" y="1121"/>
                  <a:pt x="75076" y="0"/>
                  <a:pt x="85160" y="0"/>
                </a:cubicBezTo>
                <a:cubicBezTo>
                  <a:pt x="92631" y="0"/>
                  <a:pt x="99503" y="392"/>
                  <a:pt x="105778" y="1177"/>
                </a:cubicBezTo>
                <a:cubicBezTo>
                  <a:pt x="112053" y="1961"/>
                  <a:pt x="118515" y="3361"/>
                  <a:pt x="125163" y="5379"/>
                </a:cubicBezTo>
                <a:lnTo>
                  <a:pt x="118328" y="37313"/>
                </a:lnTo>
                <a:lnTo>
                  <a:pt x="103649" y="37313"/>
                </a:lnTo>
                <a:cubicBezTo>
                  <a:pt x="103574" y="28947"/>
                  <a:pt x="101931" y="22821"/>
                  <a:pt x="98718" y="18937"/>
                </a:cubicBezTo>
                <a:cubicBezTo>
                  <a:pt x="95507" y="15052"/>
                  <a:pt x="90315" y="13110"/>
                  <a:pt x="83144" y="13110"/>
                </a:cubicBezTo>
                <a:cubicBezTo>
                  <a:pt x="75300" y="13110"/>
                  <a:pt x="69100" y="15220"/>
                  <a:pt x="64542" y="19441"/>
                </a:cubicBezTo>
                <a:cubicBezTo>
                  <a:pt x="59986" y="23662"/>
                  <a:pt x="57707" y="29470"/>
                  <a:pt x="57707" y="36865"/>
                </a:cubicBezTo>
                <a:cubicBezTo>
                  <a:pt x="57707" y="42094"/>
                  <a:pt x="59519" y="47043"/>
                  <a:pt x="63142" y="51712"/>
                </a:cubicBezTo>
                <a:cubicBezTo>
                  <a:pt x="66765" y="56381"/>
                  <a:pt x="72237" y="61367"/>
                  <a:pt x="79558" y="66671"/>
                </a:cubicBezTo>
                <a:cubicBezTo>
                  <a:pt x="86206" y="71601"/>
                  <a:pt x="91323" y="76028"/>
                  <a:pt x="94908" y="79949"/>
                </a:cubicBezTo>
                <a:cubicBezTo>
                  <a:pt x="98494" y="83871"/>
                  <a:pt x="101184" y="88036"/>
                  <a:pt x="102977" y="92443"/>
                </a:cubicBezTo>
                <a:cubicBezTo>
                  <a:pt x="104769" y="96851"/>
                  <a:pt x="105666" y="101893"/>
                  <a:pt x="105666" y="107570"/>
                </a:cubicBezTo>
                <a:cubicBezTo>
                  <a:pt x="105666" y="114368"/>
                  <a:pt x="104172" y="120923"/>
                  <a:pt x="101184" y="127236"/>
                </a:cubicBezTo>
                <a:cubicBezTo>
                  <a:pt x="98196" y="133548"/>
                  <a:pt x="93994" y="138908"/>
                  <a:pt x="88578" y="143315"/>
                </a:cubicBezTo>
                <a:cubicBezTo>
                  <a:pt x="83162" y="147723"/>
                  <a:pt x="77055" y="151028"/>
                  <a:pt x="70258" y="153232"/>
                </a:cubicBezTo>
                <a:cubicBezTo>
                  <a:pt x="63459" y="155436"/>
                  <a:pt x="54458" y="156537"/>
                  <a:pt x="43252" y="156537"/>
                </a:cubicBezTo>
                <a:cubicBezTo>
                  <a:pt x="36380" y="156537"/>
                  <a:pt x="29190" y="155940"/>
                  <a:pt x="21682" y="154745"/>
                </a:cubicBezTo>
                <a:cubicBezTo>
                  <a:pt x="14175" y="153549"/>
                  <a:pt x="6948" y="151869"/>
                  <a:pt x="0" y="149702"/>
                </a:cubicBezTo>
                <a:lnTo>
                  <a:pt x="6948" y="117431"/>
                </a:lnTo>
                <a:lnTo>
                  <a:pt x="21627" y="1174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95802A57-D6AD-45FE-A303-CAC3DA7B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153" y="1216212"/>
            <a:ext cx="137824" cy="156537"/>
          </a:xfrm>
          <a:custGeom xmlns:a="http://schemas.openxmlformats.org/drawingml/2006/main">
            <a:pathLst>
              <a:path w="137824" h="156537">
                <a:moveTo>
                  <a:pt x="51544" y="156537"/>
                </a:moveTo>
                <a:cubicBezTo>
                  <a:pt x="34512" y="156537"/>
                  <a:pt x="21663" y="152074"/>
                  <a:pt x="12998" y="143147"/>
                </a:cubicBezTo>
                <a:cubicBezTo>
                  <a:pt x="4332" y="134220"/>
                  <a:pt x="0" y="121091"/>
                  <a:pt x="0" y="103761"/>
                </a:cubicBezTo>
                <a:cubicBezTo>
                  <a:pt x="0" y="97859"/>
                  <a:pt x="597" y="91099"/>
                  <a:pt x="1793" y="83479"/>
                </a:cubicBezTo>
                <a:cubicBezTo>
                  <a:pt x="2988" y="75860"/>
                  <a:pt x="5005" y="67810"/>
                  <a:pt x="7843" y="59332"/>
                </a:cubicBezTo>
                <a:cubicBezTo>
                  <a:pt x="10682" y="50853"/>
                  <a:pt x="14604" y="42841"/>
                  <a:pt x="19609" y="35296"/>
                </a:cubicBezTo>
                <a:cubicBezTo>
                  <a:pt x="24614" y="27752"/>
                  <a:pt x="30497" y="21309"/>
                  <a:pt x="37257" y="15967"/>
                </a:cubicBezTo>
                <a:cubicBezTo>
                  <a:pt x="44018" y="10626"/>
                  <a:pt x="51544" y="6630"/>
                  <a:pt x="59836" y="3978"/>
                </a:cubicBezTo>
                <a:cubicBezTo>
                  <a:pt x="68128" y="1326"/>
                  <a:pt x="76830" y="0"/>
                  <a:pt x="85944" y="0"/>
                </a:cubicBezTo>
                <a:cubicBezTo>
                  <a:pt x="102976" y="0"/>
                  <a:pt x="115881" y="4445"/>
                  <a:pt x="124658" y="13334"/>
                </a:cubicBezTo>
                <a:cubicBezTo>
                  <a:pt x="133436" y="22224"/>
                  <a:pt x="137824" y="35147"/>
                  <a:pt x="137824" y="52104"/>
                </a:cubicBezTo>
                <a:cubicBezTo>
                  <a:pt x="137824" y="59276"/>
                  <a:pt x="137058" y="67250"/>
                  <a:pt x="135527" y="76028"/>
                </a:cubicBezTo>
                <a:cubicBezTo>
                  <a:pt x="133996" y="84805"/>
                  <a:pt x="131493" y="93620"/>
                  <a:pt x="128020" y="102472"/>
                </a:cubicBezTo>
                <a:cubicBezTo>
                  <a:pt x="124546" y="111324"/>
                  <a:pt x="120270" y="119186"/>
                  <a:pt x="115189" y="126059"/>
                </a:cubicBezTo>
                <a:cubicBezTo>
                  <a:pt x="110110" y="132932"/>
                  <a:pt x="104246" y="138665"/>
                  <a:pt x="97598" y="143259"/>
                </a:cubicBezTo>
                <a:cubicBezTo>
                  <a:pt x="90949" y="147853"/>
                  <a:pt x="83796" y="151215"/>
                  <a:pt x="76140" y="153344"/>
                </a:cubicBezTo>
                <a:cubicBezTo>
                  <a:pt x="68483" y="155473"/>
                  <a:pt x="60284" y="156537"/>
                  <a:pt x="51544" y="156537"/>
                </a:cubicBezTo>
                <a:moveTo>
                  <a:pt x="33728" y="114182"/>
                </a:moveTo>
                <a:cubicBezTo>
                  <a:pt x="33728" y="124490"/>
                  <a:pt x="35222" y="131942"/>
                  <a:pt x="38210" y="136536"/>
                </a:cubicBezTo>
                <a:cubicBezTo>
                  <a:pt x="41198" y="141130"/>
                  <a:pt x="46053" y="143427"/>
                  <a:pt x="52777" y="143427"/>
                </a:cubicBezTo>
                <a:cubicBezTo>
                  <a:pt x="57109" y="143427"/>
                  <a:pt x="61367" y="142157"/>
                  <a:pt x="65550" y="139617"/>
                </a:cubicBezTo>
                <a:cubicBezTo>
                  <a:pt x="70780" y="136480"/>
                  <a:pt x="75673" y="131550"/>
                  <a:pt x="80229" y="124827"/>
                </a:cubicBezTo>
                <a:cubicBezTo>
                  <a:pt x="85533" y="117058"/>
                  <a:pt x="90090" y="107683"/>
                  <a:pt x="93900" y="96701"/>
                </a:cubicBezTo>
                <a:cubicBezTo>
                  <a:pt x="97261" y="87065"/>
                  <a:pt x="100063" y="75374"/>
                  <a:pt x="102304" y="61629"/>
                </a:cubicBezTo>
                <a:cubicBezTo>
                  <a:pt x="103499" y="54458"/>
                  <a:pt x="104096" y="47921"/>
                  <a:pt x="104096" y="42020"/>
                </a:cubicBezTo>
                <a:cubicBezTo>
                  <a:pt x="104096" y="32010"/>
                  <a:pt x="102602" y="24689"/>
                  <a:pt x="99615" y="20057"/>
                </a:cubicBezTo>
                <a:cubicBezTo>
                  <a:pt x="96626" y="15426"/>
                  <a:pt x="91696" y="13110"/>
                  <a:pt x="84823" y="13110"/>
                </a:cubicBezTo>
                <a:cubicBezTo>
                  <a:pt x="78474" y="13110"/>
                  <a:pt x="72255" y="15911"/>
                  <a:pt x="66167" y="21514"/>
                </a:cubicBezTo>
                <a:cubicBezTo>
                  <a:pt x="60078" y="27117"/>
                  <a:pt x="54514" y="35184"/>
                  <a:pt x="49471" y="45717"/>
                </a:cubicBezTo>
                <a:cubicBezTo>
                  <a:pt x="44429" y="56250"/>
                  <a:pt x="40544" y="68147"/>
                  <a:pt x="37818" y="81406"/>
                </a:cubicBezTo>
                <a:cubicBezTo>
                  <a:pt x="35091" y="94666"/>
                  <a:pt x="33728" y="105591"/>
                  <a:pt x="33728" y="1141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C07859FC-598D-472C-BD59-96B121C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032" y="1216212"/>
            <a:ext cx="105218" cy="154745"/>
          </a:xfrm>
          <a:custGeom xmlns:a="http://schemas.openxmlformats.org/drawingml/2006/main">
            <a:pathLst>
              <a:path w="105218" h="154745">
                <a:moveTo>
                  <a:pt x="72386" y="127292"/>
                </a:moveTo>
                <a:cubicBezTo>
                  <a:pt x="77242" y="127292"/>
                  <a:pt x="80865" y="126937"/>
                  <a:pt x="83255" y="126227"/>
                </a:cubicBezTo>
                <a:cubicBezTo>
                  <a:pt x="85646" y="125517"/>
                  <a:pt x="87532" y="124285"/>
                  <a:pt x="88914" y="122529"/>
                </a:cubicBezTo>
                <a:cubicBezTo>
                  <a:pt x="90296" y="120774"/>
                  <a:pt x="91435" y="118141"/>
                  <a:pt x="92332" y="114630"/>
                </a:cubicBezTo>
                <a:lnTo>
                  <a:pt x="105218" y="114630"/>
                </a:lnTo>
                <a:lnTo>
                  <a:pt x="102641" y="154745"/>
                </a:lnTo>
                <a:lnTo>
                  <a:pt x="0" y="154745"/>
                </a:lnTo>
                <a:lnTo>
                  <a:pt x="0" y="147349"/>
                </a:lnTo>
                <a:cubicBezTo>
                  <a:pt x="5752" y="134127"/>
                  <a:pt x="17518" y="117095"/>
                  <a:pt x="35297" y="96253"/>
                </a:cubicBezTo>
                <a:cubicBezTo>
                  <a:pt x="43365" y="86766"/>
                  <a:pt x="49509" y="78960"/>
                  <a:pt x="53730" y="72834"/>
                </a:cubicBezTo>
                <a:cubicBezTo>
                  <a:pt x="57951" y="66709"/>
                  <a:pt x="61106" y="60919"/>
                  <a:pt x="63198" y="55466"/>
                </a:cubicBezTo>
                <a:cubicBezTo>
                  <a:pt x="65290" y="50013"/>
                  <a:pt x="66335" y="44373"/>
                  <a:pt x="66335" y="38546"/>
                </a:cubicBezTo>
                <a:cubicBezTo>
                  <a:pt x="66335" y="30329"/>
                  <a:pt x="64506" y="23886"/>
                  <a:pt x="60845" y="19217"/>
                </a:cubicBezTo>
                <a:cubicBezTo>
                  <a:pt x="57185" y="14548"/>
                  <a:pt x="52179" y="12214"/>
                  <a:pt x="45830" y="12214"/>
                </a:cubicBezTo>
                <a:cubicBezTo>
                  <a:pt x="33654" y="12214"/>
                  <a:pt x="25847" y="20991"/>
                  <a:pt x="22411" y="38546"/>
                </a:cubicBezTo>
                <a:lnTo>
                  <a:pt x="2241" y="38546"/>
                </a:lnTo>
                <a:lnTo>
                  <a:pt x="2241" y="12102"/>
                </a:lnTo>
                <a:cubicBezTo>
                  <a:pt x="14417" y="7171"/>
                  <a:pt x="24241" y="3922"/>
                  <a:pt x="31711" y="2353"/>
                </a:cubicBezTo>
                <a:cubicBezTo>
                  <a:pt x="39182" y="784"/>
                  <a:pt x="47062" y="0"/>
                  <a:pt x="55354" y="0"/>
                </a:cubicBezTo>
                <a:cubicBezTo>
                  <a:pt x="66335" y="0"/>
                  <a:pt x="75300" y="1475"/>
                  <a:pt x="82247" y="4426"/>
                </a:cubicBezTo>
                <a:cubicBezTo>
                  <a:pt x="89194" y="7377"/>
                  <a:pt x="94218" y="11373"/>
                  <a:pt x="97318" y="16416"/>
                </a:cubicBezTo>
                <a:cubicBezTo>
                  <a:pt x="100418" y="21458"/>
                  <a:pt x="101968" y="27341"/>
                  <a:pt x="101968" y="34064"/>
                </a:cubicBezTo>
                <a:cubicBezTo>
                  <a:pt x="101968" y="39965"/>
                  <a:pt x="100866" y="45456"/>
                  <a:pt x="98663" y="50536"/>
                </a:cubicBezTo>
                <a:cubicBezTo>
                  <a:pt x="96459" y="55615"/>
                  <a:pt x="92649" y="61405"/>
                  <a:pt x="87234" y="67904"/>
                </a:cubicBezTo>
                <a:cubicBezTo>
                  <a:pt x="81817" y="74403"/>
                  <a:pt x="72685" y="83703"/>
                  <a:pt x="59837" y="95805"/>
                </a:cubicBezTo>
                <a:cubicBezTo>
                  <a:pt x="55877" y="99540"/>
                  <a:pt x="51152" y="104452"/>
                  <a:pt x="45662" y="110540"/>
                </a:cubicBezTo>
                <a:cubicBezTo>
                  <a:pt x="40171" y="116628"/>
                  <a:pt x="35820" y="121838"/>
                  <a:pt x="32607" y="126171"/>
                </a:cubicBezTo>
                <a:lnTo>
                  <a:pt x="32607" y="127292"/>
                </a:lnTo>
                <a:lnTo>
                  <a:pt x="72386" y="1272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44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2026-10-09T20:05:01.3320000Z</dcterms:created>
  <dcterms:modified xsi:type="dcterms:W3CDTF">2026-10-09T20:05:01.3320000Z</dcterms:modified>
</coreProperties>
</file>